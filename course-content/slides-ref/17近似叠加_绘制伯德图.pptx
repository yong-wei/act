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353" r:id="rId2"/>
    <p:sldId id="522" r:id="rId3"/>
    <p:sldId id="523" r:id="rId4"/>
    <p:sldId id="537" r:id="rId5"/>
    <p:sldId id="538" r:id="rId6"/>
    <p:sldId id="539" r:id="rId7"/>
    <p:sldId id="529" r:id="rId8"/>
    <p:sldId id="475" r:id="rId9"/>
    <p:sldId id="530" r:id="rId10"/>
    <p:sldId id="531" r:id="rId11"/>
    <p:sldId id="540" r:id="rId12"/>
    <p:sldId id="532" r:id="rId13"/>
    <p:sldId id="533" r:id="rId14"/>
    <p:sldId id="534" r:id="rId15"/>
    <p:sldId id="535" r:id="rId16"/>
    <p:sldId id="541" r:id="rId17"/>
    <p:sldId id="536" r:id="rId18"/>
    <p:sldId id="542" r:id="rId19"/>
    <p:sldId id="543" r:id="rId20"/>
    <p:sldId id="544" r:id="rId21"/>
    <p:sldId id="545" r:id="rId22"/>
    <p:sldId id="546" r:id="rId23"/>
    <p:sldId id="512" r:id="rId24"/>
    <p:sldId id="525" r:id="rId25"/>
    <p:sldId id="547" r:id="rId26"/>
    <p:sldId id="526" r:id="rId27"/>
    <p:sldId id="527" r:id="rId28"/>
    <p:sldId id="528" r:id="rId29"/>
  </p:sldIdLst>
  <p:sldSz cx="12190413" cy="6858000"/>
  <p:notesSz cx="6858000" cy="9144000"/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67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  <p15:guide id="3" pos="3840">
          <p15:clr>
            <a:srgbClr val="A4A3A4"/>
          </p15:clr>
        </p15:guide>
        <p15:guide id="4" pos="211" userDrawn="1">
          <p15:clr>
            <a:srgbClr val="A4A3A4"/>
          </p15:clr>
        </p15:guide>
        <p15:guide id="5" pos="6788" userDrawn="1">
          <p15:clr>
            <a:srgbClr val="A4A3A4"/>
          </p15:clr>
        </p15:guide>
        <p15:guide id="6" pos="3613" userDrawn="1">
          <p15:clr>
            <a:srgbClr val="A4A3A4"/>
          </p15:clr>
        </p15:guide>
        <p15:guide id="7" pos="5881" userDrawn="1">
          <p15:clr>
            <a:srgbClr val="A4A3A4"/>
          </p15:clr>
        </p15:guide>
        <p15:guide id="8" orient="horz" pos="2614" userDrawn="1">
          <p15:clr>
            <a:srgbClr val="A4A3A4"/>
          </p15:clr>
        </p15:guide>
        <p15:guide id="9" pos="6334" userDrawn="1">
          <p15:clr>
            <a:srgbClr val="A4A3A4"/>
          </p15:clr>
        </p15:guide>
        <p15:guide id="11" orient="horz" pos="1706" userDrawn="1">
          <p15:clr>
            <a:srgbClr val="A4A3A4"/>
          </p15:clr>
        </p15:guide>
        <p15:guide id="13" pos="5427" userDrawn="1">
          <p15:clr>
            <a:srgbClr val="A4A3A4"/>
          </p15:clr>
        </p15:guide>
        <p15:guide id="14" pos="4973" userDrawn="1">
          <p15:clr>
            <a:srgbClr val="A4A3A4"/>
          </p15:clr>
        </p15:guide>
        <p15:guide id="15" orient="horz" pos="1253" userDrawn="1">
          <p15:clr>
            <a:srgbClr val="A4A3A4"/>
          </p15:clr>
        </p15:guide>
        <p15:guide id="16" orient="horz" pos="3521" userDrawn="1">
          <p15:clr>
            <a:srgbClr val="A4A3A4"/>
          </p15:clr>
        </p15:guide>
        <p15:guide id="17" orient="horz" pos="799" userDrawn="1">
          <p15:clr>
            <a:srgbClr val="A4A3A4"/>
          </p15:clr>
        </p15:guide>
        <p15:guide id="18" orient="horz" pos="3974" userDrawn="1">
          <p15:clr>
            <a:srgbClr val="A4A3A4"/>
          </p15:clr>
        </p15:guide>
        <p15:guide id="19" orient="horz" pos="346" userDrawn="1">
          <p15:clr>
            <a:srgbClr val="A4A3A4"/>
          </p15:clr>
        </p15:guide>
        <p15:guide id="20" pos="4520" userDrawn="1">
          <p15:clr>
            <a:srgbClr val="A4A3A4"/>
          </p15:clr>
        </p15:guide>
        <p15:guide id="21" pos="4066" userDrawn="1">
          <p15:clr>
            <a:srgbClr val="A4A3A4"/>
          </p15:clr>
        </p15:guide>
        <p15:guide id="22" pos="72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9F84"/>
    <a:srgbClr val="E44860"/>
    <a:srgbClr val="2980B9"/>
    <a:srgbClr val="F29B11"/>
    <a:srgbClr val="768395"/>
    <a:srgbClr val="1C1C1C"/>
    <a:srgbClr val="9BBB59"/>
    <a:srgbClr val="F6973B"/>
    <a:srgbClr val="FFFFFF"/>
    <a:srgbClr val="EFF7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39" autoAdjust="0"/>
    <p:restoredTop sz="92394" autoAdjust="0"/>
  </p:normalViewPr>
  <p:slideViewPr>
    <p:cSldViewPr>
      <p:cViewPr>
        <p:scale>
          <a:sx n="108" d="100"/>
          <a:sy n="108" d="100"/>
        </p:scale>
        <p:origin x="784" y="216"/>
      </p:cViewPr>
      <p:guideLst>
        <p:guide orient="horz" pos="3067"/>
        <p:guide orient="horz" pos="2160"/>
        <p:guide pos="3840"/>
        <p:guide pos="211"/>
        <p:guide pos="6788"/>
        <p:guide pos="3613"/>
        <p:guide pos="5881"/>
        <p:guide orient="horz" pos="2614"/>
        <p:guide pos="6334"/>
        <p:guide orient="horz" pos="1706"/>
        <p:guide pos="5427"/>
        <p:guide pos="4973"/>
        <p:guide orient="horz" pos="1253"/>
        <p:guide orient="horz" pos="3521"/>
        <p:guide orient="horz" pos="799"/>
        <p:guide orient="horz" pos="3974"/>
        <p:guide orient="horz" pos="346"/>
        <p:guide pos="4520"/>
        <p:guide pos="4066"/>
        <p:guide pos="72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336"/>
    </p:cViewPr>
  </p:sorterViewPr>
  <p:notesViewPr>
    <p:cSldViewPr>
      <p:cViewPr varScale="1">
        <p:scale>
          <a:sx n="118" d="100"/>
          <a:sy n="118" d="100"/>
        </p:scale>
        <p:origin x="375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8805445-DD02-4A4D-85F2-00571D19ED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E41B0AF-3333-FD46-B79E-50FD8A79D1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2A9F75-F87F-124E-A6E0-5AA7D52145C2}" type="datetimeFigureOut">
              <a:rPr kumimoji="1" lang="zh-CN" altLang="en-US" smtClean="0"/>
              <a:t>2023/5/19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BF8CD6C-5D36-1743-972A-01D811956D4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D92A2E0-40E1-5149-9E4A-F475CD689D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2A3159-7C85-5C48-9D59-18AED36800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63310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DCC928-7A32-4383-8C66-886F513D06F6}" type="datetimeFigureOut">
              <a:rPr lang="zh-CN" altLang="en-US" smtClean="0"/>
              <a:t>2023/5/19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936B7B-B83E-48FC-9145-C5D7D2DAFA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409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931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018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46091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1384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18537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7034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22234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9645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71236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59640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2560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72837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7034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73356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54414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6255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48442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96850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41288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4983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93164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93164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5335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419302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301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442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7CCF719-0B4D-4198-B5BC-2D0F73DC26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141282B4-7D1A-4CA4-B97C-AECB47C3A3B9}"/>
              </a:ext>
            </a:extLst>
          </p:cNvPr>
          <p:cNvSpPr/>
          <p:nvPr userDrawn="1"/>
        </p:nvSpPr>
        <p:spPr>
          <a:xfrm>
            <a:off x="118541" y="356166"/>
            <a:ext cx="1512168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基本情况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677453" y="356166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281753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DAD0CA0-9EB6-46FD-A5D1-35CBE479CB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674869" y="353986"/>
            <a:ext cx="5059282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36B85F6-A5BC-46DF-8D38-ACEA958A78FA}"/>
              </a:ext>
            </a:extLst>
          </p:cNvPr>
          <p:cNvSpPr/>
          <p:nvPr userDrawn="1"/>
        </p:nvSpPr>
        <p:spPr>
          <a:xfrm>
            <a:off x="129898" y="356166"/>
            <a:ext cx="1512168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创新设计</a:t>
            </a:r>
          </a:p>
        </p:txBody>
      </p:sp>
      <p:sp>
        <p:nvSpPr>
          <p:cNvPr id="8" name="矩形: 圆角 17">
            <a:extLst>
              <a:ext uri="{FF2B5EF4-FFF2-40B4-BE49-F238E27FC236}">
                <a16:creationId xmlns:a16="http://schemas.microsoft.com/office/drawing/2014/main" id="{2C7DE445-257D-1547-A5A3-2C9ECB3DCED5}"/>
              </a:ext>
            </a:extLst>
          </p:cNvPr>
          <p:cNvSpPr/>
          <p:nvPr userDrawn="1"/>
        </p:nvSpPr>
        <p:spPr>
          <a:xfrm>
            <a:off x="6773974" y="353986"/>
            <a:ext cx="5286541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364085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C8FC1B26-5F6B-454B-B6A7-6C43341F23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702718" y="359234"/>
            <a:ext cx="5616623" cy="514375"/>
          </a:xfrm>
          <a:prstGeom prst="roundRect">
            <a:avLst/>
          </a:prstGeom>
          <a:solidFill>
            <a:srgbClr val="E4486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C4C1D17-F9AA-4AA7-B29E-EA7C89094028}"/>
              </a:ext>
            </a:extLst>
          </p:cNvPr>
          <p:cNvSpPr/>
          <p:nvPr userDrawn="1"/>
        </p:nvSpPr>
        <p:spPr>
          <a:xfrm>
            <a:off x="121965" y="359235"/>
            <a:ext cx="1512168" cy="514375"/>
          </a:xfrm>
          <a:prstGeom prst="roundRect">
            <a:avLst/>
          </a:prstGeom>
          <a:solidFill>
            <a:srgbClr val="E4486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创新效果</a:t>
            </a:r>
          </a:p>
        </p:txBody>
      </p:sp>
    </p:spTree>
    <p:extLst>
      <p:ext uri="{BB962C8B-B14F-4D97-AF65-F5344CB8AC3E}">
        <p14:creationId xmlns:p14="http://schemas.microsoft.com/office/powerpoint/2010/main" val="20058987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E375F02-5481-4F79-8E14-2A5CA78A8E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1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702718" y="356166"/>
            <a:ext cx="5616623" cy="514375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3C5F6E7-E625-494B-89C2-3D62A6B97957}"/>
              </a:ext>
            </a:extLst>
          </p:cNvPr>
          <p:cNvSpPr/>
          <p:nvPr userDrawn="1"/>
        </p:nvSpPr>
        <p:spPr>
          <a:xfrm>
            <a:off x="118541" y="356166"/>
            <a:ext cx="1512168" cy="514375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教学成果</a:t>
            </a:r>
          </a:p>
        </p:txBody>
      </p:sp>
    </p:spTree>
    <p:extLst>
      <p:ext uri="{BB962C8B-B14F-4D97-AF65-F5344CB8AC3E}">
        <p14:creationId xmlns:p14="http://schemas.microsoft.com/office/powerpoint/2010/main" val="2493030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003EC96-1FAD-E241-A4B7-1ED9CE341E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4" name="矩形: 圆角 17">
            <a:extLst>
              <a:ext uri="{FF2B5EF4-FFF2-40B4-BE49-F238E27FC236}">
                <a16:creationId xmlns:a16="http://schemas.microsoft.com/office/drawing/2014/main" id="{1EA45D98-DEC5-264D-BA21-59DABF9CB484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714138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26FE7A8-4B06-47F3-B893-C94D3CF39A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0919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7">
            <a:extLst>
              <a:ext uri="{FF2B5EF4-FFF2-40B4-BE49-F238E27FC236}">
                <a16:creationId xmlns:a16="http://schemas.microsoft.com/office/drawing/2014/main" id="{3B45C2DF-0EC4-B246-BC5F-91F7278EBADC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71863972"/>
      </p:ext>
    </p:extLst>
  </p:cSld>
  <p:clrMapOvr>
    <a:masterClrMapping/>
  </p:clrMapOvr>
  <p:transition spd="slow">
    <p:strips dir="r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2840991"/>
      </p:ext>
    </p:extLst>
  </p:cSld>
  <p:clrMapOvr>
    <a:masterClrMapping/>
  </p:clrMapOvr>
  <p:transition spd="slow">
    <p:strips dir="r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8152828"/>
      </p:ext>
    </p:extLst>
  </p:cSld>
  <p:clrMapOvr>
    <a:masterClrMapping/>
  </p:clrMapOvr>
  <p:transition spd="slow">
    <p:strips dir="r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1762767"/>
      </p:ext>
    </p:extLst>
  </p:cSld>
  <p:clrMapOvr>
    <a:masterClrMapping/>
  </p:clrMapOvr>
  <p:transition spd="slow">
    <p:strips dir="r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7231392"/>
      </p:ext>
    </p:extLst>
  </p:cSld>
  <p:clrMapOvr>
    <a:masterClrMapping/>
  </p:clrMapOvr>
  <p:transition spd="slow">
    <p:strips dir="r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4435023"/>
      </p:ext>
    </p:extLst>
  </p:cSld>
  <p:clrMapOvr>
    <a:masterClrMapping/>
  </p:clrMapOvr>
  <p:transition spd="slow">
    <p:strips dir="r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3532170"/>
      </p:ext>
    </p:extLst>
  </p:cSld>
  <p:clrMapOvr>
    <a:masterClrMapping/>
  </p:clrMapOvr>
  <p:transition spd="slow">
    <p:strips dir="r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9634117"/>
      </p:ext>
    </p:extLst>
  </p:cSld>
  <p:clrMapOvr>
    <a:masterClrMapping/>
  </p:clrMapOvr>
  <p:transition spd="slow">
    <p:strips dir="r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617031"/>
      </p:ext>
    </p:extLst>
  </p:cSld>
  <p:clrMapOvr>
    <a:masterClrMapping/>
  </p:clrMapOvr>
  <p:transition spd="slow">
    <p:strips dir="r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D4A263-5145-4800-9735-38896831F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993926514"/>
      </p:ext>
    </p:extLst>
  </p:cSld>
  <p:clrMapOvr>
    <a:masterClrMapping/>
  </p:clrMapOvr>
  <p:transition spd="slow">
    <p:strips dir="r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4516710"/>
      </p:ext>
    </p:extLst>
  </p:cSld>
  <p:clrMapOvr>
    <a:masterClrMapping/>
  </p:clrMapOvr>
  <p:transition spd="slow">
    <p:strips dir="r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空白地图背景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26FE7A8-4B06-47F3-B893-C94D3CF39A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3543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绿条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7">
            <a:extLst>
              <a:ext uri="{FF2B5EF4-FFF2-40B4-BE49-F238E27FC236}">
                <a16:creationId xmlns:a16="http://schemas.microsoft.com/office/drawing/2014/main" id="{3B45C2DF-0EC4-B246-BC5F-91F7278EBADC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278906106"/>
      </p:ext>
    </p:extLst>
  </p:cSld>
  <p:clrMapOvr>
    <a:masterClrMapping/>
  </p:clrMapOvr>
  <p:transition spd="slow">
    <p:strips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 hidden="1"/>
          <p:cNvSpPr txBox="1"/>
          <p:nvPr userDrawn="1"/>
        </p:nvSpPr>
        <p:spPr>
          <a:xfrm>
            <a:off x="25134" y="-14371"/>
            <a:ext cx="22995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rgbClr val="333333"/>
                </a:solidFill>
                <a:latin typeface="Gill Sans Ultra Bold" pitchFamily="34" charset="0"/>
              </a:rPr>
              <a:t>LOGO</a:t>
            </a:r>
            <a:endParaRPr lang="zh-CN" altLang="en-US" sz="3200" dirty="0">
              <a:solidFill>
                <a:srgbClr val="333333"/>
              </a:solidFill>
              <a:latin typeface="Gill Sans Ultra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50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8" r:id="rId2"/>
    <p:sldLayoutId id="2147483671" r:id="rId3"/>
    <p:sldLayoutId id="2147483669" r:id="rId4"/>
    <p:sldLayoutId id="2147483670" r:id="rId5"/>
    <p:sldLayoutId id="2147483654" r:id="rId6"/>
    <p:sldLayoutId id="2147483663" r:id="rId7"/>
    <p:sldLayoutId id="2147483659" r:id="rId8"/>
    <p:sldLayoutId id="2147483667" r:id="rId9"/>
    <p:sldLayoutId id="2147483655" r:id="rId10"/>
    <p:sldLayoutId id="2147483651" r:id="rId11"/>
    <p:sldLayoutId id="2147483656" r:id="rId12"/>
    <p:sldLayoutId id="2147483652" r:id="rId13"/>
    <p:sldLayoutId id="2147483657" r:id="rId14"/>
    <p:sldLayoutId id="2147483653" r:id="rId15"/>
    <p:sldLayoutId id="2147483666" r:id="rId16"/>
    <p:sldLayoutId id="2147483665" r:id="rId17"/>
    <p:sldLayoutId id="2147483658" r:id="rId18"/>
    <p:sldLayoutId id="2147483672" r:id="rId19"/>
    <p:sldLayoutId id="2147483673" r:id="rId20"/>
  </p:sldLayoutIdLst>
  <p:transition spd="slow">
    <p:strips dir="ru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0.emf"/><Relationship Id="rId4" Type="http://schemas.openxmlformats.org/officeDocument/2006/relationships/image" Target="../media/image5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52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410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0.png"/><Relationship Id="rId5" Type="http://schemas.openxmlformats.org/officeDocument/2006/relationships/image" Target="../media/image60.png"/><Relationship Id="rId10" Type="http://schemas.openxmlformats.org/officeDocument/2006/relationships/image" Target="../media/image110.png"/><Relationship Id="rId4" Type="http://schemas.openxmlformats.org/officeDocument/2006/relationships/image" Target="../media/image13.emf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1.png"/><Relationship Id="rId18" Type="http://schemas.openxmlformats.org/officeDocument/2006/relationships/image" Target="../media/image126.png"/><Relationship Id="rId26" Type="http://schemas.openxmlformats.org/officeDocument/2006/relationships/image" Target="../media/image134.png"/><Relationship Id="rId3" Type="http://schemas.openxmlformats.org/officeDocument/2006/relationships/image" Target="../media/image111.png"/><Relationship Id="rId21" Type="http://schemas.openxmlformats.org/officeDocument/2006/relationships/image" Target="../media/image12.png"/><Relationship Id="rId34" Type="http://schemas.openxmlformats.org/officeDocument/2006/relationships/image" Target="../media/image19.png"/><Relationship Id="rId7" Type="http://schemas.openxmlformats.org/officeDocument/2006/relationships/image" Target="../media/image115.png"/><Relationship Id="rId12" Type="http://schemas.openxmlformats.org/officeDocument/2006/relationships/image" Target="../media/image120.png"/><Relationship Id="rId17" Type="http://schemas.openxmlformats.org/officeDocument/2006/relationships/image" Target="../media/image125.png"/><Relationship Id="rId25" Type="http://schemas.openxmlformats.org/officeDocument/2006/relationships/image" Target="../media/image133.png"/><Relationship Id="rId3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24.png"/><Relationship Id="rId20" Type="http://schemas.openxmlformats.org/officeDocument/2006/relationships/image" Target="../media/image128.png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4.png"/><Relationship Id="rId11" Type="http://schemas.openxmlformats.org/officeDocument/2006/relationships/image" Target="../media/image119.png"/><Relationship Id="rId24" Type="http://schemas.openxmlformats.org/officeDocument/2006/relationships/image" Target="../media/image132.png"/><Relationship Id="rId32" Type="http://schemas.openxmlformats.org/officeDocument/2006/relationships/image" Target="../media/image17.png"/><Relationship Id="rId5" Type="http://schemas.openxmlformats.org/officeDocument/2006/relationships/image" Target="../media/image113.png"/><Relationship Id="rId15" Type="http://schemas.openxmlformats.org/officeDocument/2006/relationships/image" Target="../media/image123.png"/><Relationship Id="rId23" Type="http://schemas.openxmlformats.org/officeDocument/2006/relationships/image" Target="../media/image131.png"/><Relationship Id="rId28" Type="http://schemas.openxmlformats.org/officeDocument/2006/relationships/image" Target="../media/image13.png"/><Relationship Id="rId10" Type="http://schemas.openxmlformats.org/officeDocument/2006/relationships/image" Target="../media/image118.png"/><Relationship Id="rId19" Type="http://schemas.openxmlformats.org/officeDocument/2006/relationships/image" Target="../media/image127.png"/><Relationship Id="rId31" Type="http://schemas.openxmlformats.org/officeDocument/2006/relationships/image" Target="../media/image16.png"/><Relationship Id="rId4" Type="http://schemas.openxmlformats.org/officeDocument/2006/relationships/image" Target="../media/image112.png"/><Relationship Id="rId9" Type="http://schemas.openxmlformats.org/officeDocument/2006/relationships/image" Target="../media/image117.png"/><Relationship Id="rId14" Type="http://schemas.openxmlformats.org/officeDocument/2006/relationships/image" Target="../media/image122.png"/><Relationship Id="rId22" Type="http://schemas.openxmlformats.org/officeDocument/2006/relationships/image" Target="../media/image130.png"/><Relationship Id="rId27" Type="http://schemas.openxmlformats.org/officeDocument/2006/relationships/image" Target="../media/image135.png"/><Relationship Id="rId30" Type="http://schemas.openxmlformats.org/officeDocument/2006/relationships/image" Target="../media/image15.png"/><Relationship Id="rId35" Type="http://schemas.openxmlformats.org/officeDocument/2006/relationships/image" Target="../media/image20.png"/><Relationship Id="rId8" Type="http://schemas.openxmlformats.org/officeDocument/2006/relationships/image" Target="../media/image116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1.png"/><Relationship Id="rId18" Type="http://schemas.openxmlformats.org/officeDocument/2006/relationships/image" Target="../media/image126.png"/><Relationship Id="rId26" Type="http://schemas.openxmlformats.org/officeDocument/2006/relationships/image" Target="../media/image134.png"/><Relationship Id="rId3" Type="http://schemas.openxmlformats.org/officeDocument/2006/relationships/image" Target="../media/image111.png"/><Relationship Id="rId21" Type="http://schemas.openxmlformats.org/officeDocument/2006/relationships/image" Target="../media/image12.png"/><Relationship Id="rId34" Type="http://schemas.openxmlformats.org/officeDocument/2006/relationships/image" Target="../media/image19.png"/><Relationship Id="rId7" Type="http://schemas.openxmlformats.org/officeDocument/2006/relationships/image" Target="../media/image115.png"/><Relationship Id="rId12" Type="http://schemas.openxmlformats.org/officeDocument/2006/relationships/image" Target="../media/image120.png"/><Relationship Id="rId17" Type="http://schemas.openxmlformats.org/officeDocument/2006/relationships/image" Target="../media/image125.png"/><Relationship Id="rId25" Type="http://schemas.openxmlformats.org/officeDocument/2006/relationships/image" Target="../media/image133.png"/><Relationship Id="rId3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24.png"/><Relationship Id="rId20" Type="http://schemas.openxmlformats.org/officeDocument/2006/relationships/image" Target="../media/image128.png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4.png"/><Relationship Id="rId11" Type="http://schemas.openxmlformats.org/officeDocument/2006/relationships/image" Target="../media/image119.png"/><Relationship Id="rId24" Type="http://schemas.openxmlformats.org/officeDocument/2006/relationships/image" Target="../media/image132.png"/><Relationship Id="rId32" Type="http://schemas.openxmlformats.org/officeDocument/2006/relationships/image" Target="../media/image17.png"/><Relationship Id="rId5" Type="http://schemas.openxmlformats.org/officeDocument/2006/relationships/image" Target="../media/image113.png"/><Relationship Id="rId15" Type="http://schemas.openxmlformats.org/officeDocument/2006/relationships/image" Target="../media/image123.png"/><Relationship Id="rId23" Type="http://schemas.openxmlformats.org/officeDocument/2006/relationships/image" Target="../media/image131.png"/><Relationship Id="rId28" Type="http://schemas.openxmlformats.org/officeDocument/2006/relationships/image" Target="../media/image13.png"/><Relationship Id="rId10" Type="http://schemas.openxmlformats.org/officeDocument/2006/relationships/image" Target="../media/image118.png"/><Relationship Id="rId19" Type="http://schemas.openxmlformats.org/officeDocument/2006/relationships/image" Target="../media/image127.png"/><Relationship Id="rId31" Type="http://schemas.openxmlformats.org/officeDocument/2006/relationships/image" Target="../media/image16.png"/><Relationship Id="rId4" Type="http://schemas.openxmlformats.org/officeDocument/2006/relationships/image" Target="../media/image112.png"/><Relationship Id="rId9" Type="http://schemas.openxmlformats.org/officeDocument/2006/relationships/image" Target="../media/image117.png"/><Relationship Id="rId14" Type="http://schemas.openxmlformats.org/officeDocument/2006/relationships/image" Target="../media/image122.png"/><Relationship Id="rId22" Type="http://schemas.openxmlformats.org/officeDocument/2006/relationships/image" Target="../media/image130.png"/><Relationship Id="rId27" Type="http://schemas.openxmlformats.org/officeDocument/2006/relationships/image" Target="../media/image135.png"/><Relationship Id="rId30" Type="http://schemas.openxmlformats.org/officeDocument/2006/relationships/image" Target="../media/image15.png"/><Relationship Id="rId35" Type="http://schemas.openxmlformats.org/officeDocument/2006/relationships/image" Target="../media/image20.png"/><Relationship Id="rId8" Type="http://schemas.openxmlformats.org/officeDocument/2006/relationships/image" Target="../media/image116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1.png"/><Relationship Id="rId18" Type="http://schemas.openxmlformats.org/officeDocument/2006/relationships/image" Target="../media/image126.png"/><Relationship Id="rId26" Type="http://schemas.openxmlformats.org/officeDocument/2006/relationships/image" Target="../media/image134.png"/><Relationship Id="rId3" Type="http://schemas.openxmlformats.org/officeDocument/2006/relationships/image" Target="../media/image111.png"/><Relationship Id="rId21" Type="http://schemas.openxmlformats.org/officeDocument/2006/relationships/image" Target="../media/image12.png"/><Relationship Id="rId34" Type="http://schemas.openxmlformats.org/officeDocument/2006/relationships/image" Target="../media/image18.png"/><Relationship Id="rId7" Type="http://schemas.openxmlformats.org/officeDocument/2006/relationships/image" Target="../media/image115.png"/><Relationship Id="rId12" Type="http://schemas.openxmlformats.org/officeDocument/2006/relationships/image" Target="../media/image120.png"/><Relationship Id="rId17" Type="http://schemas.openxmlformats.org/officeDocument/2006/relationships/image" Target="../media/image125.png"/><Relationship Id="rId25" Type="http://schemas.openxmlformats.org/officeDocument/2006/relationships/image" Target="../media/image133.png"/><Relationship Id="rId3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24.png"/><Relationship Id="rId20" Type="http://schemas.openxmlformats.org/officeDocument/2006/relationships/image" Target="../media/image128.png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4.png"/><Relationship Id="rId11" Type="http://schemas.openxmlformats.org/officeDocument/2006/relationships/image" Target="../media/image119.png"/><Relationship Id="rId24" Type="http://schemas.openxmlformats.org/officeDocument/2006/relationships/image" Target="../media/image132.png"/><Relationship Id="rId32" Type="http://schemas.openxmlformats.org/officeDocument/2006/relationships/image" Target="../media/image16.png"/><Relationship Id="rId5" Type="http://schemas.openxmlformats.org/officeDocument/2006/relationships/image" Target="../media/image113.png"/><Relationship Id="rId15" Type="http://schemas.openxmlformats.org/officeDocument/2006/relationships/image" Target="../media/image123.png"/><Relationship Id="rId23" Type="http://schemas.openxmlformats.org/officeDocument/2006/relationships/image" Target="../media/image131.png"/><Relationship Id="rId28" Type="http://schemas.openxmlformats.org/officeDocument/2006/relationships/image" Target="../media/image13.png"/><Relationship Id="rId36" Type="http://schemas.openxmlformats.org/officeDocument/2006/relationships/image" Target="../media/image20.png"/><Relationship Id="rId10" Type="http://schemas.openxmlformats.org/officeDocument/2006/relationships/image" Target="../media/image118.png"/><Relationship Id="rId19" Type="http://schemas.openxmlformats.org/officeDocument/2006/relationships/image" Target="../media/image127.png"/><Relationship Id="rId31" Type="http://schemas.openxmlformats.org/officeDocument/2006/relationships/image" Target="../media/image15.png"/><Relationship Id="rId4" Type="http://schemas.openxmlformats.org/officeDocument/2006/relationships/image" Target="../media/image112.png"/><Relationship Id="rId9" Type="http://schemas.openxmlformats.org/officeDocument/2006/relationships/image" Target="../media/image117.png"/><Relationship Id="rId14" Type="http://schemas.openxmlformats.org/officeDocument/2006/relationships/image" Target="../media/image122.png"/><Relationship Id="rId22" Type="http://schemas.openxmlformats.org/officeDocument/2006/relationships/image" Target="../media/image130.png"/><Relationship Id="rId27" Type="http://schemas.openxmlformats.org/officeDocument/2006/relationships/image" Target="../media/image135.png"/><Relationship Id="rId30" Type="http://schemas.openxmlformats.org/officeDocument/2006/relationships/image" Target="../media/image21.png"/><Relationship Id="rId35" Type="http://schemas.openxmlformats.org/officeDocument/2006/relationships/image" Target="../media/image19.png"/><Relationship Id="rId8" Type="http://schemas.openxmlformats.org/officeDocument/2006/relationships/image" Target="../media/image1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5.png"/><Relationship Id="rId18" Type="http://schemas.openxmlformats.org/officeDocument/2006/relationships/image" Target="../media/image120.png"/><Relationship Id="rId26" Type="http://schemas.openxmlformats.org/officeDocument/2006/relationships/image" Target="../media/image128.png"/><Relationship Id="rId3" Type="http://schemas.openxmlformats.org/officeDocument/2006/relationships/image" Target="../media/image220.png"/><Relationship Id="rId21" Type="http://schemas.openxmlformats.org/officeDocument/2006/relationships/image" Target="../media/image123.png"/><Relationship Id="rId34" Type="http://schemas.openxmlformats.org/officeDocument/2006/relationships/image" Target="../media/image27.png"/><Relationship Id="rId7" Type="http://schemas.openxmlformats.org/officeDocument/2006/relationships/image" Target="../media/image10.png"/><Relationship Id="rId12" Type="http://schemas.openxmlformats.org/officeDocument/2006/relationships/image" Target="../media/image114.png"/><Relationship Id="rId17" Type="http://schemas.openxmlformats.org/officeDocument/2006/relationships/image" Target="../media/image119.png"/><Relationship Id="rId25" Type="http://schemas.openxmlformats.org/officeDocument/2006/relationships/image" Target="../media/image127.png"/><Relationship Id="rId33" Type="http://schemas.openxmlformats.org/officeDocument/2006/relationships/image" Target="../media/image135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18.png"/><Relationship Id="rId20" Type="http://schemas.openxmlformats.org/officeDocument/2006/relationships/image" Target="../media/image122.png"/><Relationship Id="rId29" Type="http://schemas.openxmlformats.org/officeDocument/2006/relationships/image" Target="../media/image13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11" Type="http://schemas.openxmlformats.org/officeDocument/2006/relationships/image" Target="../media/image113.png"/><Relationship Id="rId24" Type="http://schemas.openxmlformats.org/officeDocument/2006/relationships/image" Target="../media/image126.png"/><Relationship Id="rId32" Type="http://schemas.openxmlformats.org/officeDocument/2006/relationships/image" Target="../media/image134.png"/><Relationship Id="rId5" Type="http://schemas.openxmlformats.org/officeDocument/2006/relationships/image" Target="../media/image23.png"/><Relationship Id="rId15" Type="http://schemas.openxmlformats.org/officeDocument/2006/relationships/image" Target="../media/image117.png"/><Relationship Id="rId23" Type="http://schemas.openxmlformats.org/officeDocument/2006/relationships/image" Target="../media/image125.png"/><Relationship Id="rId28" Type="http://schemas.openxmlformats.org/officeDocument/2006/relationships/image" Target="../media/image130.png"/><Relationship Id="rId36" Type="http://schemas.openxmlformats.org/officeDocument/2006/relationships/image" Target="../media/image29.png"/><Relationship Id="rId10" Type="http://schemas.openxmlformats.org/officeDocument/2006/relationships/image" Target="../media/image112.png"/><Relationship Id="rId19" Type="http://schemas.openxmlformats.org/officeDocument/2006/relationships/image" Target="../media/image121.png"/><Relationship Id="rId31" Type="http://schemas.openxmlformats.org/officeDocument/2006/relationships/image" Target="../media/image133.png"/><Relationship Id="rId4" Type="http://schemas.openxmlformats.org/officeDocument/2006/relationships/image" Target="../media/image13.emf"/><Relationship Id="rId9" Type="http://schemas.openxmlformats.org/officeDocument/2006/relationships/image" Target="../media/image111.png"/><Relationship Id="rId14" Type="http://schemas.openxmlformats.org/officeDocument/2006/relationships/image" Target="../media/image116.png"/><Relationship Id="rId22" Type="http://schemas.openxmlformats.org/officeDocument/2006/relationships/image" Target="../media/image124.png"/><Relationship Id="rId27" Type="http://schemas.openxmlformats.org/officeDocument/2006/relationships/image" Target="../media/image26.png"/><Relationship Id="rId30" Type="http://schemas.openxmlformats.org/officeDocument/2006/relationships/image" Target="../media/image132.png"/><Relationship Id="rId35" Type="http://schemas.openxmlformats.org/officeDocument/2006/relationships/image" Target="../media/image28.png"/><Relationship Id="rId8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5.png"/><Relationship Id="rId18" Type="http://schemas.openxmlformats.org/officeDocument/2006/relationships/image" Target="../media/image120.png"/><Relationship Id="rId26" Type="http://schemas.openxmlformats.org/officeDocument/2006/relationships/image" Target="../media/image128.png"/><Relationship Id="rId3" Type="http://schemas.openxmlformats.org/officeDocument/2006/relationships/image" Target="../media/image30.png"/><Relationship Id="rId21" Type="http://schemas.openxmlformats.org/officeDocument/2006/relationships/image" Target="../media/image35.png"/><Relationship Id="rId34" Type="http://schemas.openxmlformats.org/officeDocument/2006/relationships/image" Target="../media/image38.png"/><Relationship Id="rId7" Type="http://schemas.openxmlformats.org/officeDocument/2006/relationships/image" Target="../media/image10.png"/><Relationship Id="rId12" Type="http://schemas.openxmlformats.org/officeDocument/2006/relationships/image" Target="../media/image114.png"/><Relationship Id="rId17" Type="http://schemas.openxmlformats.org/officeDocument/2006/relationships/image" Target="../media/image119.png"/><Relationship Id="rId25" Type="http://schemas.openxmlformats.org/officeDocument/2006/relationships/image" Target="../media/image127.png"/><Relationship Id="rId33" Type="http://schemas.openxmlformats.org/officeDocument/2006/relationships/image" Target="../media/image135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18.png"/><Relationship Id="rId20" Type="http://schemas.openxmlformats.org/officeDocument/2006/relationships/image" Target="../media/image34.png"/><Relationship Id="rId29" Type="http://schemas.openxmlformats.org/officeDocument/2006/relationships/image" Target="../media/image13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11" Type="http://schemas.openxmlformats.org/officeDocument/2006/relationships/image" Target="../media/image113.png"/><Relationship Id="rId24" Type="http://schemas.openxmlformats.org/officeDocument/2006/relationships/image" Target="../media/image126.png"/><Relationship Id="rId32" Type="http://schemas.openxmlformats.org/officeDocument/2006/relationships/image" Target="../media/image134.png"/><Relationship Id="rId5" Type="http://schemas.openxmlformats.org/officeDocument/2006/relationships/image" Target="../media/image31.png"/><Relationship Id="rId15" Type="http://schemas.openxmlformats.org/officeDocument/2006/relationships/image" Target="../media/image117.png"/><Relationship Id="rId23" Type="http://schemas.openxmlformats.org/officeDocument/2006/relationships/image" Target="../media/image37.png"/><Relationship Id="rId28" Type="http://schemas.openxmlformats.org/officeDocument/2006/relationships/image" Target="../media/image130.png"/><Relationship Id="rId36" Type="http://schemas.openxmlformats.org/officeDocument/2006/relationships/image" Target="../media/image40.png"/><Relationship Id="rId10" Type="http://schemas.openxmlformats.org/officeDocument/2006/relationships/image" Target="../media/image112.png"/><Relationship Id="rId19" Type="http://schemas.openxmlformats.org/officeDocument/2006/relationships/image" Target="../media/image121.png"/><Relationship Id="rId31" Type="http://schemas.openxmlformats.org/officeDocument/2006/relationships/image" Target="../media/image133.png"/><Relationship Id="rId4" Type="http://schemas.openxmlformats.org/officeDocument/2006/relationships/image" Target="../media/image13.emf"/><Relationship Id="rId9" Type="http://schemas.openxmlformats.org/officeDocument/2006/relationships/image" Target="../media/image111.png"/><Relationship Id="rId14" Type="http://schemas.openxmlformats.org/officeDocument/2006/relationships/image" Target="../media/image116.png"/><Relationship Id="rId22" Type="http://schemas.openxmlformats.org/officeDocument/2006/relationships/image" Target="../media/image36.png"/><Relationship Id="rId27" Type="http://schemas.openxmlformats.org/officeDocument/2006/relationships/image" Target="../media/image26.png"/><Relationship Id="rId30" Type="http://schemas.openxmlformats.org/officeDocument/2006/relationships/image" Target="../media/image132.png"/><Relationship Id="rId35" Type="http://schemas.openxmlformats.org/officeDocument/2006/relationships/image" Target="../media/image39.png"/><Relationship Id="rId8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5.png"/><Relationship Id="rId18" Type="http://schemas.openxmlformats.org/officeDocument/2006/relationships/image" Target="../media/image120.png"/><Relationship Id="rId26" Type="http://schemas.openxmlformats.org/officeDocument/2006/relationships/image" Target="../media/image128.png"/><Relationship Id="rId3" Type="http://schemas.openxmlformats.org/officeDocument/2006/relationships/image" Target="../media/image30.png"/><Relationship Id="rId21" Type="http://schemas.openxmlformats.org/officeDocument/2006/relationships/image" Target="../media/image35.png"/><Relationship Id="rId34" Type="http://schemas.openxmlformats.org/officeDocument/2006/relationships/image" Target="../media/image38.png"/><Relationship Id="rId7" Type="http://schemas.openxmlformats.org/officeDocument/2006/relationships/image" Target="../media/image10.png"/><Relationship Id="rId12" Type="http://schemas.openxmlformats.org/officeDocument/2006/relationships/image" Target="../media/image114.png"/><Relationship Id="rId17" Type="http://schemas.openxmlformats.org/officeDocument/2006/relationships/image" Target="../media/image119.png"/><Relationship Id="rId25" Type="http://schemas.openxmlformats.org/officeDocument/2006/relationships/image" Target="../media/image127.png"/><Relationship Id="rId33" Type="http://schemas.openxmlformats.org/officeDocument/2006/relationships/image" Target="../media/image135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18.png"/><Relationship Id="rId20" Type="http://schemas.openxmlformats.org/officeDocument/2006/relationships/image" Target="../media/image34.png"/><Relationship Id="rId29" Type="http://schemas.openxmlformats.org/officeDocument/2006/relationships/image" Target="../media/image13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11" Type="http://schemas.openxmlformats.org/officeDocument/2006/relationships/image" Target="../media/image113.png"/><Relationship Id="rId24" Type="http://schemas.openxmlformats.org/officeDocument/2006/relationships/image" Target="../media/image126.png"/><Relationship Id="rId32" Type="http://schemas.openxmlformats.org/officeDocument/2006/relationships/image" Target="../media/image134.png"/><Relationship Id="rId5" Type="http://schemas.openxmlformats.org/officeDocument/2006/relationships/image" Target="../media/image31.png"/><Relationship Id="rId15" Type="http://schemas.openxmlformats.org/officeDocument/2006/relationships/image" Target="../media/image117.png"/><Relationship Id="rId23" Type="http://schemas.openxmlformats.org/officeDocument/2006/relationships/image" Target="../media/image37.png"/><Relationship Id="rId28" Type="http://schemas.openxmlformats.org/officeDocument/2006/relationships/image" Target="../media/image130.png"/><Relationship Id="rId36" Type="http://schemas.openxmlformats.org/officeDocument/2006/relationships/image" Target="../media/image40.png"/><Relationship Id="rId10" Type="http://schemas.openxmlformats.org/officeDocument/2006/relationships/image" Target="../media/image112.png"/><Relationship Id="rId19" Type="http://schemas.openxmlformats.org/officeDocument/2006/relationships/image" Target="../media/image121.png"/><Relationship Id="rId31" Type="http://schemas.openxmlformats.org/officeDocument/2006/relationships/image" Target="../media/image133.png"/><Relationship Id="rId4" Type="http://schemas.openxmlformats.org/officeDocument/2006/relationships/image" Target="../media/image13.emf"/><Relationship Id="rId9" Type="http://schemas.openxmlformats.org/officeDocument/2006/relationships/image" Target="../media/image111.png"/><Relationship Id="rId14" Type="http://schemas.openxmlformats.org/officeDocument/2006/relationships/image" Target="../media/image116.png"/><Relationship Id="rId22" Type="http://schemas.openxmlformats.org/officeDocument/2006/relationships/image" Target="../media/image36.png"/><Relationship Id="rId27" Type="http://schemas.openxmlformats.org/officeDocument/2006/relationships/image" Target="../media/image26.png"/><Relationship Id="rId30" Type="http://schemas.openxmlformats.org/officeDocument/2006/relationships/image" Target="../media/image132.png"/><Relationship Id="rId35" Type="http://schemas.openxmlformats.org/officeDocument/2006/relationships/image" Target="../media/image39.png"/><Relationship Id="rId8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5.png"/><Relationship Id="rId18" Type="http://schemas.openxmlformats.org/officeDocument/2006/relationships/image" Target="../media/image120.png"/><Relationship Id="rId26" Type="http://schemas.openxmlformats.org/officeDocument/2006/relationships/image" Target="../media/image128.png"/><Relationship Id="rId3" Type="http://schemas.openxmlformats.org/officeDocument/2006/relationships/image" Target="../media/image30.png"/><Relationship Id="rId21" Type="http://schemas.openxmlformats.org/officeDocument/2006/relationships/image" Target="../media/image35.png"/><Relationship Id="rId34" Type="http://schemas.openxmlformats.org/officeDocument/2006/relationships/image" Target="../media/image38.png"/><Relationship Id="rId7" Type="http://schemas.openxmlformats.org/officeDocument/2006/relationships/image" Target="../media/image10.png"/><Relationship Id="rId12" Type="http://schemas.openxmlformats.org/officeDocument/2006/relationships/image" Target="../media/image114.png"/><Relationship Id="rId17" Type="http://schemas.openxmlformats.org/officeDocument/2006/relationships/image" Target="../media/image119.png"/><Relationship Id="rId25" Type="http://schemas.openxmlformats.org/officeDocument/2006/relationships/image" Target="../media/image127.png"/><Relationship Id="rId33" Type="http://schemas.openxmlformats.org/officeDocument/2006/relationships/image" Target="../media/image135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18.png"/><Relationship Id="rId20" Type="http://schemas.openxmlformats.org/officeDocument/2006/relationships/image" Target="../media/image34.png"/><Relationship Id="rId29" Type="http://schemas.openxmlformats.org/officeDocument/2006/relationships/image" Target="../media/image13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11" Type="http://schemas.openxmlformats.org/officeDocument/2006/relationships/image" Target="../media/image113.png"/><Relationship Id="rId24" Type="http://schemas.openxmlformats.org/officeDocument/2006/relationships/image" Target="../media/image126.png"/><Relationship Id="rId32" Type="http://schemas.openxmlformats.org/officeDocument/2006/relationships/image" Target="../media/image134.png"/><Relationship Id="rId5" Type="http://schemas.openxmlformats.org/officeDocument/2006/relationships/image" Target="../media/image31.png"/><Relationship Id="rId15" Type="http://schemas.openxmlformats.org/officeDocument/2006/relationships/image" Target="../media/image117.png"/><Relationship Id="rId23" Type="http://schemas.openxmlformats.org/officeDocument/2006/relationships/image" Target="../media/image37.png"/><Relationship Id="rId28" Type="http://schemas.openxmlformats.org/officeDocument/2006/relationships/image" Target="../media/image130.png"/><Relationship Id="rId36" Type="http://schemas.openxmlformats.org/officeDocument/2006/relationships/image" Target="../media/image40.png"/><Relationship Id="rId10" Type="http://schemas.openxmlformats.org/officeDocument/2006/relationships/image" Target="../media/image112.png"/><Relationship Id="rId19" Type="http://schemas.openxmlformats.org/officeDocument/2006/relationships/image" Target="../media/image121.png"/><Relationship Id="rId31" Type="http://schemas.openxmlformats.org/officeDocument/2006/relationships/image" Target="../media/image133.png"/><Relationship Id="rId4" Type="http://schemas.openxmlformats.org/officeDocument/2006/relationships/image" Target="../media/image13.emf"/><Relationship Id="rId9" Type="http://schemas.openxmlformats.org/officeDocument/2006/relationships/image" Target="../media/image111.png"/><Relationship Id="rId14" Type="http://schemas.openxmlformats.org/officeDocument/2006/relationships/image" Target="../media/image116.png"/><Relationship Id="rId22" Type="http://schemas.openxmlformats.org/officeDocument/2006/relationships/image" Target="../media/image36.png"/><Relationship Id="rId27" Type="http://schemas.openxmlformats.org/officeDocument/2006/relationships/image" Target="../media/image26.png"/><Relationship Id="rId30" Type="http://schemas.openxmlformats.org/officeDocument/2006/relationships/image" Target="../media/image132.png"/><Relationship Id="rId35" Type="http://schemas.openxmlformats.org/officeDocument/2006/relationships/image" Target="../media/image39.png"/><Relationship Id="rId8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90.png"/><Relationship Id="rId18" Type="http://schemas.openxmlformats.org/officeDocument/2006/relationships/image" Target="../media/image1260.png"/><Relationship Id="rId26" Type="http://schemas.openxmlformats.org/officeDocument/2006/relationships/image" Target="../media/image270.png"/><Relationship Id="rId3" Type="http://schemas.openxmlformats.org/officeDocument/2006/relationships/image" Target="../media/image510.png"/><Relationship Id="rId21" Type="http://schemas.openxmlformats.org/officeDocument/2006/relationships/image" Target="../media/image221.png"/><Relationship Id="rId7" Type="http://schemas.openxmlformats.org/officeDocument/2006/relationships/image" Target="../media/image136.png"/><Relationship Id="rId12" Type="http://schemas.openxmlformats.org/officeDocument/2006/relationships/image" Target="../media/image180.png"/><Relationship Id="rId17" Type="http://schemas.openxmlformats.org/officeDocument/2006/relationships/image" Target="../media/image1250.png"/><Relationship Id="rId25" Type="http://schemas.openxmlformats.org/officeDocument/2006/relationships/image" Target="../media/image260.png"/><Relationship Id="rId33" Type="http://schemas.openxmlformats.org/officeDocument/2006/relationships/image" Target="../media/image310.png"/><Relationship Id="rId2" Type="http://schemas.openxmlformats.org/officeDocument/2006/relationships/notesSlide" Target="../notesSlides/notesSlide13.xml"/><Relationship Id="rId29" Type="http://schemas.openxmlformats.org/officeDocument/2006/relationships/image" Target="../media/image300.png"/><Relationship Id="rId16" Type="http://schemas.openxmlformats.org/officeDocument/2006/relationships/image" Target="../media/image1240.png"/><Relationship Id="rId20" Type="http://schemas.openxmlformats.org/officeDocument/2006/relationships/image" Target="../media/image210.png"/><Relationship Id="rId1" Type="http://schemas.openxmlformats.org/officeDocument/2006/relationships/slideLayout" Target="../slideLayouts/slideLayout8.xml"/><Relationship Id="rId32" Type="http://schemas.openxmlformats.org/officeDocument/2006/relationships/image" Target="../media/image330.png"/><Relationship Id="rId6" Type="http://schemas.openxmlformats.org/officeDocument/2006/relationships/image" Target="../media/image129.png"/><Relationship Id="rId11" Type="http://schemas.openxmlformats.org/officeDocument/2006/relationships/image" Target="../media/image170.png"/><Relationship Id="rId24" Type="http://schemas.openxmlformats.org/officeDocument/2006/relationships/image" Target="../media/image250.png"/><Relationship Id="rId28" Type="http://schemas.openxmlformats.org/officeDocument/2006/relationships/image" Target="../media/image290.png"/><Relationship Id="rId5" Type="http://schemas.openxmlformats.org/officeDocument/2006/relationships/image" Target="../media/image1130.png"/><Relationship Id="rId15" Type="http://schemas.openxmlformats.org/officeDocument/2006/relationships/image" Target="../media/image1230.png"/><Relationship Id="rId23" Type="http://schemas.openxmlformats.org/officeDocument/2006/relationships/image" Target="../media/image240.png"/><Relationship Id="rId31" Type="http://schemas.openxmlformats.org/officeDocument/2006/relationships/image" Target="../media/image320.png"/><Relationship Id="rId10" Type="http://schemas.openxmlformats.org/officeDocument/2006/relationships/image" Target="../media/image160.png"/><Relationship Id="rId19" Type="http://schemas.openxmlformats.org/officeDocument/2006/relationships/image" Target="../media/image200.png"/><Relationship Id="rId4" Type="http://schemas.openxmlformats.org/officeDocument/2006/relationships/image" Target="../media/image1120.png"/><Relationship Id="rId9" Type="http://schemas.openxmlformats.org/officeDocument/2006/relationships/image" Target="../media/image150.png"/><Relationship Id="rId14" Type="http://schemas.openxmlformats.org/officeDocument/2006/relationships/image" Target="../media/image1220.png"/><Relationship Id="rId22" Type="http://schemas.openxmlformats.org/officeDocument/2006/relationships/image" Target="../media/image230.png"/><Relationship Id="rId27" Type="http://schemas.openxmlformats.org/officeDocument/2006/relationships/image" Target="../media/image28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13" Type="http://schemas.openxmlformats.org/officeDocument/2006/relationships/image" Target="../media/image170.png"/><Relationship Id="rId18" Type="http://schemas.openxmlformats.org/officeDocument/2006/relationships/image" Target="../media/image370.png"/><Relationship Id="rId3" Type="http://schemas.openxmlformats.org/officeDocument/2006/relationships/image" Target="../media/image340.png"/><Relationship Id="rId21" Type="http://schemas.openxmlformats.org/officeDocument/2006/relationships/image" Target="../media/image400.png"/><Relationship Id="rId7" Type="http://schemas.openxmlformats.org/officeDocument/2006/relationships/image" Target="../media/image1130.png"/><Relationship Id="rId12" Type="http://schemas.openxmlformats.org/officeDocument/2006/relationships/image" Target="../media/image160.png"/><Relationship Id="rId17" Type="http://schemas.openxmlformats.org/officeDocument/2006/relationships/image" Target="../media/image360.png"/><Relationship Id="rId25" Type="http://schemas.openxmlformats.org/officeDocument/2006/relationships/image" Target="../media/image44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280.png"/><Relationship Id="rId20" Type="http://schemas.openxmlformats.org/officeDocument/2006/relationships/image" Target="../media/image39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20.png"/><Relationship Id="rId11" Type="http://schemas.openxmlformats.org/officeDocument/2006/relationships/image" Target="../media/image150.png"/><Relationship Id="rId24" Type="http://schemas.openxmlformats.org/officeDocument/2006/relationships/image" Target="../media/image43.png"/><Relationship Id="rId5" Type="http://schemas.openxmlformats.org/officeDocument/2006/relationships/image" Target="../media/image510.png"/><Relationship Id="rId15" Type="http://schemas.openxmlformats.org/officeDocument/2006/relationships/image" Target="../media/image190.png"/><Relationship Id="rId23" Type="http://schemas.openxmlformats.org/officeDocument/2006/relationships/image" Target="../media/image42.png"/><Relationship Id="rId10" Type="http://schemas.openxmlformats.org/officeDocument/2006/relationships/image" Target="../media/image140.png"/><Relationship Id="rId19" Type="http://schemas.openxmlformats.org/officeDocument/2006/relationships/image" Target="../media/image380.png"/><Relationship Id="rId4" Type="http://schemas.openxmlformats.org/officeDocument/2006/relationships/image" Target="../media/image350.png"/><Relationship Id="rId9" Type="http://schemas.openxmlformats.org/officeDocument/2006/relationships/image" Target="../media/image136.png"/><Relationship Id="rId14" Type="http://schemas.openxmlformats.org/officeDocument/2006/relationships/image" Target="../media/image180.png"/><Relationship Id="rId22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13" Type="http://schemas.openxmlformats.org/officeDocument/2006/relationships/image" Target="../media/image170.png"/><Relationship Id="rId18" Type="http://schemas.openxmlformats.org/officeDocument/2006/relationships/image" Target="../media/image370.png"/><Relationship Id="rId3" Type="http://schemas.openxmlformats.org/officeDocument/2006/relationships/image" Target="../media/image340.png"/><Relationship Id="rId21" Type="http://schemas.openxmlformats.org/officeDocument/2006/relationships/image" Target="../media/image400.png"/><Relationship Id="rId7" Type="http://schemas.openxmlformats.org/officeDocument/2006/relationships/image" Target="../media/image1130.png"/><Relationship Id="rId12" Type="http://schemas.openxmlformats.org/officeDocument/2006/relationships/image" Target="../media/image160.png"/><Relationship Id="rId17" Type="http://schemas.openxmlformats.org/officeDocument/2006/relationships/image" Target="../media/image360.png"/><Relationship Id="rId25" Type="http://schemas.openxmlformats.org/officeDocument/2006/relationships/image" Target="../media/image44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280.png"/><Relationship Id="rId20" Type="http://schemas.openxmlformats.org/officeDocument/2006/relationships/image" Target="../media/image39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20.png"/><Relationship Id="rId11" Type="http://schemas.openxmlformats.org/officeDocument/2006/relationships/image" Target="../media/image150.png"/><Relationship Id="rId24" Type="http://schemas.openxmlformats.org/officeDocument/2006/relationships/image" Target="../media/image43.png"/><Relationship Id="rId5" Type="http://schemas.openxmlformats.org/officeDocument/2006/relationships/image" Target="../media/image510.png"/><Relationship Id="rId15" Type="http://schemas.openxmlformats.org/officeDocument/2006/relationships/image" Target="../media/image190.png"/><Relationship Id="rId23" Type="http://schemas.openxmlformats.org/officeDocument/2006/relationships/image" Target="../media/image42.png"/><Relationship Id="rId10" Type="http://schemas.openxmlformats.org/officeDocument/2006/relationships/image" Target="../media/image140.png"/><Relationship Id="rId19" Type="http://schemas.openxmlformats.org/officeDocument/2006/relationships/image" Target="../media/image380.png"/><Relationship Id="rId4" Type="http://schemas.openxmlformats.org/officeDocument/2006/relationships/image" Target="../media/image350.png"/><Relationship Id="rId9" Type="http://schemas.openxmlformats.org/officeDocument/2006/relationships/image" Target="../media/image136.png"/><Relationship Id="rId14" Type="http://schemas.openxmlformats.org/officeDocument/2006/relationships/image" Target="../media/image180.png"/><Relationship Id="rId22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0.png"/><Relationship Id="rId13" Type="http://schemas.openxmlformats.org/officeDocument/2006/relationships/image" Target="../media/image160.png"/><Relationship Id="rId18" Type="http://schemas.openxmlformats.org/officeDocument/2006/relationships/image" Target="../media/image47.png"/><Relationship Id="rId3" Type="http://schemas.openxmlformats.org/officeDocument/2006/relationships/image" Target="../media/image45.png"/><Relationship Id="rId21" Type="http://schemas.openxmlformats.org/officeDocument/2006/relationships/image" Target="../media/image50.png"/><Relationship Id="rId7" Type="http://schemas.openxmlformats.org/officeDocument/2006/relationships/image" Target="../media/image1120.png"/><Relationship Id="rId12" Type="http://schemas.openxmlformats.org/officeDocument/2006/relationships/image" Target="../media/image150.png"/><Relationship Id="rId17" Type="http://schemas.openxmlformats.org/officeDocument/2006/relationships/image" Target="../media/image280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90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10.png"/><Relationship Id="rId11" Type="http://schemas.openxmlformats.org/officeDocument/2006/relationships/image" Target="../media/image140.png"/><Relationship Id="rId5" Type="http://schemas.openxmlformats.org/officeDocument/2006/relationships/image" Target="../media/image46.png"/><Relationship Id="rId15" Type="http://schemas.openxmlformats.org/officeDocument/2006/relationships/image" Target="../media/image180.png"/><Relationship Id="rId23" Type="http://schemas.openxmlformats.org/officeDocument/2006/relationships/image" Target="../media/image520.png"/><Relationship Id="rId10" Type="http://schemas.openxmlformats.org/officeDocument/2006/relationships/image" Target="../media/image136.png"/><Relationship Id="rId19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129.png"/><Relationship Id="rId14" Type="http://schemas.openxmlformats.org/officeDocument/2006/relationships/image" Target="../media/image170.png"/><Relationship Id="rId22" Type="http://schemas.openxmlformats.org/officeDocument/2006/relationships/image" Target="../media/image5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0.png"/><Relationship Id="rId13" Type="http://schemas.openxmlformats.org/officeDocument/2006/relationships/image" Target="../media/image160.png"/><Relationship Id="rId18" Type="http://schemas.openxmlformats.org/officeDocument/2006/relationships/image" Target="../media/image47.png"/><Relationship Id="rId3" Type="http://schemas.openxmlformats.org/officeDocument/2006/relationships/image" Target="../media/image45.png"/><Relationship Id="rId21" Type="http://schemas.openxmlformats.org/officeDocument/2006/relationships/image" Target="../media/image50.png"/><Relationship Id="rId7" Type="http://schemas.openxmlformats.org/officeDocument/2006/relationships/image" Target="../media/image1120.png"/><Relationship Id="rId12" Type="http://schemas.openxmlformats.org/officeDocument/2006/relationships/image" Target="../media/image150.png"/><Relationship Id="rId17" Type="http://schemas.openxmlformats.org/officeDocument/2006/relationships/image" Target="../media/image280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90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10.png"/><Relationship Id="rId11" Type="http://schemas.openxmlformats.org/officeDocument/2006/relationships/image" Target="../media/image140.png"/><Relationship Id="rId5" Type="http://schemas.openxmlformats.org/officeDocument/2006/relationships/image" Target="../media/image46.png"/><Relationship Id="rId15" Type="http://schemas.openxmlformats.org/officeDocument/2006/relationships/image" Target="../media/image180.png"/><Relationship Id="rId23" Type="http://schemas.openxmlformats.org/officeDocument/2006/relationships/image" Target="../media/image520.png"/><Relationship Id="rId10" Type="http://schemas.openxmlformats.org/officeDocument/2006/relationships/image" Target="../media/image136.png"/><Relationship Id="rId19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129.png"/><Relationship Id="rId14" Type="http://schemas.openxmlformats.org/officeDocument/2006/relationships/image" Target="../media/image170.png"/><Relationship Id="rId22" Type="http://schemas.openxmlformats.org/officeDocument/2006/relationships/image" Target="../media/image5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170.png"/><Relationship Id="rId18" Type="http://schemas.openxmlformats.org/officeDocument/2006/relationships/image" Target="../media/image61.png"/><Relationship Id="rId26" Type="http://schemas.openxmlformats.org/officeDocument/2006/relationships/image" Target="../media/image69.png"/><Relationship Id="rId3" Type="http://schemas.openxmlformats.org/officeDocument/2006/relationships/image" Target="../media/image53.png"/><Relationship Id="rId21" Type="http://schemas.openxmlformats.org/officeDocument/2006/relationships/image" Target="../media/image64.png"/><Relationship Id="rId7" Type="http://schemas.openxmlformats.org/officeDocument/2006/relationships/image" Target="../media/image1120.png"/><Relationship Id="rId12" Type="http://schemas.openxmlformats.org/officeDocument/2006/relationships/image" Target="../media/image58.png"/><Relationship Id="rId17" Type="http://schemas.openxmlformats.org/officeDocument/2006/relationships/image" Target="../media/image600.png"/><Relationship Id="rId25" Type="http://schemas.openxmlformats.org/officeDocument/2006/relationships/image" Target="../media/image68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280.png"/><Relationship Id="rId20" Type="http://schemas.openxmlformats.org/officeDocument/2006/relationships/image" Target="../media/image6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10.png"/><Relationship Id="rId11" Type="http://schemas.openxmlformats.org/officeDocument/2006/relationships/image" Target="../media/image150.png"/><Relationship Id="rId24" Type="http://schemas.openxmlformats.org/officeDocument/2006/relationships/image" Target="../media/image67.png"/><Relationship Id="rId5" Type="http://schemas.openxmlformats.org/officeDocument/2006/relationships/image" Target="../media/image55.png"/><Relationship Id="rId15" Type="http://schemas.openxmlformats.org/officeDocument/2006/relationships/image" Target="../media/image190.png"/><Relationship Id="rId23" Type="http://schemas.openxmlformats.org/officeDocument/2006/relationships/image" Target="../media/image66.png"/><Relationship Id="rId10" Type="http://schemas.openxmlformats.org/officeDocument/2006/relationships/image" Target="../media/image136.png"/><Relationship Id="rId19" Type="http://schemas.openxmlformats.org/officeDocument/2006/relationships/image" Target="../media/image62.png"/><Relationship Id="rId4" Type="http://schemas.openxmlformats.org/officeDocument/2006/relationships/image" Target="../media/image54.png"/><Relationship Id="rId9" Type="http://schemas.openxmlformats.org/officeDocument/2006/relationships/image" Target="../media/image57.png"/><Relationship Id="rId14" Type="http://schemas.openxmlformats.org/officeDocument/2006/relationships/image" Target="../media/image59.png"/><Relationship Id="rId22" Type="http://schemas.openxmlformats.org/officeDocument/2006/relationships/image" Target="../media/image65.png"/><Relationship Id="rId27" Type="http://schemas.openxmlformats.org/officeDocument/2006/relationships/image" Target="../media/image70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59.png"/><Relationship Id="rId18" Type="http://schemas.openxmlformats.org/officeDocument/2006/relationships/image" Target="../media/image62.png"/><Relationship Id="rId3" Type="http://schemas.openxmlformats.org/officeDocument/2006/relationships/image" Target="../media/image71.png"/><Relationship Id="rId21" Type="http://schemas.openxmlformats.org/officeDocument/2006/relationships/image" Target="../media/image73.png"/><Relationship Id="rId7" Type="http://schemas.openxmlformats.org/officeDocument/2006/relationships/image" Target="../media/image56.png"/><Relationship Id="rId12" Type="http://schemas.openxmlformats.org/officeDocument/2006/relationships/image" Target="../media/image170.png"/><Relationship Id="rId17" Type="http://schemas.openxmlformats.org/officeDocument/2006/relationships/image" Target="../media/image61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600.png"/><Relationship Id="rId20" Type="http://schemas.openxmlformats.org/officeDocument/2006/relationships/image" Target="../media/image6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20.png"/><Relationship Id="rId11" Type="http://schemas.openxmlformats.org/officeDocument/2006/relationships/image" Target="../media/image58.png"/><Relationship Id="rId24" Type="http://schemas.openxmlformats.org/officeDocument/2006/relationships/image" Target="../media/image76.png"/><Relationship Id="rId5" Type="http://schemas.openxmlformats.org/officeDocument/2006/relationships/image" Target="../media/image510.png"/><Relationship Id="rId15" Type="http://schemas.openxmlformats.org/officeDocument/2006/relationships/image" Target="../media/image280.png"/><Relationship Id="rId23" Type="http://schemas.openxmlformats.org/officeDocument/2006/relationships/image" Target="../media/image75.png"/><Relationship Id="rId10" Type="http://schemas.openxmlformats.org/officeDocument/2006/relationships/image" Target="../media/image150.png"/><Relationship Id="rId19" Type="http://schemas.openxmlformats.org/officeDocument/2006/relationships/image" Target="../media/image63.png"/><Relationship Id="rId4" Type="http://schemas.openxmlformats.org/officeDocument/2006/relationships/image" Target="../media/image72.png"/><Relationship Id="rId9" Type="http://schemas.openxmlformats.org/officeDocument/2006/relationships/image" Target="../media/image136.png"/><Relationship Id="rId14" Type="http://schemas.openxmlformats.org/officeDocument/2006/relationships/image" Target="../media/image190.png"/><Relationship Id="rId22" Type="http://schemas.openxmlformats.org/officeDocument/2006/relationships/image" Target="../media/image7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7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0.png"/><Relationship Id="rId3" Type="http://schemas.openxmlformats.org/officeDocument/2006/relationships/image" Target="../media/image430.png"/><Relationship Id="rId7" Type="http://schemas.openxmlformats.org/officeDocument/2006/relationships/image" Target="../media/image47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460.png"/><Relationship Id="rId5" Type="http://schemas.openxmlformats.org/officeDocument/2006/relationships/image" Target="../media/image450.png"/><Relationship Id="rId4" Type="http://schemas.openxmlformats.org/officeDocument/2006/relationships/image" Target="../media/image4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8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13" Type="http://schemas.openxmlformats.org/officeDocument/2006/relationships/image" Target="../media/image121.png"/><Relationship Id="rId18" Type="http://schemas.openxmlformats.org/officeDocument/2006/relationships/image" Target="../media/image126.png"/><Relationship Id="rId26" Type="http://schemas.openxmlformats.org/officeDocument/2006/relationships/image" Target="../media/image134.png"/><Relationship Id="rId3" Type="http://schemas.openxmlformats.org/officeDocument/2006/relationships/image" Target="../media/image111.png"/><Relationship Id="rId21" Type="http://schemas.openxmlformats.org/officeDocument/2006/relationships/image" Target="../media/image12.png"/><Relationship Id="rId7" Type="http://schemas.openxmlformats.org/officeDocument/2006/relationships/image" Target="../media/image115.png"/><Relationship Id="rId12" Type="http://schemas.openxmlformats.org/officeDocument/2006/relationships/image" Target="../media/image120.png"/><Relationship Id="rId17" Type="http://schemas.openxmlformats.org/officeDocument/2006/relationships/image" Target="../media/image125.png"/><Relationship Id="rId25" Type="http://schemas.openxmlformats.org/officeDocument/2006/relationships/image" Target="../media/image133.pn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124.png"/><Relationship Id="rId20" Type="http://schemas.openxmlformats.org/officeDocument/2006/relationships/image" Target="../media/image128.png"/><Relationship Id="rId29" Type="http://schemas.openxmlformats.org/officeDocument/2006/relationships/image" Target="../media/image560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14.png"/><Relationship Id="rId11" Type="http://schemas.openxmlformats.org/officeDocument/2006/relationships/image" Target="../media/image119.png"/><Relationship Id="rId24" Type="http://schemas.openxmlformats.org/officeDocument/2006/relationships/image" Target="../media/image132.png"/><Relationship Id="rId32" Type="http://schemas.openxmlformats.org/officeDocument/2006/relationships/image" Target="../media/image590.png"/><Relationship Id="rId5" Type="http://schemas.openxmlformats.org/officeDocument/2006/relationships/image" Target="../media/image113.png"/><Relationship Id="rId15" Type="http://schemas.openxmlformats.org/officeDocument/2006/relationships/image" Target="../media/image123.png"/><Relationship Id="rId23" Type="http://schemas.openxmlformats.org/officeDocument/2006/relationships/image" Target="../media/image131.png"/><Relationship Id="rId28" Type="http://schemas.openxmlformats.org/officeDocument/2006/relationships/image" Target="../media/image550.png"/><Relationship Id="rId10" Type="http://schemas.openxmlformats.org/officeDocument/2006/relationships/image" Target="../media/image118.png"/><Relationship Id="rId19" Type="http://schemas.openxmlformats.org/officeDocument/2006/relationships/image" Target="../media/image127.png"/><Relationship Id="rId31" Type="http://schemas.openxmlformats.org/officeDocument/2006/relationships/image" Target="../media/image580.png"/><Relationship Id="rId4" Type="http://schemas.openxmlformats.org/officeDocument/2006/relationships/image" Target="../media/image112.png"/><Relationship Id="rId9" Type="http://schemas.openxmlformats.org/officeDocument/2006/relationships/image" Target="../media/image117.png"/><Relationship Id="rId14" Type="http://schemas.openxmlformats.org/officeDocument/2006/relationships/image" Target="../media/image122.png"/><Relationship Id="rId22" Type="http://schemas.openxmlformats.org/officeDocument/2006/relationships/image" Target="../media/image130.png"/><Relationship Id="rId27" Type="http://schemas.openxmlformats.org/officeDocument/2006/relationships/image" Target="../media/image135.png"/><Relationship Id="rId30" Type="http://schemas.openxmlformats.org/officeDocument/2006/relationships/image" Target="../media/image5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B897A1C7-629A-B247-B7B1-EA7AC3797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644" y="828695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E323DC9A-B9F0-664E-8D8B-4D4B3CB163A9}"/>
              </a:ext>
            </a:extLst>
          </p:cNvPr>
          <p:cNvGrpSpPr/>
          <p:nvPr/>
        </p:nvGrpSpPr>
        <p:grpSpPr>
          <a:xfrm>
            <a:off x="3386174" y="828695"/>
            <a:ext cx="9221717" cy="3766808"/>
            <a:chOff x="1559098" y="1196752"/>
            <a:chExt cx="9221717" cy="3766808"/>
          </a:xfrm>
        </p:grpSpPr>
        <p:pic>
          <p:nvPicPr>
            <p:cNvPr id="139" name="图片 138">
              <a:extLst>
                <a:ext uri="{FF2B5EF4-FFF2-40B4-BE49-F238E27FC236}">
                  <a16:creationId xmlns:a16="http://schemas.microsoft.com/office/drawing/2014/main" id="{6C5D6197-A7EB-4453-845C-A17502C9F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59098" y="1196752"/>
              <a:ext cx="9221717" cy="3766808"/>
            </a:xfrm>
            <a:prstGeom prst="rect">
              <a:avLst/>
            </a:prstGeom>
          </p:spPr>
        </p:pic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FD70EB58-BC11-49B8-8525-EF7D1AAA3845}"/>
                </a:ext>
              </a:extLst>
            </p:cNvPr>
            <p:cNvSpPr/>
            <p:nvPr/>
          </p:nvSpPr>
          <p:spPr>
            <a:xfrm>
              <a:off x="3186339" y="2802637"/>
              <a:ext cx="5818976" cy="1015663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anchor="ctr">
              <a:spAutoFit/>
            </a:bodyPr>
            <a:lstStyle/>
            <a:p>
              <a:pPr algn="ctr"/>
              <a:r>
                <a:rPr lang="zh-CN" altLang="en-US" sz="6000" dirty="0">
                  <a:solidFill>
                    <a:schemeClr val="bg1"/>
                  </a:solidFill>
                  <a:effectLst/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自动控制</a:t>
              </a:r>
              <a:r>
                <a:rPr lang="zh-CN" altLang="en-US" sz="6000" dirty="0">
                  <a:solidFill>
                    <a:schemeClr val="bg1"/>
                  </a:solidFill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原理</a:t>
              </a:r>
              <a:endParaRPr lang="zh-CN" altLang="en-US" sz="6000" dirty="0">
                <a:solidFill>
                  <a:schemeClr val="bg1"/>
                </a:solidFill>
                <a:effectLst/>
                <a:latin typeface="汉仪菱心体简" panose="02010609000101010101" pitchFamily="49" charset="-122"/>
                <a:ea typeface="汉仪菱心体简" panose="02010609000101010101" pitchFamily="49" charset="-122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F3FA51C4-0325-3598-B42C-16633FB23CCE}"/>
              </a:ext>
            </a:extLst>
          </p:cNvPr>
          <p:cNvGrpSpPr/>
          <p:nvPr/>
        </p:nvGrpSpPr>
        <p:grpSpPr>
          <a:xfrm>
            <a:off x="6454025" y="320863"/>
            <a:ext cx="5300128" cy="1015663"/>
            <a:chOff x="6454025" y="320863"/>
            <a:chExt cx="5300128" cy="1015663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416634F0-3F59-558D-1C7A-07455AB6A05C}"/>
                </a:ext>
              </a:extLst>
            </p:cNvPr>
            <p:cNvGrpSpPr/>
            <p:nvPr/>
          </p:nvGrpSpPr>
          <p:grpSpPr>
            <a:xfrm>
              <a:off x="6454025" y="320863"/>
              <a:ext cx="4143411" cy="1015663"/>
              <a:chOff x="8681781" y="504363"/>
              <a:chExt cx="3090550" cy="757578"/>
            </a:xfrm>
          </p:grpSpPr>
          <p:cxnSp>
            <p:nvCxnSpPr>
              <p:cNvPr id="5" name="直接连接符 12">
                <a:extLst>
                  <a:ext uri="{FF2B5EF4-FFF2-40B4-BE49-F238E27FC236}">
                    <a16:creationId xmlns:a16="http://schemas.microsoft.com/office/drawing/2014/main" id="{E3771EA6-372D-3ACC-29E5-26AEBAE46A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34041" y="528966"/>
                <a:ext cx="0" cy="702644"/>
              </a:xfrm>
              <a:prstGeom prst="line">
                <a:avLst/>
              </a:prstGeom>
              <a:ln w="76200">
                <a:solidFill>
                  <a:srgbClr val="F095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D3CA74CB-8B2A-5B9F-6BAF-99A63508FECA}"/>
                  </a:ext>
                </a:extLst>
              </p:cNvPr>
              <p:cNvGrpSpPr/>
              <p:nvPr/>
            </p:nvGrpSpPr>
            <p:grpSpPr>
              <a:xfrm>
                <a:off x="8681781" y="504363"/>
                <a:ext cx="763836" cy="757578"/>
                <a:chOff x="8364926" y="513787"/>
                <a:chExt cx="817174" cy="810479"/>
              </a:xfrm>
            </p:grpSpPr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0C185E95-0DA6-B93F-0E9E-30FBAF93D661}"/>
                    </a:ext>
                  </a:extLst>
                </p:cNvPr>
                <p:cNvSpPr/>
                <p:nvPr/>
              </p:nvSpPr>
              <p:spPr>
                <a:xfrm>
                  <a:off x="8400771" y="544432"/>
                  <a:ext cx="756000" cy="756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  <p:sp>
              <p:nvSpPr>
                <p:cNvPr id="11" name="object 5">
                  <a:extLst>
                    <a:ext uri="{FF2B5EF4-FFF2-40B4-BE49-F238E27FC236}">
                      <a16:creationId xmlns:a16="http://schemas.microsoft.com/office/drawing/2014/main" id="{5D7BEE47-2A65-DDFB-79D8-D2BA7C88C1C8}"/>
                    </a:ext>
                  </a:extLst>
                </p:cNvPr>
                <p:cNvSpPr/>
                <p:nvPr/>
              </p:nvSpPr>
              <p:spPr>
                <a:xfrm>
                  <a:off x="8364926" y="513787"/>
                  <a:ext cx="817174" cy="810479"/>
                </a:xfrm>
                <a:prstGeom prst="rect">
                  <a:avLst/>
                </a:prstGeom>
                <a:blipFill>
                  <a:blip r:embed="rId5" cstate="print"/>
                  <a:stretch>
                    <a:fillRect l="-73502" t="-34930" r="-66194" b="-35851"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 dirty="0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</p:grpSp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9D9BF499-769B-2B1F-ECB9-31B602658AD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80"/>
              <a:stretch/>
            </p:blipFill>
            <p:spPr>
              <a:xfrm>
                <a:off x="9632991" y="593311"/>
                <a:ext cx="2139340" cy="571505"/>
              </a:xfrm>
              <a:prstGeom prst="rect">
                <a:avLst/>
              </a:prstGeom>
            </p:spPr>
          </p:pic>
        </p:grpSp>
        <p:pic>
          <p:nvPicPr>
            <p:cNvPr id="4" name="图片 3" descr="图片包含 房间, 标志, 桌子, 游戏机&#10;&#10;描述已自动生成">
              <a:extLst>
                <a:ext uri="{FF2B5EF4-FFF2-40B4-BE49-F238E27FC236}">
                  <a16:creationId xmlns:a16="http://schemas.microsoft.com/office/drawing/2014/main" id="{5B927085-4892-EC12-4335-2DB9D08FC0C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9775" y="338055"/>
              <a:ext cx="1024378" cy="9984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3650723"/>
      </p:ext>
    </p:extLst>
  </p:cSld>
  <p:clrMapOvr>
    <a:masterClrMapping/>
  </p:clrMapOvr>
  <p:transition spd="slow">
    <p:strips dir="r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节段1">
            <a:extLst>
              <a:ext uri="{FF2B5EF4-FFF2-40B4-BE49-F238E27FC236}">
                <a16:creationId xmlns:a16="http://schemas.microsoft.com/office/drawing/2014/main" id="{326390C7-593C-216D-15DE-BC137E98C6F2}"/>
              </a:ext>
            </a:extLst>
          </p:cNvPr>
          <p:cNvSpPr/>
          <p:nvPr/>
        </p:nvSpPr>
        <p:spPr bwMode="auto">
          <a:xfrm>
            <a:off x="334963" y="259834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反馈：控制原理的核心思想</a:t>
            </a:r>
          </a:p>
        </p:txBody>
      </p:sp>
      <p:sp>
        <p:nvSpPr>
          <p:cNvPr id="3" name="节段2">
            <a:extLst>
              <a:ext uri="{FF2B5EF4-FFF2-40B4-BE49-F238E27FC236}">
                <a16:creationId xmlns:a16="http://schemas.microsoft.com/office/drawing/2014/main" id="{6D0DC964-4888-22F0-0529-3ADBE19BCAC7}"/>
              </a:ext>
            </a:extLst>
          </p:cNvPr>
          <p:cNvSpPr/>
          <p:nvPr/>
        </p:nvSpPr>
        <p:spPr bwMode="auto">
          <a:xfrm>
            <a:off x="334963" y="904947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2.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传递函数：控制系统数学模型</a:t>
            </a:r>
          </a:p>
        </p:txBody>
      </p:sp>
      <p:sp>
        <p:nvSpPr>
          <p:cNvPr id="4" name="节段3">
            <a:extLst>
              <a:ext uri="{FF2B5EF4-FFF2-40B4-BE49-F238E27FC236}">
                <a16:creationId xmlns:a16="http://schemas.microsoft.com/office/drawing/2014/main" id="{2ED134D8-4396-5957-E553-8ABF4E57D6EF}"/>
              </a:ext>
            </a:extLst>
          </p:cNvPr>
          <p:cNvSpPr/>
          <p:nvPr/>
        </p:nvSpPr>
        <p:spPr bwMode="auto">
          <a:xfrm>
            <a:off x="334965" y="1550060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3.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方框图：控制系统结构</a:t>
            </a:r>
          </a:p>
        </p:txBody>
      </p:sp>
      <p:sp>
        <p:nvSpPr>
          <p:cNvPr id="5" name="节段4">
            <a:extLst>
              <a:ext uri="{FF2B5EF4-FFF2-40B4-BE49-F238E27FC236}">
                <a16:creationId xmlns:a16="http://schemas.microsoft.com/office/drawing/2014/main" id="{4C7CB016-BBEE-BDEA-03F5-5613FC7FAF97}"/>
              </a:ext>
            </a:extLst>
          </p:cNvPr>
          <p:cNvSpPr/>
          <p:nvPr/>
        </p:nvSpPr>
        <p:spPr bwMode="auto">
          <a:xfrm>
            <a:off x="334965" y="2195173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4.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信号流图：控制系统拓扑结</a:t>
            </a:r>
          </a:p>
        </p:txBody>
      </p:sp>
      <p:sp>
        <p:nvSpPr>
          <p:cNvPr id="6" name="节段5">
            <a:extLst>
              <a:ext uri="{FF2B5EF4-FFF2-40B4-BE49-F238E27FC236}">
                <a16:creationId xmlns:a16="http://schemas.microsoft.com/office/drawing/2014/main" id="{9B528F5E-5B56-04D6-8D5E-5117B2A82704}"/>
              </a:ext>
            </a:extLst>
          </p:cNvPr>
          <p:cNvSpPr/>
          <p:nvPr/>
        </p:nvSpPr>
        <p:spPr bwMode="auto">
          <a:xfrm>
            <a:off x="334965" y="2840286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5.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梅森公式：数圈圈与消消乐</a:t>
            </a:r>
          </a:p>
        </p:txBody>
      </p:sp>
      <p:sp>
        <p:nvSpPr>
          <p:cNvPr id="7" name="节段6">
            <a:extLst>
              <a:ext uri="{FF2B5EF4-FFF2-40B4-BE49-F238E27FC236}">
                <a16:creationId xmlns:a16="http://schemas.microsoft.com/office/drawing/2014/main" id="{90E00070-848F-4C0E-5B96-BFE9A9C47D9C}"/>
              </a:ext>
            </a:extLst>
          </p:cNvPr>
          <p:cNvSpPr/>
          <p:nvPr/>
        </p:nvSpPr>
        <p:spPr bwMode="auto">
          <a:xfrm>
            <a:off x="334965" y="3485399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6.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性能指标：控制效果评价</a:t>
            </a:r>
          </a:p>
        </p:txBody>
      </p:sp>
      <p:sp>
        <p:nvSpPr>
          <p:cNvPr id="8" name="节段7">
            <a:extLst>
              <a:ext uri="{FF2B5EF4-FFF2-40B4-BE49-F238E27FC236}">
                <a16:creationId xmlns:a16="http://schemas.microsoft.com/office/drawing/2014/main" id="{B1007742-24A6-63C8-03B7-1F283F0F1CF9}"/>
              </a:ext>
            </a:extLst>
          </p:cNvPr>
          <p:cNvSpPr/>
          <p:nvPr/>
        </p:nvSpPr>
        <p:spPr bwMode="auto">
          <a:xfrm>
            <a:off x="334965" y="4130512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7.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衰减振荡：欠阻尼二阶系统</a:t>
            </a:r>
          </a:p>
        </p:txBody>
      </p:sp>
      <p:sp>
        <p:nvSpPr>
          <p:cNvPr id="9" name="节段8">
            <a:extLst>
              <a:ext uri="{FF2B5EF4-FFF2-40B4-BE49-F238E27FC236}">
                <a16:creationId xmlns:a16="http://schemas.microsoft.com/office/drawing/2014/main" id="{B78CDD92-DB86-441A-13AD-955229A45886}"/>
              </a:ext>
            </a:extLst>
          </p:cNvPr>
          <p:cNvSpPr/>
          <p:nvPr/>
        </p:nvSpPr>
        <p:spPr bwMode="auto">
          <a:xfrm>
            <a:off x="334965" y="4775625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8.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稳定：控制系统首要任务</a:t>
            </a:r>
          </a:p>
        </p:txBody>
      </p:sp>
      <p:sp>
        <p:nvSpPr>
          <p:cNvPr id="10" name="节段9">
            <a:extLst>
              <a:ext uri="{FF2B5EF4-FFF2-40B4-BE49-F238E27FC236}">
                <a16:creationId xmlns:a16="http://schemas.microsoft.com/office/drawing/2014/main" id="{0F46DBF7-59DB-8E9C-851E-C9935EA9B4C8}"/>
              </a:ext>
            </a:extLst>
          </p:cNvPr>
          <p:cNvSpPr/>
          <p:nvPr/>
        </p:nvSpPr>
        <p:spPr bwMode="auto">
          <a:xfrm>
            <a:off x="334965" y="542073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9.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稳态误差：准确性的度量</a:t>
            </a:r>
          </a:p>
        </p:txBody>
      </p:sp>
      <p:sp>
        <p:nvSpPr>
          <p:cNvPr id="11" name="节段10">
            <a:extLst>
              <a:ext uri="{FF2B5EF4-FFF2-40B4-BE49-F238E27FC236}">
                <a16:creationId xmlns:a16="http://schemas.microsoft.com/office/drawing/2014/main" id="{557367C6-4C24-FCB2-4C28-DA0D4AAC94D9}"/>
              </a:ext>
            </a:extLst>
          </p:cNvPr>
          <p:cNvSpPr/>
          <p:nvPr/>
        </p:nvSpPr>
        <p:spPr bwMode="auto">
          <a:xfrm>
            <a:off x="334965" y="606584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10.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校正：实现控制的手段</a:t>
            </a:r>
          </a:p>
        </p:txBody>
      </p:sp>
      <p:sp>
        <p:nvSpPr>
          <p:cNvPr id="12" name="节段11">
            <a:extLst>
              <a:ext uri="{FF2B5EF4-FFF2-40B4-BE49-F238E27FC236}">
                <a16:creationId xmlns:a16="http://schemas.microsoft.com/office/drawing/2014/main" id="{4730885B-C9BD-725C-5B54-A3B36C6A83E6}"/>
              </a:ext>
            </a:extLst>
          </p:cNvPr>
          <p:cNvSpPr/>
          <p:nvPr/>
        </p:nvSpPr>
        <p:spPr bwMode="auto">
          <a:xfrm>
            <a:off x="6304250" y="259834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11.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放眼大局：根轨迹法</a:t>
            </a:r>
          </a:p>
        </p:txBody>
      </p:sp>
      <p:sp>
        <p:nvSpPr>
          <p:cNvPr id="13" name="节段12">
            <a:extLst>
              <a:ext uri="{FF2B5EF4-FFF2-40B4-BE49-F238E27FC236}">
                <a16:creationId xmlns:a16="http://schemas.microsoft.com/office/drawing/2014/main" id="{05520C60-051F-B4C9-EB2A-308DC70F4BFA}"/>
              </a:ext>
            </a:extLst>
          </p:cNvPr>
          <p:cNvSpPr/>
          <p:nvPr/>
        </p:nvSpPr>
        <p:spPr bwMode="auto">
          <a:xfrm>
            <a:off x="6304250" y="904947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12.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根轨迹：基本形态</a:t>
            </a:r>
          </a:p>
        </p:txBody>
      </p:sp>
      <p:sp>
        <p:nvSpPr>
          <p:cNvPr id="14" name="节段13">
            <a:extLst>
              <a:ext uri="{FF2B5EF4-FFF2-40B4-BE49-F238E27FC236}">
                <a16:creationId xmlns:a16="http://schemas.microsoft.com/office/drawing/2014/main" id="{27219438-65AD-FDC9-1DA8-7FFE9BA859DA}"/>
              </a:ext>
            </a:extLst>
          </p:cNvPr>
          <p:cNvSpPr/>
          <p:nvPr/>
        </p:nvSpPr>
        <p:spPr bwMode="auto">
          <a:xfrm>
            <a:off x="6304250" y="1550060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13.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根轨迹：细节修正</a:t>
            </a:r>
          </a:p>
        </p:txBody>
      </p:sp>
      <p:sp>
        <p:nvSpPr>
          <p:cNvPr id="15" name="节段14">
            <a:extLst>
              <a:ext uri="{FF2B5EF4-FFF2-40B4-BE49-F238E27FC236}">
                <a16:creationId xmlns:a16="http://schemas.microsoft.com/office/drawing/2014/main" id="{3FE30DB7-AAE2-AC3E-BDA2-5E92E22FCAFC}"/>
              </a:ext>
            </a:extLst>
          </p:cNvPr>
          <p:cNvSpPr/>
          <p:nvPr/>
        </p:nvSpPr>
        <p:spPr bwMode="auto">
          <a:xfrm>
            <a:off x="6304250" y="2195173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14.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参数根轨迹：广义定义</a:t>
            </a:r>
          </a:p>
        </p:txBody>
      </p:sp>
      <p:sp>
        <p:nvSpPr>
          <p:cNvPr id="16" name="节段15">
            <a:extLst>
              <a:ext uri="{FF2B5EF4-FFF2-40B4-BE49-F238E27FC236}">
                <a16:creationId xmlns:a16="http://schemas.microsoft.com/office/drawing/2014/main" id="{44E77EBF-CB85-6E3D-429B-345397FD531D}"/>
              </a:ext>
            </a:extLst>
          </p:cNvPr>
          <p:cNvSpPr/>
          <p:nvPr/>
        </p:nvSpPr>
        <p:spPr bwMode="auto">
          <a:xfrm>
            <a:off x="6304250" y="2840286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15.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根轨迹法：图形化思考</a:t>
            </a:r>
          </a:p>
        </p:txBody>
      </p:sp>
      <p:sp>
        <p:nvSpPr>
          <p:cNvPr id="17" name="节段16">
            <a:extLst>
              <a:ext uri="{FF2B5EF4-FFF2-40B4-BE49-F238E27FC236}">
                <a16:creationId xmlns:a16="http://schemas.microsoft.com/office/drawing/2014/main" id="{4FFAB4B2-AD9B-7207-955C-82823BE1A7DC}"/>
              </a:ext>
            </a:extLst>
          </p:cNvPr>
          <p:cNvSpPr/>
          <p:nvPr/>
        </p:nvSpPr>
        <p:spPr bwMode="auto">
          <a:xfrm>
            <a:off x="6304250" y="3485399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16.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频率特性：换个角度看控制</a:t>
            </a:r>
          </a:p>
        </p:txBody>
      </p:sp>
      <p:sp>
        <p:nvSpPr>
          <p:cNvPr id="18" name="节段17">
            <a:extLst>
              <a:ext uri="{FF2B5EF4-FFF2-40B4-BE49-F238E27FC236}">
                <a16:creationId xmlns:a16="http://schemas.microsoft.com/office/drawing/2014/main" id="{2AB691DA-CCE3-3AC9-8BC7-F7DDC8B4E416}"/>
              </a:ext>
            </a:extLst>
          </p:cNvPr>
          <p:cNvSpPr/>
          <p:nvPr/>
        </p:nvSpPr>
        <p:spPr bwMode="auto">
          <a:xfrm>
            <a:off x="6304250" y="4130512"/>
            <a:ext cx="5551200" cy="578882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17.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近似叠加：绘制伯德图</a:t>
            </a:r>
          </a:p>
        </p:txBody>
      </p:sp>
      <p:sp>
        <p:nvSpPr>
          <p:cNvPr id="19" name="节段18">
            <a:extLst>
              <a:ext uri="{FF2B5EF4-FFF2-40B4-BE49-F238E27FC236}">
                <a16:creationId xmlns:a16="http://schemas.microsoft.com/office/drawing/2014/main" id="{DF446F78-25D4-B970-C8AF-750C9ADE0345}"/>
              </a:ext>
            </a:extLst>
          </p:cNvPr>
          <p:cNvSpPr/>
          <p:nvPr/>
        </p:nvSpPr>
        <p:spPr bwMode="auto">
          <a:xfrm>
            <a:off x="6304250" y="4775625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18.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按图索骥：伯德图求传递函数</a:t>
            </a:r>
          </a:p>
        </p:txBody>
      </p:sp>
      <p:sp>
        <p:nvSpPr>
          <p:cNvPr id="20" name="节段19">
            <a:extLst>
              <a:ext uri="{FF2B5EF4-FFF2-40B4-BE49-F238E27FC236}">
                <a16:creationId xmlns:a16="http://schemas.microsoft.com/office/drawing/2014/main" id="{DF2ADB47-5AEA-CD80-150C-0162DF80BE07}"/>
              </a:ext>
            </a:extLst>
          </p:cNvPr>
          <p:cNvSpPr/>
          <p:nvPr/>
        </p:nvSpPr>
        <p:spPr bwMode="auto">
          <a:xfrm>
            <a:off x="6304250" y="542073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19.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幅相特性：换个角度看频域</a:t>
            </a:r>
          </a:p>
        </p:txBody>
      </p:sp>
      <p:sp>
        <p:nvSpPr>
          <p:cNvPr id="21" name="节段20">
            <a:extLst>
              <a:ext uri="{FF2B5EF4-FFF2-40B4-BE49-F238E27FC236}">
                <a16:creationId xmlns:a16="http://schemas.microsoft.com/office/drawing/2014/main" id="{F9A31E65-9F86-1A47-9B88-A7D69C156BFC}"/>
              </a:ext>
            </a:extLst>
          </p:cNvPr>
          <p:cNvSpPr/>
          <p:nvPr/>
        </p:nvSpPr>
        <p:spPr bwMode="auto">
          <a:xfrm>
            <a:off x="6304250" y="606584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20.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宽备窄用：稳定裕度</a:t>
            </a:r>
          </a:p>
        </p:txBody>
      </p:sp>
      <p:pic>
        <p:nvPicPr>
          <p:cNvPr id="22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CB8E2FDB-E3D1-C271-FF75-70A28B3C0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168928" y="1579946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84581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DF15CB57-691D-80E9-32D3-AD4DADA3F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177" y="1592972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步骤1">
            <a:extLst>
              <a:ext uri="{FF2B5EF4-FFF2-40B4-BE49-F238E27FC236}">
                <a16:creationId xmlns:a16="http://schemas.microsoft.com/office/drawing/2014/main" id="{2334E117-E373-0616-6D0E-DD1101F13686}"/>
              </a:ext>
            </a:extLst>
          </p:cNvPr>
          <p:cNvGrpSpPr/>
          <p:nvPr/>
        </p:nvGrpSpPr>
        <p:grpSpPr>
          <a:xfrm>
            <a:off x="5735166" y="2516366"/>
            <a:ext cx="6120284" cy="725177"/>
            <a:chOff x="4943078" y="1700704"/>
            <a:chExt cx="6120284" cy="725177"/>
          </a:xfrm>
        </p:grpSpPr>
        <p:sp>
          <p:nvSpPr>
            <p:cNvPr id="6" name="标题">
              <a:extLst>
                <a:ext uri="{FF2B5EF4-FFF2-40B4-BE49-F238E27FC236}">
                  <a16:creationId xmlns:a16="http://schemas.microsoft.com/office/drawing/2014/main" id="{DCCBC4C8-E173-BC5A-8A28-F389626E647F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能列举绘制伯德图的步骤</a:t>
              </a:r>
            </a:p>
          </p:txBody>
        </p:sp>
        <p:sp>
          <p:nvSpPr>
            <p:cNvPr id="7" name="序号">
              <a:extLst>
                <a:ext uri="{FF2B5EF4-FFF2-40B4-BE49-F238E27FC236}">
                  <a16:creationId xmlns:a16="http://schemas.microsoft.com/office/drawing/2014/main" id="{232BA269-03F5-04FE-0B57-13EFF01505B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1" name="步骤2">
            <a:extLst>
              <a:ext uri="{FF2B5EF4-FFF2-40B4-BE49-F238E27FC236}">
                <a16:creationId xmlns:a16="http://schemas.microsoft.com/office/drawing/2014/main" id="{25C68FF5-996A-6B65-D290-8429DAC47274}"/>
              </a:ext>
            </a:extLst>
          </p:cNvPr>
          <p:cNvGrpSpPr/>
          <p:nvPr/>
        </p:nvGrpSpPr>
        <p:grpSpPr>
          <a:xfrm>
            <a:off x="5735166" y="3498606"/>
            <a:ext cx="6120284" cy="725177"/>
            <a:chOff x="4943078" y="1700704"/>
            <a:chExt cx="6120284" cy="725177"/>
          </a:xfrm>
        </p:grpSpPr>
        <p:sp>
          <p:nvSpPr>
            <p:cNvPr id="12" name="标题">
              <a:extLst>
                <a:ext uri="{FF2B5EF4-FFF2-40B4-BE49-F238E27FC236}">
                  <a16:creationId xmlns:a16="http://schemas.microsoft.com/office/drawing/2014/main" id="{173CCDD5-9C46-591E-DB05-E8BCD41337D0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能确定基准点和转折频率</a:t>
              </a:r>
            </a:p>
          </p:txBody>
        </p:sp>
        <p:sp>
          <p:nvSpPr>
            <p:cNvPr id="13" name="序号">
              <a:extLst>
                <a:ext uri="{FF2B5EF4-FFF2-40B4-BE49-F238E27FC236}">
                  <a16:creationId xmlns:a16="http://schemas.microsoft.com/office/drawing/2014/main" id="{4512248E-BA27-4F3B-BB37-D47B5145239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4" name="步骤3">
            <a:extLst>
              <a:ext uri="{FF2B5EF4-FFF2-40B4-BE49-F238E27FC236}">
                <a16:creationId xmlns:a16="http://schemas.microsoft.com/office/drawing/2014/main" id="{B96B03B9-B2AB-DA88-5522-8E71F1F384AA}"/>
              </a:ext>
            </a:extLst>
          </p:cNvPr>
          <p:cNvGrpSpPr/>
          <p:nvPr/>
        </p:nvGrpSpPr>
        <p:grpSpPr>
          <a:xfrm>
            <a:off x="5735166" y="4480846"/>
            <a:ext cx="6120284" cy="725177"/>
            <a:chOff x="4943078" y="1700704"/>
            <a:chExt cx="6120284" cy="725177"/>
          </a:xfrm>
        </p:grpSpPr>
        <p:sp>
          <p:nvSpPr>
            <p:cNvPr id="15" name="标题">
              <a:extLst>
                <a:ext uri="{FF2B5EF4-FFF2-40B4-BE49-F238E27FC236}">
                  <a16:creationId xmlns:a16="http://schemas.microsoft.com/office/drawing/2014/main" id="{EB9E02EF-7D2B-02DA-3C74-5B28CE440FEB}"/>
                </a:ext>
              </a:extLst>
            </p:cNvPr>
            <p:cNvSpPr/>
            <p:nvPr/>
          </p:nvSpPr>
          <p:spPr bwMode="auto">
            <a:xfrm>
              <a:off x="5459860" y="1807903"/>
              <a:ext cx="5603502" cy="510778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4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能在各转折频率准确按照斜率绘图</a:t>
              </a:r>
            </a:p>
          </p:txBody>
        </p:sp>
        <p:sp>
          <p:nvSpPr>
            <p:cNvPr id="16" name="序号">
              <a:extLst>
                <a:ext uri="{FF2B5EF4-FFF2-40B4-BE49-F238E27FC236}">
                  <a16:creationId xmlns:a16="http://schemas.microsoft.com/office/drawing/2014/main" id="{E749324C-E86E-7EF5-6347-DDC3A734669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7" name="步骤4">
            <a:extLst>
              <a:ext uri="{FF2B5EF4-FFF2-40B4-BE49-F238E27FC236}">
                <a16:creationId xmlns:a16="http://schemas.microsoft.com/office/drawing/2014/main" id="{74A91B15-9FD5-97BB-0766-BB3812A25282}"/>
              </a:ext>
            </a:extLst>
          </p:cNvPr>
          <p:cNvGrpSpPr/>
          <p:nvPr/>
        </p:nvGrpSpPr>
        <p:grpSpPr>
          <a:xfrm>
            <a:off x="5735166" y="5463087"/>
            <a:ext cx="6120284" cy="725177"/>
            <a:chOff x="4943078" y="1700704"/>
            <a:chExt cx="6120284" cy="725177"/>
          </a:xfrm>
        </p:grpSpPr>
        <p:sp>
          <p:nvSpPr>
            <p:cNvPr id="18" name="标题">
              <a:extLst>
                <a:ext uri="{FF2B5EF4-FFF2-40B4-BE49-F238E27FC236}">
                  <a16:creationId xmlns:a16="http://schemas.microsoft.com/office/drawing/2014/main" id="{8DEA9CB0-0441-88E1-21D6-8155790CAB78}"/>
                </a:ext>
              </a:extLst>
            </p:cNvPr>
            <p:cNvSpPr/>
            <p:nvPr/>
          </p:nvSpPr>
          <p:spPr bwMode="auto">
            <a:xfrm>
              <a:off x="5459860" y="1773850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能使用计算机辅助验证</a:t>
              </a:r>
            </a:p>
          </p:txBody>
        </p:sp>
        <p:sp>
          <p:nvSpPr>
            <p:cNvPr id="19" name="序号">
              <a:extLst>
                <a:ext uri="{FF2B5EF4-FFF2-40B4-BE49-F238E27FC236}">
                  <a16:creationId xmlns:a16="http://schemas.microsoft.com/office/drawing/2014/main" id="{8221103E-E915-9992-911C-50C0B81E40C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26" name="学习目标">
            <a:extLst>
              <a:ext uri="{FF2B5EF4-FFF2-40B4-BE49-F238E27FC236}">
                <a16:creationId xmlns:a16="http://schemas.microsoft.com/office/drawing/2014/main" id="{75F2FD80-C54D-CDC7-7E54-494CB4F6BFF0}"/>
              </a:ext>
            </a:extLst>
          </p:cNvPr>
          <p:cNvSpPr/>
          <p:nvPr/>
        </p:nvSpPr>
        <p:spPr bwMode="auto">
          <a:xfrm>
            <a:off x="8257290" y="1279325"/>
            <a:ext cx="1888036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学习目标</a:t>
            </a:r>
          </a:p>
        </p:txBody>
      </p:sp>
      <p:sp>
        <p:nvSpPr>
          <p:cNvPr id="2" name="燕尾形 1">
            <a:extLst>
              <a:ext uri="{FF2B5EF4-FFF2-40B4-BE49-F238E27FC236}">
                <a16:creationId xmlns:a16="http://schemas.microsoft.com/office/drawing/2014/main" id="{870C4953-2275-A95B-BFD3-F6796FC19636}"/>
              </a:ext>
            </a:extLst>
          </p:cNvPr>
          <p:cNvSpPr/>
          <p:nvPr/>
        </p:nvSpPr>
        <p:spPr>
          <a:xfrm>
            <a:off x="7097877" y="1350973"/>
            <a:ext cx="316556" cy="503689"/>
          </a:xfrm>
          <a:prstGeom prst="chevron">
            <a:avLst>
              <a:gd name="adj" fmla="val 4803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23" name="章节">
            <a:extLst>
              <a:ext uri="{FF2B5EF4-FFF2-40B4-BE49-F238E27FC236}">
                <a16:creationId xmlns:a16="http://schemas.microsoft.com/office/drawing/2014/main" id="{6816B119-56A5-89AC-69AF-B75726CA019A}"/>
              </a:ext>
            </a:extLst>
          </p:cNvPr>
          <p:cNvGraphicFramePr>
            <a:graphicFrameLocks noGrp="1"/>
          </p:cNvGraphicFramePr>
          <p:nvPr/>
        </p:nvGraphicFramePr>
        <p:xfrm>
          <a:off x="-1" y="0"/>
          <a:ext cx="12190416" cy="1036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1736">
                  <a:extLst>
                    <a:ext uri="{9D8B030D-6E8A-4147-A177-3AD203B41FA5}">
                      <a16:colId xmlns:a16="http://schemas.microsoft.com/office/drawing/2014/main" val="3932476852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820694549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1219869502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3167948240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4246396411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5276556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第一章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第二章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第三章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第四章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第五章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第六章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1994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基本概念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数学模型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时域分析法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根轨迹法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频域分析法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校正方法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5605781"/>
                  </a:ext>
                </a:extLst>
              </a:tr>
            </a:tbl>
          </a:graphicData>
        </a:graphic>
      </p:graphicFrame>
      <p:sp>
        <p:nvSpPr>
          <p:cNvPr id="25" name="强调">
            <a:extLst>
              <a:ext uri="{FF2B5EF4-FFF2-40B4-BE49-F238E27FC236}">
                <a16:creationId xmlns:a16="http://schemas.microsoft.com/office/drawing/2014/main" id="{7A050445-FC6D-0973-47D8-556F335924C5}"/>
              </a:ext>
            </a:extLst>
          </p:cNvPr>
          <p:cNvSpPr/>
          <p:nvPr/>
        </p:nvSpPr>
        <p:spPr>
          <a:xfrm>
            <a:off x="8118526" y="0"/>
            <a:ext cx="2026800" cy="103632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重点">
            <a:extLst>
              <a:ext uri="{FF2B5EF4-FFF2-40B4-BE49-F238E27FC236}">
                <a16:creationId xmlns:a16="http://schemas.microsoft.com/office/drawing/2014/main" id="{E7AF913B-94CD-0D9E-9D1E-15E41E75B3A9}"/>
              </a:ext>
            </a:extLst>
          </p:cNvPr>
          <p:cNvSpPr/>
          <p:nvPr/>
        </p:nvSpPr>
        <p:spPr bwMode="auto">
          <a:xfrm>
            <a:off x="5735166" y="3498606"/>
            <a:ext cx="725177" cy="725177"/>
          </a:xfrm>
          <a:prstGeom prst="ellipse">
            <a:avLst/>
          </a:prstGeom>
          <a:solidFill>
            <a:srgbClr val="E44860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重</a:t>
            </a:r>
          </a:p>
        </p:txBody>
      </p:sp>
      <p:sp>
        <p:nvSpPr>
          <p:cNvPr id="30" name="难点">
            <a:extLst>
              <a:ext uri="{FF2B5EF4-FFF2-40B4-BE49-F238E27FC236}">
                <a16:creationId xmlns:a16="http://schemas.microsoft.com/office/drawing/2014/main" id="{76867F75-98E0-71CE-4432-9B760E5E57B4}"/>
              </a:ext>
            </a:extLst>
          </p:cNvPr>
          <p:cNvSpPr/>
          <p:nvPr/>
        </p:nvSpPr>
        <p:spPr bwMode="auto">
          <a:xfrm>
            <a:off x="5729598" y="5463085"/>
            <a:ext cx="725177" cy="725177"/>
          </a:xfrm>
          <a:prstGeom prst="ellipse">
            <a:avLst/>
          </a:prstGeom>
          <a:solidFill>
            <a:schemeClr val="tx1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难</a:t>
            </a:r>
          </a:p>
        </p:txBody>
      </p:sp>
      <p:sp>
        <p:nvSpPr>
          <p:cNvPr id="22" name="节段17">
            <a:extLst>
              <a:ext uri="{FF2B5EF4-FFF2-40B4-BE49-F238E27FC236}">
                <a16:creationId xmlns:a16="http://schemas.microsoft.com/office/drawing/2014/main" id="{0E2ED6B3-FA89-8FFF-968B-025DD7D7A93B}"/>
              </a:ext>
            </a:extLst>
          </p:cNvPr>
          <p:cNvSpPr/>
          <p:nvPr/>
        </p:nvSpPr>
        <p:spPr bwMode="auto">
          <a:xfrm>
            <a:off x="528534" y="1296984"/>
            <a:ext cx="5551200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17.</a:t>
            </a:r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 近似叠加：绘制伯德图</a:t>
            </a:r>
          </a:p>
        </p:txBody>
      </p:sp>
    </p:spTree>
    <p:extLst>
      <p:ext uri="{BB962C8B-B14F-4D97-AF65-F5344CB8AC3E}">
        <p14:creationId xmlns:p14="http://schemas.microsoft.com/office/powerpoint/2010/main" val="2826082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" grpId="0" animBg="1"/>
      <p:bldP spid="25" grpId="0" animBg="1"/>
      <p:bldP spid="29" grpId="0" animBg="1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商务女性指向上方">
            <a:extLst>
              <a:ext uri="{FF2B5EF4-FFF2-40B4-BE49-F238E27FC236}">
                <a16:creationId xmlns:a16="http://schemas.microsoft.com/office/drawing/2014/main" id="{01129D7D-D4F4-42CB-4291-A715FD11E3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694" y="2564903"/>
            <a:ext cx="1617281" cy="3743821"/>
          </a:xfrm>
          <a:prstGeom prst="rect">
            <a:avLst/>
          </a:prstGeom>
        </p:spPr>
      </p:pic>
      <p:grpSp>
        <p:nvGrpSpPr>
          <p:cNvPr id="16" name="组合 15">
            <a:extLst>
              <a:ext uri="{FF2B5EF4-FFF2-40B4-BE49-F238E27FC236}">
                <a16:creationId xmlns:a16="http://schemas.microsoft.com/office/drawing/2014/main" id="{1D7F7D8D-E4E1-876B-CA59-7D74E21E9AC9}"/>
              </a:ext>
            </a:extLst>
          </p:cNvPr>
          <p:cNvGrpSpPr/>
          <p:nvPr/>
        </p:nvGrpSpPr>
        <p:grpSpPr>
          <a:xfrm>
            <a:off x="2492087" y="1844824"/>
            <a:ext cx="2424803" cy="792000"/>
            <a:chOff x="8672239" y="1587314"/>
            <a:chExt cx="2424803" cy="792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G">
                  <a:extLst>
                    <a:ext uri="{FF2B5EF4-FFF2-40B4-BE49-F238E27FC236}">
                      <a16:creationId xmlns:a16="http://schemas.microsoft.com/office/drawing/2014/main" id="{8D11A4F9-5FEC-6FE5-E47B-F23FADE58B3A}"/>
                    </a:ext>
                  </a:extLst>
                </p:cNvPr>
                <p:cNvSpPr/>
                <p:nvPr/>
              </p:nvSpPr>
              <p:spPr>
                <a:xfrm>
                  <a:off x="9467046" y="1587314"/>
                  <a:ext cx="873491" cy="792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ctr"/>
                <a:lstStyle/>
                <a:p>
                  <a:pPr algn="ctr"/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a14:m>
                  <a:r>
                    <a:rPr kumimoji="1" lang="zh-CN" altLang="en-US" sz="28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7" name="G">
                  <a:extLst>
                    <a:ext uri="{FF2B5EF4-FFF2-40B4-BE49-F238E27FC236}">
                      <a16:creationId xmlns:a16="http://schemas.microsoft.com/office/drawing/2014/main" id="{8D11A4F9-5FEC-6FE5-E47B-F23FADE58B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67046" y="1587314"/>
                  <a:ext cx="873491" cy="7920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输出">
              <a:extLst>
                <a:ext uri="{FF2B5EF4-FFF2-40B4-BE49-F238E27FC236}">
                  <a16:creationId xmlns:a16="http://schemas.microsoft.com/office/drawing/2014/main" id="{858FD9F2-3F14-865B-362C-1AD33667229B}"/>
                </a:ext>
              </a:extLst>
            </p:cNvPr>
            <p:cNvCxnSpPr>
              <a:cxnSpLocks/>
              <a:stCxn id="17" idx="3"/>
            </p:cNvCxnSpPr>
            <p:nvPr/>
          </p:nvCxnSpPr>
          <p:spPr>
            <a:xfrm flipV="1">
              <a:off x="10340537" y="1982298"/>
              <a:ext cx="756505" cy="1016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E连接">
              <a:extLst>
                <a:ext uri="{FF2B5EF4-FFF2-40B4-BE49-F238E27FC236}">
                  <a16:creationId xmlns:a16="http://schemas.microsoft.com/office/drawing/2014/main" id="{B2F565E2-0B66-FABA-7D3F-564E58B9628E}"/>
                </a:ext>
              </a:extLst>
            </p:cNvPr>
            <p:cNvCxnSpPr>
              <a:cxnSpLocks/>
              <a:endCxn id="17" idx="1"/>
            </p:cNvCxnSpPr>
            <p:nvPr/>
          </p:nvCxnSpPr>
          <p:spPr>
            <a:xfrm>
              <a:off x="8672239" y="1983062"/>
              <a:ext cx="794807" cy="252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F737F978-9705-8D13-81F8-AE1C73562DD3}"/>
              </a:ext>
            </a:extLst>
          </p:cNvPr>
          <p:cNvSpPr txBox="1"/>
          <p:nvPr/>
        </p:nvSpPr>
        <p:spPr>
          <a:xfrm>
            <a:off x="2901813" y="3356992"/>
            <a:ext cx="4634752" cy="578882"/>
          </a:xfrm>
          <a:prstGeom prst="wedgeRoundRectCallout">
            <a:avLst>
              <a:gd name="adj1" fmla="val -58758"/>
              <a:gd name="adj2" fmla="val 23052"/>
              <a:gd name="adj3" fmla="val 16667"/>
            </a:avLst>
          </a:prstGeom>
          <a:noFill/>
          <a:ln w="2540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/>
              <a:t>请绘制这个系统的频率响应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AF58CB0-BF38-10A8-9228-D15DF36A060C}"/>
              </a:ext>
            </a:extLst>
          </p:cNvPr>
          <p:cNvSpPr txBox="1"/>
          <p:nvPr/>
        </p:nvSpPr>
        <p:spPr>
          <a:xfrm>
            <a:off x="6239222" y="4767777"/>
            <a:ext cx="1368791" cy="578882"/>
          </a:xfrm>
          <a:prstGeom prst="wedgeRoundRectCallout">
            <a:avLst>
              <a:gd name="adj1" fmla="val 73209"/>
              <a:gd name="adj2" fmla="val -94148"/>
              <a:gd name="adj3" fmla="val 16667"/>
            </a:avLst>
          </a:prstGeom>
          <a:noFill/>
          <a:ln w="25400">
            <a:solidFill>
              <a:schemeClr val="accent1">
                <a:shade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227361"/>
                      <a:gd name="connsiteY0" fmla="*/ 175938 h 1055608"/>
                      <a:gd name="connsiteX1" fmla="*/ 175938 w 2227361"/>
                      <a:gd name="connsiteY1" fmla="*/ 0 h 1055608"/>
                      <a:gd name="connsiteX2" fmla="*/ 760083 w 2227361"/>
                      <a:gd name="connsiteY2" fmla="*/ 0 h 1055608"/>
                      <a:gd name="connsiteX3" fmla="*/ 1299294 w 2227361"/>
                      <a:gd name="connsiteY3" fmla="*/ 0 h 1055608"/>
                      <a:gd name="connsiteX4" fmla="*/ 1299294 w 2227361"/>
                      <a:gd name="connsiteY4" fmla="*/ 0 h 1055608"/>
                      <a:gd name="connsiteX5" fmla="*/ 1856134 w 2227361"/>
                      <a:gd name="connsiteY5" fmla="*/ 0 h 1055608"/>
                      <a:gd name="connsiteX6" fmla="*/ 2051423 w 2227361"/>
                      <a:gd name="connsiteY6" fmla="*/ 0 h 1055608"/>
                      <a:gd name="connsiteX7" fmla="*/ 2227361 w 2227361"/>
                      <a:gd name="connsiteY7" fmla="*/ 175938 h 1055608"/>
                      <a:gd name="connsiteX8" fmla="*/ 2227361 w 2227361"/>
                      <a:gd name="connsiteY8" fmla="*/ 615771 h 1055608"/>
                      <a:gd name="connsiteX9" fmla="*/ 2227361 w 2227361"/>
                      <a:gd name="connsiteY9" fmla="*/ 615771 h 1055608"/>
                      <a:gd name="connsiteX10" fmla="*/ 2227361 w 2227361"/>
                      <a:gd name="connsiteY10" fmla="*/ 879673 h 1055608"/>
                      <a:gd name="connsiteX11" fmla="*/ 2227361 w 2227361"/>
                      <a:gd name="connsiteY11" fmla="*/ 879670 h 1055608"/>
                      <a:gd name="connsiteX12" fmla="*/ 2051423 w 2227361"/>
                      <a:gd name="connsiteY12" fmla="*/ 1055608 h 1055608"/>
                      <a:gd name="connsiteX13" fmla="*/ 1856134 w 2227361"/>
                      <a:gd name="connsiteY13" fmla="*/ 1055608 h 1055608"/>
                      <a:gd name="connsiteX14" fmla="*/ 1894482 w 2227361"/>
                      <a:gd name="connsiteY14" fmla="*/ 1384229 h 1055608"/>
                      <a:gd name="connsiteX15" fmla="*/ 1584984 w 2227361"/>
                      <a:gd name="connsiteY15" fmla="*/ 1213346 h 1055608"/>
                      <a:gd name="connsiteX16" fmla="*/ 1299294 w 2227361"/>
                      <a:gd name="connsiteY16" fmla="*/ 1055608 h 1055608"/>
                      <a:gd name="connsiteX17" fmla="*/ 726382 w 2227361"/>
                      <a:gd name="connsiteY17" fmla="*/ 1055608 h 1055608"/>
                      <a:gd name="connsiteX18" fmla="*/ 175938 w 2227361"/>
                      <a:gd name="connsiteY18" fmla="*/ 1055608 h 1055608"/>
                      <a:gd name="connsiteX19" fmla="*/ 0 w 2227361"/>
                      <a:gd name="connsiteY19" fmla="*/ 879670 h 1055608"/>
                      <a:gd name="connsiteX20" fmla="*/ 0 w 2227361"/>
                      <a:gd name="connsiteY20" fmla="*/ 879673 h 1055608"/>
                      <a:gd name="connsiteX21" fmla="*/ 0 w 2227361"/>
                      <a:gd name="connsiteY21" fmla="*/ 615771 h 1055608"/>
                      <a:gd name="connsiteX22" fmla="*/ 0 w 2227361"/>
                      <a:gd name="connsiteY22" fmla="*/ 615771 h 1055608"/>
                      <a:gd name="connsiteX23" fmla="*/ 0 w 2227361"/>
                      <a:gd name="connsiteY23" fmla="*/ 175938 h 10556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2227361" h="1055608" extrusionOk="0">
                        <a:moveTo>
                          <a:pt x="0" y="175938"/>
                        </a:moveTo>
                        <a:cubicBezTo>
                          <a:pt x="-8379" y="73602"/>
                          <a:pt x="74941" y="1437"/>
                          <a:pt x="175938" y="0"/>
                        </a:cubicBezTo>
                        <a:cubicBezTo>
                          <a:pt x="327942" y="-64131"/>
                          <a:pt x="628761" y="41756"/>
                          <a:pt x="760083" y="0"/>
                        </a:cubicBezTo>
                        <a:cubicBezTo>
                          <a:pt x="891406" y="-41756"/>
                          <a:pt x="1042745" y="60515"/>
                          <a:pt x="1299294" y="0"/>
                        </a:cubicBezTo>
                        <a:lnTo>
                          <a:pt x="1299294" y="0"/>
                        </a:lnTo>
                        <a:cubicBezTo>
                          <a:pt x="1576136" y="-45227"/>
                          <a:pt x="1593192" y="37244"/>
                          <a:pt x="1856134" y="0"/>
                        </a:cubicBezTo>
                        <a:cubicBezTo>
                          <a:pt x="1944353" y="-22208"/>
                          <a:pt x="1965301" y="19537"/>
                          <a:pt x="2051423" y="0"/>
                        </a:cubicBezTo>
                        <a:cubicBezTo>
                          <a:pt x="2140350" y="7759"/>
                          <a:pt x="2224796" y="54311"/>
                          <a:pt x="2227361" y="175938"/>
                        </a:cubicBezTo>
                        <a:cubicBezTo>
                          <a:pt x="2276524" y="390928"/>
                          <a:pt x="2184921" y="466368"/>
                          <a:pt x="2227361" y="615771"/>
                        </a:cubicBezTo>
                        <a:lnTo>
                          <a:pt x="2227361" y="615771"/>
                        </a:lnTo>
                        <a:cubicBezTo>
                          <a:pt x="2248827" y="706418"/>
                          <a:pt x="2221537" y="783229"/>
                          <a:pt x="2227361" y="879673"/>
                        </a:cubicBezTo>
                        <a:lnTo>
                          <a:pt x="2227361" y="879670"/>
                        </a:lnTo>
                        <a:cubicBezTo>
                          <a:pt x="2240230" y="995995"/>
                          <a:pt x="2150225" y="1072535"/>
                          <a:pt x="2051423" y="1055608"/>
                        </a:cubicBezTo>
                        <a:cubicBezTo>
                          <a:pt x="1982194" y="1076160"/>
                          <a:pt x="1952681" y="1047161"/>
                          <a:pt x="1856134" y="1055608"/>
                        </a:cubicBezTo>
                        <a:cubicBezTo>
                          <a:pt x="1899636" y="1208407"/>
                          <a:pt x="1851762" y="1302045"/>
                          <a:pt x="1894482" y="1384229"/>
                        </a:cubicBezTo>
                        <a:cubicBezTo>
                          <a:pt x="1776915" y="1359032"/>
                          <a:pt x="1745915" y="1276643"/>
                          <a:pt x="1584984" y="1213346"/>
                        </a:cubicBezTo>
                        <a:cubicBezTo>
                          <a:pt x="1424053" y="1150049"/>
                          <a:pt x="1375528" y="1079930"/>
                          <a:pt x="1299294" y="1055608"/>
                        </a:cubicBezTo>
                        <a:cubicBezTo>
                          <a:pt x="1044726" y="1111011"/>
                          <a:pt x="1004272" y="1046688"/>
                          <a:pt x="726382" y="1055608"/>
                        </a:cubicBezTo>
                        <a:cubicBezTo>
                          <a:pt x="448492" y="1064528"/>
                          <a:pt x="349480" y="1055509"/>
                          <a:pt x="175938" y="1055608"/>
                        </a:cubicBezTo>
                        <a:cubicBezTo>
                          <a:pt x="90421" y="1048697"/>
                          <a:pt x="-14062" y="999163"/>
                          <a:pt x="0" y="879670"/>
                        </a:cubicBezTo>
                        <a:lnTo>
                          <a:pt x="0" y="879673"/>
                        </a:lnTo>
                        <a:cubicBezTo>
                          <a:pt x="-20358" y="791123"/>
                          <a:pt x="15951" y="681439"/>
                          <a:pt x="0" y="615771"/>
                        </a:cubicBezTo>
                        <a:lnTo>
                          <a:pt x="0" y="615771"/>
                        </a:lnTo>
                        <a:cubicBezTo>
                          <a:pt x="-48458" y="437856"/>
                          <a:pt x="23737" y="277093"/>
                          <a:pt x="0" y="17593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kumimoji="1" lang="zh-CN" altLang="en-US" sz="2800" dirty="0"/>
              <a:t>没问题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05AEC258-FB45-4A70-A43F-C93F6121C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7992" y="711102"/>
            <a:ext cx="3408096" cy="2556072"/>
          </a:xfrm>
          <a:prstGeom prst="rect">
            <a:avLst/>
          </a:prstGeom>
        </p:spPr>
      </p:pic>
      <p:pic>
        <p:nvPicPr>
          <p:cNvPr id="15" name="图片 14" descr="在墙壁上书写的青年商务人士">
            <a:extLst>
              <a:ext uri="{FF2B5EF4-FFF2-40B4-BE49-F238E27FC236}">
                <a16:creationId xmlns:a16="http://schemas.microsoft.com/office/drawing/2014/main" id="{AFF58D67-1056-13C9-C53D-4926801BF3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3438" y="2514614"/>
            <a:ext cx="1368791" cy="378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65050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商务女性指向上方">
            <a:extLst>
              <a:ext uri="{FF2B5EF4-FFF2-40B4-BE49-F238E27FC236}">
                <a16:creationId xmlns:a16="http://schemas.microsoft.com/office/drawing/2014/main" id="{01129D7D-D4F4-42CB-4291-A715FD11E3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694" y="2564903"/>
            <a:ext cx="1617281" cy="3743821"/>
          </a:xfrm>
          <a:prstGeom prst="rect">
            <a:avLst/>
          </a:prstGeom>
        </p:spPr>
      </p:pic>
      <p:grpSp>
        <p:nvGrpSpPr>
          <p:cNvPr id="16" name="组合 15">
            <a:extLst>
              <a:ext uri="{FF2B5EF4-FFF2-40B4-BE49-F238E27FC236}">
                <a16:creationId xmlns:a16="http://schemas.microsoft.com/office/drawing/2014/main" id="{1D7F7D8D-E4E1-876B-CA59-7D74E21E9AC9}"/>
              </a:ext>
            </a:extLst>
          </p:cNvPr>
          <p:cNvGrpSpPr/>
          <p:nvPr/>
        </p:nvGrpSpPr>
        <p:grpSpPr>
          <a:xfrm>
            <a:off x="2492087" y="1844824"/>
            <a:ext cx="2424803" cy="792000"/>
            <a:chOff x="8672239" y="1587314"/>
            <a:chExt cx="2424803" cy="792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G">
                  <a:extLst>
                    <a:ext uri="{FF2B5EF4-FFF2-40B4-BE49-F238E27FC236}">
                      <a16:creationId xmlns:a16="http://schemas.microsoft.com/office/drawing/2014/main" id="{8D11A4F9-5FEC-6FE5-E47B-F23FADE58B3A}"/>
                    </a:ext>
                  </a:extLst>
                </p:cNvPr>
                <p:cNvSpPr/>
                <p:nvPr/>
              </p:nvSpPr>
              <p:spPr>
                <a:xfrm>
                  <a:off x="9467046" y="1587314"/>
                  <a:ext cx="873491" cy="792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ctr"/>
                <a:lstStyle/>
                <a:p>
                  <a:pPr algn="ctr"/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a14:m>
                  <a:r>
                    <a:rPr kumimoji="1" lang="zh-CN" altLang="en-US" sz="28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7" name="G">
                  <a:extLst>
                    <a:ext uri="{FF2B5EF4-FFF2-40B4-BE49-F238E27FC236}">
                      <a16:creationId xmlns:a16="http://schemas.microsoft.com/office/drawing/2014/main" id="{8D11A4F9-5FEC-6FE5-E47B-F23FADE58B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67046" y="1587314"/>
                  <a:ext cx="873491" cy="7920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输出">
              <a:extLst>
                <a:ext uri="{FF2B5EF4-FFF2-40B4-BE49-F238E27FC236}">
                  <a16:creationId xmlns:a16="http://schemas.microsoft.com/office/drawing/2014/main" id="{858FD9F2-3F14-865B-362C-1AD33667229B}"/>
                </a:ext>
              </a:extLst>
            </p:cNvPr>
            <p:cNvCxnSpPr>
              <a:cxnSpLocks/>
              <a:stCxn id="17" idx="3"/>
            </p:cNvCxnSpPr>
            <p:nvPr/>
          </p:nvCxnSpPr>
          <p:spPr>
            <a:xfrm flipV="1">
              <a:off x="10340537" y="1982298"/>
              <a:ext cx="756505" cy="1016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E连接">
              <a:extLst>
                <a:ext uri="{FF2B5EF4-FFF2-40B4-BE49-F238E27FC236}">
                  <a16:creationId xmlns:a16="http://schemas.microsoft.com/office/drawing/2014/main" id="{B2F565E2-0B66-FABA-7D3F-564E58B9628E}"/>
                </a:ext>
              </a:extLst>
            </p:cNvPr>
            <p:cNvCxnSpPr>
              <a:cxnSpLocks/>
              <a:endCxn id="17" idx="1"/>
            </p:cNvCxnSpPr>
            <p:nvPr/>
          </p:nvCxnSpPr>
          <p:spPr>
            <a:xfrm>
              <a:off x="8672239" y="1983062"/>
              <a:ext cx="794807" cy="252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F737F978-9705-8D13-81F8-AE1C73562DD3}"/>
              </a:ext>
            </a:extLst>
          </p:cNvPr>
          <p:cNvSpPr txBox="1"/>
          <p:nvPr/>
        </p:nvSpPr>
        <p:spPr>
          <a:xfrm>
            <a:off x="2901813" y="3356992"/>
            <a:ext cx="3552962" cy="1055608"/>
          </a:xfrm>
          <a:prstGeom prst="wedgeRoundRectCallout">
            <a:avLst>
              <a:gd name="adj1" fmla="val -58758"/>
              <a:gd name="adj2" fmla="val 23052"/>
              <a:gd name="adj3" fmla="val 16667"/>
            </a:avLst>
          </a:prstGeom>
          <a:noFill/>
          <a:ln w="2540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/>
              <a:t>这个低频太窄了看不清，高频也不全啊？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AF58CB0-BF38-10A8-9228-D15DF36A060C}"/>
              </a:ext>
            </a:extLst>
          </p:cNvPr>
          <p:cNvSpPr txBox="1"/>
          <p:nvPr/>
        </p:nvSpPr>
        <p:spPr>
          <a:xfrm>
            <a:off x="6671270" y="4767777"/>
            <a:ext cx="936743" cy="578882"/>
          </a:xfrm>
          <a:prstGeom prst="wedgeRoundRectCallout">
            <a:avLst>
              <a:gd name="adj1" fmla="val 73209"/>
              <a:gd name="adj2" fmla="val -94148"/>
              <a:gd name="adj3" fmla="val 16667"/>
            </a:avLst>
          </a:prstGeom>
          <a:noFill/>
          <a:ln w="25400">
            <a:solidFill>
              <a:schemeClr val="accent1">
                <a:shade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227361"/>
                      <a:gd name="connsiteY0" fmla="*/ 175938 h 1055608"/>
                      <a:gd name="connsiteX1" fmla="*/ 175938 w 2227361"/>
                      <a:gd name="connsiteY1" fmla="*/ 0 h 1055608"/>
                      <a:gd name="connsiteX2" fmla="*/ 760083 w 2227361"/>
                      <a:gd name="connsiteY2" fmla="*/ 0 h 1055608"/>
                      <a:gd name="connsiteX3" fmla="*/ 1299294 w 2227361"/>
                      <a:gd name="connsiteY3" fmla="*/ 0 h 1055608"/>
                      <a:gd name="connsiteX4" fmla="*/ 1299294 w 2227361"/>
                      <a:gd name="connsiteY4" fmla="*/ 0 h 1055608"/>
                      <a:gd name="connsiteX5" fmla="*/ 1856134 w 2227361"/>
                      <a:gd name="connsiteY5" fmla="*/ 0 h 1055608"/>
                      <a:gd name="connsiteX6" fmla="*/ 2051423 w 2227361"/>
                      <a:gd name="connsiteY6" fmla="*/ 0 h 1055608"/>
                      <a:gd name="connsiteX7" fmla="*/ 2227361 w 2227361"/>
                      <a:gd name="connsiteY7" fmla="*/ 175938 h 1055608"/>
                      <a:gd name="connsiteX8" fmla="*/ 2227361 w 2227361"/>
                      <a:gd name="connsiteY8" fmla="*/ 615771 h 1055608"/>
                      <a:gd name="connsiteX9" fmla="*/ 2227361 w 2227361"/>
                      <a:gd name="connsiteY9" fmla="*/ 615771 h 1055608"/>
                      <a:gd name="connsiteX10" fmla="*/ 2227361 w 2227361"/>
                      <a:gd name="connsiteY10" fmla="*/ 879673 h 1055608"/>
                      <a:gd name="connsiteX11" fmla="*/ 2227361 w 2227361"/>
                      <a:gd name="connsiteY11" fmla="*/ 879670 h 1055608"/>
                      <a:gd name="connsiteX12" fmla="*/ 2051423 w 2227361"/>
                      <a:gd name="connsiteY12" fmla="*/ 1055608 h 1055608"/>
                      <a:gd name="connsiteX13" fmla="*/ 1856134 w 2227361"/>
                      <a:gd name="connsiteY13" fmla="*/ 1055608 h 1055608"/>
                      <a:gd name="connsiteX14" fmla="*/ 1894482 w 2227361"/>
                      <a:gd name="connsiteY14" fmla="*/ 1384229 h 1055608"/>
                      <a:gd name="connsiteX15" fmla="*/ 1584984 w 2227361"/>
                      <a:gd name="connsiteY15" fmla="*/ 1213346 h 1055608"/>
                      <a:gd name="connsiteX16" fmla="*/ 1299294 w 2227361"/>
                      <a:gd name="connsiteY16" fmla="*/ 1055608 h 1055608"/>
                      <a:gd name="connsiteX17" fmla="*/ 726382 w 2227361"/>
                      <a:gd name="connsiteY17" fmla="*/ 1055608 h 1055608"/>
                      <a:gd name="connsiteX18" fmla="*/ 175938 w 2227361"/>
                      <a:gd name="connsiteY18" fmla="*/ 1055608 h 1055608"/>
                      <a:gd name="connsiteX19" fmla="*/ 0 w 2227361"/>
                      <a:gd name="connsiteY19" fmla="*/ 879670 h 1055608"/>
                      <a:gd name="connsiteX20" fmla="*/ 0 w 2227361"/>
                      <a:gd name="connsiteY20" fmla="*/ 879673 h 1055608"/>
                      <a:gd name="connsiteX21" fmla="*/ 0 w 2227361"/>
                      <a:gd name="connsiteY21" fmla="*/ 615771 h 1055608"/>
                      <a:gd name="connsiteX22" fmla="*/ 0 w 2227361"/>
                      <a:gd name="connsiteY22" fmla="*/ 615771 h 1055608"/>
                      <a:gd name="connsiteX23" fmla="*/ 0 w 2227361"/>
                      <a:gd name="connsiteY23" fmla="*/ 175938 h 10556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2227361" h="1055608" extrusionOk="0">
                        <a:moveTo>
                          <a:pt x="0" y="175938"/>
                        </a:moveTo>
                        <a:cubicBezTo>
                          <a:pt x="-8379" y="73602"/>
                          <a:pt x="74941" y="1437"/>
                          <a:pt x="175938" y="0"/>
                        </a:cubicBezTo>
                        <a:cubicBezTo>
                          <a:pt x="327942" y="-64131"/>
                          <a:pt x="628761" y="41756"/>
                          <a:pt x="760083" y="0"/>
                        </a:cubicBezTo>
                        <a:cubicBezTo>
                          <a:pt x="891406" y="-41756"/>
                          <a:pt x="1042745" y="60515"/>
                          <a:pt x="1299294" y="0"/>
                        </a:cubicBezTo>
                        <a:lnTo>
                          <a:pt x="1299294" y="0"/>
                        </a:lnTo>
                        <a:cubicBezTo>
                          <a:pt x="1576136" y="-45227"/>
                          <a:pt x="1593192" y="37244"/>
                          <a:pt x="1856134" y="0"/>
                        </a:cubicBezTo>
                        <a:cubicBezTo>
                          <a:pt x="1944353" y="-22208"/>
                          <a:pt x="1965301" y="19537"/>
                          <a:pt x="2051423" y="0"/>
                        </a:cubicBezTo>
                        <a:cubicBezTo>
                          <a:pt x="2140350" y="7759"/>
                          <a:pt x="2224796" y="54311"/>
                          <a:pt x="2227361" y="175938"/>
                        </a:cubicBezTo>
                        <a:cubicBezTo>
                          <a:pt x="2276524" y="390928"/>
                          <a:pt x="2184921" y="466368"/>
                          <a:pt x="2227361" y="615771"/>
                        </a:cubicBezTo>
                        <a:lnTo>
                          <a:pt x="2227361" y="615771"/>
                        </a:lnTo>
                        <a:cubicBezTo>
                          <a:pt x="2248827" y="706418"/>
                          <a:pt x="2221537" y="783229"/>
                          <a:pt x="2227361" y="879673"/>
                        </a:cubicBezTo>
                        <a:lnTo>
                          <a:pt x="2227361" y="879670"/>
                        </a:lnTo>
                        <a:cubicBezTo>
                          <a:pt x="2240230" y="995995"/>
                          <a:pt x="2150225" y="1072535"/>
                          <a:pt x="2051423" y="1055608"/>
                        </a:cubicBezTo>
                        <a:cubicBezTo>
                          <a:pt x="1982194" y="1076160"/>
                          <a:pt x="1952681" y="1047161"/>
                          <a:pt x="1856134" y="1055608"/>
                        </a:cubicBezTo>
                        <a:cubicBezTo>
                          <a:pt x="1899636" y="1208407"/>
                          <a:pt x="1851762" y="1302045"/>
                          <a:pt x="1894482" y="1384229"/>
                        </a:cubicBezTo>
                        <a:cubicBezTo>
                          <a:pt x="1776915" y="1359032"/>
                          <a:pt x="1745915" y="1276643"/>
                          <a:pt x="1584984" y="1213346"/>
                        </a:cubicBezTo>
                        <a:cubicBezTo>
                          <a:pt x="1424053" y="1150049"/>
                          <a:pt x="1375528" y="1079930"/>
                          <a:pt x="1299294" y="1055608"/>
                        </a:cubicBezTo>
                        <a:cubicBezTo>
                          <a:pt x="1044726" y="1111011"/>
                          <a:pt x="1004272" y="1046688"/>
                          <a:pt x="726382" y="1055608"/>
                        </a:cubicBezTo>
                        <a:cubicBezTo>
                          <a:pt x="448492" y="1064528"/>
                          <a:pt x="349480" y="1055509"/>
                          <a:pt x="175938" y="1055608"/>
                        </a:cubicBezTo>
                        <a:cubicBezTo>
                          <a:pt x="90421" y="1048697"/>
                          <a:pt x="-14062" y="999163"/>
                          <a:pt x="0" y="879670"/>
                        </a:cubicBezTo>
                        <a:lnTo>
                          <a:pt x="0" y="879673"/>
                        </a:lnTo>
                        <a:cubicBezTo>
                          <a:pt x="-20358" y="791123"/>
                          <a:pt x="15951" y="681439"/>
                          <a:pt x="0" y="615771"/>
                        </a:cubicBezTo>
                        <a:lnTo>
                          <a:pt x="0" y="615771"/>
                        </a:lnTo>
                        <a:cubicBezTo>
                          <a:pt x="-48458" y="437856"/>
                          <a:pt x="23737" y="277093"/>
                          <a:pt x="0" y="17593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kumimoji="1" lang="en-US" altLang="zh-CN" sz="2800" dirty="0"/>
              <a:t>……</a:t>
            </a:r>
            <a:endParaRPr kumimoji="1" lang="zh-CN" altLang="en-US" sz="2800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05AEC258-FB45-4A70-A43F-C93F6121CB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7992" y="711102"/>
            <a:ext cx="3408096" cy="2556072"/>
          </a:xfrm>
          <a:prstGeom prst="rect">
            <a:avLst/>
          </a:prstGeom>
        </p:spPr>
      </p:pic>
      <p:pic>
        <p:nvPicPr>
          <p:cNvPr id="15" name="图片 14" descr="在墙壁上书写的青年商务人士">
            <a:extLst>
              <a:ext uri="{FF2B5EF4-FFF2-40B4-BE49-F238E27FC236}">
                <a16:creationId xmlns:a16="http://schemas.microsoft.com/office/drawing/2014/main" id="{AFF58D67-1056-13C9-C53D-4926801BF3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3438" y="2514614"/>
            <a:ext cx="1368791" cy="3789040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E68F1C6E-8CE8-790D-D785-4754838DC039}"/>
              </a:ext>
            </a:extLst>
          </p:cNvPr>
          <p:cNvGrpSpPr/>
          <p:nvPr/>
        </p:nvGrpSpPr>
        <p:grpSpPr>
          <a:xfrm>
            <a:off x="12071870" y="3086634"/>
            <a:ext cx="3285089" cy="3564458"/>
            <a:chOff x="7222639" y="3008242"/>
            <a:chExt cx="3285089" cy="3564458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AE8A0B0F-FD44-AA27-498B-24D1B3DED3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7838784" y="3008242"/>
              <a:ext cx="2052801" cy="26103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说明2">
              <a:extLst>
                <a:ext uri="{FF2B5EF4-FFF2-40B4-BE49-F238E27FC236}">
                  <a16:creationId xmlns:a16="http://schemas.microsoft.com/office/drawing/2014/main" id="{15C401C8-203E-4895-0FDB-03D6E359BB4F}"/>
                </a:ext>
              </a:extLst>
            </p:cNvPr>
            <p:cNvSpPr txBox="1"/>
            <p:nvPr/>
          </p:nvSpPr>
          <p:spPr>
            <a:xfrm>
              <a:off x="7222639" y="5618593"/>
              <a:ext cx="3285089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" altLang="zh-CN" sz="2800" dirty="0"/>
                <a:t>Hendrik Wade Bode</a:t>
              </a:r>
            </a:p>
            <a:p>
              <a:pPr algn="ctr"/>
              <a:r>
                <a:rPr lang="en-US" altLang="zh-CN" sz="2800" dirty="0"/>
                <a:t>(1905-1982)</a:t>
              </a:r>
              <a:endParaRPr lang="zh-CN" alt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844549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9B0D809-B722-F859-0D5C-149095342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3367" y="295566"/>
            <a:ext cx="4718895" cy="3539172"/>
          </a:xfrm>
          <a:prstGeom prst="rect">
            <a:avLst/>
          </a:prstGeom>
        </p:spPr>
      </p:pic>
      <p:pic>
        <p:nvPicPr>
          <p:cNvPr id="11" name="图片 10" descr="商务女性指向上方">
            <a:extLst>
              <a:ext uri="{FF2B5EF4-FFF2-40B4-BE49-F238E27FC236}">
                <a16:creationId xmlns:a16="http://schemas.microsoft.com/office/drawing/2014/main" id="{01129D7D-D4F4-42CB-4291-A715FD11E3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694" y="2564903"/>
            <a:ext cx="1617281" cy="3743821"/>
          </a:xfrm>
          <a:prstGeom prst="rect">
            <a:avLst/>
          </a:prstGeom>
        </p:spPr>
      </p:pic>
      <p:grpSp>
        <p:nvGrpSpPr>
          <p:cNvPr id="16" name="组合 15">
            <a:extLst>
              <a:ext uri="{FF2B5EF4-FFF2-40B4-BE49-F238E27FC236}">
                <a16:creationId xmlns:a16="http://schemas.microsoft.com/office/drawing/2014/main" id="{1D7F7D8D-E4E1-876B-CA59-7D74E21E9AC9}"/>
              </a:ext>
            </a:extLst>
          </p:cNvPr>
          <p:cNvGrpSpPr/>
          <p:nvPr/>
        </p:nvGrpSpPr>
        <p:grpSpPr>
          <a:xfrm>
            <a:off x="2492087" y="1844824"/>
            <a:ext cx="2424803" cy="792000"/>
            <a:chOff x="8672239" y="1587314"/>
            <a:chExt cx="2424803" cy="792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G">
                  <a:extLst>
                    <a:ext uri="{FF2B5EF4-FFF2-40B4-BE49-F238E27FC236}">
                      <a16:creationId xmlns:a16="http://schemas.microsoft.com/office/drawing/2014/main" id="{8D11A4F9-5FEC-6FE5-E47B-F23FADE58B3A}"/>
                    </a:ext>
                  </a:extLst>
                </p:cNvPr>
                <p:cNvSpPr/>
                <p:nvPr/>
              </p:nvSpPr>
              <p:spPr>
                <a:xfrm>
                  <a:off x="9467046" y="1587314"/>
                  <a:ext cx="873491" cy="792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ctr"/>
                <a:lstStyle/>
                <a:p>
                  <a:pPr algn="ctr"/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a14:m>
                  <a:r>
                    <a:rPr kumimoji="1" lang="zh-CN" altLang="en-US" sz="28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7" name="G">
                  <a:extLst>
                    <a:ext uri="{FF2B5EF4-FFF2-40B4-BE49-F238E27FC236}">
                      <a16:creationId xmlns:a16="http://schemas.microsoft.com/office/drawing/2014/main" id="{8D11A4F9-5FEC-6FE5-E47B-F23FADE58B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67046" y="1587314"/>
                  <a:ext cx="873491" cy="7920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输出">
              <a:extLst>
                <a:ext uri="{FF2B5EF4-FFF2-40B4-BE49-F238E27FC236}">
                  <a16:creationId xmlns:a16="http://schemas.microsoft.com/office/drawing/2014/main" id="{858FD9F2-3F14-865B-362C-1AD33667229B}"/>
                </a:ext>
              </a:extLst>
            </p:cNvPr>
            <p:cNvCxnSpPr>
              <a:cxnSpLocks/>
              <a:stCxn id="17" idx="3"/>
            </p:cNvCxnSpPr>
            <p:nvPr/>
          </p:nvCxnSpPr>
          <p:spPr>
            <a:xfrm flipV="1">
              <a:off x="10340537" y="1982298"/>
              <a:ext cx="756505" cy="1016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E连接">
              <a:extLst>
                <a:ext uri="{FF2B5EF4-FFF2-40B4-BE49-F238E27FC236}">
                  <a16:creationId xmlns:a16="http://schemas.microsoft.com/office/drawing/2014/main" id="{B2F565E2-0B66-FABA-7D3F-564E58B9628E}"/>
                </a:ext>
              </a:extLst>
            </p:cNvPr>
            <p:cNvCxnSpPr>
              <a:cxnSpLocks/>
              <a:endCxn id="17" idx="1"/>
            </p:cNvCxnSpPr>
            <p:nvPr/>
          </p:nvCxnSpPr>
          <p:spPr>
            <a:xfrm>
              <a:off x="8672239" y="1983062"/>
              <a:ext cx="794807" cy="252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F737F978-9705-8D13-81F8-AE1C73562DD3}"/>
              </a:ext>
            </a:extLst>
          </p:cNvPr>
          <p:cNvSpPr txBox="1"/>
          <p:nvPr/>
        </p:nvSpPr>
        <p:spPr>
          <a:xfrm>
            <a:off x="2824968" y="3812828"/>
            <a:ext cx="4134334" cy="578882"/>
          </a:xfrm>
          <a:prstGeom prst="wedgeRoundRectCallout">
            <a:avLst>
              <a:gd name="adj1" fmla="val -58758"/>
              <a:gd name="adj2" fmla="val 23052"/>
              <a:gd name="adj3" fmla="val 16667"/>
            </a:avLst>
          </a:prstGeom>
          <a:noFill/>
          <a:ln w="2540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/>
              <a:t>这下各个频段都看清了！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AF58CB0-BF38-10A8-9228-D15DF36A060C}"/>
              </a:ext>
            </a:extLst>
          </p:cNvPr>
          <p:cNvSpPr txBox="1"/>
          <p:nvPr/>
        </p:nvSpPr>
        <p:spPr>
          <a:xfrm>
            <a:off x="7302791" y="5010706"/>
            <a:ext cx="1835730" cy="578882"/>
          </a:xfrm>
          <a:prstGeom prst="wedgeRoundRectCallout">
            <a:avLst>
              <a:gd name="adj1" fmla="val 73209"/>
              <a:gd name="adj2" fmla="val -94148"/>
              <a:gd name="adj3" fmla="val 16667"/>
            </a:avLst>
          </a:prstGeom>
          <a:noFill/>
          <a:ln w="25400">
            <a:solidFill>
              <a:schemeClr val="accent1">
                <a:shade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227361"/>
                      <a:gd name="connsiteY0" fmla="*/ 175938 h 1055608"/>
                      <a:gd name="connsiteX1" fmla="*/ 175938 w 2227361"/>
                      <a:gd name="connsiteY1" fmla="*/ 0 h 1055608"/>
                      <a:gd name="connsiteX2" fmla="*/ 760083 w 2227361"/>
                      <a:gd name="connsiteY2" fmla="*/ 0 h 1055608"/>
                      <a:gd name="connsiteX3" fmla="*/ 1299294 w 2227361"/>
                      <a:gd name="connsiteY3" fmla="*/ 0 h 1055608"/>
                      <a:gd name="connsiteX4" fmla="*/ 1299294 w 2227361"/>
                      <a:gd name="connsiteY4" fmla="*/ 0 h 1055608"/>
                      <a:gd name="connsiteX5" fmla="*/ 1856134 w 2227361"/>
                      <a:gd name="connsiteY5" fmla="*/ 0 h 1055608"/>
                      <a:gd name="connsiteX6" fmla="*/ 2051423 w 2227361"/>
                      <a:gd name="connsiteY6" fmla="*/ 0 h 1055608"/>
                      <a:gd name="connsiteX7" fmla="*/ 2227361 w 2227361"/>
                      <a:gd name="connsiteY7" fmla="*/ 175938 h 1055608"/>
                      <a:gd name="connsiteX8" fmla="*/ 2227361 w 2227361"/>
                      <a:gd name="connsiteY8" fmla="*/ 615771 h 1055608"/>
                      <a:gd name="connsiteX9" fmla="*/ 2227361 w 2227361"/>
                      <a:gd name="connsiteY9" fmla="*/ 615771 h 1055608"/>
                      <a:gd name="connsiteX10" fmla="*/ 2227361 w 2227361"/>
                      <a:gd name="connsiteY10" fmla="*/ 879673 h 1055608"/>
                      <a:gd name="connsiteX11" fmla="*/ 2227361 w 2227361"/>
                      <a:gd name="connsiteY11" fmla="*/ 879670 h 1055608"/>
                      <a:gd name="connsiteX12" fmla="*/ 2051423 w 2227361"/>
                      <a:gd name="connsiteY12" fmla="*/ 1055608 h 1055608"/>
                      <a:gd name="connsiteX13" fmla="*/ 1856134 w 2227361"/>
                      <a:gd name="connsiteY13" fmla="*/ 1055608 h 1055608"/>
                      <a:gd name="connsiteX14" fmla="*/ 1894482 w 2227361"/>
                      <a:gd name="connsiteY14" fmla="*/ 1384229 h 1055608"/>
                      <a:gd name="connsiteX15" fmla="*/ 1584984 w 2227361"/>
                      <a:gd name="connsiteY15" fmla="*/ 1213346 h 1055608"/>
                      <a:gd name="connsiteX16" fmla="*/ 1299294 w 2227361"/>
                      <a:gd name="connsiteY16" fmla="*/ 1055608 h 1055608"/>
                      <a:gd name="connsiteX17" fmla="*/ 726382 w 2227361"/>
                      <a:gd name="connsiteY17" fmla="*/ 1055608 h 1055608"/>
                      <a:gd name="connsiteX18" fmla="*/ 175938 w 2227361"/>
                      <a:gd name="connsiteY18" fmla="*/ 1055608 h 1055608"/>
                      <a:gd name="connsiteX19" fmla="*/ 0 w 2227361"/>
                      <a:gd name="connsiteY19" fmla="*/ 879670 h 1055608"/>
                      <a:gd name="connsiteX20" fmla="*/ 0 w 2227361"/>
                      <a:gd name="connsiteY20" fmla="*/ 879673 h 1055608"/>
                      <a:gd name="connsiteX21" fmla="*/ 0 w 2227361"/>
                      <a:gd name="connsiteY21" fmla="*/ 615771 h 1055608"/>
                      <a:gd name="connsiteX22" fmla="*/ 0 w 2227361"/>
                      <a:gd name="connsiteY22" fmla="*/ 615771 h 1055608"/>
                      <a:gd name="connsiteX23" fmla="*/ 0 w 2227361"/>
                      <a:gd name="connsiteY23" fmla="*/ 175938 h 10556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2227361" h="1055608" extrusionOk="0">
                        <a:moveTo>
                          <a:pt x="0" y="175938"/>
                        </a:moveTo>
                        <a:cubicBezTo>
                          <a:pt x="-8379" y="73602"/>
                          <a:pt x="74941" y="1437"/>
                          <a:pt x="175938" y="0"/>
                        </a:cubicBezTo>
                        <a:cubicBezTo>
                          <a:pt x="327942" y="-64131"/>
                          <a:pt x="628761" y="41756"/>
                          <a:pt x="760083" y="0"/>
                        </a:cubicBezTo>
                        <a:cubicBezTo>
                          <a:pt x="891406" y="-41756"/>
                          <a:pt x="1042745" y="60515"/>
                          <a:pt x="1299294" y="0"/>
                        </a:cubicBezTo>
                        <a:lnTo>
                          <a:pt x="1299294" y="0"/>
                        </a:lnTo>
                        <a:cubicBezTo>
                          <a:pt x="1576136" y="-45227"/>
                          <a:pt x="1593192" y="37244"/>
                          <a:pt x="1856134" y="0"/>
                        </a:cubicBezTo>
                        <a:cubicBezTo>
                          <a:pt x="1944353" y="-22208"/>
                          <a:pt x="1965301" y="19537"/>
                          <a:pt x="2051423" y="0"/>
                        </a:cubicBezTo>
                        <a:cubicBezTo>
                          <a:pt x="2140350" y="7759"/>
                          <a:pt x="2224796" y="54311"/>
                          <a:pt x="2227361" y="175938"/>
                        </a:cubicBezTo>
                        <a:cubicBezTo>
                          <a:pt x="2276524" y="390928"/>
                          <a:pt x="2184921" y="466368"/>
                          <a:pt x="2227361" y="615771"/>
                        </a:cubicBezTo>
                        <a:lnTo>
                          <a:pt x="2227361" y="615771"/>
                        </a:lnTo>
                        <a:cubicBezTo>
                          <a:pt x="2248827" y="706418"/>
                          <a:pt x="2221537" y="783229"/>
                          <a:pt x="2227361" y="879673"/>
                        </a:cubicBezTo>
                        <a:lnTo>
                          <a:pt x="2227361" y="879670"/>
                        </a:lnTo>
                        <a:cubicBezTo>
                          <a:pt x="2240230" y="995995"/>
                          <a:pt x="2150225" y="1072535"/>
                          <a:pt x="2051423" y="1055608"/>
                        </a:cubicBezTo>
                        <a:cubicBezTo>
                          <a:pt x="1982194" y="1076160"/>
                          <a:pt x="1952681" y="1047161"/>
                          <a:pt x="1856134" y="1055608"/>
                        </a:cubicBezTo>
                        <a:cubicBezTo>
                          <a:pt x="1899636" y="1208407"/>
                          <a:pt x="1851762" y="1302045"/>
                          <a:pt x="1894482" y="1384229"/>
                        </a:cubicBezTo>
                        <a:cubicBezTo>
                          <a:pt x="1776915" y="1359032"/>
                          <a:pt x="1745915" y="1276643"/>
                          <a:pt x="1584984" y="1213346"/>
                        </a:cubicBezTo>
                        <a:cubicBezTo>
                          <a:pt x="1424053" y="1150049"/>
                          <a:pt x="1375528" y="1079930"/>
                          <a:pt x="1299294" y="1055608"/>
                        </a:cubicBezTo>
                        <a:cubicBezTo>
                          <a:pt x="1044726" y="1111011"/>
                          <a:pt x="1004272" y="1046688"/>
                          <a:pt x="726382" y="1055608"/>
                        </a:cubicBezTo>
                        <a:cubicBezTo>
                          <a:pt x="448492" y="1064528"/>
                          <a:pt x="349480" y="1055509"/>
                          <a:pt x="175938" y="1055608"/>
                        </a:cubicBezTo>
                        <a:cubicBezTo>
                          <a:pt x="90421" y="1048697"/>
                          <a:pt x="-14062" y="999163"/>
                          <a:pt x="0" y="879670"/>
                        </a:cubicBezTo>
                        <a:lnTo>
                          <a:pt x="0" y="879673"/>
                        </a:lnTo>
                        <a:cubicBezTo>
                          <a:pt x="-20358" y="791123"/>
                          <a:pt x="15951" y="681439"/>
                          <a:pt x="0" y="615771"/>
                        </a:cubicBezTo>
                        <a:lnTo>
                          <a:pt x="0" y="615771"/>
                        </a:lnTo>
                        <a:cubicBezTo>
                          <a:pt x="-48458" y="437856"/>
                          <a:pt x="23737" y="277093"/>
                          <a:pt x="0" y="17593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kumimoji="1" lang="zh-CN" altLang="en-US" sz="2800" dirty="0"/>
              <a:t>我来帮你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68F1C6E-8CE8-790D-D785-4754838DC039}"/>
              </a:ext>
            </a:extLst>
          </p:cNvPr>
          <p:cNvGrpSpPr/>
          <p:nvPr/>
        </p:nvGrpSpPr>
        <p:grpSpPr>
          <a:xfrm>
            <a:off x="9061174" y="3086634"/>
            <a:ext cx="3285089" cy="3564458"/>
            <a:chOff x="7222639" y="3008242"/>
            <a:chExt cx="3285089" cy="3564458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AE8A0B0F-FD44-AA27-498B-24D1B3DED3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7838784" y="3008242"/>
              <a:ext cx="2052801" cy="26103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说明2">
              <a:extLst>
                <a:ext uri="{FF2B5EF4-FFF2-40B4-BE49-F238E27FC236}">
                  <a16:creationId xmlns:a16="http://schemas.microsoft.com/office/drawing/2014/main" id="{15C401C8-203E-4895-0FDB-03D6E359BB4F}"/>
                </a:ext>
              </a:extLst>
            </p:cNvPr>
            <p:cNvSpPr txBox="1"/>
            <p:nvPr/>
          </p:nvSpPr>
          <p:spPr>
            <a:xfrm>
              <a:off x="7222639" y="5618593"/>
              <a:ext cx="3285089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" altLang="zh-CN" sz="2800" dirty="0"/>
                <a:t>Hendrik Wade Bode</a:t>
              </a:r>
            </a:p>
            <a:p>
              <a:pPr algn="ctr"/>
              <a:r>
                <a:rPr lang="en-US" altLang="zh-CN" sz="2800" dirty="0"/>
                <a:t>(1905-1982)</a:t>
              </a:r>
              <a:endParaRPr lang="zh-CN" alt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206463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3" name="结果1">
                <a:extLst>
                  <a:ext uri="{FF2B5EF4-FFF2-40B4-BE49-F238E27FC236}">
                    <a16:creationId xmlns:a16="http://schemas.microsoft.com/office/drawing/2014/main" id="{29DE74F0-24F5-ACC5-A0C9-0608FB18DF88}"/>
                  </a:ext>
                </a:extLst>
              </p:cNvPr>
              <p:cNvSpPr txBox="1"/>
              <p:nvPr/>
            </p:nvSpPr>
            <p:spPr>
              <a:xfrm>
                <a:off x="7535888" y="877878"/>
                <a:ext cx="3600400" cy="10452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𝐺</m:t>
                    </m:r>
                    <m:d>
                      <m:d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</m:e>
                    </m:d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100</m:t>
                        </m:r>
                        <m:d>
                          <m:d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dPr>
                          <m:e>
                            <m:box>
                              <m:boxPr>
                                <m:ctrlP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boxPr>
                              <m:e>
                                <m:argPr>
                                  <m:argSz m:val="-1"/>
                                </m:argPr>
                                <m:f>
                                  <m:fPr>
                                    <m:ctrlP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𝑠</m:t>
                                    </m:r>
                                  </m:num>
                                  <m:den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0.5</m:t>
                                    </m:r>
                                  </m:den>
                                </m:f>
                              </m:e>
                            </m:box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+1</m:t>
                            </m:r>
                          </m:e>
                        </m:d>
                      </m:num>
                      <m:den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(</m:t>
                        </m:r>
                        <m:box>
                          <m:box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𝑠</m:t>
                                </m:r>
                              </m:num>
                              <m:den>
                                <m: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0.2</m:t>
                                </m:r>
                              </m:den>
                            </m:f>
                          </m:e>
                        </m:box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+1)(</m:t>
                        </m:r>
                        <m:sSup>
                          <m:sSup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𝑠</m:t>
                            </m:r>
                          </m:e>
                          <m:sup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+1)</m:t>
                        </m:r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93" name="结果1">
                <a:extLst>
                  <a:ext uri="{FF2B5EF4-FFF2-40B4-BE49-F238E27FC236}">
                    <a16:creationId xmlns:a16="http://schemas.microsoft.com/office/drawing/2014/main" id="{29DE74F0-24F5-ACC5-A0C9-0608FB18DF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888" y="877878"/>
                <a:ext cx="3600400" cy="1045286"/>
              </a:xfrm>
              <a:prstGeom prst="rect">
                <a:avLst/>
              </a:prstGeom>
              <a:blipFill>
                <a:blip r:embed="rId3"/>
                <a:stretch>
                  <a:fillRect l="-1056" b="-36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" name="箭头1">
            <a:extLst>
              <a:ext uri="{FF2B5EF4-FFF2-40B4-BE49-F238E27FC236}">
                <a16:creationId xmlns:a16="http://schemas.microsoft.com/office/drawing/2014/main" id="{A472A69C-3559-8976-99AA-8F46E285D6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461635" flipH="1">
            <a:off x="5596297" y="1279288"/>
            <a:ext cx="1573799" cy="187487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6B9100D2-E303-4A71-4920-72ED45EA85EF}"/>
              </a:ext>
            </a:extLst>
          </p:cNvPr>
          <p:cNvGrpSpPr/>
          <p:nvPr/>
        </p:nvGrpSpPr>
        <p:grpSpPr>
          <a:xfrm>
            <a:off x="5687495" y="1937452"/>
            <a:ext cx="5971998" cy="1687834"/>
            <a:chOff x="5687495" y="1937452"/>
            <a:chExt cx="5971998" cy="16878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结果2">
                  <a:extLst>
                    <a:ext uri="{FF2B5EF4-FFF2-40B4-BE49-F238E27FC236}">
                      <a16:creationId xmlns:a16="http://schemas.microsoft.com/office/drawing/2014/main" id="{D23AAEA1-CCC9-2450-5928-02249B4510DD}"/>
                    </a:ext>
                  </a:extLst>
                </p:cNvPr>
                <p:cNvSpPr txBox="1"/>
                <p:nvPr/>
              </p:nvSpPr>
              <p:spPr>
                <a:xfrm>
                  <a:off x="6474395" y="1937452"/>
                  <a:ext cx="5185098" cy="16878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kumimoji="1" lang="en-US" altLang="zh-CN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eqArr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US" altLang="zh-CN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US" altLang="zh-CN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0</m:t>
                                      </m:r>
                                      <m:r>
                                        <a:rPr kumimoji="1" lang="en-US" altLang="zh-CN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.2</m:t>
                                      </m:r>
                                      <m:r>
                                        <m:rPr>
                                          <m:brk m:alnAt="7"/>
                                        </m:rPr>
                                        <a:rPr kumimoji="1" lang="zh-CN" alt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 </m:t>
                                      </m:r>
                                      <m:r>
                                        <a:rPr kumimoji="1" lang="zh-CN" alt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        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kumimoji="1" lang="zh-CN" altLang="en-US" sz="2800" dirty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惯性环节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US" altLang="zh-CN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US" altLang="zh-CN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0</m:t>
                                      </m:r>
                                      <m:r>
                                        <a:rPr kumimoji="1" lang="en-US" altLang="zh-CN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.5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kumimoji="1" lang="zh-CN" altLang="en-US" sz="2800" dirty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一阶复合微分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US" altLang="zh-CN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US" altLang="zh-CN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brk m:alnAt="7"/>
                                        </m:rPr>
                                        <a:rPr kumimoji="1" lang="zh-CN" alt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 </m:t>
                                      </m:r>
                                      <m:r>
                                        <a:rPr kumimoji="1" lang="zh-CN" alt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           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kumimoji="1" lang="zh-CN" altLang="en-US" sz="2800" dirty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震荡环节</m:t>
                                      </m:r>
                                    </m:e>
                                  </m:mr>
                                </m:m>
                              </m:e>
                            </m:eqAr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2" name="结果2">
                  <a:extLst>
                    <a:ext uri="{FF2B5EF4-FFF2-40B4-BE49-F238E27FC236}">
                      <a16:creationId xmlns:a16="http://schemas.microsoft.com/office/drawing/2014/main" id="{D23AAEA1-CCC9-2450-5928-02249B4510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74395" y="1937452"/>
                  <a:ext cx="5185098" cy="1687834"/>
                </a:xfrm>
                <a:prstGeom prst="rect">
                  <a:avLst/>
                </a:prstGeom>
                <a:blipFill>
                  <a:blip r:embed="rId5"/>
                  <a:stretch>
                    <a:fillRect l="-39268" t="-218657" b="-30970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04" name="箭头2">
              <a:extLst>
                <a:ext uri="{FF2B5EF4-FFF2-40B4-BE49-F238E27FC236}">
                  <a16:creationId xmlns:a16="http://schemas.microsoft.com/office/drawing/2014/main" id="{32C017EE-07E0-E48B-15CE-D8A36B3063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1834910" flipH="1">
              <a:off x="5687495" y="2304302"/>
              <a:ext cx="1573799" cy="18748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结果3">
                <a:extLst>
                  <a:ext uri="{FF2B5EF4-FFF2-40B4-BE49-F238E27FC236}">
                    <a16:creationId xmlns:a16="http://schemas.microsoft.com/office/drawing/2014/main" id="{609070B0-FDB4-72AA-8FE1-CA1315A974E8}"/>
                  </a:ext>
                </a:extLst>
              </p:cNvPr>
              <p:cNvSpPr txBox="1"/>
              <p:nvPr/>
            </p:nvSpPr>
            <p:spPr>
              <a:xfrm>
                <a:off x="6707202" y="3721344"/>
                <a:ext cx="5185098" cy="12114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eqArrPr>
                            <m:e>
                              <m:r>
                                <m:rPr>
                                  <m:nor/>
                                </m:rPr>
                                <a:rPr kumimoji="1" lang="zh-CN" altLang="en-US" sz="2800" dirty="0">
                                  <a:solidFill>
                                    <a:schemeClr val="tx1"/>
                                  </a:solidFill>
                                </a:rPr>
                                <m:t>基准点</m:t>
                              </m:r>
                              <m:d>
                                <m:dPr>
                                  <m:ctrlPr>
                                    <a:rPr kumimoji="1" lang="en-US" altLang="zh-CN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kumimoji="1" lang="en-US" altLang="zh-CN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=1,</m:t>
                                  </m:r>
                                  <m:r>
                                    <a:rPr kumimoji="1" lang="en-US" altLang="zh-CN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  <m:d>
                                    <m:dPr>
                                      <m:ctrlPr>
                                        <a:rPr kumimoji="1" lang="en-US" altLang="zh-CN" sz="28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zh-CN" sz="28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  <m:r>
                                    <a:rPr kumimoji="1" lang="en-US" altLang="zh-CN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=20</m:t>
                                  </m:r>
                                  <m:func>
                                    <m:funcPr>
                                      <m:ctrlPr>
                                        <a:rPr kumimoji="1" lang="zh-CN" altLang="en-US" sz="28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zh-CN" sz="2800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lg</m:t>
                                      </m:r>
                                    </m:fName>
                                    <m:e>
                                      <m:r>
                                        <a:rPr kumimoji="1" lang="en-US" altLang="zh-CN" sz="28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m:rPr>
                                  <m:nor/>
                                </m:rPr>
                                <a:rPr kumimoji="1" lang="zh-CN" altLang="en-US" sz="2800" dirty="0">
                                  <a:solidFill>
                                    <a:schemeClr val="tx1"/>
                                  </a:solidFill>
                                </a:rPr>
                                <m:t>斜率</m:t>
                              </m:r>
                              <m:r>
                                <a:rPr kumimoji="1"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−20</m:t>
                              </m:r>
                              <m:r>
                                <a:rPr kumimoji="1"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f>
                                <m:fPr>
                                  <m:type m:val="lin"/>
                                  <m:ctrlPr>
                                    <a:rPr kumimoji="1"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dB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dec</m:t>
                                  </m:r>
                                </m:den>
                              </m:f>
                              <m:r>
                                <a:rPr kumimoji="1" lang="zh-CN" alt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      </m:t>
                              </m:r>
                              <m:r>
                                <m:rPr>
                                  <m:nor/>
                                </m:rPr>
                                <a:rPr kumimoji="1" lang="zh-CN" altLang="en-US" sz="2800" dirty="0">
                                  <a:solidFill>
                                    <a:schemeClr val="tx1"/>
                                  </a:solidFill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9" name="结果3">
                <a:extLst>
                  <a:ext uri="{FF2B5EF4-FFF2-40B4-BE49-F238E27FC236}">
                    <a16:creationId xmlns:a16="http://schemas.microsoft.com/office/drawing/2014/main" id="{609070B0-FDB4-72AA-8FE1-CA1315A97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7202" y="3721344"/>
                <a:ext cx="5185098" cy="1211422"/>
              </a:xfrm>
              <a:prstGeom prst="rect">
                <a:avLst/>
              </a:prstGeom>
              <a:blipFill>
                <a:blip r:embed="rId6"/>
                <a:stretch>
                  <a:fillRect l="-36675" t="-205155" b="-2948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5" name="箭头3">
            <a:extLst>
              <a:ext uri="{FF2B5EF4-FFF2-40B4-BE49-F238E27FC236}">
                <a16:creationId xmlns:a16="http://schemas.microsoft.com/office/drawing/2014/main" id="{7620CA90-62CB-D210-E311-3D900F4EFC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3063743" flipH="1">
            <a:off x="5376045" y="3554007"/>
            <a:ext cx="1573799" cy="1874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6" name="结果4">
                <a:extLst>
                  <a:ext uri="{FF2B5EF4-FFF2-40B4-BE49-F238E27FC236}">
                    <a16:creationId xmlns:a16="http://schemas.microsoft.com/office/drawing/2014/main" id="{1326CDDB-12CE-5CA1-82C4-4E781187880C}"/>
                  </a:ext>
                </a:extLst>
              </p:cNvPr>
              <p:cNvSpPr txBox="1"/>
              <p:nvPr/>
            </p:nvSpPr>
            <p:spPr>
              <a:xfrm>
                <a:off x="6770876" y="4969144"/>
                <a:ext cx="5185098" cy="16878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=0.2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kumimoji="1" lang="zh-CN" altLang="en-US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kumimoji="1" lang="zh-CN" altLang="en-US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       </m:t>
                                    </m:r>
                                  </m:e>
                                  <m:e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惯性环节</m:t>
                                    </m:r>
                                  </m:e>
                                  <m:e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−20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1"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  <m:r>
                                      <a:rPr kumimoji="1"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0.5</m:t>
                                    </m:r>
                                  </m:e>
                                  <m:e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一阶复合微分</m:t>
                                    </m:r>
                                  </m:e>
                                  <m:e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+20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1"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  <m:r>
                                      <a:rPr kumimoji="1"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=1</m:t>
                                    </m:r>
                                    <m:r>
                                      <a:rPr kumimoji="1" lang="zh-CN" altLang="en-US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            </m:t>
                                    </m:r>
                                  </m:e>
                                  <m:e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震荡环节</m:t>
                                    </m:r>
                                  </m:e>
                                  <m:e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−40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6" name="结果4">
                <a:extLst>
                  <a:ext uri="{FF2B5EF4-FFF2-40B4-BE49-F238E27FC236}">
                    <a16:creationId xmlns:a16="http://schemas.microsoft.com/office/drawing/2014/main" id="{1326CDDB-12CE-5CA1-82C4-4E78118788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0876" y="4969144"/>
                <a:ext cx="5185098" cy="1687834"/>
              </a:xfrm>
              <a:prstGeom prst="rect">
                <a:avLst/>
              </a:prstGeom>
              <a:blipFill>
                <a:blip r:embed="rId7"/>
                <a:stretch>
                  <a:fillRect l="-56724" t="-218657" r="-244" b="-3089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4" name="箭头4">
            <a:extLst>
              <a:ext uri="{FF2B5EF4-FFF2-40B4-BE49-F238E27FC236}">
                <a16:creationId xmlns:a16="http://schemas.microsoft.com/office/drawing/2014/main" id="{8DF89ABE-86D5-EA0A-8285-98B8960DEB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3143010" flipH="1">
            <a:off x="5255947" y="4993294"/>
            <a:ext cx="1573799" cy="1874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0" name="说明2">
                <a:extLst>
                  <a:ext uri="{FF2B5EF4-FFF2-40B4-BE49-F238E27FC236}">
                    <a16:creationId xmlns:a16="http://schemas.microsoft.com/office/drawing/2014/main" id="{95F46C90-F232-E1CC-3063-D3656217CF5A}"/>
                  </a:ext>
                </a:extLst>
              </p:cNvPr>
              <p:cNvSpPr txBox="1"/>
              <p:nvPr/>
            </p:nvSpPr>
            <p:spPr>
              <a:xfrm>
                <a:off x="223726" y="4726752"/>
                <a:ext cx="2818060" cy="20347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eqArr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一阶</m:t>
                              </m:r>
                              <m:d>
                                <m:dPr>
                                  <m:begChr m:val="{"/>
                                  <m:endChr m:val=""/>
                                  <m:ctrlPr>
                                    <a:rPr kumimoji="1" lang="en-US" altLang="zh-CN" sz="2800" i="1" smtClean="0"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dPr>
                                <m:e>
                                  <m:eqArr>
                                    <m:eqArrPr>
                                      <m:ctrlPr>
                                        <a:rPr kumimoji="1" lang="en-US" altLang="zh-CN" sz="2800" i="1" smtClean="0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惯性环节</m:t>
                                      </m:r>
                                      <m:r>
                                        <a:rPr kumimoji="1" lang="zh-CN" altLang="en-US" sz="2800" b="0" i="1" smtClean="0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  </m:t>
                                      </m:r>
                                      <m:r>
                                        <a:rPr kumimoji="1" lang="en-US" altLang="zh-CN" sz="2800" b="0" i="1" smtClean="0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−20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zh-CN" sz="2800" b="0" i="0" smtClean="0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dB</m:t>
                                      </m:r>
                                      <m:r>
                                        <a:rPr kumimoji="1" lang="en-US" altLang="zh-CN" sz="2800" b="0" i="0" smtClean="0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/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zh-CN" sz="2800" b="0" i="0" smtClean="0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dec</m:t>
                                      </m:r>
                                    </m:e>
                                    <m:e>
                                      <m: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复合环节</m:t>
                                      </m:r>
                                      <m:r>
                                        <a:rPr kumimoji="1" lang="zh-CN" altLang="en-US" sz="2800" b="0" i="1" smtClean="0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 </m:t>
                                      </m:r>
                                      <m:r>
                                        <a:rPr kumimoji="1" lang="en-US" altLang="zh-CN" sz="2800" b="0" i="1" smtClean="0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+20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zh-CN" sz="2800" b="0" i="0" smtClean="0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db</m:t>
                                      </m:r>
                                      <m:r>
                                        <a:rPr kumimoji="1" lang="en-US" altLang="zh-CN" sz="2800" b="0" i="0" smtClean="0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/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zh-CN" sz="2800" b="0" i="0" smtClean="0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dec</m:t>
                                      </m:r>
                                    </m:e>
                                  </m:eqArr>
                                </m:e>
                              </m:d>
                            </m:e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二阶</m:t>
                              </m:r>
                              <m:r>
                                <a:rPr kumimoji="1" lang="zh-CN" altLang="en-US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   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震荡环节</m:t>
                              </m:r>
                              <m:r>
                                <a:rPr kumimoji="1" lang="zh-CN" altLang="en-US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  </m:t>
                              </m:r>
                              <m:r>
                                <a:rPr kumimoji="1" lang="en-US" altLang="zh-CN" sz="2800" b="0" i="0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−40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zh-CN" sz="2800" b="0" i="0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dB</m:t>
                              </m:r>
                              <m:r>
                                <a:rPr kumimoji="1" lang="en-US" altLang="zh-CN" sz="2800" b="0" i="0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/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zh-CN" sz="2800" b="0" i="0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dec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0" name="说明2">
                <a:extLst>
                  <a:ext uri="{FF2B5EF4-FFF2-40B4-BE49-F238E27FC236}">
                    <a16:creationId xmlns:a16="http://schemas.microsoft.com/office/drawing/2014/main" id="{95F46C90-F232-E1CC-3063-D3656217C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726" y="4726752"/>
                <a:ext cx="2818060" cy="2034788"/>
              </a:xfrm>
              <a:prstGeom prst="rect">
                <a:avLst/>
              </a:prstGeom>
              <a:blipFill>
                <a:blip r:embed="rId8"/>
                <a:stretch>
                  <a:fillRect l="-34978" t="-116149" r="-74439" b="-1459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说明1">
            <a:extLst>
              <a:ext uri="{FF2B5EF4-FFF2-40B4-BE49-F238E27FC236}">
                <a16:creationId xmlns:a16="http://schemas.microsoft.com/office/drawing/2014/main" id="{BE62271E-A092-40CB-D5CB-BE3D5592FE2A}"/>
              </a:ext>
            </a:extLst>
          </p:cNvPr>
          <p:cNvSpPr txBox="1"/>
          <p:nvPr/>
        </p:nvSpPr>
        <p:spPr>
          <a:xfrm>
            <a:off x="319767" y="3408674"/>
            <a:ext cx="6063471" cy="578882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chemeClr val="accent1"/>
                </a:solidFill>
              </a:rPr>
              <a:t>最小转折频率之左的特性或其延长线 </a:t>
            </a:r>
          </a:p>
        </p:txBody>
      </p:sp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5264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绘制开环系统 </a:t>
            </a:r>
            <a:r>
              <a:rPr lang="en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Bode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图的步骤</a:t>
            </a:r>
          </a:p>
        </p:txBody>
      </p:sp>
      <p:grpSp>
        <p:nvGrpSpPr>
          <p:cNvPr id="76" name="步骤1">
            <a:extLst>
              <a:ext uri="{FF2B5EF4-FFF2-40B4-BE49-F238E27FC236}">
                <a16:creationId xmlns:a16="http://schemas.microsoft.com/office/drawing/2014/main" id="{98F4674A-51B6-B55E-285D-5812200E4606}"/>
              </a:ext>
            </a:extLst>
          </p:cNvPr>
          <p:cNvGrpSpPr/>
          <p:nvPr/>
        </p:nvGrpSpPr>
        <p:grpSpPr>
          <a:xfrm>
            <a:off x="234439" y="1028501"/>
            <a:ext cx="4996671" cy="725177"/>
            <a:chOff x="4943078" y="1700704"/>
            <a:chExt cx="4996671" cy="7251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标题">
                  <a:extLst>
                    <a:ext uri="{FF2B5EF4-FFF2-40B4-BE49-F238E27FC236}">
                      <a16:creationId xmlns:a16="http://schemas.microsoft.com/office/drawing/2014/main" id="{43DA60B5-6978-89A1-FDF3-71B36825FB03}"/>
                    </a:ext>
                  </a:extLst>
                </p:cNvPr>
                <p:cNvSpPr/>
                <p:nvPr/>
              </p:nvSpPr>
              <p:spPr bwMode="auto">
                <a:xfrm>
                  <a:off x="5375126" y="1769619"/>
                  <a:ext cx="4564623" cy="576000"/>
                </a:xfrm>
                <a:prstGeom prst="roundRect">
                  <a:avLst/>
                </a:prstGeom>
                <a:solidFill>
                  <a:schemeClr val="accent4"/>
                </a:solid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marL="360000"/>
                  <a:r>
                    <a:rPr lang="zh-CN" altLang="en-US" sz="3200" b="1" dirty="0">
                      <a:solidFill>
                        <a:schemeClr val="bg1"/>
                      </a:solidFill>
                      <a:latin typeface="Stencil" panose="040409050D0802020404" pitchFamily="82" charset="0"/>
                    </a:rPr>
                    <a:t>化 </a:t>
                  </a:r>
                  <a14:m>
                    <m:oMath xmlns:m="http://schemas.openxmlformats.org/officeDocument/2006/math">
                      <m:r>
                        <a:rPr lang="en" altLang="zh-CN" sz="32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" altLang="zh-CN" sz="32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" altLang="zh-CN" sz="32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" altLang="zh-CN" sz="32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</m:oMath>
                  </a14:m>
                  <a:r>
                    <a:rPr lang="zh-CN" altLang="en-US" sz="3200" b="1" dirty="0">
                      <a:solidFill>
                        <a:schemeClr val="bg1"/>
                      </a:solidFill>
                      <a:latin typeface="Stencil" panose="040409050D0802020404" pitchFamily="82" charset="0"/>
                    </a:rPr>
                    <a:t>为尾 </a:t>
                  </a:r>
                  <a:r>
                    <a:rPr lang="en-US" altLang="zh-CN" sz="3200" b="1" dirty="0">
                      <a:solidFill>
                        <a:schemeClr val="bg1"/>
                      </a:solidFill>
                      <a:latin typeface="Stencil" panose="040409050D0802020404" pitchFamily="82" charset="0"/>
                    </a:rPr>
                    <a:t>1 </a:t>
                  </a:r>
                  <a:r>
                    <a:rPr lang="zh-CN" altLang="en-US" sz="3200" b="1" dirty="0">
                      <a:solidFill>
                        <a:schemeClr val="bg1"/>
                      </a:solidFill>
                      <a:latin typeface="Stencil" panose="040409050D0802020404" pitchFamily="82" charset="0"/>
                    </a:rPr>
                    <a:t>标准型</a:t>
                  </a:r>
                </a:p>
              </p:txBody>
            </p:sp>
          </mc:Choice>
          <mc:Fallback xmlns="">
            <p:sp>
              <p:nvSpPr>
                <p:cNvPr id="77" name="标题">
                  <a:extLst>
                    <a:ext uri="{FF2B5EF4-FFF2-40B4-BE49-F238E27FC236}">
                      <a16:creationId xmlns:a16="http://schemas.microsoft.com/office/drawing/2014/main" id="{43DA60B5-6978-89A1-FDF3-71B36825FB0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75126" y="1769619"/>
                  <a:ext cx="4564623" cy="576000"/>
                </a:xfrm>
                <a:prstGeom prst="round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8" name="序号">
              <a:extLst>
                <a:ext uri="{FF2B5EF4-FFF2-40B4-BE49-F238E27FC236}">
                  <a16:creationId xmlns:a16="http://schemas.microsoft.com/office/drawing/2014/main" id="{1C215964-A7F2-16B2-FE56-91D7F08D78A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79" name="步骤2">
            <a:extLst>
              <a:ext uri="{FF2B5EF4-FFF2-40B4-BE49-F238E27FC236}">
                <a16:creationId xmlns:a16="http://schemas.microsoft.com/office/drawing/2014/main" id="{BF1D9419-6083-73C5-0BF6-D60D81E316A3}"/>
              </a:ext>
            </a:extLst>
          </p:cNvPr>
          <p:cNvGrpSpPr/>
          <p:nvPr/>
        </p:nvGrpSpPr>
        <p:grpSpPr>
          <a:xfrm>
            <a:off x="247960" y="1824448"/>
            <a:ext cx="4996671" cy="725177"/>
            <a:chOff x="4943078" y="1700704"/>
            <a:chExt cx="4996671" cy="725177"/>
          </a:xfrm>
        </p:grpSpPr>
        <p:sp>
          <p:nvSpPr>
            <p:cNvPr id="80" name="标题">
              <a:extLst>
                <a:ext uri="{FF2B5EF4-FFF2-40B4-BE49-F238E27FC236}">
                  <a16:creationId xmlns:a16="http://schemas.microsoft.com/office/drawing/2014/main" id="{D69D185D-D7BA-2420-6603-5CFD6FEFF253}"/>
                </a:ext>
              </a:extLst>
            </p:cNvPr>
            <p:cNvSpPr/>
            <p:nvPr/>
          </p:nvSpPr>
          <p:spPr bwMode="auto">
            <a:xfrm>
              <a:off x="5375126" y="1769619"/>
              <a:ext cx="4564623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顺序列出转折频率</a:t>
              </a:r>
            </a:p>
          </p:txBody>
        </p:sp>
        <p:sp>
          <p:nvSpPr>
            <p:cNvPr id="81" name="序号">
              <a:extLst>
                <a:ext uri="{FF2B5EF4-FFF2-40B4-BE49-F238E27FC236}">
                  <a16:creationId xmlns:a16="http://schemas.microsoft.com/office/drawing/2014/main" id="{2CB1E4C9-AD09-D308-0260-F0890608C45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82" name="步骤3">
            <a:extLst>
              <a:ext uri="{FF2B5EF4-FFF2-40B4-BE49-F238E27FC236}">
                <a16:creationId xmlns:a16="http://schemas.microsoft.com/office/drawing/2014/main" id="{C3FAE29F-BE62-BE6A-B1BD-7DCDB1B2ACC4}"/>
              </a:ext>
            </a:extLst>
          </p:cNvPr>
          <p:cNvGrpSpPr/>
          <p:nvPr/>
        </p:nvGrpSpPr>
        <p:grpSpPr>
          <a:xfrm>
            <a:off x="268977" y="2606499"/>
            <a:ext cx="4996671" cy="725177"/>
            <a:chOff x="4943078" y="1700704"/>
            <a:chExt cx="4996671" cy="725177"/>
          </a:xfrm>
        </p:grpSpPr>
        <p:sp>
          <p:nvSpPr>
            <p:cNvPr id="83" name="标题">
              <a:extLst>
                <a:ext uri="{FF2B5EF4-FFF2-40B4-BE49-F238E27FC236}">
                  <a16:creationId xmlns:a16="http://schemas.microsoft.com/office/drawing/2014/main" id="{84409FF8-32B0-0CD4-7929-4378039541E4}"/>
                </a:ext>
              </a:extLst>
            </p:cNvPr>
            <p:cNvSpPr/>
            <p:nvPr/>
          </p:nvSpPr>
          <p:spPr bwMode="auto">
            <a:xfrm>
              <a:off x="5375126" y="1769619"/>
              <a:ext cx="4564623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确定低频特性</a:t>
              </a:r>
            </a:p>
          </p:txBody>
        </p:sp>
        <p:sp>
          <p:nvSpPr>
            <p:cNvPr id="84" name="序号">
              <a:extLst>
                <a:ext uri="{FF2B5EF4-FFF2-40B4-BE49-F238E27FC236}">
                  <a16:creationId xmlns:a16="http://schemas.microsoft.com/office/drawing/2014/main" id="{46670354-8D72-7755-9BCA-4C1095DD68B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87" name="步骤4">
            <a:extLst>
              <a:ext uri="{FF2B5EF4-FFF2-40B4-BE49-F238E27FC236}">
                <a16:creationId xmlns:a16="http://schemas.microsoft.com/office/drawing/2014/main" id="{0204A2C8-0E6A-9EC2-FED3-DE0DD8C73B30}"/>
              </a:ext>
            </a:extLst>
          </p:cNvPr>
          <p:cNvGrpSpPr/>
          <p:nvPr/>
        </p:nvGrpSpPr>
        <p:grpSpPr>
          <a:xfrm>
            <a:off x="234439" y="4081837"/>
            <a:ext cx="4996671" cy="725177"/>
            <a:chOff x="4943078" y="1700704"/>
            <a:chExt cx="4996671" cy="725177"/>
          </a:xfrm>
        </p:grpSpPr>
        <p:sp>
          <p:nvSpPr>
            <p:cNvPr id="88" name="标题">
              <a:extLst>
                <a:ext uri="{FF2B5EF4-FFF2-40B4-BE49-F238E27FC236}">
                  <a16:creationId xmlns:a16="http://schemas.microsoft.com/office/drawing/2014/main" id="{2EF3C28A-4477-EC81-7DC5-C23242F62EB4}"/>
                </a:ext>
              </a:extLst>
            </p:cNvPr>
            <p:cNvSpPr/>
            <p:nvPr/>
          </p:nvSpPr>
          <p:spPr bwMode="auto">
            <a:xfrm>
              <a:off x="5375126" y="1769619"/>
              <a:ext cx="4564623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叠加作图</a:t>
              </a:r>
            </a:p>
          </p:txBody>
        </p:sp>
        <p:sp>
          <p:nvSpPr>
            <p:cNvPr id="89" name="序号">
              <a:extLst>
                <a:ext uri="{FF2B5EF4-FFF2-40B4-BE49-F238E27FC236}">
                  <a16:creationId xmlns:a16="http://schemas.microsoft.com/office/drawing/2014/main" id="{DEBB4040-6144-3461-CEEB-EC87706BA00D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开环传函">
                <a:extLst>
                  <a:ext uri="{FF2B5EF4-FFF2-40B4-BE49-F238E27FC236}">
                    <a16:creationId xmlns:a16="http://schemas.microsoft.com/office/drawing/2014/main" id="{3B84EE24-A13A-21D3-F3D4-F6D5FB3D85F4}"/>
                  </a:ext>
                </a:extLst>
              </p:cNvPr>
              <p:cNvSpPr txBox="1"/>
              <p:nvPr/>
            </p:nvSpPr>
            <p:spPr>
              <a:xfrm>
                <a:off x="7535888" y="154359"/>
                <a:ext cx="3600400" cy="789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𝐺</m:t>
                    </m:r>
                    <m:d>
                      <m:d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</m:e>
                    </m:d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40</m:t>
                        </m:r>
                        <m:d>
                          <m:d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𝑠</m:t>
                            </m:r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+0.5</m:t>
                            </m:r>
                          </m:e>
                        </m:d>
                      </m:num>
                      <m:den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(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+0.2)(</m:t>
                        </m:r>
                        <m:sSup>
                          <m:sSup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𝑠</m:t>
                            </m:r>
                          </m:e>
                          <m:sup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+1)</m:t>
                        </m:r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92" name="开环传函">
                <a:extLst>
                  <a:ext uri="{FF2B5EF4-FFF2-40B4-BE49-F238E27FC236}">
                    <a16:creationId xmlns:a16="http://schemas.microsoft.com/office/drawing/2014/main" id="{3B84EE24-A13A-21D3-F3D4-F6D5FB3D85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888" y="154359"/>
                <a:ext cx="3600400" cy="789832"/>
              </a:xfrm>
              <a:prstGeom prst="rect">
                <a:avLst/>
              </a:prstGeom>
              <a:blipFill>
                <a:blip r:embed="rId10"/>
                <a:stretch>
                  <a:fillRect l="-1056" b="-79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06544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/>
      <p:bldP spid="99" grpId="0"/>
      <p:bldP spid="96" grpId="0"/>
      <p:bldP spid="90" grpId="0"/>
      <p:bldP spid="91" grpId="0" animBg="1"/>
      <p:bldP spid="45" grpId="0"/>
      <p:bldP spid="9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5264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绘制开环系统 </a:t>
            </a:r>
            <a:r>
              <a:rPr lang="en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Bode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图的步骤</a:t>
            </a: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26374933-B3D1-AD0E-516F-3C915A05E6B2}"/>
              </a:ext>
            </a:extLst>
          </p:cNvPr>
          <p:cNvGrpSpPr/>
          <p:nvPr/>
        </p:nvGrpSpPr>
        <p:grpSpPr>
          <a:xfrm>
            <a:off x="5303540" y="1276925"/>
            <a:ext cx="6698295" cy="3008113"/>
            <a:chOff x="621046" y="1007428"/>
            <a:chExt cx="10706565" cy="5501693"/>
          </a:xfrm>
        </p:grpSpPr>
        <p:cxnSp>
          <p:nvCxnSpPr>
            <p:cNvPr id="42" name="辅助线">
              <a:extLst>
                <a:ext uri="{FF2B5EF4-FFF2-40B4-BE49-F238E27FC236}">
                  <a16:creationId xmlns:a16="http://schemas.microsoft.com/office/drawing/2014/main" id="{76DCA313-8C24-CF37-A76D-70C9805009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1628800"/>
              <a:ext cx="871296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辅助线">
              <a:extLst>
                <a:ext uri="{FF2B5EF4-FFF2-40B4-BE49-F238E27FC236}">
                  <a16:creationId xmlns:a16="http://schemas.microsoft.com/office/drawing/2014/main" id="{0583C0CD-D7A2-B587-C60D-24115ACCAE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2132856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辅助线">
              <a:extLst>
                <a:ext uri="{FF2B5EF4-FFF2-40B4-BE49-F238E27FC236}">
                  <a16:creationId xmlns:a16="http://schemas.microsoft.com/office/drawing/2014/main" id="{B7FD8EA0-F194-9F10-AC17-2611CBD1F4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2636912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辅助线">
              <a:extLst>
                <a:ext uri="{FF2B5EF4-FFF2-40B4-BE49-F238E27FC236}">
                  <a16:creationId xmlns:a16="http://schemas.microsoft.com/office/drawing/2014/main" id="{7855075D-B48C-1241-FF8D-0EE4840DE4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3140968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辅助线">
              <a:extLst>
                <a:ext uri="{FF2B5EF4-FFF2-40B4-BE49-F238E27FC236}">
                  <a16:creationId xmlns:a16="http://schemas.microsoft.com/office/drawing/2014/main" id="{3D42B344-20EC-2FC6-A50E-F4405FE11C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3645024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辅助线">
              <a:extLst>
                <a:ext uri="{FF2B5EF4-FFF2-40B4-BE49-F238E27FC236}">
                  <a16:creationId xmlns:a16="http://schemas.microsoft.com/office/drawing/2014/main" id="{9A691971-2F7E-E2D2-0B2F-197DE01C52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4149080"/>
              <a:ext cx="972108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辅助线">
              <a:extLst>
                <a:ext uri="{FF2B5EF4-FFF2-40B4-BE49-F238E27FC236}">
                  <a16:creationId xmlns:a16="http://schemas.microsoft.com/office/drawing/2014/main" id="{772CA42B-2C86-C235-DFE9-CE8DC7C9EB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4653136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辅助线">
              <a:extLst>
                <a:ext uri="{FF2B5EF4-FFF2-40B4-BE49-F238E27FC236}">
                  <a16:creationId xmlns:a16="http://schemas.microsoft.com/office/drawing/2014/main" id="{7F76CF55-E913-5EBB-77BC-C616BE3665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5157192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辅助线">
              <a:extLst>
                <a:ext uri="{FF2B5EF4-FFF2-40B4-BE49-F238E27FC236}">
                  <a16:creationId xmlns:a16="http://schemas.microsoft.com/office/drawing/2014/main" id="{F5F7312D-BE7A-1DE7-B54F-54705385F9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5661248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辅助线">
              <a:extLst>
                <a:ext uri="{FF2B5EF4-FFF2-40B4-BE49-F238E27FC236}">
                  <a16:creationId xmlns:a16="http://schemas.microsoft.com/office/drawing/2014/main" id="{9A12FDEB-77C9-DFA4-C256-36F000E921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6165304"/>
              <a:ext cx="871296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2049756D-7575-BF6D-3303-3A455DA6FC21}"/>
                </a:ext>
              </a:extLst>
            </p:cNvPr>
            <p:cNvGrpSpPr/>
            <p:nvPr/>
          </p:nvGrpSpPr>
          <p:grpSpPr>
            <a:xfrm>
              <a:off x="1486694" y="1052736"/>
              <a:ext cx="8707412" cy="5112568"/>
              <a:chOff x="1486694" y="1052736"/>
              <a:chExt cx="8707412" cy="5112568"/>
            </a:xfrm>
          </p:grpSpPr>
          <p:cxnSp>
            <p:nvCxnSpPr>
              <p:cNvPr id="140" name="辅助线">
                <a:extLst>
                  <a:ext uri="{FF2B5EF4-FFF2-40B4-BE49-F238E27FC236}">
                    <a16:creationId xmlns:a16="http://schemas.microsoft.com/office/drawing/2014/main" id="{EF04C218-81F0-5CBA-CBAB-7B37B385065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86694" y="1052736"/>
                <a:ext cx="0" cy="511256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辅助线">
                <a:extLst>
                  <a:ext uri="{FF2B5EF4-FFF2-40B4-BE49-F238E27FC236}">
                    <a16:creationId xmlns:a16="http://schemas.microsoft.com/office/drawing/2014/main" id="{EC1922D5-F090-C22A-C7FC-2E421722FC6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辅助线">
                <a:extLst>
                  <a:ext uri="{FF2B5EF4-FFF2-40B4-BE49-F238E27FC236}">
                    <a16:creationId xmlns:a16="http://schemas.microsoft.com/office/drawing/2014/main" id="{67F1F931-CEF7-A036-D2B7-1B100C639EA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辅助线">
                <a:extLst>
                  <a:ext uri="{FF2B5EF4-FFF2-40B4-BE49-F238E27FC236}">
                    <a16:creationId xmlns:a16="http://schemas.microsoft.com/office/drawing/2014/main" id="{62B88FBC-E429-D3E7-9744-E615F9A9033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8703FA62-DA86-E31D-F711-D45A6C36C42B}"/>
                </a:ext>
              </a:extLst>
            </p:cNvPr>
            <p:cNvGrpSpPr/>
            <p:nvPr/>
          </p:nvGrpSpPr>
          <p:grpSpPr>
            <a:xfrm>
              <a:off x="4306471" y="1628800"/>
              <a:ext cx="5804941" cy="4536504"/>
              <a:chOff x="4389165" y="1628800"/>
              <a:chExt cx="5804941" cy="4536504"/>
            </a:xfrm>
          </p:grpSpPr>
          <p:cxnSp>
            <p:nvCxnSpPr>
              <p:cNvPr id="137" name="辅助线">
                <a:extLst>
                  <a:ext uri="{FF2B5EF4-FFF2-40B4-BE49-F238E27FC236}">
                    <a16:creationId xmlns:a16="http://schemas.microsoft.com/office/drawing/2014/main" id="{085D8E19-1D3F-6172-7FDE-E5A797BB06A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辅助线">
                <a:extLst>
                  <a:ext uri="{FF2B5EF4-FFF2-40B4-BE49-F238E27FC236}">
                    <a16:creationId xmlns:a16="http://schemas.microsoft.com/office/drawing/2014/main" id="{7B8A2F21-F8C4-4B13-0B49-1262F276C45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辅助线">
                <a:extLst>
                  <a:ext uri="{FF2B5EF4-FFF2-40B4-BE49-F238E27FC236}">
                    <a16:creationId xmlns:a16="http://schemas.microsoft.com/office/drawing/2014/main" id="{876E5F80-F890-A19F-6BDD-DC11659CD27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48CA0416-7FA5-6DAA-9EC3-24FDD09BBD38}"/>
                </a:ext>
              </a:extLst>
            </p:cNvPr>
            <p:cNvGrpSpPr/>
            <p:nvPr/>
          </p:nvGrpSpPr>
          <p:grpSpPr>
            <a:xfrm>
              <a:off x="4203727" y="1641500"/>
              <a:ext cx="5804941" cy="4536504"/>
              <a:chOff x="4389165" y="1628800"/>
              <a:chExt cx="5804941" cy="4536504"/>
            </a:xfrm>
          </p:grpSpPr>
          <p:cxnSp>
            <p:nvCxnSpPr>
              <p:cNvPr id="134" name="辅助线">
                <a:extLst>
                  <a:ext uri="{FF2B5EF4-FFF2-40B4-BE49-F238E27FC236}">
                    <a16:creationId xmlns:a16="http://schemas.microsoft.com/office/drawing/2014/main" id="{0994D4FF-9A24-9C8B-76D7-DE07CF831B1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辅助线">
                <a:extLst>
                  <a:ext uri="{FF2B5EF4-FFF2-40B4-BE49-F238E27FC236}">
                    <a16:creationId xmlns:a16="http://schemas.microsoft.com/office/drawing/2014/main" id="{F2808BA0-B557-B7E7-9B93-4143C4251BF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辅助线">
                <a:extLst>
                  <a:ext uri="{FF2B5EF4-FFF2-40B4-BE49-F238E27FC236}">
                    <a16:creationId xmlns:a16="http://schemas.microsoft.com/office/drawing/2014/main" id="{9EEFE87D-ABBC-BD1D-F745-705D9E7DF28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C55274B6-99A2-DF14-9C12-7117B5A687E0}"/>
                </a:ext>
              </a:extLst>
            </p:cNvPr>
            <p:cNvGrpSpPr/>
            <p:nvPr/>
          </p:nvGrpSpPr>
          <p:grpSpPr>
            <a:xfrm>
              <a:off x="4060227" y="1635150"/>
              <a:ext cx="5804941" cy="4536504"/>
              <a:chOff x="4389165" y="1628800"/>
              <a:chExt cx="5804941" cy="4536504"/>
            </a:xfrm>
          </p:grpSpPr>
          <p:cxnSp>
            <p:nvCxnSpPr>
              <p:cNvPr id="131" name="辅助线">
                <a:extLst>
                  <a:ext uri="{FF2B5EF4-FFF2-40B4-BE49-F238E27FC236}">
                    <a16:creationId xmlns:a16="http://schemas.microsoft.com/office/drawing/2014/main" id="{738CCA21-0ACB-E6B0-9B9E-A255EB8B209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辅助线">
                <a:extLst>
                  <a:ext uri="{FF2B5EF4-FFF2-40B4-BE49-F238E27FC236}">
                    <a16:creationId xmlns:a16="http://schemas.microsoft.com/office/drawing/2014/main" id="{34CDA8C9-076D-19C4-4879-8D3BD6B805C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辅助线">
                <a:extLst>
                  <a:ext uri="{FF2B5EF4-FFF2-40B4-BE49-F238E27FC236}">
                    <a16:creationId xmlns:a16="http://schemas.microsoft.com/office/drawing/2014/main" id="{8D55F787-75A1-1E85-A555-8E225C03D04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6126F0AC-BCD6-84E5-62BE-0956553A809C}"/>
                </a:ext>
              </a:extLst>
            </p:cNvPr>
            <p:cNvGrpSpPr/>
            <p:nvPr/>
          </p:nvGrpSpPr>
          <p:grpSpPr>
            <a:xfrm>
              <a:off x="3874789" y="1641500"/>
              <a:ext cx="5804941" cy="4536504"/>
              <a:chOff x="4389165" y="1628800"/>
              <a:chExt cx="5804941" cy="4536504"/>
            </a:xfrm>
          </p:grpSpPr>
          <p:cxnSp>
            <p:nvCxnSpPr>
              <p:cNvPr id="128" name="辅助线">
                <a:extLst>
                  <a:ext uri="{FF2B5EF4-FFF2-40B4-BE49-F238E27FC236}">
                    <a16:creationId xmlns:a16="http://schemas.microsoft.com/office/drawing/2014/main" id="{D9F38712-9B87-FF18-6DC8-223578AED18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辅助线">
                <a:extLst>
                  <a:ext uri="{FF2B5EF4-FFF2-40B4-BE49-F238E27FC236}">
                    <a16:creationId xmlns:a16="http://schemas.microsoft.com/office/drawing/2014/main" id="{51F9849D-79F9-280B-734D-BDC811CE2A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辅助线">
                <a:extLst>
                  <a:ext uri="{FF2B5EF4-FFF2-40B4-BE49-F238E27FC236}">
                    <a16:creationId xmlns:a16="http://schemas.microsoft.com/office/drawing/2014/main" id="{539C3BAF-8B73-6C70-9B76-84BCE579E14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EE41F120-E075-FD7E-B798-53F36FA80A08}"/>
                </a:ext>
              </a:extLst>
            </p:cNvPr>
            <p:cNvGrpSpPr/>
            <p:nvPr/>
          </p:nvGrpSpPr>
          <p:grpSpPr>
            <a:xfrm>
              <a:off x="3595967" y="1635150"/>
              <a:ext cx="5804941" cy="4536504"/>
              <a:chOff x="4389165" y="1628800"/>
              <a:chExt cx="5804941" cy="4536504"/>
            </a:xfrm>
          </p:grpSpPr>
          <p:cxnSp>
            <p:nvCxnSpPr>
              <p:cNvPr id="125" name="辅助线">
                <a:extLst>
                  <a:ext uri="{FF2B5EF4-FFF2-40B4-BE49-F238E27FC236}">
                    <a16:creationId xmlns:a16="http://schemas.microsoft.com/office/drawing/2014/main" id="{CEE4AAC1-74DB-D93D-B20F-4BFFB398424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辅助线">
                <a:extLst>
                  <a:ext uri="{FF2B5EF4-FFF2-40B4-BE49-F238E27FC236}">
                    <a16:creationId xmlns:a16="http://schemas.microsoft.com/office/drawing/2014/main" id="{1D510F6D-1C5F-46FD-8CEB-96B3139894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辅助线">
                <a:extLst>
                  <a:ext uri="{FF2B5EF4-FFF2-40B4-BE49-F238E27FC236}">
                    <a16:creationId xmlns:a16="http://schemas.microsoft.com/office/drawing/2014/main" id="{855BA021-F6EA-B00E-1439-6B1057BF10D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CF8D39E6-2107-F9A5-D6CA-EAB4C6FE09DB}"/>
                </a:ext>
              </a:extLst>
            </p:cNvPr>
            <p:cNvGrpSpPr/>
            <p:nvPr/>
          </p:nvGrpSpPr>
          <p:grpSpPr>
            <a:xfrm>
              <a:off x="3233200" y="1635151"/>
              <a:ext cx="5804941" cy="4536504"/>
              <a:chOff x="4389165" y="1628800"/>
              <a:chExt cx="5804941" cy="4536504"/>
            </a:xfrm>
          </p:grpSpPr>
          <p:cxnSp>
            <p:nvCxnSpPr>
              <p:cNvPr id="122" name="辅助线">
                <a:extLst>
                  <a:ext uri="{FF2B5EF4-FFF2-40B4-BE49-F238E27FC236}">
                    <a16:creationId xmlns:a16="http://schemas.microsoft.com/office/drawing/2014/main" id="{37517653-3DEB-42F0-5787-41D7A1F054A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辅助线">
                <a:extLst>
                  <a:ext uri="{FF2B5EF4-FFF2-40B4-BE49-F238E27FC236}">
                    <a16:creationId xmlns:a16="http://schemas.microsoft.com/office/drawing/2014/main" id="{A894DB54-D5DE-FF7F-33DD-A497B189C06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辅助线">
                <a:extLst>
                  <a:ext uri="{FF2B5EF4-FFF2-40B4-BE49-F238E27FC236}">
                    <a16:creationId xmlns:a16="http://schemas.microsoft.com/office/drawing/2014/main" id="{0E7E543C-9FC5-6274-C72C-6CFEC2CDEA7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B6DFF413-C0E2-C72F-7D49-9149EF075924}"/>
                </a:ext>
              </a:extLst>
            </p:cNvPr>
            <p:cNvGrpSpPr/>
            <p:nvPr/>
          </p:nvGrpSpPr>
          <p:grpSpPr>
            <a:xfrm>
              <a:off x="2808321" y="1622450"/>
              <a:ext cx="5804941" cy="4536504"/>
              <a:chOff x="4389165" y="1628800"/>
              <a:chExt cx="5804941" cy="4536504"/>
            </a:xfrm>
          </p:grpSpPr>
          <p:cxnSp>
            <p:nvCxnSpPr>
              <p:cNvPr id="119" name="辅助线">
                <a:extLst>
                  <a:ext uri="{FF2B5EF4-FFF2-40B4-BE49-F238E27FC236}">
                    <a16:creationId xmlns:a16="http://schemas.microsoft.com/office/drawing/2014/main" id="{6FC3DB76-7565-C548-A572-FB898AB6331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辅助线">
                <a:extLst>
                  <a:ext uri="{FF2B5EF4-FFF2-40B4-BE49-F238E27FC236}">
                    <a16:creationId xmlns:a16="http://schemas.microsoft.com/office/drawing/2014/main" id="{2D1313CB-A81F-11CE-7A80-DCFCC2FC94D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辅助线">
                <a:extLst>
                  <a:ext uri="{FF2B5EF4-FFF2-40B4-BE49-F238E27FC236}">
                    <a16:creationId xmlns:a16="http://schemas.microsoft.com/office/drawing/2014/main" id="{1717D63F-143B-CAE5-B927-226F85B9F3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F380BB51-5FFE-84E0-A265-92F9E22BAEAD}"/>
                </a:ext>
              </a:extLst>
            </p:cNvPr>
            <p:cNvGrpSpPr/>
            <p:nvPr/>
          </p:nvGrpSpPr>
          <p:grpSpPr>
            <a:xfrm>
              <a:off x="2307198" y="1641501"/>
              <a:ext cx="5804941" cy="4536504"/>
              <a:chOff x="4389165" y="1628800"/>
              <a:chExt cx="5804941" cy="4536504"/>
            </a:xfrm>
          </p:grpSpPr>
          <p:cxnSp>
            <p:nvCxnSpPr>
              <p:cNvPr id="116" name="辅助线">
                <a:extLst>
                  <a:ext uri="{FF2B5EF4-FFF2-40B4-BE49-F238E27FC236}">
                    <a16:creationId xmlns:a16="http://schemas.microsoft.com/office/drawing/2014/main" id="{8FBC4A1E-7F71-073E-78CC-131169A105A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辅助线">
                <a:extLst>
                  <a:ext uri="{FF2B5EF4-FFF2-40B4-BE49-F238E27FC236}">
                    <a16:creationId xmlns:a16="http://schemas.microsoft.com/office/drawing/2014/main" id="{EEEE21D2-E6E2-B5BE-C264-6502A5C76EE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辅助线">
                <a:extLst>
                  <a:ext uri="{FF2B5EF4-FFF2-40B4-BE49-F238E27FC236}">
                    <a16:creationId xmlns:a16="http://schemas.microsoft.com/office/drawing/2014/main" id="{902C1A8F-E468-C60F-9932-388BE23A21E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Gs">
                  <a:extLst>
                    <a:ext uri="{FF2B5EF4-FFF2-40B4-BE49-F238E27FC236}">
                      <a16:creationId xmlns:a16="http://schemas.microsoft.com/office/drawing/2014/main" id="{5CBA7A6D-E506-4AA6-F8D8-A5A577D5B0A8}"/>
                    </a:ext>
                  </a:extLst>
                </p:cNvPr>
                <p:cNvSpPr txBox="1"/>
                <p:nvPr/>
              </p:nvSpPr>
              <p:spPr>
                <a:xfrm>
                  <a:off x="1488412" y="1050911"/>
                  <a:ext cx="1549681" cy="67549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altLang="zh-CN" dirty="0">
                      <a:solidFill>
                        <a:schemeClr val="tx1"/>
                      </a:solidFill>
                    </a:rPr>
                    <a:t>dB</a:t>
                  </a:r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Gs">
                  <a:extLst>
                    <a:ext uri="{FF2B5EF4-FFF2-40B4-BE49-F238E27FC236}">
                      <a16:creationId xmlns:a16="http://schemas.microsoft.com/office/drawing/2014/main" id="{46C65E79-34D5-40DA-D2D2-2956FF9E83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8412" y="1050911"/>
                  <a:ext cx="1549681" cy="675490"/>
                </a:xfrm>
                <a:prstGeom prst="rect">
                  <a:avLst/>
                </a:prstGeom>
                <a:blipFill>
                  <a:blip r:embed="rId3"/>
                  <a:stretch>
                    <a:fillRect t="-10000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Gs">
                  <a:extLst>
                    <a:ext uri="{FF2B5EF4-FFF2-40B4-BE49-F238E27FC236}">
                      <a16:creationId xmlns:a16="http://schemas.microsoft.com/office/drawing/2014/main" id="{A27DF585-8B29-BDD0-3B00-8F317B25F3A1}"/>
                    </a:ext>
                  </a:extLst>
                </p:cNvPr>
                <p:cNvSpPr txBox="1"/>
                <p:nvPr/>
              </p:nvSpPr>
              <p:spPr>
                <a:xfrm>
                  <a:off x="10902767" y="3608279"/>
                  <a:ext cx="4248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1" name="Gs">
                  <a:extLst>
                    <a:ext uri="{FF2B5EF4-FFF2-40B4-BE49-F238E27FC236}">
                      <a16:creationId xmlns:a16="http://schemas.microsoft.com/office/drawing/2014/main" id="{A5F3EF99-3630-0BF0-DB3A-7C787EF663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02767" y="3608279"/>
                  <a:ext cx="424844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18182" b="-6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Gs">
                  <a:extLst>
                    <a:ext uri="{FF2B5EF4-FFF2-40B4-BE49-F238E27FC236}">
                      <a16:creationId xmlns:a16="http://schemas.microsoft.com/office/drawing/2014/main" id="{C5A81B3E-2081-3064-3ADF-D02364FB985B}"/>
                    </a:ext>
                  </a:extLst>
                </p:cNvPr>
                <p:cNvSpPr txBox="1"/>
                <p:nvPr/>
              </p:nvSpPr>
              <p:spPr>
                <a:xfrm>
                  <a:off x="10042497" y="3724861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2" name="Gs">
                  <a:extLst>
                    <a:ext uri="{FF2B5EF4-FFF2-40B4-BE49-F238E27FC236}">
                      <a16:creationId xmlns:a16="http://schemas.microsoft.com/office/drawing/2014/main" id="{AA1AF1CD-2EA4-F280-C3B3-8E2535C72C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42497" y="3724861"/>
                  <a:ext cx="703715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Gs">
                  <a:extLst>
                    <a:ext uri="{FF2B5EF4-FFF2-40B4-BE49-F238E27FC236}">
                      <a16:creationId xmlns:a16="http://schemas.microsoft.com/office/drawing/2014/main" id="{2138F283-191A-4B73-593F-FFB1AEB91649}"/>
                    </a:ext>
                  </a:extLst>
                </p:cNvPr>
                <p:cNvSpPr txBox="1"/>
                <p:nvPr/>
              </p:nvSpPr>
              <p:spPr>
                <a:xfrm>
                  <a:off x="10143990" y="3346669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3" name="Gs">
                  <a:extLst>
                    <a:ext uri="{FF2B5EF4-FFF2-40B4-BE49-F238E27FC236}">
                      <a16:creationId xmlns:a16="http://schemas.microsoft.com/office/drawing/2014/main" id="{64BB0861-23C0-0809-44B7-CD3ADE6F9D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43990" y="3346669"/>
                  <a:ext cx="703715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16667" b="-687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Gs">
                  <a:extLst>
                    <a:ext uri="{FF2B5EF4-FFF2-40B4-BE49-F238E27FC236}">
                      <a16:creationId xmlns:a16="http://schemas.microsoft.com/office/drawing/2014/main" id="{F5A62055-0726-5508-6A29-1B4110CB877F}"/>
                    </a:ext>
                  </a:extLst>
                </p:cNvPr>
                <p:cNvSpPr txBox="1"/>
                <p:nvPr/>
              </p:nvSpPr>
              <p:spPr>
                <a:xfrm>
                  <a:off x="10137535" y="2865445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80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4" name="Gs">
                  <a:extLst>
                    <a:ext uri="{FF2B5EF4-FFF2-40B4-BE49-F238E27FC236}">
                      <a16:creationId xmlns:a16="http://schemas.microsoft.com/office/drawing/2014/main" id="{31EFE428-3724-078C-5F13-EC0C8E83C0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7535" y="2865445"/>
                  <a:ext cx="703715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41667" b="-5882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Gs">
                  <a:extLst>
                    <a:ext uri="{FF2B5EF4-FFF2-40B4-BE49-F238E27FC236}">
                      <a16:creationId xmlns:a16="http://schemas.microsoft.com/office/drawing/2014/main" id="{E2903789-6ED8-CF67-5AD2-513E96893F88}"/>
                    </a:ext>
                  </a:extLst>
                </p:cNvPr>
                <p:cNvSpPr txBox="1"/>
                <p:nvPr/>
              </p:nvSpPr>
              <p:spPr>
                <a:xfrm>
                  <a:off x="10160530" y="2361389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70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5" name="Gs">
                  <a:extLst>
                    <a:ext uri="{FF2B5EF4-FFF2-40B4-BE49-F238E27FC236}">
                      <a16:creationId xmlns:a16="http://schemas.microsoft.com/office/drawing/2014/main" id="{3DDED018-1863-90A1-03F8-1E0DE59AF4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0530" y="2361389"/>
                  <a:ext cx="703715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44444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Gs">
                  <a:extLst>
                    <a:ext uri="{FF2B5EF4-FFF2-40B4-BE49-F238E27FC236}">
                      <a16:creationId xmlns:a16="http://schemas.microsoft.com/office/drawing/2014/main" id="{40877671-2168-E1C4-6350-A48F0B2A4DD9}"/>
                    </a:ext>
                  </a:extLst>
                </p:cNvPr>
                <p:cNvSpPr txBox="1"/>
                <p:nvPr/>
              </p:nvSpPr>
              <p:spPr>
                <a:xfrm>
                  <a:off x="10137535" y="1857333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6" name="Gs">
                  <a:extLst>
                    <a:ext uri="{FF2B5EF4-FFF2-40B4-BE49-F238E27FC236}">
                      <a16:creationId xmlns:a16="http://schemas.microsoft.com/office/drawing/2014/main" id="{9CEEA585-E3E5-AF73-1BAF-A40F02E4D6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7535" y="1857333"/>
                  <a:ext cx="703715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41667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Gs">
                  <a:extLst>
                    <a:ext uri="{FF2B5EF4-FFF2-40B4-BE49-F238E27FC236}">
                      <a16:creationId xmlns:a16="http://schemas.microsoft.com/office/drawing/2014/main" id="{D48FAC4A-C294-F714-B3BE-EFE6C845C3C1}"/>
                    </a:ext>
                  </a:extLst>
                </p:cNvPr>
                <p:cNvSpPr txBox="1"/>
                <p:nvPr/>
              </p:nvSpPr>
              <p:spPr>
                <a:xfrm>
                  <a:off x="10176429" y="4369187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7" name="Gs">
                  <a:extLst>
                    <a:ext uri="{FF2B5EF4-FFF2-40B4-BE49-F238E27FC236}">
                      <a16:creationId xmlns:a16="http://schemas.microsoft.com/office/drawing/2014/main" id="{CC2955E8-8814-2E7B-3272-87B582BEAA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76429" y="4369187"/>
                  <a:ext cx="703715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52778" b="-5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Gs">
                  <a:extLst>
                    <a:ext uri="{FF2B5EF4-FFF2-40B4-BE49-F238E27FC236}">
                      <a16:creationId xmlns:a16="http://schemas.microsoft.com/office/drawing/2014/main" id="{826D76B0-C067-A269-96AC-E511E66B59A4}"/>
                    </a:ext>
                  </a:extLst>
                </p:cNvPr>
                <p:cNvSpPr txBox="1"/>
                <p:nvPr/>
              </p:nvSpPr>
              <p:spPr>
                <a:xfrm>
                  <a:off x="10168599" y="4871770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80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8" name="Gs">
                  <a:extLst>
                    <a:ext uri="{FF2B5EF4-FFF2-40B4-BE49-F238E27FC236}">
                      <a16:creationId xmlns:a16="http://schemas.microsoft.com/office/drawing/2014/main" id="{C5CEAD9A-E5B8-DE4B-FC77-D5600FF178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8599" y="4871770"/>
                  <a:ext cx="703715" cy="369332"/>
                </a:xfrm>
                <a:prstGeom prst="rect">
                  <a:avLst/>
                </a:prstGeom>
                <a:blipFill>
                  <a:blip r:embed="rId11"/>
                  <a:stretch>
                    <a:fillRect r="-85714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Gs">
                  <a:extLst>
                    <a:ext uri="{FF2B5EF4-FFF2-40B4-BE49-F238E27FC236}">
                      <a16:creationId xmlns:a16="http://schemas.microsoft.com/office/drawing/2014/main" id="{734D2672-6894-1781-3ADE-6F71F6DE284B}"/>
                    </a:ext>
                  </a:extLst>
                </p:cNvPr>
                <p:cNvSpPr txBox="1"/>
                <p:nvPr/>
              </p:nvSpPr>
              <p:spPr>
                <a:xfrm>
                  <a:off x="10156759" y="5383649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70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9" name="Gs">
                  <a:extLst>
                    <a:ext uri="{FF2B5EF4-FFF2-40B4-BE49-F238E27FC236}">
                      <a16:creationId xmlns:a16="http://schemas.microsoft.com/office/drawing/2014/main" id="{DDC6D7DD-847A-07ED-58B2-591D58DD44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6759" y="5383649"/>
                  <a:ext cx="703715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80556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Gs">
                  <a:extLst>
                    <a:ext uri="{FF2B5EF4-FFF2-40B4-BE49-F238E27FC236}">
                      <a16:creationId xmlns:a16="http://schemas.microsoft.com/office/drawing/2014/main" id="{4A9E43F3-1C78-3282-2132-13157AB17C19}"/>
                    </a:ext>
                  </a:extLst>
                </p:cNvPr>
                <p:cNvSpPr txBox="1"/>
                <p:nvPr/>
              </p:nvSpPr>
              <p:spPr>
                <a:xfrm>
                  <a:off x="10152168" y="5860717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0" name="Gs">
                  <a:extLst>
                    <a:ext uri="{FF2B5EF4-FFF2-40B4-BE49-F238E27FC236}">
                      <a16:creationId xmlns:a16="http://schemas.microsoft.com/office/drawing/2014/main" id="{D82FD951-1A47-B9BA-5425-A22D445994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2168" y="5860717"/>
                  <a:ext cx="703715" cy="369332"/>
                </a:xfrm>
                <a:prstGeom prst="rect">
                  <a:avLst/>
                </a:prstGeom>
                <a:blipFill>
                  <a:blip r:embed="rId13"/>
                  <a:stretch>
                    <a:fillRect r="-85714" b="-687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Gs">
                  <a:extLst>
                    <a:ext uri="{FF2B5EF4-FFF2-40B4-BE49-F238E27FC236}">
                      <a16:creationId xmlns:a16="http://schemas.microsoft.com/office/drawing/2014/main" id="{68D53562-FF41-3921-18E1-A29AA2543384}"/>
                    </a:ext>
                  </a:extLst>
                </p:cNvPr>
                <p:cNvSpPr txBox="1"/>
                <p:nvPr/>
              </p:nvSpPr>
              <p:spPr>
                <a:xfrm>
                  <a:off x="1162826" y="6139789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.1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1" name="Gs">
                  <a:extLst>
                    <a:ext uri="{FF2B5EF4-FFF2-40B4-BE49-F238E27FC236}">
                      <a16:creationId xmlns:a16="http://schemas.microsoft.com/office/drawing/2014/main" id="{9FF3F21E-3E81-E5FA-0FD2-C2B49DF001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2826" y="6139789"/>
                  <a:ext cx="703715" cy="369332"/>
                </a:xfrm>
                <a:prstGeom prst="rect">
                  <a:avLst/>
                </a:prstGeom>
                <a:blipFill>
                  <a:blip r:embed="rId14"/>
                  <a:stretch>
                    <a:fillRect r="-5556" b="-687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Gs">
                  <a:extLst>
                    <a:ext uri="{FF2B5EF4-FFF2-40B4-BE49-F238E27FC236}">
                      <a16:creationId xmlns:a16="http://schemas.microsoft.com/office/drawing/2014/main" id="{B8B670A6-084D-7BF9-54CF-A296931BD166}"/>
                    </a:ext>
                  </a:extLst>
                </p:cNvPr>
                <p:cNvSpPr txBox="1"/>
                <p:nvPr/>
              </p:nvSpPr>
              <p:spPr>
                <a:xfrm>
                  <a:off x="4034532" y="6115013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Gs">
                  <a:extLst>
                    <a:ext uri="{FF2B5EF4-FFF2-40B4-BE49-F238E27FC236}">
                      <a16:creationId xmlns:a16="http://schemas.microsoft.com/office/drawing/2014/main" id="{38A57277-A4D4-76FC-9EC9-A226002A96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4532" y="6115013"/>
                  <a:ext cx="703715" cy="369332"/>
                </a:xfrm>
                <a:prstGeom prst="rect">
                  <a:avLst/>
                </a:prstGeom>
                <a:blipFill>
                  <a:blip r:embed="rId15"/>
                  <a:stretch>
                    <a:fillRect b="-687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Gs">
                  <a:extLst>
                    <a:ext uri="{FF2B5EF4-FFF2-40B4-BE49-F238E27FC236}">
                      <a16:creationId xmlns:a16="http://schemas.microsoft.com/office/drawing/2014/main" id="{768D52DC-4FEF-487E-E758-44F7F58CA3D1}"/>
                    </a:ext>
                  </a:extLst>
                </p:cNvPr>
                <p:cNvSpPr txBox="1"/>
                <p:nvPr/>
              </p:nvSpPr>
              <p:spPr>
                <a:xfrm>
                  <a:off x="6914552" y="6129973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3" name="Gs">
                  <a:extLst>
                    <a:ext uri="{FF2B5EF4-FFF2-40B4-BE49-F238E27FC236}">
                      <a16:creationId xmlns:a16="http://schemas.microsoft.com/office/drawing/2014/main" id="{5FF2F1F9-617E-7E56-A493-164265AED5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4552" y="6129973"/>
                  <a:ext cx="703715" cy="369332"/>
                </a:xfrm>
                <a:prstGeom prst="rect">
                  <a:avLst/>
                </a:prstGeom>
                <a:blipFill>
                  <a:blip r:embed="rId16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Gs">
                  <a:extLst>
                    <a:ext uri="{FF2B5EF4-FFF2-40B4-BE49-F238E27FC236}">
                      <a16:creationId xmlns:a16="http://schemas.microsoft.com/office/drawing/2014/main" id="{9CCBACDE-77B3-10AF-486A-F12CFB30DDEF}"/>
                    </a:ext>
                  </a:extLst>
                </p:cNvPr>
                <p:cNvSpPr txBox="1"/>
                <p:nvPr/>
              </p:nvSpPr>
              <p:spPr>
                <a:xfrm>
                  <a:off x="9770042" y="6122327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4" name="Gs">
                  <a:extLst>
                    <a:ext uri="{FF2B5EF4-FFF2-40B4-BE49-F238E27FC236}">
                      <a16:creationId xmlns:a16="http://schemas.microsoft.com/office/drawing/2014/main" id="{BA014E11-6033-6173-B3C5-161F19234F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70042" y="6122327"/>
                  <a:ext cx="703715" cy="369332"/>
                </a:xfrm>
                <a:prstGeom prst="rect">
                  <a:avLst/>
                </a:prstGeom>
                <a:blipFill>
                  <a:blip r:embed="rId17"/>
                  <a:stretch>
                    <a:fillRect r="-25000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Gs">
                  <a:extLst>
                    <a:ext uri="{FF2B5EF4-FFF2-40B4-BE49-F238E27FC236}">
                      <a16:creationId xmlns:a16="http://schemas.microsoft.com/office/drawing/2014/main" id="{095CC61B-8014-4193-EBB4-E203F387FBF1}"/>
                    </a:ext>
                  </a:extLst>
                </p:cNvPr>
                <p:cNvSpPr txBox="1"/>
                <p:nvPr/>
              </p:nvSpPr>
              <p:spPr>
                <a:xfrm>
                  <a:off x="942670" y="3890702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5" name="Gs">
                  <a:extLst>
                    <a:ext uri="{FF2B5EF4-FFF2-40B4-BE49-F238E27FC236}">
                      <a16:creationId xmlns:a16="http://schemas.microsoft.com/office/drawing/2014/main" id="{E0B6FB99-33E5-6D93-6D25-6122EF2757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2670" y="3890702"/>
                  <a:ext cx="703715" cy="369332"/>
                </a:xfrm>
                <a:prstGeom prst="rect">
                  <a:avLst/>
                </a:prstGeom>
                <a:blipFill>
                  <a:blip r:embed="rId18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Gs">
                  <a:extLst>
                    <a:ext uri="{FF2B5EF4-FFF2-40B4-BE49-F238E27FC236}">
                      <a16:creationId xmlns:a16="http://schemas.microsoft.com/office/drawing/2014/main" id="{19A74D03-16E6-CD77-B319-ACCB639FD532}"/>
                    </a:ext>
                  </a:extLst>
                </p:cNvPr>
                <p:cNvSpPr txBox="1"/>
                <p:nvPr/>
              </p:nvSpPr>
              <p:spPr>
                <a:xfrm>
                  <a:off x="838651" y="3389765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6" name="Gs">
                  <a:extLst>
                    <a:ext uri="{FF2B5EF4-FFF2-40B4-BE49-F238E27FC236}">
                      <a16:creationId xmlns:a16="http://schemas.microsoft.com/office/drawing/2014/main" id="{721F23C8-D06B-BCF1-334D-2B97986868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651" y="3389765"/>
                  <a:ext cx="703715" cy="369332"/>
                </a:xfrm>
                <a:prstGeom prst="rect">
                  <a:avLst/>
                </a:prstGeom>
                <a:blipFill>
                  <a:blip r:embed="rId19"/>
                  <a:stretch>
                    <a:fillRect b="-687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Gs">
                  <a:extLst>
                    <a:ext uri="{FF2B5EF4-FFF2-40B4-BE49-F238E27FC236}">
                      <a16:creationId xmlns:a16="http://schemas.microsoft.com/office/drawing/2014/main" id="{10D52E13-4F32-7B78-1EC1-AE4663B0C6D6}"/>
                    </a:ext>
                  </a:extLst>
                </p:cNvPr>
                <p:cNvSpPr txBox="1"/>
                <p:nvPr/>
              </p:nvSpPr>
              <p:spPr>
                <a:xfrm>
                  <a:off x="843248" y="2892060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7" name="Gs">
                  <a:extLst>
                    <a:ext uri="{FF2B5EF4-FFF2-40B4-BE49-F238E27FC236}">
                      <a16:creationId xmlns:a16="http://schemas.microsoft.com/office/drawing/2014/main" id="{AD5FEE93-E6AE-1971-5C57-01128325C3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248" y="2892060"/>
                  <a:ext cx="703715" cy="369332"/>
                </a:xfrm>
                <a:prstGeom prst="rect">
                  <a:avLst/>
                </a:prstGeom>
                <a:blipFill>
                  <a:blip r:embed="rId20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Gs">
                  <a:extLst>
                    <a:ext uri="{FF2B5EF4-FFF2-40B4-BE49-F238E27FC236}">
                      <a16:creationId xmlns:a16="http://schemas.microsoft.com/office/drawing/2014/main" id="{62531CBA-00BF-33A5-B66A-647BAF7B7106}"/>
                    </a:ext>
                  </a:extLst>
                </p:cNvPr>
                <p:cNvSpPr txBox="1"/>
                <p:nvPr/>
              </p:nvSpPr>
              <p:spPr>
                <a:xfrm>
                  <a:off x="847845" y="2386303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9" name="Gs">
                  <a:extLst>
                    <a:ext uri="{FF2B5EF4-FFF2-40B4-BE49-F238E27FC236}">
                      <a16:creationId xmlns:a16="http://schemas.microsoft.com/office/drawing/2014/main" id="{62531CBA-00BF-33A5-B66A-647BAF7B71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845" y="2386303"/>
                  <a:ext cx="703715" cy="369332"/>
                </a:xfrm>
                <a:prstGeom prst="rect">
                  <a:avLst/>
                </a:prstGeom>
                <a:blipFill>
                  <a:blip r:embed="rId21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Gs">
                  <a:extLst>
                    <a:ext uri="{FF2B5EF4-FFF2-40B4-BE49-F238E27FC236}">
                      <a16:creationId xmlns:a16="http://schemas.microsoft.com/office/drawing/2014/main" id="{71747CBD-3B73-4372-203E-70437C48B0FB}"/>
                    </a:ext>
                  </a:extLst>
                </p:cNvPr>
                <p:cNvSpPr txBox="1"/>
                <p:nvPr/>
              </p:nvSpPr>
              <p:spPr>
                <a:xfrm>
                  <a:off x="860906" y="1875764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9" name="Gs">
                  <a:extLst>
                    <a:ext uri="{FF2B5EF4-FFF2-40B4-BE49-F238E27FC236}">
                      <a16:creationId xmlns:a16="http://schemas.microsoft.com/office/drawing/2014/main" id="{B7329D5B-9A0E-0787-C7D4-E1E78A457E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906" y="1875764"/>
                  <a:ext cx="703715" cy="369332"/>
                </a:xfrm>
                <a:prstGeom prst="rect">
                  <a:avLst/>
                </a:prstGeom>
                <a:blipFill>
                  <a:blip r:embed="rId22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Gs">
                  <a:extLst>
                    <a:ext uri="{FF2B5EF4-FFF2-40B4-BE49-F238E27FC236}">
                      <a16:creationId xmlns:a16="http://schemas.microsoft.com/office/drawing/2014/main" id="{9DCA8796-F475-5248-CADE-38E568C184B9}"/>
                    </a:ext>
                  </a:extLst>
                </p:cNvPr>
                <p:cNvSpPr txBox="1"/>
                <p:nvPr/>
              </p:nvSpPr>
              <p:spPr>
                <a:xfrm>
                  <a:off x="626461" y="4369517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0" name="Gs">
                  <a:extLst>
                    <a:ext uri="{FF2B5EF4-FFF2-40B4-BE49-F238E27FC236}">
                      <a16:creationId xmlns:a16="http://schemas.microsoft.com/office/drawing/2014/main" id="{9DC94101-A208-99CA-28D8-1A0DEFD1E6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461" y="4369517"/>
                  <a:ext cx="703715" cy="369332"/>
                </a:xfrm>
                <a:prstGeom prst="rect">
                  <a:avLst/>
                </a:prstGeom>
                <a:blipFill>
                  <a:blip r:embed="rId23"/>
                  <a:stretch>
                    <a:fillRect r="-34286" b="-5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Gs">
                  <a:extLst>
                    <a:ext uri="{FF2B5EF4-FFF2-40B4-BE49-F238E27FC236}">
                      <a16:creationId xmlns:a16="http://schemas.microsoft.com/office/drawing/2014/main" id="{F6484E03-EFB6-731E-A0A0-726E62DB2B3A}"/>
                    </a:ext>
                  </a:extLst>
                </p:cNvPr>
                <p:cNvSpPr txBox="1"/>
                <p:nvPr/>
              </p:nvSpPr>
              <p:spPr>
                <a:xfrm>
                  <a:off x="621046" y="4899576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1" name="Gs">
                  <a:extLst>
                    <a:ext uri="{FF2B5EF4-FFF2-40B4-BE49-F238E27FC236}">
                      <a16:creationId xmlns:a16="http://schemas.microsoft.com/office/drawing/2014/main" id="{6E03AE20-887A-78C3-6239-65043CC951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046" y="4899576"/>
                  <a:ext cx="703715" cy="369332"/>
                </a:xfrm>
                <a:prstGeom prst="rect">
                  <a:avLst/>
                </a:prstGeom>
                <a:blipFill>
                  <a:blip r:embed="rId24"/>
                  <a:stretch>
                    <a:fillRect r="-33333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Gs">
                  <a:extLst>
                    <a:ext uri="{FF2B5EF4-FFF2-40B4-BE49-F238E27FC236}">
                      <a16:creationId xmlns:a16="http://schemas.microsoft.com/office/drawing/2014/main" id="{7D232618-8E3B-598F-3FA3-4725D427E612}"/>
                    </a:ext>
                  </a:extLst>
                </p:cNvPr>
                <p:cNvSpPr txBox="1"/>
                <p:nvPr/>
              </p:nvSpPr>
              <p:spPr>
                <a:xfrm>
                  <a:off x="621046" y="5897344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−8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2" name="Gs">
                  <a:extLst>
                    <a:ext uri="{FF2B5EF4-FFF2-40B4-BE49-F238E27FC236}">
                      <a16:creationId xmlns:a16="http://schemas.microsoft.com/office/drawing/2014/main" id="{CC0BAFAC-2A81-EB7E-EDA7-03A6AAE59F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046" y="5897344"/>
                  <a:ext cx="703715" cy="369332"/>
                </a:xfrm>
                <a:prstGeom prst="rect">
                  <a:avLst/>
                </a:prstGeom>
                <a:blipFill>
                  <a:blip r:embed="rId25"/>
                  <a:stretch>
                    <a:fillRect r="-33333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Gs">
                  <a:extLst>
                    <a:ext uri="{FF2B5EF4-FFF2-40B4-BE49-F238E27FC236}">
                      <a16:creationId xmlns:a16="http://schemas.microsoft.com/office/drawing/2014/main" id="{52CB6B6C-1727-E747-B886-F19E50C59251}"/>
                    </a:ext>
                  </a:extLst>
                </p:cNvPr>
                <p:cNvSpPr txBox="1"/>
                <p:nvPr/>
              </p:nvSpPr>
              <p:spPr>
                <a:xfrm>
                  <a:off x="626461" y="5411690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−6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3" name="Gs">
                  <a:extLst>
                    <a:ext uri="{FF2B5EF4-FFF2-40B4-BE49-F238E27FC236}">
                      <a16:creationId xmlns:a16="http://schemas.microsoft.com/office/drawing/2014/main" id="{3DF69D0C-B4E8-7CA0-4FE8-9D7FD1C4B0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461" y="5411690"/>
                  <a:ext cx="703715" cy="369332"/>
                </a:xfrm>
                <a:prstGeom prst="rect">
                  <a:avLst/>
                </a:prstGeom>
                <a:blipFill>
                  <a:blip r:embed="rId26"/>
                  <a:stretch>
                    <a:fillRect r="-34286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Gs">
                  <a:extLst>
                    <a:ext uri="{FF2B5EF4-FFF2-40B4-BE49-F238E27FC236}">
                      <a16:creationId xmlns:a16="http://schemas.microsoft.com/office/drawing/2014/main" id="{698954FE-62FF-3BD9-07B1-A5C9DA703E9C}"/>
                    </a:ext>
                  </a:extLst>
                </p:cNvPr>
                <p:cNvSpPr txBox="1"/>
                <p:nvPr/>
              </p:nvSpPr>
              <p:spPr>
                <a:xfrm>
                  <a:off x="10168598" y="1007428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4" name="Gs">
                  <a:extLst>
                    <a:ext uri="{FF2B5EF4-FFF2-40B4-BE49-F238E27FC236}">
                      <a16:creationId xmlns:a16="http://schemas.microsoft.com/office/drawing/2014/main" id="{8088DA75-558D-59B1-80CF-352BDF7FBD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8598" y="1007428"/>
                  <a:ext cx="703715" cy="369332"/>
                </a:xfrm>
                <a:prstGeom prst="rect">
                  <a:avLst/>
                </a:prstGeom>
                <a:blipFill>
                  <a:blip r:embed="rId27"/>
                  <a:stretch>
                    <a:fillRect l="-2857" r="-65714" b="-10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结果3">
                <a:extLst>
                  <a:ext uri="{FF2B5EF4-FFF2-40B4-BE49-F238E27FC236}">
                    <a16:creationId xmlns:a16="http://schemas.microsoft.com/office/drawing/2014/main" id="{C7D39817-77B7-9C9A-6415-7C1C92FDC50B}"/>
                  </a:ext>
                </a:extLst>
              </p:cNvPr>
              <p:cNvSpPr txBox="1"/>
              <p:nvPr/>
            </p:nvSpPr>
            <p:spPr>
              <a:xfrm>
                <a:off x="98942" y="2959946"/>
                <a:ext cx="5185098" cy="12114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eqArrPr>
                            <m:e>
                              <m:r>
                                <m:rPr>
                                  <m:nor/>
                                </m:rPr>
                                <a:rPr kumimoji="1" lang="zh-CN" altLang="en-US" sz="2800" dirty="0">
                                  <a:solidFill>
                                    <a:schemeClr val="tx1"/>
                                  </a:solidFill>
                                </a:rPr>
                                <m:t>基准点</m:t>
                              </m:r>
                              <m:d>
                                <m:dPr>
                                  <m:ctrlPr>
                                    <a:rPr kumimoji="1" lang="en-US" altLang="zh-CN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kumimoji="1" lang="en-US" altLang="zh-CN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=1,</m:t>
                                  </m:r>
                                  <m:r>
                                    <a:rPr kumimoji="1" lang="en-US" altLang="zh-CN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  <m:d>
                                    <m:dPr>
                                      <m:ctrlPr>
                                        <a:rPr kumimoji="1" lang="en-US" altLang="zh-CN" sz="28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zh-CN" sz="28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  <m:r>
                                    <a:rPr kumimoji="1" lang="en-US" altLang="zh-CN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=20</m:t>
                                  </m:r>
                                  <m:func>
                                    <m:funcPr>
                                      <m:ctrlPr>
                                        <a:rPr kumimoji="1" lang="zh-CN" altLang="en-US" sz="28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zh-CN" sz="2800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lg</m:t>
                                      </m:r>
                                    </m:fName>
                                    <m:e>
                                      <m:r>
                                        <a:rPr kumimoji="1" lang="en-US" altLang="zh-CN" sz="28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m:rPr>
                                  <m:nor/>
                                </m:rPr>
                                <a:rPr kumimoji="1" lang="zh-CN" altLang="en-US" sz="2800" dirty="0">
                                  <a:solidFill>
                                    <a:schemeClr val="tx1"/>
                                  </a:solidFill>
                                </a:rPr>
                                <m:t>斜率</m:t>
                              </m:r>
                              <m:r>
                                <a:rPr kumimoji="1"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−20</m:t>
                              </m:r>
                              <m:r>
                                <a:rPr kumimoji="1"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f>
                                <m:fPr>
                                  <m:type m:val="lin"/>
                                  <m:ctrlPr>
                                    <a:rPr kumimoji="1"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dB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dec</m:t>
                                  </m:r>
                                </m:den>
                              </m:f>
                              <m:r>
                                <a:rPr kumimoji="1" lang="zh-CN" alt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      </m:t>
                              </m:r>
                              <m:r>
                                <m:rPr>
                                  <m:nor/>
                                </m:rPr>
                                <a:rPr kumimoji="1" lang="zh-CN" altLang="en-US" sz="2800" dirty="0">
                                  <a:solidFill>
                                    <a:schemeClr val="tx1"/>
                                  </a:solidFill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4" name="结果3">
                <a:extLst>
                  <a:ext uri="{FF2B5EF4-FFF2-40B4-BE49-F238E27FC236}">
                    <a16:creationId xmlns:a16="http://schemas.microsoft.com/office/drawing/2014/main" id="{C7D39817-77B7-9C9A-6415-7C1C92FDC5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42" y="2959946"/>
                <a:ext cx="5185098" cy="1211422"/>
              </a:xfrm>
              <a:prstGeom prst="rect">
                <a:avLst/>
              </a:prstGeom>
              <a:blipFill>
                <a:blip r:embed="rId28"/>
                <a:stretch>
                  <a:fillRect l="-36341" t="-208333" b="-2979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结果4">
                <a:extLst>
                  <a:ext uri="{FF2B5EF4-FFF2-40B4-BE49-F238E27FC236}">
                    <a16:creationId xmlns:a16="http://schemas.microsoft.com/office/drawing/2014/main" id="{85417A33-0993-C0F2-06BC-6187974A2021}"/>
                  </a:ext>
                </a:extLst>
              </p:cNvPr>
              <p:cNvSpPr txBox="1"/>
              <p:nvPr/>
            </p:nvSpPr>
            <p:spPr>
              <a:xfrm>
                <a:off x="114912" y="4267828"/>
                <a:ext cx="5185098" cy="16878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=0.2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kumimoji="1" lang="zh-CN" altLang="en-US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kumimoji="1" lang="zh-CN" altLang="en-US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       </m:t>
                                    </m:r>
                                  </m:e>
                                  <m:e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惯性环节</m:t>
                                    </m:r>
                                  </m:e>
                                  <m:e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−20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1"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  <m:r>
                                      <a:rPr kumimoji="1"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0.5</m:t>
                                    </m:r>
                                  </m:e>
                                  <m:e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一阶复合微分</m:t>
                                    </m:r>
                                  </m:e>
                                  <m:e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+20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1"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  <m:r>
                                      <a:rPr kumimoji="1"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=1</m:t>
                                    </m:r>
                                    <m:r>
                                      <a:rPr kumimoji="1" lang="zh-CN" altLang="en-US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            </m:t>
                                    </m:r>
                                  </m:e>
                                  <m:e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震荡环节</m:t>
                                    </m:r>
                                  </m:e>
                                  <m:e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−40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45" name="结果4">
                <a:extLst>
                  <a:ext uri="{FF2B5EF4-FFF2-40B4-BE49-F238E27FC236}">
                    <a16:creationId xmlns:a16="http://schemas.microsoft.com/office/drawing/2014/main" id="{85417A33-0993-C0F2-06BC-6187974A2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912" y="4267828"/>
                <a:ext cx="5185098" cy="1687834"/>
              </a:xfrm>
              <a:prstGeom prst="rect">
                <a:avLst/>
              </a:prstGeom>
              <a:blipFill>
                <a:blip r:embed="rId29"/>
                <a:stretch>
                  <a:fillRect l="-56724" t="-220301" r="-244" b="-312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辅助线1">
            <a:extLst>
              <a:ext uri="{FF2B5EF4-FFF2-40B4-BE49-F238E27FC236}">
                <a16:creationId xmlns:a16="http://schemas.microsoft.com/office/drawing/2014/main" id="{0C497E4B-2445-7426-71A5-4DE8853E8679}"/>
              </a:ext>
            </a:extLst>
          </p:cNvPr>
          <p:cNvCxnSpPr>
            <a:cxnSpLocks/>
          </p:cNvCxnSpPr>
          <p:nvPr/>
        </p:nvCxnSpPr>
        <p:spPr>
          <a:xfrm>
            <a:off x="5871350" y="2174808"/>
            <a:ext cx="1786062" cy="264655"/>
          </a:xfrm>
          <a:prstGeom prst="line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结果1">
                <a:extLst>
                  <a:ext uri="{FF2B5EF4-FFF2-40B4-BE49-F238E27FC236}">
                    <a16:creationId xmlns:a16="http://schemas.microsoft.com/office/drawing/2014/main" id="{E07D5CCF-FAAE-0255-A9CC-354E17A1BC14}"/>
                  </a:ext>
                </a:extLst>
              </p:cNvPr>
              <p:cNvSpPr txBox="1"/>
              <p:nvPr/>
            </p:nvSpPr>
            <p:spPr>
              <a:xfrm>
                <a:off x="741269" y="962723"/>
                <a:ext cx="3600400" cy="10452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𝐺</m:t>
                    </m:r>
                    <m:d>
                      <m:d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</m:e>
                    </m:d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100</m:t>
                        </m:r>
                        <m:d>
                          <m:d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dPr>
                          <m:e>
                            <m:box>
                              <m:boxPr>
                                <m:ctrlP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boxPr>
                              <m:e>
                                <m:argPr>
                                  <m:argSz m:val="-1"/>
                                </m:argPr>
                                <m:f>
                                  <m:fPr>
                                    <m:ctrlP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𝑠</m:t>
                                    </m:r>
                                  </m:num>
                                  <m:den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0.5</m:t>
                                    </m:r>
                                  </m:den>
                                </m:f>
                              </m:e>
                            </m:box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+1</m:t>
                            </m:r>
                          </m:e>
                        </m:d>
                      </m:num>
                      <m:den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(</m:t>
                        </m:r>
                        <m:box>
                          <m:box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𝑠</m:t>
                                </m:r>
                              </m:num>
                              <m:den>
                                <m: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0.2</m:t>
                                </m:r>
                              </m:den>
                            </m:f>
                          </m:e>
                        </m:box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+1)(</m:t>
                        </m:r>
                        <m:sSup>
                          <m:sSup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𝑠</m:t>
                            </m:r>
                          </m:e>
                          <m:sup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+1)</m:t>
                        </m:r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149" name="结果1">
                <a:extLst>
                  <a:ext uri="{FF2B5EF4-FFF2-40B4-BE49-F238E27FC236}">
                    <a16:creationId xmlns:a16="http://schemas.microsoft.com/office/drawing/2014/main" id="{E07D5CCF-FAAE-0255-A9CC-354E17A1B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269" y="962723"/>
                <a:ext cx="3600400" cy="1045286"/>
              </a:xfrm>
              <a:prstGeom prst="rect">
                <a:avLst/>
              </a:prstGeom>
              <a:blipFill>
                <a:blip r:embed="rId30"/>
                <a:stretch>
                  <a:fillRect l="-1056" b="-36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标签0">
                <a:extLst>
                  <a:ext uri="{FF2B5EF4-FFF2-40B4-BE49-F238E27FC236}">
                    <a16:creationId xmlns:a16="http://schemas.microsoft.com/office/drawing/2014/main" id="{49D886CE-F565-6535-DE3F-4539C15796D3}"/>
                  </a:ext>
                </a:extLst>
              </p:cNvPr>
              <p:cNvSpPr txBox="1"/>
              <p:nvPr/>
            </p:nvSpPr>
            <p:spPr>
              <a:xfrm>
                <a:off x="7660887" y="2436518"/>
                <a:ext cx="122451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20</m:t>
                      </m:r>
                      <m:func>
                        <m:funcPr>
                          <m:ctrlPr>
                            <a:rPr kumimoji="1" lang="zh-CN" alt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lg</m:t>
                          </m:r>
                        </m:fName>
                        <m:e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𝐾</m:t>
                          </m:r>
                        </m:e>
                      </m:func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2" name="标签0">
                <a:extLst>
                  <a:ext uri="{FF2B5EF4-FFF2-40B4-BE49-F238E27FC236}">
                    <a16:creationId xmlns:a16="http://schemas.microsoft.com/office/drawing/2014/main" id="{49D886CE-F565-6535-DE3F-4539C1579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0887" y="2436518"/>
                <a:ext cx="1224518" cy="523220"/>
              </a:xfrm>
              <a:prstGeom prst="rect">
                <a:avLst/>
              </a:prstGeom>
              <a:blipFill>
                <a:blip r:embed="rId31"/>
                <a:stretch>
                  <a:fillRect l="-3093" r="-2062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标志">
            <a:extLst>
              <a:ext uri="{FF2B5EF4-FFF2-40B4-BE49-F238E27FC236}">
                <a16:creationId xmlns:a16="http://schemas.microsoft.com/office/drawing/2014/main" id="{E968C6D8-551A-3029-F51C-5914220A6812}"/>
              </a:ext>
            </a:extLst>
          </p:cNvPr>
          <p:cNvGrpSpPr/>
          <p:nvPr/>
        </p:nvGrpSpPr>
        <p:grpSpPr>
          <a:xfrm>
            <a:off x="7439102" y="2443462"/>
            <a:ext cx="472470" cy="551197"/>
            <a:chOff x="7439102" y="2443462"/>
            <a:chExt cx="472470" cy="551197"/>
          </a:xfrm>
        </p:grpSpPr>
        <p:cxnSp>
          <p:nvCxnSpPr>
            <p:cNvPr id="151" name="双箭头">
              <a:extLst>
                <a:ext uri="{FF2B5EF4-FFF2-40B4-BE49-F238E27FC236}">
                  <a16:creationId xmlns:a16="http://schemas.microsoft.com/office/drawing/2014/main" id="{0C280776-26CD-CBB8-6FF5-0CA7DA9CC1BD}"/>
                </a:ext>
              </a:extLst>
            </p:cNvPr>
            <p:cNvCxnSpPr>
              <a:cxnSpLocks/>
            </p:cNvCxnSpPr>
            <p:nvPr/>
          </p:nvCxnSpPr>
          <p:spPr>
            <a:xfrm>
              <a:off x="7659233" y="2443462"/>
              <a:ext cx="0" cy="551197"/>
            </a:xfrm>
            <a:prstGeom prst="line">
              <a:avLst/>
            </a:prstGeom>
            <a:ln w="25400">
              <a:solidFill>
                <a:srgbClr val="0070C0"/>
              </a:solidFill>
              <a:prstDash val="solid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上横线">
              <a:extLst>
                <a:ext uri="{FF2B5EF4-FFF2-40B4-BE49-F238E27FC236}">
                  <a16:creationId xmlns:a16="http://schemas.microsoft.com/office/drawing/2014/main" id="{AF75242F-A9A9-9FDC-9FAC-FB2F4ECC88E8}"/>
                </a:ext>
              </a:extLst>
            </p:cNvPr>
            <p:cNvCxnSpPr>
              <a:cxnSpLocks/>
            </p:cNvCxnSpPr>
            <p:nvPr/>
          </p:nvCxnSpPr>
          <p:spPr>
            <a:xfrm>
              <a:off x="7439102" y="2443462"/>
              <a:ext cx="472470" cy="0"/>
            </a:xfrm>
            <a:prstGeom prst="line">
              <a:avLst/>
            </a:prstGeom>
            <a:ln w="25400">
              <a:solidFill>
                <a:srgbClr val="0070C0"/>
              </a:solidFill>
              <a:prstDash val="solid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下横线">
              <a:extLst>
                <a:ext uri="{FF2B5EF4-FFF2-40B4-BE49-F238E27FC236}">
                  <a16:creationId xmlns:a16="http://schemas.microsoft.com/office/drawing/2014/main" id="{4357E573-E6D1-E332-1EB8-1996DBE4585B}"/>
                </a:ext>
              </a:extLst>
            </p:cNvPr>
            <p:cNvCxnSpPr>
              <a:cxnSpLocks/>
            </p:cNvCxnSpPr>
            <p:nvPr/>
          </p:nvCxnSpPr>
          <p:spPr>
            <a:xfrm>
              <a:off x="7439102" y="2976060"/>
              <a:ext cx="472470" cy="0"/>
            </a:xfrm>
            <a:prstGeom prst="line">
              <a:avLst/>
            </a:prstGeom>
            <a:ln w="25400">
              <a:solidFill>
                <a:srgbClr val="0070C0"/>
              </a:solidFill>
              <a:prstDash val="solid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7" name="辅助线2">
            <a:extLst>
              <a:ext uri="{FF2B5EF4-FFF2-40B4-BE49-F238E27FC236}">
                <a16:creationId xmlns:a16="http://schemas.microsoft.com/office/drawing/2014/main" id="{08DE4EED-D550-C3EA-6609-4CD134EB1FC7}"/>
              </a:ext>
            </a:extLst>
          </p:cNvPr>
          <p:cNvCxnSpPr>
            <a:cxnSpLocks/>
          </p:cNvCxnSpPr>
          <p:nvPr/>
        </p:nvCxnSpPr>
        <p:spPr>
          <a:xfrm>
            <a:off x="6354436" y="2252490"/>
            <a:ext cx="1830222" cy="545133"/>
          </a:xfrm>
          <a:prstGeom prst="line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基准点1">
            <a:extLst>
              <a:ext uri="{FF2B5EF4-FFF2-40B4-BE49-F238E27FC236}">
                <a16:creationId xmlns:a16="http://schemas.microsoft.com/office/drawing/2014/main" id="{81C9B253-43CB-3C4F-BFB2-2F3A2D492F22}"/>
              </a:ext>
            </a:extLst>
          </p:cNvPr>
          <p:cNvSpPr/>
          <p:nvPr/>
        </p:nvSpPr>
        <p:spPr>
          <a:xfrm>
            <a:off x="7600814" y="2386553"/>
            <a:ext cx="122752" cy="122752"/>
          </a:xfrm>
          <a:prstGeom prst="ellipse">
            <a:avLst/>
          </a:prstGeom>
          <a:solidFill>
            <a:srgbClr val="159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55" name="幅频1">
            <a:extLst>
              <a:ext uri="{FF2B5EF4-FFF2-40B4-BE49-F238E27FC236}">
                <a16:creationId xmlns:a16="http://schemas.microsoft.com/office/drawing/2014/main" id="{31B712D4-ACA3-EB8D-59E1-9A20749CA950}"/>
              </a:ext>
            </a:extLst>
          </p:cNvPr>
          <p:cNvCxnSpPr>
            <a:cxnSpLocks/>
          </p:cNvCxnSpPr>
          <p:nvPr/>
        </p:nvCxnSpPr>
        <p:spPr>
          <a:xfrm>
            <a:off x="5858767" y="2174980"/>
            <a:ext cx="513284" cy="76395"/>
          </a:xfrm>
          <a:prstGeom prst="line">
            <a:avLst/>
          </a:prstGeom>
          <a:ln w="38100">
            <a:solidFill>
              <a:srgbClr val="E4486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幅频2">
            <a:extLst>
              <a:ext uri="{FF2B5EF4-FFF2-40B4-BE49-F238E27FC236}">
                <a16:creationId xmlns:a16="http://schemas.microsoft.com/office/drawing/2014/main" id="{44BCA940-322B-98F1-3BB0-BD05B112CA7A}"/>
              </a:ext>
            </a:extLst>
          </p:cNvPr>
          <p:cNvCxnSpPr>
            <a:cxnSpLocks/>
          </p:cNvCxnSpPr>
          <p:nvPr/>
        </p:nvCxnSpPr>
        <p:spPr>
          <a:xfrm>
            <a:off x="6367774" y="2249417"/>
            <a:ext cx="807726" cy="250955"/>
          </a:xfrm>
          <a:prstGeom prst="line">
            <a:avLst/>
          </a:prstGeom>
          <a:ln w="38100">
            <a:solidFill>
              <a:srgbClr val="E4486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基准点2">
            <a:extLst>
              <a:ext uri="{FF2B5EF4-FFF2-40B4-BE49-F238E27FC236}">
                <a16:creationId xmlns:a16="http://schemas.microsoft.com/office/drawing/2014/main" id="{0819D489-56AD-011B-5AA0-0B188780BAB4}"/>
              </a:ext>
            </a:extLst>
          </p:cNvPr>
          <p:cNvSpPr/>
          <p:nvPr/>
        </p:nvSpPr>
        <p:spPr>
          <a:xfrm>
            <a:off x="8120245" y="2730285"/>
            <a:ext cx="122752" cy="122752"/>
          </a:xfrm>
          <a:prstGeom prst="ellipse">
            <a:avLst/>
          </a:prstGeom>
          <a:solidFill>
            <a:srgbClr val="159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9" name="基准点3">
            <a:extLst>
              <a:ext uri="{FF2B5EF4-FFF2-40B4-BE49-F238E27FC236}">
                <a16:creationId xmlns:a16="http://schemas.microsoft.com/office/drawing/2014/main" id="{A0EBA510-A5FF-047E-A1BE-50F5F506F919}"/>
              </a:ext>
            </a:extLst>
          </p:cNvPr>
          <p:cNvSpPr/>
          <p:nvPr/>
        </p:nvSpPr>
        <p:spPr>
          <a:xfrm>
            <a:off x="8920361" y="2712013"/>
            <a:ext cx="122752" cy="122752"/>
          </a:xfrm>
          <a:prstGeom prst="ellipse">
            <a:avLst/>
          </a:prstGeom>
          <a:solidFill>
            <a:srgbClr val="159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61" name="辅助线3">
            <a:extLst>
              <a:ext uri="{FF2B5EF4-FFF2-40B4-BE49-F238E27FC236}">
                <a16:creationId xmlns:a16="http://schemas.microsoft.com/office/drawing/2014/main" id="{3C6108EC-088C-84DC-28EF-A76A443F29CC}"/>
              </a:ext>
            </a:extLst>
          </p:cNvPr>
          <p:cNvCxnSpPr>
            <a:cxnSpLocks/>
            <a:endCxn id="159" idx="2"/>
          </p:cNvCxnSpPr>
          <p:nvPr/>
        </p:nvCxnSpPr>
        <p:spPr>
          <a:xfrm>
            <a:off x="7180847" y="2507089"/>
            <a:ext cx="1739514" cy="266300"/>
          </a:xfrm>
          <a:prstGeom prst="line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幅频3">
            <a:extLst>
              <a:ext uri="{FF2B5EF4-FFF2-40B4-BE49-F238E27FC236}">
                <a16:creationId xmlns:a16="http://schemas.microsoft.com/office/drawing/2014/main" id="{2F7EEBA9-CE66-D334-E968-8ED7EB5BDBB5}"/>
              </a:ext>
            </a:extLst>
          </p:cNvPr>
          <p:cNvCxnSpPr>
            <a:cxnSpLocks/>
          </p:cNvCxnSpPr>
          <p:nvPr/>
        </p:nvCxnSpPr>
        <p:spPr>
          <a:xfrm>
            <a:off x="7159683" y="2488993"/>
            <a:ext cx="507727" cy="89061"/>
          </a:xfrm>
          <a:prstGeom prst="line">
            <a:avLst/>
          </a:prstGeom>
          <a:ln w="38100">
            <a:solidFill>
              <a:srgbClr val="E4486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基准点4">
            <a:extLst>
              <a:ext uri="{FF2B5EF4-FFF2-40B4-BE49-F238E27FC236}">
                <a16:creationId xmlns:a16="http://schemas.microsoft.com/office/drawing/2014/main" id="{D107BEEA-36DF-2515-E116-AE7A77770D0A}"/>
              </a:ext>
            </a:extLst>
          </p:cNvPr>
          <p:cNvSpPr/>
          <p:nvPr/>
        </p:nvSpPr>
        <p:spPr>
          <a:xfrm>
            <a:off x="9418109" y="3328422"/>
            <a:ext cx="122752" cy="122752"/>
          </a:xfrm>
          <a:prstGeom prst="ellipse">
            <a:avLst/>
          </a:prstGeom>
          <a:solidFill>
            <a:srgbClr val="159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63" name="辅助线4">
            <a:extLst>
              <a:ext uri="{FF2B5EF4-FFF2-40B4-BE49-F238E27FC236}">
                <a16:creationId xmlns:a16="http://schemas.microsoft.com/office/drawing/2014/main" id="{EA8DA068-989B-F763-24F1-C5DD9ED666FE}"/>
              </a:ext>
            </a:extLst>
          </p:cNvPr>
          <p:cNvCxnSpPr>
            <a:cxnSpLocks/>
            <a:endCxn id="162" idx="2"/>
          </p:cNvCxnSpPr>
          <p:nvPr/>
        </p:nvCxnSpPr>
        <p:spPr>
          <a:xfrm>
            <a:off x="7657253" y="2577965"/>
            <a:ext cx="1760856" cy="811833"/>
          </a:xfrm>
          <a:prstGeom prst="line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幅频4">
            <a:extLst>
              <a:ext uri="{FF2B5EF4-FFF2-40B4-BE49-F238E27FC236}">
                <a16:creationId xmlns:a16="http://schemas.microsoft.com/office/drawing/2014/main" id="{5452D3D1-D7CA-F26A-4E10-4033854D571E}"/>
              </a:ext>
            </a:extLst>
          </p:cNvPr>
          <p:cNvCxnSpPr>
            <a:cxnSpLocks/>
          </p:cNvCxnSpPr>
          <p:nvPr/>
        </p:nvCxnSpPr>
        <p:spPr>
          <a:xfrm>
            <a:off x="7644778" y="2573675"/>
            <a:ext cx="3301379" cy="1510539"/>
          </a:xfrm>
          <a:prstGeom prst="line">
            <a:avLst/>
          </a:prstGeom>
          <a:ln w="38100">
            <a:solidFill>
              <a:srgbClr val="E4486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标签1">
                <a:extLst>
                  <a:ext uri="{FF2B5EF4-FFF2-40B4-BE49-F238E27FC236}">
                    <a16:creationId xmlns:a16="http://schemas.microsoft.com/office/drawing/2014/main" id="{035529E8-F6DE-FE89-57A3-23EE34AB21EC}"/>
                  </a:ext>
                </a:extLst>
              </p:cNvPr>
              <p:cNvSpPr txBox="1"/>
              <p:nvPr/>
            </p:nvSpPr>
            <p:spPr>
              <a:xfrm>
                <a:off x="5750653" y="1670863"/>
                <a:ext cx="8897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−20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5" name="标签1">
                <a:extLst>
                  <a:ext uri="{FF2B5EF4-FFF2-40B4-BE49-F238E27FC236}">
                    <a16:creationId xmlns:a16="http://schemas.microsoft.com/office/drawing/2014/main" id="{035529E8-F6DE-FE89-57A3-23EE34AB21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0653" y="1670863"/>
                <a:ext cx="889721" cy="523220"/>
              </a:xfrm>
              <a:prstGeom prst="rect">
                <a:avLst/>
              </a:prstGeom>
              <a:blipFill>
                <a:blip r:embed="rId32"/>
                <a:stretch>
                  <a:fillRect r="-14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标签2">
                <a:extLst>
                  <a:ext uri="{FF2B5EF4-FFF2-40B4-BE49-F238E27FC236}">
                    <a16:creationId xmlns:a16="http://schemas.microsoft.com/office/drawing/2014/main" id="{B4A445A9-A429-3218-205F-3095EBD817C7}"/>
                  </a:ext>
                </a:extLst>
              </p:cNvPr>
              <p:cNvSpPr txBox="1"/>
              <p:nvPr/>
            </p:nvSpPr>
            <p:spPr>
              <a:xfrm>
                <a:off x="6240205" y="2413601"/>
                <a:ext cx="8897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−40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6" name="标签2">
                <a:extLst>
                  <a:ext uri="{FF2B5EF4-FFF2-40B4-BE49-F238E27FC236}">
                    <a16:creationId xmlns:a16="http://schemas.microsoft.com/office/drawing/2014/main" id="{B4A445A9-A429-3218-205F-3095EBD817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0205" y="2413601"/>
                <a:ext cx="889721" cy="523220"/>
              </a:xfrm>
              <a:prstGeom prst="rect">
                <a:avLst/>
              </a:prstGeom>
              <a:blipFill>
                <a:blip r:embed="rId33"/>
                <a:stretch>
                  <a:fillRect r="-14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标签3">
                <a:extLst>
                  <a:ext uri="{FF2B5EF4-FFF2-40B4-BE49-F238E27FC236}">
                    <a16:creationId xmlns:a16="http://schemas.microsoft.com/office/drawing/2014/main" id="{6E32713E-471B-BD82-37E8-5FBB5512CB0C}"/>
                  </a:ext>
                </a:extLst>
              </p:cNvPr>
              <p:cNvSpPr txBox="1"/>
              <p:nvPr/>
            </p:nvSpPr>
            <p:spPr>
              <a:xfrm>
                <a:off x="6977083" y="2001395"/>
                <a:ext cx="8897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−20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7" name="标签3">
                <a:extLst>
                  <a:ext uri="{FF2B5EF4-FFF2-40B4-BE49-F238E27FC236}">
                    <a16:creationId xmlns:a16="http://schemas.microsoft.com/office/drawing/2014/main" id="{6E32713E-471B-BD82-37E8-5FBB5512C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7083" y="2001395"/>
                <a:ext cx="889721" cy="523220"/>
              </a:xfrm>
              <a:prstGeom prst="rect">
                <a:avLst/>
              </a:prstGeom>
              <a:blipFill>
                <a:blip r:embed="rId34"/>
                <a:stretch>
                  <a:fillRect r="-14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标签4">
                <a:extLst>
                  <a:ext uri="{FF2B5EF4-FFF2-40B4-BE49-F238E27FC236}">
                    <a16:creationId xmlns:a16="http://schemas.microsoft.com/office/drawing/2014/main" id="{F4E08A37-8F9D-103F-C918-B64A751972D1}"/>
                  </a:ext>
                </a:extLst>
              </p:cNvPr>
              <p:cNvSpPr txBox="1"/>
              <p:nvPr/>
            </p:nvSpPr>
            <p:spPr>
              <a:xfrm>
                <a:off x="8576604" y="3315370"/>
                <a:ext cx="8897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−60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8" name="标签4">
                <a:extLst>
                  <a:ext uri="{FF2B5EF4-FFF2-40B4-BE49-F238E27FC236}">
                    <a16:creationId xmlns:a16="http://schemas.microsoft.com/office/drawing/2014/main" id="{F4E08A37-8F9D-103F-C918-B64A751972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6604" y="3315370"/>
                <a:ext cx="889721" cy="52322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9" name="步骤4">
            <a:extLst>
              <a:ext uri="{FF2B5EF4-FFF2-40B4-BE49-F238E27FC236}">
                <a16:creationId xmlns:a16="http://schemas.microsoft.com/office/drawing/2014/main" id="{9F909927-3102-855C-85C0-BCDDAB1A58A5}"/>
              </a:ext>
            </a:extLst>
          </p:cNvPr>
          <p:cNvGrpSpPr/>
          <p:nvPr/>
        </p:nvGrpSpPr>
        <p:grpSpPr>
          <a:xfrm>
            <a:off x="81959" y="2106432"/>
            <a:ext cx="4996671" cy="725177"/>
            <a:chOff x="4943078" y="1700704"/>
            <a:chExt cx="4996671" cy="725177"/>
          </a:xfrm>
        </p:grpSpPr>
        <p:sp>
          <p:nvSpPr>
            <p:cNvPr id="170" name="标题">
              <a:extLst>
                <a:ext uri="{FF2B5EF4-FFF2-40B4-BE49-F238E27FC236}">
                  <a16:creationId xmlns:a16="http://schemas.microsoft.com/office/drawing/2014/main" id="{FA0EED60-FC4C-2209-252F-691613E61892}"/>
                </a:ext>
              </a:extLst>
            </p:cNvPr>
            <p:cNvSpPr/>
            <p:nvPr/>
          </p:nvSpPr>
          <p:spPr bwMode="auto">
            <a:xfrm>
              <a:off x="5375126" y="1769619"/>
              <a:ext cx="4564623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叠加作图</a:t>
              </a:r>
            </a:p>
          </p:txBody>
        </p:sp>
        <p:sp>
          <p:nvSpPr>
            <p:cNvPr id="171" name="序号">
              <a:extLst>
                <a:ext uri="{FF2B5EF4-FFF2-40B4-BE49-F238E27FC236}">
                  <a16:creationId xmlns:a16="http://schemas.microsoft.com/office/drawing/2014/main" id="{74EDE36E-A978-E413-BAC3-A76D654ACE52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172" name="相频响应">
            <a:extLst>
              <a:ext uri="{FF2B5EF4-FFF2-40B4-BE49-F238E27FC236}">
                <a16:creationId xmlns:a16="http://schemas.microsoft.com/office/drawing/2014/main" id="{393EE1AE-5B1D-FD29-40AA-8CD3F7D0672E}"/>
              </a:ext>
            </a:extLst>
          </p:cNvPr>
          <p:cNvSpPr/>
          <p:nvPr/>
        </p:nvSpPr>
        <p:spPr>
          <a:xfrm flipV="1">
            <a:off x="5852096" y="3301992"/>
            <a:ext cx="5428320" cy="216104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04310" h="330518">
                <a:moveTo>
                  <a:pt x="0" y="330514"/>
                </a:moveTo>
                <a:cubicBezTo>
                  <a:pt x="325304" y="331954"/>
                  <a:pt x="-731813" y="-25918"/>
                  <a:pt x="3104310" y="1499"/>
                </a:cubicBezTo>
              </a:path>
            </a:pathLst>
          </a:custGeom>
          <a:noFill/>
          <a:ln w="38100">
            <a:solidFill>
              <a:srgbClr val="159F84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73" name="微分相频">
            <a:extLst>
              <a:ext uri="{FF2B5EF4-FFF2-40B4-BE49-F238E27FC236}">
                <a16:creationId xmlns:a16="http://schemas.microsoft.com/office/drawing/2014/main" id="{15072678-F755-AD63-A036-3B74FC786E17}"/>
              </a:ext>
            </a:extLst>
          </p:cNvPr>
          <p:cNvSpPr/>
          <p:nvPr/>
        </p:nvSpPr>
        <p:spPr>
          <a:xfrm flipV="1">
            <a:off x="5858230" y="2741904"/>
            <a:ext cx="5421971" cy="216951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100679"/>
              <a:gd name="connsiteY0" fmla="*/ 1 h 331397"/>
              <a:gd name="connsiteX1" fmla="*/ 3100679 w 3100679"/>
              <a:gd name="connsiteY1" fmla="*/ 331398 h 331397"/>
              <a:gd name="connsiteX0" fmla="*/ 0 w 3100679"/>
              <a:gd name="connsiteY0" fmla="*/ -1 h 331677"/>
              <a:gd name="connsiteX1" fmla="*/ 3100679 w 3100679"/>
              <a:gd name="connsiteY1" fmla="*/ 331396 h 331677"/>
              <a:gd name="connsiteX0" fmla="*/ 0 w 3100679"/>
              <a:gd name="connsiteY0" fmla="*/ 143 h 331813"/>
              <a:gd name="connsiteX1" fmla="*/ 3100679 w 3100679"/>
              <a:gd name="connsiteY1" fmla="*/ 331540 h 331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00679" h="331813">
                <a:moveTo>
                  <a:pt x="0" y="143"/>
                </a:moveTo>
                <a:cubicBezTo>
                  <a:pt x="666655" y="-8129"/>
                  <a:pt x="866000" y="342970"/>
                  <a:pt x="3100679" y="331540"/>
                </a:cubicBezTo>
              </a:path>
            </a:pathLst>
          </a:custGeom>
          <a:noFill/>
          <a:ln w="38100">
            <a:solidFill>
              <a:srgbClr val="159F84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4608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15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 tmFilter="0, 0; .2, .5; .8, .5; 1, 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250" autoRev="1" fill="hold"/>
                                        <p:tgtEl>
                                          <p:spTgt spid="1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 tmFilter="0, 0; .2, .5; .8, .5; 1, 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6" dur="250" autoRev="1" fill="hold"/>
                                        <p:tgtEl>
                                          <p:spTgt spid="1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 tmFilter="0, 0; .2, .5; .8, .5; 1, 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8" dur="250" autoRev="1" fill="hold"/>
                                        <p:tgtEl>
                                          <p:spTgt spid="16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" grpId="0"/>
      <p:bldP spid="150" grpId="0" animBg="1"/>
      <p:bldP spid="150" grpId="1" animBg="1"/>
      <p:bldP spid="158" grpId="0" animBg="1"/>
      <p:bldP spid="158" grpId="1" animBg="1"/>
      <p:bldP spid="159" grpId="0" animBg="1"/>
      <p:bldP spid="159" grpId="1" animBg="1"/>
      <p:bldP spid="162" grpId="0" animBg="1"/>
      <p:bldP spid="162" grpId="1" animBg="1"/>
      <p:bldP spid="165" grpId="0"/>
      <p:bldP spid="166" grpId="0"/>
      <p:bldP spid="167" grpId="0"/>
      <p:bldP spid="168" grpId="0"/>
      <p:bldP spid="172" grpId="0" animBg="1"/>
      <p:bldP spid="17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5264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绘制开环系统 </a:t>
            </a:r>
            <a:r>
              <a:rPr lang="en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Bode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图的步骤</a:t>
            </a: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26374933-B3D1-AD0E-516F-3C915A05E6B2}"/>
              </a:ext>
            </a:extLst>
          </p:cNvPr>
          <p:cNvGrpSpPr/>
          <p:nvPr/>
        </p:nvGrpSpPr>
        <p:grpSpPr>
          <a:xfrm>
            <a:off x="5303540" y="1276925"/>
            <a:ext cx="6698295" cy="3008113"/>
            <a:chOff x="621046" y="1007428"/>
            <a:chExt cx="10706565" cy="5501693"/>
          </a:xfrm>
        </p:grpSpPr>
        <p:cxnSp>
          <p:nvCxnSpPr>
            <p:cNvPr id="42" name="辅助线">
              <a:extLst>
                <a:ext uri="{FF2B5EF4-FFF2-40B4-BE49-F238E27FC236}">
                  <a16:creationId xmlns:a16="http://schemas.microsoft.com/office/drawing/2014/main" id="{76DCA313-8C24-CF37-A76D-70C9805009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1628800"/>
              <a:ext cx="871296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辅助线">
              <a:extLst>
                <a:ext uri="{FF2B5EF4-FFF2-40B4-BE49-F238E27FC236}">
                  <a16:creationId xmlns:a16="http://schemas.microsoft.com/office/drawing/2014/main" id="{0583C0CD-D7A2-B587-C60D-24115ACCAE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2132856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辅助线">
              <a:extLst>
                <a:ext uri="{FF2B5EF4-FFF2-40B4-BE49-F238E27FC236}">
                  <a16:creationId xmlns:a16="http://schemas.microsoft.com/office/drawing/2014/main" id="{B7FD8EA0-F194-9F10-AC17-2611CBD1F4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2636912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辅助线">
              <a:extLst>
                <a:ext uri="{FF2B5EF4-FFF2-40B4-BE49-F238E27FC236}">
                  <a16:creationId xmlns:a16="http://schemas.microsoft.com/office/drawing/2014/main" id="{7855075D-B48C-1241-FF8D-0EE4840DE4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3140968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辅助线">
              <a:extLst>
                <a:ext uri="{FF2B5EF4-FFF2-40B4-BE49-F238E27FC236}">
                  <a16:creationId xmlns:a16="http://schemas.microsoft.com/office/drawing/2014/main" id="{3D42B344-20EC-2FC6-A50E-F4405FE11C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3645024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辅助线">
              <a:extLst>
                <a:ext uri="{FF2B5EF4-FFF2-40B4-BE49-F238E27FC236}">
                  <a16:creationId xmlns:a16="http://schemas.microsoft.com/office/drawing/2014/main" id="{9A691971-2F7E-E2D2-0B2F-197DE01C52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4149080"/>
              <a:ext cx="972108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辅助线">
              <a:extLst>
                <a:ext uri="{FF2B5EF4-FFF2-40B4-BE49-F238E27FC236}">
                  <a16:creationId xmlns:a16="http://schemas.microsoft.com/office/drawing/2014/main" id="{772CA42B-2C86-C235-DFE9-CE8DC7C9EB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4653136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辅助线">
              <a:extLst>
                <a:ext uri="{FF2B5EF4-FFF2-40B4-BE49-F238E27FC236}">
                  <a16:creationId xmlns:a16="http://schemas.microsoft.com/office/drawing/2014/main" id="{7F76CF55-E913-5EBB-77BC-C616BE3665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5157192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辅助线">
              <a:extLst>
                <a:ext uri="{FF2B5EF4-FFF2-40B4-BE49-F238E27FC236}">
                  <a16:creationId xmlns:a16="http://schemas.microsoft.com/office/drawing/2014/main" id="{F5F7312D-BE7A-1DE7-B54F-54705385F9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5661248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辅助线">
              <a:extLst>
                <a:ext uri="{FF2B5EF4-FFF2-40B4-BE49-F238E27FC236}">
                  <a16:creationId xmlns:a16="http://schemas.microsoft.com/office/drawing/2014/main" id="{9A12FDEB-77C9-DFA4-C256-36F000E921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6165304"/>
              <a:ext cx="871296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2049756D-7575-BF6D-3303-3A455DA6FC21}"/>
                </a:ext>
              </a:extLst>
            </p:cNvPr>
            <p:cNvGrpSpPr/>
            <p:nvPr/>
          </p:nvGrpSpPr>
          <p:grpSpPr>
            <a:xfrm>
              <a:off x="1486694" y="1052736"/>
              <a:ext cx="8707412" cy="5112568"/>
              <a:chOff x="1486694" y="1052736"/>
              <a:chExt cx="8707412" cy="5112568"/>
            </a:xfrm>
          </p:grpSpPr>
          <p:cxnSp>
            <p:nvCxnSpPr>
              <p:cNvPr id="140" name="辅助线">
                <a:extLst>
                  <a:ext uri="{FF2B5EF4-FFF2-40B4-BE49-F238E27FC236}">
                    <a16:creationId xmlns:a16="http://schemas.microsoft.com/office/drawing/2014/main" id="{EF04C218-81F0-5CBA-CBAB-7B37B385065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86694" y="1052736"/>
                <a:ext cx="0" cy="511256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辅助线">
                <a:extLst>
                  <a:ext uri="{FF2B5EF4-FFF2-40B4-BE49-F238E27FC236}">
                    <a16:creationId xmlns:a16="http://schemas.microsoft.com/office/drawing/2014/main" id="{EC1922D5-F090-C22A-C7FC-2E421722FC6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辅助线">
                <a:extLst>
                  <a:ext uri="{FF2B5EF4-FFF2-40B4-BE49-F238E27FC236}">
                    <a16:creationId xmlns:a16="http://schemas.microsoft.com/office/drawing/2014/main" id="{67F1F931-CEF7-A036-D2B7-1B100C639EA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辅助线">
                <a:extLst>
                  <a:ext uri="{FF2B5EF4-FFF2-40B4-BE49-F238E27FC236}">
                    <a16:creationId xmlns:a16="http://schemas.microsoft.com/office/drawing/2014/main" id="{62B88FBC-E429-D3E7-9744-E615F9A9033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8703FA62-DA86-E31D-F711-D45A6C36C42B}"/>
                </a:ext>
              </a:extLst>
            </p:cNvPr>
            <p:cNvGrpSpPr/>
            <p:nvPr/>
          </p:nvGrpSpPr>
          <p:grpSpPr>
            <a:xfrm>
              <a:off x="4306471" y="1628800"/>
              <a:ext cx="5804941" cy="4536504"/>
              <a:chOff x="4389165" y="1628800"/>
              <a:chExt cx="5804941" cy="4536504"/>
            </a:xfrm>
          </p:grpSpPr>
          <p:cxnSp>
            <p:nvCxnSpPr>
              <p:cNvPr id="137" name="辅助线">
                <a:extLst>
                  <a:ext uri="{FF2B5EF4-FFF2-40B4-BE49-F238E27FC236}">
                    <a16:creationId xmlns:a16="http://schemas.microsoft.com/office/drawing/2014/main" id="{085D8E19-1D3F-6172-7FDE-E5A797BB06A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辅助线">
                <a:extLst>
                  <a:ext uri="{FF2B5EF4-FFF2-40B4-BE49-F238E27FC236}">
                    <a16:creationId xmlns:a16="http://schemas.microsoft.com/office/drawing/2014/main" id="{7B8A2F21-F8C4-4B13-0B49-1262F276C45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辅助线">
                <a:extLst>
                  <a:ext uri="{FF2B5EF4-FFF2-40B4-BE49-F238E27FC236}">
                    <a16:creationId xmlns:a16="http://schemas.microsoft.com/office/drawing/2014/main" id="{876E5F80-F890-A19F-6BDD-DC11659CD27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48CA0416-7FA5-6DAA-9EC3-24FDD09BBD38}"/>
                </a:ext>
              </a:extLst>
            </p:cNvPr>
            <p:cNvGrpSpPr/>
            <p:nvPr/>
          </p:nvGrpSpPr>
          <p:grpSpPr>
            <a:xfrm>
              <a:off x="4203727" y="1641500"/>
              <a:ext cx="5804941" cy="4536504"/>
              <a:chOff x="4389165" y="1628800"/>
              <a:chExt cx="5804941" cy="4536504"/>
            </a:xfrm>
          </p:grpSpPr>
          <p:cxnSp>
            <p:nvCxnSpPr>
              <p:cNvPr id="134" name="辅助线">
                <a:extLst>
                  <a:ext uri="{FF2B5EF4-FFF2-40B4-BE49-F238E27FC236}">
                    <a16:creationId xmlns:a16="http://schemas.microsoft.com/office/drawing/2014/main" id="{0994D4FF-9A24-9C8B-76D7-DE07CF831B1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辅助线">
                <a:extLst>
                  <a:ext uri="{FF2B5EF4-FFF2-40B4-BE49-F238E27FC236}">
                    <a16:creationId xmlns:a16="http://schemas.microsoft.com/office/drawing/2014/main" id="{F2808BA0-B557-B7E7-9B93-4143C4251BF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辅助线">
                <a:extLst>
                  <a:ext uri="{FF2B5EF4-FFF2-40B4-BE49-F238E27FC236}">
                    <a16:creationId xmlns:a16="http://schemas.microsoft.com/office/drawing/2014/main" id="{9EEFE87D-ABBC-BD1D-F745-705D9E7DF28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C55274B6-99A2-DF14-9C12-7117B5A687E0}"/>
                </a:ext>
              </a:extLst>
            </p:cNvPr>
            <p:cNvGrpSpPr/>
            <p:nvPr/>
          </p:nvGrpSpPr>
          <p:grpSpPr>
            <a:xfrm>
              <a:off x="4060227" y="1635150"/>
              <a:ext cx="5804941" cy="4536504"/>
              <a:chOff x="4389165" y="1628800"/>
              <a:chExt cx="5804941" cy="4536504"/>
            </a:xfrm>
          </p:grpSpPr>
          <p:cxnSp>
            <p:nvCxnSpPr>
              <p:cNvPr id="131" name="辅助线">
                <a:extLst>
                  <a:ext uri="{FF2B5EF4-FFF2-40B4-BE49-F238E27FC236}">
                    <a16:creationId xmlns:a16="http://schemas.microsoft.com/office/drawing/2014/main" id="{738CCA21-0ACB-E6B0-9B9E-A255EB8B209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辅助线">
                <a:extLst>
                  <a:ext uri="{FF2B5EF4-FFF2-40B4-BE49-F238E27FC236}">
                    <a16:creationId xmlns:a16="http://schemas.microsoft.com/office/drawing/2014/main" id="{34CDA8C9-076D-19C4-4879-8D3BD6B805C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辅助线">
                <a:extLst>
                  <a:ext uri="{FF2B5EF4-FFF2-40B4-BE49-F238E27FC236}">
                    <a16:creationId xmlns:a16="http://schemas.microsoft.com/office/drawing/2014/main" id="{8D55F787-75A1-1E85-A555-8E225C03D04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6126F0AC-BCD6-84E5-62BE-0956553A809C}"/>
                </a:ext>
              </a:extLst>
            </p:cNvPr>
            <p:cNvGrpSpPr/>
            <p:nvPr/>
          </p:nvGrpSpPr>
          <p:grpSpPr>
            <a:xfrm>
              <a:off x="3874789" y="1641500"/>
              <a:ext cx="5804941" cy="4536504"/>
              <a:chOff x="4389165" y="1628800"/>
              <a:chExt cx="5804941" cy="4536504"/>
            </a:xfrm>
          </p:grpSpPr>
          <p:cxnSp>
            <p:nvCxnSpPr>
              <p:cNvPr id="128" name="辅助线">
                <a:extLst>
                  <a:ext uri="{FF2B5EF4-FFF2-40B4-BE49-F238E27FC236}">
                    <a16:creationId xmlns:a16="http://schemas.microsoft.com/office/drawing/2014/main" id="{D9F38712-9B87-FF18-6DC8-223578AED18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辅助线">
                <a:extLst>
                  <a:ext uri="{FF2B5EF4-FFF2-40B4-BE49-F238E27FC236}">
                    <a16:creationId xmlns:a16="http://schemas.microsoft.com/office/drawing/2014/main" id="{51F9849D-79F9-280B-734D-BDC811CE2A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辅助线">
                <a:extLst>
                  <a:ext uri="{FF2B5EF4-FFF2-40B4-BE49-F238E27FC236}">
                    <a16:creationId xmlns:a16="http://schemas.microsoft.com/office/drawing/2014/main" id="{539C3BAF-8B73-6C70-9B76-84BCE579E14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EE41F120-E075-FD7E-B798-53F36FA80A08}"/>
                </a:ext>
              </a:extLst>
            </p:cNvPr>
            <p:cNvGrpSpPr/>
            <p:nvPr/>
          </p:nvGrpSpPr>
          <p:grpSpPr>
            <a:xfrm>
              <a:off x="3595967" y="1635150"/>
              <a:ext cx="5804941" cy="4536504"/>
              <a:chOff x="4389165" y="1628800"/>
              <a:chExt cx="5804941" cy="4536504"/>
            </a:xfrm>
          </p:grpSpPr>
          <p:cxnSp>
            <p:nvCxnSpPr>
              <p:cNvPr id="125" name="辅助线">
                <a:extLst>
                  <a:ext uri="{FF2B5EF4-FFF2-40B4-BE49-F238E27FC236}">
                    <a16:creationId xmlns:a16="http://schemas.microsoft.com/office/drawing/2014/main" id="{CEE4AAC1-74DB-D93D-B20F-4BFFB398424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辅助线">
                <a:extLst>
                  <a:ext uri="{FF2B5EF4-FFF2-40B4-BE49-F238E27FC236}">
                    <a16:creationId xmlns:a16="http://schemas.microsoft.com/office/drawing/2014/main" id="{1D510F6D-1C5F-46FD-8CEB-96B3139894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辅助线">
                <a:extLst>
                  <a:ext uri="{FF2B5EF4-FFF2-40B4-BE49-F238E27FC236}">
                    <a16:creationId xmlns:a16="http://schemas.microsoft.com/office/drawing/2014/main" id="{855BA021-F6EA-B00E-1439-6B1057BF10D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CF8D39E6-2107-F9A5-D6CA-EAB4C6FE09DB}"/>
                </a:ext>
              </a:extLst>
            </p:cNvPr>
            <p:cNvGrpSpPr/>
            <p:nvPr/>
          </p:nvGrpSpPr>
          <p:grpSpPr>
            <a:xfrm>
              <a:off x="3233200" y="1635151"/>
              <a:ext cx="5804941" cy="4536504"/>
              <a:chOff x="4389165" y="1628800"/>
              <a:chExt cx="5804941" cy="4536504"/>
            </a:xfrm>
          </p:grpSpPr>
          <p:cxnSp>
            <p:nvCxnSpPr>
              <p:cNvPr id="122" name="辅助线">
                <a:extLst>
                  <a:ext uri="{FF2B5EF4-FFF2-40B4-BE49-F238E27FC236}">
                    <a16:creationId xmlns:a16="http://schemas.microsoft.com/office/drawing/2014/main" id="{37517653-3DEB-42F0-5787-41D7A1F054A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辅助线">
                <a:extLst>
                  <a:ext uri="{FF2B5EF4-FFF2-40B4-BE49-F238E27FC236}">
                    <a16:creationId xmlns:a16="http://schemas.microsoft.com/office/drawing/2014/main" id="{A894DB54-D5DE-FF7F-33DD-A497B189C06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辅助线">
                <a:extLst>
                  <a:ext uri="{FF2B5EF4-FFF2-40B4-BE49-F238E27FC236}">
                    <a16:creationId xmlns:a16="http://schemas.microsoft.com/office/drawing/2014/main" id="{0E7E543C-9FC5-6274-C72C-6CFEC2CDEA7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B6DFF413-C0E2-C72F-7D49-9149EF075924}"/>
                </a:ext>
              </a:extLst>
            </p:cNvPr>
            <p:cNvGrpSpPr/>
            <p:nvPr/>
          </p:nvGrpSpPr>
          <p:grpSpPr>
            <a:xfrm>
              <a:off x="2808321" y="1622450"/>
              <a:ext cx="5804941" cy="4536504"/>
              <a:chOff x="4389165" y="1628800"/>
              <a:chExt cx="5804941" cy="4536504"/>
            </a:xfrm>
          </p:grpSpPr>
          <p:cxnSp>
            <p:nvCxnSpPr>
              <p:cNvPr id="119" name="辅助线">
                <a:extLst>
                  <a:ext uri="{FF2B5EF4-FFF2-40B4-BE49-F238E27FC236}">
                    <a16:creationId xmlns:a16="http://schemas.microsoft.com/office/drawing/2014/main" id="{6FC3DB76-7565-C548-A572-FB898AB6331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辅助线">
                <a:extLst>
                  <a:ext uri="{FF2B5EF4-FFF2-40B4-BE49-F238E27FC236}">
                    <a16:creationId xmlns:a16="http://schemas.microsoft.com/office/drawing/2014/main" id="{2D1313CB-A81F-11CE-7A80-DCFCC2FC94D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辅助线">
                <a:extLst>
                  <a:ext uri="{FF2B5EF4-FFF2-40B4-BE49-F238E27FC236}">
                    <a16:creationId xmlns:a16="http://schemas.microsoft.com/office/drawing/2014/main" id="{1717D63F-143B-CAE5-B927-226F85B9F3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F380BB51-5FFE-84E0-A265-92F9E22BAEAD}"/>
                </a:ext>
              </a:extLst>
            </p:cNvPr>
            <p:cNvGrpSpPr/>
            <p:nvPr/>
          </p:nvGrpSpPr>
          <p:grpSpPr>
            <a:xfrm>
              <a:off x="2307198" y="1641501"/>
              <a:ext cx="5804941" cy="4536504"/>
              <a:chOff x="4389165" y="1628800"/>
              <a:chExt cx="5804941" cy="4536504"/>
            </a:xfrm>
          </p:grpSpPr>
          <p:cxnSp>
            <p:nvCxnSpPr>
              <p:cNvPr id="116" name="辅助线">
                <a:extLst>
                  <a:ext uri="{FF2B5EF4-FFF2-40B4-BE49-F238E27FC236}">
                    <a16:creationId xmlns:a16="http://schemas.microsoft.com/office/drawing/2014/main" id="{8FBC4A1E-7F71-073E-78CC-131169A105A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辅助线">
                <a:extLst>
                  <a:ext uri="{FF2B5EF4-FFF2-40B4-BE49-F238E27FC236}">
                    <a16:creationId xmlns:a16="http://schemas.microsoft.com/office/drawing/2014/main" id="{EEEE21D2-E6E2-B5BE-C264-6502A5C76EE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辅助线">
                <a:extLst>
                  <a:ext uri="{FF2B5EF4-FFF2-40B4-BE49-F238E27FC236}">
                    <a16:creationId xmlns:a16="http://schemas.microsoft.com/office/drawing/2014/main" id="{902C1A8F-E468-C60F-9932-388BE23A21E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Gs">
                  <a:extLst>
                    <a:ext uri="{FF2B5EF4-FFF2-40B4-BE49-F238E27FC236}">
                      <a16:creationId xmlns:a16="http://schemas.microsoft.com/office/drawing/2014/main" id="{5CBA7A6D-E506-4AA6-F8D8-A5A577D5B0A8}"/>
                    </a:ext>
                  </a:extLst>
                </p:cNvPr>
                <p:cNvSpPr txBox="1"/>
                <p:nvPr/>
              </p:nvSpPr>
              <p:spPr>
                <a:xfrm>
                  <a:off x="1488412" y="1050911"/>
                  <a:ext cx="1549681" cy="67549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altLang="zh-CN" dirty="0">
                      <a:solidFill>
                        <a:schemeClr val="tx1"/>
                      </a:solidFill>
                    </a:rPr>
                    <a:t>dB</a:t>
                  </a:r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Gs">
                  <a:extLst>
                    <a:ext uri="{FF2B5EF4-FFF2-40B4-BE49-F238E27FC236}">
                      <a16:creationId xmlns:a16="http://schemas.microsoft.com/office/drawing/2014/main" id="{46C65E79-34D5-40DA-D2D2-2956FF9E83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8412" y="1050911"/>
                  <a:ext cx="1549681" cy="675490"/>
                </a:xfrm>
                <a:prstGeom prst="rect">
                  <a:avLst/>
                </a:prstGeom>
                <a:blipFill>
                  <a:blip r:embed="rId3"/>
                  <a:stretch>
                    <a:fillRect t="-10000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Gs">
                  <a:extLst>
                    <a:ext uri="{FF2B5EF4-FFF2-40B4-BE49-F238E27FC236}">
                      <a16:creationId xmlns:a16="http://schemas.microsoft.com/office/drawing/2014/main" id="{A27DF585-8B29-BDD0-3B00-8F317B25F3A1}"/>
                    </a:ext>
                  </a:extLst>
                </p:cNvPr>
                <p:cNvSpPr txBox="1"/>
                <p:nvPr/>
              </p:nvSpPr>
              <p:spPr>
                <a:xfrm>
                  <a:off x="10902767" y="3608279"/>
                  <a:ext cx="4248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1" name="Gs">
                  <a:extLst>
                    <a:ext uri="{FF2B5EF4-FFF2-40B4-BE49-F238E27FC236}">
                      <a16:creationId xmlns:a16="http://schemas.microsoft.com/office/drawing/2014/main" id="{A5F3EF99-3630-0BF0-DB3A-7C787EF663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02767" y="3608279"/>
                  <a:ext cx="424844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18182" b="-6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Gs">
                  <a:extLst>
                    <a:ext uri="{FF2B5EF4-FFF2-40B4-BE49-F238E27FC236}">
                      <a16:creationId xmlns:a16="http://schemas.microsoft.com/office/drawing/2014/main" id="{C5A81B3E-2081-3064-3ADF-D02364FB985B}"/>
                    </a:ext>
                  </a:extLst>
                </p:cNvPr>
                <p:cNvSpPr txBox="1"/>
                <p:nvPr/>
              </p:nvSpPr>
              <p:spPr>
                <a:xfrm>
                  <a:off x="10042497" y="3724861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2" name="Gs">
                  <a:extLst>
                    <a:ext uri="{FF2B5EF4-FFF2-40B4-BE49-F238E27FC236}">
                      <a16:creationId xmlns:a16="http://schemas.microsoft.com/office/drawing/2014/main" id="{AA1AF1CD-2EA4-F280-C3B3-8E2535C72C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42497" y="3724861"/>
                  <a:ext cx="703715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Gs">
                  <a:extLst>
                    <a:ext uri="{FF2B5EF4-FFF2-40B4-BE49-F238E27FC236}">
                      <a16:creationId xmlns:a16="http://schemas.microsoft.com/office/drawing/2014/main" id="{2138F283-191A-4B73-593F-FFB1AEB91649}"/>
                    </a:ext>
                  </a:extLst>
                </p:cNvPr>
                <p:cNvSpPr txBox="1"/>
                <p:nvPr/>
              </p:nvSpPr>
              <p:spPr>
                <a:xfrm>
                  <a:off x="10143990" y="3346669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3" name="Gs">
                  <a:extLst>
                    <a:ext uri="{FF2B5EF4-FFF2-40B4-BE49-F238E27FC236}">
                      <a16:creationId xmlns:a16="http://schemas.microsoft.com/office/drawing/2014/main" id="{64BB0861-23C0-0809-44B7-CD3ADE6F9D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43990" y="3346669"/>
                  <a:ext cx="703715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16667" b="-687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Gs">
                  <a:extLst>
                    <a:ext uri="{FF2B5EF4-FFF2-40B4-BE49-F238E27FC236}">
                      <a16:creationId xmlns:a16="http://schemas.microsoft.com/office/drawing/2014/main" id="{F5A62055-0726-5508-6A29-1B4110CB877F}"/>
                    </a:ext>
                  </a:extLst>
                </p:cNvPr>
                <p:cNvSpPr txBox="1"/>
                <p:nvPr/>
              </p:nvSpPr>
              <p:spPr>
                <a:xfrm>
                  <a:off x="10137535" y="2865445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80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4" name="Gs">
                  <a:extLst>
                    <a:ext uri="{FF2B5EF4-FFF2-40B4-BE49-F238E27FC236}">
                      <a16:creationId xmlns:a16="http://schemas.microsoft.com/office/drawing/2014/main" id="{31EFE428-3724-078C-5F13-EC0C8E83C0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7535" y="2865445"/>
                  <a:ext cx="703715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41667" b="-5882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Gs">
                  <a:extLst>
                    <a:ext uri="{FF2B5EF4-FFF2-40B4-BE49-F238E27FC236}">
                      <a16:creationId xmlns:a16="http://schemas.microsoft.com/office/drawing/2014/main" id="{E2903789-6ED8-CF67-5AD2-513E96893F88}"/>
                    </a:ext>
                  </a:extLst>
                </p:cNvPr>
                <p:cNvSpPr txBox="1"/>
                <p:nvPr/>
              </p:nvSpPr>
              <p:spPr>
                <a:xfrm>
                  <a:off x="10160530" y="2361389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70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5" name="Gs">
                  <a:extLst>
                    <a:ext uri="{FF2B5EF4-FFF2-40B4-BE49-F238E27FC236}">
                      <a16:creationId xmlns:a16="http://schemas.microsoft.com/office/drawing/2014/main" id="{3DDED018-1863-90A1-03F8-1E0DE59AF4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0530" y="2361389"/>
                  <a:ext cx="703715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44444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Gs">
                  <a:extLst>
                    <a:ext uri="{FF2B5EF4-FFF2-40B4-BE49-F238E27FC236}">
                      <a16:creationId xmlns:a16="http://schemas.microsoft.com/office/drawing/2014/main" id="{40877671-2168-E1C4-6350-A48F0B2A4DD9}"/>
                    </a:ext>
                  </a:extLst>
                </p:cNvPr>
                <p:cNvSpPr txBox="1"/>
                <p:nvPr/>
              </p:nvSpPr>
              <p:spPr>
                <a:xfrm>
                  <a:off x="10137535" y="1857333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6" name="Gs">
                  <a:extLst>
                    <a:ext uri="{FF2B5EF4-FFF2-40B4-BE49-F238E27FC236}">
                      <a16:creationId xmlns:a16="http://schemas.microsoft.com/office/drawing/2014/main" id="{9CEEA585-E3E5-AF73-1BAF-A40F02E4D6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7535" y="1857333"/>
                  <a:ext cx="703715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41667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Gs">
                  <a:extLst>
                    <a:ext uri="{FF2B5EF4-FFF2-40B4-BE49-F238E27FC236}">
                      <a16:creationId xmlns:a16="http://schemas.microsoft.com/office/drawing/2014/main" id="{D48FAC4A-C294-F714-B3BE-EFE6C845C3C1}"/>
                    </a:ext>
                  </a:extLst>
                </p:cNvPr>
                <p:cNvSpPr txBox="1"/>
                <p:nvPr/>
              </p:nvSpPr>
              <p:spPr>
                <a:xfrm>
                  <a:off x="10176429" y="4369187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7" name="Gs">
                  <a:extLst>
                    <a:ext uri="{FF2B5EF4-FFF2-40B4-BE49-F238E27FC236}">
                      <a16:creationId xmlns:a16="http://schemas.microsoft.com/office/drawing/2014/main" id="{CC2955E8-8814-2E7B-3272-87B582BEAA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76429" y="4369187"/>
                  <a:ext cx="703715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52778" b="-5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Gs">
                  <a:extLst>
                    <a:ext uri="{FF2B5EF4-FFF2-40B4-BE49-F238E27FC236}">
                      <a16:creationId xmlns:a16="http://schemas.microsoft.com/office/drawing/2014/main" id="{826D76B0-C067-A269-96AC-E511E66B59A4}"/>
                    </a:ext>
                  </a:extLst>
                </p:cNvPr>
                <p:cNvSpPr txBox="1"/>
                <p:nvPr/>
              </p:nvSpPr>
              <p:spPr>
                <a:xfrm>
                  <a:off x="10168599" y="4871770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80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8" name="Gs">
                  <a:extLst>
                    <a:ext uri="{FF2B5EF4-FFF2-40B4-BE49-F238E27FC236}">
                      <a16:creationId xmlns:a16="http://schemas.microsoft.com/office/drawing/2014/main" id="{C5CEAD9A-E5B8-DE4B-FC77-D5600FF178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8599" y="4871770"/>
                  <a:ext cx="703715" cy="369332"/>
                </a:xfrm>
                <a:prstGeom prst="rect">
                  <a:avLst/>
                </a:prstGeom>
                <a:blipFill>
                  <a:blip r:embed="rId11"/>
                  <a:stretch>
                    <a:fillRect r="-85714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Gs">
                  <a:extLst>
                    <a:ext uri="{FF2B5EF4-FFF2-40B4-BE49-F238E27FC236}">
                      <a16:creationId xmlns:a16="http://schemas.microsoft.com/office/drawing/2014/main" id="{734D2672-6894-1781-3ADE-6F71F6DE284B}"/>
                    </a:ext>
                  </a:extLst>
                </p:cNvPr>
                <p:cNvSpPr txBox="1"/>
                <p:nvPr/>
              </p:nvSpPr>
              <p:spPr>
                <a:xfrm>
                  <a:off x="10156759" y="5383649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70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9" name="Gs">
                  <a:extLst>
                    <a:ext uri="{FF2B5EF4-FFF2-40B4-BE49-F238E27FC236}">
                      <a16:creationId xmlns:a16="http://schemas.microsoft.com/office/drawing/2014/main" id="{DDC6D7DD-847A-07ED-58B2-591D58DD44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6759" y="5383649"/>
                  <a:ext cx="703715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80556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Gs">
                  <a:extLst>
                    <a:ext uri="{FF2B5EF4-FFF2-40B4-BE49-F238E27FC236}">
                      <a16:creationId xmlns:a16="http://schemas.microsoft.com/office/drawing/2014/main" id="{4A9E43F3-1C78-3282-2132-13157AB17C19}"/>
                    </a:ext>
                  </a:extLst>
                </p:cNvPr>
                <p:cNvSpPr txBox="1"/>
                <p:nvPr/>
              </p:nvSpPr>
              <p:spPr>
                <a:xfrm>
                  <a:off x="10152168" y="5860717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0" name="Gs">
                  <a:extLst>
                    <a:ext uri="{FF2B5EF4-FFF2-40B4-BE49-F238E27FC236}">
                      <a16:creationId xmlns:a16="http://schemas.microsoft.com/office/drawing/2014/main" id="{D82FD951-1A47-B9BA-5425-A22D445994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2168" y="5860717"/>
                  <a:ext cx="703715" cy="369332"/>
                </a:xfrm>
                <a:prstGeom prst="rect">
                  <a:avLst/>
                </a:prstGeom>
                <a:blipFill>
                  <a:blip r:embed="rId13"/>
                  <a:stretch>
                    <a:fillRect r="-85714" b="-687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Gs">
                  <a:extLst>
                    <a:ext uri="{FF2B5EF4-FFF2-40B4-BE49-F238E27FC236}">
                      <a16:creationId xmlns:a16="http://schemas.microsoft.com/office/drawing/2014/main" id="{68D53562-FF41-3921-18E1-A29AA2543384}"/>
                    </a:ext>
                  </a:extLst>
                </p:cNvPr>
                <p:cNvSpPr txBox="1"/>
                <p:nvPr/>
              </p:nvSpPr>
              <p:spPr>
                <a:xfrm>
                  <a:off x="1162826" y="6139789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.1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1" name="Gs">
                  <a:extLst>
                    <a:ext uri="{FF2B5EF4-FFF2-40B4-BE49-F238E27FC236}">
                      <a16:creationId xmlns:a16="http://schemas.microsoft.com/office/drawing/2014/main" id="{9FF3F21E-3E81-E5FA-0FD2-C2B49DF001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2826" y="6139789"/>
                  <a:ext cx="703715" cy="369332"/>
                </a:xfrm>
                <a:prstGeom prst="rect">
                  <a:avLst/>
                </a:prstGeom>
                <a:blipFill>
                  <a:blip r:embed="rId14"/>
                  <a:stretch>
                    <a:fillRect r="-5556" b="-687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Gs">
                  <a:extLst>
                    <a:ext uri="{FF2B5EF4-FFF2-40B4-BE49-F238E27FC236}">
                      <a16:creationId xmlns:a16="http://schemas.microsoft.com/office/drawing/2014/main" id="{B8B670A6-084D-7BF9-54CF-A296931BD166}"/>
                    </a:ext>
                  </a:extLst>
                </p:cNvPr>
                <p:cNvSpPr txBox="1"/>
                <p:nvPr/>
              </p:nvSpPr>
              <p:spPr>
                <a:xfrm>
                  <a:off x="4034532" y="6115013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Gs">
                  <a:extLst>
                    <a:ext uri="{FF2B5EF4-FFF2-40B4-BE49-F238E27FC236}">
                      <a16:creationId xmlns:a16="http://schemas.microsoft.com/office/drawing/2014/main" id="{38A57277-A4D4-76FC-9EC9-A226002A96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4532" y="6115013"/>
                  <a:ext cx="703715" cy="369332"/>
                </a:xfrm>
                <a:prstGeom prst="rect">
                  <a:avLst/>
                </a:prstGeom>
                <a:blipFill>
                  <a:blip r:embed="rId15"/>
                  <a:stretch>
                    <a:fillRect b="-687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Gs">
                  <a:extLst>
                    <a:ext uri="{FF2B5EF4-FFF2-40B4-BE49-F238E27FC236}">
                      <a16:creationId xmlns:a16="http://schemas.microsoft.com/office/drawing/2014/main" id="{768D52DC-4FEF-487E-E758-44F7F58CA3D1}"/>
                    </a:ext>
                  </a:extLst>
                </p:cNvPr>
                <p:cNvSpPr txBox="1"/>
                <p:nvPr/>
              </p:nvSpPr>
              <p:spPr>
                <a:xfrm>
                  <a:off x="6914552" y="6129973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3" name="Gs">
                  <a:extLst>
                    <a:ext uri="{FF2B5EF4-FFF2-40B4-BE49-F238E27FC236}">
                      <a16:creationId xmlns:a16="http://schemas.microsoft.com/office/drawing/2014/main" id="{5FF2F1F9-617E-7E56-A493-164265AED5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4552" y="6129973"/>
                  <a:ext cx="703715" cy="369332"/>
                </a:xfrm>
                <a:prstGeom prst="rect">
                  <a:avLst/>
                </a:prstGeom>
                <a:blipFill>
                  <a:blip r:embed="rId16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Gs">
                  <a:extLst>
                    <a:ext uri="{FF2B5EF4-FFF2-40B4-BE49-F238E27FC236}">
                      <a16:creationId xmlns:a16="http://schemas.microsoft.com/office/drawing/2014/main" id="{9CCBACDE-77B3-10AF-486A-F12CFB30DDEF}"/>
                    </a:ext>
                  </a:extLst>
                </p:cNvPr>
                <p:cNvSpPr txBox="1"/>
                <p:nvPr/>
              </p:nvSpPr>
              <p:spPr>
                <a:xfrm>
                  <a:off x="9770042" y="6122327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4" name="Gs">
                  <a:extLst>
                    <a:ext uri="{FF2B5EF4-FFF2-40B4-BE49-F238E27FC236}">
                      <a16:creationId xmlns:a16="http://schemas.microsoft.com/office/drawing/2014/main" id="{BA014E11-6033-6173-B3C5-161F19234F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70042" y="6122327"/>
                  <a:ext cx="703715" cy="369332"/>
                </a:xfrm>
                <a:prstGeom prst="rect">
                  <a:avLst/>
                </a:prstGeom>
                <a:blipFill>
                  <a:blip r:embed="rId17"/>
                  <a:stretch>
                    <a:fillRect r="-25000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Gs">
                  <a:extLst>
                    <a:ext uri="{FF2B5EF4-FFF2-40B4-BE49-F238E27FC236}">
                      <a16:creationId xmlns:a16="http://schemas.microsoft.com/office/drawing/2014/main" id="{095CC61B-8014-4193-EBB4-E203F387FBF1}"/>
                    </a:ext>
                  </a:extLst>
                </p:cNvPr>
                <p:cNvSpPr txBox="1"/>
                <p:nvPr/>
              </p:nvSpPr>
              <p:spPr>
                <a:xfrm>
                  <a:off x="942670" y="3890702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5" name="Gs">
                  <a:extLst>
                    <a:ext uri="{FF2B5EF4-FFF2-40B4-BE49-F238E27FC236}">
                      <a16:creationId xmlns:a16="http://schemas.microsoft.com/office/drawing/2014/main" id="{E0B6FB99-33E5-6D93-6D25-6122EF2757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2670" y="3890702"/>
                  <a:ext cx="703715" cy="369332"/>
                </a:xfrm>
                <a:prstGeom prst="rect">
                  <a:avLst/>
                </a:prstGeom>
                <a:blipFill>
                  <a:blip r:embed="rId18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Gs">
                  <a:extLst>
                    <a:ext uri="{FF2B5EF4-FFF2-40B4-BE49-F238E27FC236}">
                      <a16:creationId xmlns:a16="http://schemas.microsoft.com/office/drawing/2014/main" id="{19A74D03-16E6-CD77-B319-ACCB639FD532}"/>
                    </a:ext>
                  </a:extLst>
                </p:cNvPr>
                <p:cNvSpPr txBox="1"/>
                <p:nvPr/>
              </p:nvSpPr>
              <p:spPr>
                <a:xfrm>
                  <a:off x="838651" y="3389765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6" name="Gs">
                  <a:extLst>
                    <a:ext uri="{FF2B5EF4-FFF2-40B4-BE49-F238E27FC236}">
                      <a16:creationId xmlns:a16="http://schemas.microsoft.com/office/drawing/2014/main" id="{721F23C8-D06B-BCF1-334D-2B97986868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651" y="3389765"/>
                  <a:ext cx="703715" cy="369332"/>
                </a:xfrm>
                <a:prstGeom prst="rect">
                  <a:avLst/>
                </a:prstGeom>
                <a:blipFill>
                  <a:blip r:embed="rId19"/>
                  <a:stretch>
                    <a:fillRect b="-687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Gs">
                  <a:extLst>
                    <a:ext uri="{FF2B5EF4-FFF2-40B4-BE49-F238E27FC236}">
                      <a16:creationId xmlns:a16="http://schemas.microsoft.com/office/drawing/2014/main" id="{10D52E13-4F32-7B78-1EC1-AE4663B0C6D6}"/>
                    </a:ext>
                  </a:extLst>
                </p:cNvPr>
                <p:cNvSpPr txBox="1"/>
                <p:nvPr/>
              </p:nvSpPr>
              <p:spPr>
                <a:xfrm>
                  <a:off x="843248" y="2892060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7" name="Gs">
                  <a:extLst>
                    <a:ext uri="{FF2B5EF4-FFF2-40B4-BE49-F238E27FC236}">
                      <a16:creationId xmlns:a16="http://schemas.microsoft.com/office/drawing/2014/main" id="{AD5FEE93-E6AE-1971-5C57-01128325C3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248" y="2892060"/>
                  <a:ext cx="703715" cy="369332"/>
                </a:xfrm>
                <a:prstGeom prst="rect">
                  <a:avLst/>
                </a:prstGeom>
                <a:blipFill>
                  <a:blip r:embed="rId20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Gs">
                  <a:extLst>
                    <a:ext uri="{FF2B5EF4-FFF2-40B4-BE49-F238E27FC236}">
                      <a16:creationId xmlns:a16="http://schemas.microsoft.com/office/drawing/2014/main" id="{62531CBA-00BF-33A5-B66A-647BAF7B7106}"/>
                    </a:ext>
                  </a:extLst>
                </p:cNvPr>
                <p:cNvSpPr txBox="1"/>
                <p:nvPr/>
              </p:nvSpPr>
              <p:spPr>
                <a:xfrm>
                  <a:off x="847845" y="2386303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9" name="Gs">
                  <a:extLst>
                    <a:ext uri="{FF2B5EF4-FFF2-40B4-BE49-F238E27FC236}">
                      <a16:creationId xmlns:a16="http://schemas.microsoft.com/office/drawing/2014/main" id="{62531CBA-00BF-33A5-B66A-647BAF7B71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845" y="2386303"/>
                  <a:ext cx="703715" cy="369332"/>
                </a:xfrm>
                <a:prstGeom prst="rect">
                  <a:avLst/>
                </a:prstGeom>
                <a:blipFill>
                  <a:blip r:embed="rId21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Gs">
                  <a:extLst>
                    <a:ext uri="{FF2B5EF4-FFF2-40B4-BE49-F238E27FC236}">
                      <a16:creationId xmlns:a16="http://schemas.microsoft.com/office/drawing/2014/main" id="{71747CBD-3B73-4372-203E-70437C48B0FB}"/>
                    </a:ext>
                  </a:extLst>
                </p:cNvPr>
                <p:cNvSpPr txBox="1"/>
                <p:nvPr/>
              </p:nvSpPr>
              <p:spPr>
                <a:xfrm>
                  <a:off x="860906" y="1875764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9" name="Gs">
                  <a:extLst>
                    <a:ext uri="{FF2B5EF4-FFF2-40B4-BE49-F238E27FC236}">
                      <a16:creationId xmlns:a16="http://schemas.microsoft.com/office/drawing/2014/main" id="{B7329D5B-9A0E-0787-C7D4-E1E78A457E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906" y="1875764"/>
                  <a:ext cx="703715" cy="369332"/>
                </a:xfrm>
                <a:prstGeom prst="rect">
                  <a:avLst/>
                </a:prstGeom>
                <a:blipFill>
                  <a:blip r:embed="rId22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Gs">
                  <a:extLst>
                    <a:ext uri="{FF2B5EF4-FFF2-40B4-BE49-F238E27FC236}">
                      <a16:creationId xmlns:a16="http://schemas.microsoft.com/office/drawing/2014/main" id="{9DCA8796-F475-5248-CADE-38E568C184B9}"/>
                    </a:ext>
                  </a:extLst>
                </p:cNvPr>
                <p:cNvSpPr txBox="1"/>
                <p:nvPr/>
              </p:nvSpPr>
              <p:spPr>
                <a:xfrm>
                  <a:off x="626461" y="4369517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0" name="Gs">
                  <a:extLst>
                    <a:ext uri="{FF2B5EF4-FFF2-40B4-BE49-F238E27FC236}">
                      <a16:creationId xmlns:a16="http://schemas.microsoft.com/office/drawing/2014/main" id="{9DC94101-A208-99CA-28D8-1A0DEFD1E6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461" y="4369517"/>
                  <a:ext cx="703715" cy="369332"/>
                </a:xfrm>
                <a:prstGeom prst="rect">
                  <a:avLst/>
                </a:prstGeom>
                <a:blipFill>
                  <a:blip r:embed="rId23"/>
                  <a:stretch>
                    <a:fillRect r="-34286" b="-5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Gs">
                  <a:extLst>
                    <a:ext uri="{FF2B5EF4-FFF2-40B4-BE49-F238E27FC236}">
                      <a16:creationId xmlns:a16="http://schemas.microsoft.com/office/drawing/2014/main" id="{F6484E03-EFB6-731E-A0A0-726E62DB2B3A}"/>
                    </a:ext>
                  </a:extLst>
                </p:cNvPr>
                <p:cNvSpPr txBox="1"/>
                <p:nvPr/>
              </p:nvSpPr>
              <p:spPr>
                <a:xfrm>
                  <a:off x="621046" y="4899576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1" name="Gs">
                  <a:extLst>
                    <a:ext uri="{FF2B5EF4-FFF2-40B4-BE49-F238E27FC236}">
                      <a16:creationId xmlns:a16="http://schemas.microsoft.com/office/drawing/2014/main" id="{6E03AE20-887A-78C3-6239-65043CC951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046" y="4899576"/>
                  <a:ext cx="703715" cy="369332"/>
                </a:xfrm>
                <a:prstGeom prst="rect">
                  <a:avLst/>
                </a:prstGeom>
                <a:blipFill>
                  <a:blip r:embed="rId24"/>
                  <a:stretch>
                    <a:fillRect r="-33333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Gs">
                  <a:extLst>
                    <a:ext uri="{FF2B5EF4-FFF2-40B4-BE49-F238E27FC236}">
                      <a16:creationId xmlns:a16="http://schemas.microsoft.com/office/drawing/2014/main" id="{7D232618-8E3B-598F-3FA3-4725D427E612}"/>
                    </a:ext>
                  </a:extLst>
                </p:cNvPr>
                <p:cNvSpPr txBox="1"/>
                <p:nvPr/>
              </p:nvSpPr>
              <p:spPr>
                <a:xfrm>
                  <a:off x="621046" y="5897344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−8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2" name="Gs">
                  <a:extLst>
                    <a:ext uri="{FF2B5EF4-FFF2-40B4-BE49-F238E27FC236}">
                      <a16:creationId xmlns:a16="http://schemas.microsoft.com/office/drawing/2014/main" id="{CC0BAFAC-2A81-EB7E-EDA7-03A6AAE59F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046" y="5897344"/>
                  <a:ext cx="703715" cy="369332"/>
                </a:xfrm>
                <a:prstGeom prst="rect">
                  <a:avLst/>
                </a:prstGeom>
                <a:blipFill>
                  <a:blip r:embed="rId25"/>
                  <a:stretch>
                    <a:fillRect r="-33333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Gs">
                  <a:extLst>
                    <a:ext uri="{FF2B5EF4-FFF2-40B4-BE49-F238E27FC236}">
                      <a16:creationId xmlns:a16="http://schemas.microsoft.com/office/drawing/2014/main" id="{52CB6B6C-1727-E747-B886-F19E50C59251}"/>
                    </a:ext>
                  </a:extLst>
                </p:cNvPr>
                <p:cNvSpPr txBox="1"/>
                <p:nvPr/>
              </p:nvSpPr>
              <p:spPr>
                <a:xfrm>
                  <a:off x="626461" y="5411690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−6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3" name="Gs">
                  <a:extLst>
                    <a:ext uri="{FF2B5EF4-FFF2-40B4-BE49-F238E27FC236}">
                      <a16:creationId xmlns:a16="http://schemas.microsoft.com/office/drawing/2014/main" id="{3DF69D0C-B4E8-7CA0-4FE8-9D7FD1C4B0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461" y="5411690"/>
                  <a:ext cx="703715" cy="369332"/>
                </a:xfrm>
                <a:prstGeom prst="rect">
                  <a:avLst/>
                </a:prstGeom>
                <a:blipFill>
                  <a:blip r:embed="rId26"/>
                  <a:stretch>
                    <a:fillRect r="-34286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Gs">
                  <a:extLst>
                    <a:ext uri="{FF2B5EF4-FFF2-40B4-BE49-F238E27FC236}">
                      <a16:creationId xmlns:a16="http://schemas.microsoft.com/office/drawing/2014/main" id="{698954FE-62FF-3BD9-07B1-A5C9DA703E9C}"/>
                    </a:ext>
                  </a:extLst>
                </p:cNvPr>
                <p:cNvSpPr txBox="1"/>
                <p:nvPr/>
              </p:nvSpPr>
              <p:spPr>
                <a:xfrm>
                  <a:off x="10168598" y="1007428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4" name="Gs">
                  <a:extLst>
                    <a:ext uri="{FF2B5EF4-FFF2-40B4-BE49-F238E27FC236}">
                      <a16:creationId xmlns:a16="http://schemas.microsoft.com/office/drawing/2014/main" id="{8088DA75-558D-59B1-80CF-352BDF7FBD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8598" y="1007428"/>
                  <a:ext cx="703715" cy="369332"/>
                </a:xfrm>
                <a:prstGeom prst="rect">
                  <a:avLst/>
                </a:prstGeom>
                <a:blipFill>
                  <a:blip r:embed="rId27"/>
                  <a:stretch>
                    <a:fillRect l="-2857" r="-65714" b="-10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结果3">
                <a:extLst>
                  <a:ext uri="{FF2B5EF4-FFF2-40B4-BE49-F238E27FC236}">
                    <a16:creationId xmlns:a16="http://schemas.microsoft.com/office/drawing/2014/main" id="{C7D39817-77B7-9C9A-6415-7C1C92FDC50B}"/>
                  </a:ext>
                </a:extLst>
              </p:cNvPr>
              <p:cNvSpPr txBox="1"/>
              <p:nvPr/>
            </p:nvSpPr>
            <p:spPr>
              <a:xfrm>
                <a:off x="98942" y="2959946"/>
                <a:ext cx="5185098" cy="12114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eqArrPr>
                            <m:e>
                              <m:r>
                                <m:rPr>
                                  <m:nor/>
                                </m:rPr>
                                <a:rPr kumimoji="1" lang="zh-CN" altLang="en-US" sz="2800" dirty="0">
                                  <a:solidFill>
                                    <a:schemeClr val="tx1"/>
                                  </a:solidFill>
                                </a:rPr>
                                <m:t>基准点</m:t>
                              </m:r>
                              <m:d>
                                <m:dPr>
                                  <m:ctrlPr>
                                    <a:rPr kumimoji="1" lang="en-US" altLang="zh-CN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kumimoji="1" lang="en-US" altLang="zh-CN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=1,</m:t>
                                  </m:r>
                                  <m:r>
                                    <a:rPr kumimoji="1" lang="en-US" altLang="zh-CN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  <m:d>
                                    <m:dPr>
                                      <m:ctrlPr>
                                        <a:rPr kumimoji="1" lang="en-US" altLang="zh-CN" sz="28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zh-CN" sz="28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  <m:r>
                                    <a:rPr kumimoji="1" lang="en-US" altLang="zh-CN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=20</m:t>
                                  </m:r>
                                  <m:func>
                                    <m:funcPr>
                                      <m:ctrlPr>
                                        <a:rPr kumimoji="1" lang="zh-CN" altLang="en-US" sz="28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zh-CN" sz="2800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lg</m:t>
                                      </m:r>
                                    </m:fName>
                                    <m:e>
                                      <m:r>
                                        <a:rPr kumimoji="1" lang="en-US" altLang="zh-CN" sz="28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m:rPr>
                                  <m:nor/>
                                </m:rPr>
                                <a:rPr kumimoji="1" lang="zh-CN" altLang="en-US" sz="2800" dirty="0">
                                  <a:solidFill>
                                    <a:schemeClr val="tx1"/>
                                  </a:solidFill>
                                </a:rPr>
                                <m:t>斜率</m:t>
                              </m:r>
                              <m:r>
                                <a:rPr kumimoji="1"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−20</m:t>
                              </m:r>
                              <m:r>
                                <a:rPr kumimoji="1"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f>
                                <m:fPr>
                                  <m:type m:val="lin"/>
                                  <m:ctrlPr>
                                    <a:rPr kumimoji="1"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dB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dec</m:t>
                                  </m:r>
                                </m:den>
                              </m:f>
                              <m:r>
                                <a:rPr kumimoji="1" lang="zh-CN" alt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      </m:t>
                              </m:r>
                              <m:r>
                                <m:rPr>
                                  <m:nor/>
                                </m:rPr>
                                <a:rPr kumimoji="1" lang="zh-CN" altLang="en-US" sz="2800" dirty="0">
                                  <a:solidFill>
                                    <a:schemeClr val="tx1"/>
                                  </a:solidFill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4" name="结果3">
                <a:extLst>
                  <a:ext uri="{FF2B5EF4-FFF2-40B4-BE49-F238E27FC236}">
                    <a16:creationId xmlns:a16="http://schemas.microsoft.com/office/drawing/2014/main" id="{C7D39817-77B7-9C9A-6415-7C1C92FDC5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42" y="2959946"/>
                <a:ext cx="5185098" cy="1211422"/>
              </a:xfrm>
              <a:prstGeom prst="rect">
                <a:avLst/>
              </a:prstGeom>
              <a:blipFill>
                <a:blip r:embed="rId28"/>
                <a:stretch>
                  <a:fillRect l="-36341" t="-208333" b="-2979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结果4">
                <a:extLst>
                  <a:ext uri="{FF2B5EF4-FFF2-40B4-BE49-F238E27FC236}">
                    <a16:creationId xmlns:a16="http://schemas.microsoft.com/office/drawing/2014/main" id="{85417A33-0993-C0F2-06BC-6187974A2021}"/>
                  </a:ext>
                </a:extLst>
              </p:cNvPr>
              <p:cNvSpPr txBox="1"/>
              <p:nvPr/>
            </p:nvSpPr>
            <p:spPr>
              <a:xfrm>
                <a:off x="114912" y="4267828"/>
                <a:ext cx="5185098" cy="16878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=0.2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kumimoji="1" lang="zh-CN" altLang="en-US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kumimoji="1" lang="zh-CN" altLang="en-US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       </m:t>
                                    </m:r>
                                  </m:e>
                                  <m:e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惯性环节</m:t>
                                    </m:r>
                                  </m:e>
                                  <m:e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−20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1"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  <m:r>
                                      <a:rPr kumimoji="1"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0.5</m:t>
                                    </m:r>
                                  </m:e>
                                  <m:e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一阶复合微分</m:t>
                                    </m:r>
                                  </m:e>
                                  <m:e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+20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1"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  <m:r>
                                      <a:rPr kumimoji="1"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=1</m:t>
                                    </m:r>
                                    <m:r>
                                      <a:rPr kumimoji="1" lang="zh-CN" altLang="en-US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            </m:t>
                                    </m:r>
                                  </m:e>
                                  <m:e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震荡环节</m:t>
                                    </m:r>
                                  </m:e>
                                  <m:e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−40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45" name="结果4">
                <a:extLst>
                  <a:ext uri="{FF2B5EF4-FFF2-40B4-BE49-F238E27FC236}">
                    <a16:creationId xmlns:a16="http://schemas.microsoft.com/office/drawing/2014/main" id="{85417A33-0993-C0F2-06BC-6187974A2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912" y="4267828"/>
                <a:ext cx="5185098" cy="1687834"/>
              </a:xfrm>
              <a:prstGeom prst="rect">
                <a:avLst/>
              </a:prstGeom>
              <a:blipFill>
                <a:blip r:embed="rId29"/>
                <a:stretch>
                  <a:fillRect l="-56724" t="-220301" r="-244" b="-312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辅助线1">
            <a:extLst>
              <a:ext uri="{FF2B5EF4-FFF2-40B4-BE49-F238E27FC236}">
                <a16:creationId xmlns:a16="http://schemas.microsoft.com/office/drawing/2014/main" id="{0C497E4B-2445-7426-71A5-4DE8853E8679}"/>
              </a:ext>
            </a:extLst>
          </p:cNvPr>
          <p:cNvCxnSpPr>
            <a:cxnSpLocks/>
          </p:cNvCxnSpPr>
          <p:nvPr/>
        </p:nvCxnSpPr>
        <p:spPr>
          <a:xfrm>
            <a:off x="5871350" y="2174808"/>
            <a:ext cx="1786062" cy="264655"/>
          </a:xfrm>
          <a:prstGeom prst="line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结果1">
                <a:extLst>
                  <a:ext uri="{FF2B5EF4-FFF2-40B4-BE49-F238E27FC236}">
                    <a16:creationId xmlns:a16="http://schemas.microsoft.com/office/drawing/2014/main" id="{E07D5CCF-FAAE-0255-A9CC-354E17A1BC14}"/>
                  </a:ext>
                </a:extLst>
              </p:cNvPr>
              <p:cNvSpPr txBox="1"/>
              <p:nvPr/>
            </p:nvSpPr>
            <p:spPr>
              <a:xfrm>
                <a:off x="741269" y="962723"/>
                <a:ext cx="3600400" cy="10452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𝐺</m:t>
                    </m:r>
                    <m:d>
                      <m:d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</m:e>
                    </m:d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100</m:t>
                        </m:r>
                        <m:d>
                          <m:d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dPr>
                          <m:e>
                            <m:box>
                              <m:boxPr>
                                <m:ctrlP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boxPr>
                              <m:e>
                                <m:argPr>
                                  <m:argSz m:val="-1"/>
                                </m:argPr>
                                <m:f>
                                  <m:fPr>
                                    <m:ctrlP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𝑠</m:t>
                                    </m:r>
                                  </m:num>
                                  <m:den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0.5</m:t>
                                    </m:r>
                                  </m:den>
                                </m:f>
                              </m:e>
                            </m:box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+1</m:t>
                            </m:r>
                          </m:e>
                        </m:d>
                      </m:num>
                      <m:den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(</m:t>
                        </m:r>
                        <m:box>
                          <m:box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𝑠</m:t>
                                </m:r>
                              </m:num>
                              <m:den>
                                <m: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0.2</m:t>
                                </m:r>
                              </m:den>
                            </m:f>
                          </m:e>
                        </m:box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+1)(</m:t>
                        </m:r>
                        <m:sSup>
                          <m:sSup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𝑠</m:t>
                            </m:r>
                          </m:e>
                          <m:sup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+1)</m:t>
                        </m:r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149" name="结果1">
                <a:extLst>
                  <a:ext uri="{FF2B5EF4-FFF2-40B4-BE49-F238E27FC236}">
                    <a16:creationId xmlns:a16="http://schemas.microsoft.com/office/drawing/2014/main" id="{E07D5CCF-FAAE-0255-A9CC-354E17A1B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269" y="962723"/>
                <a:ext cx="3600400" cy="1045286"/>
              </a:xfrm>
              <a:prstGeom prst="rect">
                <a:avLst/>
              </a:prstGeom>
              <a:blipFill>
                <a:blip r:embed="rId30"/>
                <a:stretch>
                  <a:fillRect l="-1056" b="-36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标签0">
                <a:extLst>
                  <a:ext uri="{FF2B5EF4-FFF2-40B4-BE49-F238E27FC236}">
                    <a16:creationId xmlns:a16="http://schemas.microsoft.com/office/drawing/2014/main" id="{49D886CE-F565-6535-DE3F-4539C15796D3}"/>
                  </a:ext>
                </a:extLst>
              </p:cNvPr>
              <p:cNvSpPr txBox="1"/>
              <p:nvPr/>
            </p:nvSpPr>
            <p:spPr>
              <a:xfrm>
                <a:off x="7660887" y="2436518"/>
                <a:ext cx="122451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20</m:t>
                      </m:r>
                      <m:func>
                        <m:funcPr>
                          <m:ctrlPr>
                            <a:rPr kumimoji="1" lang="zh-CN" alt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lg</m:t>
                          </m:r>
                        </m:fName>
                        <m:e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𝐾</m:t>
                          </m:r>
                        </m:e>
                      </m:func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2" name="标签0">
                <a:extLst>
                  <a:ext uri="{FF2B5EF4-FFF2-40B4-BE49-F238E27FC236}">
                    <a16:creationId xmlns:a16="http://schemas.microsoft.com/office/drawing/2014/main" id="{49D886CE-F565-6535-DE3F-4539C1579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0887" y="2436518"/>
                <a:ext cx="1224518" cy="523220"/>
              </a:xfrm>
              <a:prstGeom prst="rect">
                <a:avLst/>
              </a:prstGeom>
              <a:blipFill>
                <a:blip r:embed="rId31"/>
                <a:stretch>
                  <a:fillRect l="-3093" r="-2062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标志">
            <a:extLst>
              <a:ext uri="{FF2B5EF4-FFF2-40B4-BE49-F238E27FC236}">
                <a16:creationId xmlns:a16="http://schemas.microsoft.com/office/drawing/2014/main" id="{E968C6D8-551A-3029-F51C-5914220A6812}"/>
              </a:ext>
            </a:extLst>
          </p:cNvPr>
          <p:cNvGrpSpPr/>
          <p:nvPr/>
        </p:nvGrpSpPr>
        <p:grpSpPr>
          <a:xfrm>
            <a:off x="7439102" y="2443462"/>
            <a:ext cx="472470" cy="551197"/>
            <a:chOff x="7439102" y="2443462"/>
            <a:chExt cx="472470" cy="551197"/>
          </a:xfrm>
        </p:grpSpPr>
        <p:cxnSp>
          <p:nvCxnSpPr>
            <p:cNvPr id="151" name="双箭头">
              <a:extLst>
                <a:ext uri="{FF2B5EF4-FFF2-40B4-BE49-F238E27FC236}">
                  <a16:creationId xmlns:a16="http://schemas.microsoft.com/office/drawing/2014/main" id="{0C280776-26CD-CBB8-6FF5-0CA7DA9CC1BD}"/>
                </a:ext>
              </a:extLst>
            </p:cNvPr>
            <p:cNvCxnSpPr>
              <a:cxnSpLocks/>
            </p:cNvCxnSpPr>
            <p:nvPr/>
          </p:nvCxnSpPr>
          <p:spPr>
            <a:xfrm>
              <a:off x="7659233" y="2443462"/>
              <a:ext cx="0" cy="551197"/>
            </a:xfrm>
            <a:prstGeom prst="line">
              <a:avLst/>
            </a:prstGeom>
            <a:ln w="25400">
              <a:solidFill>
                <a:srgbClr val="0070C0"/>
              </a:solidFill>
              <a:prstDash val="solid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上横线">
              <a:extLst>
                <a:ext uri="{FF2B5EF4-FFF2-40B4-BE49-F238E27FC236}">
                  <a16:creationId xmlns:a16="http://schemas.microsoft.com/office/drawing/2014/main" id="{AF75242F-A9A9-9FDC-9FAC-FB2F4ECC88E8}"/>
                </a:ext>
              </a:extLst>
            </p:cNvPr>
            <p:cNvCxnSpPr>
              <a:cxnSpLocks/>
            </p:cNvCxnSpPr>
            <p:nvPr/>
          </p:nvCxnSpPr>
          <p:spPr>
            <a:xfrm>
              <a:off x="7439102" y="2443462"/>
              <a:ext cx="472470" cy="0"/>
            </a:xfrm>
            <a:prstGeom prst="line">
              <a:avLst/>
            </a:prstGeom>
            <a:ln w="25400">
              <a:solidFill>
                <a:srgbClr val="0070C0"/>
              </a:solidFill>
              <a:prstDash val="solid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下横线">
              <a:extLst>
                <a:ext uri="{FF2B5EF4-FFF2-40B4-BE49-F238E27FC236}">
                  <a16:creationId xmlns:a16="http://schemas.microsoft.com/office/drawing/2014/main" id="{4357E573-E6D1-E332-1EB8-1996DBE4585B}"/>
                </a:ext>
              </a:extLst>
            </p:cNvPr>
            <p:cNvCxnSpPr>
              <a:cxnSpLocks/>
            </p:cNvCxnSpPr>
            <p:nvPr/>
          </p:nvCxnSpPr>
          <p:spPr>
            <a:xfrm>
              <a:off x="7439102" y="2976060"/>
              <a:ext cx="472470" cy="0"/>
            </a:xfrm>
            <a:prstGeom prst="line">
              <a:avLst/>
            </a:prstGeom>
            <a:ln w="25400">
              <a:solidFill>
                <a:srgbClr val="0070C0"/>
              </a:solidFill>
              <a:prstDash val="solid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7" name="辅助线2">
            <a:extLst>
              <a:ext uri="{FF2B5EF4-FFF2-40B4-BE49-F238E27FC236}">
                <a16:creationId xmlns:a16="http://schemas.microsoft.com/office/drawing/2014/main" id="{08DE4EED-D550-C3EA-6609-4CD134EB1FC7}"/>
              </a:ext>
            </a:extLst>
          </p:cNvPr>
          <p:cNvCxnSpPr>
            <a:cxnSpLocks/>
          </p:cNvCxnSpPr>
          <p:nvPr/>
        </p:nvCxnSpPr>
        <p:spPr>
          <a:xfrm>
            <a:off x="6354436" y="2252490"/>
            <a:ext cx="1830222" cy="545133"/>
          </a:xfrm>
          <a:prstGeom prst="line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基准点1">
            <a:extLst>
              <a:ext uri="{FF2B5EF4-FFF2-40B4-BE49-F238E27FC236}">
                <a16:creationId xmlns:a16="http://schemas.microsoft.com/office/drawing/2014/main" id="{81C9B253-43CB-3C4F-BFB2-2F3A2D492F22}"/>
              </a:ext>
            </a:extLst>
          </p:cNvPr>
          <p:cNvSpPr/>
          <p:nvPr/>
        </p:nvSpPr>
        <p:spPr>
          <a:xfrm>
            <a:off x="7600814" y="2386553"/>
            <a:ext cx="122752" cy="122752"/>
          </a:xfrm>
          <a:prstGeom prst="ellipse">
            <a:avLst/>
          </a:prstGeom>
          <a:solidFill>
            <a:srgbClr val="159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55" name="幅频1">
            <a:extLst>
              <a:ext uri="{FF2B5EF4-FFF2-40B4-BE49-F238E27FC236}">
                <a16:creationId xmlns:a16="http://schemas.microsoft.com/office/drawing/2014/main" id="{31B712D4-ACA3-EB8D-59E1-9A20749CA950}"/>
              </a:ext>
            </a:extLst>
          </p:cNvPr>
          <p:cNvCxnSpPr>
            <a:cxnSpLocks/>
          </p:cNvCxnSpPr>
          <p:nvPr/>
        </p:nvCxnSpPr>
        <p:spPr>
          <a:xfrm>
            <a:off x="5858767" y="2174980"/>
            <a:ext cx="513284" cy="76395"/>
          </a:xfrm>
          <a:prstGeom prst="line">
            <a:avLst/>
          </a:prstGeom>
          <a:ln w="38100">
            <a:solidFill>
              <a:srgbClr val="E4486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幅频2">
            <a:extLst>
              <a:ext uri="{FF2B5EF4-FFF2-40B4-BE49-F238E27FC236}">
                <a16:creationId xmlns:a16="http://schemas.microsoft.com/office/drawing/2014/main" id="{44BCA940-322B-98F1-3BB0-BD05B112CA7A}"/>
              </a:ext>
            </a:extLst>
          </p:cNvPr>
          <p:cNvCxnSpPr>
            <a:cxnSpLocks/>
          </p:cNvCxnSpPr>
          <p:nvPr/>
        </p:nvCxnSpPr>
        <p:spPr>
          <a:xfrm>
            <a:off x="6367774" y="2249417"/>
            <a:ext cx="807726" cy="250955"/>
          </a:xfrm>
          <a:prstGeom prst="line">
            <a:avLst/>
          </a:prstGeom>
          <a:ln w="38100">
            <a:solidFill>
              <a:srgbClr val="E4486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基准点2">
            <a:extLst>
              <a:ext uri="{FF2B5EF4-FFF2-40B4-BE49-F238E27FC236}">
                <a16:creationId xmlns:a16="http://schemas.microsoft.com/office/drawing/2014/main" id="{0819D489-56AD-011B-5AA0-0B188780BAB4}"/>
              </a:ext>
            </a:extLst>
          </p:cNvPr>
          <p:cNvSpPr/>
          <p:nvPr/>
        </p:nvSpPr>
        <p:spPr>
          <a:xfrm>
            <a:off x="8120245" y="2730285"/>
            <a:ext cx="122752" cy="122752"/>
          </a:xfrm>
          <a:prstGeom prst="ellipse">
            <a:avLst/>
          </a:prstGeom>
          <a:solidFill>
            <a:srgbClr val="159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9" name="基准点3">
            <a:extLst>
              <a:ext uri="{FF2B5EF4-FFF2-40B4-BE49-F238E27FC236}">
                <a16:creationId xmlns:a16="http://schemas.microsoft.com/office/drawing/2014/main" id="{A0EBA510-A5FF-047E-A1BE-50F5F506F919}"/>
              </a:ext>
            </a:extLst>
          </p:cNvPr>
          <p:cNvSpPr/>
          <p:nvPr/>
        </p:nvSpPr>
        <p:spPr>
          <a:xfrm>
            <a:off x="8920361" y="2712013"/>
            <a:ext cx="122752" cy="122752"/>
          </a:xfrm>
          <a:prstGeom prst="ellipse">
            <a:avLst/>
          </a:prstGeom>
          <a:solidFill>
            <a:srgbClr val="159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61" name="辅助线3">
            <a:extLst>
              <a:ext uri="{FF2B5EF4-FFF2-40B4-BE49-F238E27FC236}">
                <a16:creationId xmlns:a16="http://schemas.microsoft.com/office/drawing/2014/main" id="{3C6108EC-088C-84DC-28EF-A76A443F29CC}"/>
              </a:ext>
            </a:extLst>
          </p:cNvPr>
          <p:cNvCxnSpPr>
            <a:cxnSpLocks/>
            <a:endCxn id="159" idx="2"/>
          </p:cNvCxnSpPr>
          <p:nvPr/>
        </p:nvCxnSpPr>
        <p:spPr>
          <a:xfrm>
            <a:off x="7180847" y="2507089"/>
            <a:ext cx="1739514" cy="266300"/>
          </a:xfrm>
          <a:prstGeom prst="line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幅频3">
            <a:extLst>
              <a:ext uri="{FF2B5EF4-FFF2-40B4-BE49-F238E27FC236}">
                <a16:creationId xmlns:a16="http://schemas.microsoft.com/office/drawing/2014/main" id="{2F7EEBA9-CE66-D334-E968-8ED7EB5BDBB5}"/>
              </a:ext>
            </a:extLst>
          </p:cNvPr>
          <p:cNvCxnSpPr>
            <a:cxnSpLocks/>
          </p:cNvCxnSpPr>
          <p:nvPr/>
        </p:nvCxnSpPr>
        <p:spPr>
          <a:xfrm>
            <a:off x="7159683" y="2488993"/>
            <a:ext cx="507727" cy="89061"/>
          </a:xfrm>
          <a:prstGeom prst="line">
            <a:avLst/>
          </a:prstGeom>
          <a:ln w="38100">
            <a:solidFill>
              <a:srgbClr val="E4486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基准点4">
            <a:extLst>
              <a:ext uri="{FF2B5EF4-FFF2-40B4-BE49-F238E27FC236}">
                <a16:creationId xmlns:a16="http://schemas.microsoft.com/office/drawing/2014/main" id="{D107BEEA-36DF-2515-E116-AE7A77770D0A}"/>
              </a:ext>
            </a:extLst>
          </p:cNvPr>
          <p:cNvSpPr/>
          <p:nvPr/>
        </p:nvSpPr>
        <p:spPr>
          <a:xfrm>
            <a:off x="9418109" y="3328422"/>
            <a:ext cx="122752" cy="122752"/>
          </a:xfrm>
          <a:prstGeom prst="ellipse">
            <a:avLst/>
          </a:prstGeom>
          <a:solidFill>
            <a:srgbClr val="159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63" name="辅助线4">
            <a:extLst>
              <a:ext uri="{FF2B5EF4-FFF2-40B4-BE49-F238E27FC236}">
                <a16:creationId xmlns:a16="http://schemas.microsoft.com/office/drawing/2014/main" id="{EA8DA068-989B-F763-24F1-C5DD9ED666FE}"/>
              </a:ext>
            </a:extLst>
          </p:cNvPr>
          <p:cNvCxnSpPr>
            <a:cxnSpLocks/>
            <a:endCxn id="162" idx="2"/>
          </p:cNvCxnSpPr>
          <p:nvPr/>
        </p:nvCxnSpPr>
        <p:spPr>
          <a:xfrm>
            <a:off x="7657253" y="2577965"/>
            <a:ext cx="1760856" cy="811833"/>
          </a:xfrm>
          <a:prstGeom prst="line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幅频4">
            <a:extLst>
              <a:ext uri="{FF2B5EF4-FFF2-40B4-BE49-F238E27FC236}">
                <a16:creationId xmlns:a16="http://schemas.microsoft.com/office/drawing/2014/main" id="{5452D3D1-D7CA-F26A-4E10-4033854D571E}"/>
              </a:ext>
            </a:extLst>
          </p:cNvPr>
          <p:cNvCxnSpPr>
            <a:cxnSpLocks/>
          </p:cNvCxnSpPr>
          <p:nvPr/>
        </p:nvCxnSpPr>
        <p:spPr>
          <a:xfrm>
            <a:off x="7644778" y="2573675"/>
            <a:ext cx="3301379" cy="1510539"/>
          </a:xfrm>
          <a:prstGeom prst="line">
            <a:avLst/>
          </a:prstGeom>
          <a:ln w="38100">
            <a:solidFill>
              <a:srgbClr val="E4486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标签1">
                <a:extLst>
                  <a:ext uri="{FF2B5EF4-FFF2-40B4-BE49-F238E27FC236}">
                    <a16:creationId xmlns:a16="http://schemas.microsoft.com/office/drawing/2014/main" id="{035529E8-F6DE-FE89-57A3-23EE34AB21EC}"/>
                  </a:ext>
                </a:extLst>
              </p:cNvPr>
              <p:cNvSpPr txBox="1"/>
              <p:nvPr/>
            </p:nvSpPr>
            <p:spPr>
              <a:xfrm>
                <a:off x="5750653" y="1670863"/>
                <a:ext cx="8897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−20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5" name="标签1">
                <a:extLst>
                  <a:ext uri="{FF2B5EF4-FFF2-40B4-BE49-F238E27FC236}">
                    <a16:creationId xmlns:a16="http://schemas.microsoft.com/office/drawing/2014/main" id="{035529E8-F6DE-FE89-57A3-23EE34AB21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0653" y="1670863"/>
                <a:ext cx="889721" cy="523220"/>
              </a:xfrm>
              <a:prstGeom prst="rect">
                <a:avLst/>
              </a:prstGeom>
              <a:blipFill>
                <a:blip r:embed="rId32"/>
                <a:stretch>
                  <a:fillRect r="-14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标签2">
                <a:extLst>
                  <a:ext uri="{FF2B5EF4-FFF2-40B4-BE49-F238E27FC236}">
                    <a16:creationId xmlns:a16="http://schemas.microsoft.com/office/drawing/2014/main" id="{B4A445A9-A429-3218-205F-3095EBD817C7}"/>
                  </a:ext>
                </a:extLst>
              </p:cNvPr>
              <p:cNvSpPr txBox="1"/>
              <p:nvPr/>
            </p:nvSpPr>
            <p:spPr>
              <a:xfrm>
                <a:off x="6240205" y="2413601"/>
                <a:ext cx="8897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−40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6" name="标签2">
                <a:extLst>
                  <a:ext uri="{FF2B5EF4-FFF2-40B4-BE49-F238E27FC236}">
                    <a16:creationId xmlns:a16="http://schemas.microsoft.com/office/drawing/2014/main" id="{B4A445A9-A429-3218-205F-3095EBD817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0205" y="2413601"/>
                <a:ext cx="889721" cy="523220"/>
              </a:xfrm>
              <a:prstGeom prst="rect">
                <a:avLst/>
              </a:prstGeom>
              <a:blipFill>
                <a:blip r:embed="rId33"/>
                <a:stretch>
                  <a:fillRect r="-14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标签3">
                <a:extLst>
                  <a:ext uri="{FF2B5EF4-FFF2-40B4-BE49-F238E27FC236}">
                    <a16:creationId xmlns:a16="http://schemas.microsoft.com/office/drawing/2014/main" id="{6E32713E-471B-BD82-37E8-5FBB5512CB0C}"/>
                  </a:ext>
                </a:extLst>
              </p:cNvPr>
              <p:cNvSpPr txBox="1"/>
              <p:nvPr/>
            </p:nvSpPr>
            <p:spPr>
              <a:xfrm>
                <a:off x="6977083" y="2001395"/>
                <a:ext cx="8897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−20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7" name="标签3">
                <a:extLst>
                  <a:ext uri="{FF2B5EF4-FFF2-40B4-BE49-F238E27FC236}">
                    <a16:creationId xmlns:a16="http://schemas.microsoft.com/office/drawing/2014/main" id="{6E32713E-471B-BD82-37E8-5FBB5512C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7083" y="2001395"/>
                <a:ext cx="889721" cy="523220"/>
              </a:xfrm>
              <a:prstGeom prst="rect">
                <a:avLst/>
              </a:prstGeom>
              <a:blipFill>
                <a:blip r:embed="rId34"/>
                <a:stretch>
                  <a:fillRect r="-14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标签4">
                <a:extLst>
                  <a:ext uri="{FF2B5EF4-FFF2-40B4-BE49-F238E27FC236}">
                    <a16:creationId xmlns:a16="http://schemas.microsoft.com/office/drawing/2014/main" id="{F4E08A37-8F9D-103F-C918-B64A751972D1}"/>
                  </a:ext>
                </a:extLst>
              </p:cNvPr>
              <p:cNvSpPr txBox="1"/>
              <p:nvPr/>
            </p:nvSpPr>
            <p:spPr>
              <a:xfrm>
                <a:off x="8576604" y="3315370"/>
                <a:ext cx="8897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−60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8" name="标签4">
                <a:extLst>
                  <a:ext uri="{FF2B5EF4-FFF2-40B4-BE49-F238E27FC236}">
                    <a16:creationId xmlns:a16="http://schemas.microsoft.com/office/drawing/2014/main" id="{F4E08A37-8F9D-103F-C918-B64A751972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6604" y="3315370"/>
                <a:ext cx="889721" cy="52322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9" name="步骤4">
            <a:extLst>
              <a:ext uri="{FF2B5EF4-FFF2-40B4-BE49-F238E27FC236}">
                <a16:creationId xmlns:a16="http://schemas.microsoft.com/office/drawing/2014/main" id="{9F909927-3102-855C-85C0-BCDDAB1A58A5}"/>
              </a:ext>
            </a:extLst>
          </p:cNvPr>
          <p:cNvGrpSpPr/>
          <p:nvPr/>
        </p:nvGrpSpPr>
        <p:grpSpPr>
          <a:xfrm>
            <a:off x="81959" y="2106432"/>
            <a:ext cx="4996671" cy="725177"/>
            <a:chOff x="4943078" y="1700704"/>
            <a:chExt cx="4996671" cy="725177"/>
          </a:xfrm>
        </p:grpSpPr>
        <p:sp>
          <p:nvSpPr>
            <p:cNvPr id="170" name="标题">
              <a:extLst>
                <a:ext uri="{FF2B5EF4-FFF2-40B4-BE49-F238E27FC236}">
                  <a16:creationId xmlns:a16="http://schemas.microsoft.com/office/drawing/2014/main" id="{FA0EED60-FC4C-2209-252F-691613E61892}"/>
                </a:ext>
              </a:extLst>
            </p:cNvPr>
            <p:cNvSpPr/>
            <p:nvPr/>
          </p:nvSpPr>
          <p:spPr bwMode="auto">
            <a:xfrm>
              <a:off x="5375126" y="1769619"/>
              <a:ext cx="4564623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叠加作图</a:t>
              </a:r>
            </a:p>
          </p:txBody>
        </p:sp>
        <p:sp>
          <p:nvSpPr>
            <p:cNvPr id="171" name="序号">
              <a:extLst>
                <a:ext uri="{FF2B5EF4-FFF2-40B4-BE49-F238E27FC236}">
                  <a16:creationId xmlns:a16="http://schemas.microsoft.com/office/drawing/2014/main" id="{74EDE36E-A978-E413-BAC3-A76D654ACE52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172" name="相频响应">
            <a:extLst>
              <a:ext uri="{FF2B5EF4-FFF2-40B4-BE49-F238E27FC236}">
                <a16:creationId xmlns:a16="http://schemas.microsoft.com/office/drawing/2014/main" id="{393EE1AE-5B1D-FD29-40AA-8CD3F7D0672E}"/>
              </a:ext>
            </a:extLst>
          </p:cNvPr>
          <p:cNvSpPr/>
          <p:nvPr/>
        </p:nvSpPr>
        <p:spPr>
          <a:xfrm flipV="1">
            <a:off x="5852096" y="3295651"/>
            <a:ext cx="5425504" cy="200644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107941"/>
              <a:gd name="connsiteY0" fmla="*/ 4453 h 15356"/>
              <a:gd name="connsiteX1" fmla="*/ 3107941 w 3107941"/>
              <a:gd name="connsiteY1" fmla="*/ 15356 h 15356"/>
              <a:gd name="connsiteX0" fmla="*/ 0 w 3107941"/>
              <a:gd name="connsiteY0" fmla="*/ 301651 h 312554"/>
              <a:gd name="connsiteX1" fmla="*/ 3107941 w 3107941"/>
              <a:gd name="connsiteY1" fmla="*/ 312554 h 312554"/>
              <a:gd name="connsiteX0" fmla="*/ 0 w 3338740"/>
              <a:gd name="connsiteY0" fmla="*/ 301651 h 321067"/>
              <a:gd name="connsiteX1" fmla="*/ 3107941 w 3338740"/>
              <a:gd name="connsiteY1" fmla="*/ 312554 h 321067"/>
              <a:gd name="connsiteX2" fmla="*/ 3109963 w 3338740"/>
              <a:gd name="connsiteY2" fmla="*/ 321067 h 321067"/>
              <a:gd name="connsiteX0" fmla="*/ 0 w 3306885"/>
              <a:gd name="connsiteY0" fmla="*/ 301651 h 312594"/>
              <a:gd name="connsiteX1" fmla="*/ 3107941 w 3306885"/>
              <a:gd name="connsiteY1" fmla="*/ 312554 h 312594"/>
              <a:gd name="connsiteX2" fmla="*/ 2968339 w 3306885"/>
              <a:gd name="connsiteY2" fmla="*/ 126823 h 312594"/>
              <a:gd name="connsiteX0" fmla="*/ 544316 w 3512655"/>
              <a:gd name="connsiteY0" fmla="*/ 523152 h 523153"/>
              <a:gd name="connsiteX1" fmla="*/ 1854717 w 3512655"/>
              <a:gd name="connsiteY1" fmla="*/ 252401 h 523153"/>
              <a:gd name="connsiteX2" fmla="*/ 3512655 w 3512655"/>
              <a:gd name="connsiteY2" fmla="*/ 348324 h 523153"/>
              <a:gd name="connsiteX0" fmla="*/ 544316 w 3643385"/>
              <a:gd name="connsiteY0" fmla="*/ 523152 h 542568"/>
              <a:gd name="connsiteX1" fmla="*/ 1854717 w 3643385"/>
              <a:gd name="connsiteY1" fmla="*/ 252401 h 542568"/>
              <a:gd name="connsiteX2" fmla="*/ 3643385 w 3643385"/>
              <a:gd name="connsiteY2" fmla="*/ 542568 h 542568"/>
              <a:gd name="connsiteX0" fmla="*/ 0 w 3099069"/>
              <a:gd name="connsiteY0" fmla="*/ 284005 h 303421"/>
              <a:gd name="connsiteX1" fmla="*/ 1310401 w 3099069"/>
              <a:gd name="connsiteY1" fmla="*/ 13254 h 303421"/>
              <a:gd name="connsiteX2" fmla="*/ 3099069 w 3099069"/>
              <a:gd name="connsiteY2" fmla="*/ 303421 h 303421"/>
              <a:gd name="connsiteX0" fmla="*/ 0 w 3099069"/>
              <a:gd name="connsiteY0" fmla="*/ 270751 h 290167"/>
              <a:gd name="connsiteX1" fmla="*/ 1310401 w 3099069"/>
              <a:gd name="connsiteY1" fmla="*/ 0 h 290167"/>
              <a:gd name="connsiteX2" fmla="*/ 3099069 w 3099069"/>
              <a:gd name="connsiteY2" fmla="*/ 290167 h 290167"/>
              <a:gd name="connsiteX0" fmla="*/ 0 w 3099069"/>
              <a:gd name="connsiteY0" fmla="*/ 309600 h 329016"/>
              <a:gd name="connsiteX1" fmla="*/ 616805 w 3099069"/>
              <a:gd name="connsiteY1" fmla="*/ 0 h 329016"/>
              <a:gd name="connsiteX2" fmla="*/ 3099069 w 3099069"/>
              <a:gd name="connsiteY2" fmla="*/ 329016 h 329016"/>
              <a:gd name="connsiteX0" fmla="*/ 0 w 3099069"/>
              <a:gd name="connsiteY0" fmla="*/ 309600 h 334934"/>
              <a:gd name="connsiteX1" fmla="*/ 616805 w 3099069"/>
              <a:gd name="connsiteY1" fmla="*/ 0 h 334934"/>
              <a:gd name="connsiteX2" fmla="*/ 3099069 w 3099069"/>
              <a:gd name="connsiteY2" fmla="*/ 329016 h 334934"/>
              <a:gd name="connsiteX0" fmla="*/ 0 w 3062755"/>
              <a:gd name="connsiteY0" fmla="*/ 309600 h 309606"/>
              <a:gd name="connsiteX1" fmla="*/ 616805 w 3062755"/>
              <a:gd name="connsiteY1" fmla="*/ 0 h 309606"/>
              <a:gd name="connsiteX2" fmla="*/ 3062755 w 3062755"/>
              <a:gd name="connsiteY2" fmla="*/ 154196 h 309606"/>
              <a:gd name="connsiteX0" fmla="*/ 0 w 3102700"/>
              <a:gd name="connsiteY0" fmla="*/ 309600 h 327278"/>
              <a:gd name="connsiteX1" fmla="*/ 616805 w 3102700"/>
              <a:gd name="connsiteY1" fmla="*/ 0 h 327278"/>
              <a:gd name="connsiteX2" fmla="*/ 3102700 w 3102700"/>
              <a:gd name="connsiteY2" fmla="*/ 319304 h 327278"/>
              <a:gd name="connsiteX0" fmla="*/ 0 w 3102700"/>
              <a:gd name="connsiteY0" fmla="*/ 309600 h 319303"/>
              <a:gd name="connsiteX1" fmla="*/ 616805 w 3102700"/>
              <a:gd name="connsiteY1" fmla="*/ 0 h 319303"/>
              <a:gd name="connsiteX2" fmla="*/ 3102700 w 3102700"/>
              <a:gd name="connsiteY2" fmla="*/ 319304 h 319303"/>
              <a:gd name="connsiteX0" fmla="*/ 0 w 3102700"/>
              <a:gd name="connsiteY0" fmla="*/ 309600 h 319305"/>
              <a:gd name="connsiteX1" fmla="*/ 616805 w 3102700"/>
              <a:gd name="connsiteY1" fmla="*/ 0 h 319305"/>
              <a:gd name="connsiteX2" fmla="*/ 3102700 w 3102700"/>
              <a:gd name="connsiteY2" fmla="*/ 319304 h 319305"/>
              <a:gd name="connsiteX0" fmla="*/ 0 w 3102700"/>
              <a:gd name="connsiteY0" fmla="*/ 173629 h 183332"/>
              <a:gd name="connsiteX1" fmla="*/ 754798 w 3102700"/>
              <a:gd name="connsiteY1" fmla="*/ 0 h 183332"/>
              <a:gd name="connsiteX2" fmla="*/ 3102700 w 3102700"/>
              <a:gd name="connsiteY2" fmla="*/ 183333 h 183332"/>
              <a:gd name="connsiteX0" fmla="*/ 0 w 3102700"/>
              <a:gd name="connsiteY0" fmla="*/ 297176 h 306881"/>
              <a:gd name="connsiteX1" fmla="*/ 754798 w 3102700"/>
              <a:gd name="connsiteY1" fmla="*/ 123547 h 306881"/>
              <a:gd name="connsiteX2" fmla="*/ 3102700 w 3102700"/>
              <a:gd name="connsiteY2" fmla="*/ 306880 h 306881"/>
              <a:gd name="connsiteX0" fmla="*/ 0 w 3102700"/>
              <a:gd name="connsiteY0" fmla="*/ 297178 h 365393"/>
              <a:gd name="connsiteX1" fmla="*/ 754798 w 3102700"/>
              <a:gd name="connsiteY1" fmla="*/ 123549 h 365393"/>
              <a:gd name="connsiteX2" fmla="*/ 3102700 w 3102700"/>
              <a:gd name="connsiteY2" fmla="*/ 306882 h 365393"/>
              <a:gd name="connsiteX0" fmla="*/ 0 w 3102700"/>
              <a:gd name="connsiteY0" fmla="*/ 297178 h 306882"/>
              <a:gd name="connsiteX1" fmla="*/ 754798 w 3102700"/>
              <a:gd name="connsiteY1" fmla="*/ 123549 h 306882"/>
              <a:gd name="connsiteX2" fmla="*/ 3102700 w 3102700"/>
              <a:gd name="connsiteY2" fmla="*/ 306882 h 306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2700" h="306882">
                <a:moveTo>
                  <a:pt x="0" y="297178"/>
                </a:moveTo>
                <a:cubicBezTo>
                  <a:pt x="325304" y="298618"/>
                  <a:pt x="197823" y="-234086"/>
                  <a:pt x="754798" y="123549"/>
                </a:cubicBezTo>
                <a:cubicBezTo>
                  <a:pt x="1131501" y="311316"/>
                  <a:pt x="3102279" y="305108"/>
                  <a:pt x="3102700" y="306882"/>
                </a:cubicBezTo>
              </a:path>
            </a:pathLst>
          </a:custGeom>
          <a:noFill/>
          <a:ln w="38100">
            <a:solidFill>
              <a:srgbClr val="159F84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73" name="振荡相频">
            <a:extLst>
              <a:ext uri="{FF2B5EF4-FFF2-40B4-BE49-F238E27FC236}">
                <a16:creationId xmlns:a16="http://schemas.microsoft.com/office/drawing/2014/main" id="{15072678-F755-AD63-A036-3B74FC786E17}"/>
              </a:ext>
            </a:extLst>
          </p:cNvPr>
          <p:cNvSpPr/>
          <p:nvPr/>
        </p:nvSpPr>
        <p:spPr>
          <a:xfrm flipV="1">
            <a:off x="5852096" y="3029435"/>
            <a:ext cx="5415622" cy="488170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100679"/>
              <a:gd name="connsiteY0" fmla="*/ 1 h 331397"/>
              <a:gd name="connsiteX1" fmla="*/ 3100679 w 3100679"/>
              <a:gd name="connsiteY1" fmla="*/ 331398 h 331397"/>
              <a:gd name="connsiteX0" fmla="*/ 0 w 3100679"/>
              <a:gd name="connsiteY0" fmla="*/ -1 h 331677"/>
              <a:gd name="connsiteX1" fmla="*/ 3100679 w 3100679"/>
              <a:gd name="connsiteY1" fmla="*/ 331396 h 331677"/>
              <a:gd name="connsiteX0" fmla="*/ 0 w 3100679"/>
              <a:gd name="connsiteY0" fmla="*/ 143 h 331813"/>
              <a:gd name="connsiteX1" fmla="*/ 3100679 w 3100679"/>
              <a:gd name="connsiteY1" fmla="*/ 331540 h 331813"/>
              <a:gd name="connsiteX0" fmla="*/ 0 w 3097048"/>
              <a:gd name="connsiteY0" fmla="*/ 746626 h 746626"/>
              <a:gd name="connsiteX1" fmla="*/ 3097048 w 3097048"/>
              <a:gd name="connsiteY1" fmla="*/ 0 h 746626"/>
              <a:gd name="connsiteX0" fmla="*/ 0 w 3097048"/>
              <a:gd name="connsiteY0" fmla="*/ 746626 h 746626"/>
              <a:gd name="connsiteX1" fmla="*/ 3097048 w 3097048"/>
              <a:gd name="connsiteY1" fmla="*/ 0 h 746626"/>
              <a:gd name="connsiteX0" fmla="*/ 0 w 3097048"/>
              <a:gd name="connsiteY0" fmla="*/ 746626 h 746626"/>
              <a:gd name="connsiteX1" fmla="*/ 3097048 w 3097048"/>
              <a:gd name="connsiteY1" fmla="*/ 0 h 746626"/>
              <a:gd name="connsiteX0" fmla="*/ 0 w 3097048"/>
              <a:gd name="connsiteY0" fmla="*/ 746626 h 746626"/>
              <a:gd name="connsiteX1" fmla="*/ 3097048 w 3097048"/>
              <a:gd name="connsiteY1" fmla="*/ 0 h 746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97048" h="746626">
                <a:moveTo>
                  <a:pt x="0" y="746626"/>
                </a:moveTo>
                <a:cubicBezTo>
                  <a:pt x="1098791" y="709217"/>
                  <a:pt x="655380" y="1718"/>
                  <a:pt x="3097048" y="0"/>
                </a:cubicBezTo>
              </a:path>
            </a:pathLst>
          </a:custGeom>
          <a:noFill/>
          <a:ln w="38100">
            <a:solidFill>
              <a:srgbClr val="159F84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5826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5264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绘制开环系统 </a:t>
            </a:r>
            <a:r>
              <a:rPr lang="en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Bode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图的步骤</a:t>
            </a: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26374933-B3D1-AD0E-516F-3C915A05E6B2}"/>
              </a:ext>
            </a:extLst>
          </p:cNvPr>
          <p:cNvGrpSpPr/>
          <p:nvPr/>
        </p:nvGrpSpPr>
        <p:grpSpPr>
          <a:xfrm>
            <a:off x="5303540" y="1276925"/>
            <a:ext cx="6698295" cy="3008113"/>
            <a:chOff x="621046" y="1007428"/>
            <a:chExt cx="10706565" cy="5501693"/>
          </a:xfrm>
        </p:grpSpPr>
        <p:cxnSp>
          <p:nvCxnSpPr>
            <p:cNvPr id="42" name="辅助线">
              <a:extLst>
                <a:ext uri="{FF2B5EF4-FFF2-40B4-BE49-F238E27FC236}">
                  <a16:creationId xmlns:a16="http://schemas.microsoft.com/office/drawing/2014/main" id="{76DCA313-8C24-CF37-A76D-70C9805009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1628800"/>
              <a:ext cx="871296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辅助线">
              <a:extLst>
                <a:ext uri="{FF2B5EF4-FFF2-40B4-BE49-F238E27FC236}">
                  <a16:creationId xmlns:a16="http://schemas.microsoft.com/office/drawing/2014/main" id="{0583C0CD-D7A2-B587-C60D-24115ACCAE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2132856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辅助线">
              <a:extLst>
                <a:ext uri="{FF2B5EF4-FFF2-40B4-BE49-F238E27FC236}">
                  <a16:creationId xmlns:a16="http://schemas.microsoft.com/office/drawing/2014/main" id="{B7FD8EA0-F194-9F10-AC17-2611CBD1F4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2636912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辅助线">
              <a:extLst>
                <a:ext uri="{FF2B5EF4-FFF2-40B4-BE49-F238E27FC236}">
                  <a16:creationId xmlns:a16="http://schemas.microsoft.com/office/drawing/2014/main" id="{7855075D-B48C-1241-FF8D-0EE4840DE4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3140968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辅助线">
              <a:extLst>
                <a:ext uri="{FF2B5EF4-FFF2-40B4-BE49-F238E27FC236}">
                  <a16:creationId xmlns:a16="http://schemas.microsoft.com/office/drawing/2014/main" id="{3D42B344-20EC-2FC6-A50E-F4405FE11C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3645024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辅助线">
              <a:extLst>
                <a:ext uri="{FF2B5EF4-FFF2-40B4-BE49-F238E27FC236}">
                  <a16:creationId xmlns:a16="http://schemas.microsoft.com/office/drawing/2014/main" id="{9A691971-2F7E-E2D2-0B2F-197DE01C52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4149080"/>
              <a:ext cx="972108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辅助线">
              <a:extLst>
                <a:ext uri="{FF2B5EF4-FFF2-40B4-BE49-F238E27FC236}">
                  <a16:creationId xmlns:a16="http://schemas.microsoft.com/office/drawing/2014/main" id="{772CA42B-2C86-C235-DFE9-CE8DC7C9EB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4653136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辅助线">
              <a:extLst>
                <a:ext uri="{FF2B5EF4-FFF2-40B4-BE49-F238E27FC236}">
                  <a16:creationId xmlns:a16="http://schemas.microsoft.com/office/drawing/2014/main" id="{7F76CF55-E913-5EBB-77BC-C616BE3665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5157192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辅助线">
              <a:extLst>
                <a:ext uri="{FF2B5EF4-FFF2-40B4-BE49-F238E27FC236}">
                  <a16:creationId xmlns:a16="http://schemas.microsoft.com/office/drawing/2014/main" id="{F5F7312D-BE7A-1DE7-B54F-54705385F9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5661248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辅助线">
              <a:extLst>
                <a:ext uri="{FF2B5EF4-FFF2-40B4-BE49-F238E27FC236}">
                  <a16:creationId xmlns:a16="http://schemas.microsoft.com/office/drawing/2014/main" id="{9A12FDEB-77C9-DFA4-C256-36F000E921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6165304"/>
              <a:ext cx="871296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2049756D-7575-BF6D-3303-3A455DA6FC21}"/>
                </a:ext>
              </a:extLst>
            </p:cNvPr>
            <p:cNvGrpSpPr/>
            <p:nvPr/>
          </p:nvGrpSpPr>
          <p:grpSpPr>
            <a:xfrm>
              <a:off x="1486694" y="1052736"/>
              <a:ext cx="8707412" cy="5112568"/>
              <a:chOff x="1486694" y="1052736"/>
              <a:chExt cx="8707412" cy="5112568"/>
            </a:xfrm>
          </p:grpSpPr>
          <p:cxnSp>
            <p:nvCxnSpPr>
              <p:cNvPr id="140" name="辅助线">
                <a:extLst>
                  <a:ext uri="{FF2B5EF4-FFF2-40B4-BE49-F238E27FC236}">
                    <a16:creationId xmlns:a16="http://schemas.microsoft.com/office/drawing/2014/main" id="{EF04C218-81F0-5CBA-CBAB-7B37B385065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86694" y="1052736"/>
                <a:ext cx="0" cy="511256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辅助线">
                <a:extLst>
                  <a:ext uri="{FF2B5EF4-FFF2-40B4-BE49-F238E27FC236}">
                    <a16:creationId xmlns:a16="http://schemas.microsoft.com/office/drawing/2014/main" id="{EC1922D5-F090-C22A-C7FC-2E421722FC6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辅助线">
                <a:extLst>
                  <a:ext uri="{FF2B5EF4-FFF2-40B4-BE49-F238E27FC236}">
                    <a16:creationId xmlns:a16="http://schemas.microsoft.com/office/drawing/2014/main" id="{67F1F931-CEF7-A036-D2B7-1B100C639EA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辅助线">
                <a:extLst>
                  <a:ext uri="{FF2B5EF4-FFF2-40B4-BE49-F238E27FC236}">
                    <a16:creationId xmlns:a16="http://schemas.microsoft.com/office/drawing/2014/main" id="{62B88FBC-E429-D3E7-9744-E615F9A9033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8703FA62-DA86-E31D-F711-D45A6C36C42B}"/>
                </a:ext>
              </a:extLst>
            </p:cNvPr>
            <p:cNvGrpSpPr/>
            <p:nvPr/>
          </p:nvGrpSpPr>
          <p:grpSpPr>
            <a:xfrm>
              <a:off x="4306471" y="1628800"/>
              <a:ext cx="5804941" cy="4536504"/>
              <a:chOff x="4389165" y="1628800"/>
              <a:chExt cx="5804941" cy="4536504"/>
            </a:xfrm>
          </p:grpSpPr>
          <p:cxnSp>
            <p:nvCxnSpPr>
              <p:cNvPr id="137" name="辅助线">
                <a:extLst>
                  <a:ext uri="{FF2B5EF4-FFF2-40B4-BE49-F238E27FC236}">
                    <a16:creationId xmlns:a16="http://schemas.microsoft.com/office/drawing/2014/main" id="{085D8E19-1D3F-6172-7FDE-E5A797BB06A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辅助线">
                <a:extLst>
                  <a:ext uri="{FF2B5EF4-FFF2-40B4-BE49-F238E27FC236}">
                    <a16:creationId xmlns:a16="http://schemas.microsoft.com/office/drawing/2014/main" id="{7B8A2F21-F8C4-4B13-0B49-1262F276C45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辅助线">
                <a:extLst>
                  <a:ext uri="{FF2B5EF4-FFF2-40B4-BE49-F238E27FC236}">
                    <a16:creationId xmlns:a16="http://schemas.microsoft.com/office/drawing/2014/main" id="{876E5F80-F890-A19F-6BDD-DC11659CD27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48CA0416-7FA5-6DAA-9EC3-24FDD09BBD38}"/>
                </a:ext>
              </a:extLst>
            </p:cNvPr>
            <p:cNvGrpSpPr/>
            <p:nvPr/>
          </p:nvGrpSpPr>
          <p:grpSpPr>
            <a:xfrm>
              <a:off x="4203727" y="1641500"/>
              <a:ext cx="5804941" cy="4536504"/>
              <a:chOff x="4389165" y="1628800"/>
              <a:chExt cx="5804941" cy="4536504"/>
            </a:xfrm>
          </p:grpSpPr>
          <p:cxnSp>
            <p:nvCxnSpPr>
              <p:cNvPr id="134" name="辅助线">
                <a:extLst>
                  <a:ext uri="{FF2B5EF4-FFF2-40B4-BE49-F238E27FC236}">
                    <a16:creationId xmlns:a16="http://schemas.microsoft.com/office/drawing/2014/main" id="{0994D4FF-9A24-9C8B-76D7-DE07CF831B1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辅助线">
                <a:extLst>
                  <a:ext uri="{FF2B5EF4-FFF2-40B4-BE49-F238E27FC236}">
                    <a16:creationId xmlns:a16="http://schemas.microsoft.com/office/drawing/2014/main" id="{F2808BA0-B557-B7E7-9B93-4143C4251BF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辅助线">
                <a:extLst>
                  <a:ext uri="{FF2B5EF4-FFF2-40B4-BE49-F238E27FC236}">
                    <a16:creationId xmlns:a16="http://schemas.microsoft.com/office/drawing/2014/main" id="{9EEFE87D-ABBC-BD1D-F745-705D9E7DF28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C55274B6-99A2-DF14-9C12-7117B5A687E0}"/>
                </a:ext>
              </a:extLst>
            </p:cNvPr>
            <p:cNvGrpSpPr/>
            <p:nvPr/>
          </p:nvGrpSpPr>
          <p:grpSpPr>
            <a:xfrm>
              <a:off x="4060227" y="1635150"/>
              <a:ext cx="5804941" cy="4536504"/>
              <a:chOff x="4389165" y="1628800"/>
              <a:chExt cx="5804941" cy="4536504"/>
            </a:xfrm>
          </p:grpSpPr>
          <p:cxnSp>
            <p:nvCxnSpPr>
              <p:cNvPr id="131" name="辅助线">
                <a:extLst>
                  <a:ext uri="{FF2B5EF4-FFF2-40B4-BE49-F238E27FC236}">
                    <a16:creationId xmlns:a16="http://schemas.microsoft.com/office/drawing/2014/main" id="{738CCA21-0ACB-E6B0-9B9E-A255EB8B209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辅助线">
                <a:extLst>
                  <a:ext uri="{FF2B5EF4-FFF2-40B4-BE49-F238E27FC236}">
                    <a16:creationId xmlns:a16="http://schemas.microsoft.com/office/drawing/2014/main" id="{34CDA8C9-076D-19C4-4879-8D3BD6B805C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辅助线">
                <a:extLst>
                  <a:ext uri="{FF2B5EF4-FFF2-40B4-BE49-F238E27FC236}">
                    <a16:creationId xmlns:a16="http://schemas.microsoft.com/office/drawing/2014/main" id="{8D55F787-75A1-1E85-A555-8E225C03D04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6126F0AC-BCD6-84E5-62BE-0956553A809C}"/>
                </a:ext>
              </a:extLst>
            </p:cNvPr>
            <p:cNvGrpSpPr/>
            <p:nvPr/>
          </p:nvGrpSpPr>
          <p:grpSpPr>
            <a:xfrm>
              <a:off x="3874789" y="1641500"/>
              <a:ext cx="5804941" cy="4536504"/>
              <a:chOff x="4389165" y="1628800"/>
              <a:chExt cx="5804941" cy="4536504"/>
            </a:xfrm>
          </p:grpSpPr>
          <p:cxnSp>
            <p:nvCxnSpPr>
              <p:cNvPr id="128" name="辅助线">
                <a:extLst>
                  <a:ext uri="{FF2B5EF4-FFF2-40B4-BE49-F238E27FC236}">
                    <a16:creationId xmlns:a16="http://schemas.microsoft.com/office/drawing/2014/main" id="{D9F38712-9B87-FF18-6DC8-223578AED18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辅助线">
                <a:extLst>
                  <a:ext uri="{FF2B5EF4-FFF2-40B4-BE49-F238E27FC236}">
                    <a16:creationId xmlns:a16="http://schemas.microsoft.com/office/drawing/2014/main" id="{51F9849D-79F9-280B-734D-BDC811CE2A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辅助线">
                <a:extLst>
                  <a:ext uri="{FF2B5EF4-FFF2-40B4-BE49-F238E27FC236}">
                    <a16:creationId xmlns:a16="http://schemas.microsoft.com/office/drawing/2014/main" id="{539C3BAF-8B73-6C70-9B76-84BCE579E14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EE41F120-E075-FD7E-B798-53F36FA80A08}"/>
                </a:ext>
              </a:extLst>
            </p:cNvPr>
            <p:cNvGrpSpPr/>
            <p:nvPr/>
          </p:nvGrpSpPr>
          <p:grpSpPr>
            <a:xfrm>
              <a:off x="3595967" y="1635150"/>
              <a:ext cx="5804941" cy="4536504"/>
              <a:chOff x="4389165" y="1628800"/>
              <a:chExt cx="5804941" cy="4536504"/>
            </a:xfrm>
          </p:grpSpPr>
          <p:cxnSp>
            <p:nvCxnSpPr>
              <p:cNvPr id="125" name="辅助线">
                <a:extLst>
                  <a:ext uri="{FF2B5EF4-FFF2-40B4-BE49-F238E27FC236}">
                    <a16:creationId xmlns:a16="http://schemas.microsoft.com/office/drawing/2014/main" id="{CEE4AAC1-74DB-D93D-B20F-4BFFB398424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辅助线">
                <a:extLst>
                  <a:ext uri="{FF2B5EF4-FFF2-40B4-BE49-F238E27FC236}">
                    <a16:creationId xmlns:a16="http://schemas.microsoft.com/office/drawing/2014/main" id="{1D510F6D-1C5F-46FD-8CEB-96B3139894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辅助线">
                <a:extLst>
                  <a:ext uri="{FF2B5EF4-FFF2-40B4-BE49-F238E27FC236}">
                    <a16:creationId xmlns:a16="http://schemas.microsoft.com/office/drawing/2014/main" id="{855BA021-F6EA-B00E-1439-6B1057BF10D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CF8D39E6-2107-F9A5-D6CA-EAB4C6FE09DB}"/>
                </a:ext>
              </a:extLst>
            </p:cNvPr>
            <p:cNvGrpSpPr/>
            <p:nvPr/>
          </p:nvGrpSpPr>
          <p:grpSpPr>
            <a:xfrm>
              <a:off x="3233200" y="1635151"/>
              <a:ext cx="5804941" cy="4536504"/>
              <a:chOff x="4389165" y="1628800"/>
              <a:chExt cx="5804941" cy="4536504"/>
            </a:xfrm>
          </p:grpSpPr>
          <p:cxnSp>
            <p:nvCxnSpPr>
              <p:cNvPr id="122" name="辅助线">
                <a:extLst>
                  <a:ext uri="{FF2B5EF4-FFF2-40B4-BE49-F238E27FC236}">
                    <a16:creationId xmlns:a16="http://schemas.microsoft.com/office/drawing/2014/main" id="{37517653-3DEB-42F0-5787-41D7A1F054A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辅助线">
                <a:extLst>
                  <a:ext uri="{FF2B5EF4-FFF2-40B4-BE49-F238E27FC236}">
                    <a16:creationId xmlns:a16="http://schemas.microsoft.com/office/drawing/2014/main" id="{A894DB54-D5DE-FF7F-33DD-A497B189C06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辅助线">
                <a:extLst>
                  <a:ext uri="{FF2B5EF4-FFF2-40B4-BE49-F238E27FC236}">
                    <a16:creationId xmlns:a16="http://schemas.microsoft.com/office/drawing/2014/main" id="{0E7E543C-9FC5-6274-C72C-6CFEC2CDEA7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B6DFF413-C0E2-C72F-7D49-9149EF075924}"/>
                </a:ext>
              </a:extLst>
            </p:cNvPr>
            <p:cNvGrpSpPr/>
            <p:nvPr/>
          </p:nvGrpSpPr>
          <p:grpSpPr>
            <a:xfrm>
              <a:off x="2808321" y="1622450"/>
              <a:ext cx="5804941" cy="4536504"/>
              <a:chOff x="4389165" y="1628800"/>
              <a:chExt cx="5804941" cy="4536504"/>
            </a:xfrm>
          </p:grpSpPr>
          <p:cxnSp>
            <p:nvCxnSpPr>
              <p:cNvPr id="119" name="辅助线">
                <a:extLst>
                  <a:ext uri="{FF2B5EF4-FFF2-40B4-BE49-F238E27FC236}">
                    <a16:creationId xmlns:a16="http://schemas.microsoft.com/office/drawing/2014/main" id="{6FC3DB76-7565-C548-A572-FB898AB6331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辅助线">
                <a:extLst>
                  <a:ext uri="{FF2B5EF4-FFF2-40B4-BE49-F238E27FC236}">
                    <a16:creationId xmlns:a16="http://schemas.microsoft.com/office/drawing/2014/main" id="{2D1313CB-A81F-11CE-7A80-DCFCC2FC94D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辅助线">
                <a:extLst>
                  <a:ext uri="{FF2B5EF4-FFF2-40B4-BE49-F238E27FC236}">
                    <a16:creationId xmlns:a16="http://schemas.microsoft.com/office/drawing/2014/main" id="{1717D63F-143B-CAE5-B927-226F85B9F3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F380BB51-5FFE-84E0-A265-92F9E22BAEAD}"/>
                </a:ext>
              </a:extLst>
            </p:cNvPr>
            <p:cNvGrpSpPr/>
            <p:nvPr/>
          </p:nvGrpSpPr>
          <p:grpSpPr>
            <a:xfrm>
              <a:off x="2307198" y="1641501"/>
              <a:ext cx="5804941" cy="4536504"/>
              <a:chOff x="4389165" y="1628800"/>
              <a:chExt cx="5804941" cy="4536504"/>
            </a:xfrm>
          </p:grpSpPr>
          <p:cxnSp>
            <p:nvCxnSpPr>
              <p:cNvPr id="116" name="辅助线">
                <a:extLst>
                  <a:ext uri="{FF2B5EF4-FFF2-40B4-BE49-F238E27FC236}">
                    <a16:creationId xmlns:a16="http://schemas.microsoft.com/office/drawing/2014/main" id="{8FBC4A1E-7F71-073E-78CC-131169A105A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辅助线">
                <a:extLst>
                  <a:ext uri="{FF2B5EF4-FFF2-40B4-BE49-F238E27FC236}">
                    <a16:creationId xmlns:a16="http://schemas.microsoft.com/office/drawing/2014/main" id="{EEEE21D2-E6E2-B5BE-C264-6502A5C76EE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辅助线">
                <a:extLst>
                  <a:ext uri="{FF2B5EF4-FFF2-40B4-BE49-F238E27FC236}">
                    <a16:creationId xmlns:a16="http://schemas.microsoft.com/office/drawing/2014/main" id="{902C1A8F-E468-C60F-9932-388BE23A21E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Gs">
                  <a:extLst>
                    <a:ext uri="{FF2B5EF4-FFF2-40B4-BE49-F238E27FC236}">
                      <a16:creationId xmlns:a16="http://schemas.microsoft.com/office/drawing/2014/main" id="{5CBA7A6D-E506-4AA6-F8D8-A5A577D5B0A8}"/>
                    </a:ext>
                  </a:extLst>
                </p:cNvPr>
                <p:cNvSpPr txBox="1"/>
                <p:nvPr/>
              </p:nvSpPr>
              <p:spPr>
                <a:xfrm>
                  <a:off x="1488412" y="1050911"/>
                  <a:ext cx="1549681" cy="67549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altLang="zh-CN" dirty="0">
                      <a:solidFill>
                        <a:schemeClr val="tx1"/>
                      </a:solidFill>
                    </a:rPr>
                    <a:t>dB</a:t>
                  </a:r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Gs">
                  <a:extLst>
                    <a:ext uri="{FF2B5EF4-FFF2-40B4-BE49-F238E27FC236}">
                      <a16:creationId xmlns:a16="http://schemas.microsoft.com/office/drawing/2014/main" id="{46C65E79-34D5-40DA-D2D2-2956FF9E83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8412" y="1050911"/>
                  <a:ext cx="1549681" cy="675490"/>
                </a:xfrm>
                <a:prstGeom prst="rect">
                  <a:avLst/>
                </a:prstGeom>
                <a:blipFill>
                  <a:blip r:embed="rId3"/>
                  <a:stretch>
                    <a:fillRect t="-10000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Gs">
                  <a:extLst>
                    <a:ext uri="{FF2B5EF4-FFF2-40B4-BE49-F238E27FC236}">
                      <a16:creationId xmlns:a16="http://schemas.microsoft.com/office/drawing/2014/main" id="{A27DF585-8B29-BDD0-3B00-8F317B25F3A1}"/>
                    </a:ext>
                  </a:extLst>
                </p:cNvPr>
                <p:cNvSpPr txBox="1"/>
                <p:nvPr/>
              </p:nvSpPr>
              <p:spPr>
                <a:xfrm>
                  <a:off x="10902767" y="3608279"/>
                  <a:ext cx="4248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1" name="Gs">
                  <a:extLst>
                    <a:ext uri="{FF2B5EF4-FFF2-40B4-BE49-F238E27FC236}">
                      <a16:creationId xmlns:a16="http://schemas.microsoft.com/office/drawing/2014/main" id="{A5F3EF99-3630-0BF0-DB3A-7C787EF663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02767" y="3608279"/>
                  <a:ext cx="424844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18182" b="-6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Gs">
                  <a:extLst>
                    <a:ext uri="{FF2B5EF4-FFF2-40B4-BE49-F238E27FC236}">
                      <a16:creationId xmlns:a16="http://schemas.microsoft.com/office/drawing/2014/main" id="{C5A81B3E-2081-3064-3ADF-D02364FB985B}"/>
                    </a:ext>
                  </a:extLst>
                </p:cNvPr>
                <p:cNvSpPr txBox="1"/>
                <p:nvPr/>
              </p:nvSpPr>
              <p:spPr>
                <a:xfrm>
                  <a:off x="10042497" y="3724861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2" name="Gs">
                  <a:extLst>
                    <a:ext uri="{FF2B5EF4-FFF2-40B4-BE49-F238E27FC236}">
                      <a16:creationId xmlns:a16="http://schemas.microsoft.com/office/drawing/2014/main" id="{AA1AF1CD-2EA4-F280-C3B3-8E2535C72C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42497" y="3724861"/>
                  <a:ext cx="703715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Gs">
                  <a:extLst>
                    <a:ext uri="{FF2B5EF4-FFF2-40B4-BE49-F238E27FC236}">
                      <a16:creationId xmlns:a16="http://schemas.microsoft.com/office/drawing/2014/main" id="{2138F283-191A-4B73-593F-FFB1AEB91649}"/>
                    </a:ext>
                  </a:extLst>
                </p:cNvPr>
                <p:cNvSpPr txBox="1"/>
                <p:nvPr/>
              </p:nvSpPr>
              <p:spPr>
                <a:xfrm>
                  <a:off x="10143990" y="3346669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3" name="Gs">
                  <a:extLst>
                    <a:ext uri="{FF2B5EF4-FFF2-40B4-BE49-F238E27FC236}">
                      <a16:creationId xmlns:a16="http://schemas.microsoft.com/office/drawing/2014/main" id="{64BB0861-23C0-0809-44B7-CD3ADE6F9D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43990" y="3346669"/>
                  <a:ext cx="703715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16667" b="-687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Gs">
                  <a:extLst>
                    <a:ext uri="{FF2B5EF4-FFF2-40B4-BE49-F238E27FC236}">
                      <a16:creationId xmlns:a16="http://schemas.microsoft.com/office/drawing/2014/main" id="{F5A62055-0726-5508-6A29-1B4110CB877F}"/>
                    </a:ext>
                  </a:extLst>
                </p:cNvPr>
                <p:cNvSpPr txBox="1"/>
                <p:nvPr/>
              </p:nvSpPr>
              <p:spPr>
                <a:xfrm>
                  <a:off x="10137535" y="2865445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80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4" name="Gs">
                  <a:extLst>
                    <a:ext uri="{FF2B5EF4-FFF2-40B4-BE49-F238E27FC236}">
                      <a16:creationId xmlns:a16="http://schemas.microsoft.com/office/drawing/2014/main" id="{31EFE428-3724-078C-5F13-EC0C8E83C0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7535" y="2865445"/>
                  <a:ext cx="703715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41667" b="-5882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Gs">
                  <a:extLst>
                    <a:ext uri="{FF2B5EF4-FFF2-40B4-BE49-F238E27FC236}">
                      <a16:creationId xmlns:a16="http://schemas.microsoft.com/office/drawing/2014/main" id="{E2903789-6ED8-CF67-5AD2-513E96893F88}"/>
                    </a:ext>
                  </a:extLst>
                </p:cNvPr>
                <p:cNvSpPr txBox="1"/>
                <p:nvPr/>
              </p:nvSpPr>
              <p:spPr>
                <a:xfrm>
                  <a:off x="10160530" y="2361389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70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5" name="Gs">
                  <a:extLst>
                    <a:ext uri="{FF2B5EF4-FFF2-40B4-BE49-F238E27FC236}">
                      <a16:creationId xmlns:a16="http://schemas.microsoft.com/office/drawing/2014/main" id="{3DDED018-1863-90A1-03F8-1E0DE59AF4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0530" y="2361389"/>
                  <a:ext cx="703715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44444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Gs">
                  <a:extLst>
                    <a:ext uri="{FF2B5EF4-FFF2-40B4-BE49-F238E27FC236}">
                      <a16:creationId xmlns:a16="http://schemas.microsoft.com/office/drawing/2014/main" id="{40877671-2168-E1C4-6350-A48F0B2A4DD9}"/>
                    </a:ext>
                  </a:extLst>
                </p:cNvPr>
                <p:cNvSpPr txBox="1"/>
                <p:nvPr/>
              </p:nvSpPr>
              <p:spPr>
                <a:xfrm>
                  <a:off x="10137535" y="1857333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6" name="Gs">
                  <a:extLst>
                    <a:ext uri="{FF2B5EF4-FFF2-40B4-BE49-F238E27FC236}">
                      <a16:creationId xmlns:a16="http://schemas.microsoft.com/office/drawing/2014/main" id="{9CEEA585-E3E5-AF73-1BAF-A40F02E4D6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7535" y="1857333"/>
                  <a:ext cx="703715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41667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Gs">
                  <a:extLst>
                    <a:ext uri="{FF2B5EF4-FFF2-40B4-BE49-F238E27FC236}">
                      <a16:creationId xmlns:a16="http://schemas.microsoft.com/office/drawing/2014/main" id="{D48FAC4A-C294-F714-B3BE-EFE6C845C3C1}"/>
                    </a:ext>
                  </a:extLst>
                </p:cNvPr>
                <p:cNvSpPr txBox="1"/>
                <p:nvPr/>
              </p:nvSpPr>
              <p:spPr>
                <a:xfrm>
                  <a:off x="10176429" y="4369187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7" name="Gs">
                  <a:extLst>
                    <a:ext uri="{FF2B5EF4-FFF2-40B4-BE49-F238E27FC236}">
                      <a16:creationId xmlns:a16="http://schemas.microsoft.com/office/drawing/2014/main" id="{CC2955E8-8814-2E7B-3272-87B582BEAA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76429" y="4369187"/>
                  <a:ext cx="703715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52778" b="-5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Gs">
                  <a:extLst>
                    <a:ext uri="{FF2B5EF4-FFF2-40B4-BE49-F238E27FC236}">
                      <a16:creationId xmlns:a16="http://schemas.microsoft.com/office/drawing/2014/main" id="{826D76B0-C067-A269-96AC-E511E66B59A4}"/>
                    </a:ext>
                  </a:extLst>
                </p:cNvPr>
                <p:cNvSpPr txBox="1"/>
                <p:nvPr/>
              </p:nvSpPr>
              <p:spPr>
                <a:xfrm>
                  <a:off x="10168599" y="4871770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80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8" name="Gs">
                  <a:extLst>
                    <a:ext uri="{FF2B5EF4-FFF2-40B4-BE49-F238E27FC236}">
                      <a16:creationId xmlns:a16="http://schemas.microsoft.com/office/drawing/2014/main" id="{C5CEAD9A-E5B8-DE4B-FC77-D5600FF178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8599" y="4871770"/>
                  <a:ext cx="703715" cy="369332"/>
                </a:xfrm>
                <a:prstGeom prst="rect">
                  <a:avLst/>
                </a:prstGeom>
                <a:blipFill>
                  <a:blip r:embed="rId11"/>
                  <a:stretch>
                    <a:fillRect r="-85714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Gs">
                  <a:extLst>
                    <a:ext uri="{FF2B5EF4-FFF2-40B4-BE49-F238E27FC236}">
                      <a16:creationId xmlns:a16="http://schemas.microsoft.com/office/drawing/2014/main" id="{734D2672-6894-1781-3ADE-6F71F6DE284B}"/>
                    </a:ext>
                  </a:extLst>
                </p:cNvPr>
                <p:cNvSpPr txBox="1"/>
                <p:nvPr/>
              </p:nvSpPr>
              <p:spPr>
                <a:xfrm>
                  <a:off x="10156759" y="5383649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70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9" name="Gs">
                  <a:extLst>
                    <a:ext uri="{FF2B5EF4-FFF2-40B4-BE49-F238E27FC236}">
                      <a16:creationId xmlns:a16="http://schemas.microsoft.com/office/drawing/2014/main" id="{DDC6D7DD-847A-07ED-58B2-591D58DD44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6759" y="5383649"/>
                  <a:ext cx="703715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80556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Gs">
                  <a:extLst>
                    <a:ext uri="{FF2B5EF4-FFF2-40B4-BE49-F238E27FC236}">
                      <a16:creationId xmlns:a16="http://schemas.microsoft.com/office/drawing/2014/main" id="{4A9E43F3-1C78-3282-2132-13157AB17C19}"/>
                    </a:ext>
                  </a:extLst>
                </p:cNvPr>
                <p:cNvSpPr txBox="1"/>
                <p:nvPr/>
              </p:nvSpPr>
              <p:spPr>
                <a:xfrm>
                  <a:off x="10152168" y="5860717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0" name="Gs">
                  <a:extLst>
                    <a:ext uri="{FF2B5EF4-FFF2-40B4-BE49-F238E27FC236}">
                      <a16:creationId xmlns:a16="http://schemas.microsoft.com/office/drawing/2014/main" id="{D82FD951-1A47-B9BA-5425-A22D445994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2168" y="5860717"/>
                  <a:ext cx="703715" cy="369332"/>
                </a:xfrm>
                <a:prstGeom prst="rect">
                  <a:avLst/>
                </a:prstGeom>
                <a:blipFill>
                  <a:blip r:embed="rId13"/>
                  <a:stretch>
                    <a:fillRect r="-85714" b="-687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Gs">
                  <a:extLst>
                    <a:ext uri="{FF2B5EF4-FFF2-40B4-BE49-F238E27FC236}">
                      <a16:creationId xmlns:a16="http://schemas.microsoft.com/office/drawing/2014/main" id="{68D53562-FF41-3921-18E1-A29AA2543384}"/>
                    </a:ext>
                  </a:extLst>
                </p:cNvPr>
                <p:cNvSpPr txBox="1"/>
                <p:nvPr/>
              </p:nvSpPr>
              <p:spPr>
                <a:xfrm>
                  <a:off x="1162826" y="6139789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.1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1" name="Gs">
                  <a:extLst>
                    <a:ext uri="{FF2B5EF4-FFF2-40B4-BE49-F238E27FC236}">
                      <a16:creationId xmlns:a16="http://schemas.microsoft.com/office/drawing/2014/main" id="{9FF3F21E-3E81-E5FA-0FD2-C2B49DF001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2826" y="6139789"/>
                  <a:ext cx="703715" cy="369332"/>
                </a:xfrm>
                <a:prstGeom prst="rect">
                  <a:avLst/>
                </a:prstGeom>
                <a:blipFill>
                  <a:blip r:embed="rId14"/>
                  <a:stretch>
                    <a:fillRect r="-5556" b="-687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Gs">
                  <a:extLst>
                    <a:ext uri="{FF2B5EF4-FFF2-40B4-BE49-F238E27FC236}">
                      <a16:creationId xmlns:a16="http://schemas.microsoft.com/office/drawing/2014/main" id="{B8B670A6-084D-7BF9-54CF-A296931BD166}"/>
                    </a:ext>
                  </a:extLst>
                </p:cNvPr>
                <p:cNvSpPr txBox="1"/>
                <p:nvPr/>
              </p:nvSpPr>
              <p:spPr>
                <a:xfrm>
                  <a:off x="4034532" y="6115013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Gs">
                  <a:extLst>
                    <a:ext uri="{FF2B5EF4-FFF2-40B4-BE49-F238E27FC236}">
                      <a16:creationId xmlns:a16="http://schemas.microsoft.com/office/drawing/2014/main" id="{38A57277-A4D4-76FC-9EC9-A226002A96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4532" y="6115013"/>
                  <a:ext cx="703715" cy="369332"/>
                </a:xfrm>
                <a:prstGeom prst="rect">
                  <a:avLst/>
                </a:prstGeom>
                <a:blipFill>
                  <a:blip r:embed="rId15"/>
                  <a:stretch>
                    <a:fillRect b="-687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Gs">
                  <a:extLst>
                    <a:ext uri="{FF2B5EF4-FFF2-40B4-BE49-F238E27FC236}">
                      <a16:creationId xmlns:a16="http://schemas.microsoft.com/office/drawing/2014/main" id="{768D52DC-4FEF-487E-E758-44F7F58CA3D1}"/>
                    </a:ext>
                  </a:extLst>
                </p:cNvPr>
                <p:cNvSpPr txBox="1"/>
                <p:nvPr/>
              </p:nvSpPr>
              <p:spPr>
                <a:xfrm>
                  <a:off x="6914552" y="6129973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3" name="Gs">
                  <a:extLst>
                    <a:ext uri="{FF2B5EF4-FFF2-40B4-BE49-F238E27FC236}">
                      <a16:creationId xmlns:a16="http://schemas.microsoft.com/office/drawing/2014/main" id="{5FF2F1F9-617E-7E56-A493-164265AED5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4552" y="6129973"/>
                  <a:ext cx="703715" cy="369332"/>
                </a:xfrm>
                <a:prstGeom prst="rect">
                  <a:avLst/>
                </a:prstGeom>
                <a:blipFill>
                  <a:blip r:embed="rId16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Gs">
                  <a:extLst>
                    <a:ext uri="{FF2B5EF4-FFF2-40B4-BE49-F238E27FC236}">
                      <a16:creationId xmlns:a16="http://schemas.microsoft.com/office/drawing/2014/main" id="{9CCBACDE-77B3-10AF-486A-F12CFB30DDEF}"/>
                    </a:ext>
                  </a:extLst>
                </p:cNvPr>
                <p:cNvSpPr txBox="1"/>
                <p:nvPr/>
              </p:nvSpPr>
              <p:spPr>
                <a:xfrm>
                  <a:off x="9770042" y="6122327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4" name="Gs">
                  <a:extLst>
                    <a:ext uri="{FF2B5EF4-FFF2-40B4-BE49-F238E27FC236}">
                      <a16:creationId xmlns:a16="http://schemas.microsoft.com/office/drawing/2014/main" id="{BA014E11-6033-6173-B3C5-161F19234F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70042" y="6122327"/>
                  <a:ext cx="703715" cy="369332"/>
                </a:xfrm>
                <a:prstGeom prst="rect">
                  <a:avLst/>
                </a:prstGeom>
                <a:blipFill>
                  <a:blip r:embed="rId17"/>
                  <a:stretch>
                    <a:fillRect r="-25000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Gs">
                  <a:extLst>
                    <a:ext uri="{FF2B5EF4-FFF2-40B4-BE49-F238E27FC236}">
                      <a16:creationId xmlns:a16="http://schemas.microsoft.com/office/drawing/2014/main" id="{095CC61B-8014-4193-EBB4-E203F387FBF1}"/>
                    </a:ext>
                  </a:extLst>
                </p:cNvPr>
                <p:cNvSpPr txBox="1"/>
                <p:nvPr/>
              </p:nvSpPr>
              <p:spPr>
                <a:xfrm>
                  <a:off x="942670" y="3890702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5" name="Gs">
                  <a:extLst>
                    <a:ext uri="{FF2B5EF4-FFF2-40B4-BE49-F238E27FC236}">
                      <a16:creationId xmlns:a16="http://schemas.microsoft.com/office/drawing/2014/main" id="{E0B6FB99-33E5-6D93-6D25-6122EF2757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2670" y="3890702"/>
                  <a:ext cx="703715" cy="369332"/>
                </a:xfrm>
                <a:prstGeom prst="rect">
                  <a:avLst/>
                </a:prstGeom>
                <a:blipFill>
                  <a:blip r:embed="rId18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Gs">
                  <a:extLst>
                    <a:ext uri="{FF2B5EF4-FFF2-40B4-BE49-F238E27FC236}">
                      <a16:creationId xmlns:a16="http://schemas.microsoft.com/office/drawing/2014/main" id="{19A74D03-16E6-CD77-B319-ACCB639FD532}"/>
                    </a:ext>
                  </a:extLst>
                </p:cNvPr>
                <p:cNvSpPr txBox="1"/>
                <p:nvPr/>
              </p:nvSpPr>
              <p:spPr>
                <a:xfrm>
                  <a:off x="838651" y="3389765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6" name="Gs">
                  <a:extLst>
                    <a:ext uri="{FF2B5EF4-FFF2-40B4-BE49-F238E27FC236}">
                      <a16:creationId xmlns:a16="http://schemas.microsoft.com/office/drawing/2014/main" id="{721F23C8-D06B-BCF1-334D-2B97986868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651" y="3389765"/>
                  <a:ext cx="703715" cy="369332"/>
                </a:xfrm>
                <a:prstGeom prst="rect">
                  <a:avLst/>
                </a:prstGeom>
                <a:blipFill>
                  <a:blip r:embed="rId19"/>
                  <a:stretch>
                    <a:fillRect b="-687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Gs">
                  <a:extLst>
                    <a:ext uri="{FF2B5EF4-FFF2-40B4-BE49-F238E27FC236}">
                      <a16:creationId xmlns:a16="http://schemas.microsoft.com/office/drawing/2014/main" id="{10D52E13-4F32-7B78-1EC1-AE4663B0C6D6}"/>
                    </a:ext>
                  </a:extLst>
                </p:cNvPr>
                <p:cNvSpPr txBox="1"/>
                <p:nvPr/>
              </p:nvSpPr>
              <p:spPr>
                <a:xfrm>
                  <a:off x="843248" y="2892060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7" name="Gs">
                  <a:extLst>
                    <a:ext uri="{FF2B5EF4-FFF2-40B4-BE49-F238E27FC236}">
                      <a16:creationId xmlns:a16="http://schemas.microsoft.com/office/drawing/2014/main" id="{AD5FEE93-E6AE-1971-5C57-01128325C3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248" y="2892060"/>
                  <a:ext cx="703715" cy="369332"/>
                </a:xfrm>
                <a:prstGeom prst="rect">
                  <a:avLst/>
                </a:prstGeom>
                <a:blipFill>
                  <a:blip r:embed="rId20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Gs">
                  <a:extLst>
                    <a:ext uri="{FF2B5EF4-FFF2-40B4-BE49-F238E27FC236}">
                      <a16:creationId xmlns:a16="http://schemas.microsoft.com/office/drawing/2014/main" id="{62531CBA-00BF-33A5-B66A-647BAF7B7106}"/>
                    </a:ext>
                  </a:extLst>
                </p:cNvPr>
                <p:cNvSpPr txBox="1"/>
                <p:nvPr/>
              </p:nvSpPr>
              <p:spPr>
                <a:xfrm>
                  <a:off x="847845" y="2386303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9" name="Gs">
                  <a:extLst>
                    <a:ext uri="{FF2B5EF4-FFF2-40B4-BE49-F238E27FC236}">
                      <a16:creationId xmlns:a16="http://schemas.microsoft.com/office/drawing/2014/main" id="{62531CBA-00BF-33A5-B66A-647BAF7B71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845" y="2386303"/>
                  <a:ext cx="703715" cy="369332"/>
                </a:xfrm>
                <a:prstGeom prst="rect">
                  <a:avLst/>
                </a:prstGeom>
                <a:blipFill>
                  <a:blip r:embed="rId21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Gs">
                  <a:extLst>
                    <a:ext uri="{FF2B5EF4-FFF2-40B4-BE49-F238E27FC236}">
                      <a16:creationId xmlns:a16="http://schemas.microsoft.com/office/drawing/2014/main" id="{71747CBD-3B73-4372-203E-70437C48B0FB}"/>
                    </a:ext>
                  </a:extLst>
                </p:cNvPr>
                <p:cNvSpPr txBox="1"/>
                <p:nvPr/>
              </p:nvSpPr>
              <p:spPr>
                <a:xfrm>
                  <a:off x="860906" y="1875764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9" name="Gs">
                  <a:extLst>
                    <a:ext uri="{FF2B5EF4-FFF2-40B4-BE49-F238E27FC236}">
                      <a16:creationId xmlns:a16="http://schemas.microsoft.com/office/drawing/2014/main" id="{B7329D5B-9A0E-0787-C7D4-E1E78A457E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906" y="1875764"/>
                  <a:ext cx="703715" cy="369332"/>
                </a:xfrm>
                <a:prstGeom prst="rect">
                  <a:avLst/>
                </a:prstGeom>
                <a:blipFill>
                  <a:blip r:embed="rId22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Gs">
                  <a:extLst>
                    <a:ext uri="{FF2B5EF4-FFF2-40B4-BE49-F238E27FC236}">
                      <a16:creationId xmlns:a16="http://schemas.microsoft.com/office/drawing/2014/main" id="{9DCA8796-F475-5248-CADE-38E568C184B9}"/>
                    </a:ext>
                  </a:extLst>
                </p:cNvPr>
                <p:cNvSpPr txBox="1"/>
                <p:nvPr/>
              </p:nvSpPr>
              <p:spPr>
                <a:xfrm>
                  <a:off x="626461" y="4369517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0" name="Gs">
                  <a:extLst>
                    <a:ext uri="{FF2B5EF4-FFF2-40B4-BE49-F238E27FC236}">
                      <a16:creationId xmlns:a16="http://schemas.microsoft.com/office/drawing/2014/main" id="{9DC94101-A208-99CA-28D8-1A0DEFD1E6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461" y="4369517"/>
                  <a:ext cx="703715" cy="369332"/>
                </a:xfrm>
                <a:prstGeom prst="rect">
                  <a:avLst/>
                </a:prstGeom>
                <a:blipFill>
                  <a:blip r:embed="rId23"/>
                  <a:stretch>
                    <a:fillRect r="-34286" b="-5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Gs">
                  <a:extLst>
                    <a:ext uri="{FF2B5EF4-FFF2-40B4-BE49-F238E27FC236}">
                      <a16:creationId xmlns:a16="http://schemas.microsoft.com/office/drawing/2014/main" id="{F6484E03-EFB6-731E-A0A0-726E62DB2B3A}"/>
                    </a:ext>
                  </a:extLst>
                </p:cNvPr>
                <p:cNvSpPr txBox="1"/>
                <p:nvPr/>
              </p:nvSpPr>
              <p:spPr>
                <a:xfrm>
                  <a:off x="621046" y="4899576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1" name="Gs">
                  <a:extLst>
                    <a:ext uri="{FF2B5EF4-FFF2-40B4-BE49-F238E27FC236}">
                      <a16:creationId xmlns:a16="http://schemas.microsoft.com/office/drawing/2014/main" id="{6E03AE20-887A-78C3-6239-65043CC951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046" y="4899576"/>
                  <a:ext cx="703715" cy="369332"/>
                </a:xfrm>
                <a:prstGeom prst="rect">
                  <a:avLst/>
                </a:prstGeom>
                <a:blipFill>
                  <a:blip r:embed="rId24"/>
                  <a:stretch>
                    <a:fillRect r="-33333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Gs">
                  <a:extLst>
                    <a:ext uri="{FF2B5EF4-FFF2-40B4-BE49-F238E27FC236}">
                      <a16:creationId xmlns:a16="http://schemas.microsoft.com/office/drawing/2014/main" id="{7D232618-8E3B-598F-3FA3-4725D427E612}"/>
                    </a:ext>
                  </a:extLst>
                </p:cNvPr>
                <p:cNvSpPr txBox="1"/>
                <p:nvPr/>
              </p:nvSpPr>
              <p:spPr>
                <a:xfrm>
                  <a:off x="621046" y="5897344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−8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2" name="Gs">
                  <a:extLst>
                    <a:ext uri="{FF2B5EF4-FFF2-40B4-BE49-F238E27FC236}">
                      <a16:creationId xmlns:a16="http://schemas.microsoft.com/office/drawing/2014/main" id="{CC0BAFAC-2A81-EB7E-EDA7-03A6AAE59F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046" y="5897344"/>
                  <a:ext cx="703715" cy="369332"/>
                </a:xfrm>
                <a:prstGeom prst="rect">
                  <a:avLst/>
                </a:prstGeom>
                <a:blipFill>
                  <a:blip r:embed="rId25"/>
                  <a:stretch>
                    <a:fillRect r="-33333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Gs">
                  <a:extLst>
                    <a:ext uri="{FF2B5EF4-FFF2-40B4-BE49-F238E27FC236}">
                      <a16:creationId xmlns:a16="http://schemas.microsoft.com/office/drawing/2014/main" id="{52CB6B6C-1727-E747-B886-F19E50C59251}"/>
                    </a:ext>
                  </a:extLst>
                </p:cNvPr>
                <p:cNvSpPr txBox="1"/>
                <p:nvPr/>
              </p:nvSpPr>
              <p:spPr>
                <a:xfrm>
                  <a:off x="626461" y="5411690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−6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3" name="Gs">
                  <a:extLst>
                    <a:ext uri="{FF2B5EF4-FFF2-40B4-BE49-F238E27FC236}">
                      <a16:creationId xmlns:a16="http://schemas.microsoft.com/office/drawing/2014/main" id="{3DF69D0C-B4E8-7CA0-4FE8-9D7FD1C4B0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461" y="5411690"/>
                  <a:ext cx="703715" cy="369332"/>
                </a:xfrm>
                <a:prstGeom prst="rect">
                  <a:avLst/>
                </a:prstGeom>
                <a:blipFill>
                  <a:blip r:embed="rId26"/>
                  <a:stretch>
                    <a:fillRect r="-34286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Gs">
                  <a:extLst>
                    <a:ext uri="{FF2B5EF4-FFF2-40B4-BE49-F238E27FC236}">
                      <a16:creationId xmlns:a16="http://schemas.microsoft.com/office/drawing/2014/main" id="{698954FE-62FF-3BD9-07B1-A5C9DA703E9C}"/>
                    </a:ext>
                  </a:extLst>
                </p:cNvPr>
                <p:cNvSpPr txBox="1"/>
                <p:nvPr/>
              </p:nvSpPr>
              <p:spPr>
                <a:xfrm>
                  <a:off x="10168598" y="1007428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4" name="Gs">
                  <a:extLst>
                    <a:ext uri="{FF2B5EF4-FFF2-40B4-BE49-F238E27FC236}">
                      <a16:creationId xmlns:a16="http://schemas.microsoft.com/office/drawing/2014/main" id="{8088DA75-558D-59B1-80CF-352BDF7FBD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8598" y="1007428"/>
                  <a:ext cx="703715" cy="369332"/>
                </a:xfrm>
                <a:prstGeom prst="rect">
                  <a:avLst/>
                </a:prstGeom>
                <a:blipFill>
                  <a:blip r:embed="rId27"/>
                  <a:stretch>
                    <a:fillRect l="-2857" r="-65714" b="-10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结果3">
                <a:extLst>
                  <a:ext uri="{FF2B5EF4-FFF2-40B4-BE49-F238E27FC236}">
                    <a16:creationId xmlns:a16="http://schemas.microsoft.com/office/drawing/2014/main" id="{C7D39817-77B7-9C9A-6415-7C1C92FDC50B}"/>
                  </a:ext>
                </a:extLst>
              </p:cNvPr>
              <p:cNvSpPr txBox="1"/>
              <p:nvPr/>
            </p:nvSpPr>
            <p:spPr>
              <a:xfrm>
                <a:off x="98942" y="2959946"/>
                <a:ext cx="5185098" cy="12114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eqArrPr>
                            <m:e>
                              <m:r>
                                <m:rPr>
                                  <m:nor/>
                                </m:rPr>
                                <a:rPr kumimoji="1" lang="zh-CN" altLang="en-US" sz="2800" dirty="0">
                                  <a:solidFill>
                                    <a:schemeClr val="tx1"/>
                                  </a:solidFill>
                                </a:rPr>
                                <m:t>基准点</m:t>
                              </m:r>
                              <m:d>
                                <m:dPr>
                                  <m:ctrlPr>
                                    <a:rPr kumimoji="1" lang="en-US" altLang="zh-CN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kumimoji="1" lang="en-US" altLang="zh-CN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=1,</m:t>
                                  </m:r>
                                  <m:r>
                                    <a:rPr kumimoji="1" lang="en-US" altLang="zh-CN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  <m:d>
                                    <m:dPr>
                                      <m:ctrlPr>
                                        <a:rPr kumimoji="1" lang="en-US" altLang="zh-CN" sz="28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zh-CN" sz="28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  <m:r>
                                    <a:rPr kumimoji="1" lang="en-US" altLang="zh-CN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=20</m:t>
                                  </m:r>
                                  <m:func>
                                    <m:funcPr>
                                      <m:ctrlPr>
                                        <a:rPr kumimoji="1" lang="zh-CN" altLang="en-US" sz="28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zh-CN" sz="2800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lg</m:t>
                                      </m:r>
                                    </m:fName>
                                    <m:e>
                                      <m:r>
                                        <a:rPr kumimoji="1" lang="en-US" altLang="zh-CN" sz="28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m:rPr>
                                  <m:nor/>
                                </m:rPr>
                                <a:rPr kumimoji="1" lang="zh-CN" altLang="en-US" sz="2800" dirty="0">
                                  <a:solidFill>
                                    <a:schemeClr val="tx1"/>
                                  </a:solidFill>
                                </a:rPr>
                                <m:t>斜率</m:t>
                              </m:r>
                              <m:r>
                                <a:rPr kumimoji="1"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−20</m:t>
                              </m:r>
                              <m:r>
                                <a:rPr kumimoji="1"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f>
                                <m:fPr>
                                  <m:type m:val="lin"/>
                                  <m:ctrlPr>
                                    <a:rPr kumimoji="1"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dB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dec</m:t>
                                  </m:r>
                                </m:den>
                              </m:f>
                              <m:r>
                                <a:rPr kumimoji="1" lang="zh-CN" alt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      </m:t>
                              </m:r>
                              <m:r>
                                <m:rPr>
                                  <m:nor/>
                                </m:rPr>
                                <a:rPr kumimoji="1" lang="zh-CN" altLang="en-US" sz="2800" dirty="0">
                                  <a:solidFill>
                                    <a:schemeClr val="tx1"/>
                                  </a:solidFill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4" name="结果3">
                <a:extLst>
                  <a:ext uri="{FF2B5EF4-FFF2-40B4-BE49-F238E27FC236}">
                    <a16:creationId xmlns:a16="http://schemas.microsoft.com/office/drawing/2014/main" id="{C7D39817-77B7-9C9A-6415-7C1C92FDC5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42" y="2959946"/>
                <a:ext cx="5185098" cy="1211422"/>
              </a:xfrm>
              <a:prstGeom prst="rect">
                <a:avLst/>
              </a:prstGeom>
              <a:blipFill>
                <a:blip r:embed="rId28"/>
                <a:stretch>
                  <a:fillRect l="-36341" t="-208333" b="-2979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结果4">
                <a:extLst>
                  <a:ext uri="{FF2B5EF4-FFF2-40B4-BE49-F238E27FC236}">
                    <a16:creationId xmlns:a16="http://schemas.microsoft.com/office/drawing/2014/main" id="{85417A33-0993-C0F2-06BC-6187974A2021}"/>
                  </a:ext>
                </a:extLst>
              </p:cNvPr>
              <p:cNvSpPr txBox="1"/>
              <p:nvPr/>
            </p:nvSpPr>
            <p:spPr>
              <a:xfrm>
                <a:off x="114912" y="4267828"/>
                <a:ext cx="5185098" cy="16878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=0.2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kumimoji="1" lang="zh-CN" altLang="en-US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kumimoji="1" lang="zh-CN" altLang="en-US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       </m:t>
                                    </m:r>
                                  </m:e>
                                  <m:e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惯性环节</m:t>
                                    </m:r>
                                  </m:e>
                                  <m:e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−20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1"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  <m:r>
                                      <a:rPr kumimoji="1"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0.5</m:t>
                                    </m:r>
                                  </m:e>
                                  <m:e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一阶复合微分</m:t>
                                    </m:r>
                                  </m:e>
                                  <m:e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+20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1"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  <m:r>
                                      <a:rPr kumimoji="1"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=1</m:t>
                                    </m:r>
                                    <m:r>
                                      <a:rPr kumimoji="1" lang="zh-CN" altLang="en-US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            </m:t>
                                    </m:r>
                                  </m:e>
                                  <m:e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震荡环节</m:t>
                                    </m:r>
                                  </m:e>
                                  <m:e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−40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45" name="结果4">
                <a:extLst>
                  <a:ext uri="{FF2B5EF4-FFF2-40B4-BE49-F238E27FC236}">
                    <a16:creationId xmlns:a16="http://schemas.microsoft.com/office/drawing/2014/main" id="{85417A33-0993-C0F2-06BC-6187974A2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912" y="4267828"/>
                <a:ext cx="5185098" cy="1687834"/>
              </a:xfrm>
              <a:prstGeom prst="rect">
                <a:avLst/>
              </a:prstGeom>
              <a:blipFill>
                <a:blip r:embed="rId29"/>
                <a:stretch>
                  <a:fillRect l="-56724" t="-220301" r="-244" b="-312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6" name="步骤5">
            <a:extLst>
              <a:ext uri="{FF2B5EF4-FFF2-40B4-BE49-F238E27FC236}">
                <a16:creationId xmlns:a16="http://schemas.microsoft.com/office/drawing/2014/main" id="{3385577F-61CE-9328-A99D-9BFAF3C6A9D5}"/>
              </a:ext>
            </a:extLst>
          </p:cNvPr>
          <p:cNvGrpSpPr/>
          <p:nvPr/>
        </p:nvGrpSpPr>
        <p:grpSpPr>
          <a:xfrm>
            <a:off x="87848" y="6009973"/>
            <a:ext cx="7752834" cy="725177"/>
            <a:chOff x="4943078" y="1700704"/>
            <a:chExt cx="7752834" cy="7251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标题">
                  <a:extLst>
                    <a:ext uri="{FF2B5EF4-FFF2-40B4-BE49-F238E27FC236}">
                      <a16:creationId xmlns:a16="http://schemas.microsoft.com/office/drawing/2014/main" id="{73D7BAEC-0099-4C70-3E6A-C2AF5A4897D2}"/>
                    </a:ext>
                  </a:extLst>
                </p:cNvPr>
                <p:cNvSpPr/>
                <p:nvPr/>
              </p:nvSpPr>
              <p:spPr bwMode="auto">
                <a:xfrm>
                  <a:off x="5375126" y="1769619"/>
                  <a:ext cx="7320786" cy="576000"/>
                </a:xfrm>
                <a:prstGeom prst="roundRect">
                  <a:avLst/>
                </a:prstGeom>
                <a:solidFill>
                  <a:schemeClr val="accent4"/>
                </a:solid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marL="360000"/>
                  <a:r>
                    <a:rPr lang="zh-CN" altLang="en-US" sz="3200" b="1" dirty="0">
                      <a:solidFill>
                        <a:schemeClr val="bg1"/>
                      </a:solidFill>
                      <a:latin typeface="Stencil" panose="040409050D0802020404" pitchFamily="82" charset="0"/>
                    </a:rPr>
                    <a:t>修正，如振荡环节 </a:t>
                  </a:r>
                  <a14:m>
                    <m:oMath xmlns:m="http://schemas.openxmlformats.org/officeDocument/2006/math">
                      <m:r>
                        <a:rPr lang="el-GR" altLang="zh-CN" sz="32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𝜻</m:t>
                      </m:r>
                      <m:r>
                        <a:rPr lang="el-GR" altLang="zh-CN" sz="32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∉(</m:t>
                      </m:r>
                      <m:r>
                        <a:rPr lang="el-GR" altLang="zh-CN" sz="32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l-GR" altLang="zh-CN" sz="32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l-GR" altLang="zh-CN" sz="32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𝟑𝟖</m:t>
                      </m:r>
                      <m:r>
                        <a:rPr lang="el-GR" altLang="zh-CN" sz="32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l-GR" altLang="zh-CN" sz="32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l-GR" altLang="zh-CN" sz="32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l-GR" altLang="zh-CN" sz="32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l-GR" altLang="zh-CN" sz="32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l-GR" altLang="zh-CN" sz="3200" b="1" dirty="0">
                      <a:solidFill>
                        <a:schemeClr val="bg1"/>
                      </a:solidFill>
                      <a:latin typeface="Stencil" panose="040409050D0802020404" pitchFamily="82" charset="0"/>
                    </a:rPr>
                    <a:t> </a:t>
                  </a:r>
                  <a:r>
                    <a:rPr lang="zh-CN" altLang="en-US" sz="3200" b="1" dirty="0">
                      <a:solidFill>
                        <a:schemeClr val="bg1"/>
                      </a:solidFill>
                      <a:latin typeface="Stencil" panose="040409050D0802020404" pitchFamily="82" charset="0"/>
                    </a:rPr>
                    <a:t>时</a:t>
                  </a:r>
                </a:p>
              </p:txBody>
            </p:sp>
          </mc:Choice>
          <mc:Fallback xmlns="">
            <p:sp>
              <p:nvSpPr>
                <p:cNvPr id="147" name="标题">
                  <a:extLst>
                    <a:ext uri="{FF2B5EF4-FFF2-40B4-BE49-F238E27FC236}">
                      <a16:creationId xmlns:a16="http://schemas.microsoft.com/office/drawing/2014/main" id="{73D7BAEC-0099-4C70-3E6A-C2AF5A4897D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75126" y="1769619"/>
                  <a:ext cx="7320786" cy="576000"/>
                </a:xfrm>
                <a:prstGeom prst="roundRect">
                  <a:avLst/>
                </a:prstGeom>
                <a:blipFill>
                  <a:blip r:embed="rId30"/>
                  <a:stretch>
                    <a:fillRect/>
                  </a:stretch>
                </a:blip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8" name="序号">
              <a:extLst>
                <a:ext uri="{FF2B5EF4-FFF2-40B4-BE49-F238E27FC236}">
                  <a16:creationId xmlns:a16="http://schemas.microsoft.com/office/drawing/2014/main" id="{AB20D545-C1EB-183C-47FC-F2A70671A2D8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05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cxnSp>
        <p:nvCxnSpPr>
          <p:cNvPr id="3" name="辅助线1">
            <a:extLst>
              <a:ext uri="{FF2B5EF4-FFF2-40B4-BE49-F238E27FC236}">
                <a16:creationId xmlns:a16="http://schemas.microsoft.com/office/drawing/2014/main" id="{0C497E4B-2445-7426-71A5-4DE8853E8679}"/>
              </a:ext>
            </a:extLst>
          </p:cNvPr>
          <p:cNvCxnSpPr>
            <a:cxnSpLocks/>
          </p:cNvCxnSpPr>
          <p:nvPr/>
        </p:nvCxnSpPr>
        <p:spPr>
          <a:xfrm>
            <a:off x="5871350" y="2174808"/>
            <a:ext cx="1786062" cy="264655"/>
          </a:xfrm>
          <a:prstGeom prst="line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结果1">
                <a:extLst>
                  <a:ext uri="{FF2B5EF4-FFF2-40B4-BE49-F238E27FC236}">
                    <a16:creationId xmlns:a16="http://schemas.microsoft.com/office/drawing/2014/main" id="{E07D5CCF-FAAE-0255-A9CC-354E17A1BC14}"/>
                  </a:ext>
                </a:extLst>
              </p:cNvPr>
              <p:cNvSpPr txBox="1"/>
              <p:nvPr/>
            </p:nvSpPr>
            <p:spPr>
              <a:xfrm>
                <a:off x="741269" y="962723"/>
                <a:ext cx="3600400" cy="10452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𝐺</m:t>
                    </m:r>
                    <m:d>
                      <m:d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</m:e>
                    </m:d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100</m:t>
                        </m:r>
                        <m:d>
                          <m:d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dPr>
                          <m:e>
                            <m:box>
                              <m:boxPr>
                                <m:ctrlP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boxPr>
                              <m:e>
                                <m:argPr>
                                  <m:argSz m:val="-1"/>
                                </m:argPr>
                                <m:f>
                                  <m:fPr>
                                    <m:ctrlP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𝑠</m:t>
                                    </m:r>
                                  </m:num>
                                  <m:den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0.5</m:t>
                                    </m:r>
                                  </m:den>
                                </m:f>
                              </m:e>
                            </m:box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+1</m:t>
                            </m:r>
                          </m:e>
                        </m:d>
                      </m:num>
                      <m:den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(</m:t>
                        </m:r>
                        <m:box>
                          <m:box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𝑠</m:t>
                                </m:r>
                              </m:num>
                              <m:den>
                                <m: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0.2</m:t>
                                </m:r>
                              </m:den>
                            </m:f>
                          </m:e>
                        </m:box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+1)(</m:t>
                        </m:r>
                        <m:sSup>
                          <m:sSup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𝑠</m:t>
                            </m:r>
                          </m:e>
                          <m:sup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+1)</m:t>
                        </m:r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149" name="结果1">
                <a:extLst>
                  <a:ext uri="{FF2B5EF4-FFF2-40B4-BE49-F238E27FC236}">
                    <a16:creationId xmlns:a16="http://schemas.microsoft.com/office/drawing/2014/main" id="{E07D5CCF-FAAE-0255-A9CC-354E17A1B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269" y="962723"/>
                <a:ext cx="3600400" cy="1045286"/>
              </a:xfrm>
              <a:prstGeom prst="rect">
                <a:avLst/>
              </a:prstGeom>
              <a:blipFill>
                <a:blip r:embed="rId31"/>
                <a:stretch>
                  <a:fillRect l="-1056" b="-36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标签0">
                <a:extLst>
                  <a:ext uri="{FF2B5EF4-FFF2-40B4-BE49-F238E27FC236}">
                    <a16:creationId xmlns:a16="http://schemas.microsoft.com/office/drawing/2014/main" id="{49D886CE-F565-6535-DE3F-4539C15796D3}"/>
                  </a:ext>
                </a:extLst>
              </p:cNvPr>
              <p:cNvSpPr txBox="1"/>
              <p:nvPr/>
            </p:nvSpPr>
            <p:spPr>
              <a:xfrm>
                <a:off x="7660887" y="2436518"/>
                <a:ext cx="122451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20</m:t>
                      </m:r>
                      <m:func>
                        <m:funcPr>
                          <m:ctrlPr>
                            <a:rPr kumimoji="1" lang="zh-CN" alt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lg</m:t>
                          </m:r>
                        </m:fName>
                        <m:e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𝐾</m:t>
                          </m:r>
                        </m:e>
                      </m:func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2" name="标签0">
                <a:extLst>
                  <a:ext uri="{FF2B5EF4-FFF2-40B4-BE49-F238E27FC236}">
                    <a16:creationId xmlns:a16="http://schemas.microsoft.com/office/drawing/2014/main" id="{49D886CE-F565-6535-DE3F-4539C1579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0887" y="2436518"/>
                <a:ext cx="1224518" cy="523220"/>
              </a:xfrm>
              <a:prstGeom prst="rect">
                <a:avLst/>
              </a:prstGeom>
              <a:blipFill>
                <a:blip r:embed="rId32"/>
                <a:stretch>
                  <a:fillRect l="-3093" r="-2062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标志">
            <a:extLst>
              <a:ext uri="{FF2B5EF4-FFF2-40B4-BE49-F238E27FC236}">
                <a16:creationId xmlns:a16="http://schemas.microsoft.com/office/drawing/2014/main" id="{E968C6D8-551A-3029-F51C-5914220A6812}"/>
              </a:ext>
            </a:extLst>
          </p:cNvPr>
          <p:cNvGrpSpPr/>
          <p:nvPr/>
        </p:nvGrpSpPr>
        <p:grpSpPr>
          <a:xfrm>
            <a:off x="7439102" y="2443462"/>
            <a:ext cx="472470" cy="551197"/>
            <a:chOff x="7439102" y="2443462"/>
            <a:chExt cx="472470" cy="551197"/>
          </a:xfrm>
        </p:grpSpPr>
        <p:cxnSp>
          <p:nvCxnSpPr>
            <p:cNvPr id="151" name="双箭头">
              <a:extLst>
                <a:ext uri="{FF2B5EF4-FFF2-40B4-BE49-F238E27FC236}">
                  <a16:creationId xmlns:a16="http://schemas.microsoft.com/office/drawing/2014/main" id="{0C280776-26CD-CBB8-6FF5-0CA7DA9CC1BD}"/>
                </a:ext>
              </a:extLst>
            </p:cNvPr>
            <p:cNvCxnSpPr>
              <a:cxnSpLocks/>
            </p:cNvCxnSpPr>
            <p:nvPr/>
          </p:nvCxnSpPr>
          <p:spPr>
            <a:xfrm>
              <a:off x="7659233" y="2443462"/>
              <a:ext cx="0" cy="551197"/>
            </a:xfrm>
            <a:prstGeom prst="line">
              <a:avLst/>
            </a:prstGeom>
            <a:ln w="25400">
              <a:solidFill>
                <a:srgbClr val="0070C0"/>
              </a:solidFill>
              <a:prstDash val="solid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上横线">
              <a:extLst>
                <a:ext uri="{FF2B5EF4-FFF2-40B4-BE49-F238E27FC236}">
                  <a16:creationId xmlns:a16="http://schemas.microsoft.com/office/drawing/2014/main" id="{AF75242F-A9A9-9FDC-9FAC-FB2F4ECC88E8}"/>
                </a:ext>
              </a:extLst>
            </p:cNvPr>
            <p:cNvCxnSpPr>
              <a:cxnSpLocks/>
            </p:cNvCxnSpPr>
            <p:nvPr/>
          </p:nvCxnSpPr>
          <p:spPr>
            <a:xfrm>
              <a:off x="7439102" y="2443462"/>
              <a:ext cx="472470" cy="0"/>
            </a:xfrm>
            <a:prstGeom prst="line">
              <a:avLst/>
            </a:prstGeom>
            <a:ln w="25400">
              <a:solidFill>
                <a:srgbClr val="0070C0"/>
              </a:solidFill>
              <a:prstDash val="solid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下横线">
              <a:extLst>
                <a:ext uri="{FF2B5EF4-FFF2-40B4-BE49-F238E27FC236}">
                  <a16:creationId xmlns:a16="http://schemas.microsoft.com/office/drawing/2014/main" id="{4357E573-E6D1-E332-1EB8-1996DBE4585B}"/>
                </a:ext>
              </a:extLst>
            </p:cNvPr>
            <p:cNvCxnSpPr>
              <a:cxnSpLocks/>
            </p:cNvCxnSpPr>
            <p:nvPr/>
          </p:nvCxnSpPr>
          <p:spPr>
            <a:xfrm>
              <a:off x="7439102" y="2976060"/>
              <a:ext cx="472470" cy="0"/>
            </a:xfrm>
            <a:prstGeom prst="line">
              <a:avLst/>
            </a:prstGeom>
            <a:ln w="25400">
              <a:solidFill>
                <a:srgbClr val="0070C0"/>
              </a:solidFill>
              <a:prstDash val="solid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7" name="辅助线2">
            <a:extLst>
              <a:ext uri="{FF2B5EF4-FFF2-40B4-BE49-F238E27FC236}">
                <a16:creationId xmlns:a16="http://schemas.microsoft.com/office/drawing/2014/main" id="{08DE4EED-D550-C3EA-6609-4CD134EB1FC7}"/>
              </a:ext>
            </a:extLst>
          </p:cNvPr>
          <p:cNvCxnSpPr>
            <a:cxnSpLocks/>
          </p:cNvCxnSpPr>
          <p:nvPr/>
        </p:nvCxnSpPr>
        <p:spPr>
          <a:xfrm>
            <a:off x="6354436" y="2252490"/>
            <a:ext cx="1830222" cy="545133"/>
          </a:xfrm>
          <a:prstGeom prst="line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基准点1">
            <a:extLst>
              <a:ext uri="{FF2B5EF4-FFF2-40B4-BE49-F238E27FC236}">
                <a16:creationId xmlns:a16="http://schemas.microsoft.com/office/drawing/2014/main" id="{81C9B253-43CB-3C4F-BFB2-2F3A2D492F22}"/>
              </a:ext>
            </a:extLst>
          </p:cNvPr>
          <p:cNvSpPr/>
          <p:nvPr/>
        </p:nvSpPr>
        <p:spPr>
          <a:xfrm>
            <a:off x="7600814" y="2386553"/>
            <a:ext cx="122752" cy="122752"/>
          </a:xfrm>
          <a:prstGeom prst="ellipse">
            <a:avLst/>
          </a:prstGeom>
          <a:solidFill>
            <a:srgbClr val="159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55" name="幅频1">
            <a:extLst>
              <a:ext uri="{FF2B5EF4-FFF2-40B4-BE49-F238E27FC236}">
                <a16:creationId xmlns:a16="http://schemas.microsoft.com/office/drawing/2014/main" id="{31B712D4-ACA3-EB8D-59E1-9A20749CA950}"/>
              </a:ext>
            </a:extLst>
          </p:cNvPr>
          <p:cNvCxnSpPr>
            <a:cxnSpLocks/>
          </p:cNvCxnSpPr>
          <p:nvPr/>
        </p:nvCxnSpPr>
        <p:spPr>
          <a:xfrm>
            <a:off x="5858767" y="2174980"/>
            <a:ext cx="513284" cy="76395"/>
          </a:xfrm>
          <a:prstGeom prst="line">
            <a:avLst/>
          </a:prstGeom>
          <a:ln w="38100">
            <a:solidFill>
              <a:srgbClr val="E4486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幅频2">
            <a:extLst>
              <a:ext uri="{FF2B5EF4-FFF2-40B4-BE49-F238E27FC236}">
                <a16:creationId xmlns:a16="http://schemas.microsoft.com/office/drawing/2014/main" id="{44BCA940-322B-98F1-3BB0-BD05B112CA7A}"/>
              </a:ext>
            </a:extLst>
          </p:cNvPr>
          <p:cNvCxnSpPr>
            <a:cxnSpLocks/>
          </p:cNvCxnSpPr>
          <p:nvPr/>
        </p:nvCxnSpPr>
        <p:spPr>
          <a:xfrm>
            <a:off x="6367774" y="2249417"/>
            <a:ext cx="807726" cy="250955"/>
          </a:xfrm>
          <a:prstGeom prst="line">
            <a:avLst/>
          </a:prstGeom>
          <a:ln w="38100">
            <a:solidFill>
              <a:srgbClr val="E4486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基准点2">
            <a:extLst>
              <a:ext uri="{FF2B5EF4-FFF2-40B4-BE49-F238E27FC236}">
                <a16:creationId xmlns:a16="http://schemas.microsoft.com/office/drawing/2014/main" id="{0819D489-56AD-011B-5AA0-0B188780BAB4}"/>
              </a:ext>
            </a:extLst>
          </p:cNvPr>
          <p:cNvSpPr/>
          <p:nvPr/>
        </p:nvSpPr>
        <p:spPr>
          <a:xfrm>
            <a:off x="8120245" y="2730285"/>
            <a:ext cx="122752" cy="122752"/>
          </a:xfrm>
          <a:prstGeom prst="ellipse">
            <a:avLst/>
          </a:prstGeom>
          <a:solidFill>
            <a:srgbClr val="159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9" name="基准点3">
            <a:extLst>
              <a:ext uri="{FF2B5EF4-FFF2-40B4-BE49-F238E27FC236}">
                <a16:creationId xmlns:a16="http://schemas.microsoft.com/office/drawing/2014/main" id="{A0EBA510-A5FF-047E-A1BE-50F5F506F919}"/>
              </a:ext>
            </a:extLst>
          </p:cNvPr>
          <p:cNvSpPr/>
          <p:nvPr/>
        </p:nvSpPr>
        <p:spPr>
          <a:xfrm>
            <a:off x="8920361" y="2712013"/>
            <a:ext cx="122752" cy="122752"/>
          </a:xfrm>
          <a:prstGeom prst="ellipse">
            <a:avLst/>
          </a:prstGeom>
          <a:solidFill>
            <a:srgbClr val="159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61" name="辅助线3">
            <a:extLst>
              <a:ext uri="{FF2B5EF4-FFF2-40B4-BE49-F238E27FC236}">
                <a16:creationId xmlns:a16="http://schemas.microsoft.com/office/drawing/2014/main" id="{3C6108EC-088C-84DC-28EF-A76A443F29CC}"/>
              </a:ext>
            </a:extLst>
          </p:cNvPr>
          <p:cNvCxnSpPr>
            <a:cxnSpLocks/>
            <a:endCxn id="159" idx="2"/>
          </p:cNvCxnSpPr>
          <p:nvPr/>
        </p:nvCxnSpPr>
        <p:spPr>
          <a:xfrm>
            <a:off x="7180847" y="2507089"/>
            <a:ext cx="1739514" cy="266300"/>
          </a:xfrm>
          <a:prstGeom prst="line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幅频3">
            <a:extLst>
              <a:ext uri="{FF2B5EF4-FFF2-40B4-BE49-F238E27FC236}">
                <a16:creationId xmlns:a16="http://schemas.microsoft.com/office/drawing/2014/main" id="{2F7EEBA9-CE66-D334-E968-8ED7EB5BDBB5}"/>
              </a:ext>
            </a:extLst>
          </p:cNvPr>
          <p:cNvCxnSpPr>
            <a:cxnSpLocks/>
          </p:cNvCxnSpPr>
          <p:nvPr/>
        </p:nvCxnSpPr>
        <p:spPr>
          <a:xfrm>
            <a:off x="7159683" y="2488993"/>
            <a:ext cx="507727" cy="89061"/>
          </a:xfrm>
          <a:prstGeom prst="line">
            <a:avLst/>
          </a:prstGeom>
          <a:ln w="38100">
            <a:solidFill>
              <a:srgbClr val="E4486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基准点4">
            <a:extLst>
              <a:ext uri="{FF2B5EF4-FFF2-40B4-BE49-F238E27FC236}">
                <a16:creationId xmlns:a16="http://schemas.microsoft.com/office/drawing/2014/main" id="{D107BEEA-36DF-2515-E116-AE7A77770D0A}"/>
              </a:ext>
            </a:extLst>
          </p:cNvPr>
          <p:cNvSpPr/>
          <p:nvPr/>
        </p:nvSpPr>
        <p:spPr>
          <a:xfrm>
            <a:off x="9418109" y="3328422"/>
            <a:ext cx="122752" cy="122752"/>
          </a:xfrm>
          <a:prstGeom prst="ellipse">
            <a:avLst/>
          </a:prstGeom>
          <a:solidFill>
            <a:srgbClr val="159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63" name="辅助线4">
            <a:extLst>
              <a:ext uri="{FF2B5EF4-FFF2-40B4-BE49-F238E27FC236}">
                <a16:creationId xmlns:a16="http://schemas.microsoft.com/office/drawing/2014/main" id="{EA8DA068-989B-F763-24F1-C5DD9ED666FE}"/>
              </a:ext>
            </a:extLst>
          </p:cNvPr>
          <p:cNvCxnSpPr>
            <a:cxnSpLocks/>
            <a:endCxn id="162" idx="2"/>
          </p:cNvCxnSpPr>
          <p:nvPr/>
        </p:nvCxnSpPr>
        <p:spPr>
          <a:xfrm>
            <a:off x="7657253" y="2577965"/>
            <a:ext cx="1760856" cy="811833"/>
          </a:xfrm>
          <a:prstGeom prst="line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幅频4">
            <a:extLst>
              <a:ext uri="{FF2B5EF4-FFF2-40B4-BE49-F238E27FC236}">
                <a16:creationId xmlns:a16="http://schemas.microsoft.com/office/drawing/2014/main" id="{5452D3D1-D7CA-F26A-4E10-4033854D571E}"/>
              </a:ext>
            </a:extLst>
          </p:cNvPr>
          <p:cNvCxnSpPr>
            <a:cxnSpLocks/>
          </p:cNvCxnSpPr>
          <p:nvPr/>
        </p:nvCxnSpPr>
        <p:spPr>
          <a:xfrm>
            <a:off x="7644778" y="2573675"/>
            <a:ext cx="3301379" cy="1510539"/>
          </a:xfrm>
          <a:prstGeom prst="line">
            <a:avLst/>
          </a:prstGeom>
          <a:ln w="38100">
            <a:solidFill>
              <a:srgbClr val="E4486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标签1">
                <a:extLst>
                  <a:ext uri="{FF2B5EF4-FFF2-40B4-BE49-F238E27FC236}">
                    <a16:creationId xmlns:a16="http://schemas.microsoft.com/office/drawing/2014/main" id="{035529E8-F6DE-FE89-57A3-23EE34AB21EC}"/>
                  </a:ext>
                </a:extLst>
              </p:cNvPr>
              <p:cNvSpPr txBox="1"/>
              <p:nvPr/>
            </p:nvSpPr>
            <p:spPr>
              <a:xfrm>
                <a:off x="5750653" y="1670863"/>
                <a:ext cx="8897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−20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5" name="标签1">
                <a:extLst>
                  <a:ext uri="{FF2B5EF4-FFF2-40B4-BE49-F238E27FC236}">
                    <a16:creationId xmlns:a16="http://schemas.microsoft.com/office/drawing/2014/main" id="{035529E8-F6DE-FE89-57A3-23EE34AB21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0653" y="1670863"/>
                <a:ext cx="889721" cy="523220"/>
              </a:xfrm>
              <a:prstGeom prst="rect">
                <a:avLst/>
              </a:prstGeom>
              <a:blipFill>
                <a:blip r:embed="rId33"/>
                <a:stretch>
                  <a:fillRect r="-14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标签2">
                <a:extLst>
                  <a:ext uri="{FF2B5EF4-FFF2-40B4-BE49-F238E27FC236}">
                    <a16:creationId xmlns:a16="http://schemas.microsoft.com/office/drawing/2014/main" id="{B4A445A9-A429-3218-205F-3095EBD817C7}"/>
                  </a:ext>
                </a:extLst>
              </p:cNvPr>
              <p:cNvSpPr txBox="1"/>
              <p:nvPr/>
            </p:nvSpPr>
            <p:spPr>
              <a:xfrm>
                <a:off x="6240205" y="2413601"/>
                <a:ext cx="8897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−40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6" name="标签2">
                <a:extLst>
                  <a:ext uri="{FF2B5EF4-FFF2-40B4-BE49-F238E27FC236}">
                    <a16:creationId xmlns:a16="http://schemas.microsoft.com/office/drawing/2014/main" id="{B4A445A9-A429-3218-205F-3095EBD817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0205" y="2413601"/>
                <a:ext cx="889721" cy="523220"/>
              </a:xfrm>
              <a:prstGeom prst="rect">
                <a:avLst/>
              </a:prstGeom>
              <a:blipFill>
                <a:blip r:embed="rId34"/>
                <a:stretch>
                  <a:fillRect r="-14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标签3">
                <a:extLst>
                  <a:ext uri="{FF2B5EF4-FFF2-40B4-BE49-F238E27FC236}">
                    <a16:creationId xmlns:a16="http://schemas.microsoft.com/office/drawing/2014/main" id="{6E32713E-471B-BD82-37E8-5FBB5512CB0C}"/>
                  </a:ext>
                </a:extLst>
              </p:cNvPr>
              <p:cNvSpPr txBox="1"/>
              <p:nvPr/>
            </p:nvSpPr>
            <p:spPr>
              <a:xfrm>
                <a:off x="6977083" y="2001395"/>
                <a:ext cx="8897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−20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7" name="标签3">
                <a:extLst>
                  <a:ext uri="{FF2B5EF4-FFF2-40B4-BE49-F238E27FC236}">
                    <a16:creationId xmlns:a16="http://schemas.microsoft.com/office/drawing/2014/main" id="{6E32713E-471B-BD82-37E8-5FBB5512C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7083" y="2001395"/>
                <a:ext cx="889721" cy="523220"/>
              </a:xfrm>
              <a:prstGeom prst="rect">
                <a:avLst/>
              </a:prstGeom>
              <a:blipFill>
                <a:blip r:embed="rId35"/>
                <a:stretch>
                  <a:fillRect r="-14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标签4">
                <a:extLst>
                  <a:ext uri="{FF2B5EF4-FFF2-40B4-BE49-F238E27FC236}">
                    <a16:creationId xmlns:a16="http://schemas.microsoft.com/office/drawing/2014/main" id="{F4E08A37-8F9D-103F-C918-B64A751972D1}"/>
                  </a:ext>
                </a:extLst>
              </p:cNvPr>
              <p:cNvSpPr txBox="1"/>
              <p:nvPr/>
            </p:nvSpPr>
            <p:spPr>
              <a:xfrm>
                <a:off x="8576604" y="3315370"/>
                <a:ext cx="8897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−60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8" name="标签4">
                <a:extLst>
                  <a:ext uri="{FF2B5EF4-FFF2-40B4-BE49-F238E27FC236}">
                    <a16:creationId xmlns:a16="http://schemas.microsoft.com/office/drawing/2014/main" id="{F4E08A37-8F9D-103F-C918-B64A751972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6604" y="3315370"/>
                <a:ext cx="889721" cy="52322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9" name="步骤4">
            <a:extLst>
              <a:ext uri="{FF2B5EF4-FFF2-40B4-BE49-F238E27FC236}">
                <a16:creationId xmlns:a16="http://schemas.microsoft.com/office/drawing/2014/main" id="{9F909927-3102-855C-85C0-BCDDAB1A58A5}"/>
              </a:ext>
            </a:extLst>
          </p:cNvPr>
          <p:cNvGrpSpPr/>
          <p:nvPr/>
        </p:nvGrpSpPr>
        <p:grpSpPr>
          <a:xfrm>
            <a:off x="81959" y="2106432"/>
            <a:ext cx="4996671" cy="725177"/>
            <a:chOff x="4943078" y="1700704"/>
            <a:chExt cx="4996671" cy="725177"/>
          </a:xfrm>
        </p:grpSpPr>
        <p:sp>
          <p:nvSpPr>
            <p:cNvPr id="170" name="标题">
              <a:extLst>
                <a:ext uri="{FF2B5EF4-FFF2-40B4-BE49-F238E27FC236}">
                  <a16:creationId xmlns:a16="http://schemas.microsoft.com/office/drawing/2014/main" id="{FA0EED60-FC4C-2209-252F-691613E61892}"/>
                </a:ext>
              </a:extLst>
            </p:cNvPr>
            <p:cNvSpPr/>
            <p:nvPr/>
          </p:nvSpPr>
          <p:spPr bwMode="auto">
            <a:xfrm>
              <a:off x="5375126" y="1769619"/>
              <a:ext cx="4564623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叠加作图</a:t>
              </a:r>
            </a:p>
          </p:txBody>
        </p:sp>
        <p:sp>
          <p:nvSpPr>
            <p:cNvPr id="171" name="序号">
              <a:extLst>
                <a:ext uri="{FF2B5EF4-FFF2-40B4-BE49-F238E27FC236}">
                  <a16:creationId xmlns:a16="http://schemas.microsoft.com/office/drawing/2014/main" id="{74EDE36E-A978-E413-BAC3-A76D654ACE52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172" name="相频响应">
            <a:extLst>
              <a:ext uri="{FF2B5EF4-FFF2-40B4-BE49-F238E27FC236}">
                <a16:creationId xmlns:a16="http://schemas.microsoft.com/office/drawing/2014/main" id="{393EE1AE-5B1D-FD29-40AA-8CD3F7D0672E}"/>
              </a:ext>
            </a:extLst>
          </p:cNvPr>
          <p:cNvSpPr/>
          <p:nvPr/>
        </p:nvSpPr>
        <p:spPr>
          <a:xfrm flipV="1">
            <a:off x="5852096" y="3301998"/>
            <a:ext cx="5406454" cy="508004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107941"/>
              <a:gd name="connsiteY0" fmla="*/ 4453 h 15356"/>
              <a:gd name="connsiteX1" fmla="*/ 3107941 w 3107941"/>
              <a:gd name="connsiteY1" fmla="*/ 15356 h 15356"/>
              <a:gd name="connsiteX0" fmla="*/ 0 w 3107941"/>
              <a:gd name="connsiteY0" fmla="*/ 301651 h 312554"/>
              <a:gd name="connsiteX1" fmla="*/ 3107941 w 3107941"/>
              <a:gd name="connsiteY1" fmla="*/ 312554 h 312554"/>
              <a:gd name="connsiteX0" fmla="*/ 0 w 3338740"/>
              <a:gd name="connsiteY0" fmla="*/ 301651 h 321067"/>
              <a:gd name="connsiteX1" fmla="*/ 3107941 w 3338740"/>
              <a:gd name="connsiteY1" fmla="*/ 312554 h 321067"/>
              <a:gd name="connsiteX2" fmla="*/ 3109963 w 3338740"/>
              <a:gd name="connsiteY2" fmla="*/ 321067 h 321067"/>
              <a:gd name="connsiteX0" fmla="*/ 0 w 3306885"/>
              <a:gd name="connsiteY0" fmla="*/ 301651 h 312594"/>
              <a:gd name="connsiteX1" fmla="*/ 3107941 w 3306885"/>
              <a:gd name="connsiteY1" fmla="*/ 312554 h 312594"/>
              <a:gd name="connsiteX2" fmla="*/ 2968339 w 3306885"/>
              <a:gd name="connsiteY2" fmla="*/ 126823 h 312594"/>
              <a:gd name="connsiteX0" fmla="*/ 544316 w 3512655"/>
              <a:gd name="connsiteY0" fmla="*/ 523152 h 523153"/>
              <a:gd name="connsiteX1" fmla="*/ 1854717 w 3512655"/>
              <a:gd name="connsiteY1" fmla="*/ 252401 h 523153"/>
              <a:gd name="connsiteX2" fmla="*/ 3512655 w 3512655"/>
              <a:gd name="connsiteY2" fmla="*/ 348324 h 523153"/>
              <a:gd name="connsiteX0" fmla="*/ 544316 w 3643385"/>
              <a:gd name="connsiteY0" fmla="*/ 523152 h 542568"/>
              <a:gd name="connsiteX1" fmla="*/ 1854717 w 3643385"/>
              <a:gd name="connsiteY1" fmla="*/ 252401 h 542568"/>
              <a:gd name="connsiteX2" fmla="*/ 3643385 w 3643385"/>
              <a:gd name="connsiteY2" fmla="*/ 542568 h 542568"/>
              <a:gd name="connsiteX0" fmla="*/ 0 w 3099069"/>
              <a:gd name="connsiteY0" fmla="*/ 284005 h 303421"/>
              <a:gd name="connsiteX1" fmla="*/ 1310401 w 3099069"/>
              <a:gd name="connsiteY1" fmla="*/ 13254 h 303421"/>
              <a:gd name="connsiteX2" fmla="*/ 3099069 w 3099069"/>
              <a:gd name="connsiteY2" fmla="*/ 303421 h 303421"/>
              <a:gd name="connsiteX0" fmla="*/ 0 w 3099069"/>
              <a:gd name="connsiteY0" fmla="*/ 270751 h 290167"/>
              <a:gd name="connsiteX1" fmla="*/ 1310401 w 3099069"/>
              <a:gd name="connsiteY1" fmla="*/ 0 h 290167"/>
              <a:gd name="connsiteX2" fmla="*/ 3099069 w 3099069"/>
              <a:gd name="connsiteY2" fmla="*/ 290167 h 290167"/>
              <a:gd name="connsiteX0" fmla="*/ 0 w 3099069"/>
              <a:gd name="connsiteY0" fmla="*/ 309600 h 329016"/>
              <a:gd name="connsiteX1" fmla="*/ 616805 w 3099069"/>
              <a:gd name="connsiteY1" fmla="*/ 0 h 329016"/>
              <a:gd name="connsiteX2" fmla="*/ 3099069 w 3099069"/>
              <a:gd name="connsiteY2" fmla="*/ 329016 h 329016"/>
              <a:gd name="connsiteX0" fmla="*/ 0 w 3099069"/>
              <a:gd name="connsiteY0" fmla="*/ 309600 h 334934"/>
              <a:gd name="connsiteX1" fmla="*/ 616805 w 3099069"/>
              <a:gd name="connsiteY1" fmla="*/ 0 h 334934"/>
              <a:gd name="connsiteX2" fmla="*/ 3099069 w 3099069"/>
              <a:gd name="connsiteY2" fmla="*/ 329016 h 334934"/>
              <a:gd name="connsiteX0" fmla="*/ 0 w 3062755"/>
              <a:gd name="connsiteY0" fmla="*/ 309600 h 309606"/>
              <a:gd name="connsiteX1" fmla="*/ 616805 w 3062755"/>
              <a:gd name="connsiteY1" fmla="*/ 0 h 309606"/>
              <a:gd name="connsiteX2" fmla="*/ 3062755 w 3062755"/>
              <a:gd name="connsiteY2" fmla="*/ 154196 h 309606"/>
              <a:gd name="connsiteX0" fmla="*/ 0 w 3102700"/>
              <a:gd name="connsiteY0" fmla="*/ 309600 h 327278"/>
              <a:gd name="connsiteX1" fmla="*/ 616805 w 3102700"/>
              <a:gd name="connsiteY1" fmla="*/ 0 h 327278"/>
              <a:gd name="connsiteX2" fmla="*/ 3102700 w 3102700"/>
              <a:gd name="connsiteY2" fmla="*/ 319304 h 327278"/>
              <a:gd name="connsiteX0" fmla="*/ 0 w 3102700"/>
              <a:gd name="connsiteY0" fmla="*/ 309600 h 319303"/>
              <a:gd name="connsiteX1" fmla="*/ 616805 w 3102700"/>
              <a:gd name="connsiteY1" fmla="*/ 0 h 319303"/>
              <a:gd name="connsiteX2" fmla="*/ 3102700 w 3102700"/>
              <a:gd name="connsiteY2" fmla="*/ 319304 h 319303"/>
              <a:gd name="connsiteX0" fmla="*/ 0 w 3102700"/>
              <a:gd name="connsiteY0" fmla="*/ 309600 h 319305"/>
              <a:gd name="connsiteX1" fmla="*/ 616805 w 3102700"/>
              <a:gd name="connsiteY1" fmla="*/ 0 h 319305"/>
              <a:gd name="connsiteX2" fmla="*/ 3102700 w 3102700"/>
              <a:gd name="connsiteY2" fmla="*/ 319304 h 319305"/>
              <a:gd name="connsiteX0" fmla="*/ 0 w 3102700"/>
              <a:gd name="connsiteY0" fmla="*/ 173629 h 183332"/>
              <a:gd name="connsiteX1" fmla="*/ 754798 w 3102700"/>
              <a:gd name="connsiteY1" fmla="*/ 0 h 183332"/>
              <a:gd name="connsiteX2" fmla="*/ 3102700 w 3102700"/>
              <a:gd name="connsiteY2" fmla="*/ 183333 h 183332"/>
              <a:gd name="connsiteX0" fmla="*/ 0 w 3102700"/>
              <a:gd name="connsiteY0" fmla="*/ 297176 h 306881"/>
              <a:gd name="connsiteX1" fmla="*/ 754798 w 3102700"/>
              <a:gd name="connsiteY1" fmla="*/ 123547 h 306881"/>
              <a:gd name="connsiteX2" fmla="*/ 3102700 w 3102700"/>
              <a:gd name="connsiteY2" fmla="*/ 306880 h 306881"/>
              <a:gd name="connsiteX0" fmla="*/ 0 w 3102700"/>
              <a:gd name="connsiteY0" fmla="*/ 297178 h 365393"/>
              <a:gd name="connsiteX1" fmla="*/ 754798 w 3102700"/>
              <a:gd name="connsiteY1" fmla="*/ 123549 h 365393"/>
              <a:gd name="connsiteX2" fmla="*/ 3102700 w 3102700"/>
              <a:gd name="connsiteY2" fmla="*/ 306882 h 365393"/>
              <a:gd name="connsiteX0" fmla="*/ 0 w 3102700"/>
              <a:gd name="connsiteY0" fmla="*/ 297178 h 306882"/>
              <a:gd name="connsiteX1" fmla="*/ 754798 w 3102700"/>
              <a:gd name="connsiteY1" fmla="*/ 123549 h 306882"/>
              <a:gd name="connsiteX2" fmla="*/ 3102700 w 3102700"/>
              <a:gd name="connsiteY2" fmla="*/ 306882 h 306882"/>
              <a:gd name="connsiteX0" fmla="*/ 0 w 3091806"/>
              <a:gd name="connsiteY0" fmla="*/ 776990 h 776992"/>
              <a:gd name="connsiteX1" fmla="*/ 754798 w 3091806"/>
              <a:gd name="connsiteY1" fmla="*/ 603361 h 776992"/>
              <a:gd name="connsiteX2" fmla="*/ 3091806 w 3091806"/>
              <a:gd name="connsiteY2" fmla="*/ 3 h 776992"/>
              <a:gd name="connsiteX0" fmla="*/ 0 w 3091806"/>
              <a:gd name="connsiteY0" fmla="*/ 776993 h 776994"/>
              <a:gd name="connsiteX1" fmla="*/ 762061 w 3091806"/>
              <a:gd name="connsiteY1" fmla="*/ 195450 h 776994"/>
              <a:gd name="connsiteX2" fmla="*/ 3091806 w 3091806"/>
              <a:gd name="connsiteY2" fmla="*/ 6 h 776994"/>
              <a:gd name="connsiteX0" fmla="*/ 0 w 3091806"/>
              <a:gd name="connsiteY0" fmla="*/ 777050 h 777051"/>
              <a:gd name="connsiteX1" fmla="*/ 762061 w 3091806"/>
              <a:gd name="connsiteY1" fmla="*/ 195507 h 777051"/>
              <a:gd name="connsiteX2" fmla="*/ 3091806 w 3091806"/>
              <a:gd name="connsiteY2" fmla="*/ 63 h 777051"/>
              <a:gd name="connsiteX0" fmla="*/ 0 w 3091806"/>
              <a:gd name="connsiteY0" fmla="*/ 777050 h 777053"/>
              <a:gd name="connsiteX1" fmla="*/ 762061 w 3091806"/>
              <a:gd name="connsiteY1" fmla="*/ 195507 h 777053"/>
              <a:gd name="connsiteX2" fmla="*/ 3091806 w 3091806"/>
              <a:gd name="connsiteY2" fmla="*/ 63 h 777053"/>
              <a:gd name="connsiteX0" fmla="*/ 0 w 3091806"/>
              <a:gd name="connsiteY0" fmla="*/ 783267 h 783269"/>
              <a:gd name="connsiteX1" fmla="*/ 798375 w 3091806"/>
              <a:gd name="connsiteY1" fmla="*/ 124026 h 783269"/>
              <a:gd name="connsiteX2" fmla="*/ 3091806 w 3091806"/>
              <a:gd name="connsiteY2" fmla="*/ 6280 h 783269"/>
              <a:gd name="connsiteX0" fmla="*/ 0 w 3091806"/>
              <a:gd name="connsiteY0" fmla="*/ 780834 h 780836"/>
              <a:gd name="connsiteX1" fmla="*/ 1008996 w 3091806"/>
              <a:gd name="connsiteY1" fmla="*/ 131305 h 780836"/>
              <a:gd name="connsiteX2" fmla="*/ 3091806 w 3091806"/>
              <a:gd name="connsiteY2" fmla="*/ 3847 h 780836"/>
              <a:gd name="connsiteX0" fmla="*/ 0 w 3091806"/>
              <a:gd name="connsiteY0" fmla="*/ 777029 h 777031"/>
              <a:gd name="connsiteX1" fmla="*/ 1008996 w 3091806"/>
              <a:gd name="connsiteY1" fmla="*/ 127500 h 777031"/>
              <a:gd name="connsiteX2" fmla="*/ 3091806 w 3091806"/>
              <a:gd name="connsiteY2" fmla="*/ 42 h 777031"/>
              <a:gd name="connsiteX0" fmla="*/ 0 w 3091806"/>
              <a:gd name="connsiteY0" fmla="*/ 777029 h 777031"/>
              <a:gd name="connsiteX1" fmla="*/ 1008996 w 3091806"/>
              <a:gd name="connsiteY1" fmla="*/ 127500 h 777031"/>
              <a:gd name="connsiteX2" fmla="*/ 3091806 w 3091806"/>
              <a:gd name="connsiteY2" fmla="*/ 42 h 777031"/>
              <a:gd name="connsiteX0" fmla="*/ 0 w 3091806"/>
              <a:gd name="connsiteY0" fmla="*/ 777029 h 777031"/>
              <a:gd name="connsiteX1" fmla="*/ 1008996 w 3091806"/>
              <a:gd name="connsiteY1" fmla="*/ 127500 h 777031"/>
              <a:gd name="connsiteX2" fmla="*/ 3091806 w 3091806"/>
              <a:gd name="connsiteY2" fmla="*/ 42 h 777031"/>
              <a:gd name="connsiteX0" fmla="*/ 0 w 3091806"/>
              <a:gd name="connsiteY0" fmla="*/ 777023 h 777025"/>
              <a:gd name="connsiteX1" fmla="*/ 1008996 w 3091806"/>
              <a:gd name="connsiteY1" fmla="*/ 127494 h 777025"/>
              <a:gd name="connsiteX2" fmla="*/ 3091806 w 3091806"/>
              <a:gd name="connsiteY2" fmla="*/ 36 h 777025"/>
              <a:gd name="connsiteX0" fmla="*/ 0 w 3091806"/>
              <a:gd name="connsiteY0" fmla="*/ 777023 h 777023"/>
              <a:gd name="connsiteX1" fmla="*/ 1008996 w 3091806"/>
              <a:gd name="connsiteY1" fmla="*/ 127494 h 777023"/>
              <a:gd name="connsiteX2" fmla="*/ 3091806 w 3091806"/>
              <a:gd name="connsiteY2" fmla="*/ 36 h 777023"/>
              <a:gd name="connsiteX0" fmla="*/ 0 w 3091806"/>
              <a:gd name="connsiteY0" fmla="*/ 777116 h 777116"/>
              <a:gd name="connsiteX1" fmla="*/ 1034416 w 3091806"/>
              <a:gd name="connsiteY1" fmla="*/ 79025 h 777116"/>
              <a:gd name="connsiteX2" fmla="*/ 3091806 w 3091806"/>
              <a:gd name="connsiteY2" fmla="*/ 129 h 777116"/>
              <a:gd name="connsiteX0" fmla="*/ 0 w 3091806"/>
              <a:gd name="connsiteY0" fmla="*/ 776988 h 776988"/>
              <a:gd name="connsiteX1" fmla="*/ 1034416 w 3091806"/>
              <a:gd name="connsiteY1" fmla="*/ 78897 h 776988"/>
              <a:gd name="connsiteX2" fmla="*/ 3091806 w 3091806"/>
              <a:gd name="connsiteY2" fmla="*/ 1 h 776988"/>
              <a:gd name="connsiteX0" fmla="*/ 0 w 3091806"/>
              <a:gd name="connsiteY0" fmla="*/ 776986 h 776986"/>
              <a:gd name="connsiteX1" fmla="*/ 1038048 w 3091806"/>
              <a:gd name="connsiteY1" fmla="*/ 146881 h 776986"/>
              <a:gd name="connsiteX2" fmla="*/ 3091806 w 3091806"/>
              <a:gd name="connsiteY2" fmla="*/ -1 h 776986"/>
              <a:gd name="connsiteX0" fmla="*/ 0 w 3091806"/>
              <a:gd name="connsiteY0" fmla="*/ 776988 h 776988"/>
              <a:gd name="connsiteX1" fmla="*/ 1038048 w 3091806"/>
              <a:gd name="connsiteY1" fmla="*/ 146883 h 776988"/>
              <a:gd name="connsiteX2" fmla="*/ 3091806 w 3091806"/>
              <a:gd name="connsiteY2" fmla="*/ 1 h 776988"/>
              <a:gd name="connsiteX0" fmla="*/ 0 w 3091806"/>
              <a:gd name="connsiteY0" fmla="*/ 776986 h 776986"/>
              <a:gd name="connsiteX1" fmla="*/ 1038048 w 3091806"/>
              <a:gd name="connsiteY1" fmla="*/ 146881 h 776986"/>
              <a:gd name="connsiteX2" fmla="*/ 3091806 w 3091806"/>
              <a:gd name="connsiteY2" fmla="*/ -1 h 776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91806" h="776986">
                <a:moveTo>
                  <a:pt x="0" y="776986"/>
                </a:moveTo>
                <a:cubicBezTo>
                  <a:pt x="528662" y="729864"/>
                  <a:pt x="724376" y="206872"/>
                  <a:pt x="1038048" y="146881"/>
                </a:cubicBezTo>
                <a:cubicBezTo>
                  <a:pt x="1729897" y="29934"/>
                  <a:pt x="2407220" y="48960"/>
                  <a:pt x="3091806" y="-1"/>
                </a:cubicBezTo>
              </a:path>
            </a:pathLst>
          </a:custGeom>
          <a:noFill/>
          <a:ln w="38100">
            <a:solidFill>
              <a:srgbClr val="159F84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95135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263E65A9-95CC-1DA1-27E5-955D701B79CD}"/>
              </a:ext>
            </a:extLst>
          </p:cNvPr>
          <p:cNvSpPr txBox="1"/>
          <p:nvPr/>
        </p:nvSpPr>
        <p:spPr>
          <a:xfrm>
            <a:off x="614452" y="332656"/>
            <a:ext cx="5264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绘制开环系统 </a:t>
            </a:r>
            <a:r>
              <a:rPr lang="en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Bode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图的步骤</a:t>
            </a:r>
          </a:p>
        </p:txBody>
      </p:sp>
      <p:grpSp>
        <p:nvGrpSpPr>
          <p:cNvPr id="3" name="代码框">
            <a:extLst>
              <a:ext uri="{FF2B5EF4-FFF2-40B4-BE49-F238E27FC236}">
                <a16:creationId xmlns:a16="http://schemas.microsoft.com/office/drawing/2014/main" id="{CDD19156-7642-8393-54D2-5ADCFC7B0903}"/>
              </a:ext>
            </a:extLst>
          </p:cNvPr>
          <p:cNvGrpSpPr/>
          <p:nvPr/>
        </p:nvGrpSpPr>
        <p:grpSpPr>
          <a:xfrm>
            <a:off x="235858" y="891531"/>
            <a:ext cx="7875572" cy="2724134"/>
            <a:chOff x="2515563" y="3741795"/>
            <a:chExt cx="7875572" cy="2724134"/>
          </a:xfrm>
        </p:grpSpPr>
        <p:sp>
          <p:nvSpPr>
            <p:cNvPr id="4" name="代码">
              <a:extLst>
                <a:ext uri="{FF2B5EF4-FFF2-40B4-BE49-F238E27FC236}">
                  <a16:creationId xmlns:a16="http://schemas.microsoft.com/office/drawing/2014/main" id="{A93BE2AD-1A35-A577-0864-7E6B515371F3}"/>
                </a:ext>
              </a:extLst>
            </p:cNvPr>
            <p:cNvSpPr txBox="1"/>
            <p:nvPr/>
          </p:nvSpPr>
          <p:spPr>
            <a:xfrm>
              <a:off x="2515563" y="4101629"/>
              <a:ext cx="7875572" cy="2364300"/>
            </a:xfrm>
            <a:prstGeom prst="roundRect">
              <a:avLst>
                <a:gd name="adj" fmla="val 21830"/>
              </a:avLst>
            </a:prstGeom>
            <a:noFill/>
            <a:ln>
              <a:solidFill>
                <a:srgbClr val="E44860"/>
              </a:solidFill>
              <a:prstDash val="sysDot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tIns="108000" bIns="108000" rtlCol="0">
              <a:spAutoFit/>
            </a:bodyPr>
            <a:lstStyle/>
            <a:p>
              <a:r>
                <a:rPr lang="en" altLang="zh-CN" sz="2400" dirty="0">
                  <a:latin typeface="Menlo" panose="020B0609030804020204" pitchFamily="49" charset="0"/>
                </a:rPr>
                <a:t>G = </a:t>
              </a:r>
              <a:r>
                <a:rPr lang="en" altLang="zh-CN" sz="2400" dirty="0" err="1">
                  <a:latin typeface="Menlo" panose="020B0609030804020204" pitchFamily="49" charset="0"/>
                </a:rPr>
                <a:t>zpk</a:t>
              </a:r>
              <a:r>
                <a:rPr lang="en" altLang="zh-CN" sz="2400" dirty="0">
                  <a:latin typeface="Menlo" panose="020B0609030804020204" pitchFamily="49" charset="0"/>
                </a:rPr>
                <a:t>(-0.5,[0,-0.2],40)*</a:t>
              </a:r>
              <a:r>
                <a:rPr lang="en" altLang="zh-CN" sz="2400" dirty="0" err="1">
                  <a:latin typeface="Menlo" panose="020B0609030804020204" pitchFamily="49" charset="0"/>
                </a:rPr>
                <a:t>tf</a:t>
              </a:r>
              <a:r>
                <a:rPr lang="en" altLang="zh-CN" sz="2400" dirty="0">
                  <a:latin typeface="Menlo" panose="020B0609030804020204" pitchFamily="49" charset="0"/>
                </a:rPr>
                <a:t>(1,[1,1,1]); </a:t>
              </a:r>
            </a:p>
            <a:p>
              <a:r>
                <a:rPr lang="en" altLang="zh-CN" sz="2400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sz="2400" dirty="0">
                  <a:solidFill>
                    <a:srgbClr val="028009"/>
                  </a:solidFill>
                  <a:latin typeface="Menlo" panose="020B0609030804020204" pitchFamily="49" charset="0"/>
                </a:rPr>
                <a:t>分别使用零极点和多项式型建立开环传函</a:t>
              </a:r>
              <a:endParaRPr lang="zh-CN" altLang="en-US" sz="2400" dirty="0">
                <a:latin typeface="Menlo" panose="020B0609030804020204" pitchFamily="49" charset="0"/>
              </a:endParaRPr>
            </a:p>
            <a:p>
              <a:r>
                <a:rPr lang="en" altLang="zh-CN" sz="2400" dirty="0">
                  <a:latin typeface="Menlo" panose="020B0609030804020204" pitchFamily="49" charset="0"/>
                </a:rPr>
                <a:t>bode(G,{0.1,100}); </a:t>
              </a:r>
            </a:p>
            <a:p>
              <a:r>
                <a:rPr lang="en" altLang="zh-CN" sz="2400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sz="2400" dirty="0">
                  <a:solidFill>
                    <a:srgbClr val="028009"/>
                  </a:solidFill>
                  <a:latin typeface="Menlo" panose="020B0609030804020204" pitchFamily="49" charset="0"/>
                </a:rPr>
                <a:t>在</a:t>
              </a:r>
              <a:r>
                <a:rPr lang="en-US" altLang="zh-CN" sz="2400" dirty="0">
                  <a:solidFill>
                    <a:srgbClr val="028009"/>
                  </a:solidFill>
                  <a:latin typeface="Menlo" panose="020B0609030804020204" pitchFamily="49" charset="0"/>
                </a:rPr>
                <a:t>0.1</a:t>
              </a:r>
              <a:r>
                <a:rPr lang="zh-CN" altLang="en-US" sz="2400" dirty="0">
                  <a:solidFill>
                    <a:srgbClr val="028009"/>
                  </a:solidFill>
                  <a:latin typeface="Menlo" panose="020B0609030804020204" pitchFamily="49" charset="0"/>
                </a:rPr>
                <a:t>和</a:t>
              </a:r>
              <a:r>
                <a:rPr lang="en-US" altLang="zh-CN" sz="2400" dirty="0">
                  <a:solidFill>
                    <a:srgbClr val="028009"/>
                  </a:solidFill>
                  <a:latin typeface="Menlo" panose="020B0609030804020204" pitchFamily="49" charset="0"/>
                </a:rPr>
                <a:t>100</a:t>
              </a:r>
              <a:r>
                <a:rPr lang="zh-CN" altLang="en-US" sz="2400" dirty="0">
                  <a:solidFill>
                    <a:srgbClr val="028009"/>
                  </a:solidFill>
                  <a:latin typeface="Menlo" panose="020B0609030804020204" pitchFamily="49" charset="0"/>
                </a:rPr>
                <a:t>频率范围内绘制伯德图</a:t>
              </a:r>
              <a:endParaRPr lang="zh-CN" altLang="en-US" sz="2400" dirty="0">
                <a:latin typeface="Menlo" panose="020B0609030804020204" pitchFamily="49" charset="0"/>
              </a:endParaRPr>
            </a:p>
            <a:p>
              <a:r>
                <a:rPr lang="en" altLang="zh-CN" sz="2400" dirty="0">
                  <a:latin typeface="Menlo" panose="020B0609030804020204" pitchFamily="49" charset="0"/>
                </a:rPr>
                <a:t>grid </a:t>
              </a:r>
              <a:r>
                <a:rPr lang="en" altLang="zh-CN" sz="2400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sz="2400" dirty="0">
                  <a:solidFill>
                    <a:srgbClr val="028009"/>
                  </a:solidFill>
                  <a:latin typeface="Menlo" panose="020B0609030804020204" pitchFamily="49" charset="0"/>
                </a:rPr>
                <a:t>添加网格</a:t>
              </a:r>
              <a:endParaRPr lang="zh-CN" altLang="en-US" sz="2400" dirty="0">
                <a:latin typeface="Menlo" panose="020B0609030804020204" pitchFamily="49" charset="0"/>
              </a:endParaRPr>
            </a:p>
          </p:txBody>
        </p:sp>
        <p:sp>
          <p:nvSpPr>
            <p:cNvPr id="5" name="标题">
              <a:extLst>
                <a:ext uri="{FF2B5EF4-FFF2-40B4-BE49-F238E27FC236}">
                  <a16:creationId xmlns:a16="http://schemas.microsoft.com/office/drawing/2014/main" id="{BD85832E-9A6A-B72A-1394-7B4FC8D85AE4}"/>
                </a:ext>
              </a:extLst>
            </p:cNvPr>
            <p:cNvSpPr/>
            <p:nvPr/>
          </p:nvSpPr>
          <p:spPr bwMode="auto">
            <a:xfrm>
              <a:off x="2783285" y="3741795"/>
              <a:ext cx="1152128" cy="576000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tIns="46800" rtlCol="0" anchor="ctr"/>
            <a:lstStyle/>
            <a:p>
              <a:pPr algn="ctr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代码</a:t>
              </a: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3329B80D-A1FF-A6F4-DFF5-D9A4EBA79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4775" y="2433515"/>
            <a:ext cx="5716587" cy="42874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开环传函">
                <a:extLst>
                  <a:ext uri="{FF2B5EF4-FFF2-40B4-BE49-F238E27FC236}">
                    <a16:creationId xmlns:a16="http://schemas.microsoft.com/office/drawing/2014/main" id="{2ED6E731-B137-0CBC-4BAA-719DD567B1AC}"/>
                  </a:ext>
                </a:extLst>
              </p:cNvPr>
              <p:cNvSpPr txBox="1"/>
              <p:nvPr/>
            </p:nvSpPr>
            <p:spPr>
              <a:xfrm>
                <a:off x="8471470" y="1072615"/>
                <a:ext cx="3600400" cy="789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𝐺</m:t>
                    </m:r>
                    <m:d>
                      <m:d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</m:e>
                    </m:d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40</m:t>
                        </m:r>
                        <m:d>
                          <m:d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𝑠</m:t>
                            </m:r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+0.5</m:t>
                            </m:r>
                          </m:e>
                        </m:d>
                      </m:num>
                      <m:den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(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+0.2)(</m:t>
                        </m:r>
                        <m:sSup>
                          <m:sSup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𝑠</m:t>
                            </m:r>
                          </m:e>
                          <m:sup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+1)</m:t>
                        </m:r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9" name="开环传函">
                <a:extLst>
                  <a:ext uri="{FF2B5EF4-FFF2-40B4-BE49-F238E27FC236}">
                    <a16:creationId xmlns:a16="http://schemas.microsoft.com/office/drawing/2014/main" id="{2ED6E731-B137-0CBC-4BAA-719DD567B1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1470" y="1072615"/>
                <a:ext cx="3600400" cy="789832"/>
              </a:xfrm>
              <a:prstGeom prst="rect">
                <a:avLst/>
              </a:prstGeom>
              <a:blipFill>
                <a:blip r:embed="rId3"/>
                <a:stretch>
                  <a:fillRect l="-1056" b="-79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2297045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3" name="结果1">
                <a:extLst>
                  <a:ext uri="{FF2B5EF4-FFF2-40B4-BE49-F238E27FC236}">
                    <a16:creationId xmlns:a16="http://schemas.microsoft.com/office/drawing/2014/main" id="{29DE74F0-24F5-ACC5-A0C9-0608FB18DF88}"/>
                  </a:ext>
                </a:extLst>
              </p:cNvPr>
              <p:cNvSpPr txBox="1"/>
              <p:nvPr/>
            </p:nvSpPr>
            <p:spPr>
              <a:xfrm>
                <a:off x="7535888" y="877878"/>
                <a:ext cx="3600400" cy="9117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𝐺</m:t>
                    </m:r>
                    <m:d>
                      <m:d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</m:e>
                    </m:d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𝑠</m:t>
                            </m:r>
                          </m:e>
                          <m:sup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(</m:t>
                        </m:r>
                        <m:box>
                          <m:box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𝑠</m:t>
                                </m:r>
                              </m:num>
                              <m:den>
                                <m: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0.2</m:t>
                                </m:r>
                              </m:den>
                            </m:f>
                          </m:e>
                        </m:box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+1)(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+1)(</m:t>
                        </m:r>
                        <m:f>
                          <m:f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𝑠</m:t>
                            </m:r>
                          </m:num>
                          <m:den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5</m:t>
                            </m:r>
                          </m:den>
                        </m:f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+1)</m:t>
                        </m:r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93" name="结果1">
                <a:extLst>
                  <a:ext uri="{FF2B5EF4-FFF2-40B4-BE49-F238E27FC236}">
                    <a16:creationId xmlns:a16="http://schemas.microsoft.com/office/drawing/2014/main" id="{29DE74F0-24F5-ACC5-A0C9-0608FB18DF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888" y="877878"/>
                <a:ext cx="3600400" cy="911724"/>
              </a:xfrm>
              <a:prstGeom prst="rect">
                <a:avLst/>
              </a:prstGeom>
              <a:blipFill>
                <a:blip r:embed="rId3"/>
                <a:stretch>
                  <a:fillRect l="-1056" r="-352" b="-27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" name="箭头1">
            <a:extLst>
              <a:ext uri="{FF2B5EF4-FFF2-40B4-BE49-F238E27FC236}">
                <a16:creationId xmlns:a16="http://schemas.microsoft.com/office/drawing/2014/main" id="{A472A69C-3559-8976-99AA-8F46E285D6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461635" flipH="1">
            <a:off x="5596297" y="1279288"/>
            <a:ext cx="1573799" cy="1874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结果2">
                <a:extLst>
                  <a:ext uri="{FF2B5EF4-FFF2-40B4-BE49-F238E27FC236}">
                    <a16:creationId xmlns:a16="http://schemas.microsoft.com/office/drawing/2014/main" id="{D23AAEA1-CCC9-2450-5928-02249B4510DD}"/>
                  </a:ext>
                </a:extLst>
              </p:cNvPr>
              <p:cNvSpPr txBox="1"/>
              <p:nvPr/>
            </p:nvSpPr>
            <p:spPr>
              <a:xfrm>
                <a:off x="206452" y="2610579"/>
                <a:ext cx="2213099" cy="14679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1" lang="en-US" altLang="zh-CN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1" lang="en-US" altLang="zh-CN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0</m:t>
                                    </m:r>
                                    <m:r>
                                      <a:rPr kumimoji="1" lang="en-US" altLang="zh-CN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.2</m:t>
                                    </m:r>
                                  </m:e>
                                  <m:e>
                                    <m:r>
                                      <a:rPr kumimoji="1" lang="en-US" altLang="zh-CN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−20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1" lang="en-US" altLang="zh-CN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1" lang="en-US" altLang="zh-CN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kumimoji="1" lang="zh-CN" alt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 </m:t>
                                    </m:r>
                                    <m:r>
                                      <a:rPr kumimoji="1" lang="zh-CN" alt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   </m:t>
                                    </m:r>
                                  </m:e>
                                  <m:e>
                                    <m:r>
                                      <a:rPr kumimoji="1" lang="en-US" altLang="zh-CN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−20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1" lang="en-US" altLang="zh-CN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1" lang="en-US" altLang="zh-CN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5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kumimoji="1" lang="zh-CN" alt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 </m:t>
                                    </m:r>
                                    <m:r>
                                      <a:rPr kumimoji="1" lang="zh-CN" alt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   </m:t>
                                    </m:r>
                                  </m:e>
                                  <m:e>
                                    <m:r>
                                      <a:rPr kumimoji="1" lang="en-US" altLang="zh-CN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−20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2" name="结果2">
                <a:extLst>
                  <a:ext uri="{FF2B5EF4-FFF2-40B4-BE49-F238E27FC236}">
                    <a16:creationId xmlns:a16="http://schemas.microsoft.com/office/drawing/2014/main" id="{D23AAEA1-CCC9-2450-5928-02249B451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452" y="2610579"/>
                <a:ext cx="2213099" cy="1467966"/>
              </a:xfrm>
              <a:prstGeom prst="rect">
                <a:avLst/>
              </a:prstGeom>
              <a:blipFill>
                <a:blip r:embed="rId5"/>
                <a:stretch>
                  <a:fillRect l="-107429" t="-213675" r="-29143" b="-3042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结果3">
                <a:extLst>
                  <a:ext uri="{FF2B5EF4-FFF2-40B4-BE49-F238E27FC236}">
                    <a16:creationId xmlns:a16="http://schemas.microsoft.com/office/drawing/2014/main" id="{609070B0-FDB4-72AA-8FE1-CA1315A974E8}"/>
                  </a:ext>
                </a:extLst>
              </p:cNvPr>
              <p:cNvSpPr txBox="1"/>
              <p:nvPr/>
            </p:nvSpPr>
            <p:spPr>
              <a:xfrm>
                <a:off x="223914" y="4874492"/>
                <a:ext cx="5185098" cy="12114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eqArrPr>
                            <m:e>
                              <m:r>
                                <m:rPr>
                                  <m:nor/>
                                </m:rPr>
                                <a:rPr kumimoji="1" lang="zh-CN" altLang="en-US" sz="2800" dirty="0">
                                  <a:solidFill>
                                    <a:schemeClr val="tx1"/>
                                  </a:solidFill>
                                </a:rPr>
                                <m:t>基准点</m:t>
                              </m:r>
                              <m:d>
                                <m:dPr>
                                  <m:ctrlPr>
                                    <a:rPr kumimoji="1" lang="en-US" altLang="zh-CN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kumimoji="1" lang="en-US" altLang="zh-CN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=1,20</m:t>
                                  </m:r>
                                  <m:func>
                                    <m:funcPr>
                                      <m:ctrlPr>
                                        <a:rPr kumimoji="1" lang="zh-CN" altLang="en-US" sz="28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zh-CN" sz="2800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lg</m:t>
                                      </m:r>
                                    </m:fName>
                                    <m:e>
                                      <m:r>
                                        <a:rPr kumimoji="1" lang="en-US" altLang="zh-CN" sz="28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func>
                                  <m:r>
                                    <a:rPr kumimoji="1" lang="en-US" altLang="zh-CN" sz="2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=0</m:t>
                                  </m:r>
                                  <m:r>
                                    <a:rPr kumimoji="1" lang="zh-CN" altLang="en-US" sz="2800" b="0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 b="0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dB</m:t>
                                  </m:r>
                                </m:e>
                              </m:d>
                              <m:r>
                                <a:rPr kumimoji="1" lang="zh-CN" altLang="en-US" sz="2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kumimoji="1" lang="zh-CN" altLang="en-US" sz="2800" dirty="0">
                                  <a:solidFill>
                                    <a:schemeClr val="tx1"/>
                                  </a:solidFill>
                                </a:rPr>
                                <m:t>斜率</m:t>
                              </m:r>
                              <m:r>
                                <a:rPr kumimoji="1"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−20</m:t>
                              </m:r>
                              <m:r>
                                <a:rPr kumimoji="1" lang="en-US" altLang="zh-CN" sz="2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kumimoji="1" lang="en-US" altLang="zh-CN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−3</m:t>
                                  </m:r>
                                </m:e>
                              </m:d>
                              <m:r>
                                <a:rPr kumimoji="1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=60</m:t>
                              </m:r>
                              <m:f>
                                <m:fPr>
                                  <m:type m:val="lin"/>
                                  <m:ctrlPr>
                                    <a:rPr kumimoji="1"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dB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dec</m:t>
                                  </m:r>
                                </m:den>
                              </m:f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9" name="结果3">
                <a:extLst>
                  <a:ext uri="{FF2B5EF4-FFF2-40B4-BE49-F238E27FC236}">
                    <a16:creationId xmlns:a16="http://schemas.microsoft.com/office/drawing/2014/main" id="{609070B0-FDB4-72AA-8FE1-CA1315A97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914" y="4874492"/>
                <a:ext cx="5185098" cy="1211422"/>
              </a:xfrm>
              <a:prstGeom prst="rect">
                <a:avLst/>
              </a:prstGeom>
              <a:blipFill>
                <a:blip r:embed="rId6"/>
                <a:stretch>
                  <a:fillRect l="-36430" t="-208333" b="-2979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5264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绘制对数频率特性</a:t>
            </a:r>
            <a:r>
              <a:rPr lang="zh-CN" altLang="e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6" name="步骤1">
            <a:extLst>
              <a:ext uri="{FF2B5EF4-FFF2-40B4-BE49-F238E27FC236}">
                <a16:creationId xmlns:a16="http://schemas.microsoft.com/office/drawing/2014/main" id="{98F4674A-51B6-B55E-285D-5812200E4606}"/>
              </a:ext>
            </a:extLst>
          </p:cNvPr>
          <p:cNvGrpSpPr/>
          <p:nvPr/>
        </p:nvGrpSpPr>
        <p:grpSpPr>
          <a:xfrm>
            <a:off x="234439" y="1028501"/>
            <a:ext cx="4996671" cy="725177"/>
            <a:chOff x="4943078" y="1700704"/>
            <a:chExt cx="4996671" cy="7251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标题">
                  <a:extLst>
                    <a:ext uri="{FF2B5EF4-FFF2-40B4-BE49-F238E27FC236}">
                      <a16:creationId xmlns:a16="http://schemas.microsoft.com/office/drawing/2014/main" id="{43DA60B5-6978-89A1-FDF3-71B36825FB03}"/>
                    </a:ext>
                  </a:extLst>
                </p:cNvPr>
                <p:cNvSpPr/>
                <p:nvPr/>
              </p:nvSpPr>
              <p:spPr bwMode="auto">
                <a:xfrm>
                  <a:off x="5375126" y="1769619"/>
                  <a:ext cx="4564623" cy="576000"/>
                </a:xfrm>
                <a:prstGeom prst="roundRect">
                  <a:avLst/>
                </a:prstGeom>
                <a:solidFill>
                  <a:schemeClr val="accent4"/>
                </a:solid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marL="360000"/>
                  <a:r>
                    <a:rPr lang="zh-CN" altLang="en-US" sz="3200" b="1" dirty="0">
                      <a:solidFill>
                        <a:schemeClr val="bg1"/>
                      </a:solidFill>
                      <a:latin typeface="Stencil" panose="040409050D0802020404" pitchFamily="82" charset="0"/>
                    </a:rPr>
                    <a:t>化 </a:t>
                  </a:r>
                  <a14:m>
                    <m:oMath xmlns:m="http://schemas.openxmlformats.org/officeDocument/2006/math">
                      <m:r>
                        <a:rPr lang="en" altLang="zh-CN" sz="32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" altLang="zh-CN" sz="32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" altLang="zh-CN" sz="32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" altLang="zh-CN" sz="32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</m:oMath>
                  </a14:m>
                  <a:r>
                    <a:rPr lang="zh-CN" altLang="en-US" sz="3200" b="1" dirty="0">
                      <a:solidFill>
                        <a:schemeClr val="bg1"/>
                      </a:solidFill>
                      <a:latin typeface="Stencil" panose="040409050D0802020404" pitchFamily="82" charset="0"/>
                    </a:rPr>
                    <a:t>为尾 </a:t>
                  </a:r>
                  <a:r>
                    <a:rPr lang="en-US" altLang="zh-CN" sz="3200" b="1" dirty="0">
                      <a:solidFill>
                        <a:schemeClr val="bg1"/>
                      </a:solidFill>
                      <a:latin typeface="Stencil" panose="040409050D0802020404" pitchFamily="82" charset="0"/>
                    </a:rPr>
                    <a:t>1 </a:t>
                  </a:r>
                  <a:r>
                    <a:rPr lang="zh-CN" altLang="en-US" sz="3200" b="1" dirty="0">
                      <a:solidFill>
                        <a:schemeClr val="bg1"/>
                      </a:solidFill>
                      <a:latin typeface="Stencil" panose="040409050D0802020404" pitchFamily="82" charset="0"/>
                    </a:rPr>
                    <a:t>标准型</a:t>
                  </a:r>
                </a:p>
              </p:txBody>
            </p:sp>
          </mc:Choice>
          <mc:Fallback xmlns="">
            <p:sp>
              <p:nvSpPr>
                <p:cNvPr id="77" name="标题">
                  <a:extLst>
                    <a:ext uri="{FF2B5EF4-FFF2-40B4-BE49-F238E27FC236}">
                      <a16:creationId xmlns:a16="http://schemas.microsoft.com/office/drawing/2014/main" id="{43DA60B5-6978-89A1-FDF3-71B36825FB0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75126" y="1769619"/>
                  <a:ext cx="4564623" cy="576000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8" name="序号">
              <a:extLst>
                <a:ext uri="{FF2B5EF4-FFF2-40B4-BE49-F238E27FC236}">
                  <a16:creationId xmlns:a16="http://schemas.microsoft.com/office/drawing/2014/main" id="{1C215964-A7F2-16B2-FE56-91D7F08D78A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79" name="步骤2">
            <a:extLst>
              <a:ext uri="{FF2B5EF4-FFF2-40B4-BE49-F238E27FC236}">
                <a16:creationId xmlns:a16="http://schemas.microsoft.com/office/drawing/2014/main" id="{BF1D9419-6083-73C5-0BF6-D60D81E316A3}"/>
              </a:ext>
            </a:extLst>
          </p:cNvPr>
          <p:cNvGrpSpPr/>
          <p:nvPr/>
        </p:nvGrpSpPr>
        <p:grpSpPr>
          <a:xfrm>
            <a:off x="247960" y="1824448"/>
            <a:ext cx="4996671" cy="725177"/>
            <a:chOff x="4943078" y="1700704"/>
            <a:chExt cx="4996671" cy="725177"/>
          </a:xfrm>
        </p:grpSpPr>
        <p:sp>
          <p:nvSpPr>
            <p:cNvPr id="80" name="标题">
              <a:extLst>
                <a:ext uri="{FF2B5EF4-FFF2-40B4-BE49-F238E27FC236}">
                  <a16:creationId xmlns:a16="http://schemas.microsoft.com/office/drawing/2014/main" id="{D69D185D-D7BA-2420-6603-5CFD6FEFF253}"/>
                </a:ext>
              </a:extLst>
            </p:cNvPr>
            <p:cNvSpPr/>
            <p:nvPr/>
          </p:nvSpPr>
          <p:spPr bwMode="auto">
            <a:xfrm>
              <a:off x="5375126" y="1769619"/>
              <a:ext cx="4564623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顺序列出转折频率</a:t>
              </a:r>
            </a:p>
          </p:txBody>
        </p:sp>
        <p:sp>
          <p:nvSpPr>
            <p:cNvPr id="81" name="序号">
              <a:extLst>
                <a:ext uri="{FF2B5EF4-FFF2-40B4-BE49-F238E27FC236}">
                  <a16:creationId xmlns:a16="http://schemas.microsoft.com/office/drawing/2014/main" id="{2CB1E4C9-AD09-D308-0260-F0890608C45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82" name="步骤3">
            <a:extLst>
              <a:ext uri="{FF2B5EF4-FFF2-40B4-BE49-F238E27FC236}">
                <a16:creationId xmlns:a16="http://schemas.microsoft.com/office/drawing/2014/main" id="{C3FAE29F-BE62-BE6A-B1BD-7DCDB1B2ACC4}"/>
              </a:ext>
            </a:extLst>
          </p:cNvPr>
          <p:cNvGrpSpPr/>
          <p:nvPr/>
        </p:nvGrpSpPr>
        <p:grpSpPr>
          <a:xfrm>
            <a:off x="118542" y="4172202"/>
            <a:ext cx="4996671" cy="725177"/>
            <a:chOff x="4943078" y="1700704"/>
            <a:chExt cx="4996671" cy="725177"/>
          </a:xfrm>
        </p:grpSpPr>
        <p:sp>
          <p:nvSpPr>
            <p:cNvPr id="83" name="标题">
              <a:extLst>
                <a:ext uri="{FF2B5EF4-FFF2-40B4-BE49-F238E27FC236}">
                  <a16:creationId xmlns:a16="http://schemas.microsoft.com/office/drawing/2014/main" id="{84409FF8-32B0-0CD4-7929-4378039541E4}"/>
                </a:ext>
              </a:extLst>
            </p:cNvPr>
            <p:cNvSpPr/>
            <p:nvPr/>
          </p:nvSpPr>
          <p:spPr bwMode="auto">
            <a:xfrm>
              <a:off x="5375126" y="1769619"/>
              <a:ext cx="4564623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确定低频特性</a:t>
              </a:r>
            </a:p>
          </p:txBody>
        </p:sp>
        <p:sp>
          <p:nvSpPr>
            <p:cNvPr id="84" name="序号">
              <a:extLst>
                <a:ext uri="{FF2B5EF4-FFF2-40B4-BE49-F238E27FC236}">
                  <a16:creationId xmlns:a16="http://schemas.microsoft.com/office/drawing/2014/main" id="{46670354-8D72-7755-9BCA-4C1095DD68B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87" name="步骤4">
            <a:extLst>
              <a:ext uri="{FF2B5EF4-FFF2-40B4-BE49-F238E27FC236}">
                <a16:creationId xmlns:a16="http://schemas.microsoft.com/office/drawing/2014/main" id="{0204A2C8-0E6A-9EC2-FED3-DE0DD8C73B30}"/>
              </a:ext>
            </a:extLst>
          </p:cNvPr>
          <p:cNvGrpSpPr/>
          <p:nvPr/>
        </p:nvGrpSpPr>
        <p:grpSpPr>
          <a:xfrm>
            <a:off x="118542" y="6021288"/>
            <a:ext cx="4996671" cy="725177"/>
            <a:chOff x="4943078" y="1700704"/>
            <a:chExt cx="4996671" cy="725177"/>
          </a:xfrm>
        </p:grpSpPr>
        <p:sp>
          <p:nvSpPr>
            <p:cNvPr id="88" name="标题">
              <a:extLst>
                <a:ext uri="{FF2B5EF4-FFF2-40B4-BE49-F238E27FC236}">
                  <a16:creationId xmlns:a16="http://schemas.microsoft.com/office/drawing/2014/main" id="{2EF3C28A-4477-EC81-7DC5-C23242F62EB4}"/>
                </a:ext>
              </a:extLst>
            </p:cNvPr>
            <p:cNvSpPr/>
            <p:nvPr/>
          </p:nvSpPr>
          <p:spPr bwMode="auto">
            <a:xfrm>
              <a:off x="5375126" y="1769619"/>
              <a:ext cx="4564623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叠加作图</a:t>
              </a:r>
            </a:p>
          </p:txBody>
        </p:sp>
        <p:sp>
          <p:nvSpPr>
            <p:cNvPr id="89" name="序号">
              <a:extLst>
                <a:ext uri="{FF2B5EF4-FFF2-40B4-BE49-F238E27FC236}">
                  <a16:creationId xmlns:a16="http://schemas.microsoft.com/office/drawing/2014/main" id="{DEBB4040-6144-3461-CEEB-EC87706BA00D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开环传函">
                <a:extLst>
                  <a:ext uri="{FF2B5EF4-FFF2-40B4-BE49-F238E27FC236}">
                    <a16:creationId xmlns:a16="http://schemas.microsoft.com/office/drawing/2014/main" id="{3B84EE24-A13A-21D3-F3D4-F6D5FB3D85F4}"/>
                  </a:ext>
                </a:extLst>
              </p:cNvPr>
              <p:cNvSpPr txBox="1"/>
              <p:nvPr/>
            </p:nvSpPr>
            <p:spPr>
              <a:xfrm>
                <a:off x="7535888" y="154359"/>
                <a:ext cx="4179862" cy="8197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𝐺</m:t>
                    </m:r>
                    <m:d>
                      <m:d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</m:e>
                    </m:d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𝑠</m:t>
                            </m:r>
                          </m:e>
                          <m:sup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(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+0.2)(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+1)(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+5)</m:t>
                        </m:r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92" name="开环传函">
                <a:extLst>
                  <a:ext uri="{FF2B5EF4-FFF2-40B4-BE49-F238E27FC236}">
                    <a16:creationId xmlns:a16="http://schemas.microsoft.com/office/drawing/2014/main" id="{3B84EE24-A13A-21D3-F3D4-F6D5FB3D85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888" y="154359"/>
                <a:ext cx="4179862" cy="819776"/>
              </a:xfrm>
              <a:prstGeom prst="rect">
                <a:avLst/>
              </a:prstGeom>
              <a:blipFill>
                <a:blip r:embed="rId8"/>
                <a:stretch>
                  <a:fillRect l="-909"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说明1">
            <a:extLst>
              <a:ext uri="{FF2B5EF4-FFF2-40B4-BE49-F238E27FC236}">
                <a16:creationId xmlns:a16="http://schemas.microsoft.com/office/drawing/2014/main" id="{BBE0A02F-F979-977A-2CF5-1CBCA960A6D2}"/>
              </a:ext>
            </a:extLst>
          </p:cNvPr>
          <p:cNvSpPr txBox="1"/>
          <p:nvPr/>
        </p:nvSpPr>
        <p:spPr>
          <a:xfrm>
            <a:off x="2580135" y="3171653"/>
            <a:ext cx="2434952" cy="578882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chemeClr val="accent1"/>
                </a:solidFill>
              </a:rPr>
              <a:t>均为惯性环节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8D5CB143-0C3D-5645-F509-A013DADE905C}"/>
              </a:ext>
            </a:extLst>
          </p:cNvPr>
          <p:cNvGrpSpPr/>
          <p:nvPr/>
        </p:nvGrpSpPr>
        <p:grpSpPr>
          <a:xfrm>
            <a:off x="5298392" y="2196471"/>
            <a:ext cx="6698295" cy="3008113"/>
            <a:chOff x="621046" y="1007428"/>
            <a:chExt cx="10706565" cy="5501693"/>
          </a:xfrm>
        </p:grpSpPr>
        <p:cxnSp>
          <p:nvCxnSpPr>
            <p:cNvPr id="29" name="辅助线">
              <a:extLst>
                <a:ext uri="{FF2B5EF4-FFF2-40B4-BE49-F238E27FC236}">
                  <a16:creationId xmlns:a16="http://schemas.microsoft.com/office/drawing/2014/main" id="{6C255503-0055-C98F-21AF-8A9E917784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1628800"/>
              <a:ext cx="871296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辅助线">
              <a:extLst>
                <a:ext uri="{FF2B5EF4-FFF2-40B4-BE49-F238E27FC236}">
                  <a16:creationId xmlns:a16="http://schemas.microsoft.com/office/drawing/2014/main" id="{63A79D99-AE88-F2CE-8B04-FB64FC0818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2132856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辅助线">
              <a:extLst>
                <a:ext uri="{FF2B5EF4-FFF2-40B4-BE49-F238E27FC236}">
                  <a16:creationId xmlns:a16="http://schemas.microsoft.com/office/drawing/2014/main" id="{F3343D9C-5EA9-5F4C-CCB4-134A96003B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2636912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辅助线">
              <a:extLst>
                <a:ext uri="{FF2B5EF4-FFF2-40B4-BE49-F238E27FC236}">
                  <a16:creationId xmlns:a16="http://schemas.microsoft.com/office/drawing/2014/main" id="{99B2E43E-9AF5-6C4E-D646-AF3BD1CE87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3140968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辅助线">
              <a:extLst>
                <a:ext uri="{FF2B5EF4-FFF2-40B4-BE49-F238E27FC236}">
                  <a16:creationId xmlns:a16="http://schemas.microsoft.com/office/drawing/2014/main" id="{FCCA7F65-B486-DF65-7C60-9F010BB011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3645024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辅助线">
              <a:extLst>
                <a:ext uri="{FF2B5EF4-FFF2-40B4-BE49-F238E27FC236}">
                  <a16:creationId xmlns:a16="http://schemas.microsoft.com/office/drawing/2014/main" id="{DC960943-3537-6270-A091-90FC6F3467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4149080"/>
              <a:ext cx="972108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辅助线">
              <a:extLst>
                <a:ext uri="{FF2B5EF4-FFF2-40B4-BE49-F238E27FC236}">
                  <a16:creationId xmlns:a16="http://schemas.microsoft.com/office/drawing/2014/main" id="{97668437-98DD-1AB0-A621-000A0B6837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4653136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辅助线">
              <a:extLst>
                <a:ext uri="{FF2B5EF4-FFF2-40B4-BE49-F238E27FC236}">
                  <a16:creationId xmlns:a16="http://schemas.microsoft.com/office/drawing/2014/main" id="{83E3953C-6472-2594-C622-1779EB07E2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5157192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辅助线">
              <a:extLst>
                <a:ext uri="{FF2B5EF4-FFF2-40B4-BE49-F238E27FC236}">
                  <a16:creationId xmlns:a16="http://schemas.microsoft.com/office/drawing/2014/main" id="{FF8024FB-021C-3344-8028-500C75EBB1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5661248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辅助线">
              <a:extLst>
                <a:ext uri="{FF2B5EF4-FFF2-40B4-BE49-F238E27FC236}">
                  <a16:creationId xmlns:a16="http://schemas.microsoft.com/office/drawing/2014/main" id="{C7940B29-5E5C-6DBE-2FDC-15F7591958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6165304"/>
              <a:ext cx="871296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1F1BC6D1-C698-6E3D-1E82-E38B8872D9F4}"/>
                </a:ext>
              </a:extLst>
            </p:cNvPr>
            <p:cNvGrpSpPr/>
            <p:nvPr/>
          </p:nvGrpSpPr>
          <p:grpSpPr>
            <a:xfrm>
              <a:off x="1486694" y="1052736"/>
              <a:ext cx="8707412" cy="5112568"/>
              <a:chOff x="1486694" y="1052736"/>
              <a:chExt cx="8707412" cy="5112568"/>
            </a:xfrm>
          </p:grpSpPr>
          <p:cxnSp>
            <p:nvCxnSpPr>
              <p:cNvPr id="120" name="辅助线">
                <a:extLst>
                  <a:ext uri="{FF2B5EF4-FFF2-40B4-BE49-F238E27FC236}">
                    <a16:creationId xmlns:a16="http://schemas.microsoft.com/office/drawing/2014/main" id="{14614304-3841-7D01-8F80-86DFF8E4EEA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86694" y="1052736"/>
                <a:ext cx="0" cy="511256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辅助线">
                <a:extLst>
                  <a:ext uri="{FF2B5EF4-FFF2-40B4-BE49-F238E27FC236}">
                    <a16:creationId xmlns:a16="http://schemas.microsoft.com/office/drawing/2014/main" id="{CD698D04-3975-8C8E-CFF1-74367885356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辅助线">
                <a:extLst>
                  <a:ext uri="{FF2B5EF4-FFF2-40B4-BE49-F238E27FC236}">
                    <a16:creationId xmlns:a16="http://schemas.microsoft.com/office/drawing/2014/main" id="{1AC394FA-C58A-B1D7-EA74-D358B449A8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辅助线">
                <a:extLst>
                  <a:ext uri="{FF2B5EF4-FFF2-40B4-BE49-F238E27FC236}">
                    <a16:creationId xmlns:a16="http://schemas.microsoft.com/office/drawing/2014/main" id="{11CBDD41-1309-8AE9-9CC1-9250AE9997F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CA2E820D-36EB-6BAE-B4D9-BC1AE20400F4}"/>
                </a:ext>
              </a:extLst>
            </p:cNvPr>
            <p:cNvGrpSpPr/>
            <p:nvPr/>
          </p:nvGrpSpPr>
          <p:grpSpPr>
            <a:xfrm>
              <a:off x="4306471" y="1628800"/>
              <a:ext cx="5804941" cy="4536504"/>
              <a:chOff x="4389165" y="1628800"/>
              <a:chExt cx="5804941" cy="4536504"/>
            </a:xfrm>
          </p:grpSpPr>
          <p:cxnSp>
            <p:nvCxnSpPr>
              <p:cNvPr id="117" name="辅助线">
                <a:extLst>
                  <a:ext uri="{FF2B5EF4-FFF2-40B4-BE49-F238E27FC236}">
                    <a16:creationId xmlns:a16="http://schemas.microsoft.com/office/drawing/2014/main" id="{EC3A386C-FCD3-CCAE-7FC0-5D76AD9A0A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辅助线">
                <a:extLst>
                  <a:ext uri="{FF2B5EF4-FFF2-40B4-BE49-F238E27FC236}">
                    <a16:creationId xmlns:a16="http://schemas.microsoft.com/office/drawing/2014/main" id="{B6328F89-7721-9888-382E-4F86C6C2D2E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辅助线">
                <a:extLst>
                  <a:ext uri="{FF2B5EF4-FFF2-40B4-BE49-F238E27FC236}">
                    <a16:creationId xmlns:a16="http://schemas.microsoft.com/office/drawing/2014/main" id="{48E830DB-09B1-E6C1-C65C-E907E935586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CA754DD8-EE85-7D75-BDFB-82E65752A876}"/>
                </a:ext>
              </a:extLst>
            </p:cNvPr>
            <p:cNvGrpSpPr/>
            <p:nvPr/>
          </p:nvGrpSpPr>
          <p:grpSpPr>
            <a:xfrm>
              <a:off x="4203727" y="1641500"/>
              <a:ext cx="5804941" cy="4536504"/>
              <a:chOff x="4389165" y="1628800"/>
              <a:chExt cx="5804941" cy="4536504"/>
            </a:xfrm>
          </p:grpSpPr>
          <p:cxnSp>
            <p:nvCxnSpPr>
              <p:cNvPr id="114" name="辅助线">
                <a:extLst>
                  <a:ext uri="{FF2B5EF4-FFF2-40B4-BE49-F238E27FC236}">
                    <a16:creationId xmlns:a16="http://schemas.microsoft.com/office/drawing/2014/main" id="{A8125188-B43A-E993-7498-88780676EFE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辅助线">
                <a:extLst>
                  <a:ext uri="{FF2B5EF4-FFF2-40B4-BE49-F238E27FC236}">
                    <a16:creationId xmlns:a16="http://schemas.microsoft.com/office/drawing/2014/main" id="{12CEA679-C3BF-14DC-007D-0AF21B0DCF5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辅助线">
                <a:extLst>
                  <a:ext uri="{FF2B5EF4-FFF2-40B4-BE49-F238E27FC236}">
                    <a16:creationId xmlns:a16="http://schemas.microsoft.com/office/drawing/2014/main" id="{E126D7BB-C6A3-86C5-33F5-70E6B59AFE9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ED8355B1-E43A-505E-8005-3BFD7D4E31C6}"/>
                </a:ext>
              </a:extLst>
            </p:cNvPr>
            <p:cNvGrpSpPr/>
            <p:nvPr/>
          </p:nvGrpSpPr>
          <p:grpSpPr>
            <a:xfrm>
              <a:off x="4060227" y="1635150"/>
              <a:ext cx="5804941" cy="4536504"/>
              <a:chOff x="4389165" y="1628800"/>
              <a:chExt cx="5804941" cy="4536504"/>
            </a:xfrm>
          </p:grpSpPr>
          <p:cxnSp>
            <p:nvCxnSpPr>
              <p:cNvPr id="111" name="辅助线">
                <a:extLst>
                  <a:ext uri="{FF2B5EF4-FFF2-40B4-BE49-F238E27FC236}">
                    <a16:creationId xmlns:a16="http://schemas.microsoft.com/office/drawing/2014/main" id="{AF1AC168-6C41-0090-C171-6C1604CE4E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辅助线">
                <a:extLst>
                  <a:ext uri="{FF2B5EF4-FFF2-40B4-BE49-F238E27FC236}">
                    <a16:creationId xmlns:a16="http://schemas.microsoft.com/office/drawing/2014/main" id="{CE3F31E5-583B-CC72-1C77-F3E1DCCA5DE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辅助线">
                <a:extLst>
                  <a:ext uri="{FF2B5EF4-FFF2-40B4-BE49-F238E27FC236}">
                    <a16:creationId xmlns:a16="http://schemas.microsoft.com/office/drawing/2014/main" id="{C6B91AF8-7970-CFA8-A8B6-303CEA2FB21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EE9182DF-E6FE-2367-3243-6527322CAE54}"/>
                </a:ext>
              </a:extLst>
            </p:cNvPr>
            <p:cNvGrpSpPr/>
            <p:nvPr/>
          </p:nvGrpSpPr>
          <p:grpSpPr>
            <a:xfrm>
              <a:off x="3874789" y="1641500"/>
              <a:ext cx="5804941" cy="4536504"/>
              <a:chOff x="4389165" y="1628800"/>
              <a:chExt cx="5804941" cy="4536504"/>
            </a:xfrm>
          </p:grpSpPr>
          <p:cxnSp>
            <p:nvCxnSpPr>
              <p:cNvPr id="108" name="辅助线">
                <a:extLst>
                  <a:ext uri="{FF2B5EF4-FFF2-40B4-BE49-F238E27FC236}">
                    <a16:creationId xmlns:a16="http://schemas.microsoft.com/office/drawing/2014/main" id="{92004DFE-2A4F-1962-C5A8-3EE551260E6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辅助线">
                <a:extLst>
                  <a:ext uri="{FF2B5EF4-FFF2-40B4-BE49-F238E27FC236}">
                    <a16:creationId xmlns:a16="http://schemas.microsoft.com/office/drawing/2014/main" id="{FDEEFD77-BBB1-6E50-814E-0B13D3C8BCE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辅助线">
                <a:extLst>
                  <a:ext uri="{FF2B5EF4-FFF2-40B4-BE49-F238E27FC236}">
                    <a16:creationId xmlns:a16="http://schemas.microsoft.com/office/drawing/2014/main" id="{DD3B6FDC-504E-E8B1-74D2-150660D188F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D0FCD492-D656-95F2-0AC1-4F008560B61F}"/>
                </a:ext>
              </a:extLst>
            </p:cNvPr>
            <p:cNvGrpSpPr/>
            <p:nvPr/>
          </p:nvGrpSpPr>
          <p:grpSpPr>
            <a:xfrm>
              <a:off x="3595967" y="1635150"/>
              <a:ext cx="5804941" cy="4536504"/>
              <a:chOff x="4389165" y="1628800"/>
              <a:chExt cx="5804941" cy="4536504"/>
            </a:xfrm>
          </p:grpSpPr>
          <p:cxnSp>
            <p:nvCxnSpPr>
              <p:cNvPr id="101" name="辅助线">
                <a:extLst>
                  <a:ext uri="{FF2B5EF4-FFF2-40B4-BE49-F238E27FC236}">
                    <a16:creationId xmlns:a16="http://schemas.microsoft.com/office/drawing/2014/main" id="{7AF82766-6F6F-3096-1C70-F479C00E145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辅助线">
                <a:extLst>
                  <a:ext uri="{FF2B5EF4-FFF2-40B4-BE49-F238E27FC236}">
                    <a16:creationId xmlns:a16="http://schemas.microsoft.com/office/drawing/2014/main" id="{10C75371-9726-EA12-75D3-15784B09FC4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辅助线">
                <a:extLst>
                  <a:ext uri="{FF2B5EF4-FFF2-40B4-BE49-F238E27FC236}">
                    <a16:creationId xmlns:a16="http://schemas.microsoft.com/office/drawing/2014/main" id="{03DC8693-430A-1B41-4038-4FF7CD315D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B4837858-EE35-8C9C-A97A-15E8A34576A9}"/>
                </a:ext>
              </a:extLst>
            </p:cNvPr>
            <p:cNvGrpSpPr/>
            <p:nvPr/>
          </p:nvGrpSpPr>
          <p:grpSpPr>
            <a:xfrm>
              <a:off x="3233200" y="1635151"/>
              <a:ext cx="5804941" cy="4536504"/>
              <a:chOff x="4389165" y="1628800"/>
              <a:chExt cx="5804941" cy="4536504"/>
            </a:xfrm>
          </p:grpSpPr>
          <p:cxnSp>
            <p:nvCxnSpPr>
              <p:cNvPr id="97" name="辅助线">
                <a:extLst>
                  <a:ext uri="{FF2B5EF4-FFF2-40B4-BE49-F238E27FC236}">
                    <a16:creationId xmlns:a16="http://schemas.microsoft.com/office/drawing/2014/main" id="{80D1D025-C385-BE11-98E9-C81C126384E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辅助线">
                <a:extLst>
                  <a:ext uri="{FF2B5EF4-FFF2-40B4-BE49-F238E27FC236}">
                    <a16:creationId xmlns:a16="http://schemas.microsoft.com/office/drawing/2014/main" id="{18D5A3AC-D9DA-0F51-13F0-123A8AC7DB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辅助线">
                <a:extLst>
                  <a:ext uri="{FF2B5EF4-FFF2-40B4-BE49-F238E27FC236}">
                    <a16:creationId xmlns:a16="http://schemas.microsoft.com/office/drawing/2014/main" id="{A302CC2B-8057-E901-CC33-85E7F88DFA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A97B0850-1F46-1297-08A4-ACEF2D7D4E41}"/>
                </a:ext>
              </a:extLst>
            </p:cNvPr>
            <p:cNvGrpSpPr/>
            <p:nvPr/>
          </p:nvGrpSpPr>
          <p:grpSpPr>
            <a:xfrm>
              <a:off x="2808321" y="1622450"/>
              <a:ext cx="5804941" cy="4536504"/>
              <a:chOff x="4389165" y="1628800"/>
              <a:chExt cx="5804941" cy="4536504"/>
            </a:xfrm>
          </p:grpSpPr>
          <p:cxnSp>
            <p:nvCxnSpPr>
              <p:cNvPr id="86" name="辅助线">
                <a:extLst>
                  <a:ext uri="{FF2B5EF4-FFF2-40B4-BE49-F238E27FC236}">
                    <a16:creationId xmlns:a16="http://schemas.microsoft.com/office/drawing/2014/main" id="{1CE349E5-73C3-E359-1232-F300B179E4C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辅助线">
                <a:extLst>
                  <a:ext uri="{FF2B5EF4-FFF2-40B4-BE49-F238E27FC236}">
                    <a16:creationId xmlns:a16="http://schemas.microsoft.com/office/drawing/2014/main" id="{1521E459-3B9C-2322-5EE8-C407E4D1666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辅助线">
                <a:extLst>
                  <a:ext uri="{FF2B5EF4-FFF2-40B4-BE49-F238E27FC236}">
                    <a16:creationId xmlns:a16="http://schemas.microsoft.com/office/drawing/2014/main" id="{7F36B1BD-6BFA-A126-FA5A-E576DBCE16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921FC7F1-C6BA-9BE5-B16A-85F03D42A7AF}"/>
                </a:ext>
              </a:extLst>
            </p:cNvPr>
            <p:cNvGrpSpPr/>
            <p:nvPr/>
          </p:nvGrpSpPr>
          <p:grpSpPr>
            <a:xfrm>
              <a:off x="2307198" y="1641501"/>
              <a:ext cx="5804941" cy="4536504"/>
              <a:chOff x="4389165" y="1628800"/>
              <a:chExt cx="5804941" cy="4536504"/>
            </a:xfrm>
          </p:grpSpPr>
          <p:cxnSp>
            <p:nvCxnSpPr>
              <p:cNvPr id="74" name="辅助线">
                <a:extLst>
                  <a:ext uri="{FF2B5EF4-FFF2-40B4-BE49-F238E27FC236}">
                    <a16:creationId xmlns:a16="http://schemas.microsoft.com/office/drawing/2014/main" id="{A9FF7D1D-B669-31E4-2187-8C0A47E8765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辅助线">
                <a:extLst>
                  <a:ext uri="{FF2B5EF4-FFF2-40B4-BE49-F238E27FC236}">
                    <a16:creationId xmlns:a16="http://schemas.microsoft.com/office/drawing/2014/main" id="{EEF97598-47B5-471A-4F8A-C7DD51D21F2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辅助线">
                <a:extLst>
                  <a:ext uri="{FF2B5EF4-FFF2-40B4-BE49-F238E27FC236}">
                    <a16:creationId xmlns:a16="http://schemas.microsoft.com/office/drawing/2014/main" id="{FA44CF4E-7EEF-4E62-BAFA-B7A9CCAAE6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Gs">
                  <a:extLst>
                    <a:ext uri="{FF2B5EF4-FFF2-40B4-BE49-F238E27FC236}">
                      <a16:creationId xmlns:a16="http://schemas.microsoft.com/office/drawing/2014/main" id="{980B9B66-1C4A-62CC-F011-94C0C56046D1}"/>
                    </a:ext>
                  </a:extLst>
                </p:cNvPr>
                <p:cNvSpPr txBox="1"/>
                <p:nvPr/>
              </p:nvSpPr>
              <p:spPr>
                <a:xfrm>
                  <a:off x="1488412" y="1050911"/>
                  <a:ext cx="1549681" cy="67549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altLang="zh-CN" dirty="0">
                      <a:solidFill>
                        <a:schemeClr val="tx1"/>
                      </a:solidFill>
                    </a:rPr>
                    <a:t>dB</a:t>
                  </a:r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Gs">
                  <a:extLst>
                    <a:ext uri="{FF2B5EF4-FFF2-40B4-BE49-F238E27FC236}">
                      <a16:creationId xmlns:a16="http://schemas.microsoft.com/office/drawing/2014/main" id="{46C65E79-34D5-40DA-D2D2-2956FF9E83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8412" y="1050911"/>
                  <a:ext cx="1549681" cy="675490"/>
                </a:xfrm>
                <a:prstGeom prst="rect">
                  <a:avLst/>
                </a:prstGeom>
                <a:blipFill>
                  <a:blip r:embed="rId9"/>
                  <a:stretch>
                    <a:fillRect t="-10000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Gs">
                  <a:extLst>
                    <a:ext uri="{FF2B5EF4-FFF2-40B4-BE49-F238E27FC236}">
                      <a16:creationId xmlns:a16="http://schemas.microsoft.com/office/drawing/2014/main" id="{8F682E8A-2598-D32B-2A89-0F003C25C6AE}"/>
                    </a:ext>
                  </a:extLst>
                </p:cNvPr>
                <p:cNvSpPr txBox="1"/>
                <p:nvPr/>
              </p:nvSpPr>
              <p:spPr>
                <a:xfrm>
                  <a:off x="10902767" y="3608279"/>
                  <a:ext cx="4248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1" name="Gs">
                  <a:extLst>
                    <a:ext uri="{FF2B5EF4-FFF2-40B4-BE49-F238E27FC236}">
                      <a16:creationId xmlns:a16="http://schemas.microsoft.com/office/drawing/2014/main" id="{A5F3EF99-3630-0BF0-DB3A-7C787EF663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02767" y="3608279"/>
                  <a:ext cx="424844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18182" b="-6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Gs">
                  <a:extLst>
                    <a:ext uri="{FF2B5EF4-FFF2-40B4-BE49-F238E27FC236}">
                      <a16:creationId xmlns:a16="http://schemas.microsoft.com/office/drawing/2014/main" id="{AAA731AD-93B5-CA2C-28F6-83F7A3648F2D}"/>
                    </a:ext>
                  </a:extLst>
                </p:cNvPr>
                <p:cNvSpPr txBox="1"/>
                <p:nvPr/>
              </p:nvSpPr>
              <p:spPr>
                <a:xfrm>
                  <a:off x="10042497" y="3724861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2" name="Gs">
                  <a:extLst>
                    <a:ext uri="{FF2B5EF4-FFF2-40B4-BE49-F238E27FC236}">
                      <a16:creationId xmlns:a16="http://schemas.microsoft.com/office/drawing/2014/main" id="{AA1AF1CD-2EA4-F280-C3B3-8E2535C72C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42497" y="3724861"/>
                  <a:ext cx="703715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Gs">
                  <a:extLst>
                    <a:ext uri="{FF2B5EF4-FFF2-40B4-BE49-F238E27FC236}">
                      <a16:creationId xmlns:a16="http://schemas.microsoft.com/office/drawing/2014/main" id="{8A4116D9-BF6B-191A-CA0A-ADDC04CD784A}"/>
                    </a:ext>
                  </a:extLst>
                </p:cNvPr>
                <p:cNvSpPr txBox="1"/>
                <p:nvPr/>
              </p:nvSpPr>
              <p:spPr>
                <a:xfrm>
                  <a:off x="10143990" y="3346669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3" name="Gs">
                  <a:extLst>
                    <a:ext uri="{FF2B5EF4-FFF2-40B4-BE49-F238E27FC236}">
                      <a16:creationId xmlns:a16="http://schemas.microsoft.com/office/drawing/2014/main" id="{64BB0861-23C0-0809-44B7-CD3ADE6F9D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43990" y="3346669"/>
                  <a:ext cx="703715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16667" b="-687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Gs">
                  <a:extLst>
                    <a:ext uri="{FF2B5EF4-FFF2-40B4-BE49-F238E27FC236}">
                      <a16:creationId xmlns:a16="http://schemas.microsoft.com/office/drawing/2014/main" id="{E5D37D07-9261-666C-8CC7-2FC16CF9975E}"/>
                    </a:ext>
                  </a:extLst>
                </p:cNvPr>
                <p:cNvSpPr txBox="1"/>
                <p:nvPr/>
              </p:nvSpPr>
              <p:spPr>
                <a:xfrm>
                  <a:off x="10137535" y="2865445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80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4" name="Gs">
                  <a:extLst>
                    <a:ext uri="{FF2B5EF4-FFF2-40B4-BE49-F238E27FC236}">
                      <a16:creationId xmlns:a16="http://schemas.microsoft.com/office/drawing/2014/main" id="{31EFE428-3724-078C-5F13-EC0C8E83C0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7535" y="2865445"/>
                  <a:ext cx="703715" cy="369332"/>
                </a:xfrm>
                <a:prstGeom prst="rect">
                  <a:avLst/>
                </a:prstGeom>
                <a:blipFill>
                  <a:blip r:embed="rId13"/>
                  <a:stretch>
                    <a:fillRect r="-41667" b="-5882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Gs">
                  <a:extLst>
                    <a:ext uri="{FF2B5EF4-FFF2-40B4-BE49-F238E27FC236}">
                      <a16:creationId xmlns:a16="http://schemas.microsoft.com/office/drawing/2014/main" id="{9AC377B5-C177-15DD-CDF5-118CB8ACDF3B}"/>
                    </a:ext>
                  </a:extLst>
                </p:cNvPr>
                <p:cNvSpPr txBox="1"/>
                <p:nvPr/>
              </p:nvSpPr>
              <p:spPr>
                <a:xfrm>
                  <a:off x="10160530" y="2361389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70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5" name="Gs">
                  <a:extLst>
                    <a:ext uri="{FF2B5EF4-FFF2-40B4-BE49-F238E27FC236}">
                      <a16:creationId xmlns:a16="http://schemas.microsoft.com/office/drawing/2014/main" id="{3DDED018-1863-90A1-03F8-1E0DE59AF4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0530" y="2361389"/>
                  <a:ext cx="703715" cy="369332"/>
                </a:xfrm>
                <a:prstGeom prst="rect">
                  <a:avLst/>
                </a:prstGeom>
                <a:blipFill>
                  <a:blip r:embed="rId14"/>
                  <a:stretch>
                    <a:fillRect r="-44444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Gs">
                  <a:extLst>
                    <a:ext uri="{FF2B5EF4-FFF2-40B4-BE49-F238E27FC236}">
                      <a16:creationId xmlns:a16="http://schemas.microsoft.com/office/drawing/2014/main" id="{EC5BC1BB-2202-3C11-0387-E25D68765703}"/>
                    </a:ext>
                  </a:extLst>
                </p:cNvPr>
                <p:cNvSpPr txBox="1"/>
                <p:nvPr/>
              </p:nvSpPr>
              <p:spPr>
                <a:xfrm>
                  <a:off x="10137535" y="1857333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6" name="Gs">
                  <a:extLst>
                    <a:ext uri="{FF2B5EF4-FFF2-40B4-BE49-F238E27FC236}">
                      <a16:creationId xmlns:a16="http://schemas.microsoft.com/office/drawing/2014/main" id="{9CEEA585-E3E5-AF73-1BAF-A40F02E4D6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7535" y="1857333"/>
                  <a:ext cx="703715" cy="369332"/>
                </a:xfrm>
                <a:prstGeom prst="rect">
                  <a:avLst/>
                </a:prstGeom>
                <a:blipFill>
                  <a:blip r:embed="rId15"/>
                  <a:stretch>
                    <a:fillRect r="-41667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Gs">
                  <a:extLst>
                    <a:ext uri="{FF2B5EF4-FFF2-40B4-BE49-F238E27FC236}">
                      <a16:creationId xmlns:a16="http://schemas.microsoft.com/office/drawing/2014/main" id="{0EF36568-1099-1B25-B627-83335EC791A4}"/>
                    </a:ext>
                  </a:extLst>
                </p:cNvPr>
                <p:cNvSpPr txBox="1"/>
                <p:nvPr/>
              </p:nvSpPr>
              <p:spPr>
                <a:xfrm>
                  <a:off x="10176429" y="4369187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7" name="Gs">
                  <a:extLst>
                    <a:ext uri="{FF2B5EF4-FFF2-40B4-BE49-F238E27FC236}">
                      <a16:creationId xmlns:a16="http://schemas.microsoft.com/office/drawing/2014/main" id="{CC2955E8-8814-2E7B-3272-87B582BEAA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76429" y="4369187"/>
                  <a:ext cx="703715" cy="369332"/>
                </a:xfrm>
                <a:prstGeom prst="rect">
                  <a:avLst/>
                </a:prstGeom>
                <a:blipFill>
                  <a:blip r:embed="rId16"/>
                  <a:stretch>
                    <a:fillRect r="-52778" b="-5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Gs">
                  <a:extLst>
                    <a:ext uri="{FF2B5EF4-FFF2-40B4-BE49-F238E27FC236}">
                      <a16:creationId xmlns:a16="http://schemas.microsoft.com/office/drawing/2014/main" id="{879B7197-A52A-E8F7-0284-9B515017C93D}"/>
                    </a:ext>
                  </a:extLst>
                </p:cNvPr>
                <p:cNvSpPr txBox="1"/>
                <p:nvPr/>
              </p:nvSpPr>
              <p:spPr>
                <a:xfrm>
                  <a:off x="10168599" y="4871770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80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8" name="Gs">
                  <a:extLst>
                    <a:ext uri="{FF2B5EF4-FFF2-40B4-BE49-F238E27FC236}">
                      <a16:creationId xmlns:a16="http://schemas.microsoft.com/office/drawing/2014/main" id="{C5CEAD9A-E5B8-DE4B-FC77-D5600FF178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8599" y="4871770"/>
                  <a:ext cx="703715" cy="369332"/>
                </a:xfrm>
                <a:prstGeom prst="rect">
                  <a:avLst/>
                </a:prstGeom>
                <a:blipFill>
                  <a:blip r:embed="rId17"/>
                  <a:stretch>
                    <a:fillRect r="-85714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Gs">
                  <a:extLst>
                    <a:ext uri="{FF2B5EF4-FFF2-40B4-BE49-F238E27FC236}">
                      <a16:creationId xmlns:a16="http://schemas.microsoft.com/office/drawing/2014/main" id="{5336C33C-F4B9-0DCA-02D2-22BE34AEBD3B}"/>
                    </a:ext>
                  </a:extLst>
                </p:cNvPr>
                <p:cNvSpPr txBox="1"/>
                <p:nvPr/>
              </p:nvSpPr>
              <p:spPr>
                <a:xfrm>
                  <a:off x="10156759" y="5383649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70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9" name="Gs">
                  <a:extLst>
                    <a:ext uri="{FF2B5EF4-FFF2-40B4-BE49-F238E27FC236}">
                      <a16:creationId xmlns:a16="http://schemas.microsoft.com/office/drawing/2014/main" id="{DDC6D7DD-847A-07ED-58B2-591D58DD44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6759" y="5383649"/>
                  <a:ext cx="703715" cy="369332"/>
                </a:xfrm>
                <a:prstGeom prst="rect">
                  <a:avLst/>
                </a:prstGeom>
                <a:blipFill>
                  <a:blip r:embed="rId18"/>
                  <a:stretch>
                    <a:fillRect r="-80556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Gs">
                  <a:extLst>
                    <a:ext uri="{FF2B5EF4-FFF2-40B4-BE49-F238E27FC236}">
                      <a16:creationId xmlns:a16="http://schemas.microsoft.com/office/drawing/2014/main" id="{BFFE9465-A5F7-C079-4858-F0D91091D889}"/>
                    </a:ext>
                  </a:extLst>
                </p:cNvPr>
                <p:cNvSpPr txBox="1"/>
                <p:nvPr/>
              </p:nvSpPr>
              <p:spPr>
                <a:xfrm>
                  <a:off x="10152168" y="5860717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0" name="Gs">
                  <a:extLst>
                    <a:ext uri="{FF2B5EF4-FFF2-40B4-BE49-F238E27FC236}">
                      <a16:creationId xmlns:a16="http://schemas.microsoft.com/office/drawing/2014/main" id="{D82FD951-1A47-B9BA-5425-A22D445994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2168" y="5860717"/>
                  <a:ext cx="703715" cy="369332"/>
                </a:xfrm>
                <a:prstGeom prst="rect">
                  <a:avLst/>
                </a:prstGeom>
                <a:blipFill>
                  <a:blip r:embed="rId19"/>
                  <a:stretch>
                    <a:fillRect r="-85714" b="-687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Gs">
                  <a:extLst>
                    <a:ext uri="{FF2B5EF4-FFF2-40B4-BE49-F238E27FC236}">
                      <a16:creationId xmlns:a16="http://schemas.microsoft.com/office/drawing/2014/main" id="{6512F25F-8E7C-0422-79BB-2270974F4131}"/>
                    </a:ext>
                  </a:extLst>
                </p:cNvPr>
                <p:cNvSpPr txBox="1"/>
                <p:nvPr/>
              </p:nvSpPr>
              <p:spPr>
                <a:xfrm>
                  <a:off x="1162826" y="6139789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.1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1" name="Gs">
                  <a:extLst>
                    <a:ext uri="{FF2B5EF4-FFF2-40B4-BE49-F238E27FC236}">
                      <a16:creationId xmlns:a16="http://schemas.microsoft.com/office/drawing/2014/main" id="{9FF3F21E-3E81-E5FA-0FD2-C2B49DF001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2826" y="6139789"/>
                  <a:ext cx="703715" cy="369332"/>
                </a:xfrm>
                <a:prstGeom prst="rect">
                  <a:avLst/>
                </a:prstGeom>
                <a:blipFill>
                  <a:blip r:embed="rId20"/>
                  <a:stretch>
                    <a:fillRect r="-5556" b="-687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Gs">
                  <a:extLst>
                    <a:ext uri="{FF2B5EF4-FFF2-40B4-BE49-F238E27FC236}">
                      <a16:creationId xmlns:a16="http://schemas.microsoft.com/office/drawing/2014/main" id="{BE873A0D-0529-69F1-E3E4-06E8126DE781}"/>
                    </a:ext>
                  </a:extLst>
                </p:cNvPr>
                <p:cNvSpPr txBox="1"/>
                <p:nvPr/>
              </p:nvSpPr>
              <p:spPr>
                <a:xfrm>
                  <a:off x="4034532" y="6115013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Gs">
                  <a:extLst>
                    <a:ext uri="{FF2B5EF4-FFF2-40B4-BE49-F238E27FC236}">
                      <a16:creationId xmlns:a16="http://schemas.microsoft.com/office/drawing/2014/main" id="{38A57277-A4D4-76FC-9EC9-A226002A96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4532" y="6115013"/>
                  <a:ext cx="703715" cy="369332"/>
                </a:xfrm>
                <a:prstGeom prst="rect">
                  <a:avLst/>
                </a:prstGeom>
                <a:blipFill>
                  <a:blip r:embed="rId21"/>
                  <a:stretch>
                    <a:fillRect b="-687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Gs">
                  <a:extLst>
                    <a:ext uri="{FF2B5EF4-FFF2-40B4-BE49-F238E27FC236}">
                      <a16:creationId xmlns:a16="http://schemas.microsoft.com/office/drawing/2014/main" id="{86AC56E9-8C6E-3D58-2E79-5C9183F5DAFF}"/>
                    </a:ext>
                  </a:extLst>
                </p:cNvPr>
                <p:cNvSpPr txBox="1"/>
                <p:nvPr/>
              </p:nvSpPr>
              <p:spPr>
                <a:xfrm>
                  <a:off x="6914552" y="6129973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3" name="Gs">
                  <a:extLst>
                    <a:ext uri="{FF2B5EF4-FFF2-40B4-BE49-F238E27FC236}">
                      <a16:creationId xmlns:a16="http://schemas.microsoft.com/office/drawing/2014/main" id="{5FF2F1F9-617E-7E56-A493-164265AED5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4552" y="6129973"/>
                  <a:ext cx="703715" cy="369332"/>
                </a:xfrm>
                <a:prstGeom prst="rect">
                  <a:avLst/>
                </a:prstGeom>
                <a:blipFill>
                  <a:blip r:embed="rId22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Gs">
                  <a:extLst>
                    <a:ext uri="{FF2B5EF4-FFF2-40B4-BE49-F238E27FC236}">
                      <a16:creationId xmlns:a16="http://schemas.microsoft.com/office/drawing/2014/main" id="{3E5337AB-1A90-E0CC-9D69-6797453BA30D}"/>
                    </a:ext>
                  </a:extLst>
                </p:cNvPr>
                <p:cNvSpPr txBox="1"/>
                <p:nvPr/>
              </p:nvSpPr>
              <p:spPr>
                <a:xfrm>
                  <a:off x="9770042" y="6122327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4" name="Gs">
                  <a:extLst>
                    <a:ext uri="{FF2B5EF4-FFF2-40B4-BE49-F238E27FC236}">
                      <a16:creationId xmlns:a16="http://schemas.microsoft.com/office/drawing/2014/main" id="{BA014E11-6033-6173-B3C5-161F19234F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70042" y="6122327"/>
                  <a:ext cx="703715" cy="369332"/>
                </a:xfrm>
                <a:prstGeom prst="rect">
                  <a:avLst/>
                </a:prstGeom>
                <a:blipFill>
                  <a:blip r:embed="rId23"/>
                  <a:stretch>
                    <a:fillRect r="-25000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Gs">
                  <a:extLst>
                    <a:ext uri="{FF2B5EF4-FFF2-40B4-BE49-F238E27FC236}">
                      <a16:creationId xmlns:a16="http://schemas.microsoft.com/office/drawing/2014/main" id="{6298DAB9-918F-CE21-EF5A-F6386D4D37BC}"/>
                    </a:ext>
                  </a:extLst>
                </p:cNvPr>
                <p:cNvSpPr txBox="1"/>
                <p:nvPr/>
              </p:nvSpPr>
              <p:spPr>
                <a:xfrm>
                  <a:off x="942670" y="3890702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5" name="Gs">
                  <a:extLst>
                    <a:ext uri="{FF2B5EF4-FFF2-40B4-BE49-F238E27FC236}">
                      <a16:creationId xmlns:a16="http://schemas.microsoft.com/office/drawing/2014/main" id="{E0B6FB99-33E5-6D93-6D25-6122EF2757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2670" y="3890702"/>
                  <a:ext cx="703715" cy="369332"/>
                </a:xfrm>
                <a:prstGeom prst="rect">
                  <a:avLst/>
                </a:prstGeom>
                <a:blipFill>
                  <a:blip r:embed="rId24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Gs">
                  <a:extLst>
                    <a:ext uri="{FF2B5EF4-FFF2-40B4-BE49-F238E27FC236}">
                      <a16:creationId xmlns:a16="http://schemas.microsoft.com/office/drawing/2014/main" id="{588E875C-045F-2EC6-2643-ABEB9CC80142}"/>
                    </a:ext>
                  </a:extLst>
                </p:cNvPr>
                <p:cNvSpPr txBox="1"/>
                <p:nvPr/>
              </p:nvSpPr>
              <p:spPr>
                <a:xfrm>
                  <a:off x="838651" y="3389765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6" name="Gs">
                  <a:extLst>
                    <a:ext uri="{FF2B5EF4-FFF2-40B4-BE49-F238E27FC236}">
                      <a16:creationId xmlns:a16="http://schemas.microsoft.com/office/drawing/2014/main" id="{721F23C8-D06B-BCF1-334D-2B97986868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651" y="3389765"/>
                  <a:ext cx="703715" cy="369332"/>
                </a:xfrm>
                <a:prstGeom prst="rect">
                  <a:avLst/>
                </a:prstGeom>
                <a:blipFill>
                  <a:blip r:embed="rId25"/>
                  <a:stretch>
                    <a:fillRect b="-687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Gs">
                  <a:extLst>
                    <a:ext uri="{FF2B5EF4-FFF2-40B4-BE49-F238E27FC236}">
                      <a16:creationId xmlns:a16="http://schemas.microsoft.com/office/drawing/2014/main" id="{9A2DEE17-CBAE-9E4B-722E-1F84F06B52CC}"/>
                    </a:ext>
                  </a:extLst>
                </p:cNvPr>
                <p:cNvSpPr txBox="1"/>
                <p:nvPr/>
              </p:nvSpPr>
              <p:spPr>
                <a:xfrm>
                  <a:off x="843248" y="2892060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7" name="Gs">
                  <a:extLst>
                    <a:ext uri="{FF2B5EF4-FFF2-40B4-BE49-F238E27FC236}">
                      <a16:creationId xmlns:a16="http://schemas.microsoft.com/office/drawing/2014/main" id="{AD5FEE93-E6AE-1971-5C57-01128325C3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248" y="2892060"/>
                  <a:ext cx="703715" cy="369332"/>
                </a:xfrm>
                <a:prstGeom prst="rect">
                  <a:avLst/>
                </a:prstGeom>
                <a:blipFill>
                  <a:blip r:embed="rId26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Gs">
                  <a:extLst>
                    <a:ext uri="{FF2B5EF4-FFF2-40B4-BE49-F238E27FC236}">
                      <a16:creationId xmlns:a16="http://schemas.microsoft.com/office/drawing/2014/main" id="{F8708AD1-0905-A5E0-1679-DA14AC07E95E}"/>
                    </a:ext>
                  </a:extLst>
                </p:cNvPr>
                <p:cNvSpPr txBox="1"/>
                <p:nvPr/>
              </p:nvSpPr>
              <p:spPr>
                <a:xfrm>
                  <a:off x="847845" y="2386303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7" name="Gs">
                  <a:extLst>
                    <a:ext uri="{FF2B5EF4-FFF2-40B4-BE49-F238E27FC236}">
                      <a16:creationId xmlns:a16="http://schemas.microsoft.com/office/drawing/2014/main" id="{F8708AD1-0905-A5E0-1679-DA14AC07E9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845" y="2386303"/>
                  <a:ext cx="703715" cy="369332"/>
                </a:xfrm>
                <a:prstGeom prst="rect">
                  <a:avLst/>
                </a:prstGeom>
                <a:blipFill>
                  <a:blip r:embed="rId27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Gs">
                  <a:extLst>
                    <a:ext uri="{FF2B5EF4-FFF2-40B4-BE49-F238E27FC236}">
                      <a16:creationId xmlns:a16="http://schemas.microsoft.com/office/drawing/2014/main" id="{ABE78D0F-3623-F5E0-62D7-667F478BE80A}"/>
                    </a:ext>
                  </a:extLst>
                </p:cNvPr>
                <p:cNvSpPr txBox="1"/>
                <p:nvPr/>
              </p:nvSpPr>
              <p:spPr>
                <a:xfrm>
                  <a:off x="860906" y="1875764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9" name="Gs">
                  <a:extLst>
                    <a:ext uri="{FF2B5EF4-FFF2-40B4-BE49-F238E27FC236}">
                      <a16:creationId xmlns:a16="http://schemas.microsoft.com/office/drawing/2014/main" id="{B7329D5B-9A0E-0787-C7D4-E1E78A457E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906" y="1875764"/>
                  <a:ext cx="703715" cy="369332"/>
                </a:xfrm>
                <a:prstGeom prst="rect">
                  <a:avLst/>
                </a:prstGeom>
                <a:blipFill>
                  <a:blip r:embed="rId28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Gs">
                  <a:extLst>
                    <a:ext uri="{FF2B5EF4-FFF2-40B4-BE49-F238E27FC236}">
                      <a16:creationId xmlns:a16="http://schemas.microsoft.com/office/drawing/2014/main" id="{5F4D8751-38B2-311E-6BE7-7D6F1E51176A}"/>
                    </a:ext>
                  </a:extLst>
                </p:cNvPr>
                <p:cNvSpPr txBox="1"/>
                <p:nvPr/>
              </p:nvSpPr>
              <p:spPr>
                <a:xfrm>
                  <a:off x="626461" y="4369517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0" name="Gs">
                  <a:extLst>
                    <a:ext uri="{FF2B5EF4-FFF2-40B4-BE49-F238E27FC236}">
                      <a16:creationId xmlns:a16="http://schemas.microsoft.com/office/drawing/2014/main" id="{9DC94101-A208-99CA-28D8-1A0DEFD1E6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461" y="4369517"/>
                  <a:ext cx="703715" cy="369332"/>
                </a:xfrm>
                <a:prstGeom prst="rect">
                  <a:avLst/>
                </a:prstGeom>
                <a:blipFill>
                  <a:blip r:embed="rId29"/>
                  <a:stretch>
                    <a:fillRect r="-34286" b="-5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Gs">
                  <a:extLst>
                    <a:ext uri="{FF2B5EF4-FFF2-40B4-BE49-F238E27FC236}">
                      <a16:creationId xmlns:a16="http://schemas.microsoft.com/office/drawing/2014/main" id="{C2BF2254-7CB4-E454-3D3E-230DE5D26A7C}"/>
                    </a:ext>
                  </a:extLst>
                </p:cNvPr>
                <p:cNvSpPr txBox="1"/>
                <p:nvPr/>
              </p:nvSpPr>
              <p:spPr>
                <a:xfrm>
                  <a:off x="621046" y="4899576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1" name="Gs">
                  <a:extLst>
                    <a:ext uri="{FF2B5EF4-FFF2-40B4-BE49-F238E27FC236}">
                      <a16:creationId xmlns:a16="http://schemas.microsoft.com/office/drawing/2014/main" id="{6E03AE20-887A-78C3-6239-65043CC951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046" y="4899576"/>
                  <a:ext cx="703715" cy="369332"/>
                </a:xfrm>
                <a:prstGeom prst="rect">
                  <a:avLst/>
                </a:prstGeom>
                <a:blipFill>
                  <a:blip r:embed="rId30"/>
                  <a:stretch>
                    <a:fillRect r="-33333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Gs">
                  <a:extLst>
                    <a:ext uri="{FF2B5EF4-FFF2-40B4-BE49-F238E27FC236}">
                      <a16:creationId xmlns:a16="http://schemas.microsoft.com/office/drawing/2014/main" id="{7BD1EB3A-6140-8304-000A-0997AA73D220}"/>
                    </a:ext>
                  </a:extLst>
                </p:cNvPr>
                <p:cNvSpPr txBox="1"/>
                <p:nvPr/>
              </p:nvSpPr>
              <p:spPr>
                <a:xfrm>
                  <a:off x="621046" y="5897344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−8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2" name="Gs">
                  <a:extLst>
                    <a:ext uri="{FF2B5EF4-FFF2-40B4-BE49-F238E27FC236}">
                      <a16:creationId xmlns:a16="http://schemas.microsoft.com/office/drawing/2014/main" id="{CC0BAFAC-2A81-EB7E-EDA7-03A6AAE59F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046" y="5897344"/>
                  <a:ext cx="703715" cy="369332"/>
                </a:xfrm>
                <a:prstGeom prst="rect">
                  <a:avLst/>
                </a:prstGeom>
                <a:blipFill>
                  <a:blip r:embed="rId31"/>
                  <a:stretch>
                    <a:fillRect r="-33333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Gs">
                  <a:extLst>
                    <a:ext uri="{FF2B5EF4-FFF2-40B4-BE49-F238E27FC236}">
                      <a16:creationId xmlns:a16="http://schemas.microsoft.com/office/drawing/2014/main" id="{47F82935-4135-CFAD-CBCC-218587226949}"/>
                    </a:ext>
                  </a:extLst>
                </p:cNvPr>
                <p:cNvSpPr txBox="1"/>
                <p:nvPr/>
              </p:nvSpPr>
              <p:spPr>
                <a:xfrm>
                  <a:off x="626461" y="5411690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−6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3" name="Gs">
                  <a:extLst>
                    <a:ext uri="{FF2B5EF4-FFF2-40B4-BE49-F238E27FC236}">
                      <a16:creationId xmlns:a16="http://schemas.microsoft.com/office/drawing/2014/main" id="{3DF69D0C-B4E8-7CA0-4FE8-9D7FD1C4B0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461" y="5411690"/>
                  <a:ext cx="703715" cy="369332"/>
                </a:xfrm>
                <a:prstGeom prst="rect">
                  <a:avLst/>
                </a:prstGeom>
                <a:blipFill>
                  <a:blip r:embed="rId32"/>
                  <a:stretch>
                    <a:fillRect r="-34286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Gs">
                  <a:extLst>
                    <a:ext uri="{FF2B5EF4-FFF2-40B4-BE49-F238E27FC236}">
                      <a16:creationId xmlns:a16="http://schemas.microsoft.com/office/drawing/2014/main" id="{01634E22-BE1C-11E6-8548-2F47E73360D3}"/>
                    </a:ext>
                  </a:extLst>
                </p:cNvPr>
                <p:cNvSpPr txBox="1"/>
                <p:nvPr/>
              </p:nvSpPr>
              <p:spPr>
                <a:xfrm>
                  <a:off x="10168598" y="1007428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4" name="Gs">
                  <a:extLst>
                    <a:ext uri="{FF2B5EF4-FFF2-40B4-BE49-F238E27FC236}">
                      <a16:creationId xmlns:a16="http://schemas.microsoft.com/office/drawing/2014/main" id="{8088DA75-558D-59B1-80CF-352BDF7FBD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8598" y="1007428"/>
                  <a:ext cx="703715" cy="369332"/>
                </a:xfrm>
                <a:prstGeom prst="rect">
                  <a:avLst/>
                </a:prstGeom>
                <a:blipFill>
                  <a:blip r:embed="rId33"/>
                  <a:stretch>
                    <a:fillRect l="-2857" r="-65714" b="-10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24" name="辅助线1">
            <a:extLst>
              <a:ext uri="{FF2B5EF4-FFF2-40B4-BE49-F238E27FC236}">
                <a16:creationId xmlns:a16="http://schemas.microsoft.com/office/drawing/2014/main" id="{A4ABD6BA-A51A-54E0-51B1-ED8CFE480F01}"/>
              </a:ext>
            </a:extLst>
          </p:cNvPr>
          <p:cNvCxnSpPr>
            <a:cxnSpLocks/>
            <a:endCxn id="131" idx="3"/>
          </p:cNvCxnSpPr>
          <p:nvPr/>
        </p:nvCxnSpPr>
        <p:spPr>
          <a:xfrm flipV="1">
            <a:off x="5840036" y="3950759"/>
            <a:ext cx="1767102" cy="781903"/>
          </a:xfrm>
          <a:prstGeom prst="line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基准点1">
            <a:extLst>
              <a:ext uri="{FF2B5EF4-FFF2-40B4-BE49-F238E27FC236}">
                <a16:creationId xmlns:a16="http://schemas.microsoft.com/office/drawing/2014/main" id="{EF76F6DE-665F-054A-4445-3BFF51B2435D}"/>
              </a:ext>
            </a:extLst>
          </p:cNvPr>
          <p:cNvSpPr/>
          <p:nvPr/>
        </p:nvSpPr>
        <p:spPr>
          <a:xfrm>
            <a:off x="7589161" y="3845984"/>
            <a:ext cx="122752" cy="122752"/>
          </a:xfrm>
          <a:prstGeom prst="ellipse">
            <a:avLst/>
          </a:prstGeom>
          <a:solidFill>
            <a:srgbClr val="159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标签1">
                <a:extLst>
                  <a:ext uri="{FF2B5EF4-FFF2-40B4-BE49-F238E27FC236}">
                    <a16:creationId xmlns:a16="http://schemas.microsoft.com/office/drawing/2014/main" id="{8169F060-043B-48A7-7761-D2D0E29C194D}"/>
                  </a:ext>
                </a:extLst>
              </p:cNvPr>
              <p:cNvSpPr txBox="1"/>
              <p:nvPr/>
            </p:nvSpPr>
            <p:spPr>
              <a:xfrm>
                <a:off x="5669273" y="4057052"/>
                <a:ext cx="8897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60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1" name="标签1">
                <a:extLst>
                  <a:ext uri="{FF2B5EF4-FFF2-40B4-BE49-F238E27FC236}">
                    <a16:creationId xmlns:a16="http://schemas.microsoft.com/office/drawing/2014/main" id="{8169F060-043B-48A7-7761-D2D0E29C1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273" y="4057052"/>
                <a:ext cx="889721" cy="52322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2" name="幅频1">
            <a:extLst>
              <a:ext uri="{FF2B5EF4-FFF2-40B4-BE49-F238E27FC236}">
                <a16:creationId xmlns:a16="http://schemas.microsoft.com/office/drawing/2014/main" id="{51283C6A-2241-587B-4C2F-9117A1922263}"/>
              </a:ext>
            </a:extLst>
          </p:cNvPr>
          <p:cNvCxnSpPr>
            <a:cxnSpLocks/>
          </p:cNvCxnSpPr>
          <p:nvPr/>
        </p:nvCxnSpPr>
        <p:spPr>
          <a:xfrm flipV="1">
            <a:off x="5841505" y="4500000"/>
            <a:ext cx="523771" cy="233061"/>
          </a:xfrm>
          <a:prstGeom prst="line">
            <a:avLst/>
          </a:prstGeom>
          <a:ln w="38100">
            <a:solidFill>
              <a:srgbClr val="E4486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辅助线2">
            <a:extLst>
              <a:ext uri="{FF2B5EF4-FFF2-40B4-BE49-F238E27FC236}">
                <a16:creationId xmlns:a16="http://schemas.microsoft.com/office/drawing/2014/main" id="{E27B1548-3C01-2890-72A1-70E19F9A342A}"/>
              </a:ext>
            </a:extLst>
          </p:cNvPr>
          <p:cNvCxnSpPr>
            <a:cxnSpLocks/>
            <a:endCxn id="134" idx="2"/>
          </p:cNvCxnSpPr>
          <p:nvPr/>
        </p:nvCxnSpPr>
        <p:spPr>
          <a:xfrm flipV="1">
            <a:off x="6350450" y="3945850"/>
            <a:ext cx="1758738" cy="546211"/>
          </a:xfrm>
          <a:prstGeom prst="line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基准点2">
            <a:extLst>
              <a:ext uri="{FF2B5EF4-FFF2-40B4-BE49-F238E27FC236}">
                <a16:creationId xmlns:a16="http://schemas.microsoft.com/office/drawing/2014/main" id="{98BCAF71-6056-24F2-017C-13F97CA513BE}"/>
              </a:ext>
            </a:extLst>
          </p:cNvPr>
          <p:cNvSpPr/>
          <p:nvPr/>
        </p:nvSpPr>
        <p:spPr>
          <a:xfrm>
            <a:off x="8109188" y="3884474"/>
            <a:ext cx="122752" cy="122752"/>
          </a:xfrm>
          <a:prstGeom prst="ellipse">
            <a:avLst/>
          </a:prstGeom>
          <a:solidFill>
            <a:srgbClr val="159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标签2">
                <a:extLst>
                  <a:ext uri="{FF2B5EF4-FFF2-40B4-BE49-F238E27FC236}">
                    <a16:creationId xmlns:a16="http://schemas.microsoft.com/office/drawing/2014/main" id="{B40EB7CE-B7F7-9CB4-6EE8-73482B18A0F5}"/>
                  </a:ext>
                </a:extLst>
              </p:cNvPr>
              <p:cNvSpPr txBox="1"/>
              <p:nvPr/>
            </p:nvSpPr>
            <p:spPr>
              <a:xfrm>
                <a:off x="6439761" y="3815978"/>
                <a:ext cx="8897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40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2" name="标签2">
                <a:extLst>
                  <a:ext uri="{FF2B5EF4-FFF2-40B4-BE49-F238E27FC236}">
                    <a16:creationId xmlns:a16="http://schemas.microsoft.com/office/drawing/2014/main" id="{B40EB7CE-B7F7-9CB4-6EE8-73482B18A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9761" y="3815978"/>
                <a:ext cx="889721" cy="52322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3" name="幅频2">
            <a:extLst>
              <a:ext uri="{FF2B5EF4-FFF2-40B4-BE49-F238E27FC236}">
                <a16:creationId xmlns:a16="http://schemas.microsoft.com/office/drawing/2014/main" id="{24541024-5F57-6A8B-9F2E-7006E892FA19}"/>
              </a:ext>
            </a:extLst>
          </p:cNvPr>
          <p:cNvCxnSpPr>
            <a:cxnSpLocks/>
          </p:cNvCxnSpPr>
          <p:nvPr/>
        </p:nvCxnSpPr>
        <p:spPr>
          <a:xfrm flipV="1">
            <a:off x="6346975" y="4076527"/>
            <a:ext cx="1336210" cy="422477"/>
          </a:xfrm>
          <a:prstGeom prst="line">
            <a:avLst/>
          </a:prstGeom>
          <a:ln w="38100">
            <a:solidFill>
              <a:srgbClr val="E4486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基准点3">
            <a:extLst>
              <a:ext uri="{FF2B5EF4-FFF2-40B4-BE49-F238E27FC236}">
                <a16:creationId xmlns:a16="http://schemas.microsoft.com/office/drawing/2014/main" id="{7D5F06BA-084D-A479-23FC-3A810A91A8EA}"/>
              </a:ext>
            </a:extLst>
          </p:cNvPr>
          <p:cNvSpPr/>
          <p:nvPr/>
        </p:nvSpPr>
        <p:spPr>
          <a:xfrm>
            <a:off x="9404783" y="3751153"/>
            <a:ext cx="122752" cy="122752"/>
          </a:xfrm>
          <a:prstGeom prst="ellipse">
            <a:avLst/>
          </a:prstGeom>
          <a:solidFill>
            <a:srgbClr val="159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36" name="辅助线3">
            <a:extLst>
              <a:ext uri="{FF2B5EF4-FFF2-40B4-BE49-F238E27FC236}">
                <a16:creationId xmlns:a16="http://schemas.microsoft.com/office/drawing/2014/main" id="{406CC286-AC15-5CF1-3F69-AB910C1C3DC2}"/>
              </a:ext>
            </a:extLst>
          </p:cNvPr>
          <p:cNvCxnSpPr>
            <a:cxnSpLocks/>
            <a:endCxn id="135" idx="2"/>
          </p:cNvCxnSpPr>
          <p:nvPr/>
        </p:nvCxnSpPr>
        <p:spPr>
          <a:xfrm flipV="1">
            <a:off x="7666651" y="3812529"/>
            <a:ext cx="1738132" cy="260526"/>
          </a:xfrm>
          <a:prstGeom prst="line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标签3">
                <a:extLst>
                  <a:ext uri="{FF2B5EF4-FFF2-40B4-BE49-F238E27FC236}">
                    <a16:creationId xmlns:a16="http://schemas.microsoft.com/office/drawing/2014/main" id="{FD917255-A18E-9815-BA07-53795322A510}"/>
                  </a:ext>
                </a:extLst>
              </p:cNvPr>
              <p:cNvSpPr txBox="1"/>
              <p:nvPr/>
            </p:nvSpPr>
            <p:spPr>
              <a:xfrm>
                <a:off x="8173302" y="3384779"/>
                <a:ext cx="8897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20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3" name="标签3">
                <a:extLst>
                  <a:ext uri="{FF2B5EF4-FFF2-40B4-BE49-F238E27FC236}">
                    <a16:creationId xmlns:a16="http://schemas.microsoft.com/office/drawing/2014/main" id="{FD917255-A18E-9815-BA07-53795322A5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3302" y="3384779"/>
                <a:ext cx="889721" cy="52322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7" name="幅频3">
            <a:extLst>
              <a:ext uri="{FF2B5EF4-FFF2-40B4-BE49-F238E27FC236}">
                <a16:creationId xmlns:a16="http://schemas.microsoft.com/office/drawing/2014/main" id="{82444431-F76C-5A42-E7F0-367A5628A00E}"/>
              </a:ext>
            </a:extLst>
          </p:cNvPr>
          <p:cNvCxnSpPr>
            <a:cxnSpLocks/>
          </p:cNvCxnSpPr>
          <p:nvPr/>
        </p:nvCxnSpPr>
        <p:spPr>
          <a:xfrm flipV="1">
            <a:off x="7662776" y="3873902"/>
            <a:ext cx="1327767" cy="208110"/>
          </a:xfrm>
          <a:prstGeom prst="line">
            <a:avLst/>
          </a:prstGeom>
          <a:ln w="38100">
            <a:solidFill>
              <a:srgbClr val="E4486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幅频4">
            <a:extLst>
              <a:ext uri="{FF2B5EF4-FFF2-40B4-BE49-F238E27FC236}">
                <a16:creationId xmlns:a16="http://schemas.microsoft.com/office/drawing/2014/main" id="{5C1E48C0-271F-4659-3A57-A6EE8CAD46B4}"/>
              </a:ext>
            </a:extLst>
          </p:cNvPr>
          <p:cNvCxnSpPr>
            <a:cxnSpLocks/>
          </p:cNvCxnSpPr>
          <p:nvPr/>
        </p:nvCxnSpPr>
        <p:spPr>
          <a:xfrm>
            <a:off x="8975435" y="3884194"/>
            <a:ext cx="2283733" cy="8242"/>
          </a:xfrm>
          <a:prstGeom prst="line">
            <a:avLst/>
          </a:prstGeom>
          <a:ln w="38100">
            <a:solidFill>
              <a:srgbClr val="E4486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相频响应">
            <a:extLst>
              <a:ext uri="{FF2B5EF4-FFF2-40B4-BE49-F238E27FC236}">
                <a16:creationId xmlns:a16="http://schemas.microsoft.com/office/drawing/2014/main" id="{0150CA9D-9665-E6C6-9087-2EA432388944}"/>
              </a:ext>
            </a:extLst>
          </p:cNvPr>
          <p:cNvSpPr/>
          <p:nvPr/>
        </p:nvSpPr>
        <p:spPr>
          <a:xfrm flipV="1">
            <a:off x="5858218" y="3118299"/>
            <a:ext cx="5387404" cy="749305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107941"/>
              <a:gd name="connsiteY0" fmla="*/ 4453 h 15356"/>
              <a:gd name="connsiteX1" fmla="*/ 3107941 w 3107941"/>
              <a:gd name="connsiteY1" fmla="*/ 15356 h 15356"/>
              <a:gd name="connsiteX0" fmla="*/ 0 w 3107941"/>
              <a:gd name="connsiteY0" fmla="*/ 301651 h 312554"/>
              <a:gd name="connsiteX1" fmla="*/ 3107941 w 3107941"/>
              <a:gd name="connsiteY1" fmla="*/ 312554 h 312554"/>
              <a:gd name="connsiteX0" fmla="*/ 0 w 3338740"/>
              <a:gd name="connsiteY0" fmla="*/ 301651 h 321067"/>
              <a:gd name="connsiteX1" fmla="*/ 3107941 w 3338740"/>
              <a:gd name="connsiteY1" fmla="*/ 312554 h 321067"/>
              <a:gd name="connsiteX2" fmla="*/ 3109963 w 3338740"/>
              <a:gd name="connsiteY2" fmla="*/ 321067 h 321067"/>
              <a:gd name="connsiteX0" fmla="*/ 0 w 3306885"/>
              <a:gd name="connsiteY0" fmla="*/ 301651 h 312594"/>
              <a:gd name="connsiteX1" fmla="*/ 3107941 w 3306885"/>
              <a:gd name="connsiteY1" fmla="*/ 312554 h 312594"/>
              <a:gd name="connsiteX2" fmla="*/ 2968339 w 3306885"/>
              <a:gd name="connsiteY2" fmla="*/ 126823 h 312594"/>
              <a:gd name="connsiteX0" fmla="*/ 544316 w 3512655"/>
              <a:gd name="connsiteY0" fmla="*/ 523152 h 523153"/>
              <a:gd name="connsiteX1" fmla="*/ 1854717 w 3512655"/>
              <a:gd name="connsiteY1" fmla="*/ 252401 h 523153"/>
              <a:gd name="connsiteX2" fmla="*/ 3512655 w 3512655"/>
              <a:gd name="connsiteY2" fmla="*/ 348324 h 523153"/>
              <a:gd name="connsiteX0" fmla="*/ 544316 w 3643385"/>
              <a:gd name="connsiteY0" fmla="*/ 523152 h 542568"/>
              <a:gd name="connsiteX1" fmla="*/ 1854717 w 3643385"/>
              <a:gd name="connsiteY1" fmla="*/ 252401 h 542568"/>
              <a:gd name="connsiteX2" fmla="*/ 3643385 w 3643385"/>
              <a:gd name="connsiteY2" fmla="*/ 542568 h 542568"/>
              <a:gd name="connsiteX0" fmla="*/ 0 w 3099069"/>
              <a:gd name="connsiteY0" fmla="*/ 284005 h 303421"/>
              <a:gd name="connsiteX1" fmla="*/ 1310401 w 3099069"/>
              <a:gd name="connsiteY1" fmla="*/ 13254 h 303421"/>
              <a:gd name="connsiteX2" fmla="*/ 3099069 w 3099069"/>
              <a:gd name="connsiteY2" fmla="*/ 303421 h 303421"/>
              <a:gd name="connsiteX0" fmla="*/ 0 w 3099069"/>
              <a:gd name="connsiteY0" fmla="*/ 270751 h 290167"/>
              <a:gd name="connsiteX1" fmla="*/ 1310401 w 3099069"/>
              <a:gd name="connsiteY1" fmla="*/ 0 h 290167"/>
              <a:gd name="connsiteX2" fmla="*/ 3099069 w 3099069"/>
              <a:gd name="connsiteY2" fmla="*/ 290167 h 290167"/>
              <a:gd name="connsiteX0" fmla="*/ 0 w 3099069"/>
              <a:gd name="connsiteY0" fmla="*/ 309600 h 329016"/>
              <a:gd name="connsiteX1" fmla="*/ 616805 w 3099069"/>
              <a:gd name="connsiteY1" fmla="*/ 0 h 329016"/>
              <a:gd name="connsiteX2" fmla="*/ 3099069 w 3099069"/>
              <a:gd name="connsiteY2" fmla="*/ 329016 h 329016"/>
              <a:gd name="connsiteX0" fmla="*/ 0 w 3099069"/>
              <a:gd name="connsiteY0" fmla="*/ 309600 h 334934"/>
              <a:gd name="connsiteX1" fmla="*/ 616805 w 3099069"/>
              <a:gd name="connsiteY1" fmla="*/ 0 h 334934"/>
              <a:gd name="connsiteX2" fmla="*/ 3099069 w 3099069"/>
              <a:gd name="connsiteY2" fmla="*/ 329016 h 334934"/>
              <a:gd name="connsiteX0" fmla="*/ 0 w 3062755"/>
              <a:gd name="connsiteY0" fmla="*/ 309600 h 309606"/>
              <a:gd name="connsiteX1" fmla="*/ 616805 w 3062755"/>
              <a:gd name="connsiteY1" fmla="*/ 0 h 309606"/>
              <a:gd name="connsiteX2" fmla="*/ 3062755 w 3062755"/>
              <a:gd name="connsiteY2" fmla="*/ 154196 h 309606"/>
              <a:gd name="connsiteX0" fmla="*/ 0 w 3102700"/>
              <a:gd name="connsiteY0" fmla="*/ 309600 h 327278"/>
              <a:gd name="connsiteX1" fmla="*/ 616805 w 3102700"/>
              <a:gd name="connsiteY1" fmla="*/ 0 h 327278"/>
              <a:gd name="connsiteX2" fmla="*/ 3102700 w 3102700"/>
              <a:gd name="connsiteY2" fmla="*/ 319304 h 327278"/>
              <a:gd name="connsiteX0" fmla="*/ 0 w 3102700"/>
              <a:gd name="connsiteY0" fmla="*/ 309600 h 319303"/>
              <a:gd name="connsiteX1" fmla="*/ 616805 w 3102700"/>
              <a:gd name="connsiteY1" fmla="*/ 0 h 319303"/>
              <a:gd name="connsiteX2" fmla="*/ 3102700 w 3102700"/>
              <a:gd name="connsiteY2" fmla="*/ 319304 h 319303"/>
              <a:gd name="connsiteX0" fmla="*/ 0 w 3102700"/>
              <a:gd name="connsiteY0" fmla="*/ 309600 h 319305"/>
              <a:gd name="connsiteX1" fmla="*/ 616805 w 3102700"/>
              <a:gd name="connsiteY1" fmla="*/ 0 h 319305"/>
              <a:gd name="connsiteX2" fmla="*/ 3102700 w 3102700"/>
              <a:gd name="connsiteY2" fmla="*/ 319304 h 319305"/>
              <a:gd name="connsiteX0" fmla="*/ 0 w 3102700"/>
              <a:gd name="connsiteY0" fmla="*/ 173629 h 183332"/>
              <a:gd name="connsiteX1" fmla="*/ 754798 w 3102700"/>
              <a:gd name="connsiteY1" fmla="*/ 0 h 183332"/>
              <a:gd name="connsiteX2" fmla="*/ 3102700 w 3102700"/>
              <a:gd name="connsiteY2" fmla="*/ 183333 h 183332"/>
              <a:gd name="connsiteX0" fmla="*/ 0 w 3102700"/>
              <a:gd name="connsiteY0" fmla="*/ 297176 h 306881"/>
              <a:gd name="connsiteX1" fmla="*/ 754798 w 3102700"/>
              <a:gd name="connsiteY1" fmla="*/ 123547 h 306881"/>
              <a:gd name="connsiteX2" fmla="*/ 3102700 w 3102700"/>
              <a:gd name="connsiteY2" fmla="*/ 306880 h 306881"/>
              <a:gd name="connsiteX0" fmla="*/ 0 w 3102700"/>
              <a:gd name="connsiteY0" fmla="*/ 297178 h 365393"/>
              <a:gd name="connsiteX1" fmla="*/ 754798 w 3102700"/>
              <a:gd name="connsiteY1" fmla="*/ 123549 h 365393"/>
              <a:gd name="connsiteX2" fmla="*/ 3102700 w 3102700"/>
              <a:gd name="connsiteY2" fmla="*/ 306882 h 365393"/>
              <a:gd name="connsiteX0" fmla="*/ 0 w 3102700"/>
              <a:gd name="connsiteY0" fmla="*/ 297178 h 306882"/>
              <a:gd name="connsiteX1" fmla="*/ 754798 w 3102700"/>
              <a:gd name="connsiteY1" fmla="*/ 123549 h 306882"/>
              <a:gd name="connsiteX2" fmla="*/ 3102700 w 3102700"/>
              <a:gd name="connsiteY2" fmla="*/ 306882 h 306882"/>
              <a:gd name="connsiteX0" fmla="*/ 0 w 3091806"/>
              <a:gd name="connsiteY0" fmla="*/ 776990 h 776992"/>
              <a:gd name="connsiteX1" fmla="*/ 754798 w 3091806"/>
              <a:gd name="connsiteY1" fmla="*/ 603361 h 776992"/>
              <a:gd name="connsiteX2" fmla="*/ 3091806 w 3091806"/>
              <a:gd name="connsiteY2" fmla="*/ 3 h 776992"/>
              <a:gd name="connsiteX0" fmla="*/ 0 w 3091806"/>
              <a:gd name="connsiteY0" fmla="*/ 776993 h 776994"/>
              <a:gd name="connsiteX1" fmla="*/ 762061 w 3091806"/>
              <a:gd name="connsiteY1" fmla="*/ 195450 h 776994"/>
              <a:gd name="connsiteX2" fmla="*/ 3091806 w 3091806"/>
              <a:gd name="connsiteY2" fmla="*/ 6 h 776994"/>
              <a:gd name="connsiteX0" fmla="*/ 0 w 3091806"/>
              <a:gd name="connsiteY0" fmla="*/ 777050 h 777051"/>
              <a:gd name="connsiteX1" fmla="*/ 762061 w 3091806"/>
              <a:gd name="connsiteY1" fmla="*/ 195507 h 777051"/>
              <a:gd name="connsiteX2" fmla="*/ 3091806 w 3091806"/>
              <a:gd name="connsiteY2" fmla="*/ 63 h 777051"/>
              <a:gd name="connsiteX0" fmla="*/ 0 w 3091806"/>
              <a:gd name="connsiteY0" fmla="*/ 777050 h 777053"/>
              <a:gd name="connsiteX1" fmla="*/ 762061 w 3091806"/>
              <a:gd name="connsiteY1" fmla="*/ 195507 h 777053"/>
              <a:gd name="connsiteX2" fmla="*/ 3091806 w 3091806"/>
              <a:gd name="connsiteY2" fmla="*/ 63 h 777053"/>
              <a:gd name="connsiteX0" fmla="*/ 0 w 3091806"/>
              <a:gd name="connsiteY0" fmla="*/ 783267 h 783269"/>
              <a:gd name="connsiteX1" fmla="*/ 798375 w 3091806"/>
              <a:gd name="connsiteY1" fmla="*/ 124026 h 783269"/>
              <a:gd name="connsiteX2" fmla="*/ 3091806 w 3091806"/>
              <a:gd name="connsiteY2" fmla="*/ 6280 h 783269"/>
              <a:gd name="connsiteX0" fmla="*/ 0 w 3091806"/>
              <a:gd name="connsiteY0" fmla="*/ 780834 h 780836"/>
              <a:gd name="connsiteX1" fmla="*/ 1008996 w 3091806"/>
              <a:gd name="connsiteY1" fmla="*/ 131305 h 780836"/>
              <a:gd name="connsiteX2" fmla="*/ 3091806 w 3091806"/>
              <a:gd name="connsiteY2" fmla="*/ 3847 h 780836"/>
              <a:gd name="connsiteX0" fmla="*/ 0 w 3091806"/>
              <a:gd name="connsiteY0" fmla="*/ 777029 h 777031"/>
              <a:gd name="connsiteX1" fmla="*/ 1008996 w 3091806"/>
              <a:gd name="connsiteY1" fmla="*/ 127500 h 777031"/>
              <a:gd name="connsiteX2" fmla="*/ 3091806 w 3091806"/>
              <a:gd name="connsiteY2" fmla="*/ 42 h 777031"/>
              <a:gd name="connsiteX0" fmla="*/ 0 w 3091806"/>
              <a:gd name="connsiteY0" fmla="*/ 777029 h 777031"/>
              <a:gd name="connsiteX1" fmla="*/ 1008996 w 3091806"/>
              <a:gd name="connsiteY1" fmla="*/ 127500 h 777031"/>
              <a:gd name="connsiteX2" fmla="*/ 3091806 w 3091806"/>
              <a:gd name="connsiteY2" fmla="*/ 42 h 777031"/>
              <a:gd name="connsiteX0" fmla="*/ 0 w 3091806"/>
              <a:gd name="connsiteY0" fmla="*/ 777029 h 777031"/>
              <a:gd name="connsiteX1" fmla="*/ 1008996 w 3091806"/>
              <a:gd name="connsiteY1" fmla="*/ 127500 h 777031"/>
              <a:gd name="connsiteX2" fmla="*/ 3091806 w 3091806"/>
              <a:gd name="connsiteY2" fmla="*/ 42 h 777031"/>
              <a:gd name="connsiteX0" fmla="*/ 0 w 3091806"/>
              <a:gd name="connsiteY0" fmla="*/ 777023 h 777025"/>
              <a:gd name="connsiteX1" fmla="*/ 1008996 w 3091806"/>
              <a:gd name="connsiteY1" fmla="*/ 127494 h 777025"/>
              <a:gd name="connsiteX2" fmla="*/ 3091806 w 3091806"/>
              <a:gd name="connsiteY2" fmla="*/ 36 h 777025"/>
              <a:gd name="connsiteX0" fmla="*/ 0 w 3091806"/>
              <a:gd name="connsiteY0" fmla="*/ 777023 h 777023"/>
              <a:gd name="connsiteX1" fmla="*/ 1008996 w 3091806"/>
              <a:gd name="connsiteY1" fmla="*/ 127494 h 777023"/>
              <a:gd name="connsiteX2" fmla="*/ 3091806 w 3091806"/>
              <a:gd name="connsiteY2" fmla="*/ 36 h 777023"/>
              <a:gd name="connsiteX0" fmla="*/ 0 w 3091806"/>
              <a:gd name="connsiteY0" fmla="*/ 777116 h 777116"/>
              <a:gd name="connsiteX1" fmla="*/ 1034416 w 3091806"/>
              <a:gd name="connsiteY1" fmla="*/ 79025 h 777116"/>
              <a:gd name="connsiteX2" fmla="*/ 3091806 w 3091806"/>
              <a:gd name="connsiteY2" fmla="*/ 129 h 777116"/>
              <a:gd name="connsiteX0" fmla="*/ 0 w 3091806"/>
              <a:gd name="connsiteY0" fmla="*/ 776988 h 776988"/>
              <a:gd name="connsiteX1" fmla="*/ 1034416 w 3091806"/>
              <a:gd name="connsiteY1" fmla="*/ 78897 h 776988"/>
              <a:gd name="connsiteX2" fmla="*/ 3091806 w 3091806"/>
              <a:gd name="connsiteY2" fmla="*/ 1 h 776988"/>
              <a:gd name="connsiteX0" fmla="*/ 0 w 3091806"/>
              <a:gd name="connsiteY0" fmla="*/ 776986 h 776986"/>
              <a:gd name="connsiteX1" fmla="*/ 1038048 w 3091806"/>
              <a:gd name="connsiteY1" fmla="*/ 146881 h 776986"/>
              <a:gd name="connsiteX2" fmla="*/ 3091806 w 3091806"/>
              <a:gd name="connsiteY2" fmla="*/ -1 h 776986"/>
              <a:gd name="connsiteX0" fmla="*/ 0 w 3091806"/>
              <a:gd name="connsiteY0" fmla="*/ 776988 h 776988"/>
              <a:gd name="connsiteX1" fmla="*/ 1038048 w 3091806"/>
              <a:gd name="connsiteY1" fmla="*/ 146883 h 776988"/>
              <a:gd name="connsiteX2" fmla="*/ 3091806 w 3091806"/>
              <a:gd name="connsiteY2" fmla="*/ 1 h 776988"/>
              <a:gd name="connsiteX0" fmla="*/ 0 w 3091806"/>
              <a:gd name="connsiteY0" fmla="*/ 776986 h 776986"/>
              <a:gd name="connsiteX1" fmla="*/ 1038048 w 3091806"/>
              <a:gd name="connsiteY1" fmla="*/ 146881 h 776986"/>
              <a:gd name="connsiteX2" fmla="*/ 3091806 w 3091806"/>
              <a:gd name="connsiteY2" fmla="*/ -1 h 776986"/>
              <a:gd name="connsiteX0" fmla="*/ 0 w 3080912"/>
              <a:gd name="connsiteY0" fmla="*/ 1146053 h 1146053"/>
              <a:gd name="connsiteX1" fmla="*/ 1038048 w 3080912"/>
              <a:gd name="connsiteY1" fmla="*/ 515948 h 1146053"/>
              <a:gd name="connsiteX2" fmla="*/ 3080912 w 3080912"/>
              <a:gd name="connsiteY2" fmla="*/ 0 h 1146053"/>
              <a:gd name="connsiteX0" fmla="*/ 0 w 3080912"/>
              <a:gd name="connsiteY0" fmla="*/ 1146053 h 1146053"/>
              <a:gd name="connsiteX1" fmla="*/ 1107045 w 3080912"/>
              <a:gd name="connsiteY1" fmla="*/ 331416 h 1146053"/>
              <a:gd name="connsiteX2" fmla="*/ 3080912 w 3080912"/>
              <a:gd name="connsiteY2" fmla="*/ 0 h 1146053"/>
              <a:gd name="connsiteX0" fmla="*/ 0 w 3080912"/>
              <a:gd name="connsiteY0" fmla="*/ 1146053 h 1146053"/>
              <a:gd name="connsiteX1" fmla="*/ 1107045 w 3080912"/>
              <a:gd name="connsiteY1" fmla="*/ 331416 h 1146053"/>
              <a:gd name="connsiteX2" fmla="*/ 3080912 w 3080912"/>
              <a:gd name="connsiteY2" fmla="*/ 0 h 1146053"/>
              <a:gd name="connsiteX0" fmla="*/ 0 w 3080912"/>
              <a:gd name="connsiteY0" fmla="*/ 1146053 h 1146053"/>
              <a:gd name="connsiteX1" fmla="*/ 1321298 w 3080912"/>
              <a:gd name="connsiteY1" fmla="*/ 389689 h 1146053"/>
              <a:gd name="connsiteX2" fmla="*/ 3080912 w 3080912"/>
              <a:gd name="connsiteY2" fmla="*/ 0 h 1146053"/>
              <a:gd name="connsiteX0" fmla="*/ 0 w 3080912"/>
              <a:gd name="connsiteY0" fmla="*/ 1146053 h 1146053"/>
              <a:gd name="connsiteX1" fmla="*/ 1321298 w 3080912"/>
              <a:gd name="connsiteY1" fmla="*/ 389689 h 1146053"/>
              <a:gd name="connsiteX2" fmla="*/ 3080912 w 3080912"/>
              <a:gd name="connsiteY2" fmla="*/ 0 h 1146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80912" h="1146053">
                <a:moveTo>
                  <a:pt x="0" y="1146053"/>
                </a:moveTo>
                <a:cubicBezTo>
                  <a:pt x="528662" y="1098931"/>
                  <a:pt x="1043940" y="537090"/>
                  <a:pt x="1321298" y="389689"/>
                </a:cubicBezTo>
                <a:cubicBezTo>
                  <a:pt x="1450281" y="263029"/>
                  <a:pt x="2396326" y="48961"/>
                  <a:pt x="3080912" y="0"/>
                </a:cubicBezTo>
              </a:path>
            </a:pathLst>
          </a:custGeom>
          <a:noFill/>
          <a:ln w="38100">
            <a:solidFill>
              <a:srgbClr val="159F84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976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 tmFilter="0, 0; .2, .5; .8, .5; 1, 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250" autoRev="1" fill="hold"/>
                                        <p:tgtEl>
                                          <p:spTgt spid="1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 tmFilter="0, 0; .2, .5; .8, .5; 1, 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0" dur="250" autoRev="1" fill="hold"/>
                                        <p:tgtEl>
                                          <p:spTgt spid="1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 tmFilter="0, 0; .2, .5; .8, .5; 1, 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2" dur="250" autoRev="1" fill="hold"/>
                                        <p:tgtEl>
                                          <p:spTgt spid="13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/>
      <p:bldP spid="102" grpId="0"/>
      <p:bldP spid="99" grpId="0"/>
      <p:bldP spid="45" grpId="0"/>
      <p:bldP spid="92" grpId="0"/>
      <p:bldP spid="27" grpId="1" animBg="1"/>
      <p:bldP spid="131" grpId="0" animBg="1"/>
      <p:bldP spid="131" grpId="1" animBg="1"/>
      <p:bldP spid="141" grpId="0"/>
      <p:bldP spid="134" grpId="0" animBg="1"/>
      <p:bldP spid="134" grpId="1" animBg="1"/>
      <p:bldP spid="142" grpId="0"/>
      <p:bldP spid="135" grpId="0" animBg="1"/>
      <p:bldP spid="135" grpId="1" animBg="1"/>
      <p:bldP spid="143" grpId="0"/>
      <p:bldP spid="14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3" name="结果1">
                <a:extLst>
                  <a:ext uri="{FF2B5EF4-FFF2-40B4-BE49-F238E27FC236}">
                    <a16:creationId xmlns:a16="http://schemas.microsoft.com/office/drawing/2014/main" id="{29DE74F0-24F5-ACC5-A0C9-0608FB18DF88}"/>
                  </a:ext>
                </a:extLst>
              </p:cNvPr>
              <p:cNvSpPr txBox="1"/>
              <p:nvPr/>
            </p:nvSpPr>
            <p:spPr>
              <a:xfrm>
                <a:off x="7352481" y="871597"/>
                <a:ext cx="4378409" cy="11808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𝐺</m:t>
                    </m:r>
                    <m:d>
                      <m:d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</m:e>
                    </m:d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f>
                          <m:f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8</m:t>
                            </m:r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×0.1</m:t>
                            </m:r>
                          </m:num>
                          <m:den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25</m:t>
                            </m:r>
                          </m:den>
                        </m:f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(</m:t>
                        </m:r>
                        <m:box>
                          <m:box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𝑠</m:t>
                                </m:r>
                              </m:num>
                              <m:den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0.</m:t>
                                </m:r>
                                <m: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1</m:t>
                                </m:r>
                              </m:den>
                            </m:f>
                          </m:e>
                        </m:box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+1)</m:t>
                        </m:r>
                      </m:num>
                      <m:den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d>
                          <m:d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+</m:t>
                            </m:r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𝑠</m:t>
                            </m:r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+1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kumimoji="1" lang="en-US" altLang="zh-CN" sz="2800" i="1">
                                            <a:latin typeface="Cambria Math" panose="02040503050406030204" pitchFamily="18" charset="0"/>
                                            <a:ea typeface="Microsoft YaHei" panose="020B0503020204020204" pitchFamily="34" charset="-122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1" lang="en-US" altLang="zh-CN" sz="2800" i="1">
                                            <a:latin typeface="Cambria Math" panose="02040503050406030204" pitchFamily="18" charset="0"/>
                                            <a:ea typeface="Microsoft YaHei" panose="020B0503020204020204" pitchFamily="34" charset="-122"/>
                                          </a:rPr>
                                          <m:t>𝑠</m:t>
                                        </m:r>
                                      </m:num>
                                      <m:den>
                                        <m:r>
                                          <a:rPr kumimoji="1" lang="en-US" altLang="zh-CN" sz="2800" b="0" i="1" smtClean="0">
                                            <a:latin typeface="Cambria Math" panose="02040503050406030204" pitchFamily="18" charset="0"/>
                                            <a:ea typeface="Microsoft YaHei" panose="020B0503020204020204" pitchFamily="34" charset="-122"/>
                                          </a:rPr>
                                          <m:t>5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+</m:t>
                            </m:r>
                            <m:f>
                              <m:fPr>
                                <m:ctrlP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5</m:t>
                                </m:r>
                              </m:den>
                            </m:f>
                            <m:r>
                              <a:rPr kumimoji="1" lang="en-US" altLang="zh-CN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f>
                              <m:fPr>
                                <m:ctrlP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𝑠</m:t>
                                </m:r>
                              </m:num>
                              <m:den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5</m:t>
                                </m:r>
                              </m:den>
                            </m:f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+1</m:t>
                            </m:r>
                          </m:e>
                        </m:d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93" name="结果1">
                <a:extLst>
                  <a:ext uri="{FF2B5EF4-FFF2-40B4-BE49-F238E27FC236}">
                    <a16:creationId xmlns:a16="http://schemas.microsoft.com/office/drawing/2014/main" id="{29DE74F0-24F5-ACC5-A0C9-0608FB18DF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2481" y="871597"/>
                <a:ext cx="4378409" cy="1180836"/>
              </a:xfrm>
              <a:prstGeom prst="rect">
                <a:avLst/>
              </a:prstGeom>
              <a:blipFill>
                <a:blip r:embed="rId3"/>
                <a:stretch>
                  <a:fillRect l="-5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" name="箭头1">
            <a:extLst>
              <a:ext uri="{FF2B5EF4-FFF2-40B4-BE49-F238E27FC236}">
                <a16:creationId xmlns:a16="http://schemas.microsoft.com/office/drawing/2014/main" id="{A472A69C-3559-8976-99AA-8F46E285D6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461635" flipH="1">
            <a:off x="5596297" y="1279288"/>
            <a:ext cx="1573799" cy="1874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结果2">
                <a:extLst>
                  <a:ext uri="{FF2B5EF4-FFF2-40B4-BE49-F238E27FC236}">
                    <a16:creationId xmlns:a16="http://schemas.microsoft.com/office/drawing/2014/main" id="{D23AAEA1-CCC9-2450-5928-02249B4510DD}"/>
                  </a:ext>
                </a:extLst>
              </p:cNvPr>
              <p:cNvSpPr txBox="1"/>
              <p:nvPr/>
            </p:nvSpPr>
            <p:spPr>
              <a:xfrm>
                <a:off x="247960" y="2540862"/>
                <a:ext cx="3817651" cy="16878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1" lang="en-US" altLang="zh-CN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1" lang="en-US" altLang="zh-CN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0</m:t>
                                    </m:r>
                                    <m:r>
                                      <a:rPr kumimoji="1" lang="en-US" altLang="zh-CN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.1</m:t>
                                    </m:r>
                                  </m:e>
                                  <m:e>
                                    <m:r>
                                      <a:rPr kumimoji="1" lang="en-US" altLang="zh-CN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+20→</m:t>
                                    </m:r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一阶微分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1" lang="en-US" altLang="zh-CN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1" lang="en-US" altLang="zh-CN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kumimoji="1" lang="zh-CN" alt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 </m:t>
                                    </m:r>
                                    <m:r>
                                      <a:rPr kumimoji="1" lang="zh-CN" alt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   </m:t>
                                    </m:r>
                                  </m:e>
                                  <m:e>
                                    <m:r>
                                      <a:rPr kumimoji="1" lang="en-US" altLang="zh-CN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−40→</m:t>
                                    </m:r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振荡环节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1" lang="en-US" altLang="zh-CN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1" lang="en-US" altLang="zh-CN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5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kumimoji="1" lang="zh-CN" alt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 </m:t>
                                    </m:r>
                                    <m:r>
                                      <a:rPr kumimoji="1" lang="zh-CN" alt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   </m:t>
                                    </m:r>
                                  </m:e>
                                  <m:e>
                                    <m:r>
                                      <a:rPr kumimoji="1" lang="en-US" altLang="zh-CN" sz="2800" i="1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−40→</m:t>
                                    </m:r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振荡环节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2" name="结果2">
                <a:extLst>
                  <a:ext uri="{FF2B5EF4-FFF2-40B4-BE49-F238E27FC236}">
                    <a16:creationId xmlns:a16="http://schemas.microsoft.com/office/drawing/2014/main" id="{D23AAEA1-CCC9-2450-5928-02249B451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960" y="2540862"/>
                <a:ext cx="3817651" cy="1687834"/>
              </a:xfrm>
              <a:prstGeom prst="rect">
                <a:avLst/>
              </a:prstGeom>
              <a:blipFill>
                <a:blip r:embed="rId5"/>
                <a:stretch>
                  <a:fillRect l="-77152" t="-218657" r="-2980" b="-3089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结果3">
                <a:extLst>
                  <a:ext uri="{FF2B5EF4-FFF2-40B4-BE49-F238E27FC236}">
                    <a16:creationId xmlns:a16="http://schemas.microsoft.com/office/drawing/2014/main" id="{609070B0-FDB4-72AA-8FE1-CA1315A974E8}"/>
                  </a:ext>
                </a:extLst>
              </p:cNvPr>
              <p:cNvSpPr txBox="1"/>
              <p:nvPr/>
            </p:nvSpPr>
            <p:spPr>
              <a:xfrm>
                <a:off x="223914" y="4874492"/>
                <a:ext cx="5185098" cy="12114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eqArrPr>
                            <m:e>
                              <m:r>
                                <m:rPr>
                                  <m:nor/>
                                </m:rPr>
                                <a:rPr kumimoji="1" lang="zh-CN" altLang="en-US" sz="2800" dirty="0">
                                  <a:solidFill>
                                    <a:schemeClr val="tx1"/>
                                  </a:solidFill>
                                </a:rPr>
                                <m:t>基准点</m:t>
                              </m:r>
                              <m:d>
                                <m:dPr>
                                  <m:ctrlPr>
                                    <a:rPr kumimoji="1" lang="en-US" altLang="zh-CN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kumimoji="1" lang="en-US" altLang="zh-CN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=1,20</m:t>
                                  </m:r>
                                  <m:func>
                                    <m:funcPr>
                                      <m:ctrlPr>
                                        <a:rPr kumimoji="1" lang="zh-CN" altLang="en-US" sz="28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zh-CN" sz="2800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lg</m:t>
                                      </m:r>
                                    </m:fName>
                                    <m:e>
                                      <m:r>
                                        <a:rPr kumimoji="1" lang="en-US" altLang="zh-CN" sz="28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0.032</m:t>
                                      </m:r>
                                    </m:e>
                                  </m:func>
                                  <m:r>
                                    <a:rPr kumimoji="1" lang="en-US" altLang="zh-CN" sz="2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=−30</m:t>
                                  </m:r>
                                  <m:r>
                                    <a:rPr kumimoji="1" lang="zh-CN" altLang="en-US" sz="2800" b="0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 b="0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dB</m:t>
                                  </m:r>
                                </m:e>
                              </m:d>
                              <m:r>
                                <a:rPr kumimoji="1" lang="zh-CN" altLang="en-US" sz="2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kumimoji="1" lang="zh-CN" altLang="en-US" sz="2800" dirty="0">
                                  <a:solidFill>
                                    <a:schemeClr val="tx1"/>
                                  </a:solidFill>
                                </a:rPr>
                                <m:t>斜率</m:t>
                              </m:r>
                              <m:r>
                                <a:rPr kumimoji="1"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−20</m:t>
                              </m:r>
                              <m:r>
                                <a:rPr kumimoji="1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kumimoji="1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=−20</m:t>
                              </m:r>
                              <m:f>
                                <m:fPr>
                                  <m:type m:val="lin"/>
                                  <m:ctrlPr>
                                    <a:rPr kumimoji="1"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dB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dec</m:t>
                                  </m:r>
                                </m:den>
                              </m:f>
                              <m:r>
                                <a:rPr kumimoji="1" lang="zh-CN" alt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9" name="结果3">
                <a:extLst>
                  <a:ext uri="{FF2B5EF4-FFF2-40B4-BE49-F238E27FC236}">
                    <a16:creationId xmlns:a16="http://schemas.microsoft.com/office/drawing/2014/main" id="{609070B0-FDB4-72AA-8FE1-CA1315A97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914" y="4874492"/>
                <a:ext cx="5185098" cy="1211422"/>
              </a:xfrm>
              <a:prstGeom prst="rect">
                <a:avLst/>
              </a:prstGeom>
              <a:blipFill>
                <a:blip r:embed="rId6"/>
                <a:stretch>
                  <a:fillRect l="-38875" t="-208333" r="-17848" b="-2979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5264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绘制对数频率特性</a:t>
            </a:r>
            <a:r>
              <a:rPr lang="zh-CN" altLang="e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6" name="步骤1">
            <a:extLst>
              <a:ext uri="{FF2B5EF4-FFF2-40B4-BE49-F238E27FC236}">
                <a16:creationId xmlns:a16="http://schemas.microsoft.com/office/drawing/2014/main" id="{98F4674A-51B6-B55E-285D-5812200E4606}"/>
              </a:ext>
            </a:extLst>
          </p:cNvPr>
          <p:cNvGrpSpPr/>
          <p:nvPr/>
        </p:nvGrpSpPr>
        <p:grpSpPr>
          <a:xfrm>
            <a:off x="234439" y="1028501"/>
            <a:ext cx="4996671" cy="725177"/>
            <a:chOff x="4943078" y="1700704"/>
            <a:chExt cx="4996671" cy="7251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标题">
                  <a:extLst>
                    <a:ext uri="{FF2B5EF4-FFF2-40B4-BE49-F238E27FC236}">
                      <a16:creationId xmlns:a16="http://schemas.microsoft.com/office/drawing/2014/main" id="{43DA60B5-6978-89A1-FDF3-71B36825FB03}"/>
                    </a:ext>
                  </a:extLst>
                </p:cNvPr>
                <p:cNvSpPr/>
                <p:nvPr/>
              </p:nvSpPr>
              <p:spPr bwMode="auto">
                <a:xfrm>
                  <a:off x="5375126" y="1769619"/>
                  <a:ext cx="4564623" cy="576000"/>
                </a:xfrm>
                <a:prstGeom prst="roundRect">
                  <a:avLst/>
                </a:prstGeom>
                <a:solidFill>
                  <a:schemeClr val="accent4"/>
                </a:solid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marL="360000"/>
                  <a:r>
                    <a:rPr lang="zh-CN" altLang="en-US" sz="3200" b="1" dirty="0">
                      <a:solidFill>
                        <a:schemeClr val="bg1"/>
                      </a:solidFill>
                      <a:latin typeface="Stencil" panose="040409050D0802020404" pitchFamily="82" charset="0"/>
                    </a:rPr>
                    <a:t>化 </a:t>
                  </a:r>
                  <a14:m>
                    <m:oMath xmlns:m="http://schemas.openxmlformats.org/officeDocument/2006/math">
                      <m:r>
                        <a:rPr lang="en" altLang="zh-CN" sz="32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" altLang="zh-CN" sz="32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" altLang="zh-CN" sz="32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" altLang="zh-CN" sz="32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</m:oMath>
                  </a14:m>
                  <a:r>
                    <a:rPr lang="zh-CN" altLang="en-US" sz="3200" b="1" dirty="0">
                      <a:solidFill>
                        <a:schemeClr val="bg1"/>
                      </a:solidFill>
                      <a:latin typeface="Stencil" panose="040409050D0802020404" pitchFamily="82" charset="0"/>
                    </a:rPr>
                    <a:t>为尾 </a:t>
                  </a:r>
                  <a:r>
                    <a:rPr lang="en-US" altLang="zh-CN" sz="3200" b="1" dirty="0">
                      <a:solidFill>
                        <a:schemeClr val="bg1"/>
                      </a:solidFill>
                      <a:latin typeface="Stencil" panose="040409050D0802020404" pitchFamily="82" charset="0"/>
                    </a:rPr>
                    <a:t>1 </a:t>
                  </a:r>
                  <a:r>
                    <a:rPr lang="zh-CN" altLang="en-US" sz="3200" b="1" dirty="0">
                      <a:solidFill>
                        <a:schemeClr val="bg1"/>
                      </a:solidFill>
                      <a:latin typeface="Stencil" panose="040409050D0802020404" pitchFamily="82" charset="0"/>
                    </a:rPr>
                    <a:t>标准型</a:t>
                  </a:r>
                </a:p>
              </p:txBody>
            </p:sp>
          </mc:Choice>
          <mc:Fallback xmlns="">
            <p:sp>
              <p:nvSpPr>
                <p:cNvPr id="77" name="标题">
                  <a:extLst>
                    <a:ext uri="{FF2B5EF4-FFF2-40B4-BE49-F238E27FC236}">
                      <a16:creationId xmlns:a16="http://schemas.microsoft.com/office/drawing/2014/main" id="{43DA60B5-6978-89A1-FDF3-71B36825FB0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75126" y="1769619"/>
                  <a:ext cx="4564623" cy="576000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8" name="序号">
              <a:extLst>
                <a:ext uri="{FF2B5EF4-FFF2-40B4-BE49-F238E27FC236}">
                  <a16:creationId xmlns:a16="http://schemas.microsoft.com/office/drawing/2014/main" id="{1C215964-A7F2-16B2-FE56-91D7F08D78A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79" name="步骤2">
            <a:extLst>
              <a:ext uri="{FF2B5EF4-FFF2-40B4-BE49-F238E27FC236}">
                <a16:creationId xmlns:a16="http://schemas.microsoft.com/office/drawing/2014/main" id="{BF1D9419-6083-73C5-0BF6-D60D81E316A3}"/>
              </a:ext>
            </a:extLst>
          </p:cNvPr>
          <p:cNvGrpSpPr/>
          <p:nvPr/>
        </p:nvGrpSpPr>
        <p:grpSpPr>
          <a:xfrm>
            <a:off x="247960" y="1824448"/>
            <a:ext cx="4996671" cy="725177"/>
            <a:chOff x="4943078" y="1700704"/>
            <a:chExt cx="4996671" cy="725177"/>
          </a:xfrm>
        </p:grpSpPr>
        <p:sp>
          <p:nvSpPr>
            <p:cNvPr id="80" name="标题">
              <a:extLst>
                <a:ext uri="{FF2B5EF4-FFF2-40B4-BE49-F238E27FC236}">
                  <a16:creationId xmlns:a16="http://schemas.microsoft.com/office/drawing/2014/main" id="{D69D185D-D7BA-2420-6603-5CFD6FEFF253}"/>
                </a:ext>
              </a:extLst>
            </p:cNvPr>
            <p:cNvSpPr/>
            <p:nvPr/>
          </p:nvSpPr>
          <p:spPr bwMode="auto">
            <a:xfrm>
              <a:off x="5375126" y="1769619"/>
              <a:ext cx="4564623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顺序列出转折频率</a:t>
              </a:r>
            </a:p>
          </p:txBody>
        </p:sp>
        <p:sp>
          <p:nvSpPr>
            <p:cNvPr id="81" name="序号">
              <a:extLst>
                <a:ext uri="{FF2B5EF4-FFF2-40B4-BE49-F238E27FC236}">
                  <a16:creationId xmlns:a16="http://schemas.microsoft.com/office/drawing/2014/main" id="{2CB1E4C9-AD09-D308-0260-F0890608C45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82" name="步骤3">
            <a:extLst>
              <a:ext uri="{FF2B5EF4-FFF2-40B4-BE49-F238E27FC236}">
                <a16:creationId xmlns:a16="http://schemas.microsoft.com/office/drawing/2014/main" id="{C3FAE29F-BE62-BE6A-B1BD-7DCDB1B2ACC4}"/>
              </a:ext>
            </a:extLst>
          </p:cNvPr>
          <p:cNvGrpSpPr/>
          <p:nvPr/>
        </p:nvGrpSpPr>
        <p:grpSpPr>
          <a:xfrm>
            <a:off x="118542" y="4172202"/>
            <a:ext cx="4996671" cy="725177"/>
            <a:chOff x="4943078" y="1700704"/>
            <a:chExt cx="4996671" cy="725177"/>
          </a:xfrm>
        </p:grpSpPr>
        <p:sp>
          <p:nvSpPr>
            <p:cNvPr id="83" name="标题">
              <a:extLst>
                <a:ext uri="{FF2B5EF4-FFF2-40B4-BE49-F238E27FC236}">
                  <a16:creationId xmlns:a16="http://schemas.microsoft.com/office/drawing/2014/main" id="{84409FF8-32B0-0CD4-7929-4378039541E4}"/>
                </a:ext>
              </a:extLst>
            </p:cNvPr>
            <p:cNvSpPr/>
            <p:nvPr/>
          </p:nvSpPr>
          <p:spPr bwMode="auto">
            <a:xfrm>
              <a:off x="5375126" y="1769619"/>
              <a:ext cx="4564623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确定低频特性</a:t>
              </a:r>
            </a:p>
          </p:txBody>
        </p:sp>
        <p:sp>
          <p:nvSpPr>
            <p:cNvPr id="84" name="序号">
              <a:extLst>
                <a:ext uri="{FF2B5EF4-FFF2-40B4-BE49-F238E27FC236}">
                  <a16:creationId xmlns:a16="http://schemas.microsoft.com/office/drawing/2014/main" id="{46670354-8D72-7755-9BCA-4C1095DD68B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87" name="步骤4">
            <a:extLst>
              <a:ext uri="{FF2B5EF4-FFF2-40B4-BE49-F238E27FC236}">
                <a16:creationId xmlns:a16="http://schemas.microsoft.com/office/drawing/2014/main" id="{0204A2C8-0E6A-9EC2-FED3-DE0DD8C73B30}"/>
              </a:ext>
            </a:extLst>
          </p:cNvPr>
          <p:cNvGrpSpPr/>
          <p:nvPr/>
        </p:nvGrpSpPr>
        <p:grpSpPr>
          <a:xfrm>
            <a:off x="118542" y="6021288"/>
            <a:ext cx="4996671" cy="725177"/>
            <a:chOff x="4943078" y="1700704"/>
            <a:chExt cx="4996671" cy="725177"/>
          </a:xfrm>
        </p:grpSpPr>
        <p:sp>
          <p:nvSpPr>
            <p:cNvPr id="88" name="标题">
              <a:extLst>
                <a:ext uri="{FF2B5EF4-FFF2-40B4-BE49-F238E27FC236}">
                  <a16:creationId xmlns:a16="http://schemas.microsoft.com/office/drawing/2014/main" id="{2EF3C28A-4477-EC81-7DC5-C23242F62EB4}"/>
                </a:ext>
              </a:extLst>
            </p:cNvPr>
            <p:cNvSpPr/>
            <p:nvPr/>
          </p:nvSpPr>
          <p:spPr bwMode="auto">
            <a:xfrm>
              <a:off x="5375126" y="1769619"/>
              <a:ext cx="4564623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叠加作图</a:t>
              </a:r>
            </a:p>
          </p:txBody>
        </p:sp>
        <p:sp>
          <p:nvSpPr>
            <p:cNvPr id="89" name="序号">
              <a:extLst>
                <a:ext uri="{FF2B5EF4-FFF2-40B4-BE49-F238E27FC236}">
                  <a16:creationId xmlns:a16="http://schemas.microsoft.com/office/drawing/2014/main" id="{DEBB4040-6144-3461-CEEB-EC87706BA00D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开环传函">
                <a:extLst>
                  <a:ext uri="{FF2B5EF4-FFF2-40B4-BE49-F238E27FC236}">
                    <a16:creationId xmlns:a16="http://schemas.microsoft.com/office/drawing/2014/main" id="{3B84EE24-A13A-21D3-F3D4-F6D5FB3D85F4}"/>
                  </a:ext>
                </a:extLst>
              </p:cNvPr>
              <p:cNvSpPr txBox="1"/>
              <p:nvPr/>
            </p:nvSpPr>
            <p:spPr>
              <a:xfrm>
                <a:off x="7535888" y="154359"/>
                <a:ext cx="4179862" cy="7786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𝐺</m:t>
                    </m:r>
                    <m:d>
                      <m:d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</m:e>
                    </m:d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8(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+0.1)</m:t>
                        </m:r>
                      </m:num>
                      <m:den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(</m:t>
                        </m:r>
                        <m:sSup>
                          <m:sSup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𝑠</m:t>
                            </m:r>
                          </m:e>
                          <m:sup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+1)(</m:t>
                        </m:r>
                        <m:sSup>
                          <m:sSup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𝑠</m:t>
                            </m:r>
                          </m:e>
                          <m:sup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+4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+25)</m:t>
                        </m:r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92" name="开环传函">
                <a:extLst>
                  <a:ext uri="{FF2B5EF4-FFF2-40B4-BE49-F238E27FC236}">
                    <a16:creationId xmlns:a16="http://schemas.microsoft.com/office/drawing/2014/main" id="{3B84EE24-A13A-21D3-F3D4-F6D5FB3D85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888" y="154359"/>
                <a:ext cx="4179862" cy="778675"/>
              </a:xfrm>
              <a:prstGeom prst="rect">
                <a:avLst/>
              </a:prstGeom>
              <a:blipFill>
                <a:blip r:embed="rId8"/>
                <a:stretch>
                  <a:fillRect l="-909" b="-80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组合 27">
            <a:extLst>
              <a:ext uri="{FF2B5EF4-FFF2-40B4-BE49-F238E27FC236}">
                <a16:creationId xmlns:a16="http://schemas.microsoft.com/office/drawing/2014/main" id="{8D5CB143-0C3D-5645-F509-A013DADE905C}"/>
              </a:ext>
            </a:extLst>
          </p:cNvPr>
          <p:cNvGrpSpPr/>
          <p:nvPr/>
        </p:nvGrpSpPr>
        <p:grpSpPr>
          <a:xfrm>
            <a:off x="5298392" y="1916832"/>
            <a:ext cx="6698295" cy="3175509"/>
            <a:chOff x="621046" y="1007428"/>
            <a:chExt cx="10706565" cy="5807852"/>
          </a:xfrm>
        </p:grpSpPr>
        <p:cxnSp>
          <p:nvCxnSpPr>
            <p:cNvPr id="29" name="辅助线">
              <a:extLst>
                <a:ext uri="{FF2B5EF4-FFF2-40B4-BE49-F238E27FC236}">
                  <a16:creationId xmlns:a16="http://schemas.microsoft.com/office/drawing/2014/main" id="{6C255503-0055-C98F-21AF-8A9E917784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1628800"/>
              <a:ext cx="871296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辅助线">
              <a:extLst>
                <a:ext uri="{FF2B5EF4-FFF2-40B4-BE49-F238E27FC236}">
                  <a16:creationId xmlns:a16="http://schemas.microsoft.com/office/drawing/2014/main" id="{63A79D99-AE88-F2CE-8B04-FB64FC0818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2132856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辅助线">
              <a:extLst>
                <a:ext uri="{FF2B5EF4-FFF2-40B4-BE49-F238E27FC236}">
                  <a16:creationId xmlns:a16="http://schemas.microsoft.com/office/drawing/2014/main" id="{F3343D9C-5EA9-5F4C-CCB4-134A96003B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2636912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辅助线">
              <a:extLst>
                <a:ext uri="{FF2B5EF4-FFF2-40B4-BE49-F238E27FC236}">
                  <a16:creationId xmlns:a16="http://schemas.microsoft.com/office/drawing/2014/main" id="{99B2E43E-9AF5-6C4E-D646-AF3BD1CE87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3140968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辅助线">
              <a:extLst>
                <a:ext uri="{FF2B5EF4-FFF2-40B4-BE49-F238E27FC236}">
                  <a16:creationId xmlns:a16="http://schemas.microsoft.com/office/drawing/2014/main" id="{FCCA7F65-B486-DF65-7C60-9F010BB011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3645024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辅助线">
              <a:extLst>
                <a:ext uri="{FF2B5EF4-FFF2-40B4-BE49-F238E27FC236}">
                  <a16:creationId xmlns:a16="http://schemas.microsoft.com/office/drawing/2014/main" id="{DC960943-3537-6270-A091-90FC6F3467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4149080"/>
              <a:ext cx="972108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辅助线">
              <a:extLst>
                <a:ext uri="{FF2B5EF4-FFF2-40B4-BE49-F238E27FC236}">
                  <a16:creationId xmlns:a16="http://schemas.microsoft.com/office/drawing/2014/main" id="{97668437-98DD-1AB0-A621-000A0B6837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4653136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辅助线">
              <a:extLst>
                <a:ext uri="{FF2B5EF4-FFF2-40B4-BE49-F238E27FC236}">
                  <a16:creationId xmlns:a16="http://schemas.microsoft.com/office/drawing/2014/main" id="{83E3953C-6472-2594-C622-1779EB07E2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5157192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辅助线">
              <a:extLst>
                <a:ext uri="{FF2B5EF4-FFF2-40B4-BE49-F238E27FC236}">
                  <a16:creationId xmlns:a16="http://schemas.microsoft.com/office/drawing/2014/main" id="{FF8024FB-021C-3344-8028-500C75EBB1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5661248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辅助线">
              <a:extLst>
                <a:ext uri="{FF2B5EF4-FFF2-40B4-BE49-F238E27FC236}">
                  <a16:creationId xmlns:a16="http://schemas.microsoft.com/office/drawing/2014/main" id="{C7940B29-5E5C-6DBE-2FDC-15F7591958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6165304"/>
              <a:ext cx="871296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1F1BC6D1-C698-6E3D-1E82-E38B8872D9F4}"/>
                </a:ext>
              </a:extLst>
            </p:cNvPr>
            <p:cNvGrpSpPr/>
            <p:nvPr/>
          </p:nvGrpSpPr>
          <p:grpSpPr>
            <a:xfrm>
              <a:off x="1486694" y="1052736"/>
              <a:ext cx="8707412" cy="5112568"/>
              <a:chOff x="1486694" y="1052736"/>
              <a:chExt cx="8707412" cy="5112568"/>
            </a:xfrm>
          </p:grpSpPr>
          <p:cxnSp>
            <p:nvCxnSpPr>
              <p:cNvPr id="120" name="辅助线">
                <a:extLst>
                  <a:ext uri="{FF2B5EF4-FFF2-40B4-BE49-F238E27FC236}">
                    <a16:creationId xmlns:a16="http://schemas.microsoft.com/office/drawing/2014/main" id="{14614304-3841-7D01-8F80-86DFF8E4EEA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86694" y="1052736"/>
                <a:ext cx="0" cy="511256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辅助线">
                <a:extLst>
                  <a:ext uri="{FF2B5EF4-FFF2-40B4-BE49-F238E27FC236}">
                    <a16:creationId xmlns:a16="http://schemas.microsoft.com/office/drawing/2014/main" id="{CD698D04-3975-8C8E-CFF1-74367885356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辅助线">
                <a:extLst>
                  <a:ext uri="{FF2B5EF4-FFF2-40B4-BE49-F238E27FC236}">
                    <a16:creationId xmlns:a16="http://schemas.microsoft.com/office/drawing/2014/main" id="{1AC394FA-C58A-B1D7-EA74-D358B449A8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辅助线">
                <a:extLst>
                  <a:ext uri="{FF2B5EF4-FFF2-40B4-BE49-F238E27FC236}">
                    <a16:creationId xmlns:a16="http://schemas.microsoft.com/office/drawing/2014/main" id="{11CBDD41-1309-8AE9-9CC1-9250AE9997F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CA2E820D-36EB-6BAE-B4D9-BC1AE20400F4}"/>
                </a:ext>
              </a:extLst>
            </p:cNvPr>
            <p:cNvGrpSpPr/>
            <p:nvPr/>
          </p:nvGrpSpPr>
          <p:grpSpPr>
            <a:xfrm>
              <a:off x="4306471" y="1628800"/>
              <a:ext cx="5804941" cy="4536504"/>
              <a:chOff x="4389165" y="1628800"/>
              <a:chExt cx="5804941" cy="4536504"/>
            </a:xfrm>
          </p:grpSpPr>
          <p:cxnSp>
            <p:nvCxnSpPr>
              <p:cNvPr id="117" name="辅助线">
                <a:extLst>
                  <a:ext uri="{FF2B5EF4-FFF2-40B4-BE49-F238E27FC236}">
                    <a16:creationId xmlns:a16="http://schemas.microsoft.com/office/drawing/2014/main" id="{EC3A386C-FCD3-CCAE-7FC0-5D76AD9A0A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辅助线">
                <a:extLst>
                  <a:ext uri="{FF2B5EF4-FFF2-40B4-BE49-F238E27FC236}">
                    <a16:creationId xmlns:a16="http://schemas.microsoft.com/office/drawing/2014/main" id="{B6328F89-7721-9888-382E-4F86C6C2D2E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辅助线">
                <a:extLst>
                  <a:ext uri="{FF2B5EF4-FFF2-40B4-BE49-F238E27FC236}">
                    <a16:creationId xmlns:a16="http://schemas.microsoft.com/office/drawing/2014/main" id="{48E830DB-09B1-E6C1-C65C-E907E935586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CA754DD8-EE85-7D75-BDFB-82E65752A876}"/>
                </a:ext>
              </a:extLst>
            </p:cNvPr>
            <p:cNvGrpSpPr/>
            <p:nvPr/>
          </p:nvGrpSpPr>
          <p:grpSpPr>
            <a:xfrm>
              <a:off x="4203727" y="1641500"/>
              <a:ext cx="5804941" cy="4536504"/>
              <a:chOff x="4389165" y="1628800"/>
              <a:chExt cx="5804941" cy="4536504"/>
            </a:xfrm>
          </p:grpSpPr>
          <p:cxnSp>
            <p:nvCxnSpPr>
              <p:cNvPr id="114" name="辅助线">
                <a:extLst>
                  <a:ext uri="{FF2B5EF4-FFF2-40B4-BE49-F238E27FC236}">
                    <a16:creationId xmlns:a16="http://schemas.microsoft.com/office/drawing/2014/main" id="{A8125188-B43A-E993-7498-88780676EFE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辅助线">
                <a:extLst>
                  <a:ext uri="{FF2B5EF4-FFF2-40B4-BE49-F238E27FC236}">
                    <a16:creationId xmlns:a16="http://schemas.microsoft.com/office/drawing/2014/main" id="{12CEA679-C3BF-14DC-007D-0AF21B0DCF5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辅助线">
                <a:extLst>
                  <a:ext uri="{FF2B5EF4-FFF2-40B4-BE49-F238E27FC236}">
                    <a16:creationId xmlns:a16="http://schemas.microsoft.com/office/drawing/2014/main" id="{E126D7BB-C6A3-86C5-33F5-70E6B59AFE9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ED8355B1-E43A-505E-8005-3BFD7D4E31C6}"/>
                </a:ext>
              </a:extLst>
            </p:cNvPr>
            <p:cNvGrpSpPr/>
            <p:nvPr/>
          </p:nvGrpSpPr>
          <p:grpSpPr>
            <a:xfrm>
              <a:off x="4060227" y="1635150"/>
              <a:ext cx="5804941" cy="4536504"/>
              <a:chOff x="4389165" y="1628800"/>
              <a:chExt cx="5804941" cy="4536504"/>
            </a:xfrm>
          </p:grpSpPr>
          <p:cxnSp>
            <p:nvCxnSpPr>
              <p:cNvPr id="111" name="辅助线">
                <a:extLst>
                  <a:ext uri="{FF2B5EF4-FFF2-40B4-BE49-F238E27FC236}">
                    <a16:creationId xmlns:a16="http://schemas.microsoft.com/office/drawing/2014/main" id="{AF1AC168-6C41-0090-C171-6C1604CE4E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辅助线">
                <a:extLst>
                  <a:ext uri="{FF2B5EF4-FFF2-40B4-BE49-F238E27FC236}">
                    <a16:creationId xmlns:a16="http://schemas.microsoft.com/office/drawing/2014/main" id="{CE3F31E5-583B-CC72-1C77-F3E1DCCA5DE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辅助线">
                <a:extLst>
                  <a:ext uri="{FF2B5EF4-FFF2-40B4-BE49-F238E27FC236}">
                    <a16:creationId xmlns:a16="http://schemas.microsoft.com/office/drawing/2014/main" id="{C6B91AF8-7970-CFA8-A8B6-303CEA2FB21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EE9182DF-E6FE-2367-3243-6527322CAE54}"/>
                </a:ext>
              </a:extLst>
            </p:cNvPr>
            <p:cNvGrpSpPr/>
            <p:nvPr/>
          </p:nvGrpSpPr>
          <p:grpSpPr>
            <a:xfrm>
              <a:off x="3874789" y="1641500"/>
              <a:ext cx="5804941" cy="4536504"/>
              <a:chOff x="4389165" y="1628800"/>
              <a:chExt cx="5804941" cy="4536504"/>
            </a:xfrm>
          </p:grpSpPr>
          <p:cxnSp>
            <p:nvCxnSpPr>
              <p:cNvPr id="108" name="辅助线">
                <a:extLst>
                  <a:ext uri="{FF2B5EF4-FFF2-40B4-BE49-F238E27FC236}">
                    <a16:creationId xmlns:a16="http://schemas.microsoft.com/office/drawing/2014/main" id="{92004DFE-2A4F-1962-C5A8-3EE551260E6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辅助线">
                <a:extLst>
                  <a:ext uri="{FF2B5EF4-FFF2-40B4-BE49-F238E27FC236}">
                    <a16:creationId xmlns:a16="http://schemas.microsoft.com/office/drawing/2014/main" id="{FDEEFD77-BBB1-6E50-814E-0B13D3C8BCE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辅助线">
                <a:extLst>
                  <a:ext uri="{FF2B5EF4-FFF2-40B4-BE49-F238E27FC236}">
                    <a16:creationId xmlns:a16="http://schemas.microsoft.com/office/drawing/2014/main" id="{DD3B6FDC-504E-E8B1-74D2-150660D188F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D0FCD492-D656-95F2-0AC1-4F008560B61F}"/>
                </a:ext>
              </a:extLst>
            </p:cNvPr>
            <p:cNvGrpSpPr/>
            <p:nvPr/>
          </p:nvGrpSpPr>
          <p:grpSpPr>
            <a:xfrm>
              <a:off x="3595967" y="1635150"/>
              <a:ext cx="5804941" cy="4536504"/>
              <a:chOff x="4389165" y="1628800"/>
              <a:chExt cx="5804941" cy="4536504"/>
            </a:xfrm>
          </p:grpSpPr>
          <p:cxnSp>
            <p:nvCxnSpPr>
              <p:cNvPr id="101" name="辅助线">
                <a:extLst>
                  <a:ext uri="{FF2B5EF4-FFF2-40B4-BE49-F238E27FC236}">
                    <a16:creationId xmlns:a16="http://schemas.microsoft.com/office/drawing/2014/main" id="{7AF82766-6F6F-3096-1C70-F479C00E145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辅助线">
                <a:extLst>
                  <a:ext uri="{FF2B5EF4-FFF2-40B4-BE49-F238E27FC236}">
                    <a16:creationId xmlns:a16="http://schemas.microsoft.com/office/drawing/2014/main" id="{10C75371-9726-EA12-75D3-15784B09FC4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辅助线">
                <a:extLst>
                  <a:ext uri="{FF2B5EF4-FFF2-40B4-BE49-F238E27FC236}">
                    <a16:creationId xmlns:a16="http://schemas.microsoft.com/office/drawing/2014/main" id="{03DC8693-430A-1B41-4038-4FF7CD315D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B4837858-EE35-8C9C-A97A-15E8A34576A9}"/>
                </a:ext>
              </a:extLst>
            </p:cNvPr>
            <p:cNvGrpSpPr/>
            <p:nvPr/>
          </p:nvGrpSpPr>
          <p:grpSpPr>
            <a:xfrm>
              <a:off x="3233200" y="1635151"/>
              <a:ext cx="5804941" cy="4536504"/>
              <a:chOff x="4389165" y="1628800"/>
              <a:chExt cx="5804941" cy="4536504"/>
            </a:xfrm>
          </p:grpSpPr>
          <p:cxnSp>
            <p:nvCxnSpPr>
              <p:cNvPr id="97" name="辅助线">
                <a:extLst>
                  <a:ext uri="{FF2B5EF4-FFF2-40B4-BE49-F238E27FC236}">
                    <a16:creationId xmlns:a16="http://schemas.microsoft.com/office/drawing/2014/main" id="{80D1D025-C385-BE11-98E9-C81C126384E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辅助线">
                <a:extLst>
                  <a:ext uri="{FF2B5EF4-FFF2-40B4-BE49-F238E27FC236}">
                    <a16:creationId xmlns:a16="http://schemas.microsoft.com/office/drawing/2014/main" id="{18D5A3AC-D9DA-0F51-13F0-123A8AC7DB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辅助线">
                <a:extLst>
                  <a:ext uri="{FF2B5EF4-FFF2-40B4-BE49-F238E27FC236}">
                    <a16:creationId xmlns:a16="http://schemas.microsoft.com/office/drawing/2014/main" id="{A302CC2B-8057-E901-CC33-85E7F88DFA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A97B0850-1F46-1297-08A4-ACEF2D7D4E41}"/>
                </a:ext>
              </a:extLst>
            </p:cNvPr>
            <p:cNvGrpSpPr/>
            <p:nvPr/>
          </p:nvGrpSpPr>
          <p:grpSpPr>
            <a:xfrm>
              <a:off x="2808321" y="1622450"/>
              <a:ext cx="5804941" cy="4536504"/>
              <a:chOff x="4389165" y="1628800"/>
              <a:chExt cx="5804941" cy="4536504"/>
            </a:xfrm>
          </p:grpSpPr>
          <p:cxnSp>
            <p:nvCxnSpPr>
              <p:cNvPr id="86" name="辅助线">
                <a:extLst>
                  <a:ext uri="{FF2B5EF4-FFF2-40B4-BE49-F238E27FC236}">
                    <a16:creationId xmlns:a16="http://schemas.microsoft.com/office/drawing/2014/main" id="{1CE349E5-73C3-E359-1232-F300B179E4C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辅助线">
                <a:extLst>
                  <a:ext uri="{FF2B5EF4-FFF2-40B4-BE49-F238E27FC236}">
                    <a16:creationId xmlns:a16="http://schemas.microsoft.com/office/drawing/2014/main" id="{1521E459-3B9C-2322-5EE8-C407E4D1666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辅助线">
                <a:extLst>
                  <a:ext uri="{FF2B5EF4-FFF2-40B4-BE49-F238E27FC236}">
                    <a16:creationId xmlns:a16="http://schemas.microsoft.com/office/drawing/2014/main" id="{7F36B1BD-6BFA-A126-FA5A-E576DBCE16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921FC7F1-C6BA-9BE5-B16A-85F03D42A7AF}"/>
                </a:ext>
              </a:extLst>
            </p:cNvPr>
            <p:cNvGrpSpPr/>
            <p:nvPr/>
          </p:nvGrpSpPr>
          <p:grpSpPr>
            <a:xfrm>
              <a:off x="2307198" y="1641501"/>
              <a:ext cx="5804941" cy="4536504"/>
              <a:chOff x="4389165" y="1628800"/>
              <a:chExt cx="5804941" cy="4536504"/>
            </a:xfrm>
          </p:grpSpPr>
          <p:cxnSp>
            <p:nvCxnSpPr>
              <p:cNvPr id="74" name="辅助线">
                <a:extLst>
                  <a:ext uri="{FF2B5EF4-FFF2-40B4-BE49-F238E27FC236}">
                    <a16:creationId xmlns:a16="http://schemas.microsoft.com/office/drawing/2014/main" id="{A9FF7D1D-B669-31E4-2187-8C0A47E8765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辅助线">
                <a:extLst>
                  <a:ext uri="{FF2B5EF4-FFF2-40B4-BE49-F238E27FC236}">
                    <a16:creationId xmlns:a16="http://schemas.microsoft.com/office/drawing/2014/main" id="{EEF97598-47B5-471A-4F8A-C7DD51D21F2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辅助线">
                <a:extLst>
                  <a:ext uri="{FF2B5EF4-FFF2-40B4-BE49-F238E27FC236}">
                    <a16:creationId xmlns:a16="http://schemas.microsoft.com/office/drawing/2014/main" id="{FA44CF4E-7EEF-4E62-BAFA-B7A9CCAAE6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Gs">
                  <a:extLst>
                    <a:ext uri="{FF2B5EF4-FFF2-40B4-BE49-F238E27FC236}">
                      <a16:creationId xmlns:a16="http://schemas.microsoft.com/office/drawing/2014/main" id="{980B9B66-1C4A-62CC-F011-94C0C56046D1}"/>
                    </a:ext>
                  </a:extLst>
                </p:cNvPr>
                <p:cNvSpPr txBox="1"/>
                <p:nvPr/>
              </p:nvSpPr>
              <p:spPr>
                <a:xfrm>
                  <a:off x="1488412" y="1050911"/>
                  <a:ext cx="1549681" cy="67549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altLang="zh-CN" dirty="0">
                      <a:solidFill>
                        <a:schemeClr val="tx1"/>
                      </a:solidFill>
                    </a:rPr>
                    <a:t>dB</a:t>
                  </a:r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Gs">
                  <a:extLst>
                    <a:ext uri="{FF2B5EF4-FFF2-40B4-BE49-F238E27FC236}">
                      <a16:creationId xmlns:a16="http://schemas.microsoft.com/office/drawing/2014/main" id="{46C65E79-34D5-40DA-D2D2-2956FF9E83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8412" y="1050911"/>
                  <a:ext cx="1549681" cy="675490"/>
                </a:xfrm>
                <a:prstGeom prst="rect">
                  <a:avLst/>
                </a:prstGeom>
                <a:blipFill>
                  <a:blip r:embed="rId9"/>
                  <a:stretch>
                    <a:fillRect t="-10000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Gs">
                  <a:extLst>
                    <a:ext uri="{FF2B5EF4-FFF2-40B4-BE49-F238E27FC236}">
                      <a16:creationId xmlns:a16="http://schemas.microsoft.com/office/drawing/2014/main" id="{8F682E8A-2598-D32B-2A89-0F003C25C6AE}"/>
                    </a:ext>
                  </a:extLst>
                </p:cNvPr>
                <p:cNvSpPr txBox="1"/>
                <p:nvPr/>
              </p:nvSpPr>
              <p:spPr>
                <a:xfrm>
                  <a:off x="10902767" y="3608279"/>
                  <a:ext cx="4248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1" name="Gs">
                  <a:extLst>
                    <a:ext uri="{FF2B5EF4-FFF2-40B4-BE49-F238E27FC236}">
                      <a16:creationId xmlns:a16="http://schemas.microsoft.com/office/drawing/2014/main" id="{A5F3EF99-3630-0BF0-DB3A-7C787EF663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02767" y="3608279"/>
                  <a:ext cx="424844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18182" b="-6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Gs">
                  <a:extLst>
                    <a:ext uri="{FF2B5EF4-FFF2-40B4-BE49-F238E27FC236}">
                      <a16:creationId xmlns:a16="http://schemas.microsoft.com/office/drawing/2014/main" id="{AAA731AD-93B5-CA2C-28F6-83F7A3648F2D}"/>
                    </a:ext>
                  </a:extLst>
                </p:cNvPr>
                <p:cNvSpPr txBox="1"/>
                <p:nvPr/>
              </p:nvSpPr>
              <p:spPr>
                <a:xfrm>
                  <a:off x="10042497" y="3724861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2" name="Gs">
                  <a:extLst>
                    <a:ext uri="{FF2B5EF4-FFF2-40B4-BE49-F238E27FC236}">
                      <a16:creationId xmlns:a16="http://schemas.microsoft.com/office/drawing/2014/main" id="{AA1AF1CD-2EA4-F280-C3B3-8E2535C72C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42497" y="3724861"/>
                  <a:ext cx="703715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Gs">
                  <a:extLst>
                    <a:ext uri="{FF2B5EF4-FFF2-40B4-BE49-F238E27FC236}">
                      <a16:creationId xmlns:a16="http://schemas.microsoft.com/office/drawing/2014/main" id="{8A4116D9-BF6B-191A-CA0A-ADDC04CD784A}"/>
                    </a:ext>
                  </a:extLst>
                </p:cNvPr>
                <p:cNvSpPr txBox="1"/>
                <p:nvPr/>
              </p:nvSpPr>
              <p:spPr>
                <a:xfrm>
                  <a:off x="10143990" y="3346669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3" name="Gs">
                  <a:extLst>
                    <a:ext uri="{FF2B5EF4-FFF2-40B4-BE49-F238E27FC236}">
                      <a16:creationId xmlns:a16="http://schemas.microsoft.com/office/drawing/2014/main" id="{64BB0861-23C0-0809-44B7-CD3ADE6F9D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43990" y="3346669"/>
                  <a:ext cx="703715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16667" b="-687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Gs">
                  <a:extLst>
                    <a:ext uri="{FF2B5EF4-FFF2-40B4-BE49-F238E27FC236}">
                      <a16:creationId xmlns:a16="http://schemas.microsoft.com/office/drawing/2014/main" id="{E5D37D07-9261-666C-8CC7-2FC16CF9975E}"/>
                    </a:ext>
                  </a:extLst>
                </p:cNvPr>
                <p:cNvSpPr txBox="1"/>
                <p:nvPr/>
              </p:nvSpPr>
              <p:spPr>
                <a:xfrm>
                  <a:off x="10137535" y="2865445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80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4" name="Gs">
                  <a:extLst>
                    <a:ext uri="{FF2B5EF4-FFF2-40B4-BE49-F238E27FC236}">
                      <a16:creationId xmlns:a16="http://schemas.microsoft.com/office/drawing/2014/main" id="{31EFE428-3724-078C-5F13-EC0C8E83C0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7535" y="2865445"/>
                  <a:ext cx="703715" cy="369332"/>
                </a:xfrm>
                <a:prstGeom prst="rect">
                  <a:avLst/>
                </a:prstGeom>
                <a:blipFill>
                  <a:blip r:embed="rId13"/>
                  <a:stretch>
                    <a:fillRect r="-41667" b="-5882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Gs">
                  <a:extLst>
                    <a:ext uri="{FF2B5EF4-FFF2-40B4-BE49-F238E27FC236}">
                      <a16:creationId xmlns:a16="http://schemas.microsoft.com/office/drawing/2014/main" id="{9AC377B5-C177-15DD-CDF5-118CB8ACDF3B}"/>
                    </a:ext>
                  </a:extLst>
                </p:cNvPr>
                <p:cNvSpPr txBox="1"/>
                <p:nvPr/>
              </p:nvSpPr>
              <p:spPr>
                <a:xfrm>
                  <a:off x="10160530" y="2361389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70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5" name="Gs">
                  <a:extLst>
                    <a:ext uri="{FF2B5EF4-FFF2-40B4-BE49-F238E27FC236}">
                      <a16:creationId xmlns:a16="http://schemas.microsoft.com/office/drawing/2014/main" id="{3DDED018-1863-90A1-03F8-1E0DE59AF4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0530" y="2361389"/>
                  <a:ext cx="703715" cy="369332"/>
                </a:xfrm>
                <a:prstGeom prst="rect">
                  <a:avLst/>
                </a:prstGeom>
                <a:blipFill>
                  <a:blip r:embed="rId14"/>
                  <a:stretch>
                    <a:fillRect r="-44444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Gs">
                  <a:extLst>
                    <a:ext uri="{FF2B5EF4-FFF2-40B4-BE49-F238E27FC236}">
                      <a16:creationId xmlns:a16="http://schemas.microsoft.com/office/drawing/2014/main" id="{EC5BC1BB-2202-3C11-0387-E25D68765703}"/>
                    </a:ext>
                  </a:extLst>
                </p:cNvPr>
                <p:cNvSpPr txBox="1"/>
                <p:nvPr/>
              </p:nvSpPr>
              <p:spPr>
                <a:xfrm>
                  <a:off x="10137535" y="1857333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6" name="Gs">
                  <a:extLst>
                    <a:ext uri="{FF2B5EF4-FFF2-40B4-BE49-F238E27FC236}">
                      <a16:creationId xmlns:a16="http://schemas.microsoft.com/office/drawing/2014/main" id="{9CEEA585-E3E5-AF73-1BAF-A40F02E4D6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7535" y="1857333"/>
                  <a:ext cx="703715" cy="369332"/>
                </a:xfrm>
                <a:prstGeom prst="rect">
                  <a:avLst/>
                </a:prstGeom>
                <a:blipFill>
                  <a:blip r:embed="rId15"/>
                  <a:stretch>
                    <a:fillRect r="-41667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Gs">
                  <a:extLst>
                    <a:ext uri="{FF2B5EF4-FFF2-40B4-BE49-F238E27FC236}">
                      <a16:creationId xmlns:a16="http://schemas.microsoft.com/office/drawing/2014/main" id="{0EF36568-1099-1B25-B627-83335EC791A4}"/>
                    </a:ext>
                  </a:extLst>
                </p:cNvPr>
                <p:cNvSpPr txBox="1"/>
                <p:nvPr/>
              </p:nvSpPr>
              <p:spPr>
                <a:xfrm>
                  <a:off x="10176429" y="4369187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7" name="Gs">
                  <a:extLst>
                    <a:ext uri="{FF2B5EF4-FFF2-40B4-BE49-F238E27FC236}">
                      <a16:creationId xmlns:a16="http://schemas.microsoft.com/office/drawing/2014/main" id="{CC2955E8-8814-2E7B-3272-87B582BEAA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76429" y="4369187"/>
                  <a:ext cx="703715" cy="369332"/>
                </a:xfrm>
                <a:prstGeom prst="rect">
                  <a:avLst/>
                </a:prstGeom>
                <a:blipFill>
                  <a:blip r:embed="rId16"/>
                  <a:stretch>
                    <a:fillRect r="-52778" b="-5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Gs">
                  <a:extLst>
                    <a:ext uri="{FF2B5EF4-FFF2-40B4-BE49-F238E27FC236}">
                      <a16:creationId xmlns:a16="http://schemas.microsoft.com/office/drawing/2014/main" id="{879B7197-A52A-E8F7-0284-9B515017C93D}"/>
                    </a:ext>
                  </a:extLst>
                </p:cNvPr>
                <p:cNvSpPr txBox="1"/>
                <p:nvPr/>
              </p:nvSpPr>
              <p:spPr>
                <a:xfrm>
                  <a:off x="10168599" y="4871770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80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8" name="Gs">
                  <a:extLst>
                    <a:ext uri="{FF2B5EF4-FFF2-40B4-BE49-F238E27FC236}">
                      <a16:creationId xmlns:a16="http://schemas.microsoft.com/office/drawing/2014/main" id="{C5CEAD9A-E5B8-DE4B-FC77-D5600FF178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8599" y="4871770"/>
                  <a:ext cx="703715" cy="369332"/>
                </a:xfrm>
                <a:prstGeom prst="rect">
                  <a:avLst/>
                </a:prstGeom>
                <a:blipFill>
                  <a:blip r:embed="rId17"/>
                  <a:stretch>
                    <a:fillRect r="-85714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Gs">
                  <a:extLst>
                    <a:ext uri="{FF2B5EF4-FFF2-40B4-BE49-F238E27FC236}">
                      <a16:creationId xmlns:a16="http://schemas.microsoft.com/office/drawing/2014/main" id="{5336C33C-F4B9-0DCA-02D2-22BE34AEBD3B}"/>
                    </a:ext>
                  </a:extLst>
                </p:cNvPr>
                <p:cNvSpPr txBox="1"/>
                <p:nvPr/>
              </p:nvSpPr>
              <p:spPr>
                <a:xfrm>
                  <a:off x="10156759" y="5383649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70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9" name="Gs">
                  <a:extLst>
                    <a:ext uri="{FF2B5EF4-FFF2-40B4-BE49-F238E27FC236}">
                      <a16:creationId xmlns:a16="http://schemas.microsoft.com/office/drawing/2014/main" id="{DDC6D7DD-847A-07ED-58B2-591D58DD44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6759" y="5383649"/>
                  <a:ext cx="703715" cy="369332"/>
                </a:xfrm>
                <a:prstGeom prst="rect">
                  <a:avLst/>
                </a:prstGeom>
                <a:blipFill>
                  <a:blip r:embed="rId18"/>
                  <a:stretch>
                    <a:fillRect r="-80556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Gs">
                  <a:extLst>
                    <a:ext uri="{FF2B5EF4-FFF2-40B4-BE49-F238E27FC236}">
                      <a16:creationId xmlns:a16="http://schemas.microsoft.com/office/drawing/2014/main" id="{BFFE9465-A5F7-C079-4858-F0D91091D889}"/>
                    </a:ext>
                  </a:extLst>
                </p:cNvPr>
                <p:cNvSpPr txBox="1"/>
                <p:nvPr/>
              </p:nvSpPr>
              <p:spPr>
                <a:xfrm>
                  <a:off x="10152168" y="5860717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0" name="Gs">
                  <a:extLst>
                    <a:ext uri="{FF2B5EF4-FFF2-40B4-BE49-F238E27FC236}">
                      <a16:creationId xmlns:a16="http://schemas.microsoft.com/office/drawing/2014/main" id="{D82FD951-1A47-B9BA-5425-A22D445994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2168" y="5860717"/>
                  <a:ext cx="703715" cy="369332"/>
                </a:xfrm>
                <a:prstGeom prst="rect">
                  <a:avLst/>
                </a:prstGeom>
                <a:blipFill>
                  <a:blip r:embed="rId19"/>
                  <a:stretch>
                    <a:fillRect r="-85714" b="-687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Gs">
                  <a:extLst>
                    <a:ext uri="{FF2B5EF4-FFF2-40B4-BE49-F238E27FC236}">
                      <a16:creationId xmlns:a16="http://schemas.microsoft.com/office/drawing/2014/main" id="{6512F25F-8E7C-0422-79BB-2270974F4131}"/>
                    </a:ext>
                  </a:extLst>
                </p:cNvPr>
                <p:cNvSpPr txBox="1"/>
                <p:nvPr/>
              </p:nvSpPr>
              <p:spPr>
                <a:xfrm>
                  <a:off x="1162826" y="6139790"/>
                  <a:ext cx="703715" cy="67549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.01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Gs">
                  <a:extLst>
                    <a:ext uri="{FF2B5EF4-FFF2-40B4-BE49-F238E27FC236}">
                      <a16:creationId xmlns:a16="http://schemas.microsoft.com/office/drawing/2014/main" id="{6512F25F-8E7C-0422-79BB-2270974F41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2826" y="6139790"/>
                  <a:ext cx="703715" cy="675490"/>
                </a:xfrm>
                <a:prstGeom prst="rect">
                  <a:avLst/>
                </a:prstGeom>
                <a:blipFill>
                  <a:blip r:embed="rId20"/>
                  <a:stretch>
                    <a:fillRect r="-3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Gs">
                  <a:extLst>
                    <a:ext uri="{FF2B5EF4-FFF2-40B4-BE49-F238E27FC236}">
                      <a16:creationId xmlns:a16="http://schemas.microsoft.com/office/drawing/2014/main" id="{BE873A0D-0529-69F1-E3E4-06E8126DE781}"/>
                    </a:ext>
                  </a:extLst>
                </p:cNvPr>
                <p:cNvSpPr txBox="1"/>
                <p:nvPr/>
              </p:nvSpPr>
              <p:spPr>
                <a:xfrm>
                  <a:off x="4034532" y="6115013"/>
                  <a:ext cx="703715" cy="67549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1" name="Gs">
                  <a:extLst>
                    <a:ext uri="{FF2B5EF4-FFF2-40B4-BE49-F238E27FC236}">
                      <a16:creationId xmlns:a16="http://schemas.microsoft.com/office/drawing/2014/main" id="{BE873A0D-0529-69F1-E3E4-06E8126DE7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4532" y="6115013"/>
                  <a:ext cx="703715" cy="675490"/>
                </a:xfrm>
                <a:prstGeom prst="rect">
                  <a:avLst/>
                </a:prstGeom>
                <a:blipFill>
                  <a:blip r:embed="rId21"/>
                  <a:stretch>
                    <a:fillRect r="-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Gs">
                  <a:extLst>
                    <a:ext uri="{FF2B5EF4-FFF2-40B4-BE49-F238E27FC236}">
                      <a16:creationId xmlns:a16="http://schemas.microsoft.com/office/drawing/2014/main" id="{86AC56E9-8C6E-3D58-2E79-5C9183F5DAFF}"/>
                    </a:ext>
                  </a:extLst>
                </p:cNvPr>
                <p:cNvSpPr txBox="1"/>
                <p:nvPr/>
              </p:nvSpPr>
              <p:spPr>
                <a:xfrm>
                  <a:off x="6914552" y="6129974"/>
                  <a:ext cx="703715" cy="67549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Gs">
                  <a:extLst>
                    <a:ext uri="{FF2B5EF4-FFF2-40B4-BE49-F238E27FC236}">
                      <a16:creationId xmlns:a16="http://schemas.microsoft.com/office/drawing/2014/main" id="{86AC56E9-8C6E-3D58-2E79-5C9183F5DA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4552" y="6129974"/>
                  <a:ext cx="703715" cy="67549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Gs">
                  <a:extLst>
                    <a:ext uri="{FF2B5EF4-FFF2-40B4-BE49-F238E27FC236}">
                      <a16:creationId xmlns:a16="http://schemas.microsoft.com/office/drawing/2014/main" id="{3E5337AB-1A90-E0CC-9D69-6797453BA30D}"/>
                    </a:ext>
                  </a:extLst>
                </p:cNvPr>
                <p:cNvSpPr txBox="1"/>
                <p:nvPr/>
              </p:nvSpPr>
              <p:spPr>
                <a:xfrm>
                  <a:off x="9770042" y="6122327"/>
                  <a:ext cx="703715" cy="67549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3" name="Gs">
                  <a:extLst>
                    <a:ext uri="{FF2B5EF4-FFF2-40B4-BE49-F238E27FC236}">
                      <a16:creationId xmlns:a16="http://schemas.microsoft.com/office/drawing/2014/main" id="{3E5337AB-1A90-E0CC-9D69-6797453BA3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70042" y="6122327"/>
                  <a:ext cx="703715" cy="675490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Gs">
                  <a:extLst>
                    <a:ext uri="{FF2B5EF4-FFF2-40B4-BE49-F238E27FC236}">
                      <a16:creationId xmlns:a16="http://schemas.microsoft.com/office/drawing/2014/main" id="{6298DAB9-918F-CE21-EF5A-F6386D4D37BC}"/>
                    </a:ext>
                  </a:extLst>
                </p:cNvPr>
                <p:cNvSpPr txBox="1"/>
                <p:nvPr/>
              </p:nvSpPr>
              <p:spPr>
                <a:xfrm>
                  <a:off x="942670" y="3890702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5" name="Gs">
                  <a:extLst>
                    <a:ext uri="{FF2B5EF4-FFF2-40B4-BE49-F238E27FC236}">
                      <a16:creationId xmlns:a16="http://schemas.microsoft.com/office/drawing/2014/main" id="{E0B6FB99-33E5-6D93-6D25-6122EF2757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2670" y="3890702"/>
                  <a:ext cx="703715" cy="369332"/>
                </a:xfrm>
                <a:prstGeom prst="rect">
                  <a:avLst/>
                </a:prstGeom>
                <a:blipFill>
                  <a:blip r:embed="rId24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Gs">
                  <a:extLst>
                    <a:ext uri="{FF2B5EF4-FFF2-40B4-BE49-F238E27FC236}">
                      <a16:creationId xmlns:a16="http://schemas.microsoft.com/office/drawing/2014/main" id="{588E875C-045F-2EC6-2643-ABEB9CC80142}"/>
                    </a:ext>
                  </a:extLst>
                </p:cNvPr>
                <p:cNvSpPr txBox="1"/>
                <p:nvPr/>
              </p:nvSpPr>
              <p:spPr>
                <a:xfrm>
                  <a:off x="838651" y="3389765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6" name="Gs">
                  <a:extLst>
                    <a:ext uri="{FF2B5EF4-FFF2-40B4-BE49-F238E27FC236}">
                      <a16:creationId xmlns:a16="http://schemas.microsoft.com/office/drawing/2014/main" id="{721F23C8-D06B-BCF1-334D-2B97986868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651" y="3389765"/>
                  <a:ext cx="703715" cy="369332"/>
                </a:xfrm>
                <a:prstGeom prst="rect">
                  <a:avLst/>
                </a:prstGeom>
                <a:blipFill>
                  <a:blip r:embed="rId25"/>
                  <a:stretch>
                    <a:fillRect b="-687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Gs">
                  <a:extLst>
                    <a:ext uri="{FF2B5EF4-FFF2-40B4-BE49-F238E27FC236}">
                      <a16:creationId xmlns:a16="http://schemas.microsoft.com/office/drawing/2014/main" id="{9A2DEE17-CBAE-9E4B-722E-1F84F06B52CC}"/>
                    </a:ext>
                  </a:extLst>
                </p:cNvPr>
                <p:cNvSpPr txBox="1"/>
                <p:nvPr/>
              </p:nvSpPr>
              <p:spPr>
                <a:xfrm>
                  <a:off x="843248" y="2892060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7" name="Gs">
                  <a:extLst>
                    <a:ext uri="{FF2B5EF4-FFF2-40B4-BE49-F238E27FC236}">
                      <a16:creationId xmlns:a16="http://schemas.microsoft.com/office/drawing/2014/main" id="{AD5FEE93-E6AE-1971-5C57-01128325C3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248" y="2892060"/>
                  <a:ext cx="703715" cy="369332"/>
                </a:xfrm>
                <a:prstGeom prst="rect">
                  <a:avLst/>
                </a:prstGeom>
                <a:blipFill>
                  <a:blip r:embed="rId26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Gs">
                  <a:extLst>
                    <a:ext uri="{FF2B5EF4-FFF2-40B4-BE49-F238E27FC236}">
                      <a16:creationId xmlns:a16="http://schemas.microsoft.com/office/drawing/2014/main" id="{F8708AD1-0905-A5E0-1679-DA14AC07E95E}"/>
                    </a:ext>
                  </a:extLst>
                </p:cNvPr>
                <p:cNvSpPr txBox="1"/>
                <p:nvPr/>
              </p:nvSpPr>
              <p:spPr>
                <a:xfrm>
                  <a:off x="847845" y="2386303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7" name="Gs">
                  <a:extLst>
                    <a:ext uri="{FF2B5EF4-FFF2-40B4-BE49-F238E27FC236}">
                      <a16:creationId xmlns:a16="http://schemas.microsoft.com/office/drawing/2014/main" id="{F8708AD1-0905-A5E0-1679-DA14AC07E9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845" y="2386303"/>
                  <a:ext cx="703715" cy="369332"/>
                </a:xfrm>
                <a:prstGeom prst="rect">
                  <a:avLst/>
                </a:prstGeom>
                <a:blipFill>
                  <a:blip r:embed="rId27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Gs">
                  <a:extLst>
                    <a:ext uri="{FF2B5EF4-FFF2-40B4-BE49-F238E27FC236}">
                      <a16:creationId xmlns:a16="http://schemas.microsoft.com/office/drawing/2014/main" id="{ABE78D0F-3623-F5E0-62D7-667F478BE80A}"/>
                    </a:ext>
                  </a:extLst>
                </p:cNvPr>
                <p:cNvSpPr txBox="1"/>
                <p:nvPr/>
              </p:nvSpPr>
              <p:spPr>
                <a:xfrm>
                  <a:off x="860906" y="1875764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9" name="Gs">
                  <a:extLst>
                    <a:ext uri="{FF2B5EF4-FFF2-40B4-BE49-F238E27FC236}">
                      <a16:creationId xmlns:a16="http://schemas.microsoft.com/office/drawing/2014/main" id="{B7329D5B-9A0E-0787-C7D4-E1E78A457E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906" y="1875764"/>
                  <a:ext cx="703715" cy="369332"/>
                </a:xfrm>
                <a:prstGeom prst="rect">
                  <a:avLst/>
                </a:prstGeom>
                <a:blipFill>
                  <a:blip r:embed="rId28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Gs">
                  <a:extLst>
                    <a:ext uri="{FF2B5EF4-FFF2-40B4-BE49-F238E27FC236}">
                      <a16:creationId xmlns:a16="http://schemas.microsoft.com/office/drawing/2014/main" id="{5F4D8751-38B2-311E-6BE7-7D6F1E51176A}"/>
                    </a:ext>
                  </a:extLst>
                </p:cNvPr>
                <p:cNvSpPr txBox="1"/>
                <p:nvPr/>
              </p:nvSpPr>
              <p:spPr>
                <a:xfrm>
                  <a:off x="626461" y="4369517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0" name="Gs">
                  <a:extLst>
                    <a:ext uri="{FF2B5EF4-FFF2-40B4-BE49-F238E27FC236}">
                      <a16:creationId xmlns:a16="http://schemas.microsoft.com/office/drawing/2014/main" id="{9DC94101-A208-99CA-28D8-1A0DEFD1E6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461" y="4369517"/>
                  <a:ext cx="703715" cy="369332"/>
                </a:xfrm>
                <a:prstGeom prst="rect">
                  <a:avLst/>
                </a:prstGeom>
                <a:blipFill>
                  <a:blip r:embed="rId29"/>
                  <a:stretch>
                    <a:fillRect r="-34286" b="-5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Gs">
                  <a:extLst>
                    <a:ext uri="{FF2B5EF4-FFF2-40B4-BE49-F238E27FC236}">
                      <a16:creationId xmlns:a16="http://schemas.microsoft.com/office/drawing/2014/main" id="{C2BF2254-7CB4-E454-3D3E-230DE5D26A7C}"/>
                    </a:ext>
                  </a:extLst>
                </p:cNvPr>
                <p:cNvSpPr txBox="1"/>
                <p:nvPr/>
              </p:nvSpPr>
              <p:spPr>
                <a:xfrm>
                  <a:off x="621046" y="4899576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1" name="Gs">
                  <a:extLst>
                    <a:ext uri="{FF2B5EF4-FFF2-40B4-BE49-F238E27FC236}">
                      <a16:creationId xmlns:a16="http://schemas.microsoft.com/office/drawing/2014/main" id="{6E03AE20-887A-78C3-6239-65043CC951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046" y="4899576"/>
                  <a:ext cx="703715" cy="369332"/>
                </a:xfrm>
                <a:prstGeom prst="rect">
                  <a:avLst/>
                </a:prstGeom>
                <a:blipFill>
                  <a:blip r:embed="rId30"/>
                  <a:stretch>
                    <a:fillRect r="-33333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Gs">
                  <a:extLst>
                    <a:ext uri="{FF2B5EF4-FFF2-40B4-BE49-F238E27FC236}">
                      <a16:creationId xmlns:a16="http://schemas.microsoft.com/office/drawing/2014/main" id="{7BD1EB3A-6140-8304-000A-0997AA73D220}"/>
                    </a:ext>
                  </a:extLst>
                </p:cNvPr>
                <p:cNvSpPr txBox="1"/>
                <p:nvPr/>
              </p:nvSpPr>
              <p:spPr>
                <a:xfrm>
                  <a:off x="621046" y="5897344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−8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2" name="Gs">
                  <a:extLst>
                    <a:ext uri="{FF2B5EF4-FFF2-40B4-BE49-F238E27FC236}">
                      <a16:creationId xmlns:a16="http://schemas.microsoft.com/office/drawing/2014/main" id="{CC0BAFAC-2A81-EB7E-EDA7-03A6AAE59F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046" y="5897344"/>
                  <a:ext cx="703715" cy="369332"/>
                </a:xfrm>
                <a:prstGeom prst="rect">
                  <a:avLst/>
                </a:prstGeom>
                <a:blipFill>
                  <a:blip r:embed="rId31"/>
                  <a:stretch>
                    <a:fillRect r="-33333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Gs">
                  <a:extLst>
                    <a:ext uri="{FF2B5EF4-FFF2-40B4-BE49-F238E27FC236}">
                      <a16:creationId xmlns:a16="http://schemas.microsoft.com/office/drawing/2014/main" id="{47F82935-4135-CFAD-CBCC-218587226949}"/>
                    </a:ext>
                  </a:extLst>
                </p:cNvPr>
                <p:cNvSpPr txBox="1"/>
                <p:nvPr/>
              </p:nvSpPr>
              <p:spPr>
                <a:xfrm>
                  <a:off x="626461" y="5411690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−6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3" name="Gs">
                  <a:extLst>
                    <a:ext uri="{FF2B5EF4-FFF2-40B4-BE49-F238E27FC236}">
                      <a16:creationId xmlns:a16="http://schemas.microsoft.com/office/drawing/2014/main" id="{3DF69D0C-B4E8-7CA0-4FE8-9D7FD1C4B0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461" y="5411690"/>
                  <a:ext cx="703715" cy="369332"/>
                </a:xfrm>
                <a:prstGeom prst="rect">
                  <a:avLst/>
                </a:prstGeom>
                <a:blipFill>
                  <a:blip r:embed="rId32"/>
                  <a:stretch>
                    <a:fillRect r="-34286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Gs">
                  <a:extLst>
                    <a:ext uri="{FF2B5EF4-FFF2-40B4-BE49-F238E27FC236}">
                      <a16:creationId xmlns:a16="http://schemas.microsoft.com/office/drawing/2014/main" id="{01634E22-BE1C-11E6-8548-2F47E73360D3}"/>
                    </a:ext>
                  </a:extLst>
                </p:cNvPr>
                <p:cNvSpPr txBox="1"/>
                <p:nvPr/>
              </p:nvSpPr>
              <p:spPr>
                <a:xfrm>
                  <a:off x="10168598" y="1007428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4" name="Gs">
                  <a:extLst>
                    <a:ext uri="{FF2B5EF4-FFF2-40B4-BE49-F238E27FC236}">
                      <a16:creationId xmlns:a16="http://schemas.microsoft.com/office/drawing/2014/main" id="{8088DA75-558D-59B1-80CF-352BDF7FBD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8598" y="1007428"/>
                  <a:ext cx="703715" cy="369332"/>
                </a:xfrm>
                <a:prstGeom prst="rect">
                  <a:avLst/>
                </a:prstGeom>
                <a:blipFill>
                  <a:blip r:embed="rId33"/>
                  <a:stretch>
                    <a:fillRect l="-2857" r="-65714" b="-10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24" name="辅助线1">
            <a:extLst>
              <a:ext uri="{FF2B5EF4-FFF2-40B4-BE49-F238E27FC236}">
                <a16:creationId xmlns:a16="http://schemas.microsoft.com/office/drawing/2014/main" id="{A4ABD6BA-A51A-54E0-51B1-ED8CFE480F01}"/>
              </a:ext>
            </a:extLst>
          </p:cNvPr>
          <p:cNvCxnSpPr>
            <a:cxnSpLocks/>
            <a:endCxn id="131" idx="2"/>
          </p:cNvCxnSpPr>
          <p:nvPr/>
        </p:nvCxnSpPr>
        <p:spPr>
          <a:xfrm>
            <a:off x="5847895" y="3482529"/>
            <a:ext cx="3564643" cy="562379"/>
          </a:xfrm>
          <a:prstGeom prst="line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辅助线4">
            <a:extLst>
              <a:ext uri="{FF2B5EF4-FFF2-40B4-BE49-F238E27FC236}">
                <a16:creationId xmlns:a16="http://schemas.microsoft.com/office/drawing/2014/main" id="{E27B1548-3C01-2890-72A1-70E19F9A342A}"/>
              </a:ext>
            </a:extLst>
          </p:cNvPr>
          <p:cNvCxnSpPr>
            <a:cxnSpLocks/>
            <a:endCxn id="127" idx="1"/>
          </p:cNvCxnSpPr>
          <p:nvPr/>
        </p:nvCxnSpPr>
        <p:spPr>
          <a:xfrm>
            <a:off x="9471680" y="3758019"/>
            <a:ext cx="1761400" cy="1052111"/>
          </a:xfrm>
          <a:prstGeom prst="line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基准点1">
            <a:extLst>
              <a:ext uri="{FF2B5EF4-FFF2-40B4-BE49-F238E27FC236}">
                <a16:creationId xmlns:a16="http://schemas.microsoft.com/office/drawing/2014/main" id="{EF76F6DE-665F-054A-4445-3BFF51B2435D}"/>
              </a:ext>
            </a:extLst>
          </p:cNvPr>
          <p:cNvSpPr/>
          <p:nvPr/>
        </p:nvSpPr>
        <p:spPr>
          <a:xfrm>
            <a:off x="9412538" y="3983532"/>
            <a:ext cx="122752" cy="122752"/>
          </a:xfrm>
          <a:prstGeom prst="ellipse">
            <a:avLst/>
          </a:prstGeom>
          <a:solidFill>
            <a:srgbClr val="159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标签1">
                <a:extLst>
                  <a:ext uri="{FF2B5EF4-FFF2-40B4-BE49-F238E27FC236}">
                    <a16:creationId xmlns:a16="http://schemas.microsoft.com/office/drawing/2014/main" id="{8169F060-043B-48A7-7761-D2D0E29C194D}"/>
                  </a:ext>
                </a:extLst>
              </p:cNvPr>
              <p:cNvSpPr txBox="1"/>
              <p:nvPr/>
            </p:nvSpPr>
            <p:spPr>
              <a:xfrm>
                <a:off x="6055884" y="3071607"/>
                <a:ext cx="8897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−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2</m:t>
                      </m:r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1" name="标签1">
                <a:extLst>
                  <a:ext uri="{FF2B5EF4-FFF2-40B4-BE49-F238E27FC236}">
                    <a16:creationId xmlns:a16="http://schemas.microsoft.com/office/drawing/2014/main" id="{8169F060-043B-48A7-7761-D2D0E29C1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5884" y="3071607"/>
                <a:ext cx="889721" cy="523220"/>
              </a:xfrm>
              <a:prstGeom prst="rect">
                <a:avLst/>
              </a:prstGeom>
              <a:blipFill>
                <a:blip r:embed="rId34"/>
                <a:stretch>
                  <a:fillRect r="-14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2" name="幅频1">
            <a:extLst>
              <a:ext uri="{FF2B5EF4-FFF2-40B4-BE49-F238E27FC236}">
                <a16:creationId xmlns:a16="http://schemas.microsoft.com/office/drawing/2014/main" id="{51283C6A-2241-587B-4C2F-9117A1922263}"/>
              </a:ext>
            </a:extLst>
          </p:cNvPr>
          <p:cNvCxnSpPr>
            <a:cxnSpLocks/>
          </p:cNvCxnSpPr>
          <p:nvPr/>
        </p:nvCxnSpPr>
        <p:spPr>
          <a:xfrm>
            <a:off x="5831552" y="3475585"/>
            <a:ext cx="1844563" cy="288133"/>
          </a:xfrm>
          <a:prstGeom prst="line">
            <a:avLst/>
          </a:prstGeom>
          <a:ln w="38100">
            <a:solidFill>
              <a:srgbClr val="E4486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标签4">
                <a:extLst>
                  <a:ext uri="{FF2B5EF4-FFF2-40B4-BE49-F238E27FC236}">
                    <a16:creationId xmlns:a16="http://schemas.microsoft.com/office/drawing/2014/main" id="{B40EB7CE-B7F7-9CB4-6EE8-73482B18A0F5}"/>
                  </a:ext>
                </a:extLst>
              </p:cNvPr>
              <p:cNvSpPr txBox="1"/>
              <p:nvPr/>
            </p:nvSpPr>
            <p:spPr>
              <a:xfrm>
                <a:off x="10517636" y="3772373"/>
                <a:ext cx="8897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−</m:t>
                      </m:r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8</m:t>
                      </m:r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2" name="标签4">
                <a:extLst>
                  <a:ext uri="{FF2B5EF4-FFF2-40B4-BE49-F238E27FC236}">
                    <a16:creationId xmlns:a16="http://schemas.microsoft.com/office/drawing/2014/main" id="{B40EB7CE-B7F7-9CB4-6EE8-73482B18A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7636" y="3772373"/>
                <a:ext cx="889721" cy="523220"/>
              </a:xfrm>
              <a:prstGeom prst="rect">
                <a:avLst/>
              </a:prstGeom>
              <a:blipFill>
                <a:blip r:embed="rId35"/>
                <a:stretch>
                  <a:fillRect r="-14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3" name="幅频2">
            <a:extLst>
              <a:ext uri="{FF2B5EF4-FFF2-40B4-BE49-F238E27FC236}">
                <a16:creationId xmlns:a16="http://schemas.microsoft.com/office/drawing/2014/main" id="{24541024-5F57-6A8B-9F2E-7006E892FA19}"/>
              </a:ext>
            </a:extLst>
          </p:cNvPr>
          <p:cNvCxnSpPr>
            <a:cxnSpLocks/>
          </p:cNvCxnSpPr>
          <p:nvPr/>
        </p:nvCxnSpPr>
        <p:spPr>
          <a:xfrm flipH="1">
            <a:off x="7659221" y="3766267"/>
            <a:ext cx="1832751" cy="0"/>
          </a:xfrm>
          <a:prstGeom prst="line">
            <a:avLst/>
          </a:prstGeom>
          <a:ln w="38100">
            <a:solidFill>
              <a:srgbClr val="E4486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基准点3">
            <a:extLst>
              <a:ext uri="{FF2B5EF4-FFF2-40B4-BE49-F238E27FC236}">
                <a16:creationId xmlns:a16="http://schemas.microsoft.com/office/drawing/2014/main" id="{7D5F06BA-084D-A479-23FC-3A810A91A8EA}"/>
              </a:ext>
            </a:extLst>
          </p:cNvPr>
          <p:cNvSpPr/>
          <p:nvPr/>
        </p:nvSpPr>
        <p:spPr>
          <a:xfrm>
            <a:off x="11215103" y="4276533"/>
            <a:ext cx="122752" cy="122752"/>
          </a:xfrm>
          <a:prstGeom prst="ellipse">
            <a:avLst/>
          </a:prstGeom>
          <a:solidFill>
            <a:srgbClr val="159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36" name="辅助线3">
            <a:extLst>
              <a:ext uri="{FF2B5EF4-FFF2-40B4-BE49-F238E27FC236}">
                <a16:creationId xmlns:a16="http://schemas.microsoft.com/office/drawing/2014/main" id="{406CC286-AC15-5CF1-3F69-AB910C1C3DC2}"/>
              </a:ext>
            </a:extLst>
          </p:cNvPr>
          <p:cNvCxnSpPr>
            <a:cxnSpLocks/>
            <a:endCxn id="135" idx="2"/>
          </p:cNvCxnSpPr>
          <p:nvPr/>
        </p:nvCxnSpPr>
        <p:spPr>
          <a:xfrm>
            <a:off x="9482740" y="3766153"/>
            <a:ext cx="1732363" cy="571756"/>
          </a:xfrm>
          <a:prstGeom prst="line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标签3">
                <a:extLst>
                  <a:ext uri="{FF2B5EF4-FFF2-40B4-BE49-F238E27FC236}">
                    <a16:creationId xmlns:a16="http://schemas.microsoft.com/office/drawing/2014/main" id="{FD917255-A18E-9815-BA07-53795322A510}"/>
                  </a:ext>
                </a:extLst>
              </p:cNvPr>
              <p:cNvSpPr txBox="1"/>
              <p:nvPr/>
            </p:nvSpPr>
            <p:spPr>
              <a:xfrm>
                <a:off x="9780417" y="3543024"/>
                <a:ext cx="8897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−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4</m:t>
                      </m:r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3" name="标签3">
                <a:extLst>
                  <a:ext uri="{FF2B5EF4-FFF2-40B4-BE49-F238E27FC236}">
                    <a16:creationId xmlns:a16="http://schemas.microsoft.com/office/drawing/2014/main" id="{FD917255-A18E-9815-BA07-53795322A5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0417" y="3543024"/>
                <a:ext cx="889721" cy="52322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7" name="幅频3">
            <a:extLst>
              <a:ext uri="{FF2B5EF4-FFF2-40B4-BE49-F238E27FC236}">
                <a16:creationId xmlns:a16="http://schemas.microsoft.com/office/drawing/2014/main" id="{82444431-F76C-5A42-E7F0-367A5628A00E}"/>
              </a:ext>
            </a:extLst>
          </p:cNvPr>
          <p:cNvCxnSpPr>
            <a:cxnSpLocks/>
          </p:cNvCxnSpPr>
          <p:nvPr/>
        </p:nvCxnSpPr>
        <p:spPr>
          <a:xfrm>
            <a:off x="9452011" y="3754912"/>
            <a:ext cx="1346196" cy="444802"/>
          </a:xfrm>
          <a:prstGeom prst="line">
            <a:avLst/>
          </a:prstGeom>
          <a:ln w="38100">
            <a:solidFill>
              <a:srgbClr val="E4486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基准点4">
            <a:extLst>
              <a:ext uri="{FF2B5EF4-FFF2-40B4-BE49-F238E27FC236}">
                <a16:creationId xmlns:a16="http://schemas.microsoft.com/office/drawing/2014/main" id="{0185D51E-ABB5-7DCB-05BA-4B6A4CE17C4C}"/>
              </a:ext>
            </a:extLst>
          </p:cNvPr>
          <p:cNvSpPr/>
          <p:nvPr/>
        </p:nvSpPr>
        <p:spPr>
          <a:xfrm>
            <a:off x="11215103" y="4792153"/>
            <a:ext cx="122752" cy="122752"/>
          </a:xfrm>
          <a:prstGeom prst="ellipse">
            <a:avLst/>
          </a:prstGeom>
          <a:solidFill>
            <a:srgbClr val="159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40" name="幅频4">
            <a:extLst>
              <a:ext uri="{FF2B5EF4-FFF2-40B4-BE49-F238E27FC236}">
                <a16:creationId xmlns:a16="http://schemas.microsoft.com/office/drawing/2014/main" id="{5C1E48C0-271F-4659-3A57-A6EE8CAD46B4}"/>
              </a:ext>
            </a:extLst>
          </p:cNvPr>
          <p:cNvCxnSpPr>
            <a:cxnSpLocks/>
          </p:cNvCxnSpPr>
          <p:nvPr/>
        </p:nvCxnSpPr>
        <p:spPr>
          <a:xfrm>
            <a:off x="10798207" y="4195568"/>
            <a:ext cx="485856" cy="346755"/>
          </a:xfrm>
          <a:prstGeom prst="line">
            <a:avLst/>
          </a:prstGeom>
          <a:ln w="38100">
            <a:solidFill>
              <a:srgbClr val="E4486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相频响应">
            <a:extLst>
              <a:ext uri="{FF2B5EF4-FFF2-40B4-BE49-F238E27FC236}">
                <a16:creationId xmlns:a16="http://schemas.microsoft.com/office/drawing/2014/main" id="{0150CA9D-9665-E6C6-9087-2EA432388944}"/>
              </a:ext>
            </a:extLst>
          </p:cNvPr>
          <p:cNvSpPr/>
          <p:nvPr/>
        </p:nvSpPr>
        <p:spPr>
          <a:xfrm flipV="1">
            <a:off x="5855922" y="3650969"/>
            <a:ext cx="5419154" cy="260212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107941"/>
              <a:gd name="connsiteY0" fmla="*/ 4453 h 15356"/>
              <a:gd name="connsiteX1" fmla="*/ 3107941 w 3107941"/>
              <a:gd name="connsiteY1" fmla="*/ 15356 h 15356"/>
              <a:gd name="connsiteX0" fmla="*/ 0 w 3107941"/>
              <a:gd name="connsiteY0" fmla="*/ 301651 h 312554"/>
              <a:gd name="connsiteX1" fmla="*/ 3107941 w 3107941"/>
              <a:gd name="connsiteY1" fmla="*/ 312554 h 312554"/>
              <a:gd name="connsiteX0" fmla="*/ 0 w 3338740"/>
              <a:gd name="connsiteY0" fmla="*/ 301651 h 321067"/>
              <a:gd name="connsiteX1" fmla="*/ 3107941 w 3338740"/>
              <a:gd name="connsiteY1" fmla="*/ 312554 h 321067"/>
              <a:gd name="connsiteX2" fmla="*/ 3109963 w 3338740"/>
              <a:gd name="connsiteY2" fmla="*/ 321067 h 321067"/>
              <a:gd name="connsiteX0" fmla="*/ 0 w 3306885"/>
              <a:gd name="connsiteY0" fmla="*/ 301651 h 312594"/>
              <a:gd name="connsiteX1" fmla="*/ 3107941 w 3306885"/>
              <a:gd name="connsiteY1" fmla="*/ 312554 h 312594"/>
              <a:gd name="connsiteX2" fmla="*/ 2968339 w 3306885"/>
              <a:gd name="connsiteY2" fmla="*/ 126823 h 312594"/>
              <a:gd name="connsiteX0" fmla="*/ 544316 w 3512655"/>
              <a:gd name="connsiteY0" fmla="*/ 523152 h 523153"/>
              <a:gd name="connsiteX1" fmla="*/ 1854717 w 3512655"/>
              <a:gd name="connsiteY1" fmla="*/ 252401 h 523153"/>
              <a:gd name="connsiteX2" fmla="*/ 3512655 w 3512655"/>
              <a:gd name="connsiteY2" fmla="*/ 348324 h 523153"/>
              <a:gd name="connsiteX0" fmla="*/ 544316 w 3643385"/>
              <a:gd name="connsiteY0" fmla="*/ 523152 h 542568"/>
              <a:gd name="connsiteX1" fmla="*/ 1854717 w 3643385"/>
              <a:gd name="connsiteY1" fmla="*/ 252401 h 542568"/>
              <a:gd name="connsiteX2" fmla="*/ 3643385 w 3643385"/>
              <a:gd name="connsiteY2" fmla="*/ 542568 h 542568"/>
              <a:gd name="connsiteX0" fmla="*/ 0 w 3099069"/>
              <a:gd name="connsiteY0" fmla="*/ 284005 h 303421"/>
              <a:gd name="connsiteX1" fmla="*/ 1310401 w 3099069"/>
              <a:gd name="connsiteY1" fmla="*/ 13254 h 303421"/>
              <a:gd name="connsiteX2" fmla="*/ 3099069 w 3099069"/>
              <a:gd name="connsiteY2" fmla="*/ 303421 h 303421"/>
              <a:gd name="connsiteX0" fmla="*/ 0 w 3099069"/>
              <a:gd name="connsiteY0" fmla="*/ 270751 h 290167"/>
              <a:gd name="connsiteX1" fmla="*/ 1310401 w 3099069"/>
              <a:gd name="connsiteY1" fmla="*/ 0 h 290167"/>
              <a:gd name="connsiteX2" fmla="*/ 3099069 w 3099069"/>
              <a:gd name="connsiteY2" fmla="*/ 290167 h 290167"/>
              <a:gd name="connsiteX0" fmla="*/ 0 w 3099069"/>
              <a:gd name="connsiteY0" fmla="*/ 309600 h 329016"/>
              <a:gd name="connsiteX1" fmla="*/ 616805 w 3099069"/>
              <a:gd name="connsiteY1" fmla="*/ 0 h 329016"/>
              <a:gd name="connsiteX2" fmla="*/ 3099069 w 3099069"/>
              <a:gd name="connsiteY2" fmla="*/ 329016 h 329016"/>
              <a:gd name="connsiteX0" fmla="*/ 0 w 3099069"/>
              <a:gd name="connsiteY0" fmla="*/ 309600 h 334934"/>
              <a:gd name="connsiteX1" fmla="*/ 616805 w 3099069"/>
              <a:gd name="connsiteY1" fmla="*/ 0 h 334934"/>
              <a:gd name="connsiteX2" fmla="*/ 3099069 w 3099069"/>
              <a:gd name="connsiteY2" fmla="*/ 329016 h 334934"/>
              <a:gd name="connsiteX0" fmla="*/ 0 w 3062755"/>
              <a:gd name="connsiteY0" fmla="*/ 309600 h 309606"/>
              <a:gd name="connsiteX1" fmla="*/ 616805 w 3062755"/>
              <a:gd name="connsiteY1" fmla="*/ 0 h 309606"/>
              <a:gd name="connsiteX2" fmla="*/ 3062755 w 3062755"/>
              <a:gd name="connsiteY2" fmla="*/ 154196 h 309606"/>
              <a:gd name="connsiteX0" fmla="*/ 0 w 3102700"/>
              <a:gd name="connsiteY0" fmla="*/ 309600 h 327278"/>
              <a:gd name="connsiteX1" fmla="*/ 616805 w 3102700"/>
              <a:gd name="connsiteY1" fmla="*/ 0 h 327278"/>
              <a:gd name="connsiteX2" fmla="*/ 3102700 w 3102700"/>
              <a:gd name="connsiteY2" fmla="*/ 319304 h 327278"/>
              <a:gd name="connsiteX0" fmla="*/ 0 w 3102700"/>
              <a:gd name="connsiteY0" fmla="*/ 309600 h 319303"/>
              <a:gd name="connsiteX1" fmla="*/ 616805 w 3102700"/>
              <a:gd name="connsiteY1" fmla="*/ 0 h 319303"/>
              <a:gd name="connsiteX2" fmla="*/ 3102700 w 3102700"/>
              <a:gd name="connsiteY2" fmla="*/ 319304 h 319303"/>
              <a:gd name="connsiteX0" fmla="*/ 0 w 3102700"/>
              <a:gd name="connsiteY0" fmla="*/ 309600 h 319305"/>
              <a:gd name="connsiteX1" fmla="*/ 616805 w 3102700"/>
              <a:gd name="connsiteY1" fmla="*/ 0 h 319305"/>
              <a:gd name="connsiteX2" fmla="*/ 3102700 w 3102700"/>
              <a:gd name="connsiteY2" fmla="*/ 319304 h 319305"/>
              <a:gd name="connsiteX0" fmla="*/ 0 w 3102700"/>
              <a:gd name="connsiteY0" fmla="*/ 173629 h 183332"/>
              <a:gd name="connsiteX1" fmla="*/ 754798 w 3102700"/>
              <a:gd name="connsiteY1" fmla="*/ 0 h 183332"/>
              <a:gd name="connsiteX2" fmla="*/ 3102700 w 3102700"/>
              <a:gd name="connsiteY2" fmla="*/ 183333 h 183332"/>
              <a:gd name="connsiteX0" fmla="*/ 0 w 3102700"/>
              <a:gd name="connsiteY0" fmla="*/ 297176 h 306881"/>
              <a:gd name="connsiteX1" fmla="*/ 754798 w 3102700"/>
              <a:gd name="connsiteY1" fmla="*/ 123547 h 306881"/>
              <a:gd name="connsiteX2" fmla="*/ 3102700 w 3102700"/>
              <a:gd name="connsiteY2" fmla="*/ 306880 h 306881"/>
              <a:gd name="connsiteX0" fmla="*/ 0 w 3102700"/>
              <a:gd name="connsiteY0" fmla="*/ 297178 h 365393"/>
              <a:gd name="connsiteX1" fmla="*/ 754798 w 3102700"/>
              <a:gd name="connsiteY1" fmla="*/ 123549 h 365393"/>
              <a:gd name="connsiteX2" fmla="*/ 3102700 w 3102700"/>
              <a:gd name="connsiteY2" fmla="*/ 306882 h 365393"/>
              <a:gd name="connsiteX0" fmla="*/ 0 w 3102700"/>
              <a:gd name="connsiteY0" fmla="*/ 297178 h 306882"/>
              <a:gd name="connsiteX1" fmla="*/ 754798 w 3102700"/>
              <a:gd name="connsiteY1" fmla="*/ 123549 h 306882"/>
              <a:gd name="connsiteX2" fmla="*/ 3102700 w 3102700"/>
              <a:gd name="connsiteY2" fmla="*/ 306882 h 306882"/>
              <a:gd name="connsiteX0" fmla="*/ 0 w 3091806"/>
              <a:gd name="connsiteY0" fmla="*/ 776990 h 776992"/>
              <a:gd name="connsiteX1" fmla="*/ 754798 w 3091806"/>
              <a:gd name="connsiteY1" fmla="*/ 603361 h 776992"/>
              <a:gd name="connsiteX2" fmla="*/ 3091806 w 3091806"/>
              <a:gd name="connsiteY2" fmla="*/ 3 h 776992"/>
              <a:gd name="connsiteX0" fmla="*/ 0 w 3091806"/>
              <a:gd name="connsiteY0" fmla="*/ 776993 h 776994"/>
              <a:gd name="connsiteX1" fmla="*/ 762061 w 3091806"/>
              <a:gd name="connsiteY1" fmla="*/ 195450 h 776994"/>
              <a:gd name="connsiteX2" fmla="*/ 3091806 w 3091806"/>
              <a:gd name="connsiteY2" fmla="*/ 6 h 776994"/>
              <a:gd name="connsiteX0" fmla="*/ 0 w 3091806"/>
              <a:gd name="connsiteY0" fmla="*/ 777050 h 777051"/>
              <a:gd name="connsiteX1" fmla="*/ 762061 w 3091806"/>
              <a:gd name="connsiteY1" fmla="*/ 195507 h 777051"/>
              <a:gd name="connsiteX2" fmla="*/ 3091806 w 3091806"/>
              <a:gd name="connsiteY2" fmla="*/ 63 h 777051"/>
              <a:gd name="connsiteX0" fmla="*/ 0 w 3091806"/>
              <a:gd name="connsiteY0" fmla="*/ 777050 h 777053"/>
              <a:gd name="connsiteX1" fmla="*/ 762061 w 3091806"/>
              <a:gd name="connsiteY1" fmla="*/ 195507 h 777053"/>
              <a:gd name="connsiteX2" fmla="*/ 3091806 w 3091806"/>
              <a:gd name="connsiteY2" fmla="*/ 63 h 777053"/>
              <a:gd name="connsiteX0" fmla="*/ 0 w 3091806"/>
              <a:gd name="connsiteY0" fmla="*/ 783267 h 783269"/>
              <a:gd name="connsiteX1" fmla="*/ 798375 w 3091806"/>
              <a:gd name="connsiteY1" fmla="*/ 124026 h 783269"/>
              <a:gd name="connsiteX2" fmla="*/ 3091806 w 3091806"/>
              <a:gd name="connsiteY2" fmla="*/ 6280 h 783269"/>
              <a:gd name="connsiteX0" fmla="*/ 0 w 3091806"/>
              <a:gd name="connsiteY0" fmla="*/ 780834 h 780836"/>
              <a:gd name="connsiteX1" fmla="*/ 1008996 w 3091806"/>
              <a:gd name="connsiteY1" fmla="*/ 131305 h 780836"/>
              <a:gd name="connsiteX2" fmla="*/ 3091806 w 3091806"/>
              <a:gd name="connsiteY2" fmla="*/ 3847 h 780836"/>
              <a:gd name="connsiteX0" fmla="*/ 0 w 3091806"/>
              <a:gd name="connsiteY0" fmla="*/ 777029 h 777031"/>
              <a:gd name="connsiteX1" fmla="*/ 1008996 w 3091806"/>
              <a:gd name="connsiteY1" fmla="*/ 127500 h 777031"/>
              <a:gd name="connsiteX2" fmla="*/ 3091806 w 3091806"/>
              <a:gd name="connsiteY2" fmla="*/ 42 h 777031"/>
              <a:gd name="connsiteX0" fmla="*/ 0 w 3091806"/>
              <a:gd name="connsiteY0" fmla="*/ 777029 h 777031"/>
              <a:gd name="connsiteX1" fmla="*/ 1008996 w 3091806"/>
              <a:gd name="connsiteY1" fmla="*/ 127500 h 777031"/>
              <a:gd name="connsiteX2" fmla="*/ 3091806 w 3091806"/>
              <a:gd name="connsiteY2" fmla="*/ 42 h 777031"/>
              <a:gd name="connsiteX0" fmla="*/ 0 w 3091806"/>
              <a:gd name="connsiteY0" fmla="*/ 777029 h 777031"/>
              <a:gd name="connsiteX1" fmla="*/ 1008996 w 3091806"/>
              <a:gd name="connsiteY1" fmla="*/ 127500 h 777031"/>
              <a:gd name="connsiteX2" fmla="*/ 3091806 w 3091806"/>
              <a:gd name="connsiteY2" fmla="*/ 42 h 777031"/>
              <a:gd name="connsiteX0" fmla="*/ 0 w 3091806"/>
              <a:gd name="connsiteY0" fmla="*/ 777023 h 777025"/>
              <a:gd name="connsiteX1" fmla="*/ 1008996 w 3091806"/>
              <a:gd name="connsiteY1" fmla="*/ 127494 h 777025"/>
              <a:gd name="connsiteX2" fmla="*/ 3091806 w 3091806"/>
              <a:gd name="connsiteY2" fmla="*/ 36 h 777025"/>
              <a:gd name="connsiteX0" fmla="*/ 0 w 3091806"/>
              <a:gd name="connsiteY0" fmla="*/ 777023 h 777023"/>
              <a:gd name="connsiteX1" fmla="*/ 1008996 w 3091806"/>
              <a:gd name="connsiteY1" fmla="*/ 127494 h 777023"/>
              <a:gd name="connsiteX2" fmla="*/ 3091806 w 3091806"/>
              <a:gd name="connsiteY2" fmla="*/ 36 h 777023"/>
              <a:gd name="connsiteX0" fmla="*/ 0 w 3091806"/>
              <a:gd name="connsiteY0" fmla="*/ 777116 h 777116"/>
              <a:gd name="connsiteX1" fmla="*/ 1034416 w 3091806"/>
              <a:gd name="connsiteY1" fmla="*/ 79025 h 777116"/>
              <a:gd name="connsiteX2" fmla="*/ 3091806 w 3091806"/>
              <a:gd name="connsiteY2" fmla="*/ 129 h 777116"/>
              <a:gd name="connsiteX0" fmla="*/ 0 w 3091806"/>
              <a:gd name="connsiteY0" fmla="*/ 776988 h 776988"/>
              <a:gd name="connsiteX1" fmla="*/ 1034416 w 3091806"/>
              <a:gd name="connsiteY1" fmla="*/ 78897 h 776988"/>
              <a:gd name="connsiteX2" fmla="*/ 3091806 w 3091806"/>
              <a:gd name="connsiteY2" fmla="*/ 1 h 776988"/>
              <a:gd name="connsiteX0" fmla="*/ 0 w 3091806"/>
              <a:gd name="connsiteY0" fmla="*/ 776986 h 776986"/>
              <a:gd name="connsiteX1" fmla="*/ 1038048 w 3091806"/>
              <a:gd name="connsiteY1" fmla="*/ 146881 h 776986"/>
              <a:gd name="connsiteX2" fmla="*/ 3091806 w 3091806"/>
              <a:gd name="connsiteY2" fmla="*/ -1 h 776986"/>
              <a:gd name="connsiteX0" fmla="*/ 0 w 3091806"/>
              <a:gd name="connsiteY0" fmla="*/ 776988 h 776988"/>
              <a:gd name="connsiteX1" fmla="*/ 1038048 w 3091806"/>
              <a:gd name="connsiteY1" fmla="*/ 146883 h 776988"/>
              <a:gd name="connsiteX2" fmla="*/ 3091806 w 3091806"/>
              <a:gd name="connsiteY2" fmla="*/ 1 h 776988"/>
              <a:gd name="connsiteX0" fmla="*/ 0 w 3091806"/>
              <a:gd name="connsiteY0" fmla="*/ 776986 h 776986"/>
              <a:gd name="connsiteX1" fmla="*/ 1038048 w 3091806"/>
              <a:gd name="connsiteY1" fmla="*/ 146881 h 776986"/>
              <a:gd name="connsiteX2" fmla="*/ 3091806 w 3091806"/>
              <a:gd name="connsiteY2" fmla="*/ -1 h 776986"/>
              <a:gd name="connsiteX0" fmla="*/ 0 w 3080912"/>
              <a:gd name="connsiteY0" fmla="*/ 1146053 h 1146053"/>
              <a:gd name="connsiteX1" fmla="*/ 1038048 w 3080912"/>
              <a:gd name="connsiteY1" fmla="*/ 515948 h 1146053"/>
              <a:gd name="connsiteX2" fmla="*/ 3080912 w 3080912"/>
              <a:gd name="connsiteY2" fmla="*/ 0 h 1146053"/>
              <a:gd name="connsiteX0" fmla="*/ 0 w 3080912"/>
              <a:gd name="connsiteY0" fmla="*/ 1146053 h 1146053"/>
              <a:gd name="connsiteX1" fmla="*/ 1107045 w 3080912"/>
              <a:gd name="connsiteY1" fmla="*/ 331416 h 1146053"/>
              <a:gd name="connsiteX2" fmla="*/ 3080912 w 3080912"/>
              <a:gd name="connsiteY2" fmla="*/ 0 h 1146053"/>
              <a:gd name="connsiteX0" fmla="*/ 0 w 3080912"/>
              <a:gd name="connsiteY0" fmla="*/ 1146053 h 1146053"/>
              <a:gd name="connsiteX1" fmla="*/ 1107045 w 3080912"/>
              <a:gd name="connsiteY1" fmla="*/ 331416 h 1146053"/>
              <a:gd name="connsiteX2" fmla="*/ 3080912 w 3080912"/>
              <a:gd name="connsiteY2" fmla="*/ 0 h 1146053"/>
              <a:gd name="connsiteX0" fmla="*/ 0 w 3080912"/>
              <a:gd name="connsiteY0" fmla="*/ 1146053 h 1146053"/>
              <a:gd name="connsiteX1" fmla="*/ 1321298 w 3080912"/>
              <a:gd name="connsiteY1" fmla="*/ 389689 h 1146053"/>
              <a:gd name="connsiteX2" fmla="*/ 3080912 w 3080912"/>
              <a:gd name="connsiteY2" fmla="*/ 0 h 1146053"/>
              <a:gd name="connsiteX0" fmla="*/ 0 w 3080912"/>
              <a:gd name="connsiteY0" fmla="*/ 1146053 h 1146053"/>
              <a:gd name="connsiteX1" fmla="*/ 1321298 w 3080912"/>
              <a:gd name="connsiteY1" fmla="*/ 389689 h 1146053"/>
              <a:gd name="connsiteX2" fmla="*/ 3080912 w 3080912"/>
              <a:gd name="connsiteY2" fmla="*/ 0 h 1146053"/>
              <a:gd name="connsiteX0" fmla="*/ 0 w 3102700"/>
              <a:gd name="connsiteY0" fmla="*/ 765238 h 1106537"/>
              <a:gd name="connsiteX1" fmla="*/ 1321298 w 3102700"/>
              <a:gd name="connsiteY1" fmla="*/ 8874 h 1106537"/>
              <a:gd name="connsiteX2" fmla="*/ 3102700 w 3102700"/>
              <a:gd name="connsiteY2" fmla="*/ 1105159 h 1106537"/>
              <a:gd name="connsiteX0" fmla="*/ 0 w 3102700"/>
              <a:gd name="connsiteY0" fmla="*/ 4628 h 348950"/>
              <a:gd name="connsiteX1" fmla="*/ 1343087 w 3102700"/>
              <a:gd name="connsiteY1" fmla="*/ 141791 h 348950"/>
              <a:gd name="connsiteX2" fmla="*/ 3102700 w 3102700"/>
              <a:gd name="connsiteY2" fmla="*/ 344549 h 348950"/>
              <a:gd name="connsiteX0" fmla="*/ 0 w 3102700"/>
              <a:gd name="connsiteY0" fmla="*/ 4628 h 353462"/>
              <a:gd name="connsiteX1" fmla="*/ 1343087 w 3102700"/>
              <a:gd name="connsiteY1" fmla="*/ 141791 h 353462"/>
              <a:gd name="connsiteX2" fmla="*/ 3102700 w 3102700"/>
              <a:gd name="connsiteY2" fmla="*/ 344549 h 353462"/>
              <a:gd name="connsiteX0" fmla="*/ 0 w 3102700"/>
              <a:gd name="connsiteY0" fmla="*/ 8768 h 357602"/>
              <a:gd name="connsiteX1" fmla="*/ 1343087 w 3102700"/>
              <a:gd name="connsiteY1" fmla="*/ 145931 h 357602"/>
              <a:gd name="connsiteX2" fmla="*/ 3102700 w 3102700"/>
              <a:gd name="connsiteY2" fmla="*/ 348689 h 357602"/>
              <a:gd name="connsiteX0" fmla="*/ 0 w 3077280"/>
              <a:gd name="connsiteY0" fmla="*/ 8768 h 385634"/>
              <a:gd name="connsiteX1" fmla="*/ 1343087 w 3077280"/>
              <a:gd name="connsiteY1" fmla="*/ 145931 h 385634"/>
              <a:gd name="connsiteX2" fmla="*/ 3077280 w 3077280"/>
              <a:gd name="connsiteY2" fmla="*/ 377826 h 385634"/>
              <a:gd name="connsiteX0" fmla="*/ 0 w 3102700"/>
              <a:gd name="connsiteY0" fmla="*/ 8768 h 385634"/>
              <a:gd name="connsiteX1" fmla="*/ 1343087 w 3102700"/>
              <a:gd name="connsiteY1" fmla="*/ 145931 h 385634"/>
              <a:gd name="connsiteX2" fmla="*/ 3102700 w 3102700"/>
              <a:gd name="connsiteY2" fmla="*/ 377826 h 385634"/>
              <a:gd name="connsiteX0" fmla="*/ 0 w 3102700"/>
              <a:gd name="connsiteY0" fmla="*/ 6469 h 386489"/>
              <a:gd name="connsiteX1" fmla="*/ 1023524 w 3102700"/>
              <a:gd name="connsiteY1" fmla="*/ 211618 h 386489"/>
              <a:gd name="connsiteX2" fmla="*/ 3102700 w 3102700"/>
              <a:gd name="connsiteY2" fmla="*/ 375527 h 386489"/>
              <a:gd name="connsiteX0" fmla="*/ 0 w 3102700"/>
              <a:gd name="connsiteY0" fmla="*/ 6469 h 387789"/>
              <a:gd name="connsiteX1" fmla="*/ 1023524 w 3102700"/>
              <a:gd name="connsiteY1" fmla="*/ 211618 h 387789"/>
              <a:gd name="connsiteX2" fmla="*/ 3102700 w 3102700"/>
              <a:gd name="connsiteY2" fmla="*/ 375527 h 387789"/>
              <a:gd name="connsiteX0" fmla="*/ 0 w 3102700"/>
              <a:gd name="connsiteY0" fmla="*/ 9508 h 390828"/>
              <a:gd name="connsiteX1" fmla="*/ 1023524 w 3102700"/>
              <a:gd name="connsiteY1" fmla="*/ 214657 h 390828"/>
              <a:gd name="connsiteX2" fmla="*/ 3102700 w 3102700"/>
              <a:gd name="connsiteY2" fmla="*/ 378566 h 390828"/>
              <a:gd name="connsiteX0" fmla="*/ 0 w 3102700"/>
              <a:gd name="connsiteY0" fmla="*/ 9508 h 399714"/>
              <a:gd name="connsiteX1" fmla="*/ 1023524 w 3102700"/>
              <a:gd name="connsiteY1" fmla="*/ 214657 h 399714"/>
              <a:gd name="connsiteX2" fmla="*/ 3102700 w 3102700"/>
              <a:gd name="connsiteY2" fmla="*/ 378566 h 399714"/>
              <a:gd name="connsiteX0" fmla="*/ 0 w 3099069"/>
              <a:gd name="connsiteY0" fmla="*/ 9508 h 415922"/>
              <a:gd name="connsiteX1" fmla="*/ 1023524 w 3099069"/>
              <a:gd name="connsiteY1" fmla="*/ 214657 h 415922"/>
              <a:gd name="connsiteX2" fmla="*/ 3099069 w 3099069"/>
              <a:gd name="connsiteY2" fmla="*/ 397990 h 415922"/>
              <a:gd name="connsiteX0" fmla="*/ 0 w 3099069"/>
              <a:gd name="connsiteY0" fmla="*/ 9508 h 397990"/>
              <a:gd name="connsiteX1" fmla="*/ 1023524 w 3099069"/>
              <a:gd name="connsiteY1" fmla="*/ 214657 h 397990"/>
              <a:gd name="connsiteX2" fmla="*/ 3099069 w 3099069"/>
              <a:gd name="connsiteY2" fmla="*/ 397990 h 39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99069" h="397990">
                <a:moveTo>
                  <a:pt x="0" y="9508"/>
                </a:moveTo>
                <a:cubicBezTo>
                  <a:pt x="528662" y="-37614"/>
                  <a:pt x="691696" y="99826"/>
                  <a:pt x="1023524" y="214657"/>
                </a:cubicBezTo>
                <a:cubicBezTo>
                  <a:pt x="1446651" y="398789"/>
                  <a:pt x="2399957" y="378965"/>
                  <a:pt x="3099069" y="397990"/>
                </a:cubicBezTo>
              </a:path>
            </a:pathLst>
          </a:custGeom>
          <a:noFill/>
          <a:ln w="38100">
            <a:solidFill>
              <a:srgbClr val="159F84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9017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 tmFilter="0, 0; .2, .5; .8, .5; 1, 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250" autoRev="1" fill="hold"/>
                                        <p:tgtEl>
                                          <p:spTgt spid="1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 tmFilter="0, 0; .2, .5; .8, .5; 1, 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0" dur="250" autoRev="1" fill="hold"/>
                                        <p:tgtEl>
                                          <p:spTgt spid="13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 tmFilter="0, 0; .2, .5; .8, .5; 1, 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2" dur="250" autoRev="1" fill="hold"/>
                                        <p:tgtEl>
                                          <p:spTgt spid="1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85532E-7 2.96296E-6 L 0.04662 2.96296E-6 " pathEditMode="relative" rAng="0" ptsTypes="AA">
                                      <p:cBhvr>
                                        <p:cTn id="121" dur="2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000"/>
                            </p:stCondLst>
                            <p:childTnLst>
                              <p:par>
                                <p:cTn id="1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/>
      <p:bldP spid="102" grpId="0"/>
      <p:bldP spid="99" grpId="0"/>
      <p:bldP spid="45" grpId="0"/>
      <p:bldP spid="92" grpId="0"/>
      <p:bldP spid="131" grpId="0" animBg="1"/>
      <p:bldP spid="131" grpId="1" animBg="1"/>
      <p:bldP spid="141" grpId="0"/>
      <p:bldP spid="142" grpId="0"/>
      <p:bldP spid="135" grpId="0" animBg="1"/>
      <p:bldP spid="135" grpId="1" animBg="1"/>
      <p:bldP spid="143" grpId="0"/>
      <p:bldP spid="127" grpId="0" animBg="1"/>
      <p:bldP spid="127" grpId="1" animBg="1"/>
      <p:bldP spid="14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3" name="结果1">
                <a:extLst>
                  <a:ext uri="{FF2B5EF4-FFF2-40B4-BE49-F238E27FC236}">
                    <a16:creationId xmlns:a16="http://schemas.microsoft.com/office/drawing/2014/main" id="{29DE74F0-24F5-ACC5-A0C9-0608FB18DF88}"/>
                  </a:ext>
                </a:extLst>
              </p:cNvPr>
              <p:cNvSpPr txBox="1"/>
              <p:nvPr/>
            </p:nvSpPr>
            <p:spPr>
              <a:xfrm>
                <a:off x="7352481" y="871597"/>
                <a:ext cx="4378409" cy="11808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𝐺</m:t>
                    </m:r>
                    <m:d>
                      <m:d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</m:e>
                    </m:d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f>
                          <m:f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8</m:t>
                            </m:r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×0.1</m:t>
                            </m:r>
                          </m:num>
                          <m:den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25</m:t>
                            </m:r>
                          </m:den>
                        </m:f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(</m:t>
                        </m:r>
                        <m:box>
                          <m:box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𝑠</m:t>
                                </m:r>
                              </m:num>
                              <m:den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0.</m:t>
                                </m:r>
                                <m: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1</m:t>
                                </m:r>
                              </m:den>
                            </m:f>
                          </m:e>
                        </m:box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+1)</m:t>
                        </m:r>
                      </m:num>
                      <m:den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d>
                          <m:d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+</m:t>
                            </m:r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𝑠</m:t>
                            </m:r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+1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kumimoji="1" lang="en-US" altLang="zh-CN" sz="2800" i="1">
                                            <a:latin typeface="Cambria Math" panose="02040503050406030204" pitchFamily="18" charset="0"/>
                                            <a:ea typeface="Microsoft YaHei" panose="020B0503020204020204" pitchFamily="34" charset="-122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1" lang="en-US" altLang="zh-CN" sz="2800" i="1">
                                            <a:latin typeface="Cambria Math" panose="02040503050406030204" pitchFamily="18" charset="0"/>
                                            <a:ea typeface="Microsoft YaHei" panose="020B0503020204020204" pitchFamily="34" charset="-122"/>
                                          </a:rPr>
                                          <m:t>𝑠</m:t>
                                        </m:r>
                                      </m:num>
                                      <m:den>
                                        <m:r>
                                          <a:rPr kumimoji="1" lang="en-US" altLang="zh-CN" sz="2800" b="0" i="1" smtClean="0">
                                            <a:latin typeface="Cambria Math" panose="02040503050406030204" pitchFamily="18" charset="0"/>
                                            <a:ea typeface="Microsoft YaHei" panose="020B0503020204020204" pitchFamily="34" charset="-122"/>
                                          </a:rPr>
                                          <m:t>5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+</m:t>
                            </m:r>
                            <m:f>
                              <m:fPr>
                                <m:ctrlP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5</m:t>
                                </m:r>
                              </m:den>
                            </m:f>
                            <m:r>
                              <a:rPr kumimoji="1" lang="en-US" altLang="zh-CN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f>
                              <m:fPr>
                                <m:ctrlP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𝑠</m:t>
                                </m:r>
                              </m:num>
                              <m:den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5</m:t>
                                </m:r>
                              </m:den>
                            </m:f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+1</m:t>
                            </m:r>
                          </m:e>
                        </m:d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93" name="结果1">
                <a:extLst>
                  <a:ext uri="{FF2B5EF4-FFF2-40B4-BE49-F238E27FC236}">
                    <a16:creationId xmlns:a16="http://schemas.microsoft.com/office/drawing/2014/main" id="{29DE74F0-24F5-ACC5-A0C9-0608FB18DF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2481" y="871597"/>
                <a:ext cx="4378409" cy="1180836"/>
              </a:xfrm>
              <a:prstGeom prst="rect">
                <a:avLst/>
              </a:prstGeom>
              <a:blipFill>
                <a:blip r:embed="rId3"/>
                <a:stretch>
                  <a:fillRect l="-5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" name="箭头1">
            <a:extLst>
              <a:ext uri="{FF2B5EF4-FFF2-40B4-BE49-F238E27FC236}">
                <a16:creationId xmlns:a16="http://schemas.microsoft.com/office/drawing/2014/main" id="{A472A69C-3559-8976-99AA-8F46E285D6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461635" flipH="1">
            <a:off x="5596297" y="1279288"/>
            <a:ext cx="1573799" cy="1874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结果2">
                <a:extLst>
                  <a:ext uri="{FF2B5EF4-FFF2-40B4-BE49-F238E27FC236}">
                    <a16:creationId xmlns:a16="http://schemas.microsoft.com/office/drawing/2014/main" id="{D23AAEA1-CCC9-2450-5928-02249B4510DD}"/>
                  </a:ext>
                </a:extLst>
              </p:cNvPr>
              <p:cNvSpPr txBox="1"/>
              <p:nvPr/>
            </p:nvSpPr>
            <p:spPr>
              <a:xfrm>
                <a:off x="247960" y="2540862"/>
                <a:ext cx="3817651" cy="16878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1" lang="en-US" altLang="zh-CN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1" lang="en-US" altLang="zh-CN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0</m:t>
                                    </m:r>
                                    <m:r>
                                      <a:rPr kumimoji="1" lang="en-US" altLang="zh-CN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.1</m:t>
                                    </m:r>
                                  </m:e>
                                  <m:e>
                                    <m:r>
                                      <a:rPr kumimoji="1" lang="en-US" altLang="zh-CN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+20→</m:t>
                                    </m:r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一阶微分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1" lang="en-US" altLang="zh-CN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1" lang="en-US" altLang="zh-CN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kumimoji="1" lang="zh-CN" alt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 </m:t>
                                    </m:r>
                                    <m:r>
                                      <a:rPr kumimoji="1" lang="zh-CN" alt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   </m:t>
                                    </m:r>
                                  </m:e>
                                  <m:e>
                                    <m:r>
                                      <a:rPr kumimoji="1" lang="en-US" altLang="zh-CN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−40→</m:t>
                                    </m:r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振荡环节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1" lang="en-US" altLang="zh-CN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1" lang="en-US" altLang="zh-CN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5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kumimoji="1" lang="zh-CN" alt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 </m:t>
                                    </m:r>
                                    <m:r>
                                      <a:rPr kumimoji="1" lang="zh-CN" alt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   </m:t>
                                    </m:r>
                                  </m:e>
                                  <m:e>
                                    <m:r>
                                      <a:rPr kumimoji="1" lang="en-US" altLang="zh-CN" sz="2800" i="1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−40→</m:t>
                                    </m:r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振荡环节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2" name="结果2">
                <a:extLst>
                  <a:ext uri="{FF2B5EF4-FFF2-40B4-BE49-F238E27FC236}">
                    <a16:creationId xmlns:a16="http://schemas.microsoft.com/office/drawing/2014/main" id="{D23AAEA1-CCC9-2450-5928-02249B451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960" y="2540862"/>
                <a:ext cx="3817651" cy="1687834"/>
              </a:xfrm>
              <a:prstGeom prst="rect">
                <a:avLst/>
              </a:prstGeom>
              <a:blipFill>
                <a:blip r:embed="rId5"/>
                <a:stretch>
                  <a:fillRect l="-77152" t="-218657" r="-2980" b="-3089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结果3">
                <a:extLst>
                  <a:ext uri="{FF2B5EF4-FFF2-40B4-BE49-F238E27FC236}">
                    <a16:creationId xmlns:a16="http://schemas.microsoft.com/office/drawing/2014/main" id="{609070B0-FDB4-72AA-8FE1-CA1315A974E8}"/>
                  </a:ext>
                </a:extLst>
              </p:cNvPr>
              <p:cNvSpPr txBox="1"/>
              <p:nvPr/>
            </p:nvSpPr>
            <p:spPr>
              <a:xfrm>
                <a:off x="223914" y="4874492"/>
                <a:ext cx="5185098" cy="12114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eqArrPr>
                            <m:e>
                              <m:r>
                                <m:rPr>
                                  <m:nor/>
                                </m:rPr>
                                <a:rPr kumimoji="1" lang="zh-CN" altLang="en-US" sz="2800" dirty="0">
                                  <a:solidFill>
                                    <a:schemeClr val="tx1"/>
                                  </a:solidFill>
                                </a:rPr>
                                <m:t>基准点</m:t>
                              </m:r>
                              <m:d>
                                <m:dPr>
                                  <m:ctrlPr>
                                    <a:rPr kumimoji="1" lang="en-US" altLang="zh-CN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kumimoji="1" lang="en-US" altLang="zh-CN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=1,20</m:t>
                                  </m:r>
                                  <m:func>
                                    <m:funcPr>
                                      <m:ctrlPr>
                                        <a:rPr kumimoji="1" lang="zh-CN" altLang="en-US" sz="28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zh-CN" sz="2800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lg</m:t>
                                      </m:r>
                                    </m:fName>
                                    <m:e>
                                      <m:r>
                                        <a:rPr kumimoji="1" lang="en-US" altLang="zh-CN" sz="28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0.032</m:t>
                                      </m:r>
                                    </m:e>
                                  </m:func>
                                  <m:r>
                                    <a:rPr kumimoji="1" lang="en-US" altLang="zh-CN" sz="2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=−30</m:t>
                                  </m:r>
                                  <m:r>
                                    <a:rPr kumimoji="1" lang="zh-CN" altLang="en-US" sz="2800" b="0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 b="0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dB</m:t>
                                  </m:r>
                                </m:e>
                              </m:d>
                              <m:r>
                                <a:rPr kumimoji="1" lang="zh-CN" altLang="en-US" sz="2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kumimoji="1" lang="zh-CN" altLang="en-US" sz="2800" dirty="0">
                                  <a:solidFill>
                                    <a:schemeClr val="tx1"/>
                                  </a:solidFill>
                                </a:rPr>
                                <m:t>斜率</m:t>
                              </m:r>
                              <m:r>
                                <a:rPr kumimoji="1"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−20</m:t>
                              </m:r>
                              <m:r>
                                <a:rPr kumimoji="1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kumimoji="1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=−20</m:t>
                              </m:r>
                              <m:f>
                                <m:fPr>
                                  <m:type m:val="lin"/>
                                  <m:ctrlPr>
                                    <a:rPr kumimoji="1"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dB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dec</m:t>
                                  </m:r>
                                </m:den>
                              </m:f>
                              <m:r>
                                <a:rPr kumimoji="1" lang="zh-CN" alt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9" name="结果3">
                <a:extLst>
                  <a:ext uri="{FF2B5EF4-FFF2-40B4-BE49-F238E27FC236}">
                    <a16:creationId xmlns:a16="http://schemas.microsoft.com/office/drawing/2014/main" id="{609070B0-FDB4-72AA-8FE1-CA1315A97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914" y="4874492"/>
                <a:ext cx="5185098" cy="1211422"/>
              </a:xfrm>
              <a:prstGeom prst="rect">
                <a:avLst/>
              </a:prstGeom>
              <a:blipFill>
                <a:blip r:embed="rId6"/>
                <a:stretch>
                  <a:fillRect l="-38875" t="-208333" r="-17848" b="-2979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5264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绘制对数频率特性</a:t>
            </a:r>
            <a:r>
              <a:rPr lang="zh-CN" altLang="e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6" name="步骤1">
            <a:extLst>
              <a:ext uri="{FF2B5EF4-FFF2-40B4-BE49-F238E27FC236}">
                <a16:creationId xmlns:a16="http://schemas.microsoft.com/office/drawing/2014/main" id="{98F4674A-51B6-B55E-285D-5812200E4606}"/>
              </a:ext>
            </a:extLst>
          </p:cNvPr>
          <p:cNvGrpSpPr/>
          <p:nvPr/>
        </p:nvGrpSpPr>
        <p:grpSpPr>
          <a:xfrm>
            <a:off x="234439" y="1028501"/>
            <a:ext cx="4996671" cy="725177"/>
            <a:chOff x="4943078" y="1700704"/>
            <a:chExt cx="4996671" cy="7251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标题">
                  <a:extLst>
                    <a:ext uri="{FF2B5EF4-FFF2-40B4-BE49-F238E27FC236}">
                      <a16:creationId xmlns:a16="http://schemas.microsoft.com/office/drawing/2014/main" id="{43DA60B5-6978-89A1-FDF3-71B36825FB03}"/>
                    </a:ext>
                  </a:extLst>
                </p:cNvPr>
                <p:cNvSpPr/>
                <p:nvPr/>
              </p:nvSpPr>
              <p:spPr bwMode="auto">
                <a:xfrm>
                  <a:off x="5375126" y="1769619"/>
                  <a:ext cx="4564623" cy="576000"/>
                </a:xfrm>
                <a:prstGeom prst="roundRect">
                  <a:avLst/>
                </a:prstGeom>
                <a:solidFill>
                  <a:schemeClr val="accent4"/>
                </a:solid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marL="360000"/>
                  <a:r>
                    <a:rPr lang="zh-CN" altLang="en-US" sz="3200" b="1" dirty="0">
                      <a:solidFill>
                        <a:schemeClr val="bg1"/>
                      </a:solidFill>
                      <a:latin typeface="Stencil" panose="040409050D0802020404" pitchFamily="82" charset="0"/>
                    </a:rPr>
                    <a:t>化 </a:t>
                  </a:r>
                  <a14:m>
                    <m:oMath xmlns:m="http://schemas.openxmlformats.org/officeDocument/2006/math">
                      <m:r>
                        <a:rPr lang="en" altLang="zh-CN" sz="32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" altLang="zh-CN" sz="32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" altLang="zh-CN" sz="32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" altLang="zh-CN" sz="32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</m:oMath>
                  </a14:m>
                  <a:r>
                    <a:rPr lang="zh-CN" altLang="en-US" sz="3200" b="1" dirty="0">
                      <a:solidFill>
                        <a:schemeClr val="bg1"/>
                      </a:solidFill>
                      <a:latin typeface="Stencil" panose="040409050D0802020404" pitchFamily="82" charset="0"/>
                    </a:rPr>
                    <a:t>为尾 </a:t>
                  </a:r>
                  <a:r>
                    <a:rPr lang="en-US" altLang="zh-CN" sz="3200" b="1" dirty="0">
                      <a:solidFill>
                        <a:schemeClr val="bg1"/>
                      </a:solidFill>
                      <a:latin typeface="Stencil" panose="040409050D0802020404" pitchFamily="82" charset="0"/>
                    </a:rPr>
                    <a:t>1 </a:t>
                  </a:r>
                  <a:r>
                    <a:rPr lang="zh-CN" altLang="en-US" sz="3200" b="1" dirty="0">
                      <a:solidFill>
                        <a:schemeClr val="bg1"/>
                      </a:solidFill>
                      <a:latin typeface="Stencil" panose="040409050D0802020404" pitchFamily="82" charset="0"/>
                    </a:rPr>
                    <a:t>标准型</a:t>
                  </a:r>
                </a:p>
              </p:txBody>
            </p:sp>
          </mc:Choice>
          <mc:Fallback xmlns="">
            <p:sp>
              <p:nvSpPr>
                <p:cNvPr id="77" name="标题">
                  <a:extLst>
                    <a:ext uri="{FF2B5EF4-FFF2-40B4-BE49-F238E27FC236}">
                      <a16:creationId xmlns:a16="http://schemas.microsoft.com/office/drawing/2014/main" id="{43DA60B5-6978-89A1-FDF3-71B36825FB0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75126" y="1769619"/>
                  <a:ext cx="4564623" cy="576000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8" name="序号">
              <a:extLst>
                <a:ext uri="{FF2B5EF4-FFF2-40B4-BE49-F238E27FC236}">
                  <a16:creationId xmlns:a16="http://schemas.microsoft.com/office/drawing/2014/main" id="{1C215964-A7F2-16B2-FE56-91D7F08D78A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79" name="步骤2">
            <a:extLst>
              <a:ext uri="{FF2B5EF4-FFF2-40B4-BE49-F238E27FC236}">
                <a16:creationId xmlns:a16="http://schemas.microsoft.com/office/drawing/2014/main" id="{BF1D9419-6083-73C5-0BF6-D60D81E316A3}"/>
              </a:ext>
            </a:extLst>
          </p:cNvPr>
          <p:cNvGrpSpPr/>
          <p:nvPr/>
        </p:nvGrpSpPr>
        <p:grpSpPr>
          <a:xfrm>
            <a:off x="247960" y="1824448"/>
            <a:ext cx="4996671" cy="725177"/>
            <a:chOff x="4943078" y="1700704"/>
            <a:chExt cx="4996671" cy="725177"/>
          </a:xfrm>
        </p:grpSpPr>
        <p:sp>
          <p:nvSpPr>
            <p:cNvPr id="80" name="标题">
              <a:extLst>
                <a:ext uri="{FF2B5EF4-FFF2-40B4-BE49-F238E27FC236}">
                  <a16:creationId xmlns:a16="http://schemas.microsoft.com/office/drawing/2014/main" id="{D69D185D-D7BA-2420-6603-5CFD6FEFF253}"/>
                </a:ext>
              </a:extLst>
            </p:cNvPr>
            <p:cNvSpPr/>
            <p:nvPr/>
          </p:nvSpPr>
          <p:spPr bwMode="auto">
            <a:xfrm>
              <a:off x="5375126" y="1769619"/>
              <a:ext cx="4564623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顺序列出转折频率</a:t>
              </a:r>
            </a:p>
          </p:txBody>
        </p:sp>
        <p:sp>
          <p:nvSpPr>
            <p:cNvPr id="81" name="序号">
              <a:extLst>
                <a:ext uri="{FF2B5EF4-FFF2-40B4-BE49-F238E27FC236}">
                  <a16:creationId xmlns:a16="http://schemas.microsoft.com/office/drawing/2014/main" id="{2CB1E4C9-AD09-D308-0260-F0890608C45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82" name="步骤3">
            <a:extLst>
              <a:ext uri="{FF2B5EF4-FFF2-40B4-BE49-F238E27FC236}">
                <a16:creationId xmlns:a16="http://schemas.microsoft.com/office/drawing/2014/main" id="{C3FAE29F-BE62-BE6A-B1BD-7DCDB1B2ACC4}"/>
              </a:ext>
            </a:extLst>
          </p:cNvPr>
          <p:cNvGrpSpPr/>
          <p:nvPr/>
        </p:nvGrpSpPr>
        <p:grpSpPr>
          <a:xfrm>
            <a:off x="118542" y="4172202"/>
            <a:ext cx="4996671" cy="725177"/>
            <a:chOff x="4943078" y="1700704"/>
            <a:chExt cx="4996671" cy="725177"/>
          </a:xfrm>
        </p:grpSpPr>
        <p:sp>
          <p:nvSpPr>
            <p:cNvPr id="83" name="标题">
              <a:extLst>
                <a:ext uri="{FF2B5EF4-FFF2-40B4-BE49-F238E27FC236}">
                  <a16:creationId xmlns:a16="http://schemas.microsoft.com/office/drawing/2014/main" id="{84409FF8-32B0-0CD4-7929-4378039541E4}"/>
                </a:ext>
              </a:extLst>
            </p:cNvPr>
            <p:cNvSpPr/>
            <p:nvPr/>
          </p:nvSpPr>
          <p:spPr bwMode="auto">
            <a:xfrm>
              <a:off x="5375126" y="1769619"/>
              <a:ext cx="4564623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确定低频特性</a:t>
              </a:r>
            </a:p>
          </p:txBody>
        </p:sp>
        <p:sp>
          <p:nvSpPr>
            <p:cNvPr id="84" name="序号">
              <a:extLst>
                <a:ext uri="{FF2B5EF4-FFF2-40B4-BE49-F238E27FC236}">
                  <a16:creationId xmlns:a16="http://schemas.microsoft.com/office/drawing/2014/main" id="{46670354-8D72-7755-9BCA-4C1095DD68B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87" name="步骤4">
            <a:extLst>
              <a:ext uri="{FF2B5EF4-FFF2-40B4-BE49-F238E27FC236}">
                <a16:creationId xmlns:a16="http://schemas.microsoft.com/office/drawing/2014/main" id="{0204A2C8-0E6A-9EC2-FED3-DE0DD8C73B30}"/>
              </a:ext>
            </a:extLst>
          </p:cNvPr>
          <p:cNvGrpSpPr/>
          <p:nvPr/>
        </p:nvGrpSpPr>
        <p:grpSpPr>
          <a:xfrm>
            <a:off x="118542" y="6021288"/>
            <a:ext cx="4996671" cy="725177"/>
            <a:chOff x="4943078" y="1700704"/>
            <a:chExt cx="4996671" cy="725177"/>
          </a:xfrm>
        </p:grpSpPr>
        <p:sp>
          <p:nvSpPr>
            <p:cNvPr id="88" name="标题">
              <a:extLst>
                <a:ext uri="{FF2B5EF4-FFF2-40B4-BE49-F238E27FC236}">
                  <a16:creationId xmlns:a16="http://schemas.microsoft.com/office/drawing/2014/main" id="{2EF3C28A-4477-EC81-7DC5-C23242F62EB4}"/>
                </a:ext>
              </a:extLst>
            </p:cNvPr>
            <p:cNvSpPr/>
            <p:nvPr/>
          </p:nvSpPr>
          <p:spPr bwMode="auto">
            <a:xfrm>
              <a:off x="5375126" y="1769619"/>
              <a:ext cx="4564623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叠加作图</a:t>
              </a:r>
            </a:p>
          </p:txBody>
        </p:sp>
        <p:sp>
          <p:nvSpPr>
            <p:cNvPr id="89" name="序号">
              <a:extLst>
                <a:ext uri="{FF2B5EF4-FFF2-40B4-BE49-F238E27FC236}">
                  <a16:creationId xmlns:a16="http://schemas.microsoft.com/office/drawing/2014/main" id="{DEBB4040-6144-3461-CEEB-EC87706BA00D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开环传函">
                <a:extLst>
                  <a:ext uri="{FF2B5EF4-FFF2-40B4-BE49-F238E27FC236}">
                    <a16:creationId xmlns:a16="http://schemas.microsoft.com/office/drawing/2014/main" id="{3B84EE24-A13A-21D3-F3D4-F6D5FB3D85F4}"/>
                  </a:ext>
                </a:extLst>
              </p:cNvPr>
              <p:cNvSpPr txBox="1"/>
              <p:nvPr/>
            </p:nvSpPr>
            <p:spPr>
              <a:xfrm>
                <a:off x="7535888" y="154359"/>
                <a:ext cx="4179862" cy="7786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𝐺</m:t>
                    </m:r>
                    <m:d>
                      <m:d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</m:e>
                    </m:d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8(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+0.1)</m:t>
                        </m:r>
                      </m:num>
                      <m:den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(</m:t>
                        </m:r>
                        <m:sSup>
                          <m:sSup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𝑠</m:t>
                            </m:r>
                          </m:e>
                          <m:sup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+1)(</m:t>
                        </m:r>
                        <m:sSup>
                          <m:sSup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𝑠</m:t>
                            </m:r>
                          </m:e>
                          <m:sup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+4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+25)</m:t>
                        </m:r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92" name="开环传函">
                <a:extLst>
                  <a:ext uri="{FF2B5EF4-FFF2-40B4-BE49-F238E27FC236}">
                    <a16:creationId xmlns:a16="http://schemas.microsoft.com/office/drawing/2014/main" id="{3B84EE24-A13A-21D3-F3D4-F6D5FB3D85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888" y="154359"/>
                <a:ext cx="4179862" cy="778675"/>
              </a:xfrm>
              <a:prstGeom prst="rect">
                <a:avLst/>
              </a:prstGeom>
              <a:blipFill>
                <a:blip r:embed="rId8"/>
                <a:stretch>
                  <a:fillRect l="-909" b="-80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组合 27">
            <a:extLst>
              <a:ext uri="{FF2B5EF4-FFF2-40B4-BE49-F238E27FC236}">
                <a16:creationId xmlns:a16="http://schemas.microsoft.com/office/drawing/2014/main" id="{8D5CB143-0C3D-5645-F509-A013DADE905C}"/>
              </a:ext>
            </a:extLst>
          </p:cNvPr>
          <p:cNvGrpSpPr/>
          <p:nvPr/>
        </p:nvGrpSpPr>
        <p:grpSpPr>
          <a:xfrm>
            <a:off x="5298392" y="1916832"/>
            <a:ext cx="6698295" cy="3175509"/>
            <a:chOff x="621046" y="1007428"/>
            <a:chExt cx="10706565" cy="5807852"/>
          </a:xfrm>
        </p:grpSpPr>
        <p:cxnSp>
          <p:nvCxnSpPr>
            <p:cNvPr id="29" name="辅助线">
              <a:extLst>
                <a:ext uri="{FF2B5EF4-FFF2-40B4-BE49-F238E27FC236}">
                  <a16:creationId xmlns:a16="http://schemas.microsoft.com/office/drawing/2014/main" id="{6C255503-0055-C98F-21AF-8A9E917784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1628800"/>
              <a:ext cx="871296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辅助线">
              <a:extLst>
                <a:ext uri="{FF2B5EF4-FFF2-40B4-BE49-F238E27FC236}">
                  <a16:creationId xmlns:a16="http://schemas.microsoft.com/office/drawing/2014/main" id="{63A79D99-AE88-F2CE-8B04-FB64FC0818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2132856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辅助线">
              <a:extLst>
                <a:ext uri="{FF2B5EF4-FFF2-40B4-BE49-F238E27FC236}">
                  <a16:creationId xmlns:a16="http://schemas.microsoft.com/office/drawing/2014/main" id="{F3343D9C-5EA9-5F4C-CCB4-134A96003B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2636912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辅助线">
              <a:extLst>
                <a:ext uri="{FF2B5EF4-FFF2-40B4-BE49-F238E27FC236}">
                  <a16:creationId xmlns:a16="http://schemas.microsoft.com/office/drawing/2014/main" id="{99B2E43E-9AF5-6C4E-D646-AF3BD1CE87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3140968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辅助线">
              <a:extLst>
                <a:ext uri="{FF2B5EF4-FFF2-40B4-BE49-F238E27FC236}">
                  <a16:creationId xmlns:a16="http://schemas.microsoft.com/office/drawing/2014/main" id="{FCCA7F65-B486-DF65-7C60-9F010BB011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3645024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辅助线">
              <a:extLst>
                <a:ext uri="{FF2B5EF4-FFF2-40B4-BE49-F238E27FC236}">
                  <a16:creationId xmlns:a16="http://schemas.microsoft.com/office/drawing/2014/main" id="{DC960943-3537-6270-A091-90FC6F3467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4149080"/>
              <a:ext cx="972108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辅助线">
              <a:extLst>
                <a:ext uri="{FF2B5EF4-FFF2-40B4-BE49-F238E27FC236}">
                  <a16:creationId xmlns:a16="http://schemas.microsoft.com/office/drawing/2014/main" id="{97668437-98DD-1AB0-A621-000A0B6837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4653136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辅助线">
              <a:extLst>
                <a:ext uri="{FF2B5EF4-FFF2-40B4-BE49-F238E27FC236}">
                  <a16:creationId xmlns:a16="http://schemas.microsoft.com/office/drawing/2014/main" id="{83E3953C-6472-2594-C622-1779EB07E2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5157192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辅助线">
              <a:extLst>
                <a:ext uri="{FF2B5EF4-FFF2-40B4-BE49-F238E27FC236}">
                  <a16:creationId xmlns:a16="http://schemas.microsoft.com/office/drawing/2014/main" id="{FF8024FB-021C-3344-8028-500C75EBB1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5661248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辅助线">
              <a:extLst>
                <a:ext uri="{FF2B5EF4-FFF2-40B4-BE49-F238E27FC236}">
                  <a16:creationId xmlns:a16="http://schemas.microsoft.com/office/drawing/2014/main" id="{C7940B29-5E5C-6DBE-2FDC-15F7591958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6165304"/>
              <a:ext cx="871296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1F1BC6D1-C698-6E3D-1E82-E38B8872D9F4}"/>
                </a:ext>
              </a:extLst>
            </p:cNvPr>
            <p:cNvGrpSpPr/>
            <p:nvPr/>
          </p:nvGrpSpPr>
          <p:grpSpPr>
            <a:xfrm>
              <a:off x="1486694" y="1052736"/>
              <a:ext cx="8707412" cy="5112568"/>
              <a:chOff x="1486694" y="1052736"/>
              <a:chExt cx="8707412" cy="5112568"/>
            </a:xfrm>
          </p:grpSpPr>
          <p:cxnSp>
            <p:nvCxnSpPr>
              <p:cNvPr id="120" name="辅助线">
                <a:extLst>
                  <a:ext uri="{FF2B5EF4-FFF2-40B4-BE49-F238E27FC236}">
                    <a16:creationId xmlns:a16="http://schemas.microsoft.com/office/drawing/2014/main" id="{14614304-3841-7D01-8F80-86DFF8E4EEA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86694" y="1052736"/>
                <a:ext cx="0" cy="511256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辅助线">
                <a:extLst>
                  <a:ext uri="{FF2B5EF4-FFF2-40B4-BE49-F238E27FC236}">
                    <a16:creationId xmlns:a16="http://schemas.microsoft.com/office/drawing/2014/main" id="{CD698D04-3975-8C8E-CFF1-74367885356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辅助线">
                <a:extLst>
                  <a:ext uri="{FF2B5EF4-FFF2-40B4-BE49-F238E27FC236}">
                    <a16:creationId xmlns:a16="http://schemas.microsoft.com/office/drawing/2014/main" id="{1AC394FA-C58A-B1D7-EA74-D358B449A8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辅助线">
                <a:extLst>
                  <a:ext uri="{FF2B5EF4-FFF2-40B4-BE49-F238E27FC236}">
                    <a16:creationId xmlns:a16="http://schemas.microsoft.com/office/drawing/2014/main" id="{11CBDD41-1309-8AE9-9CC1-9250AE9997F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CA2E820D-36EB-6BAE-B4D9-BC1AE20400F4}"/>
                </a:ext>
              </a:extLst>
            </p:cNvPr>
            <p:cNvGrpSpPr/>
            <p:nvPr/>
          </p:nvGrpSpPr>
          <p:grpSpPr>
            <a:xfrm>
              <a:off x="4306471" y="1628800"/>
              <a:ext cx="5804941" cy="4536504"/>
              <a:chOff x="4389165" y="1628800"/>
              <a:chExt cx="5804941" cy="4536504"/>
            </a:xfrm>
          </p:grpSpPr>
          <p:cxnSp>
            <p:nvCxnSpPr>
              <p:cNvPr id="117" name="辅助线">
                <a:extLst>
                  <a:ext uri="{FF2B5EF4-FFF2-40B4-BE49-F238E27FC236}">
                    <a16:creationId xmlns:a16="http://schemas.microsoft.com/office/drawing/2014/main" id="{EC3A386C-FCD3-CCAE-7FC0-5D76AD9A0A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辅助线">
                <a:extLst>
                  <a:ext uri="{FF2B5EF4-FFF2-40B4-BE49-F238E27FC236}">
                    <a16:creationId xmlns:a16="http://schemas.microsoft.com/office/drawing/2014/main" id="{B6328F89-7721-9888-382E-4F86C6C2D2E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辅助线">
                <a:extLst>
                  <a:ext uri="{FF2B5EF4-FFF2-40B4-BE49-F238E27FC236}">
                    <a16:creationId xmlns:a16="http://schemas.microsoft.com/office/drawing/2014/main" id="{48E830DB-09B1-E6C1-C65C-E907E935586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CA754DD8-EE85-7D75-BDFB-82E65752A876}"/>
                </a:ext>
              </a:extLst>
            </p:cNvPr>
            <p:cNvGrpSpPr/>
            <p:nvPr/>
          </p:nvGrpSpPr>
          <p:grpSpPr>
            <a:xfrm>
              <a:off x="4203727" y="1641500"/>
              <a:ext cx="5804941" cy="4536504"/>
              <a:chOff x="4389165" y="1628800"/>
              <a:chExt cx="5804941" cy="4536504"/>
            </a:xfrm>
          </p:grpSpPr>
          <p:cxnSp>
            <p:nvCxnSpPr>
              <p:cNvPr id="114" name="辅助线">
                <a:extLst>
                  <a:ext uri="{FF2B5EF4-FFF2-40B4-BE49-F238E27FC236}">
                    <a16:creationId xmlns:a16="http://schemas.microsoft.com/office/drawing/2014/main" id="{A8125188-B43A-E993-7498-88780676EFE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辅助线">
                <a:extLst>
                  <a:ext uri="{FF2B5EF4-FFF2-40B4-BE49-F238E27FC236}">
                    <a16:creationId xmlns:a16="http://schemas.microsoft.com/office/drawing/2014/main" id="{12CEA679-C3BF-14DC-007D-0AF21B0DCF5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辅助线">
                <a:extLst>
                  <a:ext uri="{FF2B5EF4-FFF2-40B4-BE49-F238E27FC236}">
                    <a16:creationId xmlns:a16="http://schemas.microsoft.com/office/drawing/2014/main" id="{E126D7BB-C6A3-86C5-33F5-70E6B59AFE9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ED8355B1-E43A-505E-8005-3BFD7D4E31C6}"/>
                </a:ext>
              </a:extLst>
            </p:cNvPr>
            <p:cNvGrpSpPr/>
            <p:nvPr/>
          </p:nvGrpSpPr>
          <p:grpSpPr>
            <a:xfrm>
              <a:off x="4060227" y="1635150"/>
              <a:ext cx="5804941" cy="4536504"/>
              <a:chOff x="4389165" y="1628800"/>
              <a:chExt cx="5804941" cy="4536504"/>
            </a:xfrm>
          </p:grpSpPr>
          <p:cxnSp>
            <p:nvCxnSpPr>
              <p:cNvPr id="111" name="辅助线">
                <a:extLst>
                  <a:ext uri="{FF2B5EF4-FFF2-40B4-BE49-F238E27FC236}">
                    <a16:creationId xmlns:a16="http://schemas.microsoft.com/office/drawing/2014/main" id="{AF1AC168-6C41-0090-C171-6C1604CE4E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辅助线">
                <a:extLst>
                  <a:ext uri="{FF2B5EF4-FFF2-40B4-BE49-F238E27FC236}">
                    <a16:creationId xmlns:a16="http://schemas.microsoft.com/office/drawing/2014/main" id="{CE3F31E5-583B-CC72-1C77-F3E1DCCA5DE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辅助线">
                <a:extLst>
                  <a:ext uri="{FF2B5EF4-FFF2-40B4-BE49-F238E27FC236}">
                    <a16:creationId xmlns:a16="http://schemas.microsoft.com/office/drawing/2014/main" id="{C6B91AF8-7970-CFA8-A8B6-303CEA2FB21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EE9182DF-E6FE-2367-3243-6527322CAE54}"/>
                </a:ext>
              </a:extLst>
            </p:cNvPr>
            <p:cNvGrpSpPr/>
            <p:nvPr/>
          </p:nvGrpSpPr>
          <p:grpSpPr>
            <a:xfrm>
              <a:off x="3874789" y="1641500"/>
              <a:ext cx="5804941" cy="4536504"/>
              <a:chOff x="4389165" y="1628800"/>
              <a:chExt cx="5804941" cy="4536504"/>
            </a:xfrm>
          </p:grpSpPr>
          <p:cxnSp>
            <p:nvCxnSpPr>
              <p:cNvPr id="108" name="辅助线">
                <a:extLst>
                  <a:ext uri="{FF2B5EF4-FFF2-40B4-BE49-F238E27FC236}">
                    <a16:creationId xmlns:a16="http://schemas.microsoft.com/office/drawing/2014/main" id="{92004DFE-2A4F-1962-C5A8-3EE551260E6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辅助线">
                <a:extLst>
                  <a:ext uri="{FF2B5EF4-FFF2-40B4-BE49-F238E27FC236}">
                    <a16:creationId xmlns:a16="http://schemas.microsoft.com/office/drawing/2014/main" id="{FDEEFD77-BBB1-6E50-814E-0B13D3C8BCE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辅助线">
                <a:extLst>
                  <a:ext uri="{FF2B5EF4-FFF2-40B4-BE49-F238E27FC236}">
                    <a16:creationId xmlns:a16="http://schemas.microsoft.com/office/drawing/2014/main" id="{DD3B6FDC-504E-E8B1-74D2-150660D188F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D0FCD492-D656-95F2-0AC1-4F008560B61F}"/>
                </a:ext>
              </a:extLst>
            </p:cNvPr>
            <p:cNvGrpSpPr/>
            <p:nvPr/>
          </p:nvGrpSpPr>
          <p:grpSpPr>
            <a:xfrm>
              <a:off x="3595967" y="1635150"/>
              <a:ext cx="5804941" cy="4536504"/>
              <a:chOff x="4389165" y="1628800"/>
              <a:chExt cx="5804941" cy="4536504"/>
            </a:xfrm>
          </p:grpSpPr>
          <p:cxnSp>
            <p:nvCxnSpPr>
              <p:cNvPr id="101" name="辅助线">
                <a:extLst>
                  <a:ext uri="{FF2B5EF4-FFF2-40B4-BE49-F238E27FC236}">
                    <a16:creationId xmlns:a16="http://schemas.microsoft.com/office/drawing/2014/main" id="{7AF82766-6F6F-3096-1C70-F479C00E145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辅助线">
                <a:extLst>
                  <a:ext uri="{FF2B5EF4-FFF2-40B4-BE49-F238E27FC236}">
                    <a16:creationId xmlns:a16="http://schemas.microsoft.com/office/drawing/2014/main" id="{10C75371-9726-EA12-75D3-15784B09FC4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辅助线">
                <a:extLst>
                  <a:ext uri="{FF2B5EF4-FFF2-40B4-BE49-F238E27FC236}">
                    <a16:creationId xmlns:a16="http://schemas.microsoft.com/office/drawing/2014/main" id="{03DC8693-430A-1B41-4038-4FF7CD315D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B4837858-EE35-8C9C-A97A-15E8A34576A9}"/>
                </a:ext>
              </a:extLst>
            </p:cNvPr>
            <p:cNvGrpSpPr/>
            <p:nvPr/>
          </p:nvGrpSpPr>
          <p:grpSpPr>
            <a:xfrm>
              <a:off x="3233200" y="1635151"/>
              <a:ext cx="5804941" cy="4536504"/>
              <a:chOff x="4389165" y="1628800"/>
              <a:chExt cx="5804941" cy="4536504"/>
            </a:xfrm>
          </p:grpSpPr>
          <p:cxnSp>
            <p:nvCxnSpPr>
              <p:cNvPr id="97" name="辅助线">
                <a:extLst>
                  <a:ext uri="{FF2B5EF4-FFF2-40B4-BE49-F238E27FC236}">
                    <a16:creationId xmlns:a16="http://schemas.microsoft.com/office/drawing/2014/main" id="{80D1D025-C385-BE11-98E9-C81C126384E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辅助线">
                <a:extLst>
                  <a:ext uri="{FF2B5EF4-FFF2-40B4-BE49-F238E27FC236}">
                    <a16:creationId xmlns:a16="http://schemas.microsoft.com/office/drawing/2014/main" id="{18D5A3AC-D9DA-0F51-13F0-123A8AC7DB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辅助线">
                <a:extLst>
                  <a:ext uri="{FF2B5EF4-FFF2-40B4-BE49-F238E27FC236}">
                    <a16:creationId xmlns:a16="http://schemas.microsoft.com/office/drawing/2014/main" id="{A302CC2B-8057-E901-CC33-85E7F88DFA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A97B0850-1F46-1297-08A4-ACEF2D7D4E41}"/>
                </a:ext>
              </a:extLst>
            </p:cNvPr>
            <p:cNvGrpSpPr/>
            <p:nvPr/>
          </p:nvGrpSpPr>
          <p:grpSpPr>
            <a:xfrm>
              <a:off x="2808321" y="1622450"/>
              <a:ext cx="5804941" cy="4536504"/>
              <a:chOff x="4389165" y="1628800"/>
              <a:chExt cx="5804941" cy="4536504"/>
            </a:xfrm>
          </p:grpSpPr>
          <p:cxnSp>
            <p:nvCxnSpPr>
              <p:cNvPr id="86" name="辅助线">
                <a:extLst>
                  <a:ext uri="{FF2B5EF4-FFF2-40B4-BE49-F238E27FC236}">
                    <a16:creationId xmlns:a16="http://schemas.microsoft.com/office/drawing/2014/main" id="{1CE349E5-73C3-E359-1232-F300B179E4C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辅助线">
                <a:extLst>
                  <a:ext uri="{FF2B5EF4-FFF2-40B4-BE49-F238E27FC236}">
                    <a16:creationId xmlns:a16="http://schemas.microsoft.com/office/drawing/2014/main" id="{1521E459-3B9C-2322-5EE8-C407E4D1666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辅助线">
                <a:extLst>
                  <a:ext uri="{FF2B5EF4-FFF2-40B4-BE49-F238E27FC236}">
                    <a16:creationId xmlns:a16="http://schemas.microsoft.com/office/drawing/2014/main" id="{7F36B1BD-6BFA-A126-FA5A-E576DBCE16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921FC7F1-C6BA-9BE5-B16A-85F03D42A7AF}"/>
                </a:ext>
              </a:extLst>
            </p:cNvPr>
            <p:cNvGrpSpPr/>
            <p:nvPr/>
          </p:nvGrpSpPr>
          <p:grpSpPr>
            <a:xfrm>
              <a:off x="2307198" y="1641501"/>
              <a:ext cx="5804941" cy="4536504"/>
              <a:chOff x="4389165" y="1628800"/>
              <a:chExt cx="5804941" cy="4536504"/>
            </a:xfrm>
          </p:grpSpPr>
          <p:cxnSp>
            <p:nvCxnSpPr>
              <p:cNvPr id="74" name="辅助线">
                <a:extLst>
                  <a:ext uri="{FF2B5EF4-FFF2-40B4-BE49-F238E27FC236}">
                    <a16:creationId xmlns:a16="http://schemas.microsoft.com/office/drawing/2014/main" id="{A9FF7D1D-B669-31E4-2187-8C0A47E8765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辅助线">
                <a:extLst>
                  <a:ext uri="{FF2B5EF4-FFF2-40B4-BE49-F238E27FC236}">
                    <a16:creationId xmlns:a16="http://schemas.microsoft.com/office/drawing/2014/main" id="{EEF97598-47B5-471A-4F8A-C7DD51D21F2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辅助线">
                <a:extLst>
                  <a:ext uri="{FF2B5EF4-FFF2-40B4-BE49-F238E27FC236}">
                    <a16:creationId xmlns:a16="http://schemas.microsoft.com/office/drawing/2014/main" id="{FA44CF4E-7EEF-4E62-BAFA-B7A9CCAAE6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Gs">
                  <a:extLst>
                    <a:ext uri="{FF2B5EF4-FFF2-40B4-BE49-F238E27FC236}">
                      <a16:creationId xmlns:a16="http://schemas.microsoft.com/office/drawing/2014/main" id="{980B9B66-1C4A-62CC-F011-94C0C56046D1}"/>
                    </a:ext>
                  </a:extLst>
                </p:cNvPr>
                <p:cNvSpPr txBox="1"/>
                <p:nvPr/>
              </p:nvSpPr>
              <p:spPr>
                <a:xfrm>
                  <a:off x="1488412" y="1050911"/>
                  <a:ext cx="1549681" cy="67549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altLang="zh-CN" dirty="0">
                      <a:solidFill>
                        <a:schemeClr val="tx1"/>
                      </a:solidFill>
                    </a:rPr>
                    <a:t>dB</a:t>
                  </a:r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Gs">
                  <a:extLst>
                    <a:ext uri="{FF2B5EF4-FFF2-40B4-BE49-F238E27FC236}">
                      <a16:creationId xmlns:a16="http://schemas.microsoft.com/office/drawing/2014/main" id="{46C65E79-34D5-40DA-D2D2-2956FF9E83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8412" y="1050911"/>
                  <a:ext cx="1549681" cy="675490"/>
                </a:xfrm>
                <a:prstGeom prst="rect">
                  <a:avLst/>
                </a:prstGeom>
                <a:blipFill>
                  <a:blip r:embed="rId9"/>
                  <a:stretch>
                    <a:fillRect t="-10000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Gs">
                  <a:extLst>
                    <a:ext uri="{FF2B5EF4-FFF2-40B4-BE49-F238E27FC236}">
                      <a16:creationId xmlns:a16="http://schemas.microsoft.com/office/drawing/2014/main" id="{8F682E8A-2598-D32B-2A89-0F003C25C6AE}"/>
                    </a:ext>
                  </a:extLst>
                </p:cNvPr>
                <p:cNvSpPr txBox="1"/>
                <p:nvPr/>
              </p:nvSpPr>
              <p:spPr>
                <a:xfrm>
                  <a:off x="10902767" y="3608279"/>
                  <a:ext cx="4248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1" name="Gs">
                  <a:extLst>
                    <a:ext uri="{FF2B5EF4-FFF2-40B4-BE49-F238E27FC236}">
                      <a16:creationId xmlns:a16="http://schemas.microsoft.com/office/drawing/2014/main" id="{A5F3EF99-3630-0BF0-DB3A-7C787EF663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02767" y="3608279"/>
                  <a:ext cx="424844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18182" b="-6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Gs">
                  <a:extLst>
                    <a:ext uri="{FF2B5EF4-FFF2-40B4-BE49-F238E27FC236}">
                      <a16:creationId xmlns:a16="http://schemas.microsoft.com/office/drawing/2014/main" id="{AAA731AD-93B5-CA2C-28F6-83F7A3648F2D}"/>
                    </a:ext>
                  </a:extLst>
                </p:cNvPr>
                <p:cNvSpPr txBox="1"/>
                <p:nvPr/>
              </p:nvSpPr>
              <p:spPr>
                <a:xfrm>
                  <a:off x="10042497" y="3724861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2" name="Gs">
                  <a:extLst>
                    <a:ext uri="{FF2B5EF4-FFF2-40B4-BE49-F238E27FC236}">
                      <a16:creationId xmlns:a16="http://schemas.microsoft.com/office/drawing/2014/main" id="{AA1AF1CD-2EA4-F280-C3B3-8E2535C72C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42497" y="3724861"/>
                  <a:ext cx="703715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Gs">
                  <a:extLst>
                    <a:ext uri="{FF2B5EF4-FFF2-40B4-BE49-F238E27FC236}">
                      <a16:creationId xmlns:a16="http://schemas.microsoft.com/office/drawing/2014/main" id="{8A4116D9-BF6B-191A-CA0A-ADDC04CD784A}"/>
                    </a:ext>
                  </a:extLst>
                </p:cNvPr>
                <p:cNvSpPr txBox="1"/>
                <p:nvPr/>
              </p:nvSpPr>
              <p:spPr>
                <a:xfrm>
                  <a:off x="10143990" y="3346669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3" name="Gs">
                  <a:extLst>
                    <a:ext uri="{FF2B5EF4-FFF2-40B4-BE49-F238E27FC236}">
                      <a16:creationId xmlns:a16="http://schemas.microsoft.com/office/drawing/2014/main" id="{64BB0861-23C0-0809-44B7-CD3ADE6F9D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43990" y="3346669"/>
                  <a:ext cx="703715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16667" b="-687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Gs">
                  <a:extLst>
                    <a:ext uri="{FF2B5EF4-FFF2-40B4-BE49-F238E27FC236}">
                      <a16:creationId xmlns:a16="http://schemas.microsoft.com/office/drawing/2014/main" id="{E5D37D07-9261-666C-8CC7-2FC16CF9975E}"/>
                    </a:ext>
                  </a:extLst>
                </p:cNvPr>
                <p:cNvSpPr txBox="1"/>
                <p:nvPr/>
              </p:nvSpPr>
              <p:spPr>
                <a:xfrm>
                  <a:off x="10137535" y="2865445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80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4" name="Gs">
                  <a:extLst>
                    <a:ext uri="{FF2B5EF4-FFF2-40B4-BE49-F238E27FC236}">
                      <a16:creationId xmlns:a16="http://schemas.microsoft.com/office/drawing/2014/main" id="{31EFE428-3724-078C-5F13-EC0C8E83C0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7535" y="2865445"/>
                  <a:ext cx="703715" cy="369332"/>
                </a:xfrm>
                <a:prstGeom prst="rect">
                  <a:avLst/>
                </a:prstGeom>
                <a:blipFill>
                  <a:blip r:embed="rId13"/>
                  <a:stretch>
                    <a:fillRect r="-41667" b="-5882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Gs">
                  <a:extLst>
                    <a:ext uri="{FF2B5EF4-FFF2-40B4-BE49-F238E27FC236}">
                      <a16:creationId xmlns:a16="http://schemas.microsoft.com/office/drawing/2014/main" id="{9AC377B5-C177-15DD-CDF5-118CB8ACDF3B}"/>
                    </a:ext>
                  </a:extLst>
                </p:cNvPr>
                <p:cNvSpPr txBox="1"/>
                <p:nvPr/>
              </p:nvSpPr>
              <p:spPr>
                <a:xfrm>
                  <a:off x="10160530" y="2361389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70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5" name="Gs">
                  <a:extLst>
                    <a:ext uri="{FF2B5EF4-FFF2-40B4-BE49-F238E27FC236}">
                      <a16:creationId xmlns:a16="http://schemas.microsoft.com/office/drawing/2014/main" id="{3DDED018-1863-90A1-03F8-1E0DE59AF4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0530" y="2361389"/>
                  <a:ext cx="703715" cy="369332"/>
                </a:xfrm>
                <a:prstGeom prst="rect">
                  <a:avLst/>
                </a:prstGeom>
                <a:blipFill>
                  <a:blip r:embed="rId14"/>
                  <a:stretch>
                    <a:fillRect r="-44444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Gs">
                  <a:extLst>
                    <a:ext uri="{FF2B5EF4-FFF2-40B4-BE49-F238E27FC236}">
                      <a16:creationId xmlns:a16="http://schemas.microsoft.com/office/drawing/2014/main" id="{EC5BC1BB-2202-3C11-0387-E25D68765703}"/>
                    </a:ext>
                  </a:extLst>
                </p:cNvPr>
                <p:cNvSpPr txBox="1"/>
                <p:nvPr/>
              </p:nvSpPr>
              <p:spPr>
                <a:xfrm>
                  <a:off x="10137535" y="1857333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6" name="Gs">
                  <a:extLst>
                    <a:ext uri="{FF2B5EF4-FFF2-40B4-BE49-F238E27FC236}">
                      <a16:creationId xmlns:a16="http://schemas.microsoft.com/office/drawing/2014/main" id="{9CEEA585-E3E5-AF73-1BAF-A40F02E4D6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7535" y="1857333"/>
                  <a:ext cx="703715" cy="369332"/>
                </a:xfrm>
                <a:prstGeom prst="rect">
                  <a:avLst/>
                </a:prstGeom>
                <a:blipFill>
                  <a:blip r:embed="rId15"/>
                  <a:stretch>
                    <a:fillRect r="-41667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Gs">
                  <a:extLst>
                    <a:ext uri="{FF2B5EF4-FFF2-40B4-BE49-F238E27FC236}">
                      <a16:creationId xmlns:a16="http://schemas.microsoft.com/office/drawing/2014/main" id="{0EF36568-1099-1B25-B627-83335EC791A4}"/>
                    </a:ext>
                  </a:extLst>
                </p:cNvPr>
                <p:cNvSpPr txBox="1"/>
                <p:nvPr/>
              </p:nvSpPr>
              <p:spPr>
                <a:xfrm>
                  <a:off x="10176429" y="4369187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7" name="Gs">
                  <a:extLst>
                    <a:ext uri="{FF2B5EF4-FFF2-40B4-BE49-F238E27FC236}">
                      <a16:creationId xmlns:a16="http://schemas.microsoft.com/office/drawing/2014/main" id="{CC2955E8-8814-2E7B-3272-87B582BEAA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76429" y="4369187"/>
                  <a:ext cx="703715" cy="369332"/>
                </a:xfrm>
                <a:prstGeom prst="rect">
                  <a:avLst/>
                </a:prstGeom>
                <a:blipFill>
                  <a:blip r:embed="rId16"/>
                  <a:stretch>
                    <a:fillRect r="-52778" b="-5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Gs">
                  <a:extLst>
                    <a:ext uri="{FF2B5EF4-FFF2-40B4-BE49-F238E27FC236}">
                      <a16:creationId xmlns:a16="http://schemas.microsoft.com/office/drawing/2014/main" id="{879B7197-A52A-E8F7-0284-9B515017C93D}"/>
                    </a:ext>
                  </a:extLst>
                </p:cNvPr>
                <p:cNvSpPr txBox="1"/>
                <p:nvPr/>
              </p:nvSpPr>
              <p:spPr>
                <a:xfrm>
                  <a:off x="10168599" y="4871770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80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8" name="Gs">
                  <a:extLst>
                    <a:ext uri="{FF2B5EF4-FFF2-40B4-BE49-F238E27FC236}">
                      <a16:creationId xmlns:a16="http://schemas.microsoft.com/office/drawing/2014/main" id="{C5CEAD9A-E5B8-DE4B-FC77-D5600FF178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8599" y="4871770"/>
                  <a:ext cx="703715" cy="369332"/>
                </a:xfrm>
                <a:prstGeom prst="rect">
                  <a:avLst/>
                </a:prstGeom>
                <a:blipFill>
                  <a:blip r:embed="rId17"/>
                  <a:stretch>
                    <a:fillRect r="-85714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Gs">
                  <a:extLst>
                    <a:ext uri="{FF2B5EF4-FFF2-40B4-BE49-F238E27FC236}">
                      <a16:creationId xmlns:a16="http://schemas.microsoft.com/office/drawing/2014/main" id="{5336C33C-F4B9-0DCA-02D2-22BE34AEBD3B}"/>
                    </a:ext>
                  </a:extLst>
                </p:cNvPr>
                <p:cNvSpPr txBox="1"/>
                <p:nvPr/>
              </p:nvSpPr>
              <p:spPr>
                <a:xfrm>
                  <a:off x="10156759" y="5383649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70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9" name="Gs">
                  <a:extLst>
                    <a:ext uri="{FF2B5EF4-FFF2-40B4-BE49-F238E27FC236}">
                      <a16:creationId xmlns:a16="http://schemas.microsoft.com/office/drawing/2014/main" id="{DDC6D7DD-847A-07ED-58B2-591D58DD44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6759" y="5383649"/>
                  <a:ext cx="703715" cy="369332"/>
                </a:xfrm>
                <a:prstGeom prst="rect">
                  <a:avLst/>
                </a:prstGeom>
                <a:blipFill>
                  <a:blip r:embed="rId18"/>
                  <a:stretch>
                    <a:fillRect r="-80556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Gs">
                  <a:extLst>
                    <a:ext uri="{FF2B5EF4-FFF2-40B4-BE49-F238E27FC236}">
                      <a16:creationId xmlns:a16="http://schemas.microsoft.com/office/drawing/2014/main" id="{BFFE9465-A5F7-C079-4858-F0D91091D889}"/>
                    </a:ext>
                  </a:extLst>
                </p:cNvPr>
                <p:cNvSpPr txBox="1"/>
                <p:nvPr/>
              </p:nvSpPr>
              <p:spPr>
                <a:xfrm>
                  <a:off x="10152168" y="5860717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0" name="Gs">
                  <a:extLst>
                    <a:ext uri="{FF2B5EF4-FFF2-40B4-BE49-F238E27FC236}">
                      <a16:creationId xmlns:a16="http://schemas.microsoft.com/office/drawing/2014/main" id="{D82FD951-1A47-B9BA-5425-A22D445994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2168" y="5860717"/>
                  <a:ext cx="703715" cy="369332"/>
                </a:xfrm>
                <a:prstGeom prst="rect">
                  <a:avLst/>
                </a:prstGeom>
                <a:blipFill>
                  <a:blip r:embed="rId19"/>
                  <a:stretch>
                    <a:fillRect r="-85714" b="-687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Gs">
                  <a:extLst>
                    <a:ext uri="{FF2B5EF4-FFF2-40B4-BE49-F238E27FC236}">
                      <a16:creationId xmlns:a16="http://schemas.microsoft.com/office/drawing/2014/main" id="{6512F25F-8E7C-0422-79BB-2270974F4131}"/>
                    </a:ext>
                  </a:extLst>
                </p:cNvPr>
                <p:cNvSpPr txBox="1"/>
                <p:nvPr/>
              </p:nvSpPr>
              <p:spPr>
                <a:xfrm>
                  <a:off x="1162826" y="6139790"/>
                  <a:ext cx="703715" cy="67549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.01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Gs">
                  <a:extLst>
                    <a:ext uri="{FF2B5EF4-FFF2-40B4-BE49-F238E27FC236}">
                      <a16:creationId xmlns:a16="http://schemas.microsoft.com/office/drawing/2014/main" id="{6512F25F-8E7C-0422-79BB-2270974F41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2826" y="6139790"/>
                  <a:ext cx="703715" cy="675490"/>
                </a:xfrm>
                <a:prstGeom prst="rect">
                  <a:avLst/>
                </a:prstGeom>
                <a:blipFill>
                  <a:blip r:embed="rId20"/>
                  <a:stretch>
                    <a:fillRect r="-3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Gs">
                  <a:extLst>
                    <a:ext uri="{FF2B5EF4-FFF2-40B4-BE49-F238E27FC236}">
                      <a16:creationId xmlns:a16="http://schemas.microsoft.com/office/drawing/2014/main" id="{BE873A0D-0529-69F1-E3E4-06E8126DE781}"/>
                    </a:ext>
                  </a:extLst>
                </p:cNvPr>
                <p:cNvSpPr txBox="1"/>
                <p:nvPr/>
              </p:nvSpPr>
              <p:spPr>
                <a:xfrm>
                  <a:off x="4034532" y="6115013"/>
                  <a:ext cx="703715" cy="67549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1" name="Gs">
                  <a:extLst>
                    <a:ext uri="{FF2B5EF4-FFF2-40B4-BE49-F238E27FC236}">
                      <a16:creationId xmlns:a16="http://schemas.microsoft.com/office/drawing/2014/main" id="{BE873A0D-0529-69F1-E3E4-06E8126DE7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4532" y="6115013"/>
                  <a:ext cx="703715" cy="675490"/>
                </a:xfrm>
                <a:prstGeom prst="rect">
                  <a:avLst/>
                </a:prstGeom>
                <a:blipFill>
                  <a:blip r:embed="rId21"/>
                  <a:stretch>
                    <a:fillRect r="-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Gs">
                  <a:extLst>
                    <a:ext uri="{FF2B5EF4-FFF2-40B4-BE49-F238E27FC236}">
                      <a16:creationId xmlns:a16="http://schemas.microsoft.com/office/drawing/2014/main" id="{86AC56E9-8C6E-3D58-2E79-5C9183F5DAFF}"/>
                    </a:ext>
                  </a:extLst>
                </p:cNvPr>
                <p:cNvSpPr txBox="1"/>
                <p:nvPr/>
              </p:nvSpPr>
              <p:spPr>
                <a:xfrm>
                  <a:off x="6914552" y="6129974"/>
                  <a:ext cx="703715" cy="67549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Gs">
                  <a:extLst>
                    <a:ext uri="{FF2B5EF4-FFF2-40B4-BE49-F238E27FC236}">
                      <a16:creationId xmlns:a16="http://schemas.microsoft.com/office/drawing/2014/main" id="{86AC56E9-8C6E-3D58-2E79-5C9183F5DA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4552" y="6129974"/>
                  <a:ext cx="703715" cy="67549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Gs">
                  <a:extLst>
                    <a:ext uri="{FF2B5EF4-FFF2-40B4-BE49-F238E27FC236}">
                      <a16:creationId xmlns:a16="http://schemas.microsoft.com/office/drawing/2014/main" id="{3E5337AB-1A90-E0CC-9D69-6797453BA30D}"/>
                    </a:ext>
                  </a:extLst>
                </p:cNvPr>
                <p:cNvSpPr txBox="1"/>
                <p:nvPr/>
              </p:nvSpPr>
              <p:spPr>
                <a:xfrm>
                  <a:off x="9770042" y="6122327"/>
                  <a:ext cx="703715" cy="67549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3" name="Gs">
                  <a:extLst>
                    <a:ext uri="{FF2B5EF4-FFF2-40B4-BE49-F238E27FC236}">
                      <a16:creationId xmlns:a16="http://schemas.microsoft.com/office/drawing/2014/main" id="{3E5337AB-1A90-E0CC-9D69-6797453BA3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70042" y="6122327"/>
                  <a:ext cx="703715" cy="675490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Gs">
                  <a:extLst>
                    <a:ext uri="{FF2B5EF4-FFF2-40B4-BE49-F238E27FC236}">
                      <a16:creationId xmlns:a16="http://schemas.microsoft.com/office/drawing/2014/main" id="{6298DAB9-918F-CE21-EF5A-F6386D4D37BC}"/>
                    </a:ext>
                  </a:extLst>
                </p:cNvPr>
                <p:cNvSpPr txBox="1"/>
                <p:nvPr/>
              </p:nvSpPr>
              <p:spPr>
                <a:xfrm>
                  <a:off x="942670" y="3890702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5" name="Gs">
                  <a:extLst>
                    <a:ext uri="{FF2B5EF4-FFF2-40B4-BE49-F238E27FC236}">
                      <a16:creationId xmlns:a16="http://schemas.microsoft.com/office/drawing/2014/main" id="{E0B6FB99-33E5-6D93-6D25-6122EF2757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2670" y="3890702"/>
                  <a:ext cx="703715" cy="369332"/>
                </a:xfrm>
                <a:prstGeom prst="rect">
                  <a:avLst/>
                </a:prstGeom>
                <a:blipFill>
                  <a:blip r:embed="rId24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Gs">
                  <a:extLst>
                    <a:ext uri="{FF2B5EF4-FFF2-40B4-BE49-F238E27FC236}">
                      <a16:creationId xmlns:a16="http://schemas.microsoft.com/office/drawing/2014/main" id="{588E875C-045F-2EC6-2643-ABEB9CC80142}"/>
                    </a:ext>
                  </a:extLst>
                </p:cNvPr>
                <p:cNvSpPr txBox="1"/>
                <p:nvPr/>
              </p:nvSpPr>
              <p:spPr>
                <a:xfrm>
                  <a:off x="838651" y="3389765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6" name="Gs">
                  <a:extLst>
                    <a:ext uri="{FF2B5EF4-FFF2-40B4-BE49-F238E27FC236}">
                      <a16:creationId xmlns:a16="http://schemas.microsoft.com/office/drawing/2014/main" id="{721F23C8-D06B-BCF1-334D-2B97986868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651" y="3389765"/>
                  <a:ext cx="703715" cy="369332"/>
                </a:xfrm>
                <a:prstGeom prst="rect">
                  <a:avLst/>
                </a:prstGeom>
                <a:blipFill>
                  <a:blip r:embed="rId25"/>
                  <a:stretch>
                    <a:fillRect b="-687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Gs">
                  <a:extLst>
                    <a:ext uri="{FF2B5EF4-FFF2-40B4-BE49-F238E27FC236}">
                      <a16:creationId xmlns:a16="http://schemas.microsoft.com/office/drawing/2014/main" id="{9A2DEE17-CBAE-9E4B-722E-1F84F06B52CC}"/>
                    </a:ext>
                  </a:extLst>
                </p:cNvPr>
                <p:cNvSpPr txBox="1"/>
                <p:nvPr/>
              </p:nvSpPr>
              <p:spPr>
                <a:xfrm>
                  <a:off x="843248" y="2892060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7" name="Gs">
                  <a:extLst>
                    <a:ext uri="{FF2B5EF4-FFF2-40B4-BE49-F238E27FC236}">
                      <a16:creationId xmlns:a16="http://schemas.microsoft.com/office/drawing/2014/main" id="{AD5FEE93-E6AE-1971-5C57-01128325C3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248" y="2892060"/>
                  <a:ext cx="703715" cy="369332"/>
                </a:xfrm>
                <a:prstGeom prst="rect">
                  <a:avLst/>
                </a:prstGeom>
                <a:blipFill>
                  <a:blip r:embed="rId26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Gs">
                  <a:extLst>
                    <a:ext uri="{FF2B5EF4-FFF2-40B4-BE49-F238E27FC236}">
                      <a16:creationId xmlns:a16="http://schemas.microsoft.com/office/drawing/2014/main" id="{F8708AD1-0905-A5E0-1679-DA14AC07E95E}"/>
                    </a:ext>
                  </a:extLst>
                </p:cNvPr>
                <p:cNvSpPr txBox="1"/>
                <p:nvPr/>
              </p:nvSpPr>
              <p:spPr>
                <a:xfrm>
                  <a:off x="847845" y="2386303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7" name="Gs">
                  <a:extLst>
                    <a:ext uri="{FF2B5EF4-FFF2-40B4-BE49-F238E27FC236}">
                      <a16:creationId xmlns:a16="http://schemas.microsoft.com/office/drawing/2014/main" id="{F8708AD1-0905-A5E0-1679-DA14AC07E9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845" y="2386303"/>
                  <a:ext cx="703715" cy="369332"/>
                </a:xfrm>
                <a:prstGeom prst="rect">
                  <a:avLst/>
                </a:prstGeom>
                <a:blipFill>
                  <a:blip r:embed="rId27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Gs">
                  <a:extLst>
                    <a:ext uri="{FF2B5EF4-FFF2-40B4-BE49-F238E27FC236}">
                      <a16:creationId xmlns:a16="http://schemas.microsoft.com/office/drawing/2014/main" id="{ABE78D0F-3623-F5E0-62D7-667F478BE80A}"/>
                    </a:ext>
                  </a:extLst>
                </p:cNvPr>
                <p:cNvSpPr txBox="1"/>
                <p:nvPr/>
              </p:nvSpPr>
              <p:spPr>
                <a:xfrm>
                  <a:off x="860906" y="1875764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9" name="Gs">
                  <a:extLst>
                    <a:ext uri="{FF2B5EF4-FFF2-40B4-BE49-F238E27FC236}">
                      <a16:creationId xmlns:a16="http://schemas.microsoft.com/office/drawing/2014/main" id="{B7329D5B-9A0E-0787-C7D4-E1E78A457E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906" y="1875764"/>
                  <a:ext cx="703715" cy="369332"/>
                </a:xfrm>
                <a:prstGeom prst="rect">
                  <a:avLst/>
                </a:prstGeom>
                <a:blipFill>
                  <a:blip r:embed="rId28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Gs">
                  <a:extLst>
                    <a:ext uri="{FF2B5EF4-FFF2-40B4-BE49-F238E27FC236}">
                      <a16:creationId xmlns:a16="http://schemas.microsoft.com/office/drawing/2014/main" id="{5F4D8751-38B2-311E-6BE7-7D6F1E51176A}"/>
                    </a:ext>
                  </a:extLst>
                </p:cNvPr>
                <p:cNvSpPr txBox="1"/>
                <p:nvPr/>
              </p:nvSpPr>
              <p:spPr>
                <a:xfrm>
                  <a:off x="626461" y="4369517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0" name="Gs">
                  <a:extLst>
                    <a:ext uri="{FF2B5EF4-FFF2-40B4-BE49-F238E27FC236}">
                      <a16:creationId xmlns:a16="http://schemas.microsoft.com/office/drawing/2014/main" id="{9DC94101-A208-99CA-28D8-1A0DEFD1E6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461" y="4369517"/>
                  <a:ext cx="703715" cy="369332"/>
                </a:xfrm>
                <a:prstGeom prst="rect">
                  <a:avLst/>
                </a:prstGeom>
                <a:blipFill>
                  <a:blip r:embed="rId29"/>
                  <a:stretch>
                    <a:fillRect r="-34286" b="-5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Gs">
                  <a:extLst>
                    <a:ext uri="{FF2B5EF4-FFF2-40B4-BE49-F238E27FC236}">
                      <a16:creationId xmlns:a16="http://schemas.microsoft.com/office/drawing/2014/main" id="{C2BF2254-7CB4-E454-3D3E-230DE5D26A7C}"/>
                    </a:ext>
                  </a:extLst>
                </p:cNvPr>
                <p:cNvSpPr txBox="1"/>
                <p:nvPr/>
              </p:nvSpPr>
              <p:spPr>
                <a:xfrm>
                  <a:off x="621046" y="4899576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1" name="Gs">
                  <a:extLst>
                    <a:ext uri="{FF2B5EF4-FFF2-40B4-BE49-F238E27FC236}">
                      <a16:creationId xmlns:a16="http://schemas.microsoft.com/office/drawing/2014/main" id="{6E03AE20-887A-78C3-6239-65043CC951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046" y="4899576"/>
                  <a:ext cx="703715" cy="369332"/>
                </a:xfrm>
                <a:prstGeom prst="rect">
                  <a:avLst/>
                </a:prstGeom>
                <a:blipFill>
                  <a:blip r:embed="rId30"/>
                  <a:stretch>
                    <a:fillRect r="-33333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Gs">
                  <a:extLst>
                    <a:ext uri="{FF2B5EF4-FFF2-40B4-BE49-F238E27FC236}">
                      <a16:creationId xmlns:a16="http://schemas.microsoft.com/office/drawing/2014/main" id="{7BD1EB3A-6140-8304-000A-0997AA73D220}"/>
                    </a:ext>
                  </a:extLst>
                </p:cNvPr>
                <p:cNvSpPr txBox="1"/>
                <p:nvPr/>
              </p:nvSpPr>
              <p:spPr>
                <a:xfrm>
                  <a:off x="621046" y="5897344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−8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2" name="Gs">
                  <a:extLst>
                    <a:ext uri="{FF2B5EF4-FFF2-40B4-BE49-F238E27FC236}">
                      <a16:creationId xmlns:a16="http://schemas.microsoft.com/office/drawing/2014/main" id="{CC0BAFAC-2A81-EB7E-EDA7-03A6AAE59F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046" y="5897344"/>
                  <a:ext cx="703715" cy="369332"/>
                </a:xfrm>
                <a:prstGeom prst="rect">
                  <a:avLst/>
                </a:prstGeom>
                <a:blipFill>
                  <a:blip r:embed="rId31"/>
                  <a:stretch>
                    <a:fillRect r="-33333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Gs">
                  <a:extLst>
                    <a:ext uri="{FF2B5EF4-FFF2-40B4-BE49-F238E27FC236}">
                      <a16:creationId xmlns:a16="http://schemas.microsoft.com/office/drawing/2014/main" id="{47F82935-4135-CFAD-CBCC-218587226949}"/>
                    </a:ext>
                  </a:extLst>
                </p:cNvPr>
                <p:cNvSpPr txBox="1"/>
                <p:nvPr/>
              </p:nvSpPr>
              <p:spPr>
                <a:xfrm>
                  <a:off x="626461" y="5411690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−6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3" name="Gs">
                  <a:extLst>
                    <a:ext uri="{FF2B5EF4-FFF2-40B4-BE49-F238E27FC236}">
                      <a16:creationId xmlns:a16="http://schemas.microsoft.com/office/drawing/2014/main" id="{3DF69D0C-B4E8-7CA0-4FE8-9D7FD1C4B0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461" y="5411690"/>
                  <a:ext cx="703715" cy="369332"/>
                </a:xfrm>
                <a:prstGeom prst="rect">
                  <a:avLst/>
                </a:prstGeom>
                <a:blipFill>
                  <a:blip r:embed="rId32"/>
                  <a:stretch>
                    <a:fillRect r="-34286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Gs">
                  <a:extLst>
                    <a:ext uri="{FF2B5EF4-FFF2-40B4-BE49-F238E27FC236}">
                      <a16:creationId xmlns:a16="http://schemas.microsoft.com/office/drawing/2014/main" id="{01634E22-BE1C-11E6-8548-2F47E73360D3}"/>
                    </a:ext>
                  </a:extLst>
                </p:cNvPr>
                <p:cNvSpPr txBox="1"/>
                <p:nvPr/>
              </p:nvSpPr>
              <p:spPr>
                <a:xfrm>
                  <a:off x="10168598" y="1007428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4" name="Gs">
                  <a:extLst>
                    <a:ext uri="{FF2B5EF4-FFF2-40B4-BE49-F238E27FC236}">
                      <a16:creationId xmlns:a16="http://schemas.microsoft.com/office/drawing/2014/main" id="{8088DA75-558D-59B1-80CF-352BDF7FBD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8598" y="1007428"/>
                  <a:ext cx="703715" cy="369332"/>
                </a:xfrm>
                <a:prstGeom prst="rect">
                  <a:avLst/>
                </a:prstGeom>
                <a:blipFill>
                  <a:blip r:embed="rId33"/>
                  <a:stretch>
                    <a:fillRect l="-2857" r="-65714" b="-10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24" name="辅助线1">
            <a:extLst>
              <a:ext uri="{FF2B5EF4-FFF2-40B4-BE49-F238E27FC236}">
                <a16:creationId xmlns:a16="http://schemas.microsoft.com/office/drawing/2014/main" id="{A4ABD6BA-A51A-54E0-51B1-ED8CFE480F01}"/>
              </a:ext>
            </a:extLst>
          </p:cNvPr>
          <p:cNvCxnSpPr>
            <a:cxnSpLocks/>
            <a:endCxn id="131" idx="2"/>
          </p:cNvCxnSpPr>
          <p:nvPr/>
        </p:nvCxnSpPr>
        <p:spPr>
          <a:xfrm>
            <a:off x="5847895" y="3482529"/>
            <a:ext cx="3564643" cy="562379"/>
          </a:xfrm>
          <a:prstGeom prst="line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基准点1">
            <a:extLst>
              <a:ext uri="{FF2B5EF4-FFF2-40B4-BE49-F238E27FC236}">
                <a16:creationId xmlns:a16="http://schemas.microsoft.com/office/drawing/2014/main" id="{EF76F6DE-665F-054A-4445-3BFF51B2435D}"/>
              </a:ext>
            </a:extLst>
          </p:cNvPr>
          <p:cNvSpPr/>
          <p:nvPr/>
        </p:nvSpPr>
        <p:spPr>
          <a:xfrm>
            <a:off x="9412538" y="3983532"/>
            <a:ext cx="122752" cy="122752"/>
          </a:xfrm>
          <a:prstGeom prst="ellipse">
            <a:avLst/>
          </a:prstGeom>
          <a:solidFill>
            <a:srgbClr val="159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标签1">
                <a:extLst>
                  <a:ext uri="{FF2B5EF4-FFF2-40B4-BE49-F238E27FC236}">
                    <a16:creationId xmlns:a16="http://schemas.microsoft.com/office/drawing/2014/main" id="{8169F060-043B-48A7-7761-D2D0E29C194D}"/>
                  </a:ext>
                </a:extLst>
              </p:cNvPr>
              <p:cNvSpPr txBox="1"/>
              <p:nvPr/>
            </p:nvSpPr>
            <p:spPr>
              <a:xfrm>
                <a:off x="6055884" y="3071607"/>
                <a:ext cx="8897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−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2</m:t>
                      </m:r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1" name="标签1">
                <a:extLst>
                  <a:ext uri="{FF2B5EF4-FFF2-40B4-BE49-F238E27FC236}">
                    <a16:creationId xmlns:a16="http://schemas.microsoft.com/office/drawing/2014/main" id="{8169F060-043B-48A7-7761-D2D0E29C1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5884" y="3071607"/>
                <a:ext cx="889721" cy="523220"/>
              </a:xfrm>
              <a:prstGeom prst="rect">
                <a:avLst/>
              </a:prstGeom>
              <a:blipFill>
                <a:blip r:embed="rId34"/>
                <a:stretch>
                  <a:fillRect r="-14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2" name="幅频1">
            <a:extLst>
              <a:ext uri="{FF2B5EF4-FFF2-40B4-BE49-F238E27FC236}">
                <a16:creationId xmlns:a16="http://schemas.microsoft.com/office/drawing/2014/main" id="{51283C6A-2241-587B-4C2F-9117A1922263}"/>
              </a:ext>
            </a:extLst>
          </p:cNvPr>
          <p:cNvCxnSpPr>
            <a:cxnSpLocks/>
          </p:cNvCxnSpPr>
          <p:nvPr/>
        </p:nvCxnSpPr>
        <p:spPr>
          <a:xfrm>
            <a:off x="5831552" y="3475585"/>
            <a:ext cx="1844563" cy="288133"/>
          </a:xfrm>
          <a:prstGeom prst="line">
            <a:avLst/>
          </a:prstGeom>
          <a:ln w="38100">
            <a:solidFill>
              <a:srgbClr val="E4486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标签4">
                <a:extLst>
                  <a:ext uri="{FF2B5EF4-FFF2-40B4-BE49-F238E27FC236}">
                    <a16:creationId xmlns:a16="http://schemas.microsoft.com/office/drawing/2014/main" id="{B40EB7CE-B7F7-9CB4-6EE8-73482B18A0F5}"/>
                  </a:ext>
                </a:extLst>
              </p:cNvPr>
              <p:cNvSpPr txBox="1"/>
              <p:nvPr/>
            </p:nvSpPr>
            <p:spPr>
              <a:xfrm>
                <a:off x="10517636" y="3772373"/>
                <a:ext cx="8897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−</m:t>
                      </m:r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8</m:t>
                      </m:r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2" name="标签4">
                <a:extLst>
                  <a:ext uri="{FF2B5EF4-FFF2-40B4-BE49-F238E27FC236}">
                    <a16:creationId xmlns:a16="http://schemas.microsoft.com/office/drawing/2014/main" id="{B40EB7CE-B7F7-9CB4-6EE8-73482B18A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7636" y="3772373"/>
                <a:ext cx="889721" cy="523220"/>
              </a:xfrm>
              <a:prstGeom prst="rect">
                <a:avLst/>
              </a:prstGeom>
              <a:blipFill>
                <a:blip r:embed="rId35"/>
                <a:stretch>
                  <a:fillRect r="-14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3" name="幅频2">
            <a:extLst>
              <a:ext uri="{FF2B5EF4-FFF2-40B4-BE49-F238E27FC236}">
                <a16:creationId xmlns:a16="http://schemas.microsoft.com/office/drawing/2014/main" id="{24541024-5F57-6A8B-9F2E-7006E892FA19}"/>
              </a:ext>
            </a:extLst>
          </p:cNvPr>
          <p:cNvCxnSpPr>
            <a:cxnSpLocks/>
          </p:cNvCxnSpPr>
          <p:nvPr/>
        </p:nvCxnSpPr>
        <p:spPr>
          <a:xfrm flipH="1">
            <a:off x="7659221" y="3766267"/>
            <a:ext cx="1832751" cy="0"/>
          </a:xfrm>
          <a:prstGeom prst="line">
            <a:avLst/>
          </a:prstGeom>
          <a:ln w="38100">
            <a:solidFill>
              <a:srgbClr val="E4486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基准点3">
            <a:extLst>
              <a:ext uri="{FF2B5EF4-FFF2-40B4-BE49-F238E27FC236}">
                <a16:creationId xmlns:a16="http://schemas.microsoft.com/office/drawing/2014/main" id="{7D5F06BA-084D-A479-23FC-3A810A91A8EA}"/>
              </a:ext>
            </a:extLst>
          </p:cNvPr>
          <p:cNvSpPr/>
          <p:nvPr/>
        </p:nvSpPr>
        <p:spPr>
          <a:xfrm>
            <a:off x="11215103" y="4276533"/>
            <a:ext cx="122752" cy="122752"/>
          </a:xfrm>
          <a:prstGeom prst="ellipse">
            <a:avLst/>
          </a:prstGeom>
          <a:solidFill>
            <a:srgbClr val="159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36" name="辅助线3">
            <a:extLst>
              <a:ext uri="{FF2B5EF4-FFF2-40B4-BE49-F238E27FC236}">
                <a16:creationId xmlns:a16="http://schemas.microsoft.com/office/drawing/2014/main" id="{406CC286-AC15-5CF1-3F69-AB910C1C3DC2}"/>
              </a:ext>
            </a:extLst>
          </p:cNvPr>
          <p:cNvCxnSpPr>
            <a:cxnSpLocks/>
            <a:endCxn id="135" idx="2"/>
          </p:cNvCxnSpPr>
          <p:nvPr/>
        </p:nvCxnSpPr>
        <p:spPr>
          <a:xfrm>
            <a:off x="9482740" y="3766153"/>
            <a:ext cx="1732363" cy="571756"/>
          </a:xfrm>
          <a:prstGeom prst="line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标签3">
                <a:extLst>
                  <a:ext uri="{FF2B5EF4-FFF2-40B4-BE49-F238E27FC236}">
                    <a16:creationId xmlns:a16="http://schemas.microsoft.com/office/drawing/2014/main" id="{FD917255-A18E-9815-BA07-53795322A510}"/>
                  </a:ext>
                </a:extLst>
              </p:cNvPr>
              <p:cNvSpPr txBox="1"/>
              <p:nvPr/>
            </p:nvSpPr>
            <p:spPr>
              <a:xfrm>
                <a:off x="9780417" y="3543024"/>
                <a:ext cx="8897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−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4</m:t>
                      </m:r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3" name="标签3">
                <a:extLst>
                  <a:ext uri="{FF2B5EF4-FFF2-40B4-BE49-F238E27FC236}">
                    <a16:creationId xmlns:a16="http://schemas.microsoft.com/office/drawing/2014/main" id="{FD917255-A18E-9815-BA07-53795322A5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0417" y="3543024"/>
                <a:ext cx="889721" cy="52322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7" name="幅频3">
            <a:extLst>
              <a:ext uri="{FF2B5EF4-FFF2-40B4-BE49-F238E27FC236}">
                <a16:creationId xmlns:a16="http://schemas.microsoft.com/office/drawing/2014/main" id="{82444431-F76C-5A42-E7F0-367A5628A00E}"/>
              </a:ext>
            </a:extLst>
          </p:cNvPr>
          <p:cNvCxnSpPr>
            <a:cxnSpLocks/>
          </p:cNvCxnSpPr>
          <p:nvPr/>
        </p:nvCxnSpPr>
        <p:spPr>
          <a:xfrm>
            <a:off x="9452011" y="3754912"/>
            <a:ext cx="1346196" cy="444802"/>
          </a:xfrm>
          <a:prstGeom prst="line">
            <a:avLst/>
          </a:prstGeom>
          <a:ln w="38100">
            <a:solidFill>
              <a:srgbClr val="E4486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幅频4">
            <a:extLst>
              <a:ext uri="{FF2B5EF4-FFF2-40B4-BE49-F238E27FC236}">
                <a16:creationId xmlns:a16="http://schemas.microsoft.com/office/drawing/2014/main" id="{5C1E48C0-271F-4659-3A57-A6EE8CAD46B4}"/>
              </a:ext>
            </a:extLst>
          </p:cNvPr>
          <p:cNvCxnSpPr>
            <a:cxnSpLocks/>
          </p:cNvCxnSpPr>
          <p:nvPr/>
        </p:nvCxnSpPr>
        <p:spPr>
          <a:xfrm>
            <a:off x="10798207" y="4195568"/>
            <a:ext cx="485856" cy="346755"/>
          </a:xfrm>
          <a:prstGeom prst="line">
            <a:avLst/>
          </a:prstGeom>
          <a:ln w="38100">
            <a:solidFill>
              <a:srgbClr val="E4486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相频响应">
            <a:extLst>
              <a:ext uri="{FF2B5EF4-FFF2-40B4-BE49-F238E27FC236}">
                <a16:creationId xmlns:a16="http://schemas.microsoft.com/office/drawing/2014/main" id="{0150CA9D-9665-E6C6-9087-2EA432388944}"/>
              </a:ext>
            </a:extLst>
          </p:cNvPr>
          <p:cNvSpPr/>
          <p:nvPr/>
        </p:nvSpPr>
        <p:spPr>
          <a:xfrm flipV="1">
            <a:off x="5855922" y="3865252"/>
            <a:ext cx="5400104" cy="275038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107941"/>
              <a:gd name="connsiteY0" fmla="*/ 4453 h 15356"/>
              <a:gd name="connsiteX1" fmla="*/ 3107941 w 3107941"/>
              <a:gd name="connsiteY1" fmla="*/ 15356 h 15356"/>
              <a:gd name="connsiteX0" fmla="*/ 0 w 3107941"/>
              <a:gd name="connsiteY0" fmla="*/ 301651 h 312554"/>
              <a:gd name="connsiteX1" fmla="*/ 3107941 w 3107941"/>
              <a:gd name="connsiteY1" fmla="*/ 312554 h 312554"/>
              <a:gd name="connsiteX0" fmla="*/ 0 w 3338740"/>
              <a:gd name="connsiteY0" fmla="*/ 301651 h 321067"/>
              <a:gd name="connsiteX1" fmla="*/ 3107941 w 3338740"/>
              <a:gd name="connsiteY1" fmla="*/ 312554 h 321067"/>
              <a:gd name="connsiteX2" fmla="*/ 3109963 w 3338740"/>
              <a:gd name="connsiteY2" fmla="*/ 321067 h 321067"/>
              <a:gd name="connsiteX0" fmla="*/ 0 w 3306885"/>
              <a:gd name="connsiteY0" fmla="*/ 301651 h 312594"/>
              <a:gd name="connsiteX1" fmla="*/ 3107941 w 3306885"/>
              <a:gd name="connsiteY1" fmla="*/ 312554 h 312594"/>
              <a:gd name="connsiteX2" fmla="*/ 2968339 w 3306885"/>
              <a:gd name="connsiteY2" fmla="*/ 126823 h 312594"/>
              <a:gd name="connsiteX0" fmla="*/ 544316 w 3512655"/>
              <a:gd name="connsiteY0" fmla="*/ 523152 h 523153"/>
              <a:gd name="connsiteX1" fmla="*/ 1854717 w 3512655"/>
              <a:gd name="connsiteY1" fmla="*/ 252401 h 523153"/>
              <a:gd name="connsiteX2" fmla="*/ 3512655 w 3512655"/>
              <a:gd name="connsiteY2" fmla="*/ 348324 h 523153"/>
              <a:gd name="connsiteX0" fmla="*/ 544316 w 3643385"/>
              <a:gd name="connsiteY0" fmla="*/ 523152 h 542568"/>
              <a:gd name="connsiteX1" fmla="*/ 1854717 w 3643385"/>
              <a:gd name="connsiteY1" fmla="*/ 252401 h 542568"/>
              <a:gd name="connsiteX2" fmla="*/ 3643385 w 3643385"/>
              <a:gd name="connsiteY2" fmla="*/ 542568 h 542568"/>
              <a:gd name="connsiteX0" fmla="*/ 0 w 3099069"/>
              <a:gd name="connsiteY0" fmla="*/ 284005 h 303421"/>
              <a:gd name="connsiteX1" fmla="*/ 1310401 w 3099069"/>
              <a:gd name="connsiteY1" fmla="*/ 13254 h 303421"/>
              <a:gd name="connsiteX2" fmla="*/ 3099069 w 3099069"/>
              <a:gd name="connsiteY2" fmla="*/ 303421 h 303421"/>
              <a:gd name="connsiteX0" fmla="*/ 0 w 3099069"/>
              <a:gd name="connsiteY0" fmla="*/ 270751 h 290167"/>
              <a:gd name="connsiteX1" fmla="*/ 1310401 w 3099069"/>
              <a:gd name="connsiteY1" fmla="*/ 0 h 290167"/>
              <a:gd name="connsiteX2" fmla="*/ 3099069 w 3099069"/>
              <a:gd name="connsiteY2" fmla="*/ 290167 h 290167"/>
              <a:gd name="connsiteX0" fmla="*/ 0 w 3099069"/>
              <a:gd name="connsiteY0" fmla="*/ 309600 h 329016"/>
              <a:gd name="connsiteX1" fmla="*/ 616805 w 3099069"/>
              <a:gd name="connsiteY1" fmla="*/ 0 h 329016"/>
              <a:gd name="connsiteX2" fmla="*/ 3099069 w 3099069"/>
              <a:gd name="connsiteY2" fmla="*/ 329016 h 329016"/>
              <a:gd name="connsiteX0" fmla="*/ 0 w 3099069"/>
              <a:gd name="connsiteY0" fmla="*/ 309600 h 334934"/>
              <a:gd name="connsiteX1" fmla="*/ 616805 w 3099069"/>
              <a:gd name="connsiteY1" fmla="*/ 0 h 334934"/>
              <a:gd name="connsiteX2" fmla="*/ 3099069 w 3099069"/>
              <a:gd name="connsiteY2" fmla="*/ 329016 h 334934"/>
              <a:gd name="connsiteX0" fmla="*/ 0 w 3062755"/>
              <a:gd name="connsiteY0" fmla="*/ 309600 h 309606"/>
              <a:gd name="connsiteX1" fmla="*/ 616805 w 3062755"/>
              <a:gd name="connsiteY1" fmla="*/ 0 h 309606"/>
              <a:gd name="connsiteX2" fmla="*/ 3062755 w 3062755"/>
              <a:gd name="connsiteY2" fmla="*/ 154196 h 309606"/>
              <a:gd name="connsiteX0" fmla="*/ 0 w 3102700"/>
              <a:gd name="connsiteY0" fmla="*/ 309600 h 327278"/>
              <a:gd name="connsiteX1" fmla="*/ 616805 w 3102700"/>
              <a:gd name="connsiteY1" fmla="*/ 0 h 327278"/>
              <a:gd name="connsiteX2" fmla="*/ 3102700 w 3102700"/>
              <a:gd name="connsiteY2" fmla="*/ 319304 h 327278"/>
              <a:gd name="connsiteX0" fmla="*/ 0 w 3102700"/>
              <a:gd name="connsiteY0" fmla="*/ 309600 h 319303"/>
              <a:gd name="connsiteX1" fmla="*/ 616805 w 3102700"/>
              <a:gd name="connsiteY1" fmla="*/ 0 h 319303"/>
              <a:gd name="connsiteX2" fmla="*/ 3102700 w 3102700"/>
              <a:gd name="connsiteY2" fmla="*/ 319304 h 319303"/>
              <a:gd name="connsiteX0" fmla="*/ 0 w 3102700"/>
              <a:gd name="connsiteY0" fmla="*/ 309600 h 319305"/>
              <a:gd name="connsiteX1" fmla="*/ 616805 w 3102700"/>
              <a:gd name="connsiteY1" fmla="*/ 0 h 319305"/>
              <a:gd name="connsiteX2" fmla="*/ 3102700 w 3102700"/>
              <a:gd name="connsiteY2" fmla="*/ 319304 h 319305"/>
              <a:gd name="connsiteX0" fmla="*/ 0 w 3102700"/>
              <a:gd name="connsiteY0" fmla="*/ 173629 h 183332"/>
              <a:gd name="connsiteX1" fmla="*/ 754798 w 3102700"/>
              <a:gd name="connsiteY1" fmla="*/ 0 h 183332"/>
              <a:gd name="connsiteX2" fmla="*/ 3102700 w 3102700"/>
              <a:gd name="connsiteY2" fmla="*/ 183333 h 183332"/>
              <a:gd name="connsiteX0" fmla="*/ 0 w 3102700"/>
              <a:gd name="connsiteY0" fmla="*/ 297176 h 306881"/>
              <a:gd name="connsiteX1" fmla="*/ 754798 w 3102700"/>
              <a:gd name="connsiteY1" fmla="*/ 123547 h 306881"/>
              <a:gd name="connsiteX2" fmla="*/ 3102700 w 3102700"/>
              <a:gd name="connsiteY2" fmla="*/ 306880 h 306881"/>
              <a:gd name="connsiteX0" fmla="*/ 0 w 3102700"/>
              <a:gd name="connsiteY0" fmla="*/ 297178 h 365393"/>
              <a:gd name="connsiteX1" fmla="*/ 754798 w 3102700"/>
              <a:gd name="connsiteY1" fmla="*/ 123549 h 365393"/>
              <a:gd name="connsiteX2" fmla="*/ 3102700 w 3102700"/>
              <a:gd name="connsiteY2" fmla="*/ 306882 h 365393"/>
              <a:gd name="connsiteX0" fmla="*/ 0 w 3102700"/>
              <a:gd name="connsiteY0" fmla="*/ 297178 h 306882"/>
              <a:gd name="connsiteX1" fmla="*/ 754798 w 3102700"/>
              <a:gd name="connsiteY1" fmla="*/ 123549 h 306882"/>
              <a:gd name="connsiteX2" fmla="*/ 3102700 w 3102700"/>
              <a:gd name="connsiteY2" fmla="*/ 306882 h 306882"/>
              <a:gd name="connsiteX0" fmla="*/ 0 w 3091806"/>
              <a:gd name="connsiteY0" fmla="*/ 776990 h 776992"/>
              <a:gd name="connsiteX1" fmla="*/ 754798 w 3091806"/>
              <a:gd name="connsiteY1" fmla="*/ 603361 h 776992"/>
              <a:gd name="connsiteX2" fmla="*/ 3091806 w 3091806"/>
              <a:gd name="connsiteY2" fmla="*/ 3 h 776992"/>
              <a:gd name="connsiteX0" fmla="*/ 0 w 3091806"/>
              <a:gd name="connsiteY0" fmla="*/ 776993 h 776994"/>
              <a:gd name="connsiteX1" fmla="*/ 762061 w 3091806"/>
              <a:gd name="connsiteY1" fmla="*/ 195450 h 776994"/>
              <a:gd name="connsiteX2" fmla="*/ 3091806 w 3091806"/>
              <a:gd name="connsiteY2" fmla="*/ 6 h 776994"/>
              <a:gd name="connsiteX0" fmla="*/ 0 w 3091806"/>
              <a:gd name="connsiteY0" fmla="*/ 777050 h 777051"/>
              <a:gd name="connsiteX1" fmla="*/ 762061 w 3091806"/>
              <a:gd name="connsiteY1" fmla="*/ 195507 h 777051"/>
              <a:gd name="connsiteX2" fmla="*/ 3091806 w 3091806"/>
              <a:gd name="connsiteY2" fmla="*/ 63 h 777051"/>
              <a:gd name="connsiteX0" fmla="*/ 0 w 3091806"/>
              <a:gd name="connsiteY0" fmla="*/ 777050 h 777053"/>
              <a:gd name="connsiteX1" fmla="*/ 762061 w 3091806"/>
              <a:gd name="connsiteY1" fmla="*/ 195507 h 777053"/>
              <a:gd name="connsiteX2" fmla="*/ 3091806 w 3091806"/>
              <a:gd name="connsiteY2" fmla="*/ 63 h 777053"/>
              <a:gd name="connsiteX0" fmla="*/ 0 w 3091806"/>
              <a:gd name="connsiteY0" fmla="*/ 783267 h 783269"/>
              <a:gd name="connsiteX1" fmla="*/ 798375 w 3091806"/>
              <a:gd name="connsiteY1" fmla="*/ 124026 h 783269"/>
              <a:gd name="connsiteX2" fmla="*/ 3091806 w 3091806"/>
              <a:gd name="connsiteY2" fmla="*/ 6280 h 783269"/>
              <a:gd name="connsiteX0" fmla="*/ 0 w 3091806"/>
              <a:gd name="connsiteY0" fmla="*/ 780834 h 780836"/>
              <a:gd name="connsiteX1" fmla="*/ 1008996 w 3091806"/>
              <a:gd name="connsiteY1" fmla="*/ 131305 h 780836"/>
              <a:gd name="connsiteX2" fmla="*/ 3091806 w 3091806"/>
              <a:gd name="connsiteY2" fmla="*/ 3847 h 780836"/>
              <a:gd name="connsiteX0" fmla="*/ 0 w 3091806"/>
              <a:gd name="connsiteY0" fmla="*/ 777029 h 777031"/>
              <a:gd name="connsiteX1" fmla="*/ 1008996 w 3091806"/>
              <a:gd name="connsiteY1" fmla="*/ 127500 h 777031"/>
              <a:gd name="connsiteX2" fmla="*/ 3091806 w 3091806"/>
              <a:gd name="connsiteY2" fmla="*/ 42 h 777031"/>
              <a:gd name="connsiteX0" fmla="*/ 0 w 3091806"/>
              <a:gd name="connsiteY0" fmla="*/ 777029 h 777031"/>
              <a:gd name="connsiteX1" fmla="*/ 1008996 w 3091806"/>
              <a:gd name="connsiteY1" fmla="*/ 127500 h 777031"/>
              <a:gd name="connsiteX2" fmla="*/ 3091806 w 3091806"/>
              <a:gd name="connsiteY2" fmla="*/ 42 h 777031"/>
              <a:gd name="connsiteX0" fmla="*/ 0 w 3091806"/>
              <a:gd name="connsiteY0" fmla="*/ 777029 h 777031"/>
              <a:gd name="connsiteX1" fmla="*/ 1008996 w 3091806"/>
              <a:gd name="connsiteY1" fmla="*/ 127500 h 777031"/>
              <a:gd name="connsiteX2" fmla="*/ 3091806 w 3091806"/>
              <a:gd name="connsiteY2" fmla="*/ 42 h 777031"/>
              <a:gd name="connsiteX0" fmla="*/ 0 w 3091806"/>
              <a:gd name="connsiteY0" fmla="*/ 777023 h 777025"/>
              <a:gd name="connsiteX1" fmla="*/ 1008996 w 3091806"/>
              <a:gd name="connsiteY1" fmla="*/ 127494 h 777025"/>
              <a:gd name="connsiteX2" fmla="*/ 3091806 w 3091806"/>
              <a:gd name="connsiteY2" fmla="*/ 36 h 777025"/>
              <a:gd name="connsiteX0" fmla="*/ 0 w 3091806"/>
              <a:gd name="connsiteY0" fmla="*/ 777023 h 777023"/>
              <a:gd name="connsiteX1" fmla="*/ 1008996 w 3091806"/>
              <a:gd name="connsiteY1" fmla="*/ 127494 h 777023"/>
              <a:gd name="connsiteX2" fmla="*/ 3091806 w 3091806"/>
              <a:gd name="connsiteY2" fmla="*/ 36 h 777023"/>
              <a:gd name="connsiteX0" fmla="*/ 0 w 3091806"/>
              <a:gd name="connsiteY0" fmla="*/ 777116 h 777116"/>
              <a:gd name="connsiteX1" fmla="*/ 1034416 w 3091806"/>
              <a:gd name="connsiteY1" fmla="*/ 79025 h 777116"/>
              <a:gd name="connsiteX2" fmla="*/ 3091806 w 3091806"/>
              <a:gd name="connsiteY2" fmla="*/ 129 h 777116"/>
              <a:gd name="connsiteX0" fmla="*/ 0 w 3091806"/>
              <a:gd name="connsiteY0" fmla="*/ 776988 h 776988"/>
              <a:gd name="connsiteX1" fmla="*/ 1034416 w 3091806"/>
              <a:gd name="connsiteY1" fmla="*/ 78897 h 776988"/>
              <a:gd name="connsiteX2" fmla="*/ 3091806 w 3091806"/>
              <a:gd name="connsiteY2" fmla="*/ 1 h 776988"/>
              <a:gd name="connsiteX0" fmla="*/ 0 w 3091806"/>
              <a:gd name="connsiteY0" fmla="*/ 776986 h 776986"/>
              <a:gd name="connsiteX1" fmla="*/ 1038048 w 3091806"/>
              <a:gd name="connsiteY1" fmla="*/ 146881 h 776986"/>
              <a:gd name="connsiteX2" fmla="*/ 3091806 w 3091806"/>
              <a:gd name="connsiteY2" fmla="*/ -1 h 776986"/>
              <a:gd name="connsiteX0" fmla="*/ 0 w 3091806"/>
              <a:gd name="connsiteY0" fmla="*/ 776988 h 776988"/>
              <a:gd name="connsiteX1" fmla="*/ 1038048 w 3091806"/>
              <a:gd name="connsiteY1" fmla="*/ 146883 h 776988"/>
              <a:gd name="connsiteX2" fmla="*/ 3091806 w 3091806"/>
              <a:gd name="connsiteY2" fmla="*/ 1 h 776988"/>
              <a:gd name="connsiteX0" fmla="*/ 0 w 3091806"/>
              <a:gd name="connsiteY0" fmla="*/ 776986 h 776986"/>
              <a:gd name="connsiteX1" fmla="*/ 1038048 w 3091806"/>
              <a:gd name="connsiteY1" fmla="*/ 146881 h 776986"/>
              <a:gd name="connsiteX2" fmla="*/ 3091806 w 3091806"/>
              <a:gd name="connsiteY2" fmla="*/ -1 h 776986"/>
              <a:gd name="connsiteX0" fmla="*/ 0 w 3080912"/>
              <a:gd name="connsiteY0" fmla="*/ 1146053 h 1146053"/>
              <a:gd name="connsiteX1" fmla="*/ 1038048 w 3080912"/>
              <a:gd name="connsiteY1" fmla="*/ 515948 h 1146053"/>
              <a:gd name="connsiteX2" fmla="*/ 3080912 w 3080912"/>
              <a:gd name="connsiteY2" fmla="*/ 0 h 1146053"/>
              <a:gd name="connsiteX0" fmla="*/ 0 w 3080912"/>
              <a:gd name="connsiteY0" fmla="*/ 1146053 h 1146053"/>
              <a:gd name="connsiteX1" fmla="*/ 1107045 w 3080912"/>
              <a:gd name="connsiteY1" fmla="*/ 331416 h 1146053"/>
              <a:gd name="connsiteX2" fmla="*/ 3080912 w 3080912"/>
              <a:gd name="connsiteY2" fmla="*/ 0 h 1146053"/>
              <a:gd name="connsiteX0" fmla="*/ 0 w 3080912"/>
              <a:gd name="connsiteY0" fmla="*/ 1146053 h 1146053"/>
              <a:gd name="connsiteX1" fmla="*/ 1107045 w 3080912"/>
              <a:gd name="connsiteY1" fmla="*/ 331416 h 1146053"/>
              <a:gd name="connsiteX2" fmla="*/ 3080912 w 3080912"/>
              <a:gd name="connsiteY2" fmla="*/ 0 h 1146053"/>
              <a:gd name="connsiteX0" fmla="*/ 0 w 3080912"/>
              <a:gd name="connsiteY0" fmla="*/ 1146053 h 1146053"/>
              <a:gd name="connsiteX1" fmla="*/ 1321298 w 3080912"/>
              <a:gd name="connsiteY1" fmla="*/ 389689 h 1146053"/>
              <a:gd name="connsiteX2" fmla="*/ 3080912 w 3080912"/>
              <a:gd name="connsiteY2" fmla="*/ 0 h 1146053"/>
              <a:gd name="connsiteX0" fmla="*/ 0 w 3080912"/>
              <a:gd name="connsiteY0" fmla="*/ 1146053 h 1146053"/>
              <a:gd name="connsiteX1" fmla="*/ 1321298 w 3080912"/>
              <a:gd name="connsiteY1" fmla="*/ 389689 h 1146053"/>
              <a:gd name="connsiteX2" fmla="*/ 3080912 w 3080912"/>
              <a:gd name="connsiteY2" fmla="*/ 0 h 1146053"/>
              <a:gd name="connsiteX0" fmla="*/ 0 w 3102700"/>
              <a:gd name="connsiteY0" fmla="*/ 765238 h 1106537"/>
              <a:gd name="connsiteX1" fmla="*/ 1321298 w 3102700"/>
              <a:gd name="connsiteY1" fmla="*/ 8874 h 1106537"/>
              <a:gd name="connsiteX2" fmla="*/ 3102700 w 3102700"/>
              <a:gd name="connsiteY2" fmla="*/ 1105159 h 1106537"/>
              <a:gd name="connsiteX0" fmla="*/ 0 w 3102700"/>
              <a:gd name="connsiteY0" fmla="*/ 4628 h 348950"/>
              <a:gd name="connsiteX1" fmla="*/ 1343087 w 3102700"/>
              <a:gd name="connsiteY1" fmla="*/ 141791 h 348950"/>
              <a:gd name="connsiteX2" fmla="*/ 3102700 w 3102700"/>
              <a:gd name="connsiteY2" fmla="*/ 344549 h 348950"/>
              <a:gd name="connsiteX0" fmla="*/ 0 w 3102700"/>
              <a:gd name="connsiteY0" fmla="*/ 4628 h 353462"/>
              <a:gd name="connsiteX1" fmla="*/ 1343087 w 3102700"/>
              <a:gd name="connsiteY1" fmla="*/ 141791 h 353462"/>
              <a:gd name="connsiteX2" fmla="*/ 3102700 w 3102700"/>
              <a:gd name="connsiteY2" fmla="*/ 344549 h 353462"/>
              <a:gd name="connsiteX0" fmla="*/ 0 w 3102700"/>
              <a:gd name="connsiteY0" fmla="*/ 8768 h 357602"/>
              <a:gd name="connsiteX1" fmla="*/ 1343087 w 3102700"/>
              <a:gd name="connsiteY1" fmla="*/ 145931 h 357602"/>
              <a:gd name="connsiteX2" fmla="*/ 3102700 w 3102700"/>
              <a:gd name="connsiteY2" fmla="*/ 348689 h 357602"/>
              <a:gd name="connsiteX0" fmla="*/ 0 w 3077280"/>
              <a:gd name="connsiteY0" fmla="*/ 8768 h 385634"/>
              <a:gd name="connsiteX1" fmla="*/ 1343087 w 3077280"/>
              <a:gd name="connsiteY1" fmla="*/ 145931 h 385634"/>
              <a:gd name="connsiteX2" fmla="*/ 3077280 w 3077280"/>
              <a:gd name="connsiteY2" fmla="*/ 377826 h 385634"/>
              <a:gd name="connsiteX0" fmla="*/ 0 w 3102700"/>
              <a:gd name="connsiteY0" fmla="*/ 8768 h 385634"/>
              <a:gd name="connsiteX1" fmla="*/ 1343087 w 3102700"/>
              <a:gd name="connsiteY1" fmla="*/ 145931 h 385634"/>
              <a:gd name="connsiteX2" fmla="*/ 3102700 w 3102700"/>
              <a:gd name="connsiteY2" fmla="*/ 377826 h 385634"/>
              <a:gd name="connsiteX0" fmla="*/ 0 w 3102700"/>
              <a:gd name="connsiteY0" fmla="*/ 6469 h 386489"/>
              <a:gd name="connsiteX1" fmla="*/ 1023524 w 3102700"/>
              <a:gd name="connsiteY1" fmla="*/ 211618 h 386489"/>
              <a:gd name="connsiteX2" fmla="*/ 3102700 w 3102700"/>
              <a:gd name="connsiteY2" fmla="*/ 375527 h 386489"/>
              <a:gd name="connsiteX0" fmla="*/ 0 w 3102700"/>
              <a:gd name="connsiteY0" fmla="*/ 6469 h 387789"/>
              <a:gd name="connsiteX1" fmla="*/ 1023524 w 3102700"/>
              <a:gd name="connsiteY1" fmla="*/ 211618 h 387789"/>
              <a:gd name="connsiteX2" fmla="*/ 3102700 w 3102700"/>
              <a:gd name="connsiteY2" fmla="*/ 375527 h 387789"/>
              <a:gd name="connsiteX0" fmla="*/ 0 w 3102700"/>
              <a:gd name="connsiteY0" fmla="*/ 9508 h 390828"/>
              <a:gd name="connsiteX1" fmla="*/ 1023524 w 3102700"/>
              <a:gd name="connsiteY1" fmla="*/ 214657 h 390828"/>
              <a:gd name="connsiteX2" fmla="*/ 3102700 w 3102700"/>
              <a:gd name="connsiteY2" fmla="*/ 378566 h 390828"/>
              <a:gd name="connsiteX0" fmla="*/ 0 w 3102700"/>
              <a:gd name="connsiteY0" fmla="*/ 9508 h 399714"/>
              <a:gd name="connsiteX1" fmla="*/ 1023524 w 3102700"/>
              <a:gd name="connsiteY1" fmla="*/ 214657 h 399714"/>
              <a:gd name="connsiteX2" fmla="*/ 3102700 w 3102700"/>
              <a:gd name="connsiteY2" fmla="*/ 378566 h 399714"/>
              <a:gd name="connsiteX0" fmla="*/ 0 w 3099069"/>
              <a:gd name="connsiteY0" fmla="*/ 9508 h 415922"/>
              <a:gd name="connsiteX1" fmla="*/ 1023524 w 3099069"/>
              <a:gd name="connsiteY1" fmla="*/ 214657 h 415922"/>
              <a:gd name="connsiteX2" fmla="*/ 3099069 w 3099069"/>
              <a:gd name="connsiteY2" fmla="*/ 397990 h 415922"/>
              <a:gd name="connsiteX0" fmla="*/ 0 w 3099069"/>
              <a:gd name="connsiteY0" fmla="*/ 9508 h 397990"/>
              <a:gd name="connsiteX1" fmla="*/ 1023524 w 3099069"/>
              <a:gd name="connsiteY1" fmla="*/ 214657 h 397990"/>
              <a:gd name="connsiteX2" fmla="*/ 3099069 w 3099069"/>
              <a:gd name="connsiteY2" fmla="*/ 397990 h 397990"/>
              <a:gd name="connsiteX0" fmla="*/ 0 w 3088175"/>
              <a:gd name="connsiteY0" fmla="*/ 359708 h 593401"/>
              <a:gd name="connsiteX1" fmla="*/ 1023524 w 3088175"/>
              <a:gd name="connsiteY1" fmla="*/ 564857 h 593401"/>
              <a:gd name="connsiteX2" fmla="*/ 3088175 w 3088175"/>
              <a:gd name="connsiteY2" fmla="*/ 349 h 593401"/>
              <a:gd name="connsiteX0" fmla="*/ 0 w 3088175"/>
              <a:gd name="connsiteY0" fmla="*/ 359788 h 453374"/>
              <a:gd name="connsiteX1" fmla="*/ 1016261 w 3088175"/>
              <a:gd name="connsiteY1" fmla="*/ 419253 h 453374"/>
              <a:gd name="connsiteX2" fmla="*/ 3088175 w 3088175"/>
              <a:gd name="connsiteY2" fmla="*/ 429 h 453374"/>
              <a:gd name="connsiteX0" fmla="*/ 0 w 3088175"/>
              <a:gd name="connsiteY0" fmla="*/ 359926 h 420666"/>
              <a:gd name="connsiteX1" fmla="*/ 1016261 w 3088175"/>
              <a:gd name="connsiteY1" fmla="*/ 419391 h 420666"/>
              <a:gd name="connsiteX2" fmla="*/ 3088175 w 3088175"/>
              <a:gd name="connsiteY2" fmla="*/ 567 h 420666"/>
              <a:gd name="connsiteX0" fmla="*/ 0 w 3088175"/>
              <a:gd name="connsiteY0" fmla="*/ 359926 h 420666"/>
              <a:gd name="connsiteX1" fmla="*/ 1016261 w 3088175"/>
              <a:gd name="connsiteY1" fmla="*/ 419391 h 420666"/>
              <a:gd name="connsiteX2" fmla="*/ 3088175 w 3088175"/>
              <a:gd name="connsiteY2" fmla="*/ 567 h 420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88175" h="420666">
                <a:moveTo>
                  <a:pt x="0" y="359926"/>
                </a:moveTo>
                <a:cubicBezTo>
                  <a:pt x="528662" y="312804"/>
                  <a:pt x="680801" y="382258"/>
                  <a:pt x="1016261" y="419391"/>
                </a:cubicBezTo>
                <a:cubicBezTo>
                  <a:pt x="1446651" y="448128"/>
                  <a:pt x="2389063" y="-18458"/>
                  <a:pt x="3088175" y="567"/>
                </a:cubicBezTo>
              </a:path>
            </a:pathLst>
          </a:custGeom>
          <a:noFill/>
          <a:ln w="38100">
            <a:solidFill>
              <a:srgbClr val="159F84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88816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3" name="结果1">
                <a:extLst>
                  <a:ext uri="{FF2B5EF4-FFF2-40B4-BE49-F238E27FC236}">
                    <a16:creationId xmlns:a16="http://schemas.microsoft.com/office/drawing/2014/main" id="{29DE74F0-24F5-ACC5-A0C9-0608FB18DF88}"/>
                  </a:ext>
                </a:extLst>
              </p:cNvPr>
              <p:cNvSpPr txBox="1"/>
              <p:nvPr/>
            </p:nvSpPr>
            <p:spPr>
              <a:xfrm>
                <a:off x="7352481" y="871597"/>
                <a:ext cx="4378409" cy="11808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𝐺</m:t>
                    </m:r>
                    <m:d>
                      <m:d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</m:e>
                    </m:d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f>
                          <m:f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8</m:t>
                            </m:r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×0.1</m:t>
                            </m:r>
                          </m:num>
                          <m:den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25</m:t>
                            </m:r>
                          </m:den>
                        </m:f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(</m:t>
                        </m:r>
                        <m:box>
                          <m:box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𝑠</m:t>
                                </m:r>
                              </m:num>
                              <m:den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0.</m:t>
                                </m:r>
                                <m: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1</m:t>
                                </m:r>
                              </m:den>
                            </m:f>
                          </m:e>
                        </m:box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+1)</m:t>
                        </m:r>
                      </m:num>
                      <m:den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d>
                          <m:d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+</m:t>
                            </m:r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𝑠</m:t>
                            </m:r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+1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kumimoji="1" lang="en-US" altLang="zh-CN" sz="2800" i="1">
                                            <a:latin typeface="Cambria Math" panose="02040503050406030204" pitchFamily="18" charset="0"/>
                                            <a:ea typeface="Microsoft YaHei" panose="020B0503020204020204" pitchFamily="34" charset="-122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1" lang="en-US" altLang="zh-CN" sz="2800" i="1">
                                            <a:latin typeface="Cambria Math" panose="02040503050406030204" pitchFamily="18" charset="0"/>
                                            <a:ea typeface="Microsoft YaHei" panose="020B0503020204020204" pitchFamily="34" charset="-122"/>
                                          </a:rPr>
                                          <m:t>𝑠</m:t>
                                        </m:r>
                                      </m:num>
                                      <m:den>
                                        <m:r>
                                          <a:rPr kumimoji="1" lang="en-US" altLang="zh-CN" sz="2800" b="0" i="1" smtClean="0">
                                            <a:latin typeface="Cambria Math" panose="02040503050406030204" pitchFamily="18" charset="0"/>
                                            <a:ea typeface="Microsoft YaHei" panose="020B0503020204020204" pitchFamily="34" charset="-122"/>
                                          </a:rPr>
                                          <m:t>5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+</m:t>
                            </m:r>
                            <m:f>
                              <m:fPr>
                                <m:ctrlP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5</m:t>
                                </m:r>
                              </m:den>
                            </m:f>
                            <m:r>
                              <a:rPr kumimoji="1" lang="en-US" altLang="zh-CN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f>
                              <m:fPr>
                                <m:ctrlP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𝑠</m:t>
                                </m:r>
                              </m:num>
                              <m:den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5</m:t>
                                </m:r>
                              </m:den>
                            </m:f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+1</m:t>
                            </m:r>
                          </m:e>
                        </m:d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93" name="结果1">
                <a:extLst>
                  <a:ext uri="{FF2B5EF4-FFF2-40B4-BE49-F238E27FC236}">
                    <a16:creationId xmlns:a16="http://schemas.microsoft.com/office/drawing/2014/main" id="{29DE74F0-24F5-ACC5-A0C9-0608FB18DF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2481" y="871597"/>
                <a:ext cx="4378409" cy="1180836"/>
              </a:xfrm>
              <a:prstGeom prst="rect">
                <a:avLst/>
              </a:prstGeom>
              <a:blipFill>
                <a:blip r:embed="rId3"/>
                <a:stretch>
                  <a:fillRect l="-5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" name="箭头1">
            <a:extLst>
              <a:ext uri="{FF2B5EF4-FFF2-40B4-BE49-F238E27FC236}">
                <a16:creationId xmlns:a16="http://schemas.microsoft.com/office/drawing/2014/main" id="{A472A69C-3559-8976-99AA-8F46E285D6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461635" flipH="1">
            <a:off x="5596297" y="1279288"/>
            <a:ext cx="1573799" cy="1874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结果2">
                <a:extLst>
                  <a:ext uri="{FF2B5EF4-FFF2-40B4-BE49-F238E27FC236}">
                    <a16:creationId xmlns:a16="http://schemas.microsoft.com/office/drawing/2014/main" id="{D23AAEA1-CCC9-2450-5928-02249B4510DD}"/>
                  </a:ext>
                </a:extLst>
              </p:cNvPr>
              <p:cNvSpPr txBox="1"/>
              <p:nvPr/>
            </p:nvSpPr>
            <p:spPr>
              <a:xfrm>
                <a:off x="247960" y="2540862"/>
                <a:ext cx="3817651" cy="16878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1" lang="en-US" altLang="zh-CN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1" lang="en-US" altLang="zh-CN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0</m:t>
                                    </m:r>
                                    <m:r>
                                      <a:rPr kumimoji="1" lang="en-US" altLang="zh-CN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.1</m:t>
                                    </m:r>
                                  </m:e>
                                  <m:e>
                                    <m:r>
                                      <a:rPr kumimoji="1" lang="en-US" altLang="zh-CN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+20→</m:t>
                                    </m:r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一阶微分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1" lang="en-US" altLang="zh-CN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1" lang="en-US" altLang="zh-CN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kumimoji="1" lang="zh-CN" alt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 </m:t>
                                    </m:r>
                                    <m:r>
                                      <a:rPr kumimoji="1" lang="zh-CN" alt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   </m:t>
                                    </m:r>
                                  </m:e>
                                  <m:e>
                                    <m:r>
                                      <a:rPr kumimoji="1" lang="en-US" altLang="zh-CN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−40→</m:t>
                                    </m:r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振荡环节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1" lang="en-US" altLang="zh-CN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1" lang="en-US" altLang="zh-CN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5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kumimoji="1" lang="zh-CN" alt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 </m:t>
                                    </m:r>
                                    <m:r>
                                      <a:rPr kumimoji="1" lang="zh-CN" alt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   </m:t>
                                    </m:r>
                                  </m:e>
                                  <m:e>
                                    <m:r>
                                      <a:rPr kumimoji="1" lang="en-US" altLang="zh-CN" sz="2800" i="1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−40→</m:t>
                                    </m:r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振荡环节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2" name="结果2">
                <a:extLst>
                  <a:ext uri="{FF2B5EF4-FFF2-40B4-BE49-F238E27FC236}">
                    <a16:creationId xmlns:a16="http://schemas.microsoft.com/office/drawing/2014/main" id="{D23AAEA1-CCC9-2450-5928-02249B451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960" y="2540862"/>
                <a:ext cx="3817651" cy="1687834"/>
              </a:xfrm>
              <a:prstGeom prst="rect">
                <a:avLst/>
              </a:prstGeom>
              <a:blipFill>
                <a:blip r:embed="rId5"/>
                <a:stretch>
                  <a:fillRect l="-77152" t="-218657" r="-2980" b="-3089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结果3">
                <a:extLst>
                  <a:ext uri="{FF2B5EF4-FFF2-40B4-BE49-F238E27FC236}">
                    <a16:creationId xmlns:a16="http://schemas.microsoft.com/office/drawing/2014/main" id="{609070B0-FDB4-72AA-8FE1-CA1315A974E8}"/>
                  </a:ext>
                </a:extLst>
              </p:cNvPr>
              <p:cNvSpPr txBox="1"/>
              <p:nvPr/>
            </p:nvSpPr>
            <p:spPr>
              <a:xfrm>
                <a:off x="223914" y="4874492"/>
                <a:ext cx="5185098" cy="12114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eqArrPr>
                            <m:e>
                              <m:r>
                                <m:rPr>
                                  <m:nor/>
                                </m:rPr>
                                <a:rPr kumimoji="1" lang="zh-CN" altLang="en-US" sz="2800" dirty="0">
                                  <a:solidFill>
                                    <a:schemeClr val="tx1"/>
                                  </a:solidFill>
                                </a:rPr>
                                <m:t>基准点</m:t>
                              </m:r>
                              <m:d>
                                <m:dPr>
                                  <m:ctrlPr>
                                    <a:rPr kumimoji="1" lang="en-US" altLang="zh-CN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kumimoji="1" lang="en-US" altLang="zh-CN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=1,20</m:t>
                                  </m:r>
                                  <m:func>
                                    <m:funcPr>
                                      <m:ctrlPr>
                                        <a:rPr kumimoji="1" lang="zh-CN" altLang="en-US" sz="28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zh-CN" sz="2800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lg</m:t>
                                      </m:r>
                                    </m:fName>
                                    <m:e>
                                      <m:r>
                                        <a:rPr kumimoji="1" lang="en-US" altLang="zh-CN" sz="28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0.032</m:t>
                                      </m:r>
                                    </m:e>
                                  </m:func>
                                  <m:r>
                                    <a:rPr kumimoji="1" lang="en-US" altLang="zh-CN" sz="2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=−30</m:t>
                                  </m:r>
                                  <m:r>
                                    <a:rPr kumimoji="1" lang="zh-CN" altLang="en-US" sz="2800" b="0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 b="0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dB</m:t>
                                  </m:r>
                                </m:e>
                              </m:d>
                              <m:r>
                                <a:rPr kumimoji="1" lang="zh-CN" altLang="en-US" sz="2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kumimoji="1" lang="zh-CN" altLang="en-US" sz="2800" dirty="0">
                                  <a:solidFill>
                                    <a:schemeClr val="tx1"/>
                                  </a:solidFill>
                                </a:rPr>
                                <m:t>斜率</m:t>
                              </m:r>
                              <m:r>
                                <a:rPr kumimoji="1"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−20</m:t>
                              </m:r>
                              <m:r>
                                <a:rPr kumimoji="1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kumimoji="1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=−20</m:t>
                              </m:r>
                              <m:f>
                                <m:fPr>
                                  <m:type m:val="lin"/>
                                  <m:ctrlPr>
                                    <a:rPr kumimoji="1"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dB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dec</m:t>
                                  </m:r>
                                </m:den>
                              </m:f>
                              <m:r>
                                <a:rPr kumimoji="1" lang="zh-CN" alt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9" name="结果3">
                <a:extLst>
                  <a:ext uri="{FF2B5EF4-FFF2-40B4-BE49-F238E27FC236}">
                    <a16:creationId xmlns:a16="http://schemas.microsoft.com/office/drawing/2014/main" id="{609070B0-FDB4-72AA-8FE1-CA1315A97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914" y="4874492"/>
                <a:ext cx="5185098" cy="1211422"/>
              </a:xfrm>
              <a:prstGeom prst="rect">
                <a:avLst/>
              </a:prstGeom>
              <a:blipFill>
                <a:blip r:embed="rId6"/>
                <a:stretch>
                  <a:fillRect l="-38875" t="-208333" r="-17848" b="-2979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5264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绘制对数频率特性</a:t>
            </a:r>
            <a:r>
              <a:rPr lang="zh-CN" altLang="e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6" name="步骤1">
            <a:extLst>
              <a:ext uri="{FF2B5EF4-FFF2-40B4-BE49-F238E27FC236}">
                <a16:creationId xmlns:a16="http://schemas.microsoft.com/office/drawing/2014/main" id="{98F4674A-51B6-B55E-285D-5812200E4606}"/>
              </a:ext>
            </a:extLst>
          </p:cNvPr>
          <p:cNvGrpSpPr/>
          <p:nvPr/>
        </p:nvGrpSpPr>
        <p:grpSpPr>
          <a:xfrm>
            <a:off x="234439" y="1028501"/>
            <a:ext cx="4996671" cy="725177"/>
            <a:chOff x="4943078" y="1700704"/>
            <a:chExt cx="4996671" cy="7251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标题">
                  <a:extLst>
                    <a:ext uri="{FF2B5EF4-FFF2-40B4-BE49-F238E27FC236}">
                      <a16:creationId xmlns:a16="http://schemas.microsoft.com/office/drawing/2014/main" id="{43DA60B5-6978-89A1-FDF3-71B36825FB03}"/>
                    </a:ext>
                  </a:extLst>
                </p:cNvPr>
                <p:cNvSpPr/>
                <p:nvPr/>
              </p:nvSpPr>
              <p:spPr bwMode="auto">
                <a:xfrm>
                  <a:off x="5375126" y="1769619"/>
                  <a:ext cx="4564623" cy="576000"/>
                </a:xfrm>
                <a:prstGeom prst="roundRect">
                  <a:avLst/>
                </a:prstGeom>
                <a:solidFill>
                  <a:schemeClr val="accent4"/>
                </a:solid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marL="360000"/>
                  <a:r>
                    <a:rPr lang="zh-CN" altLang="en-US" sz="3200" b="1" dirty="0">
                      <a:solidFill>
                        <a:schemeClr val="bg1"/>
                      </a:solidFill>
                      <a:latin typeface="Stencil" panose="040409050D0802020404" pitchFamily="82" charset="0"/>
                    </a:rPr>
                    <a:t>化 </a:t>
                  </a:r>
                  <a14:m>
                    <m:oMath xmlns:m="http://schemas.openxmlformats.org/officeDocument/2006/math">
                      <m:r>
                        <a:rPr lang="en" altLang="zh-CN" sz="32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" altLang="zh-CN" sz="32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" altLang="zh-CN" sz="32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" altLang="zh-CN" sz="32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</m:oMath>
                  </a14:m>
                  <a:r>
                    <a:rPr lang="zh-CN" altLang="en-US" sz="3200" b="1" dirty="0">
                      <a:solidFill>
                        <a:schemeClr val="bg1"/>
                      </a:solidFill>
                      <a:latin typeface="Stencil" panose="040409050D0802020404" pitchFamily="82" charset="0"/>
                    </a:rPr>
                    <a:t>为尾 </a:t>
                  </a:r>
                  <a:r>
                    <a:rPr lang="en-US" altLang="zh-CN" sz="3200" b="1" dirty="0">
                      <a:solidFill>
                        <a:schemeClr val="bg1"/>
                      </a:solidFill>
                      <a:latin typeface="Stencil" panose="040409050D0802020404" pitchFamily="82" charset="0"/>
                    </a:rPr>
                    <a:t>1 </a:t>
                  </a:r>
                  <a:r>
                    <a:rPr lang="zh-CN" altLang="en-US" sz="3200" b="1" dirty="0">
                      <a:solidFill>
                        <a:schemeClr val="bg1"/>
                      </a:solidFill>
                      <a:latin typeface="Stencil" panose="040409050D0802020404" pitchFamily="82" charset="0"/>
                    </a:rPr>
                    <a:t>标准型</a:t>
                  </a:r>
                </a:p>
              </p:txBody>
            </p:sp>
          </mc:Choice>
          <mc:Fallback xmlns="">
            <p:sp>
              <p:nvSpPr>
                <p:cNvPr id="77" name="标题">
                  <a:extLst>
                    <a:ext uri="{FF2B5EF4-FFF2-40B4-BE49-F238E27FC236}">
                      <a16:creationId xmlns:a16="http://schemas.microsoft.com/office/drawing/2014/main" id="{43DA60B5-6978-89A1-FDF3-71B36825FB0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75126" y="1769619"/>
                  <a:ext cx="4564623" cy="576000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8" name="序号">
              <a:extLst>
                <a:ext uri="{FF2B5EF4-FFF2-40B4-BE49-F238E27FC236}">
                  <a16:creationId xmlns:a16="http://schemas.microsoft.com/office/drawing/2014/main" id="{1C215964-A7F2-16B2-FE56-91D7F08D78A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79" name="步骤2">
            <a:extLst>
              <a:ext uri="{FF2B5EF4-FFF2-40B4-BE49-F238E27FC236}">
                <a16:creationId xmlns:a16="http://schemas.microsoft.com/office/drawing/2014/main" id="{BF1D9419-6083-73C5-0BF6-D60D81E316A3}"/>
              </a:ext>
            </a:extLst>
          </p:cNvPr>
          <p:cNvGrpSpPr/>
          <p:nvPr/>
        </p:nvGrpSpPr>
        <p:grpSpPr>
          <a:xfrm>
            <a:off x="247960" y="1824448"/>
            <a:ext cx="4996671" cy="725177"/>
            <a:chOff x="4943078" y="1700704"/>
            <a:chExt cx="4996671" cy="725177"/>
          </a:xfrm>
        </p:grpSpPr>
        <p:sp>
          <p:nvSpPr>
            <p:cNvPr id="80" name="标题">
              <a:extLst>
                <a:ext uri="{FF2B5EF4-FFF2-40B4-BE49-F238E27FC236}">
                  <a16:creationId xmlns:a16="http://schemas.microsoft.com/office/drawing/2014/main" id="{D69D185D-D7BA-2420-6603-5CFD6FEFF253}"/>
                </a:ext>
              </a:extLst>
            </p:cNvPr>
            <p:cNvSpPr/>
            <p:nvPr/>
          </p:nvSpPr>
          <p:spPr bwMode="auto">
            <a:xfrm>
              <a:off x="5375126" y="1769619"/>
              <a:ext cx="4564623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顺序列出转折频率</a:t>
              </a:r>
            </a:p>
          </p:txBody>
        </p:sp>
        <p:sp>
          <p:nvSpPr>
            <p:cNvPr id="81" name="序号">
              <a:extLst>
                <a:ext uri="{FF2B5EF4-FFF2-40B4-BE49-F238E27FC236}">
                  <a16:creationId xmlns:a16="http://schemas.microsoft.com/office/drawing/2014/main" id="{2CB1E4C9-AD09-D308-0260-F0890608C45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82" name="步骤3">
            <a:extLst>
              <a:ext uri="{FF2B5EF4-FFF2-40B4-BE49-F238E27FC236}">
                <a16:creationId xmlns:a16="http://schemas.microsoft.com/office/drawing/2014/main" id="{C3FAE29F-BE62-BE6A-B1BD-7DCDB1B2ACC4}"/>
              </a:ext>
            </a:extLst>
          </p:cNvPr>
          <p:cNvGrpSpPr/>
          <p:nvPr/>
        </p:nvGrpSpPr>
        <p:grpSpPr>
          <a:xfrm>
            <a:off x="118542" y="4172202"/>
            <a:ext cx="4996671" cy="725177"/>
            <a:chOff x="4943078" y="1700704"/>
            <a:chExt cx="4996671" cy="725177"/>
          </a:xfrm>
        </p:grpSpPr>
        <p:sp>
          <p:nvSpPr>
            <p:cNvPr id="83" name="标题">
              <a:extLst>
                <a:ext uri="{FF2B5EF4-FFF2-40B4-BE49-F238E27FC236}">
                  <a16:creationId xmlns:a16="http://schemas.microsoft.com/office/drawing/2014/main" id="{84409FF8-32B0-0CD4-7929-4378039541E4}"/>
                </a:ext>
              </a:extLst>
            </p:cNvPr>
            <p:cNvSpPr/>
            <p:nvPr/>
          </p:nvSpPr>
          <p:spPr bwMode="auto">
            <a:xfrm>
              <a:off x="5375126" y="1769619"/>
              <a:ext cx="4564623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确定低频特性</a:t>
              </a:r>
            </a:p>
          </p:txBody>
        </p:sp>
        <p:sp>
          <p:nvSpPr>
            <p:cNvPr id="84" name="序号">
              <a:extLst>
                <a:ext uri="{FF2B5EF4-FFF2-40B4-BE49-F238E27FC236}">
                  <a16:creationId xmlns:a16="http://schemas.microsoft.com/office/drawing/2014/main" id="{46670354-8D72-7755-9BCA-4C1095DD68B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87" name="步骤4">
            <a:extLst>
              <a:ext uri="{FF2B5EF4-FFF2-40B4-BE49-F238E27FC236}">
                <a16:creationId xmlns:a16="http://schemas.microsoft.com/office/drawing/2014/main" id="{0204A2C8-0E6A-9EC2-FED3-DE0DD8C73B30}"/>
              </a:ext>
            </a:extLst>
          </p:cNvPr>
          <p:cNvGrpSpPr/>
          <p:nvPr/>
        </p:nvGrpSpPr>
        <p:grpSpPr>
          <a:xfrm>
            <a:off x="118542" y="6021288"/>
            <a:ext cx="4996671" cy="725177"/>
            <a:chOff x="4943078" y="1700704"/>
            <a:chExt cx="4996671" cy="725177"/>
          </a:xfrm>
        </p:grpSpPr>
        <p:sp>
          <p:nvSpPr>
            <p:cNvPr id="88" name="标题">
              <a:extLst>
                <a:ext uri="{FF2B5EF4-FFF2-40B4-BE49-F238E27FC236}">
                  <a16:creationId xmlns:a16="http://schemas.microsoft.com/office/drawing/2014/main" id="{2EF3C28A-4477-EC81-7DC5-C23242F62EB4}"/>
                </a:ext>
              </a:extLst>
            </p:cNvPr>
            <p:cNvSpPr/>
            <p:nvPr/>
          </p:nvSpPr>
          <p:spPr bwMode="auto">
            <a:xfrm>
              <a:off x="5375126" y="1769619"/>
              <a:ext cx="4564623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叠加作图</a:t>
              </a:r>
            </a:p>
          </p:txBody>
        </p:sp>
        <p:sp>
          <p:nvSpPr>
            <p:cNvPr id="89" name="序号">
              <a:extLst>
                <a:ext uri="{FF2B5EF4-FFF2-40B4-BE49-F238E27FC236}">
                  <a16:creationId xmlns:a16="http://schemas.microsoft.com/office/drawing/2014/main" id="{DEBB4040-6144-3461-CEEB-EC87706BA00D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开环传函">
                <a:extLst>
                  <a:ext uri="{FF2B5EF4-FFF2-40B4-BE49-F238E27FC236}">
                    <a16:creationId xmlns:a16="http://schemas.microsoft.com/office/drawing/2014/main" id="{3B84EE24-A13A-21D3-F3D4-F6D5FB3D85F4}"/>
                  </a:ext>
                </a:extLst>
              </p:cNvPr>
              <p:cNvSpPr txBox="1"/>
              <p:nvPr/>
            </p:nvSpPr>
            <p:spPr>
              <a:xfrm>
                <a:off x="7535888" y="154359"/>
                <a:ext cx="4179862" cy="7786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𝐺</m:t>
                    </m:r>
                    <m:d>
                      <m:d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</m:e>
                    </m:d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8(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+0.1)</m:t>
                        </m:r>
                      </m:num>
                      <m:den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(</m:t>
                        </m:r>
                        <m:sSup>
                          <m:sSup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𝑠</m:t>
                            </m:r>
                          </m:e>
                          <m:sup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+1)(</m:t>
                        </m:r>
                        <m:sSup>
                          <m:sSup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𝑠</m:t>
                            </m:r>
                          </m:e>
                          <m:sup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+4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+25)</m:t>
                        </m:r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92" name="开环传函">
                <a:extLst>
                  <a:ext uri="{FF2B5EF4-FFF2-40B4-BE49-F238E27FC236}">
                    <a16:creationId xmlns:a16="http://schemas.microsoft.com/office/drawing/2014/main" id="{3B84EE24-A13A-21D3-F3D4-F6D5FB3D85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888" y="154359"/>
                <a:ext cx="4179862" cy="778675"/>
              </a:xfrm>
              <a:prstGeom prst="rect">
                <a:avLst/>
              </a:prstGeom>
              <a:blipFill>
                <a:blip r:embed="rId8"/>
                <a:stretch>
                  <a:fillRect l="-909" b="-80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组合 27">
            <a:extLst>
              <a:ext uri="{FF2B5EF4-FFF2-40B4-BE49-F238E27FC236}">
                <a16:creationId xmlns:a16="http://schemas.microsoft.com/office/drawing/2014/main" id="{8D5CB143-0C3D-5645-F509-A013DADE905C}"/>
              </a:ext>
            </a:extLst>
          </p:cNvPr>
          <p:cNvGrpSpPr/>
          <p:nvPr/>
        </p:nvGrpSpPr>
        <p:grpSpPr>
          <a:xfrm>
            <a:off x="5298392" y="1916832"/>
            <a:ext cx="6698295" cy="3175509"/>
            <a:chOff x="621046" y="1007428"/>
            <a:chExt cx="10706565" cy="5807852"/>
          </a:xfrm>
        </p:grpSpPr>
        <p:cxnSp>
          <p:nvCxnSpPr>
            <p:cNvPr id="29" name="辅助线">
              <a:extLst>
                <a:ext uri="{FF2B5EF4-FFF2-40B4-BE49-F238E27FC236}">
                  <a16:creationId xmlns:a16="http://schemas.microsoft.com/office/drawing/2014/main" id="{6C255503-0055-C98F-21AF-8A9E917784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1628800"/>
              <a:ext cx="871296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辅助线">
              <a:extLst>
                <a:ext uri="{FF2B5EF4-FFF2-40B4-BE49-F238E27FC236}">
                  <a16:creationId xmlns:a16="http://schemas.microsoft.com/office/drawing/2014/main" id="{63A79D99-AE88-F2CE-8B04-FB64FC0818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2132856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辅助线">
              <a:extLst>
                <a:ext uri="{FF2B5EF4-FFF2-40B4-BE49-F238E27FC236}">
                  <a16:creationId xmlns:a16="http://schemas.microsoft.com/office/drawing/2014/main" id="{F3343D9C-5EA9-5F4C-CCB4-134A96003B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2636912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辅助线">
              <a:extLst>
                <a:ext uri="{FF2B5EF4-FFF2-40B4-BE49-F238E27FC236}">
                  <a16:creationId xmlns:a16="http://schemas.microsoft.com/office/drawing/2014/main" id="{99B2E43E-9AF5-6C4E-D646-AF3BD1CE87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3140968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辅助线">
              <a:extLst>
                <a:ext uri="{FF2B5EF4-FFF2-40B4-BE49-F238E27FC236}">
                  <a16:creationId xmlns:a16="http://schemas.microsoft.com/office/drawing/2014/main" id="{FCCA7F65-B486-DF65-7C60-9F010BB011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3645024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辅助线">
              <a:extLst>
                <a:ext uri="{FF2B5EF4-FFF2-40B4-BE49-F238E27FC236}">
                  <a16:creationId xmlns:a16="http://schemas.microsoft.com/office/drawing/2014/main" id="{DC960943-3537-6270-A091-90FC6F3467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4149080"/>
              <a:ext cx="972108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辅助线">
              <a:extLst>
                <a:ext uri="{FF2B5EF4-FFF2-40B4-BE49-F238E27FC236}">
                  <a16:creationId xmlns:a16="http://schemas.microsoft.com/office/drawing/2014/main" id="{97668437-98DD-1AB0-A621-000A0B6837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4653136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辅助线">
              <a:extLst>
                <a:ext uri="{FF2B5EF4-FFF2-40B4-BE49-F238E27FC236}">
                  <a16:creationId xmlns:a16="http://schemas.microsoft.com/office/drawing/2014/main" id="{83E3953C-6472-2594-C622-1779EB07E2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5157192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辅助线">
              <a:extLst>
                <a:ext uri="{FF2B5EF4-FFF2-40B4-BE49-F238E27FC236}">
                  <a16:creationId xmlns:a16="http://schemas.microsoft.com/office/drawing/2014/main" id="{FF8024FB-021C-3344-8028-500C75EBB1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5661248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辅助线">
              <a:extLst>
                <a:ext uri="{FF2B5EF4-FFF2-40B4-BE49-F238E27FC236}">
                  <a16:creationId xmlns:a16="http://schemas.microsoft.com/office/drawing/2014/main" id="{C7940B29-5E5C-6DBE-2FDC-15F7591958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6165304"/>
              <a:ext cx="871296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1F1BC6D1-C698-6E3D-1E82-E38B8872D9F4}"/>
                </a:ext>
              </a:extLst>
            </p:cNvPr>
            <p:cNvGrpSpPr/>
            <p:nvPr/>
          </p:nvGrpSpPr>
          <p:grpSpPr>
            <a:xfrm>
              <a:off x="1486694" y="1052736"/>
              <a:ext cx="8707412" cy="5112568"/>
              <a:chOff x="1486694" y="1052736"/>
              <a:chExt cx="8707412" cy="5112568"/>
            </a:xfrm>
          </p:grpSpPr>
          <p:cxnSp>
            <p:nvCxnSpPr>
              <p:cNvPr id="120" name="辅助线">
                <a:extLst>
                  <a:ext uri="{FF2B5EF4-FFF2-40B4-BE49-F238E27FC236}">
                    <a16:creationId xmlns:a16="http://schemas.microsoft.com/office/drawing/2014/main" id="{14614304-3841-7D01-8F80-86DFF8E4EEA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86694" y="1052736"/>
                <a:ext cx="0" cy="511256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辅助线">
                <a:extLst>
                  <a:ext uri="{FF2B5EF4-FFF2-40B4-BE49-F238E27FC236}">
                    <a16:creationId xmlns:a16="http://schemas.microsoft.com/office/drawing/2014/main" id="{CD698D04-3975-8C8E-CFF1-74367885356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辅助线">
                <a:extLst>
                  <a:ext uri="{FF2B5EF4-FFF2-40B4-BE49-F238E27FC236}">
                    <a16:creationId xmlns:a16="http://schemas.microsoft.com/office/drawing/2014/main" id="{1AC394FA-C58A-B1D7-EA74-D358B449A8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辅助线">
                <a:extLst>
                  <a:ext uri="{FF2B5EF4-FFF2-40B4-BE49-F238E27FC236}">
                    <a16:creationId xmlns:a16="http://schemas.microsoft.com/office/drawing/2014/main" id="{11CBDD41-1309-8AE9-9CC1-9250AE9997F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CA2E820D-36EB-6BAE-B4D9-BC1AE20400F4}"/>
                </a:ext>
              </a:extLst>
            </p:cNvPr>
            <p:cNvGrpSpPr/>
            <p:nvPr/>
          </p:nvGrpSpPr>
          <p:grpSpPr>
            <a:xfrm>
              <a:off x="4306471" y="1628800"/>
              <a:ext cx="5804941" cy="4536504"/>
              <a:chOff x="4389165" y="1628800"/>
              <a:chExt cx="5804941" cy="4536504"/>
            </a:xfrm>
          </p:grpSpPr>
          <p:cxnSp>
            <p:nvCxnSpPr>
              <p:cNvPr id="117" name="辅助线">
                <a:extLst>
                  <a:ext uri="{FF2B5EF4-FFF2-40B4-BE49-F238E27FC236}">
                    <a16:creationId xmlns:a16="http://schemas.microsoft.com/office/drawing/2014/main" id="{EC3A386C-FCD3-CCAE-7FC0-5D76AD9A0A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辅助线">
                <a:extLst>
                  <a:ext uri="{FF2B5EF4-FFF2-40B4-BE49-F238E27FC236}">
                    <a16:creationId xmlns:a16="http://schemas.microsoft.com/office/drawing/2014/main" id="{B6328F89-7721-9888-382E-4F86C6C2D2E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辅助线">
                <a:extLst>
                  <a:ext uri="{FF2B5EF4-FFF2-40B4-BE49-F238E27FC236}">
                    <a16:creationId xmlns:a16="http://schemas.microsoft.com/office/drawing/2014/main" id="{48E830DB-09B1-E6C1-C65C-E907E935586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CA754DD8-EE85-7D75-BDFB-82E65752A876}"/>
                </a:ext>
              </a:extLst>
            </p:cNvPr>
            <p:cNvGrpSpPr/>
            <p:nvPr/>
          </p:nvGrpSpPr>
          <p:grpSpPr>
            <a:xfrm>
              <a:off x="4203727" y="1641500"/>
              <a:ext cx="5804941" cy="4536504"/>
              <a:chOff x="4389165" y="1628800"/>
              <a:chExt cx="5804941" cy="4536504"/>
            </a:xfrm>
          </p:grpSpPr>
          <p:cxnSp>
            <p:nvCxnSpPr>
              <p:cNvPr id="114" name="辅助线">
                <a:extLst>
                  <a:ext uri="{FF2B5EF4-FFF2-40B4-BE49-F238E27FC236}">
                    <a16:creationId xmlns:a16="http://schemas.microsoft.com/office/drawing/2014/main" id="{A8125188-B43A-E993-7498-88780676EFE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辅助线">
                <a:extLst>
                  <a:ext uri="{FF2B5EF4-FFF2-40B4-BE49-F238E27FC236}">
                    <a16:creationId xmlns:a16="http://schemas.microsoft.com/office/drawing/2014/main" id="{12CEA679-C3BF-14DC-007D-0AF21B0DCF5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辅助线">
                <a:extLst>
                  <a:ext uri="{FF2B5EF4-FFF2-40B4-BE49-F238E27FC236}">
                    <a16:creationId xmlns:a16="http://schemas.microsoft.com/office/drawing/2014/main" id="{E126D7BB-C6A3-86C5-33F5-70E6B59AFE9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ED8355B1-E43A-505E-8005-3BFD7D4E31C6}"/>
                </a:ext>
              </a:extLst>
            </p:cNvPr>
            <p:cNvGrpSpPr/>
            <p:nvPr/>
          </p:nvGrpSpPr>
          <p:grpSpPr>
            <a:xfrm>
              <a:off x="4060227" y="1635150"/>
              <a:ext cx="5804941" cy="4536504"/>
              <a:chOff x="4389165" y="1628800"/>
              <a:chExt cx="5804941" cy="4536504"/>
            </a:xfrm>
          </p:grpSpPr>
          <p:cxnSp>
            <p:nvCxnSpPr>
              <p:cNvPr id="111" name="辅助线">
                <a:extLst>
                  <a:ext uri="{FF2B5EF4-FFF2-40B4-BE49-F238E27FC236}">
                    <a16:creationId xmlns:a16="http://schemas.microsoft.com/office/drawing/2014/main" id="{AF1AC168-6C41-0090-C171-6C1604CE4E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辅助线">
                <a:extLst>
                  <a:ext uri="{FF2B5EF4-FFF2-40B4-BE49-F238E27FC236}">
                    <a16:creationId xmlns:a16="http://schemas.microsoft.com/office/drawing/2014/main" id="{CE3F31E5-583B-CC72-1C77-F3E1DCCA5DE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辅助线">
                <a:extLst>
                  <a:ext uri="{FF2B5EF4-FFF2-40B4-BE49-F238E27FC236}">
                    <a16:creationId xmlns:a16="http://schemas.microsoft.com/office/drawing/2014/main" id="{C6B91AF8-7970-CFA8-A8B6-303CEA2FB21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EE9182DF-E6FE-2367-3243-6527322CAE54}"/>
                </a:ext>
              </a:extLst>
            </p:cNvPr>
            <p:cNvGrpSpPr/>
            <p:nvPr/>
          </p:nvGrpSpPr>
          <p:grpSpPr>
            <a:xfrm>
              <a:off x="3874789" y="1641500"/>
              <a:ext cx="5804941" cy="4536504"/>
              <a:chOff x="4389165" y="1628800"/>
              <a:chExt cx="5804941" cy="4536504"/>
            </a:xfrm>
          </p:grpSpPr>
          <p:cxnSp>
            <p:nvCxnSpPr>
              <p:cNvPr id="108" name="辅助线">
                <a:extLst>
                  <a:ext uri="{FF2B5EF4-FFF2-40B4-BE49-F238E27FC236}">
                    <a16:creationId xmlns:a16="http://schemas.microsoft.com/office/drawing/2014/main" id="{92004DFE-2A4F-1962-C5A8-3EE551260E6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辅助线">
                <a:extLst>
                  <a:ext uri="{FF2B5EF4-FFF2-40B4-BE49-F238E27FC236}">
                    <a16:creationId xmlns:a16="http://schemas.microsoft.com/office/drawing/2014/main" id="{FDEEFD77-BBB1-6E50-814E-0B13D3C8BCE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辅助线">
                <a:extLst>
                  <a:ext uri="{FF2B5EF4-FFF2-40B4-BE49-F238E27FC236}">
                    <a16:creationId xmlns:a16="http://schemas.microsoft.com/office/drawing/2014/main" id="{DD3B6FDC-504E-E8B1-74D2-150660D188F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D0FCD492-D656-95F2-0AC1-4F008560B61F}"/>
                </a:ext>
              </a:extLst>
            </p:cNvPr>
            <p:cNvGrpSpPr/>
            <p:nvPr/>
          </p:nvGrpSpPr>
          <p:grpSpPr>
            <a:xfrm>
              <a:off x="3595967" y="1635150"/>
              <a:ext cx="5804941" cy="4536504"/>
              <a:chOff x="4389165" y="1628800"/>
              <a:chExt cx="5804941" cy="4536504"/>
            </a:xfrm>
          </p:grpSpPr>
          <p:cxnSp>
            <p:nvCxnSpPr>
              <p:cNvPr id="101" name="辅助线">
                <a:extLst>
                  <a:ext uri="{FF2B5EF4-FFF2-40B4-BE49-F238E27FC236}">
                    <a16:creationId xmlns:a16="http://schemas.microsoft.com/office/drawing/2014/main" id="{7AF82766-6F6F-3096-1C70-F479C00E145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辅助线">
                <a:extLst>
                  <a:ext uri="{FF2B5EF4-FFF2-40B4-BE49-F238E27FC236}">
                    <a16:creationId xmlns:a16="http://schemas.microsoft.com/office/drawing/2014/main" id="{10C75371-9726-EA12-75D3-15784B09FC4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辅助线">
                <a:extLst>
                  <a:ext uri="{FF2B5EF4-FFF2-40B4-BE49-F238E27FC236}">
                    <a16:creationId xmlns:a16="http://schemas.microsoft.com/office/drawing/2014/main" id="{03DC8693-430A-1B41-4038-4FF7CD315D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B4837858-EE35-8C9C-A97A-15E8A34576A9}"/>
                </a:ext>
              </a:extLst>
            </p:cNvPr>
            <p:cNvGrpSpPr/>
            <p:nvPr/>
          </p:nvGrpSpPr>
          <p:grpSpPr>
            <a:xfrm>
              <a:off x="3233200" y="1635151"/>
              <a:ext cx="5804941" cy="4536504"/>
              <a:chOff x="4389165" y="1628800"/>
              <a:chExt cx="5804941" cy="4536504"/>
            </a:xfrm>
          </p:grpSpPr>
          <p:cxnSp>
            <p:nvCxnSpPr>
              <p:cNvPr id="97" name="辅助线">
                <a:extLst>
                  <a:ext uri="{FF2B5EF4-FFF2-40B4-BE49-F238E27FC236}">
                    <a16:creationId xmlns:a16="http://schemas.microsoft.com/office/drawing/2014/main" id="{80D1D025-C385-BE11-98E9-C81C126384E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辅助线">
                <a:extLst>
                  <a:ext uri="{FF2B5EF4-FFF2-40B4-BE49-F238E27FC236}">
                    <a16:creationId xmlns:a16="http://schemas.microsoft.com/office/drawing/2014/main" id="{18D5A3AC-D9DA-0F51-13F0-123A8AC7DB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辅助线">
                <a:extLst>
                  <a:ext uri="{FF2B5EF4-FFF2-40B4-BE49-F238E27FC236}">
                    <a16:creationId xmlns:a16="http://schemas.microsoft.com/office/drawing/2014/main" id="{A302CC2B-8057-E901-CC33-85E7F88DFA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A97B0850-1F46-1297-08A4-ACEF2D7D4E41}"/>
                </a:ext>
              </a:extLst>
            </p:cNvPr>
            <p:cNvGrpSpPr/>
            <p:nvPr/>
          </p:nvGrpSpPr>
          <p:grpSpPr>
            <a:xfrm>
              <a:off x="2808321" y="1622450"/>
              <a:ext cx="5804941" cy="4536504"/>
              <a:chOff x="4389165" y="1628800"/>
              <a:chExt cx="5804941" cy="4536504"/>
            </a:xfrm>
          </p:grpSpPr>
          <p:cxnSp>
            <p:nvCxnSpPr>
              <p:cNvPr id="86" name="辅助线">
                <a:extLst>
                  <a:ext uri="{FF2B5EF4-FFF2-40B4-BE49-F238E27FC236}">
                    <a16:creationId xmlns:a16="http://schemas.microsoft.com/office/drawing/2014/main" id="{1CE349E5-73C3-E359-1232-F300B179E4C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辅助线">
                <a:extLst>
                  <a:ext uri="{FF2B5EF4-FFF2-40B4-BE49-F238E27FC236}">
                    <a16:creationId xmlns:a16="http://schemas.microsoft.com/office/drawing/2014/main" id="{1521E459-3B9C-2322-5EE8-C407E4D1666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辅助线">
                <a:extLst>
                  <a:ext uri="{FF2B5EF4-FFF2-40B4-BE49-F238E27FC236}">
                    <a16:creationId xmlns:a16="http://schemas.microsoft.com/office/drawing/2014/main" id="{7F36B1BD-6BFA-A126-FA5A-E576DBCE16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921FC7F1-C6BA-9BE5-B16A-85F03D42A7AF}"/>
                </a:ext>
              </a:extLst>
            </p:cNvPr>
            <p:cNvGrpSpPr/>
            <p:nvPr/>
          </p:nvGrpSpPr>
          <p:grpSpPr>
            <a:xfrm>
              <a:off x="2307198" y="1641501"/>
              <a:ext cx="5804941" cy="4536504"/>
              <a:chOff x="4389165" y="1628800"/>
              <a:chExt cx="5804941" cy="4536504"/>
            </a:xfrm>
          </p:grpSpPr>
          <p:cxnSp>
            <p:nvCxnSpPr>
              <p:cNvPr id="74" name="辅助线">
                <a:extLst>
                  <a:ext uri="{FF2B5EF4-FFF2-40B4-BE49-F238E27FC236}">
                    <a16:creationId xmlns:a16="http://schemas.microsoft.com/office/drawing/2014/main" id="{A9FF7D1D-B669-31E4-2187-8C0A47E8765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辅助线">
                <a:extLst>
                  <a:ext uri="{FF2B5EF4-FFF2-40B4-BE49-F238E27FC236}">
                    <a16:creationId xmlns:a16="http://schemas.microsoft.com/office/drawing/2014/main" id="{EEF97598-47B5-471A-4F8A-C7DD51D21F2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辅助线">
                <a:extLst>
                  <a:ext uri="{FF2B5EF4-FFF2-40B4-BE49-F238E27FC236}">
                    <a16:creationId xmlns:a16="http://schemas.microsoft.com/office/drawing/2014/main" id="{FA44CF4E-7EEF-4E62-BAFA-B7A9CCAAE6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Gs">
                  <a:extLst>
                    <a:ext uri="{FF2B5EF4-FFF2-40B4-BE49-F238E27FC236}">
                      <a16:creationId xmlns:a16="http://schemas.microsoft.com/office/drawing/2014/main" id="{980B9B66-1C4A-62CC-F011-94C0C56046D1}"/>
                    </a:ext>
                  </a:extLst>
                </p:cNvPr>
                <p:cNvSpPr txBox="1"/>
                <p:nvPr/>
              </p:nvSpPr>
              <p:spPr>
                <a:xfrm>
                  <a:off x="1488412" y="1050911"/>
                  <a:ext cx="1549681" cy="67549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altLang="zh-CN" dirty="0">
                      <a:solidFill>
                        <a:schemeClr val="tx1"/>
                      </a:solidFill>
                    </a:rPr>
                    <a:t>dB</a:t>
                  </a:r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Gs">
                  <a:extLst>
                    <a:ext uri="{FF2B5EF4-FFF2-40B4-BE49-F238E27FC236}">
                      <a16:creationId xmlns:a16="http://schemas.microsoft.com/office/drawing/2014/main" id="{46C65E79-34D5-40DA-D2D2-2956FF9E83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8412" y="1050911"/>
                  <a:ext cx="1549681" cy="675490"/>
                </a:xfrm>
                <a:prstGeom prst="rect">
                  <a:avLst/>
                </a:prstGeom>
                <a:blipFill>
                  <a:blip r:embed="rId9"/>
                  <a:stretch>
                    <a:fillRect t="-10000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Gs">
                  <a:extLst>
                    <a:ext uri="{FF2B5EF4-FFF2-40B4-BE49-F238E27FC236}">
                      <a16:creationId xmlns:a16="http://schemas.microsoft.com/office/drawing/2014/main" id="{8F682E8A-2598-D32B-2A89-0F003C25C6AE}"/>
                    </a:ext>
                  </a:extLst>
                </p:cNvPr>
                <p:cNvSpPr txBox="1"/>
                <p:nvPr/>
              </p:nvSpPr>
              <p:spPr>
                <a:xfrm>
                  <a:off x="10902767" y="3608279"/>
                  <a:ext cx="4248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1" name="Gs">
                  <a:extLst>
                    <a:ext uri="{FF2B5EF4-FFF2-40B4-BE49-F238E27FC236}">
                      <a16:creationId xmlns:a16="http://schemas.microsoft.com/office/drawing/2014/main" id="{A5F3EF99-3630-0BF0-DB3A-7C787EF663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02767" y="3608279"/>
                  <a:ext cx="424844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18182" b="-6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Gs">
                  <a:extLst>
                    <a:ext uri="{FF2B5EF4-FFF2-40B4-BE49-F238E27FC236}">
                      <a16:creationId xmlns:a16="http://schemas.microsoft.com/office/drawing/2014/main" id="{AAA731AD-93B5-CA2C-28F6-83F7A3648F2D}"/>
                    </a:ext>
                  </a:extLst>
                </p:cNvPr>
                <p:cNvSpPr txBox="1"/>
                <p:nvPr/>
              </p:nvSpPr>
              <p:spPr>
                <a:xfrm>
                  <a:off x="10042497" y="3724861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2" name="Gs">
                  <a:extLst>
                    <a:ext uri="{FF2B5EF4-FFF2-40B4-BE49-F238E27FC236}">
                      <a16:creationId xmlns:a16="http://schemas.microsoft.com/office/drawing/2014/main" id="{AA1AF1CD-2EA4-F280-C3B3-8E2535C72C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42497" y="3724861"/>
                  <a:ext cx="703715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Gs">
                  <a:extLst>
                    <a:ext uri="{FF2B5EF4-FFF2-40B4-BE49-F238E27FC236}">
                      <a16:creationId xmlns:a16="http://schemas.microsoft.com/office/drawing/2014/main" id="{8A4116D9-BF6B-191A-CA0A-ADDC04CD784A}"/>
                    </a:ext>
                  </a:extLst>
                </p:cNvPr>
                <p:cNvSpPr txBox="1"/>
                <p:nvPr/>
              </p:nvSpPr>
              <p:spPr>
                <a:xfrm>
                  <a:off x="10143990" y="3346669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3" name="Gs">
                  <a:extLst>
                    <a:ext uri="{FF2B5EF4-FFF2-40B4-BE49-F238E27FC236}">
                      <a16:creationId xmlns:a16="http://schemas.microsoft.com/office/drawing/2014/main" id="{64BB0861-23C0-0809-44B7-CD3ADE6F9D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43990" y="3346669"/>
                  <a:ext cx="703715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16667" b="-687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Gs">
                  <a:extLst>
                    <a:ext uri="{FF2B5EF4-FFF2-40B4-BE49-F238E27FC236}">
                      <a16:creationId xmlns:a16="http://schemas.microsoft.com/office/drawing/2014/main" id="{E5D37D07-9261-666C-8CC7-2FC16CF9975E}"/>
                    </a:ext>
                  </a:extLst>
                </p:cNvPr>
                <p:cNvSpPr txBox="1"/>
                <p:nvPr/>
              </p:nvSpPr>
              <p:spPr>
                <a:xfrm>
                  <a:off x="10137535" y="2865445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80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4" name="Gs">
                  <a:extLst>
                    <a:ext uri="{FF2B5EF4-FFF2-40B4-BE49-F238E27FC236}">
                      <a16:creationId xmlns:a16="http://schemas.microsoft.com/office/drawing/2014/main" id="{31EFE428-3724-078C-5F13-EC0C8E83C0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7535" y="2865445"/>
                  <a:ext cx="703715" cy="369332"/>
                </a:xfrm>
                <a:prstGeom prst="rect">
                  <a:avLst/>
                </a:prstGeom>
                <a:blipFill>
                  <a:blip r:embed="rId13"/>
                  <a:stretch>
                    <a:fillRect r="-41667" b="-5882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Gs">
                  <a:extLst>
                    <a:ext uri="{FF2B5EF4-FFF2-40B4-BE49-F238E27FC236}">
                      <a16:creationId xmlns:a16="http://schemas.microsoft.com/office/drawing/2014/main" id="{9AC377B5-C177-15DD-CDF5-118CB8ACDF3B}"/>
                    </a:ext>
                  </a:extLst>
                </p:cNvPr>
                <p:cNvSpPr txBox="1"/>
                <p:nvPr/>
              </p:nvSpPr>
              <p:spPr>
                <a:xfrm>
                  <a:off x="10160530" y="2361389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70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5" name="Gs">
                  <a:extLst>
                    <a:ext uri="{FF2B5EF4-FFF2-40B4-BE49-F238E27FC236}">
                      <a16:creationId xmlns:a16="http://schemas.microsoft.com/office/drawing/2014/main" id="{3DDED018-1863-90A1-03F8-1E0DE59AF4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0530" y="2361389"/>
                  <a:ext cx="703715" cy="369332"/>
                </a:xfrm>
                <a:prstGeom prst="rect">
                  <a:avLst/>
                </a:prstGeom>
                <a:blipFill>
                  <a:blip r:embed="rId14"/>
                  <a:stretch>
                    <a:fillRect r="-44444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Gs">
                  <a:extLst>
                    <a:ext uri="{FF2B5EF4-FFF2-40B4-BE49-F238E27FC236}">
                      <a16:creationId xmlns:a16="http://schemas.microsoft.com/office/drawing/2014/main" id="{EC5BC1BB-2202-3C11-0387-E25D68765703}"/>
                    </a:ext>
                  </a:extLst>
                </p:cNvPr>
                <p:cNvSpPr txBox="1"/>
                <p:nvPr/>
              </p:nvSpPr>
              <p:spPr>
                <a:xfrm>
                  <a:off x="10137535" y="1857333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6" name="Gs">
                  <a:extLst>
                    <a:ext uri="{FF2B5EF4-FFF2-40B4-BE49-F238E27FC236}">
                      <a16:creationId xmlns:a16="http://schemas.microsoft.com/office/drawing/2014/main" id="{9CEEA585-E3E5-AF73-1BAF-A40F02E4D6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7535" y="1857333"/>
                  <a:ext cx="703715" cy="369332"/>
                </a:xfrm>
                <a:prstGeom prst="rect">
                  <a:avLst/>
                </a:prstGeom>
                <a:blipFill>
                  <a:blip r:embed="rId15"/>
                  <a:stretch>
                    <a:fillRect r="-41667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Gs">
                  <a:extLst>
                    <a:ext uri="{FF2B5EF4-FFF2-40B4-BE49-F238E27FC236}">
                      <a16:creationId xmlns:a16="http://schemas.microsoft.com/office/drawing/2014/main" id="{0EF36568-1099-1B25-B627-83335EC791A4}"/>
                    </a:ext>
                  </a:extLst>
                </p:cNvPr>
                <p:cNvSpPr txBox="1"/>
                <p:nvPr/>
              </p:nvSpPr>
              <p:spPr>
                <a:xfrm>
                  <a:off x="10176429" y="4369187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7" name="Gs">
                  <a:extLst>
                    <a:ext uri="{FF2B5EF4-FFF2-40B4-BE49-F238E27FC236}">
                      <a16:creationId xmlns:a16="http://schemas.microsoft.com/office/drawing/2014/main" id="{CC2955E8-8814-2E7B-3272-87B582BEAA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76429" y="4369187"/>
                  <a:ext cx="703715" cy="369332"/>
                </a:xfrm>
                <a:prstGeom prst="rect">
                  <a:avLst/>
                </a:prstGeom>
                <a:blipFill>
                  <a:blip r:embed="rId16"/>
                  <a:stretch>
                    <a:fillRect r="-52778" b="-5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Gs">
                  <a:extLst>
                    <a:ext uri="{FF2B5EF4-FFF2-40B4-BE49-F238E27FC236}">
                      <a16:creationId xmlns:a16="http://schemas.microsoft.com/office/drawing/2014/main" id="{879B7197-A52A-E8F7-0284-9B515017C93D}"/>
                    </a:ext>
                  </a:extLst>
                </p:cNvPr>
                <p:cNvSpPr txBox="1"/>
                <p:nvPr/>
              </p:nvSpPr>
              <p:spPr>
                <a:xfrm>
                  <a:off x="10168599" y="4871770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80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8" name="Gs">
                  <a:extLst>
                    <a:ext uri="{FF2B5EF4-FFF2-40B4-BE49-F238E27FC236}">
                      <a16:creationId xmlns:a16="http://schemas.microsoft.com/office/drawing/2014/main" id="{C5CEAD9A-E5B8-DE4B-FC77-D5600FF178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8599" y="4871770"/>
                  <a:ext cx="703715" cy="369332"/>
                </a:xfrm>
                <a:prstGeom prst="rect">
                  <a:avLst/>
                </a:prstGeom>
                <a:blipFill>
                  <a:blip r:embed="rId17"/>
                  <a:stretch>
                    <a:fillRect r="-85714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Gs">
                  <a:extLst>
                    <a:ext uri="{FF2B5EF4-FFF2-40B4-BE49-F238E27FC236}">
                      <a16:creationId xmlns:a16="http://schemas.microsoft.com/office/drawing/2014/main" id="{5336C33C-F4B9-0DCA-02D2-22BE34AEBD3B}"/>
                    </a:ext>
                  </a:extLst>
                </p:cNvPr>
                <p:cNvSpPr txBox="1"/>
                <p:nvPr/>
              </p:nvSpPr>
              <p:spPr>
                <a:xfrm>
                  <a:off x="10156759" y="5383649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70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9" name="Gs">
                  <a:extLst>
                    <a:ext uri="{FF2B5EF4-FFF2-40B4-BE49-F238E27FC236}">
                      <a16:creationId xmlns:a16="http://schemas.microsoft.com/office/drawing/2014/main" id="{DDC6D7DD-847A-07ED-58B2-591D58DD44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6759" y="5383649"/>
                  <a:ext cx="703715" cy="369332"/>
                </a:xfrm>
                <a:prstGeom prst="rect">
                  <a:avLst/>
                </a:prstGeom>
                <a:blipFill>
                  <a:blip r:embed="rId18"/>
                  <a:stretch>
                    <a:fillRect r="-80556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Gs">
                  <a:extLst>
                    <a:ext uri="{FF2B5EF4-FFF2-40B4-BE49-F238E27FC236}">
                      <a16:creationId xmlns:a16="http://schemas.microsoft.com/office/drawing/2014/main" id="{BFFE9465-A5F7-C079-4858-F0D91091D889}"/>
                    </a:ext>
                  </a:extLst>
                </p:cNvPr>
                <p:cNvSpPr txBox="1"/>
                <p:nvPr/>
              </p:nvSpPr>
              <p:spPr>
                <a:xfrm>
                  <a:off x="10152168" y="5860717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0" name="Gs">
                  <a:extLst>
                    <a:ext uri="{FF2B5EF4-FFF2-40B4-BE49-F238E27FC236}">
                      <a16:creationId xmlns:a16="http://schemas.microsoft.com/office/drawing/2014/main" id="{D82FD951-1A47-B9BA-5425-A22D445994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2168" y="5860717"/>
                  <a:ext cx="703715" cy="369332"/>
                </a:xfrm>
                <a:prstGeom prst="rect">
                  <a:avLst/>
                </a:prstGeom>
                <a:blipFill>
                  <a:blip r:embed="rId19"/>
                  <a:stretch>
                    <a:fillRect r="-85714" b="-687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Gs">
                  <a:extLst>
                    <a:ext uri="{FF2B5EF4-FFF2-40B4-BE49-F238E27FC236}">
                      <a16:creationId xmlns:a16="http://schemas.microsoft.com/office/drawing/2014/main" id="{6512F25F-8E7C-0422-79BB-2270974F4131}"/>
                    </a:ext>
                  </a:extLst>
                </p:cNvPr>
                <p:cNvSpPr txBox="1"/>
                <p:nvPr/>
              </p:nvSpPr>
              <p:spPr>
                <a:xfrm>
                  <a:off x="1162826" y="6139790"/>
                  <a:ext cx="703715" cy="67549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.01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Gs">
                  <a:extLst>
                    <a:ext uri="{FF2B5EF4-FFF2-40B4-BE49-F238E27FC236}">
                      <a16:creationId xmlns:a16="http://schemas.microsoft.com/office/drawing/2014/main" id="{6512F25F-8E7C-0422-79BB-2270974F41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2826" y="6139790"/>
                  <a:ext cx="703715" cy="675490"/>
                </a:xfrm>
                <a:prstGeom prst="rect">
                  <a:avLst/>
                </a:prstGeom>
                <a:blipFill>
                  <a:blip r:embed="rId20"/>
                  <a:stretch>
                    <a:fillRect r="-3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Gs">
                  <a:extLst>
                    <a:ext uri="{FF2B5EF4-FFF2-40B4-BE49-F238E27FC236}">
                      <a16:creationId xmlns:a16="http://schemas.microsoft.com/office/drawing/2014/main" id="{BE873A0D-0529-69F1-E3E4-06E8126DE781}"/>
                    </a:ext>
                  </a:extLst>
                </p:cNvPr>
                <p:cNvSpPr txBox="1"/>
                <p:nvPr/>
              </p:nvSpPr>
              <p:spPr>
                <a:xfrm>
                  <a:off x="4034532" y="6115013"/>
                  <a:ext cx="703715" cy="67549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1" name="Gs">
                  <a:extLst>
                    <a:ext uri="{FF2B5EF4-FFF2-40B4-BE49-F238E27FC236}">
                      <a16:creationId xmlns:a16="http://schemas.microsoft.com/office/drawing/2014/main" id="{BE873A0D-0529-69F1-E3E4-06E8126DE7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4532" y="6115013"/>
                  <a:ext cx="703715" cy="675490"/>
                </a:xfrm>
                <a:prstGeom prst="rect">
                  <a:avLst/>
                </a:prstGeom>
                <a:blipFill>
                  <a:blip r:embed="rId21"/>
                  <a:stretch>
                    <a:fillRect r="-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Gs">
                  <a:extLst>
                    <a:ext uri="{FF2B5EF4-FFF2-40B4-BE49-F238E27FC236}">
                      <a16:creationId xmlns:a16="http://schemas.microsoft.com/office/drawing/2014/main" id="{86AC56E9-8C6E-3D58-2E79-5C9183F5DAFF}"/>
                    </a:ext>
                  </a:extLst>
                </p:cNvPr>
                <p:cNvSpPr txBox="1"/>
                <p:nvPr/>
              </p:nvSpPr>
              <p:spPr>
                <a:xfrm>
                  <a:off x="6914552" y="6129974"/>
                  <a:ext cx="703715" cy="67549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Gs">
                  <a:extLst>
                    <a:ext uri="{FF2B5EF4-FFF2-40B4-BE49-F238E27FC236}">
                      <a16:creationId xmlns:a16="http://schemas.microsoft.com/office/drawing/2014/main" id="{86AC56E9-8C6E-3D58-2E79-5C9183F5DA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4552" y="6129974"/>
                  <a:ext cx="703715" cy="67549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Gs">
                  <a:extLst>
                    <a:ext uri="{FF2B5EF4-FFF2-40B4-BE49-F238E27FC236}">
                      <a16:creationId xmlns:a16="http://schemas.microsoft.com/office/drawing/2014/main" id="{3E5337AB-1A90-E0CC-9D69-6797453BA30D}"/>
                    </a:ext>
                  </a:extLst>
                </p:cNvPr>
                <p:cNvSpPr txBox="1"/>
                <p:nvPr/>
              </p:nvSpPr>
              <p:spPr>
                <a:xfrm>
                  <a:off x="9770042" y="6122327"/>
                  <a:ext cx="703715" cy="67549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3" name="Gs">
                  <a:extLst>
                    <a:ext uri="{FF2B5EF4-FFF2-40B4-BE49-F238E27FC236}">
                      <a16:creationId xmlns:a16="http://schemas.microsoft.com/office/drawing/2014/main" id="{3E5337AB-1A90-E0CC-9D69-6797453BA3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70042" y="6122327"/>
                  <a:ext cx="703715" cy="675490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Gs">
                  <a:extLst>
                    <a:ext uri="{FF2B5EF4-FFF2-40B4-BE49-F238E27FC236}">
                      <a16:creationId xmlns:a16="http://schemas.microsoft.com/office/drawing/2014/main" id="{6298DAB9-918F-CE21-EF5A-F6386D4D37BC}"/>
                    </a:ext>
                  </a:extLst>
                </p:cNvPr>
                <p:cNvSpPr txBox="1"/>
                <p:nvPr/>
              </p:nvSpPr>
              <p:spPr>
                <a:xfrm>
                  <a:off x="942670" y="3890702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5" name="Gs">
                  <a:extLst>
                    <a:ext uri="{FF2B5EF4-FFF2-40B4-BE49-F238E27FC236}">
                      <a16:creationId xmlns:a16="http://schemas.microsoft.com/office/drawing/2014/main" id="{E0B6FB99-33E5-6D93-6D25-6122EF2757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2670" y="3890702"/>
                  <a:ext cx="703715" cy="369332"/>
                </a:xfrm>
                <a:prstGeom prst="rect">
                  <a:avLst/>
                </a:prstGeom>
                <a:blipFill>
                  <a:blip r:embed="rId24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Gs">
                  <a:extLst>
                    <a:ext uri="{FF2B5EF4-FFF2-40B4-BE49-F238E27FC236}">
                      <a16:creationId xmlns:a16="http://schemas.microsoft.com/office/drawing/2014/main" id="{588E875C-045F-2EC6-2643-ABEB9CC80142}"/>
                    </a:ext>
                  </a:extLst>
                </p:cNvPr>
                <p:cNvSpPr txBox="1"/>
                <p:nvPr/>
              </p:nvSpPr>
              <p:spPr>
                <a:xfrm>
                  <a:off x="838651" y="3389765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6" name="Gs">
                  <a:extLst>
                    <a:ext uri="{FF2B5EF4-FFF2-40B4-BE49-F238E27FC236}">
                      <a16:creationId xmlns:a16="http://schemas.microsoft.com/office/drawing/2014/main" id="{721F23C8-D06B-BCF1-334D-2B97986868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651" y="3389765"/>
                  <a:ext cx="703715" cy="369332"/>
                </a:xfrm>
                <a:prstGeom prst="rect">
                  <a:avLst/>
                </a:prstGeom>
                <a:blipFill>
                  <a:blip r:embed="rId25"/>
                  <a:stretch>
                    <a:fillRect b="-687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Gs">
                  <a:extLst>
                    <a:ext uri="{FF2B5EF4-FFF2-40B4-BE49-F238E27FC236}">
                      <a16:creationId xmlns:a16="http://schemas.microsoft.com/office/drawing/2014/main" id="{9A2DEE17-CBAE-9E4B-722E-1F84F06B52CC}"/>
                    </a:ext>
                  </a:extLst>
                </p:cNvPr>
                <p:cNvSpPr txBox="1"/>
                <p:nvPr/>
              </p:nvSpPr>
              <p:spPr>
                <a:xfrm>
                  <a:off x="843248" y="2892060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7" name="Gs">
                  <a:extLst>
                    <a:ext uri="{FF2B5EF4-FFF2-40B4-BE49-F238E27FC236}">
                      <a16:creationId xmlns:a16="http://schemas.microsoft.com/office/drawing/2014/main" id="{AD5FEE93-E6AE-1971-5C57-01128325C3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248" y="2892060"/>
                  <a:ext cx="703715" cy="369332"/>
                </a:xfrm>
                <a:prstGeom prst="rect">
                  <a:avLst/>
                </a:prstGeom>
                <a:blipFill>
                  <a:blip r:embed="rId26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Gs">
                  <a:extLst>
                    <a:ext uri="{FF2B5EF4-FFF2-40B4-BE49-F238E27FC236}">
                      <a16:creationId xmlns:a16="http://schemas.microsoft.com/office/drawing/2014/main" id="{F8708AD1-0905-A5E0-1679-DA14AC07E95E}"/>
                    </a:ext>
                  </a:extLst>
                </p:cNvPr>
                <p:cNvSpPr txBox="1"/>
                <p:nvPr/>
              </p:nvSpPr>
              <p:spPr>
                <a:xfrm>
                  <a:off x="847845" y="2386303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7" name="Gs">
                  <a:extLst>
                    <a:ext uri="{FF2B5EF4-FFF2-40B4-BE49-F238E27FC236}">
                      <a16:creationId xmlns:a16="http://schemas.microsoft.com/office/drawing/2014/main" id="{F8708AD1-0905-A5E0-1679-DA14AC07E9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845" y="2386303"/>
                  <a:ext cx="703715" cy="369332"/>
                </a:xfrm>
                <a:prstGeom prst="rect">
                  <a:avLst/>
                </a:prstGeom>
                <a:blipFill>
                  <a:blip r:embed="rId27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Gs">
                  <a:extLst>
                    <a:ext uri="{FF2B5EF4-FFF2-40B4-BE49-F238E27FC236}">
                      <a16:creationId xmlns:a16="http://schemas.microsoft.com/office/drawing/2014/main" id="{ABE78D0F-3623-F5E0-62D7-667F478BE80A}"/>
                    </a:ext>
                  </a:extLst>
                </p:cNvPr>
                <p:cNvSpPr txBox="1"/>
                <p:nvPr/>
              </p:nvSpPr>
              <p:spPr>
                <a:xfrm>
                  <a:off x="860906" y="1875764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9" name="Gs">
                  <a:extLst>
                    <a:ext uri="{FF2B5EF4-FFF2-40B4-BE49-F238E27FC236}">
                      <a16:creationId xmlns:a16="http://schemas.microsoft.com/office/drawing/2014/main" id="{B7329D5B-9A0E-0787-C7D4-E1E78A457E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906" y="1875764"/>
                  <a:ext cx="703715" cy="369332"/>
                </a:xfrm>
                <a:prstGeom prst="rect">
                  <a:avLst/>
                </a:prstGeom>
                <a:blipFill>
                  <a:blip r:embed="rId28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Gs">
                  <a:extLst>
                    <a:ext uri="{FF2B5EF4-FFF2-40B4-BE49-F238E27FC236}">
                      <a16:creationId xmlns:a16="http://schemas.microsoft.com/office/drawing/2014/main" id="{5F4D8751-38B2-311E-6BE7-7D6F1E51176A}"/>
                    </a:ext>
                  </a:extLst>
                </p:cNvPr>
                <p:cNvSpPr txBox="1"/>
                <p:nvPr/>
              </p:nvSpPr>
              <p:spPr>
                <a:xfrm>
                  <a:off x="626461" y="4369517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0" name="Gs">
                  <a:extLst>
                    <a:ext uri="{FF2B5EF4-FFF2-40B4-BE49-F238E27FC236}">
                      <a16:creationId xmlns:a16="http://schemas.microsoft.com/office/drawing/2014/main" id="{9DC94101-A208-99CA-28D8-1A0DEFD1E6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461" y="4369517"/>
                  <a:ext cx="703715" cy="369332"/>
                </a:xfrm>
                <a:prstGeom prst="rect">
                  <a:avLst/>
                </a:prstGeom>
                <a:blipFill>
                  <a:blip r:embed="rId29"/>
                  <a:stretch>
                    <a:fillRect r="-34286" b="-5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Gs">
                  <a:extLst>
                    <a:ext uri="{FF2B5EF4-FFF2-40B4-BE49-F238E27FC236}">
                      <a16:creationId xmlns:a16="http://schemas.microsoft.com/office/drawing/2014/main" id="{C2BF2254-7CB4-E454-3D3E-230DE5D26A7C}"/>
                    </a:ext>
                  </a:extLst>
                </p:cNvPr>
                <p:cNvSpPr txBox="1"/>
                <p:nvPr/>
              </p:nvSpPr>
              <p:spPr>
                <a:xfrm>
                  <a:off x="621046" y="4899576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1" name="Gs">
                  <a:extLst>
                    <a:ext uri="{FF2B5EF4-FFF2-40B4-BE49-F238E27FC236}">
                      <a16:creationId xmlns:a16="http://schemas.microsoft.com/office/drawing/2014/main" id="{6E03AE20-887A-78C3-6239-65043CC951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046" y="4899576"/>
                  <a:ext cx="703715" cy="369332"/>
                </a:xfrm>
                <a:prstGeom prst="rect">
                  <a:avLst/>
                </a:prstGeom>
                <a:blipFill>
                  <a:blip r:embed="rId30"/>
                  <a:stretch>
                    <a:fillRect r="-33333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Gs">
                  <a:extLst>
                    <a:ext uri="{FF2B5EF4-FFF2-40B4-BE49-F238E27FC236}">
                      <a16:creationId xmlns:a16="http://schemas.microsoft.com/office/drawing/2014/main" id="{7BD1EB3A-6140-8304-000A-0997AA73D220}"/>
                    </a:ext>
                  </a:extLst>
                </p:cNvPr>
                <p:cNvSpPr txBox="1"/>
                <p:nvPr/>
              </p:nvSpPr>
              <p:spPr>
                <a:xfrm>
                  <a:off x="621046" y="5897344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−8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2" name="Gs">
                  <a:extLst>
                    <a:ext uri="{FF2B5EF4-FFF2-40B4-BE49-F238E27FC236}">
                      <a16:creationId xmlns:a16="http://schemas.microsoft.com/office/drawing/2014/main" id="{CC0BAFAC-2A81-EB7E-EDA7-03A6AAE59F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046" y="5897344"/>
                  <a:ext cx="703715" cy="369332"/>
                </a:xfrm>
                <a:prstGeom prst="rect">
                  <a:avLst/>
                </a:prstGeom>
                <a:blipFill>
                  <a:blip r:embed="rId31"/>
                  <a:stretch>
                    <a:fillRect r="-33333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Gs">
                  <a:extLst>
                    <a:ext uri="{FF2B5EF4-FFF2-40B4-BE49-F238E27FC236}">
                      <a16:creationId xmlns:a16="http://schemas.microsoft.com/office/drawing/2014/main" id="{47F82935-4135-CFAD-CBCC-218587226949}"/>
                    </a:ext>
                  </a:extLst>
                </p:cNvPr>
                <p:cNvSpPr txBox="1"/>
                <p:nvPr/>
              </p:nvSpPr>
              <p:spPr>
                <a:xfrm>
                  <a:off x="626461" y="5411690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−6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3" name="Gs">
                  <a:extLst>
                    <a:ext uri="{FF2B5EF4-FFF2-40B4-BE49-F238E27FC236}">
                      <a16:creationId xmlns:a16="http://schemas.microsoft.com/office/drawing/2014/main" id="{3DF69D0C-B4E8-7CA0-4FE8-9D7FD1C4B0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461" y="5411690"/>
                  <a:ext cx="703715" cy="369332"/>
                </a:xfrm>
                <a:prstGeom prst="rect">
                  <a:avLst/>
                </a:prstGeom>
                <a:blipFill>
                  <a:blip r:embed="rId32"/>
                  <a:stretch>
                    <a:fillRect r="-34286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Gs">
                  <a:extLst>
                    <a:ext uri="{FF2B5EF4-FFF2-40B4-BE49-F238E27FC236}">
                      <a16:creationId xmlns:a16="http://schemas.microsoft.com/office/drawing/2014/main" id="{01634E22-BE1C-11E6-8548-2F47E73360D3}"/>
                    </a:ext>
                  </a:extLst>
                </p:cNvPr>
                <p:cNvSpPr txBox="1"/>
                <p:nvPr/>
              </p:nvSpPr>
              <p:spPr>
                <a:xfrm>
                  <a:off x="10168598" y="1007428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4" name="Gs">
                  <a:extLst>
                    <a:ext uri="{FF2B5EF4-FFF2-40B4-BE49-F238E27FC236}">
                      <a16:creationId xmlns:a16="http://schemas.microsoft.com/office/drawing/2014/main" id="{8088DA75-558D-59B1-80CF-352BDF7FBD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8598" y="1007428"/>
                  <a:ext cx="703715" cy="369332"/>
                </a:xfrm>
                <a:prstGeom prst="rect">
                  <a:avLst/>
                </a:prstGeom>
                <a:blipFill>
                  <a:blip r:embed="rId33"/>
                  <a:stretch>
                    <a:fillRect l="-2857" r="-65714" b="-10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24" name="辅助线1">
            <a:extLst>
              <a:ext uri="{FF2B5EF4-FFF2-40B4-BE49-F238E27FC236}">
                <a16:creationId xmlns:a16="http://schemas.microsoft.com/office/drawing/2014/main" id="{A4ABD6BA-A51A-54E0-51B1-ED8CFE480F01}"/>
              </a:ext>
            </a:extLst>
          </p:cNvPr>
          <p:cNvCxnSpPr>
            <a:cxnSpLocks/>
            <a:endCxn id="131" idx="2"/>
          </p:cNvCxnSpPr>
          <p:nvPr/>
        </p:nvCxnSpPr>
        <p:spPr>
          <a:xfrm>
            <a:off x="5847895" y="3482529"/>
            <a:ext cx="3564643" cy="562379"/>
          </a:xfrm>
          <a:prstGeom prst="line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基准点1">
            <a:extLst>
              <a:ext uri="{FF2B5EF4-FFF2-40B4-BE49-F238E27FC236}">
                <a16:creationId xmlns:a16="http://schemas.microsoft.com/office/drawing/2014/main" id="{EF76F6DE-665F-054A-4445-3BFF51B2435D}"/>
              </a:ext>
            </a:extLst>
          </p:cNvPr>
          <p:cNvSpPr/>
          <p:nvPr/>
        </p:nvSpPr>
        <p:spPr>
          <a:xfrm>
            <a:off x="9412538" y="3983532"/>
            <a:ext cx="122752" cy="122752"/>
          </a:xfrm>
          <a:prstGeom prst="ellipse">
            <a:avLst/>
          </a:prstGeom>
          <a:solidFill>
            <a:srgbClr val="159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标签1">
                <a:extLst>
                  <a:ext uri="{FF2B5EF4-FFF2-40B4-BE49-F238E27FC236}">
                    <a16:creationId xmlns:a16="http://schemas.microsoft.com/office/drawing/2014/main" id="{8169F060-043B-48A7-7761-D2D0E29C194D}"/>
                  </a:ext>
                </a:extLst>
              </p:cNvPr>
              <p:cNvSpPr txBox="1"/>
              <p:nvPr/>
            </p:nvSpPr>
            <p:spPr>
              <a:xfrm>
                <a:off x="6055884" y="3071607"/>
                <a:ext cx="8897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−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2</m:t>
                      </m:r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1" name="标签1">
                <a:extLst>
                  <a:ext uri="{FF2B5EF4-FFF2-40B4-BE49-F238E27FC236}">
                    <a16:creationId xmlns:a16="http://schemas.microsoft.com/office/drawing/2014/main" id="{8169F060-043B-48A7-7761-D2D0E29C1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5884" y="3071607"/>
                <a:ext cx="889721" cy="523220"/>
              </a:xfrm>
              <a:prstGeom prst="rect">
                <a:avLst/>
              </a:prstGeom>
              <a:blipFill>
                <a:blip r:embed="rId34"/>
                <a:stretch>
                  <a:fillRect r="-14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2" name="幅频1">
            <a:extLst>
              <a:ext uri="{FF2B5EF4-FFF2-40B4-BE49-F238E27FC236}">
                <a16:creationId xmlns:a16="http://schemas.microsoft.com/office/drawing/2014/main" id="{51283C6A-2241-587B-4C2F-9117A1922263}"/>
              </a:ext>
            </a:extLst>
          </p:cNvPr>
          <p:cNvCxnSpPr>
            <a:cxnSpLocks/>
          </p:cNvCxnSpPr>
          <p:nvPr/>
        </p:nvCxnSpPr>
        <p:spPr>
          <a:xfrm>
            <a:off x="5831552" y="3475585"/>
            <a:ext cx="1844563" cy="288133"/>
          </a:xfrm>
          <a:prstGeom prst="line">
            <a:avLst/>
          </a:prstGeom>
          <a:ln w="38100">
            <a:solidFill>
              <a:srgbClr val="E4486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标签4">
                <a:extLst>
                  <a:ext uri="{FF2B5EF4-FFF2-40B4-BE49-F238E27FC236}">
                    <a16:creationId xmlns:a16="http://schemas.microsoft.com/office/drawing/2014/main" id="{B40EB7CE-B7F7-9CB4-6EE8-73482B18A0F5}"/>
                  </a:ext>
                </a:extLst>
              </p:cNvPr>
              <p:cNvSpPr txBox="1"/>
              <p:nvPr/>
            </p:nvSpPr>
            <p:spPr>
              <a:xfrm>
                <a:off x="10517636" y="3772373"/>
                <a:ext cx="8897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−</m:t>
                      </m:r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8</m:t>
                      </m:r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2" name="标签4">
                <a:extLst>
                  <a:ext uri="{FF2B5EF4-FFF2-40B4-BE49-F238E27FC236}">
                    <a16:creationId xmlns:a16="http://schemas.microsoft.com/office/drawing/2014/main" id="{B40EB7CE-B7F7-9CB4-6EE8-73482B18A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7636" y="3772373"/>
                <a:ext cx="889721" cy="523220"/>
              </a:xfrm>
              <a:prstGeom prst="rect">
                <a:avLst/>
              </a:prstGeom>
              <a:blipFill>
                <a:blip r:embed="rId35"/>
                <a:stretch>
                  <a:fillRect r="-14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3" name="幅频2">
            <a:extLst>
              <a:ext uri="{FF2B5EF4-FFF2-40B4-BE49-F238E27FC236}">
                <a16:creationId xmlns:a16="http://schemas.microsoft.com/office/drawing/2014/main" id="{24541024-5F57-6A8B-9F2E-7006E892FA19}"/>
              </a:ext>
            </a:extLst>
          </p:cNvPr>
          <p:cNvCxnSpPr>
            <a:cxnSpLocks/>
          </p:cNvCxnSpPr>
          <p:nvPr/>
        </p:nvCxnSpPr>
        <p:spPr>
          <a:xfrm flipH="1">
            <a:off x="7659221" y="3766267"/>
            <a:ext cx="1832751" cy="0"/>
          </a:xfrm>
          <a:prstGeom prst="line">
            <a:avLst/>
          </a:prstGeom>
          <a:ln w="38100">
            <a:solidFill>
              <a:srgbClr val="E4486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基准点3">
            <a:extLst>
              <a:ext uri="{FF2B5EF4-FFF2-40B4-BE49-F238E27FC236}">
                <a16:creationId xmlns:a16="http://schemas.microsoft.com/office/drawing/2014/main" id="{7D5F06BA-084D-A479-23FC-3A810A91A8EA}"/>
              </a:ext>
            </a:extLst>
          </p:cNvPr>
          <p:cNvSpPr/>
          <p:nvPr/>
        </p:nvSpPr>
        <p:spPr>
          <a:xfrm>
            <a:off x="11215103" y="4276533"/>
            <a:ext cx="122752" cy="122752"/>
          </a:xfrm>
          <a:prstGeom prst="ellipse">
            <a:avLst/>
          </a:prstGeom>
          <a:solidFill>
            <a:srgbClr val="159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36" name="辅助线3">
            <a:extLst>
              <a:ext uri="{FF2B5EF4-FFF2-40B4-BE49-F238E27FC236}">
                <a16:creationId xmlns:a16="http://schemas.microsoft.com/office/drawing/2014/main" id="{406CC286-AC15-5CF1-3F69-AB910C1C3DC2}"/>
              </a:ext>
            </a:extLst>
          </p:cNvPr>
          <p:cNvCxnSpPr>
            <a:cxnSpLocks/>
            <a:endCxn id="135" idx="2"/>
          </p:cNvCxnSpPr>
          <p:nvPr/>
        </p:nvCxnSpPr>
        <p:spPr>
          <a:xfrm>
            <a:off x="9482740" y="3766153"/>
            <a:ext cx="1732363" cy="571756"/>
          </a:xfrm>
          <a:prstGeom prst="line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标签3">
                <a:extLst>
                  <a:ext uri="{FF2B5EF4-FFF2-40B4-BE49-F238E27FC236}">
                    <a16:creationId xmlns:a16="http://schemas.microsoft.com/office/drawing/2014/main" id="{FD917255-A18E-9815-BA07-53795322A510}"/>
                  </a:ext>
                </a:extLst>
              </p:cNvPr>
              <p:cNvSpPr txBox="1"/>
              <p:nvPr/>
            </p:nvSpPr>
            <p:spPr>
              <a:xfrm>
                <a:off x="9780417" y="3543024"/>
                <a:ext cx="8897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−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4</m:t>
                      </m:r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3" name="标签3">
                <a:extLst>
                  <a:ext uri="{FF2B5EF4-FFF2-40B4-BE49-F238E27FC236}">
                    <a16:creationId xmlns:a16="http://schemas.microsoft.com/office/drawing/2014/main" id="{FD917255-A18E-9815-BA07-53795322A5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0417" y="3543024"/>
                <a:ext cx="889721" cy="52322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7" name="幅频3">
            <a:extLst>
              <a:ext uri="{FF2B5EF4-FFF2-40B4-BE49-F238E27FC236}">
                <a16:creationId xmlns:a16="http://schemas.microsoft.com/office/drawing/2014/main" id="{82444431-F76C-5A42-E7F0-367A5628A00E}"/>
              </a:ext>
            </a:extLst>
          </p:cNvPr>
          <p:cNvCxnSpPr>
            <a:cxnSpLocks/>
          </p:cNvCxnSpPr>
          <p:nvPr/>
        </p:nvCxnSpPr>
        <p:spPr>
          <a:xfrm>
            <a:off x="9452011" y="3754912"/>
            <a:ext cx="1346196" cy="444802"/>
          </a:xfrm>
          <a:prstGeom prst="line">
            <a:avLst/>
          </a:prstGeom>
          <a:ln w="38100">
            <a:solidFill>
              <a:srgbClr val="E4486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幅频4">
            <a:extLst>
              <a:ext uri="{FF2B5EF4-FFF2-40B4-BE49-F238E27FC236}">
                <a16:creationId xmlns:a16="http://schemas.microsoft.com/office/drawing/2014/main" id="{5C1E48C0-271F-4659-3A57-A6EE8CAD46B4}"/>
              </a:ext>
            </a:extLst>
          </p:cNvPr>
          <p:cNvCxnSpPr>
            <a:cxnSpLocks/>
          </p:cNvCxnSpPr>
          <p:nvPr/>
        </p:nvCxnSpPr>
        <p:spPr>
          <a:xfrm>
            <a:off x="10798207" y="4195568"/>
            <a:ext cx="485856" cy="346755"/>
          </a:xfrm>
          <a:prstGeom prst="line">
            <a:avLst/>
          </a:prstGeom>
          <a:ln w="38100">
            <a:solidFill>
              <a:srgbClr val="E4486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相频响应">
            <a:extLst>
              <a:ext uri="{FF2B5EF4-FFF2-40B4-BE49-F238E27FC236}">
                <a16:creationId xmlns:a16="http://schemas.microsoft.com/office/drawing/2014/main" id="{0150CA9D-9665-E6C6-9087-2EA432388944}"/>
              </a:ext>
            </a:extLst>
          </p:cNvPr>
          <p:cNvSpPr/>
          <p:nvPr/>
        </p:nvSpPr>
        <p:spPr>
          <a:xfrm flipV="1">
            <a:off x="5855922" y="3904964"/>
            <a:ext cx="5412804" cy="819359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107941"/>
              <a:gd name="connsiteY0" fmla="*/ 4453 h 15356"/>
              <a:gd name="connsiteX1" fmla="*/ 3107941 w 3107941"/>
              <a:gd name="connsiteY1" fmla="*/ 15356 h 15356"/>
              <a:gd name="connsiteX0" fmla="*/ 0 w 3107941"/>
              <a:gd name="connsiteY0" fmla="*/ 301651 h 312554"/>
              <a:gd name="connsiteX1" fmla="*/ 3107941 w 3107941"/>
              <a:gd name="connsiteY1" fmla="*/ 312554 h 312554"/>
              <a:gd name="connsiteX0" fmla="*/ 0 w 3338740"/>
              <a:gd name="connsiteY0" fmla="*/ 301651 h 321067"/>
              <a:gd name="connsiteX1" fmla="*/ 3107941 w 3338740"/>
              <a:gd name="connsiteY1" fmla="*/ 312554 h 321067"/>
              <a:gd name="connsiteX2" fmla="*/ 3109963 w 3338740"/>
              <a:gd name="connsiteY2" fmla="*/ 321067 h 321067"/>
              <a:gd name="connsiteX0" fmla="*/ 0 w 3306885"/>
              <a:gd name="connsiteY0" fmla="*/ 301651 h 312594"/>
              <a:gd name="connsiteX1" fmla="*/ 3107941 w 3306885"/>
              <a:gd name="connsiteY1" fmla="*/ 312554 h 312594"/>
              <a:gd name="connsiteX2" fmla="*/ 2968339 w 3306885"/>
              <a:gd name="connsiteY2" fmla="*/ 126823 h 312594"/>
              <a:gd name="connsiteX0" fmla="*/ 544316 w 3512655"/>
              <a:gd name="connsiteY0" fmla="*/ 523152 h 523153"/>
              <a:gd name="connsiteX1" fmla="*/ 1854717 w 3512655"/>
              <a:gd name="connsiteY1" fmla="*/ 252401 h 523153"/>
              <a:gd name="connsiteX2" fmla="*/ 3512655 w 3512655"/>
              <a:gd name="connsiteY2" fmla="*/ 348324 h 523153"/>
              <a:gd name="connsiteX0" fmla="*/ 544316 w 3643385"/>
              <a:gd name="connsiteY0" fmla="*/ 523152 h 542568"/>
              <a:gd name="connsiteX1" fmla="*/ 1854717 w 3643385"/>
              <a:gd name="connsiteY1" fmla="*/ 252401 h 542568"/>
              <a:gd name="connsiteX2" fmla="*/ 3643385 w 3643385"/>
              <a:gd name="connsiteY2" fmla="*/ 542568 h 542568"/>
              <a:gd name="connsiteX0" fmla="*/ 0 w 3099069"/>
              <a:gd name="connsiteY0" fmla="*/ 284005 h 303421"/>
              <a:gd name="connsiteX1" fmla="*/ 1310401 w 3099069"/>
              <a:gd name="connsiteY1" fmla="*/ 13254 h 303421"/>
              <a:gd name="connsiteX2" fmla="*/ 3099069 w 3099069"/>
              <a:gd name="connsiteY2" fmla="*/ 303421 h 303421"/>
              <a:gd name="connsiteX0" fmla="*/ 0 w 3099069"/>
              <a:gd name="connsiteY0" fmla="*/ 270751 h 290167"/>
              <a:gd name="connsiteX1" fmla="*/ 1310401 w 3099069"/>
              <a:gd name="connsiteY1" fmla="*/ 0 h 290167"/>
              <a:gd name="connsiteX2" fmla="*/ 3099069 w 3099069"/>
              <a:gd name="connsiteY2" fmla="*/ 290167 h 290167"/>
              <a:gd name="connsiteX0" fmla="*/ 0 w 3099069"/>
              <a:gd name="connsiteY0" fmla="*/ 309600 h 329016"/>
              <a:gd name="connsiteX1" fmla="*/ 616805 w 3099069"/>
              <a:gd name="connsiteY1" fmla="*/ 0 h 329016"/>
              <a:gd name="connsiteX2" fmla="*/ 3099069 w 3099069"/>
              <a:gd name="connsiteY2" fmla="*/ 329016 h 329016"/>
              <a:gd name="connsiteX0" fmla="*/ 0 w 3099069"/>
              <a:gd name="connsiteY0" fmla="*/ 309600 h 334934"/>
              <a:gd name="connsiteX1" fmla="*/ 616805 w 3099069"/>
              <a:gd name="connsiteY1" fmla="*/ 0 h 334934"/>
              <a:gd name="connsiteX2" fmla="*/ 3099069 w 3099069"/>
              <a:gd name="connsiteY2" fmla="*/ 329016 h 334934"/>
              <a:gd name="connsiteX0" fmla="*/ 0 w 3062755"/>
              <a:gd name="connsiteY0" fmla="*/ 309600 h 309606"/>
              <a:gd name="connsiteX1" fmla="*/ 616805 w 3062755"/>
              <a:gd name="connsiteY1" fmla="*/ 0 h 309606"/>
              <a:gd name="connsiteX2" fmla="*/ 3062755 w 3062755"/>
              <a:gd name="connsiteY2" fmla="*/ 154196 h 309606"/>
              <a:gd name="connsiteX0" fmla="*/ 0 w 3102700"/>
              <a:gd name="connsiteY0" fmla="*/ 309600 h 327278"/>
              <a:gd name="connsiteX1" fmla="*/ 616805 w 3102700"/>
              <a:gd name="connsiteY1" fmla="*/ 0 h 327278"/>
              <a:gd name="connsiteX2" fmla="*/ 3102700 w 3102700"/>
              <a:gd name="connsiteY2" fmla="*/ 319304 h 327278"/>
              <a:gd name="connsiteX0" fmla="*/ 0 w 3102700"/>
              <a:gd name="connsiteY0" fmla="*/ 309600 h 319303"/>
              <a:gd name="connsiteX1" fmla="*/ 616805 w 3102700"/>
              <a:gd name="connsiteY1" fmla="*/ 0 h 319303"/>
              <a:gd name="connsiteX2" fmla="*/ 3102700 w 3102700"/>
              <a:gd name="connsiteY2" fmla="*/ 319304 h 319303"/>
              <a:gd name="connsiteX0" fmla="*/ 0 w 3102700"/>
              <a:gd name="connsiteY0" fmla="*/ 309600 h 319305"/>
              <a:gd name="connsiteX1" fmla="*/ 616805 w 3102700"/>
              <a:gd name="connsiteY1" fmla="*/ 0 h 319305"/>
              <a:gd name="connsiteX2" fmla="*/ 3102700 w 3102700"/>
              <a:gd name="connsiteY2" fmla="*/ 319304 h 319305"/>
              <a:gd name="connsiteX0" fmla="*/ 0 w 3102700"/>
              <a:gd name="connsiteY0" fmla="*/ 173629 h 183332"/>
              <a:gd name="connsiteX1" fmla="*/ 754798 w 3102700"/>
              <a:gd name="connsiteY1" fmla="*/ 0 h 183332"/>
              <a:gd name="connsiteX2" fmla="*/ 3102700 w 3102700"/>
              <a:gd name="connsiteY2" fmla="*/ 183333 h 183332"/>
              <a:gd name="connsiteX0" fmla="*/ 0 w 3102700"/>
              <a:gd name="connsiteY0" fmla="*/ 297176 h 306881"/>
              <a:gd name="connsiteX1" fmla="*/ 754798 w 3102700"/>
              <a:gd name="connsiteY1" fmla="*/ 123547 h 306881"/>
              <a:gd name="connsiteX2" fmla="*/ 3102700 w 3102700"/>
              <a:gd name="connsiteY2" fmla="*/ 306880 h 306881"/>
              <a:gd name="connsiteX0" fmla="*/ 0 w 3102700"/>
              <a:gd name="connsiteY0" fmla="*/ 297178 h 365393"/>
              <a:gd name="connsiteX1" fmla="*/ 754798 w 3102700"/>
              <a:gd name="connsiteY1" fmla="*/ 123549 h 365393"/>
              <a:gd name="connsiteX2" fmla="*/ 3102700 w 3102700"/>
              <a:gd name="connsiteY2" fmla="*/ 306882 h 365393"/>
              <a:gd name="connsiteX0" fmla="*/ 0 w 3102700"/>
              <a:gd name="connsiteY0" fmla="*/ 297178 h 306882"/>
              <a:gd name="connsiteX1" fmla="*/ 754798 w 3102700"/>
              <a:gd name="connsiteY1" fmla="*/ 123549 h 306882"/>
              <a:gd name="connsiteX2" fmla="*/ 3102700 w 3102700"/>
              <a:gd name="connsiteY2" fmla="*/ 306882 h 306882"/>
              <a:gd name="connsiteX0" fmla="*/ 0 w 3091806"/>
              <a:gd name="connsiteY0" fmla="*/ 776990 h 776992"/>
              <a:gd name="connsiteX1" fmla="*/ 754798 w 3091806"/>
              <a:gd name="connsiteY1" fmla="*/ 603361 h 776992"/>
              <a:gd name="connsiteX2" fmla="*/ 3091806 w 3091806"/>
              <a:gd name="connsiteY2" fmla="*/ 3 h 776992"/>
              <a:gd name="connsiteX0" fmla="*/ 0 w 3091806"/>
              <a:gd name="connsiteY0" fmla="*/ 776993 h 776994"/>
              <a:gd name="connsiteX1" fmla="*/ 762061 w 3091806"/>
              <a:gd name="connsiteY1" fmla="*/ 195450 h 776994"/>
              <a:gd name="connsiteX2" fmla="*/ 3091806 w 3091806"/>
              <a:gd name="connsiteY2" fmla="*/ 6 h 776994"/>
              <a:gd name="connsiteX0" fmla="*/ 0 w 3091806"/>
              <a:gd name="connsiteY0" fmla="*/ 777050 h 777051"/>
              <a:gd name="connsiteX1" fmla="*/ 762061 w 3091806"/>
              <a:gd name="connsiteY1" fmla="*/ 195507 h 777051"/>
              <a:gd name="connsiteX2" fmla="*/ 3091806 w 3091806"/>
              <a:gd name="connsiteY2" fmla="*/ 63 h 777051"/>
              <a:gd name="connsiteX0" fmla="*/ 0 w 3091806"/>
              <a:gd name="connsiteY0" fmla="*/ 777050 h 777053"/>
              <a:gd name="connsiteX1" fmla="*/ 762061 w 3091806"/>
              <a:gd name="connsiteY1" fmla="*/ 195507 h 777053"/>
              <a:gd name="connsiteX2" fmla="*/ 3091806 w 3091806"/>
              <a:gd name="connsiteY2" fmla="*/ 63 h 777053"/>
              <a:gd name="connsiteX0" fmla="*/ 0 w 3091806"/>
              <a:gd name="connsiteY0" fmla="*/ 783267 h 783269"/>
              <a:gd name="connsiteX1" fmla="*/ 798375 w 3091806"/>
              <a:gd name="connsiteY1" fmla="*/ 124026 h 783269"/>
              <a:gd name="connsiteX2" fmla="*/ 3091806 w 3091806"/>
              <a:gd name="connsiteY2" fmla="*/ 6280 h 783269"/>
              <a:gd name="connsiteX0" fmla="*/ 0 w 3091806"/>
              <a:gd name="connsiteY0" fmla="*/ 780834 h 780836"/>
              <a:gd name="connsiteX1" fmla="*/ 1008996 w 3091806"/>
              <a:gd name="connsiteY1" fmla="*/ 131305 h 780836"/>
              <a:gd name="connsiteX2" fmla="*/ 3091806 w 3091806"/>
              <a:gd name="connsiteY2" fmla="*/ 3847 h 780836"/>
              <a:gd name="connsiteX0" fmla="*/ 0 w 3091806"/>
              <a:gd name="connsiteY0" fmla="*/ 777029 h 777031"/>
              <a:gd name="connsiteX1" fmla="*/ 1008996 w 3091806"/>
              <a:gd name="connsiteY1" fmla="*/ 127500 h 777031"/>
              <a:gd name="connsiteX2" fmla="*/ 3091806 w 3091806"/>
              <a:gd name="connsiteY2" fmla="*/ 42 h 777031"/>
              <a:gd name="connsiteX0" fmla="*/ 0 w 3091806"/>
              <a:gd name="connsiteY0" fmla="*/ 777029 h 777031"/>
              <a:gd name="connsiteX1" fmla="*/ 1008996 w 3091806"/>
              <a:gd name="connsiteY1" fmla="*/ 127500 h 777031"/>
              <a:gd name="connsiteX2" fmla="*/ 3091806 w 3091806"/>
              <a:gd name="connsiteY2" fmla="*/ 42 h 777031"/>
              <a:gd name="connsiteX0" fmla="*/ 0 w 3091806"/>
              <a:gd name="connsiteY0" fmla="*/ 777029 h 777031"/>
              <a:gd name="connsiteX1" fmla="*/ 1008996 w 3091806"/>
              <a:gd name="connsiteY1" fmla="*/ 127500 h 777031"/>
              <a:gd name="connsiteX2" fmla="*/ 3091806 w 3091806"/>
              <a:gd name="connsiteY2" fmla="*/ 42 h 777031"/>
              <a:gd name="connsiteX0" fmla="*/ 0 w 3091806"/>
              <a:gd name="connsiteY0" fmla="*/ 777023 h 777025"/>
              <a:gd name="connsiteX1" fmla="*/ 1008996 w 3091806"/>
              <a:gd name="connsiteY1" fmla="*/ 127494 h 777025"/>
              <a:gd name="connsiteX2" fmla="*/ 3091806 w 3091806"/>
              <a:gd name="connsiteY2" fmla="*/ 36 h 777025"/>
              <a:gd name="connsiteX0" fmla="*/ 0 w 3091806"/>
              <a:gd name="connsiteY0" fmla="*/ 777023 h 777023"/>
              <a:gd name="connsiteX1" fmla="*/ 1008996 w 3091806"/>
              <a:gd name="connsiteY1" fmla="*/ 127494 h 777023"/>
              <a:gd name="connsiteX2" fmla="*/ 3091806 w 3091806"/>
              <a:gd name="connsiteY2" fmla="*/ 36 h 777023"/>
              <a:gd name="connsiteX0" fmla="*/ 0 w 3091806"/>
              <a:gd name="connsiteY0" fmla="*/ 777116 h 777116"/>
              <a:gd name="connsiteX1" fmla="*/ 1034416 w 3091806"/>
              <a:gd name="connsiteY1" fmla="*/ 79025 h 777116"/>
              <a:gd name="connsiteX2" fmla="*/ 3091806 w 3091806"/>
              <a:gd name="connsiteY2" fmla="*/ 129 h 777116"/>
              <a:gd name="connsiteX0" fmla="*/ 0 w 3091806"/>
              <a:gd name="connsiteY0" fmla="*/ 776988 h 776988"/>
              <a:gd name="connsiteX1" fmla="*/ 1034416 w 3091806"/>
              <a:gd name="connsiteY1" fmla="*/ 78897 h 776988"/>
              <a:gd name="connsiteX2" fmla="*/ 3091806 w 3091806"/>
              <a:gd name="connsiteY2" fmla="*/ 1 h 776988"/>
              <a:gd name="connsiteX0" fmla="*/ 0 w 3091806"/>
              <a:gd name="connsiteY0" fmla="*/ 776986 h 776986"/>
              <a:gd name="connsiteX1" fmla="*/ 1038048 w 3091806"/>
              <a:gd name="connsiteY1" fmla="*/ 146881 h 776986"/>
              <a:gd name="connsiteX2" fmla="*/ 3091806 w 3091806"/>
              <a:gd name="connsiteY2" fmla="*/ -1 h 776986"/>
              <a:gd name="connsiteX0" fmla="*/ 0 w 3091806"/>
              <a:gd name="connsiteY0" fmla="*/ 776988 h 776988"/>
              <a:gd name="connsiteX1" fmla="*/ 1038048 w 3091806"/>
              <a:gd name="connsiteY1" fmla="*/ 146883 h 776988"/>
              <a:gd name="connsiteX2" fmla="*/ 3091806 w 3091806"/>
              <a:gd name="connsiteY2" fmla="*/ 1 h 776988"/>
              <a:gd name="connsiteX0" fmla="*/ 0 w 3091806"/>
              <a:gd name="connsiteY0" fmla="*/ 776986 h 776986"/>
              <a:gd name="connsiteX1" fmla="*/ 1038048 w 3091806"/>
              <a:gd name="connsiteY1" fmla="*/ 146881 h 776986"/>
              <a:gd name="connsiteX2" fmla="*/ 3091806 w 3091806"/>
              <a:gd name="connsiteY2" fmla="*/ -1 h 776986"/>
              <a:gd name="connsiteX0" fmla="*/ 0 w 3080912"/>
              <a:gd name="connsiteY0" fmla="*/ 1146053 h 1146053"/>
              <a:gd name="connsiteX1" fmla="*/ 1038048 w 3080912"/>
              <a:gd name="connsiteY1" fmla="*/ 515948 h 1146053"/>
              <a:gd name="connsiteX2" fmla="*/ 3080912 w 3080912"/>
              <a:gd name="connsiteY2" fmla="*/ 0 h 1146053"/>
              <a:gd name="connsiteX0" fmla="*/ 0 w 3080912"/>
              <a:gd name="connsiteY0" fmla="*/ 1146053 h 1146053"/>
              <a:gd name="connsiteX1" fmla="*/ 1107045 w 3080912"/>
              <a:gd name="connsiteY1" fmla="*/ 331416 h 1146053"/>
              <a:gd name="connsiteX2" fmla="*/ 3080912 w 3080912"/>
              <a:gd name="connsiteY2" fmla="*/ 0 h 1146053"/>
              <a:gd name="connsiteX0" fmla="*/ 0 w 3080912"/>
              <a:gd name="connsiteY0" fmla="*/ 1146053 h 1146053"/>
              <a:gd name="connsiteX1" fmla="*/ 1107045 w 3080912"/>
              <a:gd name="connsiteY1" fmla="*/ 331416 h 1146053"/>
              <a:gd name="connsiteX2" fmla="*/ 3080912 w 3080912"/>
              <a:gd name="connsiteY2" fmla="*/ 0 h 1146053"/>
              <a:gd name="connsiteX0" fmla="*/ 0 w 3080912"/>
              <a:gd name="connsiteY0" fmla="*/ 1146053 h 1146053"/>
              <a:gd name="connsiteX1" fmla="*/ 1321298 w 3080912"/>
              <a:gd name="connsiteY1" fmla="*/ 389689 h 1146053"/>
              <a:gd name="connsiteX2" fmla="*/ 3080912 w 3080912"/>
              <a:gd name="connsiteY2" fmla="*/ 0 h 1146053"/>
              <a:gd name="connsiteX0" fmla="*/ 0 w 3080912"/>
              <a:gd name="connsiteY0" fmla="*/ 1146053 h 1146053"/>
              <a:gd name="connsiteX1" fmla="*/ 1321298 w 3080912"/>
              <a:gd name="connsiteY1" fmla="*/ 389689 h 1146053"/>
              <a:gd name="connsiteX2" fmla="*/ 3080912 w 3080912"/>
              <a:gd name="connsiteY2" fmla="*/ 0 h 1146053"/>
              <a:gd name="connsiteX0" fmla="*/ 0 w 3102700"/>
              <a:gd name="connsiteY0" fmla="*/ 765238 h 1106537"/>
              <a:gd name="connsiteX1" fmla="*/ 1321298 w 3102700"/>
              <a:gd name="connsiteY1" fmla="*/ 8874 h 1106537"/>
              <a:gd name="connsiteX2" fmla="*/ 3102700 w 3102700"/>
              <a:gd name="connsiteY2" fmla="*/ 1105159 h 1106537"/>
              <a:gd name="connsiteX0" fmla="*/ 0 w 3102700"/>
              <a:gd name="connsiteY0" fmla="*/ 4628 h 348950"/>
              <a:gd name="connsiteX1" fmla="*/ 1343087 w 3102700"/>
              <a:gd name="connsiteY1" fmla="*/ 141791 h 348950"/>
              <a:gd name="connsiteX2" fmla="*/ 3102700 w 3102700"/>
              <a:gd name="connsiteY2" fmla="*/ 344549 h 348950"/>
              <a:gd name="connsiteX0" fmla="*/ 0 w 3102700"/>
              <a:gd name="connsiteY0" fmla="*/ 4628 h 353462"/>
              <a:gd name="connsiteX1" fmla="*/ 1343087 w 3102700"/>
              <a:gd name="connsiteY1" fmla="*/ 141791 h 353462"/>
              <a:gd name="connsiteX2" fmla="*/ 3102700 w 3102700"/>
              <a:gd name="connsiteY2" fmla="*/ 344549 h 353462"/>
              <a:gd name="connsiteX0" fmla="*/ 0 w 3102700"/>
              <a:gd name="connsiteY0" fmla="*/ 8768 h 357602"/>
              <a:gd name="connsiteX1" fmla="*/ 1343087 w 3102700"/>
              <a:gd name="connsiteY1" fmla="*/ 145931 h 357602"/>
              <a:gd name="connsiteX2" fmla="*/ 3102700 w 3102700"/>
              <a:gd name="connsiteY2" fmla="*/ 348689 h 357602"/>
              <a:gd name="connsiteX0" fmla="*/ 0 w 3077280"/>
              <a:gd name="connsiteY0" fmla="*/ 8768 h 385634"/>
              <a:gd name="connsiteX1" fmla="*/ 1343087 w 3077280"/>
              <a:gd name="connsiteY1" fmla="*/ 145931 h 385634"/>
              <a:gd name="connsiteX2" fmla="*/ 3077280 w 3077280"/>
              <a:gd name="connsiteY2" fmla="*/ 377826 h 385634"/>
              <a:gd name="connsiteX0" fmla="*/ 0 w 3102700"/>
              <a:gd name="connsiteY0" fmla="*/ 8768 h 385634"/>
              <a:gd name="connsiteX1" fmla="*/ 1343087 w 3102700"/>
              <a:gd name="connsiteY1" fmla="*/ 145931 h 385634"/>
              <a:gd name="connsiteX2" fmla="*/ 3102700 w 3102700"/>
              <a:gd name="connsiteY2" fmla="*/ 377826 h 385634"/>
              <a:gd name="connsiteX0" fmla="*/ 0 w 3102700"/>
              <a:gd name="connsiteY0" fmla="*/ 6469 h 386489"/>
              <a:gd name="connsiteX1" fmla="*/ 1023524 w 3102700"/>
              <a:gd name="connsiteY1" fmla="*/ 211618 h 386489"/>
              <a:gd name="connsiteX2" fmla="*/ 3102700 w 3102700"/>
              <a:gd name="connsiteY2" fmla="*/ 375527 h 386489"/>
              <a:gd name="connsiteX0" fmla="*/ 0 w 3102700"/>
              <a:gd name="connsiteY0" fmla="*/ 6469 h 387789"/>
              <a:gd name="connsiteX1" fmla="*/ 1023524 w 3102700"/>
              <a:gd name="connsiteY1" fmla="*/ 211618 h 387789"/>
              <a:gd name="connsiteX2" fmla="*/ 3102700 w 3102700"/>
              <a:gd name="connsiteY2" fmla="*/ 375527 h 387789"/>
              <a:gd name="connsiteX0" fmla="*/ 0 w 3102700"/>
              <a:gd name="connsiteY0" fmla="*/ 9508 h 390828"/>
              <a:gd name="connsiteX1" fmla="*/ 1023524 w 3102700"/>
              <a:gd name="connsiteY1" fmla="*/ 214657 h 390828"/>
              <a:gd name="connsiteX2" fmla="*/ 3102700 w 3102700"/>
              <a:gd name="connsiteY2" fmla="*/ 378566 h 390828"/>
              <a:gd name="connsiteX0" fmla="*/ 0 w 3102700"/>
              <a:gd name="connsiteY0" fmla="*/ 9508 h 399714"/>
              <a:gd name="connsiteX1" fmla="*/ 1023524 w 3102700"/>
              <a:gd name="connsiteY1" fmla="*/ 214657 h 399714"/>
              <a:gd name="connsiteX2" fmla="*/ 3102700 w 3102700"/>
              <a:gd name="connsiteY2" fmla="*/ 378566 h 399714"/>
              <a:gd name="connsiteX0" fmla="*/ 0 w 3099069"/>
              <a:gd name="connsiteY0" fmla="*/ 9508 h 415922"/>
              <a:gd name="connsiteX1" fmla="*/ 1023524 w 3099069"/>
              <a:gd name="connsiteY1" fmla="*/ 214657 h 415922"/>
              <a:gd name="connsiteX2" fmla="*/ 3099069 w 3099069"/>
              <a:gd name="connsiteY2" fmla="*/ 397990 h 415922"/>
              <a:gd name="connsiteX0" fmla="*/ 0 w 3099069"/>
              <a:gd name="connsiteY0" fmla="*/ 9508 h 397990"/>
              <a:gd name="connsiteX1" fmla="*/ 1023524 w 3099069"/>
              <a:gd name="connsiteY1" fmla="*/ 214657 h 397990"/>
              <a:gd name="connsiteX2" fmla="*/ 3099069 w 3099069"/>
              <a:gd name="connsiteY2" fmla="*/ 397990 h 397990"/>
              <a:gd name="connsiteX0" fmla="*/ 0 w 3088175"/>
              <a:gd name="connsiteY0" fmla="*/ 359708 h 593401"/>
              <a:gd name="connsiteX1" fmla="*/ 1023524 w 3088175"/>
              <a:gd name="connsiteY1" fmla="*/ 564857 h 593401"/>
              <a:gd name="connsiteX2" fmla="*/ 3088175 w 3088175"/>
              <a:gd name="connsiteY2" fmla="*/ 349 h 593401"/>
              <a:gd name="connsiteX0" fmla="*/ 0 w 3088175"/>
              <a:gd name="connsiteY0" fmla="*/ 359788 h 453374"/>
              <a:gd name="connsiteX1" fmla="*/ 1016261 w 3088175"/>
              <a:gd name="connsiteY1" fmla="*/ 419253 h 453374"/>
              <a:gd name="connsiteX2" fmla="*/ 3088175 w 3088175"/>
              <a:gd name="connsiteY2" fmla="*/ 429 h 453374"/>
              <a:gd name="connsiteX0" fmla="*/ 0 w 3088175"/>
              <a:gd name="connsiteY0" fmla="*/ 359926 h 420666"/>
              <a:gd name="connsiteX1" fmla="*/ 1016261 w 3088175"/>
              <a:gd name="connsiteY1" fmla="*/ 419391 h 420666"/>
              <a:gd name="connsiteX2" fmla="*/ 3088175 w 3088175"/>
              <a:gd name="connsiteY2" fmla="*/ 567 h 420666"/>
              <a:gd name="connsiteX0" fmla="*/ 0 w 3088175"/>
              <a:gd name="connsiteY0" fmla="*/ 359926 h 420666"/>
              <a:gd name="connsiteX1" fmla="*/ 1016261 w 3088175"/>
              <a:gd name="connsiteY1" fmla="*/ 419391 h 420666"/>
              <a:gd name="connsiteX2" fmla="*/ 3088175 w 3088175"/>
              <a:gd name="connsiteY2" fmla="*/ 567 h 420666"/>
              <a:gd name="connsiteX0" fmla="*/ 0 w 3095438"/>
              <a:gd name="connsiteY0" fmla="*/ 1253080 h 1312994"/>
              <a:gd name="connsiteX1" fmla="*/ 1016261 w 3095438"/>
              <a:gd name="connsiteY1" fmla="*/ 1312545 h 1312994"/>
              <a:gd name="connsiteX2" fmla="*/ 3095438 w 3095438"/>
              <a:gd name="connsiteY2" fmla="*/ 197 h 1312994"/>
              <a:gd name="connsiteX0" fmla="*/ 0 w 3095438"/>
              <a:gd name="connsiteY0" fmla="*/ 1253123 h 1253122"/>
              <a:gd name="connsiteX1" fmla="*/ 1008998 w 3095438"/>
              <a:gd name="connsiteY1" fmla="*/ 1069782 h 1253122"/>
              <a:gd name="connsiteX2" fmla="*/ 3095438 w 3095438"/>
              <a:gd name="connsiteY2" fmla="*/ 240 h 1253122"/>
              <a:gd name="connsiteX0" fmla="*/ 0 w 3095438"/>
              <a:gd name="connsiteY0" fmla="*/ 1253143 h 1253143"/>
              <a:gd name="connsiteX1" fmla="*/ 1008998 w 3095438"/>
              <a:gd name="connsiteY1" fmla="*/ 1069802 h 1253143"/>
              <a:gd name="connsiteX2" fmla="*/ 3095438 w 3095438"/>
              <a:gd name="connsiteY2" fmla="*/ 260 h 1253143"/>
              <a:gd name="connsiteX0" fmla="*/ 0 w 3095438"/>
              <a:gd name="connsiteY0" fmla="*/ 1253143 h 1253143"/>
              <a:gd name="connsiteX1" fmla="*/ 1008998 w 3095438"/>
              <a:gd name="connsiteY1" fmla="*/ 1069802 h 1253143"/>
              <a:gd name="connsiteX2" fmla="*/ 3095438 w 3095438"/>
              <a:gd name="connsiteY2" fmla="*/ 260 h 1253143"/>
              <a:gd name="connsiteX0" fmla="*/ 0 w 3095438"/>
              <a:gd name="connsiteY0" fmla="*/ 1253143 h 1253143"/>
              <a:gd name="connsiteX1" fmla="*/ 1008998 w 3095438"/>
              <a:gd name="connsiteY1" fmla="*/ 1069802 h 1253143"/>
              <a:gd name="connsiteX2" fmla="*/ 3095438 w 3095438"/>
              <a:gd name="connsiteY2" fmla="*/ 260 h 1253143"/>
              <a:gd name="connsiteX0" fmla="*/ 0 w 3095438"/>
              <a:gd name="connsiteY0" fmla="*/ 1253164 h 1253164"/>
              <a:gd name="connsiteX1" fmla="*/ 1008998 w 3095438"/>
              <a:gd name="connsiteY1" fmla="*/ 992126 h 1253164"/>
              <a:gd name="connsiteX2" fmla="*/ 3095438 w 3095438"/>
              <a:gd name="connsiteY2" fmla="*/ 281 h 1253164"/>
              <a:gd name="connsiteX0" fmla="*/ 0 w 3095438"/>
              <a:gd name="connsiteY0" fmla="*/ 1253195 h 1253195"/>
              <a:gd name="connsiteX1" fmla="*/ 1008998 w 3095438"/>
              <a:gd name="connsiteY1" fmla="*/ 992157 h 1253195"/>
              <a:gd name="connsiteX2" fmla="*/ 3095438 w 3095438"/>
              <a:gd name="connsiteY2" fmla="*/ 312 h 1253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95438" h="1253195">
                <a:moveTo>
                  <a:pt x="0" y="1253195"/>
                </a:moveTo>
                <a:cubicBezTo>
                  <a:pt x="528662" y="1206073"/>
                  <a:pt x="691695" y="1081283"/>
                  <a:pt x="1008998" y="992157"/>
                </a:cubicBezTo>
                <a:cubicBezTo>
                  <a:pt x="1443019" y="836362"/>
                  <a:pt x="2396326" y="-18713"/>
                  <a:pt x="3095438" y="312"/>
                </a:cubicBezTo>
              </a:path>
            </a:pathLst>
          </a:custGeom>
          <a:noFill/>
          <a:ln w="38100">
            <a:solidFill>
              <a:srgbClr val="159F84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76305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开环增益">
                <a:extLst>
                  <a:ext uri="{FF2B5EF4-FFF2-40B4-BE49-F238E27FC236}">
                    <a16:creationId xmlns:a16="http://schemas.microsoft.com/office/drawing/2014/main" id="{C7D39817-77B7-9C9A-6415-7C1C92FDC50B}"/>
                  </a:ext>
                </a:extLst>
              </p:cNvPr>
              <p:cNvSpPr txBox="1"/>
              <p:nvPr/>
            </p:nvSpPr>
            <p:spPr>
              <a:xfrm>
                <a:off x="78619" y="3282486"/>
                <a:ext cx="5327204" cy="7199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</m:t>
                      </m:r>
                      <m:func>
                        <m:funcPr>
                          <m:ctrlPr>
                            <a:rPr kumimoji="1" lang="zh-CN" altLang="en-US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lg</m:t>
                          </m:r>
                        </m:fName>
                        <m:e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</m:func>
                      <m:r>
                        <a:rPr kumimoji="1"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=30→</m:t>
                      </m:r>
                      <m:r>
                        <a:rPr kumimoji="1"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kumimoji="1"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f>
                            <m:fPr>
                              <m:ctrlP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30</m:t>
                              </m:r>
                            </m:num>
                            <m:den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sup>
                      </m:sSup>
                      <m:r>
                        <a:rPr kumimoji="1"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=31.6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4" name="开环增益">
                <a:extLst>
                  <a:ext uri="{FF2B5EF4-FFF2-40B4-BE49-F238E27FC236}">
                    <a16:creationId xmlns:a16="http://schemas.microsoft.com/office/drawing/2014/main" id="{C7D39817-77B7-9C9A-6415-7C1C92FDC5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19" y="3282486"/>
                <a:ext cx="5327204" cy="719941"/>
              </a:xfrm>
              <a:prstGeom prst="rect">
                <a:avLst/>
              </a:prstGeom>
              <a:blipFill>
                <a:blip r:embed="rId28"/>
                <a:stretch>
                  <a:fillRect b="-137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开环传函形式">
                <a:extLst>
                  <a:ext uri="{FF2B5EF4-FFF2-40B4-BE49-F238E27FC236}">
                    <a16:creationId xmlns:a16="http://schemas.microsoft.com/office/drawing/2014/main" id="{E07D5CCF-FAAE-0255-A9CC-354E17A1BC14}"/>
                  </a:ext>
                </a:extLst>
              </p:cNvPr>
              <p:cNvSpPr txBox="1"/>
              <p:nvPr/>
            </p:nvSpPr>
            <p:spPr>
              <a:xfrm>
                <a:off x="1593578" y="2586127"/>
                <a:ext cx="2039706" cy="7041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𝐺</m:t>
                    </m:r>
                    <m:d>
                      <m:d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</m:e>
                    </m:d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𝐾</m:t>
                        </m:r>
                      </m:num>
                      <m:den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𝑇𝑠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+1</m:t>
                        </m:r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149" name="开环传函形式">
                <a:extLst>
                  <a:ext uri="{FF2B5EF4-FFF2-40B4-BE49-F238E27FC236}">
                    <a16:creationId xmlns:a16="http://schemas.microsoft.com/office/drawing/2014/main" id="{E07D5CCF-FAAE-0255-A9CC-354E17A1B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3578" y="2586127"/>
                <a:ext cx="2039706" cy="704167"/>
              </a:xfrm>
              <a:prstGeom prst="rect">
                <a:avLst/>
              </a:prstGeom>
              <a:blipFill>
                <a:blip r:embed="rId29"/>
                <a:stretch>
                  <a:fillRect l="-1852" b="-35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" name="标题">
            <a:extLst>
              <a:ext uri="{FF2B5EF4-FFF2-40B4-BE49-F238E27FC236}">
                <a16:creationId xmlns:a16="http://schemas.microsoft.com/office/drawing/2014/main" id="{91E211A5-545E-76E4-C9D7-6C2EED3DF91D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 </a:t>
            </a:r>
            <a:r>
              <a:rPr lang="en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Bode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图确定系统传递函数</a:t>
            </a:r>
          </a:p>
        </p:txBody>
      </p:sp>
      <p:grpSp>
        <p:nvGrpSpPr>
          <p:cNvPr id="146" name="问题">
            <a:extLst>
              <a:ext uri="{FF2B5EF4-FFF2-40B4-BE49-F238E27FC236}">
                <a16:creationId xmlns:a16="http://schemas.microsoft.com/office/drawing/2014/main" id="{587ED640-4E71-5F4E-33AB-05A8106E789A}"/>
              </a:ext>
            </a:extLst>
          </p:cNvPr>
          <p:cNvGrpSpPr/>
          <p:nvPr/>
        </p:nvGrpSpPr>
        <p:grpSpPr>
          <a:xfrm>
            <a:off x="187829" y="995875"/>
            <a:ext cx="4720002" cy="881063"/>
            <a:chOff x="5348307" y="5538470"/>
            <a:chExt cx="4720002" cy="881063"/>
          </a:xfrm>
        </p:grpSpPr>
        <p:sp>
          <p:nvSpPr>
            <p:cNvPr id="147" name="问号">
              <a:extLst>
                <a:ext uri="{FF2B5EF4-FFF2-40B4-BE49-F238E27FC236}">
                  <a16:creationId xmlns:a16="http://schemas.microsoft.com/office/drawing/2014/main" id="{33E7E3D8-EFC5-DC7C-41D5-28BDA83CDAC2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148" name="文本">
              <a:extLst>
                <a:ext uri="{FF2B5EF4-FFF2-40B4-BE49-F238E27FC236}">
                  <a16:creationId xmlns:a16="http://schemas.microsoft.com/office/drawing/2014/main" id="{61C02C1C-A279-A74B-E983-078B02F8B0BF}"/>
                </a:ext>
              </a:extLst>
            </p:cNvPr>
            <p:cNvSpPr txBox="1"/>
            <p:nvPr/>
          </p:nvSpPr>
          <p:spPr>
            <a:xfrm>
              <a:off x="6306265" y="5726958"/>
              <a:ext cx="376204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图中是什么典型环节？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7" name="开环传函">
            <a:extLst>
              <a:ext uri="{FF2B5EF4-FFF2-40B4-BE49-F238E27FC236}">
                <a16:creationId xmlns:a16="http://schemas.microsoft.com/office/drawing/2014/main" id="{B10E3438-7E54-4DF2-19E7-641684154151}"/>
              </a:ext>
            </a:extLst>
          </p:cNvPr>
          <p:cNvGrpSpPr/>
          <p:nvPr/>
        </p:nvGrpSpPr>
        <p:grpSpPr>
          <a:xfrm>
            <a:off x="1486694" y="5323337"/>
            <a:ext cx="2376264" cy="1099296"/>
            <a:chOff x="1486694" y="5323337"/>
            <a:chExt cx="2376264" cy="1099296"/>
          </a:xfrm>
        </p:grpSpPr>
        <p:sp>
          <p:nvSpPr>
            <p:cNvPr id="179" name="燕尾形 178">
              <a:extLst>
                <a:ext uri="{FF2B5EF4-FFF2-40B4-BE49-F238E27FC236}">
                  <a16:creationId xmlns:a16="http://schemas.microsoft.com/office/drawing/2014/main" id="{2D5C5C76-3310-BBEC-A411-FB3B63F0143E}"/>
                </a:ext>
              </a:extLst>
            </p:cNvPr>
            <p:cNvSpPr/>
            <p:nvPr/>
          </p:nvSpPr>
          <p:spPr>
            <a:xfrm rot="5400000">
              <a:off x="2530809" y="5268766"/>
              <a:ext cx="288032" cy="397173"/>
            </a:xfrm>
            <a:prstGeom prst="chevron">
              <a:avLst/>
            </a:prstGeom>
            <a:solidFill>
              <a:srgbClr val="E44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0" name="结果1">
                  <a:extLst>
                    <a:ext uri="{FF2B5EF4-FFF2-40B4-BE49-F238E27FC236}">
                      <a16:creationId xmlns:a16="http://schemas.microsoft.com/office/drawing/2014/main" id="{04D71D32-0A05-6404-9B6E-0CDFD24B4CD7}"/>
                    </a:ext>
                  </a:extLst>
                </p:cNvPr>
                <p:cNvSpPr txBox="1"/>
                <p:nvPr/>
              </p:nvSpPr>
              <p:spPr>
                <a:xfrm>
                  <a:off x="1486694" y="5718338"/>
                  <a:ext cx="2376264" cy="7042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𝐺</m:t>
                      </m:r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𝑠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31.6</m:t>
                          </m:r>
                        </m:num>
                        <m:den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0.5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𝑠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+1</m:t>
                          </m:r>
                        </m:den>
                      </m:f>
                    </m:oMath>
                  </a14:m>
                  <a:r>
                    <a:rPr lang="zh-CN" altLang="en-US" sz="2800" dirty="0"/>
                    <a:t> </a:t>
                  </a:r>
                </a:p>
              </p:txBody>
            </p:sp>
          </mc:Choice>
          <mc:Fallback xmlns="">
            <p:sp>
              <p:nvSpPr>
                <p:cNvPr id="180" name="结果1">
                  <a:extLst>
                    <a:ext uri="{FF2B5EF4-FFF2-40B4-BE49-F238E27FC236}">
                      <a16:creationId xmlns:a16="http://schemas.microsoft.com/office/drawing/2014/main" id="{04D71D32-0A05-6404-9B6E-0CDFD24B4C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6694" y="5718338"/>
                  <a:ext cx="2376264" cy="704295"/>
                </a:xfrm>
                <a:prstGeom prst="rect">
                  <a:avLst/>
                </a:prstGeom>
                <a:blipFill>
                  <a:blip r:embed="rId31"/>
                  <a:stretch>
                    <a:fillRect l="-1596" b="-3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4" name="小标题1">
            <a:extLst>
              <a:ext uri="{FF2B5EF4-FFF2-40B4-BE49-F238E27FC236}">
                <a16:creationId xmlns:a16="http://schemas.microsoft.com/office/drawing/2014/main" id="{7A417BE2-5503-84DF-884B-9F97026D0F38}"/>
              </a:ext>
            </a:extLst>
          </p:cNvPr>
          <p:cNvSpPr/>
          <p:nvPr/>
        </p:nvSpPr>
        <p:spPr bwMode="auto">
          <a:xfrm>
            <a:off x="442913" y="2004817"/>
            <a:ext cx="1916598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惯性</a:t>
            </a:r>
          </a:p>
        </p:txBody>
      </p:sp>
      <p:sp>
        <p:nvSpPr>
          <p:cNvPr id="175" name="小标题2">
            <a:extLst>
              <a:ext uri="{FF2B5EF4-FFF2-40B4-BE49-F238E27FC236}">
                <a16:creationId xmlns:a16="http://schemas.microsoft.com/office/drawing/2014/main" id="{E94A4FB5-FE50-9780-57B0-8A53D425AAEC}"/>
              </a:ext>
            </a:extLst>
          </p:cNvPr>
          <p:cNvSpPr/>
          <p:nvPr/>
        </p:nvSpPr>
        <p:spPr bwMode="auto">
          <a:xfrm>
            <a:off x="2765805" y="1993407"/>
            <a:ext cx="1916598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比例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结果3">
                <a:extLst>
                  <a:ext uri="{FF2B5EF4-FFF2-40B4-BE49-F238E27FC236}">
                    <a16:creationId xmlns:a16="http://schemas.microsoft.com/office/drawing/2014/main" id="{94DC7BC2-9D0E-046A-7FC1-FAE378C455FB}"/>
                  </a:ext>
                </a:extLst>
              </p:cNvPr>
              <p:cNvSpPr txBox="1"/>
              <p:nvPr/>
            </p:nvSpPr>
            <p:spPr>
              <a:xfrm>
                <a:off x="28667" y="4678214"/>
                <a:ext cx="516952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=2=</m:t>
                      </m:r>
                      <m:f>
                        <m:fPr>
                          <m:type m:val="lin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=→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6" name="结果3">
                <a:extLst>
                  <a:ext uri="{FF2B5EF4-FFF2-40B4-BE49-F238E27FC236}">
                    <a16:creationId xmlns:a16="http://schemas.microsoft.com/office/drawing/2014/main" id="{94DC7BC2-9D0E-046A-7FC1-FAE378C455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67" y="4678214"/>
                <a:ext cx="5169528" cy="523220"/>
              </a:xfrm>
              <a:prstGeom prst="rect">
                <a:avLst/>
              </a:prstGeom>
              <a:blipFill>
                <a:blip r:embed="rId32"/>
                <a:stretch>
                  <a:fillRect t="-128571" b="-19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8" name="小标题3">
            <a:extLst>
              <a:ext uri="{FF2B5EF4-FFF2-40B4-BE49-F238E27FC236}">
                <a16:creationId xmlns:a16="http://schemas.microsoft.com/office/drawing/2014/main" id="{9B75463D-A158-5EC4-9D6E-593CFE63EEC0}"/>
              </a:ext>
            </a:extLst>
          </p:cNvPr>
          <p:cNvSpPr/>
          <p:nvPr/>
        </p:nvSpPr>
        <p:spPr bwMode="auto">
          <a:xfrm>
            <a:off x="435672" y="4048117"/>
            <a:ext cx="1916598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转折频率</a:t>
            </a:r>
          </a:p>
        </p:txBody>
      </p: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FFDA6A6D-9D6D-B3A2-B911-A33EF763335E}"/>
              </a:ext>
            </a:extLst>
          </p:cNvPr>
          <p:cNvGrpSpPr/>
          <p:nvPr/>
        </p:nvGrpSpPr>
        <p:grpSpPr>
          <a:xfrm>
            <a:off x="5393569" y="1005168"/>
            <a:ext cx="6698295" cy="3042949"/>
            <a:chOff x="5231110" y="386051"/>
            <a:chExt cx="6698295" cy="3042949"/>
          </a:xfrm>
        </p:grpSpPr>
        <p:grpSp>
          <p:nvGrpSpPr>
            <p:cNvPr id="94" name="组合 93">
              <a:extLst>
                <a:ext uri="{FF2B5EF4-FFF2-40B4-BE49-F238E27FC236}">
                  <a16:creationId xmlns:a16="http://schemas.microsoft.com/office/drawing/2014/main" id="{E371F274-DDAD-7F22-407E-336EB08C4762}"/>
                </a:ext>
              </a:extLst>
            </p:cNvPr>
            <p:cNvGrpSpPr/>
            <p:nvPr/>
          </p:nvGrpSpPr>
          <p:grpSpPr>
            <a:xfrm>
              <a:off x="5231110" y="386051"/>
              <a:ext cx="6698295" cy="3042949"/>
              <a:chOff x="621046" y="1007428"/>
              <a:chExt cx="10706565" cy="5565406"/>
            </a:xfrm>
          </p:grpSpPr>
          <p:cxnSp>
            <p:nvCxnSpPr>
              <p:cNvPr id="100" name="辅助线">
                <a:extLst>
                  <a:ext uri="{FF2B5EF4-FFF2-40B4-BE49-F238E27FC236}">
                    <a16:creationId xmlns:a16="http://schemas.microsoft.com/office/drawing/2014/main" id="{D0F9BD26-A9B3-ECBA-D7CB-079E9BEFE25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1628800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辅助线">
                <a:extLst>
                  <a:ext uri="{FF2B5EF4-FFF2-40B4-BE49-F238E27FC236}">
                    <a16:creationId xmlns:a16="http://schemas.microsoft.com/office/drawing/2014/main" id="{F09F3003-3FB1-BB30-DB7D-D0766CA2CE5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2132856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辅助线">
                <a:extLst>
                  <a:ext uri="{FF2B5EF4-FFF2-40B4-BE49-F238E27FC236}">
                    <a16:creationId xmlns:a16="http://schemas.microsoft.com/office/drawing/2014/main" id="{9407E27A-9B34-99D1-AB84-A0DA0AF3BC0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2636912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辅助线">
                <a:extLst>
                  <a:ext uri="{FF2B5EF4-FFF2-40B4-BE49-F238E27FC236}">
                    <a16:creationId xmlns:a16="http://schemas.microsoft.com/office/drawing/2014/main" id="{5D12F989-A123-A532-C8A3-6EBD266245E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3140968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辅助线">
                <a:extLst>
                  <a:ext uri="{FF2B5EF4-FFF2-40B4-BE49-F238E27FC236}">
                    <a16:creationId xmlns:a16="http://schemas.microsoft.com/office/drawing/2014/main" id="{CD8A691B-99AE-97EB-A2CF-E8E58AD4B69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3645024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辅助线">
                <a:extLst>
                  <a:ext uri="{FF2B5EF4-FFF2-40B4-BE49-F238E27FC236}">
                    <a16:creationId xmlns:a16="http://schemas.microsoft.com/office/drawing/2014/main" id="{0B79EEAE-7222-6A61-79F5-D39F08624B7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4149080"/>
                <a:ext cx="972108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辅助线">
                <a:extLst>
                  <a:ext uri="{FF2B5EF4-FFF2-40B4-BE49-F238E27FC236}">
                    <a16:creationId xmlns:a16="http://schemas.microsoft.com/office/drawing/2014/main" id="{6E21DA46-EE75-4220-EFCC-7B278506C8F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4653136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辅助线">
                <a:extLst>
                  <a:ext uri="{FF2B5EF4-FFF2-40B4-BE49-F238E27FC236}">
                    <a16:creationId xmlns:a16="http://schemas.microsoft.com/office/drawing/2014/main" id="{E353E265-5855-ED2D-1DA7-B34D7BC19D3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5157192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辅助线">
                <a:extLst>
                  <a:ext uri="{FF2B5EF4-FFF2-40B4-BE49-F238E27FC236}">
                    <a16:creationId xmlns:a16="http://schemas.microsoft.com/office/drawing/2014/main" id="{BA318445-2F58-B70A-7F8C-D3AC0D05057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5661248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辅助线">
                <a:extLst>
                  <a:ext uri="{FF2B5EF4-FFF2-40B4-BE49-F238E27FC236}">
                    <a16:creationId xmlns:a16="http://schemas.microsoft.com/office/drawing/2014/main" id="{1FF5E049-C7CF-25F8-BFA5-8A0F2780959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6165304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7" name="组合 156">
                <a:extLst>
                  <a:ext uri="{FF2B5EF4-FFF2-40B4-BE49-F238E27FC236}">
                    <a16:creationId xmlns:a16="http://schemas.microsoft.com/office/drawing/2014/main" id="{0121DF03-F532-CFEC-BFC4-F788B609F1A1}"/>
                  </a:ext>
                </a:extLst>
              </p:cNvPr>
              <p:cNvGrpSpPr/>
              <p:nvPr/>
            </p:nvGrpSpPr>
            <p:grpSpPr>
              <a:xfrm>
                <a:off x="1486694" y="1052736"/>
                <a:ext cx="8707412" cy="5112568"/>
                <a:chOff x="1486694" y="1052736"/>
                <a:chExt cx="8707412" cy="5112568"/>
              </a:xfrm>
            </p:grpSpPr>
            <p:cxnSp>
              <p:nvCxnSpPr>
                <p:cNvPr id="223" name="辅助线">
                  <a:extLst>
                    <a:ext uri="{FF2B5EF4-FFF2-40B4-BE49-F238E27FC236}">
                      <a16:creationId xmlns:a16="http://schemas.microsoft.com/office/drawing/2014/main" id="{87B43D78-BBD7-4C9F-0559-96DE8C2E623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86694" y="1052736"/>
                  <a:ext cx="0" cy="5112568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prstDash val="solid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辅助线">
                  <a:extLst>
                    <a:ext uri="{FF2B5EF4-FFF2-40B4-BE49-F238E27FC236}">
                      <a16:creationId xmlns:a16="http://schemas.microsoft.com/office/drawing/2014/main" id="{0B3D6D8D-2DE2-CB48-A17D-A3041CBF61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89165" y="1628800"/>
                  <a:ext cx="0" cy="4536504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prstDash val="sysDot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" name="辅助线">
                  <a:extLst>
                    <a:ext uri="{FF2B5EF4-FFF2-40B4-BE49-F238E27FC236}">
                      <a16:creationId xmlns:a16="http://schemas.microsoft.com/office/drawing/2014/main" id="{95341923-ECC9-FE57-49DD-3043504F46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291636" y="1628800"/>
                  <a:ext cx="0" cy="4536504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prstDash val="sysDot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辅助线">
                  <a:extLst>
                    <a:ext uri="{FF2B5EF4-FFF2-40B4-BE49-F238E27FC236}">
                      <a16:creationId xmlns:a16="http://schemas.microsoft.com/office/drawing/2014/main" id="{099515CB-736A-96A6-43A4-FEC6967B76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194106" y="1628800"/>
                  <a:ext cx="0" cy="4536504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prstDash val="solid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8" name="组合 157">
                <a:extLst>
                  <a:ext uri="{FF2B5EF4-FFF2-40B4-BE49-F238E27FC236}">
                    <a16:creationId xmlns:a16="http://schemas.microsoft.com/office/drawing/2014/main" id="{1826E257-0FC3-881E-C4ED-6E048DAF4F78}"/>
                  </a:ext>
                </a:extLst>
              </p:cNvPr>
              <p:cNvGrpSpPr/>
              <p:nvPr/>
            </p:nvGrpSpPr>
            <p:grpSpPr>
              <a:xfrm>
                <a:off x="4306471" y="1628800"/>
                <a:ext cx="5804941" cy="4536504"/>
                <a:chOff x="4389165" y="1628800"/>
                <a:chExt cx="5804941" cy="4536504"/>
              </a:xfrm>
            </p:grpSpPr>
            <p:cxnSp>
              <p:nvCxnSpPr>
                <p:cNvPr id="220" name="辅助线">
                  <a:extLst>
                    <a:ext uri="{FF2B5EF4-FFF2-40B4-BE49-F238E27FC236}">
                      <a16:creationId xmlns:a16="http://schemas.microsoft.com/office/drawing/2014/main" id="{2E1E385D-FCD5-A4F8-1EE8-6EF4CAF066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89165" y="1628800"/>
                  <a:ext cx="0" cy="4536504"/>
                </a:xfrm>
                <a:prstGeom prst="straightConnector1">
                  <a:avLst/>
                </a:prstGeom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  <a:prstDash val="sysDot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1" name="辅助线">
                  <a:extLst>
                    <a:ext uri="{FF2B5EF4-FFF2-40B4-BE49-F238E27FC236}">
                      <a16:creationId xmlns:a16="http://schemas.microsoft.com/office/drawing/2014/main" id="{B1FEA901-84DD-1096-2DAA-2B7980B69B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291636" y="1628800"/>
                  <a:ext cx="0" cy="4536504"/>
                </a:xfrm>
                <a:prstGeom prst="straightConnector1">
                  <a:avLst/>
                </a:prstGeom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  <a:prstDash val="sysDot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辅助线">
                  <a:extLst>
                    <a:ext uri="{FF2B5EF4-FFF2-40B4-BE49-F238E27FC236}">
                      <a16:creationId xmlns:a16="http://schemas.microsoft.com/office/drawing/2014/main" id="{FC28D6F9-5CFD-558B-C655-C7FFB1779A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194106" y="1628800"/>
                  <a:ext cx="0" cy="4536504"/>
                </a:xfrm>
                <a:prstGeom prst="straightConnector1">
                  <a:avLst/>
                </a:prstGeom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  <a:prstDash val="sysDot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9" name="组合 158">
                <a:extLst>
                  <a:ext uri="{FF2B5EF4-FFF2-40B4-BE49-F238E27FC236}">
                    <a16:creationId xmlns:a16="http://schemas.microsoft.com/office/drawing/2014/main" id="{0CA15602-243C-597E-3788-8EAF074DEB19}"/>
                  </a:ext>
                </a:extLst>
              </p:cNvPr>
              <p:cNvGrpSpPr/>
              <p:nvPr/>
            </p:nvGrpSpPr>
            <p:grpSpPr>
              <a:xfrm>
                <a:off x="4203727" y="1641500"/>
                <a:ext cx="5804941" cy="4536504"/>
                <a:chOff x="4389165" y="1628800"/>
                <a:chExt cx="5804941" cy="4536504"/>
              </a:xfrm>
            </p:grpSpPr>
            <p:cxnSp>
              <p:nvCxnSpPr>
                <p:cNvPr id="217" name="辅助线">
                  <a:extLst>
                    <a:ext uri="{FF2B5EF4-FFF2-40B4-BE49-F238E27FC236}">
                      <a16:creationId xmlns:a16="http://schemas.microsoft.com/office/drawing/2014/main" id="{AC931108-EC15-2CDC-5017-F12BC0AE60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89165" y="1628800"/>
                  <a:ext cx="0" cy="4536504"/>
                </a:xfrm>
                <a:prstGeom prst="straightConnector1">
                  <a:avLst/>
                </a:prstGeom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  <a:prstDash val="sysDot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辅助线">
                  <a:extLst>
                    <a:ext uri="{FF2B5EF4-FFF2-40B4-BE49-F238E27FC236}">
                      <a16:creationId xmlns:a16="http://schemas.microsoft.com/office/drawing/2014/main" id="{FB96598A-6709-D197-011E-A3CCC0E12B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291636" y="1628800"/>
                  <a:ext cx="0" cy="4536504"/>
                </a:xfrm>
                <a:prstGeom prst="straightConnector1">
                  <a:avLst/>
                </a:prstGeom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  <a:prstDash val="sysDot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9" name="辅助线">
                  <a:extLst>
                    <a:ext uri="{FF2B5EF4-FFF2-40B4-BE49-F238E27FC236}">
                      <a16:creationId xmlns:a16="http://schemas.microsoft.com/office/drawing/2014/main" id="{F588E6CD-8E0F-71E6-EBD2-E53039DB1C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194106" y="1628800"/>
                  <a:ext cx="0" cy="4536504"/>
                </a:xfrm>
                <a:prstGeom prst="straightConnector1">
                  <a:avLst/>
                </a:prstGeom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  <a:prstDash val="sysDot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0" name="组合 159">
                <a:extLst>
                  <a:ext uri="{FF2B5EF4-FFF2-40B4-BE49-F238E27FC236}">
                    <a16:creationId xmlns:a16="http://schemas.microsoft.com/office/drawing/2014/main" id="{453314FF-19D9-B6C3-41BC-8788734C5C29}"/>
                  </a:ext>
                </a:extLst>
              </p:cNvPr>
              <p:cNvGrpSpPr/>
              <p:nvPr/>
            </p:nvGrpSpPr>
            <p:grpSpPr>
              <a:xfrm>
                <a:off x="4060227" y="1635150"/>
                <a:ext cx="5804941" cy="4536504"/>
                <a:chOff x="4389165" y="1628800"/>
                <a:chExt cx="5804941" cy="4536504"/>
              </a:xfrm>
            </p:grpSpPr>
            <p:cxnSp>
              <p:nvCxnSpPr>
                <p:cNvPr id="214" name="辅助线">
                  <a:extLst>
                    <a:ext uri="{FF2B5EF4-FFF2-40B4-BE49-F238E27FC236}">
                      <a16:creationId xmlns:a16="http://schemas.microsoft.com/office/drawing/2014/main" id="{E3DB11FC-8F1A-73E0-96EA-CA6391E4B9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89165" y="1628800"/>
                  <a:ext cx="0" cy="4536504"/>
                </a:xfrm>
                <a:prstGeom prst="straightConnector1">
                  <a:avLst/>
                </a:prstGeom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  <a:prstDash val="sysDot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5" name="辅助线">
                  <a:extLst>
                    <a:ext uri="{FF2B5EF4-FFF2-40B4-BE49-F238E27FC236}">
                      <a16:creationId xmlns:a16="http://schemas.microsoft.com/office/drawing/2014/main" id="{4F51FF8E-B93A-E86D-9E4F-B6FD0871A73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291636" y="1628800"/>
                  <a:ext cx="0" cy="4536504"/>
                </a:xfrm>
                <a:prstGeom prst="straightConnector1">
                  <a:avLst/>
                </a:prstGeom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  <a:prstDash val="sysDot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辅助线">
                  <a:extLst>
                    <a:ext uri="{FF2B5EF4-FFF2-40B4-BE49-F238E27FC236}">
                      <a16:creationId xmlns:a16="http://schemas.microsoft.com/office/drawing/2014/main" id="{65B5D6F7-96D0-E10F-CD65-6858767B95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194106" y="1628800"/>
                  <a:ext cx="0" cy="4536504"/>
                </a:xfrm>
                <a:prstGeom prst="straightConnector1">
                  <a:avLst/>
                </a:prstGeom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  <a:prstDash val="sysDot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1" name="组合 160">
                <a:extLst>
                  <a:ext uri="{FF2B5EF4-FFF2-40B4-BE49-F238E27FC236}">
                    <a16:creationId xmlns:a16="http://schemas.microsoft.com/office/drawing/2014/main" id="{75095605-7BA8-A944-4256-8C10982A1E87}"/>
                  </a:ext>
                </a:extLst>
              </p:cNvPr>
              <p:cNvGrpSpPr/>
              <p:nvPr/>
            </p:nvGrpSpPr>
            <p:grpSpPr>
              <a:xfrm>
                <a:off x="3874789" y="1641500"/>
                <a:ext cx="5804941" cy="4536504"/>
                <a:chOff x="4389165" y="1628800"/>
                <a:chExt cx="5804941" cy="4536504"/>
              </a:xfrm>
            </p:grpSpPr>
            <p:cxnSp>
              <p:nvCxnSpPr>
                <p:cNvPr id="211" name="辅助线">
                  <a:extLst>
                    <a:ext uri="{FF2B5EF4-FFF2-40B4-BE49-F238E27FC236}">
                      <a16:creationId xmlns:a16="http://schemas.microsoft.com/office/drawing/2014/main" id="{6A6AF558-2ECF-748E-EA39-71B8BFC5A7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89165" y="1628800"/>
                  <a:ext cx="0" cy="4536504"/>
                </a:xfrm>
                <a:prstGeom prst="straightConnector1">
                  <a:avLst/>
                </a:prstGeom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  <a:prstDash val="sysDot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辅助线">
                  <a:extLst>
                    <a:ext uri="{FF2B5EF4-FFF2-40B4-BE49-F238E27FC236}">
                      <a16:creationId xmlns:a16="http://schemas.microsoft.com/office/drawing/2014/main" id="{788FBE3E-E9FC-C0C7-5048-FE480866F2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291636" y="1628800"/>
                  <a:ext cx="0" cy="4536504"/>
                </a:xfrm>
                <a:prstGeom prst="straightConnector1">
                  <a:avLst/>
                </a:prstGeom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  <a:prstDash val="sysDot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3" name="辅助线">
                  <a:extLst>
                    <a:ext uri="{FF2B5EF4-FFF2-40B4-BE49-F238E27FC236}">
                      <a16:creationId xmlns:a16="http://schemas.microsoft.com/office/drawing/2014/main" id="{B5417565-EB78-D4B9-94FB-984FE14E79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194106" y="1628800"/>
                  <a:ext cx="0" cy="4536504"/>
                </a:xfrm>
                <a:prstGeom prst="straightConnector1">
                  <a:avLst/>
                </a:prstGeom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  <a:prstDash val="sysDot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2" name="组合 161">
                <a:extLst>
                  <a:ext uri="{FF2B5EF4-FFF2-40B4-BE49-F238E27FC236}">
                    <a16:creationId xmlns:a16="http://schemas.microsoft.com/office/drawing/2014/main" id="{E22206BE-9B30-9AE5-C848-64132DFB38C9}"/>
                  </a:ext>
                </a:extLst>
              </p:cNvPr>
              <p:cNvGrpSpPr/>
              <p:nvPr/>
            </p:nvGrpSpPr>
            <p:grpSpPr>
              <a:xfrm>
                <a:off x="3595967" y="1635150"/>
                <a:ext cx="5804941" cy="4536504"/>
                <a:chOff x="4389165" y="1628800"/>
                <a:chExt cx="5804941" cy="4536504"/>
              </a:xfrm>
            </p:grpSpPr>
            <p:cxnSp>
              <p:nvCxnSpPr>
                <p:cNvPr id="208" name="辅助线">
                  <a:extLst>
                    <a:ext uri="{FF2B5EF4-FFF2-40B4-BE49-F238E27FC236}">
                      <a16:creationId xmlns:a16="http://schemas.microsoft.com/office/drawing/2014/main" id="{F8C92180-AE98-85FE-D97B-A93AE63A21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89165" y="1628800"/>
                  <a:ext cx="0" cy="4536504"/>
                </a:xfrm>
                <a:prstGeom prst="straightConnector1">
                  <a:avLst/>
                </a:prstGeom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  <a:prstDash val="sysDot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辅助线">
                  <a:extLst>
                    <a:ext uri="{FF2B5EF4-FFF2-40B4-BE49-F238E27FC236}">
                      <a16:creationId xmlns:a16="http://schemas.microsoft.com/office/drawing/2014/main" id="{975B4A89-1A70-44AD-A1CE-D516764E17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291636" y="1628800"/>
                  <a:ext cx="0" cy="4536504"/>
                </a:xfrm>
                <a:prstGeom prst="straightConnector1">
                  <a:avLst/>
                </a:prstGeom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  <a:prstDash val="sysDot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辅助线">
                  <a:extLst>
                    <a:ext uri="{FF2B5EF4-FFF2-40B4-BE49-F238E27FC236}">
                      <a16:creationId xmlns:a16="http://schemas.microsoft.com/office/drawing/2014/main" id="{B442D610-C2E3-BF69-8719-7104EE5875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194106" y="1628800"/>
                  <a:ext cx="0" cy="4536504"/>
                </a:xfrm>
                <a:prstGeom prst="straightConnector1">
                  <a:avLst/>
                </a:prstGeom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  <a:prstDash val="sysDot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3" name="组合 162">
                <a:extLst>
                  <a:ext uri="{FF2B5EF4-FFF2-40B4-BE49-F238E27FC236}">
                    <a16:creationId xmlns:a16="http://schemas.microsoft.com/office/drawing/2014/main" id="{123067F2-FA99-CFE5-D6BE-BC8B736CE22B}"/>
                  </a:ext>
                </a:extLst>
              </p:cNvPr>
              <p:cNvGrpSpPr/>
              <p:nvPr/>
            </p:nvGrpSpPr>
            <p:grpSpPr>
              <a:xfrm>
                <a:off x="3233200" y="1635151"/>
                <a:ext cx="5804941" cy="4536504"/>
                <a:chOff x="4389165" y="1628800"/>
                <a:chExt cx="5804941" cy="4536504"/>
              </a:xfrm>
            </p:grpSpPr>
            <p:cxnSp>
              <p:nvCxnSpPr>
                <p:cNvPr id="205" name="辅助线">
                  <a:extLst>
                    <a:ext uri="{FF2B5EF4-FFF2-40B4-BE49-F238E27FC236}">
                      <a16:creationId xmlns:a16="http://schemas.microsoft.com/office/drawing/2014/main" id="{952AE003-57ED-24C9-3680-CADB44C44F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89165" y="1628800"/>
                  <a:ext cx="0" cy="4536504"/>
                </a:xfrm>
                <a:prstGeom prst="straightConnector1">
                  <a:avLst/>
                </a:prstGeom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  <a:prstDash val="sysDot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辅助线">
                  <a:extLst>
                    <a:ext uri="{FF2B5EF4-FFF2-40B4-BE49-F238E27FC236}">
                      <a16:creationId xmlns:a16="http://schemas.microsoft.com/office/drawing/2014/main" id="{EB0F06CF-9EF5-03EB-A58B-5B4D83F172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291636" y="1628800"/>
                  <a:ext cx="0" cy="4536504"/>
                </a:xfrm>
                <a:prstGeom prst="straightConnector1">
                  <a:avLst/>
                </a:prstGeom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  <a:prstDash val="sysDot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辅助线">
                  <a:extLst>
                    <a:ext uri="{FF2B5EF4-FFF2-40B4-BE49-F238E27FC236}">
                      <a16:creationId xmlns:a16="http://schemas.microsoft.com/office/drawing/2014/main" id="{B0D45680-2C7A-5862-50DC-16E9CE3E11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194106" y="1628800"/>
                  <a:ext cx="0" cy="4536504"/>
                </a:xfrm>
                <a:prstGeom prst="straightConnector1">
                  <a:avLst/>
                </a:prstGeom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  <a:prstDash val="sysDot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4" name="组合 163">
                <a:extLst>
                  <a:ext uri="{FF2B5EF4-FFF2-40B4-BE49-F238E27FC236}">
                    <a16:creationId xmlns:a16="http://schemas.microsoft.com/office/drawing/2014/main" id="{DFF7B707-24FC-84AB-DB13-425DC44D19F9}"/>
                  </a:ext>
                </a:extLst>
              </p:cNvPr>
              <p:cNvGrpSpPr/>
              <p:nvPr/>
            </p:nvGrpSpPr>
            <p:grpSpPr>
              <a:xfrm>
                <a:off x="2808321" y="1622450"/>
                <a:ext cx="5804941" cy="4536504"/>
                <a:chOff x="4389165" y="1628800"/>
                <a:chExt cx="5804941" cy="4536504"/>
              </a:xfrm>
            </p:grpSpPr>
            <p:cxnSp>
              <p:nvCxnSpPr>
                <p:cNvPr id="202" name="辅助线">
                  <a:extLst>
                    <a:ext uri="{FF2B5EF4-FFF2-40B4-BE49-F238E27FC236}">
                      <a16:creationId xmlns:a16="http://schemas.microsoft.com/office/drawing/2014/main" id="{E8CD5135-5EAA-042D-F0D6-FFA6064AC8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89165" y="1628800"/>
                  <a:ext cx="0" cy="4536504"/>
                </a:xfrm>
                <a:prstGeom prst="straightConnector1">
                  <a:avLst/>
                </a:prstGeom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  <a:prstDash val="sysDot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3" name="辅助线">
                  <a:extLst>
                    <a:ext uri="{FF2B5EF4-FFF2-40B4-BE49-F238E27FC236}">
                      <a16:creationId xmlns:a16="http://schemas.microsoft.com/office/drawing/2014/main" id="{ED369EB4-5121-6F64-17E1-5316B319B2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291636" y="1628800"/>
                  <a:ext cx="0" cy="4536504"/>
                </a:xfrm>
                <a:prstGeom prst="straightConnector1">
                  <a:avLst/>
                </a:prstGeom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  <a:prstDash val="sysDot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辅助线">
                  <a:extLst>
                    <a:ext uri="{FF2B5EF4-FFF2-40B4-BE49-F238E27FC236}">
                      <a16:creationId xmlns:a16="http://schemas.microsoft.com/office/drawing/2014/main" id="{0782C627-F989-7FD3-0109-CAFE09EE24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194106" y="1628800"/>
                  <a:ext cx="0" cy="4536504"/>
                </a:xfrm>
                <a:prstGeom prst="straightConnector1">
                  <a:avLst/>
                </a:prstGeom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  <a:prstDash val="sysDot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组合 165">
                <a:extLst>
                  <a:ext uri="{FF2B5EF4-FFF2-40B4-BE49-F238E27FC236}">
                    <a16:creationId xmlns:a16="http://schemas.microsoft.com/office/drawing/2014/main" id="{EF4CDD35-68C6-6E8E-57C0-2547F3C0AF8B}"/>
                  </a:ext>
                </a:extLst>
              </p:cNvPr>
              <p:cNvGrpSpPr/>
              <p:nvPr/>
            </p:nvGrpSpPr>
            <p:grpSpPr>
              <a:xfrm>
                <a:off x="2307198" y="1641501"/>
                <a:ext cx="5804941" cy="4536504"/>
                <a:chOff x="4389165" y="1628800"/>
                <a:chExt cx="5804941" cy="4536504"/>
              </a:xfrm>
            </p:grpSpPr>
            <p:cxnSp>
              <p:nvCxnSpPr>
                <p:cNvPr id="199" name="辅助线">
                  <a:extLst>
                    <a:ext uri="{FF2B5EF4-FFF2-40B4-BE49-F238E27FC236}">
                      <a16:creationId xmlns:a16="http://schemas.microsoft.com/office/drawing/2014/main" id="{0588B3BB-B562-B368-B54D-1ECD28EFAC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89165" y="1628800"/>
                  <a:ext cx="0" cy="4536504"/>
                </a:xfrm>
                <a:prstGeom prst="straightConnector1">
                  <a:avLst/>
                </a:prstGeom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  <a:prstDash val="sysDot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辅助线">
                  <a:extLst>
                    <a:ext uri="{FF2B5EF4-FFF2-40B4-BE49-F238E27FC236}">
                      <a16:creationId xmlns:a16="http://schemas.microsoft.com/office/drawing/2014/main" id="{D1D0B5E2-C4E3-9154-F3DF-C72301CF93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291636" y="1628800"/>
                  <a:ext cx="0" cy="4536504"/>
                </a:xfrm>
                <a:prstGeom prst="straightConnector1">
                  <a:avLst/>
                </a:prstGeom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  <a:prstDash val="sysDot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1" name="辅助线">
                  <a:extLst>
                    <a:ext uri="{FF2B5EF4-FFF2-40B4-BE49-F238E27FC236}">
                      <a16:creationId xmlns:a16="http://schemas.microsoft.com/office/drawing/2014/main" id="{AEA8D35C-08EF-C2A6-1350-97EA594FB1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194106" y="1628800"/>
                  <a:ext cx="0" cy="4536504"/>
                </a:xfrm>
                <a:prstGeom prst="straightConnector1">
                  <a:avLst/>
                </a:prstGeom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  <a:prstDash val="sysDot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7" name="Gs">
                    <a:extLst>
                      <a:ext uri="{FF2B5EF4-FFF2-40B4-BE49-F238E27FC236}">
                        <a16:creationId xmlns:a16="http://schemas.microsoft.com/office/drawing/2014/main" id="{4F11B0A2-1A3A-FB3E-3C7F-6C397D1A8822}"/>
                      </a:ext>
                    </a:extLst>
                  </p:cNvPr>
                  <p:cNvSpPr txBox="1"/>
                  <p:nvPr/>
                </p:nvSpPr>
                <p:spPr>
                  <a:xfrm>
                    <a:off x="1488412" y="1050911"/>
                    <a:ext cx="1549681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CN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r>
                      <a:rPr lang="en-US" altLang="zh-CN" dirty="0">
                        <a:solidFill>
                          <a:srgbClr val="E44860"/>
                        </a:solidFill>
                      </a:rPr>
                      <a:t>dB</a:t>
                    </a:r>
                    <a:endParaRPr lang="zh-CN" altLang="en-US" dirty="0">
                      <a:solidFill>
                        <a:srgbClr val="E448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2" name="Gs">
                    <a:extLst>
                      <a:ext uri="{FF2B5EF4-FFF2-40B4-BE49-F238E27FC236}">
                        <a16:creationId xmlns:a16="http://schemas.microsoft.com/office/drawing/2014/main" id="{5CBA7A6D-E506-4AA6-F8D8-A5A577D5B0A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88412" y="1050911"/>
                    <a:ext cx="1549681" cy="67549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6667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8" name="Gs">
                    <a:extLst>
                      <a:ext uri="{FF2B5EF4-FFF2-40B4-BE49-F238E27FC236}">
                        <a16:creationId xmlns:a16="http://schemas.microsoft.com/office/drawing/2014/main" id="{693879AB-25C0-2C4E-FA94-300F5BB226FC}"/>
                      </a:ext>
                    </a:extLst>
                  </p:cNvPr>
                  <p:cNvSpPr txBox="1"/>
                  <p:nvPr/>
                </p:nvSpPr>
                <p:spPr>
                  <a:xfrm>
                    <a:off x="10902767" y="3608279"/>
                    <a:ext cx="424844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1" name="Gs">
                    <a:extLst>
                      <a:ext uri="{FF2B5EF4-FFF2-40B4-BE49-F238E27FC236}">
                        <a16:creationId xmlns:a16="http://schemas.microsoft.com/office/drawing/2014/main" id="{A5F3EF99-3630-0BF0-DB3A-7C787EF6639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02767" y="3608279"/>
                    <a:ext cx="424844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18182" b="-625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9" name="Gs">
                    <a:extLst>
                      <a:ext uri="{FF2B5EF4-FFF2-40B4-BE49-F238E27FC236}">
                        <a16:creationId xmlns:a16="http://schemas.microsoft.com/office/drawing/2014/main" id="{F6C5FD2B-E5BC-4E0A-7BA2-9C7E159A1AE6}"/>
                      </a:ext>
                    </a:extLst>
                  </p:cNvPr>
                  <p:cNvSpPr txBox="1"/>
                  <p:nvPr/>
                </p:nvSpPr>
                <p:spPr>
                  <a:xfrm>
                    <a:off x="10042497" y="3724861"/>
                    <a:ext cx="703715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2" name="Gs">
                    <a:extLst>
                      <a:ext uri="{FF2B5EF4-FFF2-40B4-BE49-F238E27FC236}">
                        <a16:creationId xmlns:a16="http://schemas.microsoft.com/office/drawing/2014/main" id="{AA1AF1CD-2EA4-F280-C3B3-8E2535C72CD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42497" y="3724861"/>
                    <a:ext cx="703715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6470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0" name="Gs">
                    <a:extLst>
                      <a:ext uri="{FF2B5EF4-FFF2-40B4-BE49-F238E27FC236}">
                        <a16:creationId xmlns:a16="http://schemas.microsoft.com/office/drawing/2014/main" id="{498EF253-19DC-AC21-A66C-A9D2B5CB03D7}"/>
                      </a:ext>
                    </a:extLst>
                  </p:cNvPr>
                  <p:cNvSpPr txBox="1"/>
                  <p:nvPr/>
                </p:nvSpPr>
                <p:spPr>
                  <a:xfrm>
                    <a:off x="10143990" y="3346670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5" name="Gs">
                    <a:extLst>
                      <a:ext uri="{FF2B5EF4-FFF2-40B4-BE49-F238E27FC236}">
                        <a16:creationId xmlns:a16="http://schemas.microsoft.com/office/drawing/2014/main" id="{2138F283-191A-4B73-593F-FFB1AEB9164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43990" y="3346670"/>
                    <a:ext cx="703715" cy="67549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1388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1" name="Gs">
                    <a:extLst>
                      <a:ext uri="{FF2B5EF4-FFF2-40B4-BE49-F238E27FC236}">
                        <a16:creationId xmlns:a16="http://schemas.microsoft.com/office/drawing/2014/main" id="{F5B8299E-C585-3598-482B-14E86035A203}"/>
                      </a:ext>
                    </a:extLst>
                  </p:cNvPr>
                  <p:cNvSpPr txBox="1"/>
                  <p:nvPr/>
                </p:nvSpPr>
                <p:spPr>
                  <a:xfrm>
                    <a:off x="10137536" y="2865445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6" name="Gs">
                    <a:extLst>
                      <a:ext uri="{FF2B5EF4-FFF2-40B4-BE49-F238E27FC236}">
                        <a16:creationId xmlns:a16="http://schemas.microsoft.com/office/drawing/2014/main" id="{F5A62055-0726-5508-6A29-1B4110CB877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37536" y="2865445"/>
                    <a:ext cx="703715" cy="67549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1388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3" name="Gs">
                    <a:extLst>
                      <a:ext uri="{FF2B5EF4-FFF2-40B4-BE49-F238E27FC236}">
                        <a16:creationId xmlns:a16="http://schemas.microsoft.com/office/drawing/2014/main" id="{AA08D1CE-6C08-2F5A-6062-2E5645ABFB84}"/>
                      </a:ext>
                    </a:extLst>
                  </p:cNvPr>
                  <p:cNvSpPr txBox="1"/>
                  <p:nvPr/>
                </p:nvSpPr>
                <p:spPr>
                  <a:xfrm>
                    <a:off x="10160530" y="2361390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35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7" name="Gs">
                    <a:extLst>
                      <a:ext uri="{FF2B5EF4-FFF2-40B4-BE49-F238E27FC236}">
                        <a16:creationId xmlns:a16="http://schemas.microsoft.com/office/drawing/2014/main" id="{E2903789-6ED8-CF67-5AD2-513E96893F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60530" y="2361390"/>
                    <a:ext cx="703715" cy="67549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4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7" name="Gs">
                    <a:extLst>
                      <a:ext uri="{FF2B5EF4-FFF2-40B4-BE49-F238E27FC236}">
                        <a16:creationId xmlns:a16="http://schemas.microsoft.com/office/drawing/2014/main" id="{795F246D-8B51-A6C8-35F0-D52A89B33A08}"/>
                      </a:ext>
                    </a:extLst>
                  </p:cNvPr>
                  <p:cNvSpPr txBox="1"/>
                  <p:nvPr/>
                </p:nvSpPr>
                <p:spPr>
                  <a:xfrm>
                    <a:off x="10137536" y="1857333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8" name="Gs">
                    <a:extLst>
                      <a:ext uri="{FF2B5EF4-FFF2-40B4-BE49-F238E27FC236}">
                        <a16:creationId xmlns:a16="http://schemas.microsoft.com/office/drawing/2014/main" id="{40877671-2168-E1C4-6350-A48F0B2A4DD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37536" y="1857333"/>
                    <a:ext cx="703715" cy="67549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4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1" name="Gs">
                    <a:extLst>
                      <a:ext uri="{FF2B5EF4-FFF2-40B4-BE49-F238E27FC236}">
                        <a16:creationId xmlns:a16="http://schemas.microsoft.com/office/drawing/2014/main" id="{74984BFF-6C60-9EC2-8DF6-F57DB08322FF}"/>
                      </a:ext>
                    </a:extLst>
                  </p:cNvPr>
                  <p:cNvSpPr txBox="1"/>
                  <p:nvPr/>
                </p:nvSpPr>
                <p:spPr>
                  <a:xfrm>
                    <a:off x="10176429" y="4369187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9" name="Gs">
                    <a:extLst>
                      <a:ext uri="{FF2B5EF4-FFF2-40B4-BE49-F238E27FC236}">
                        <a16:creationId xmlns:a16="http://schemas.microsoft.com/office/drawing/2014/main" id="{D48FAC4A-C294-F714-B3BE-EFE6C845C3C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76429" y="4369187"/>
                    <a:ext cx="703715" cy="67549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5277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2" name="Gs">
                    <a:extLst>
                      <a:ext uri="{FF2B5EF4-FFF2-40B4-BE49-F238E27FC236}">
                        <a16:creationId xmlns:a16="http://schemas.microsoft.com/office/drawing/2014/main" id="{343EE9DC-CC2D-D729-27E3-655E1259121C}"/>
                      </a:ext>
                    </a:extLst>
                  </p:cNvPr>
                  <p:cNvSpPr txBox="1"/>
                  <p:nvPr/>
                </p:nvSpPr>
                <p:spPr>
                  <a:xfrm>
                    <a:off x="10168599" y="4871770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0" name="Gs">
                    <a:extLst>
                      <a:ext uri="{FF2B5EF4-FFF2-40B4-BE49-F238E27FC236}">
                        <a16:creationId xmlns:a16="http://schemas.microsoft.com/office/drawing/2014/main" id="{826D76B0-C067-A269-96AC-E511E66B59A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68599" y="4871770"/>
                    <a:ext cx="703715" cy="67549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r="-5428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3" name="Gs">
                    <a:extLst>
                      <a:ext uri="{FF2B5EF4-FFF2-40B4-BE49-F238E27FC236}">
                        <a16:creationId xmlns:a16="http://schemas.microsoft.com/office/drawing/2014/main" id="{88AE9211-CC2A-20F0-F7EA-F3BAFF699E70}"/>
                      </a:ext>
                    </a:extLst>
                  </p:cNvPr>
                  <p:cNvSpPr txBox="1"/>
                  <p:nvPr/>
                </p:nvSpPr>
                <p:spPr>
                  <a:xfrm>
                    <a:off x="10156759" y="5383650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35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1" name="Gs">
                    <a:extLst>
                      <a:ext uri="{FF2B5EF4-FFF2-40B4-BE49-F238E27FC236}">
                        <a16:creationId xmlns:a16="http://schemas.microsoft.com/office/drawing/2014/main" id="{734D2672-6894-1781-3ADE-6F71F6DE284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56759" y="5383650"/>
                    <a:ext cx="703715" cy="67549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r="-7777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4" name="Gs">
                    <a:extLst>
                      <a:ext uri="{FF2B5EF4-FFF2-40B4-BE49-F238E27FC236}">
                        <a16:creationId xmlns:a16="http://schemas.microsoft.com/office/drawing/2014/main" id="{0C3BD48B-122E-B28A-7CBD-EFF3F4ED28D7}"/>
                      </a:ext>
                    </a:extLst>
                  </p:cNvPr>
                  <p:cNvSpPr txBox="1"/>
                  <p:nvPr/>
                </p:nvSpPr>
                <p:spPr>
                  <a:xfrm>
                    <a:off x="10152167" y="5860717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2" name="Gs">
                    <a:extLst>
                      <a:ext uri="{FF2B5EF4-FFF2-40B4-BE49-F238E27FC236}">
                        <a16:creationId xmlns:a16="http://schemas.microsoft.com/office/drawing/2014/main" id="{4A9E43F3-1C78-3282-2132-13157AB17C1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52167" y="5860717"/>
                    <a:ext cx="703715" cy="67549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r="-8285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5" name="Gs">
                    <a:extLst>
                      <a:ext uri="{FF2B5EF4-FFF2-40B4-BE49-F238E27FC236}">
                        <a16:creationId xmlns:a16="http://schemas.microsoft.com/office/drawing/2014/main" id="{3FC9E57C-46BD-BFA4-9E4B-A3E650FE28B9}"/>
                      </a:ext>
                    </a:extLst>
                  </p:cNvPr>
                  <p:cNvSpPr txBox="1"/>
                  <p:nvPr/>
                </p:nvSpPr>
                <p:spPr>
                  <a:xfrm>
                    <a:off x="1162826" y="6139789"/>
                    <a:ext cx="703715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.1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1" name="Gs">
                    <a:extLst>
                      <a:ext uri="{FF2B5EF4-FFF2-40B4-BE49-F238E27FC236}">
                        <a16:creationId xmlns:a16="http://schemas.microsoft.com/office/drawing/2014/main" id="{9FF3F21E-3E81-E5FA-0FD2-C2B49DF001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62826" y="6139789"/>
                    <a:ext cx="703715" cy="369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r="-5556" b="-6875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6" name="Gs">
                    <a:extLst>
                      <a:ext uri="{FF2B5EF4-FFF2-40B4-BE49-F238E27FC236}">
                        <a16:creationId xmlns:a16="http://schemas.microsoft.com/office/drawing/2014/main" id="{9DFE8028-C19F-1E70-50FE-1EAE000B2FB6}"/>
                      </a:ext>
                    </a:extLst>
                  </p:cNvPr>
                  <p:cNvSpPr txBox="1"/>
                  <p:nvPr/>
                </p:nvSpPr>
                <p:spPr>
                  <a:xfrm>
                    <a:off x="4034532" y="6115013"/>
                    <a:ext cx="703715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2" name="Gs">
                    <a:extLst>
                      <a:ext uri="{FF2B5EF4-FFF2-40B4-BE49-F238E27FC236}">
                        <a16:creationId xmlns:a16="http://schemas.microsoft.com/office/drawing/2014/main" id="{38A57277-A4D4-76FC-9EC9-A226002A96E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34532" y="6115013"/>
                    <a:ext cx="703715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6875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7" name="Gs">
                    <a:extLst>
                      <a:ext uri="{FF2B5EF4-FFF2-40B4-BE49-F238E27FC236}">
                        <a16:creationId xmlns:a16="http://schemas.microsoft.com/office/drawing/2014/main" id="{5DDC63B2-27D3-3208-91C0-11C6B08FB7A1}"/>
                      </a:ext>
                    </a:extLst>
                  </p:cNvPr>
                  <p:cNvSpPr txBox="1"/>
                  <p:nvPr/>
                </p:nvSpPr>
                <p:spPr>
                  <a:xfrm>
                    <a:off x="6914552" y="6129973"/>
                    <a:ext cx="703715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3" name="Gs">
                    <a:extLst>
                      <a:ext uri="{FF2B5EF4-FFF2-40B4-BE49-F238E27FC236}">
                        <a16:creationId xmlns:a16="http://schemas.microsoft.com/office/drawing/2014/main" id="{5FF2F1F9-617E-7E56-A493-164265AED55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14552" y="6129973"/>
                    <a:ext cx="703715" cy="36933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b="-6470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8" name="Gs">
                    <a:extLst>
                      <a:ext uri="{FF2B5EF4-FFF2-40B4-BE49-F238E27FC236}">
                        <a16:creationId xmlns:a16="http://schemas.microsoft.com/office/drawing/2014/main" id="{F5AD0863-9662-906D-3126-0219FA2521BC}"/>
                      </a:ext>
                    </a:extLst>
                  </p:cNvPr>
                  <p:cNvSpPr txBox="1"/>
                  <p:nvPr/>
                </p:nvSpPr>
                <p:spPr>
                  <a:xfrm>
                    <a:off x="9770042" y="6122327"/>
                    <a:ext cx="703715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4" name="Gs">
                    <a:extLst>
                      <a:ext uri="{FF2B5EF4-FFF2-40B4-BE49-F238E27FC236}">
                        <a16:creationId xmlns:a16="http://schemas.microsoft.com/office/drawing/2014/main" id="{BA014E11-6033-6173-B3C5-161F19234F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70042" y="6122327"/>
                    <a:ext cx="703715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r="-25000" b="-6470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9" name="Gs">
                    <a:extLst>
                      <a:ext uri="{FF2B5EF4-FFF2-40B4-BE49-F238E27FC236}">
                        <a16:creationId xmlns:a16="http://schemas.microsoft.com/office/drawing/2014/main" id="{82D164DC-E383-721A-780B-90D418329ACA}"/>
                      </a:ext>
                    </a:extLst>
                  </p:cNvPr>
                  <p:cNvSpPr txBox="1"/>
                  <p:nvPr/>
                </p:nvSpPr>
                <p:spPr>
                  <a:xfrm>
                    <a:off x="942670" y="3890702"/>
                    <a:ext cx="703715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5" name="Gs">
                    <a:extLst>
                      <a:ext uri="{FF2B5EF4-FFF2-40B4-BE49-F238E27FC236}">
                        <a16:creationId xmlns:a16="http://schemas.microsoft.com/office/drawing/2014/main" id="{E0B6FB99-33E5-6D93-6D25-6122EF2757C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2670" y="3890702"/>
                    <a:ext cx="703715" cy="3693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b="-6470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0" name="Gs">
                    <a:extLst>
                      <a:ext uri="{FF2B5EF4-FFF2-40B4-BE49-F238E27FC236}">
                        <a16:creationId xmlns:a16="http://schemas.microsoft.com/office/drawing/2014/main" id="{B1771F7D-C751-6758-0885-A065E56E3473}"/>
                      </a:ext>
                    </a:extLst>
                  </p:cNvPr>
                  <p:cNvSpPr txBox="1"/>
                  <p:nvPr/>
                </p:nvSpPr>
                <p:spPr>
                  <a:xfrm>
                    <a:off x="838651" y="3389765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7" name="Gs">
                    <a:extLst>
                      <a:ext uri="{FF2B5EF4-FFF2-40B4-BE49-F238E27FC236}">
                        <a16:creationId xmlns:a16="http://schemas.microsoft.com/office/drawing/2014/main" id="{19A74D03-16E6-CD77-B319-ACCB639FD53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8651" y="3389765"/>
                    <a:ext cx="703715" cy="675490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1" name="Gs">
                    <a:extLst>
                      <a:ext uri="{FF2B5EF4-FFF2-40B4-BE49-F238E27FC236}">
                        <a16:creationId xmlns:a16="http://schemas.microsoft.com/office/drawing/2014/main" id="{53231981-A6A6-A51E-1DD4-413A75D10D65}"/>
                      </a:ext>
                    </a:extLst>
                  </p:cNvPr>
                  <p:cNvSpPr txBox="1"/>
                  <p:nvPr/>
                </p:nvSpPr>
                <p:spPr>
                  <a:xfrm>
                    <a:off x="843248" y="2892060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8" name="Gs">
                    <a:extLst>
                      <a:ext uri="{FF2B5EF4-FFF2-40B4-BE49-F238E27FC236}">
                        <a16:creationId xmlns:a16="http://schemas.microsoft.com/office/drawing/2014/main" id="{10D52E13-4F32-7B78-1EC1-AE4663B0C6D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3248" y="2892060"/>
                    <a:ext cx="703715" cy="675490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2" name="Gs">
                    <a:extLst>
                      <a:ext uri="{FF2B5EF4-FFF2-40B4-BE49-F238E27FC236}">
                        <a16:creationId xmlns:a16="http://schemas.microsoft.com/office/drawing/2014/main" id="{E5B8B9A5-385C-C185-16E6-3343507C00F4}"/>
                      </a:ext>
                    </a:extLst>
                  </p:cNvPr>
                  <p:cNvSpPr txBox="1"/>
                  <p:nvPr/>
                </p:nvSpPr>
                <p:spPr>
                  <a:xfrm>
                    <a:off x="847845" y="2386304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9" name="Gs">
                    <a:extLst>
                      <a:ext uri="{FF2B5EF4-FFF2-40B4-BE49-F238E27FC236}">
                        <a16:creationId xmlns:a16="http://schemas.microsoft.com/office/drawing/2014/main" id="{62531CBA-00BF-33A5-B66A-647BAF7B710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7845" y="2386304"/>
                    <a:ext cx="703715" cy="675490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3" name="Gs">
                    <a:extLst>
                      <a:ext uri="{FF2B5EF4-FFF2-40B4-BE49-F238E27FC236}">
                        <a16:creationId xmlns:a16="http://schemas.microsoft.com/office/drawing/2014/main" id="{00F147F6-04A8-DED2-05A5-E12C0CEBBD01}"/>
                      </a:ext>
                    </a:extLst>
                  </p:cNvPr>
                  <p:cNvSpPr txBox="1"/>
                  <p:nvPr/>
                </p:nvSpPr>
                <p:spPr>
                  <a:xfrm>
                    <a:off x="860905" y="1875765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0" name="Gs">
                    <a:extLst>
                      <a:ext uri="{FF2B5EF4-FFF2-40B4-BE49-F238E27FC236}">
                        <a16:creationId xmlns:a16="http://schemas.microsoft.com/office/drawing/2014/main" id="{71747CBD-3B73-4372-203E-70437C48B0F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0905" y="1875765"/>
                    <a:ext cx="703715" cy="675490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4" name="Gs">
                    <a:extLst>
                      <a:ext uri="{FF2B5EF4-FFF2-40B4-BE49-F238E27FC236}">
                        <a16:creationId xmlns:a16="http://schemas.microsoft.com/office/drawing/2014/main" id="{C8836147-BDAE-8785-A29A-7C03D5EFC954}"/>
                      </a:ext>
                    </a:extLst>
                  </p:cNvPr>
                  <p:cNvSpPr txBox="1"/>
                  <p:nvPr/>
                </p:nvSpPr>
                <p:spPr>
                  <a:xfrm>
                    <a:off x="626461" y="4369517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1" name="Gs">
                    <a:extLst>
                      <a:ext uri="{FF2B5EF4-FFF2-40B4-BE49-F238E27FC236}">
                        <a16:creationId xmlns:a16="http://schemas.microsoft.com/office/drawing/2014/main" id="{9DCA8796-F475-5248-CADE-38E568C184B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6461" y="4369517"/>
                    <a:ext cx="703715" cy="675490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r="-3428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5" name="Gs">
                    <a:extLst>
                      <a:ext uri="{FF2B5EF4-FFF2-40B4-BE49-F238E27FC236}">
                        <a16:creationId xmlns:a16="http://schemas.microsoft.com/office/drawing/2014/main" id="{0D5B97FF-4323-B16D-9386-9A94401470A8}"/>
                      </a:ext>
                    </a:extLst>
                  </p:cNvPr>
                  <p:cNvSpPr txBox="1"/>
                  <p:nvPr/>
                </p:nvSpPr>
                <p:spPr>
                  <a:xfrm>
                    <a:off x="621046" y="4899576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2" name="Gs">
                    <a:extLst>
                      <a:ext uri="{FF2B5EF4-FFF2-40B4-BE49-F238E27FC236}">
                        <a16:creationId xmlns:a16="http://schemas.microsoft.com/office/drawing/2014/main" id="{F6484E03-EFB6-731E-A0A0-726E62DB2B3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1046" y="4899576"/>
                    <a:ext cx="703715" cy="675490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r="-33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6" name="Gs">
                    <a:extLst>
                      <a:ext uri="{FF2B5EF4-FFF2-40B4-BE49-F238E27FC236}">
                        <a16:creationId xmlns:a16="http://schemas.microsoft.com/office/drawing/2014/main" id="{E6FE1A1F-CEE0-3F0B-E66E-0420680C102A}"/>
                      </a:ext>
                    </a:extLst>
                  </p:cNvPr>
                  <p:cNvSpPr txBox="1"/>
                  <p:nvPr/>
                </p:nvSpPr>
                <p:spPr>
                  <a:xfrm>
                    <a:off x="621046" y="5897344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3" name="Gs">
                    <a:extLst>
                      <a:ext uri="{FF2B5EF4-FFF2-40B4-BE49-F238E27FC236}">
                        <a16:creationId xmlns:a16="http://schemas.microsoft.com/office/drawing/2014/main" id="{7D232618-8E3B-598F-3FA3-4725D427E6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1046" y="5897344"/>
                    <a:ext cx="703715" cy="675490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r="-33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7" name="Gs">
                    <a:extLst>
                      <a:ext uri="{FF2B5EF4-FFF2-40B4-BE49-F238E27FC236}">
                        <a16:creationId xmlns:a16="http://schemas.microsoft.com/office/drawing/2014/main" id="{E7000D8D-2D63-0218-E7AB-ACE878C78AC3}"/>
                      </a:ext>
                    </a:extLst>
                  </p:cNvPr>
                  <p:cNvSpPr txBox="1"/>
                  <p:nvPr/>
                </p:nvSpPr>
                <p:spPr>
                  <a:xfrm>
                    <a:off x="626461" y="5411690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4" name="Gs">
                    <a:extLst>
                      <a:ext uri="{FF2B5EF4-FFF2-40B4-BE49-F238E27FC236}">
                        <a16:creationId xmlns:a16="http://schemas.microsoft.com/office/drawing/2014/main" id="{52CB6B6C-1727-E747-B886-F19E50C5925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6461" y="5411690"/>
                    <a:ext cx="703715" cy="675490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r="-3428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8" name="Gs">
                    <a:extLst>
                      <a:ext uri="{FF2B5EF4-FFF2-40B4-BE49-F238E27FC236}">
                        <a16:creationId xmlns:a16="http://schemas.microsoft.com/office/drawing/2014/main" id="{1F31036A-6C09-DECD-0A87-C7BDC7DE65CC}"/>
                      </a:ext>
                    </a:extLst>
                  </p:cNvPr>
                  <p:cNvSpPr txBox="1"/>
                  <p:nvPr/>
                </p:nvSpPr>
                <p:spPr>
                  <a:xfrm>
                    <a:off x="10168597" y="1007428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rgbClr val="159F8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  <m:r>
                            <a:rPr lang="en-US" altLang="zh-CN" b="0" i="1" smtClean="0">
                              <a:solidFill>
                                <a:srgbClr val="159F8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solidFill>
                                <a:srgbClr val="159F8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b="0" i="1" smtClean="0">
                              <a:solidFill>
                                <a:srgbClr val="159F8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CN" altLang="en-US" dirty="0">
                      <a:solidFill>
                        <a:srgbClr val="159F84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5" name="Gs">
                    <a:extLst>
                      <a:ext uri="{FF2B5EF4-FFF2-40B4-BE49-F238E27FC236}">
                        <a16:creationId xmlns:a16="http://schemas.microsoft.com/office/drawing/2014/main" id="{698954FE-62FF-3BD9-07B1-A5C9DA703E9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68597" y="1007428"/>
                    <a:ext cx="703715" cy="675490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l="-2857" r="-65714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95" name="幅频1">
              <a:extLst>
                <a:ext uri="{FF2B5EF4-FFF2-40B4-BE49-F238E27FC236}">
                  <a16:creationId xmlns:a16="http://schemas.microsoft.com/office/drawing/2014/main" id="{9952069D-DDC6-ABA1-8F3E-6829F3B8A41C}"/>
                </a:ext>
              </a:extLst>
            </p:cNvPr>
            <p:cNvCxnSpPr>
              <a:cxnSpLocks/>
            </p:cNvCxnSpPr>
            <p:nvPr/>
          </p:nvCxnSpPr>
          <p:spPr>
            <a:xfrm>
              <a:off x="5786337" y="1284106"/>
              <a:ext cx="2340250" cy="0"/>
            </a:xfrm>
            <a:prstGeom prst="line">
              <a:avLst/>
            </a:prstGeom>
            <a:ln w="38100">
              <a:solidFill>
                <a:srgbClr val="E44860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幅频2">
              <a:extLst>
                <a:ext uri="{FF2B5EF4-FFF2-40B4-BE49-F238E27FC236}">
                  <a16:creationId xmlns:a16="http://schemas.microsoft.com/office/drawing/2014/main" id="{7B493E49-71D0-0FC7-27A3-611246E502B3}"/>
                </a:ext>
              </a:extLst>
            </p:cNvPr>
            <p:cNvCxnSpPr>
              <a:cxnSpLocks/>
            </p:cNvCxnSpPr>
            <p:nvPr/>
          </p:nvCxnSpPr>
          <p:spPr>
            <a:xfrm>
              <a:off x="8104404" y="1289081"/>
              <a:ext cx="3131811" cy="918531"/>
            </a:xfrm>
            <a:prstGeom prst="line">
              <a:avLst/>
            </a:prstGeom>
            <a:ln w="38100">
              <a:solidFill>
                <a:srgbClr val="E44860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标签1">
                  <a:extLst>
                    <a:ext uri="{FF2B5EF4-FFF2-40B4-BE49-F238E27FC236}">
                      <a16:creationId xmlns:a16="http://schemas.microsoft.com/office/drawing/2014/main" id="{1D91A98F-9E64-D7EA-A9B1-69AA59A300EF}"/>
                    </a:ext>
                  </a:extLst>
                </p:cNvPr>
                <p:cNvSpPr txBox="1"/>
                <p:nvPr/>
              </p:nvSpPr>
              <p:spPr>
                <a:xfrm>
                  <a:off x="8542933" y="1571906"/>
                  <a:ext cx="88972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−20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8" name="标签1">
                  <a:extLst>
                    <a:ext uri="{FF2B5EF4-FFF2-40B4-BE49-F238E27FC236}">
                      <a16:creationId xmlns:a16="http://schemas.microsoft.com/office/drawing/2014/main" id="{1D91A98F-9E64-D7EA-A9B1-69AA59A300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42933" y="1571906"/>
                  <a:ext cx="889721" cy="523220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9" name="相频响应">
              <a:extLst>
                <a:ext uri="{FF2B5EF4-FFF2-40B4-BE49-F238E27FC236}">
                  <a16:creationId xmlns:a16="http://schemas.microsoft.com/office/drawing/2014/main" id="{39931537-9E32-D4C4-F8D8-55398E86F44F}"/>
                </a:ext>
              </a:extLst>
            </p:cNvPr>
            <p:cNvSpPr/>
            <p:nvPr/>
          </p:nvSpPr>
          <p:spPr>
            <a:xfrm flipV="1">
              <a:off x="5792366" y="2138070"/>
              <a:ext cx="5415620" cy="488171"/>
            </a:xfrm>
            <a:custGeom>
              <a:avLst/>
              <a:gdLst>
                <a:gd name="connsiteX0" fmla="*/ 2311400 w 2311400"/>
                <a:gd name="connsiteY0" fmla="*/ 2806700 h 2914873"/>
                <a:gd name="connsiteX1" fmla="*/ 1936750 w 2311400"/>
                <a:gd name="connsiteY1" fmla="*/ 2813050 h 2914873"/>
                <a:gd name="connsiteX2" fmla="*/ 1974850 w 2311400"/>
                <a:gd name="connsiteY2" fmla="*/ 1733550 h 2914873"/>
                <a:gd name="connsiteX3" fmla="*/ 0 w 2311400"/>
                <a:gd name="connsiteY3" fmla="*/ 0 h 2914873"/>
                <a:gd name="connsiteX0" fmla="*/ 2311400 w 2311400"/>
                <a:gd name="connsiteY0" fmla="*/ 2806700 h 2893131"/>
                <a:gd name="connsiteX1" fmla="*/ 1936750 w 2311400"/>
                <a:gd name="connsiteY1" fmla="*/ 2813050 h 2893131"/>
                <a:gd name="connsiteX2" fmla="*/ 1974850 w 2311400"/>
                <a:gd name="connsiteY2" fmla="*/ 1733550 h 2893131"/>
                <a:gd name="connsiteX3" fmla="*/ 0 w 2311400"/>
                <a:gd name="connsiteY3" fmla="*/ 0 h 2893131"/>
                <a:gd name="connsiteX0" fmla="*/ 2311400 w 2311400"/>
                <a:gd name="connsiteY0" fmla="*/ 2806700 h 2813083"/>
                <a:gd name="connsiteX1" fmla="*/ 1936750 w 2311400"/>
                <a:gd name="connsiteY1" fmla="*/ 2813050 h 2813083"/>
                <a:gd name="connsiteX2" fmla="*/ 1974850 w 2311400"/>
                <a:gd name="connsiteY2" fmla="*/ 1733550 h 2813083"/>
                <a:gd name="connsiteX3" fmla="*/ 0 w 2311400"/>
                <a:gd name="connsiteY3" fmla="*/ 0 h 2813083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13050"/>
                <a:gd name="connsiteX1" fmla="*/ 1936750 w 2311400"/>
                <a:gd name="connsiteY1" fmla="*/ 2813050 h 2813050"/>
                <a:gd name="connsiteX2" fmla="*/ 1974850 w 2311400"/>
                <a:gd name="connsiteY2" fmla="*/ 1733550 h 2813050"/>
                <a:gd name="connsiteX3" fmla="*/ 0 w 2311400"/>
                <a:gd name="connsiteY3" fmla="*/ 0 h 2813050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5757"/>
                <a:gd name="connsiteY0" fmla="*/ 2806700 h 2813050"/>
                <a:gd name="connsiteX1" fmla="*/ 1968500 w 2315757"/>
                <a:gd name="connsiteY1" fmla="*/ 2813050 h 2813050"/>
                <a:gd name="connsiteX2" fmla="*/ 1974850 w 2315757"/>
                <a:gd name="connsiteY2" fmla="*/ 1733550 h 2813050"/>
                <a:gd name="connsiteX3" fmla="*/ 0 w 2315757"/>
                <a:gd name="connsiteY3" fmla="*/ 0 h 2813050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9056"/>
                <a:gd name="connsiteX1" fmla="*/ 1968500 w 2311400"/>
                <a:gd name="connsiteY1" fmla="*/ 2813050 h 2819056"/>
                <a:gd name="connsiteX2" fmla="*/ 1974850 w 2311400"/>
                <a:gd name="connsiteY2" fmla="*/ 1733550 h 2819056"/>
                <a:gd name="connsiteX3" fmla="*/ 0 w 2311400"/>
                <a:gd name="connsiteY3" fmla="*/ 0 h 2819056"/>
                <a:gd name="connsiteX0" fmla="*/ 2328984 w 2328984"/>
                <a:gd name="connsiteY0" fmla="*/ 2824284 h 2830615"/>
                <a:gd name="connsiteX1" fmla="*/ 1968500 w 2328984"/>
                <a:gd name="connsiteY1" fmla="*/ 2813050 h 2830615"/>
                <a:gd name="connsiteX2" fmla="*/ 1974850 w 2328984"/>
                <a:gd name="connsiteY2" fmla="*/ 1733550 h 2830615"/>
                <a:gd name="connsiteX3" fmla="*/ 0 w 2328984"/>
                <a:gd name="connsiteY3" fmla="*/ 0 h 2830615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5119"/>
                <a:gd name="connsiteX1" fmla="*/ 1968500 w 2328984"/>
                <a:gd name="connsiteY1" fmla="*/ 2813050 h 2825119"/>
                <a:gd name="connsiteX2" fmla="*/ 1974850 w 2328984"/>
                <a:gd name="connsiteY2" fmla="*/ 1733550 h 2825119"/>
                <a:gd name="connsiteX3" fmla="*/ 0 w 2328984"/>
                <a:gd name="connsiteY3" fmla="*/ 0 h 2825119"/>
                <a:gd name="connsiteX0" fmla="*/ 2328984 w 2328984"/>
                <a:gd name="connsiteY0" fmla="*/ 2824284 h 3129746"/>
                <a:gd name="connsiteX1" fmla="*/ 1968500 w 2328984"/>
                <a:gd name="connsiteY1" fmla="*/ 2813050 h 3129746"/>
                <a:gd name="connsiteX2" fmla="*/ 1974850 w 2328984"/>
                <a:gd name="connsiteY2" fmla="*/ 1733550 h 3129746"/>
                <a:gd name="connsiteX3" fmla="*/ 0 w 2328984"/>
                <a:gd name="connsiteY3" fmla="*/ 0 h 3129746"/>
                <a:gd name="connsiteX0" fmla="*/ 2328984 w 2328984"/>
                <a:gd name="connsiteY0" fmla="*/ 2824284 h 3258925"/>
                <a:gd name="connsiteX1" fmla="*/ 1968500 w 2328984"/>
                <a:gd name="connsiteY1" fmla="*/ 2813050 h 3258925"/>
                <a:gd name="connsiteX2" fmla="*/ 1974850 w 2328984"/>
                <a:gd name="connsiteY2" fmla="*/ 1733550 h 3258925"/>
                <a:gd name="connsiteX3" fmla="*/ 0 w 2328984"/>
                <a:gd name="connsiteY3" fmla="*/ 0 h 3258925"/>
                <a:gd name="connsiteX0" fmla="*/ 2328984 w 2328984"/>
                <a:gd name="connsiteY0" fmla="*/ 2824284 h 2856935"/>
                <a:gd name="connsiteX1" fmla="*/ 1968500 w 2328984"/>
                <a:gd name="connsiteY1" fmla="*/ 2813050 h 2856935"/>
                <a:gd name="connsiteX2" fmla="*/ 1974850 w 2328984"/>
                <a:gd name="connsiteY2" fmla="*/ 1733550 h 2856935"/>
                <a:gd name="connsiteX3" fmla="*/ 0 w 2328984"/>
                <a:gd name="connsiteY3" fmla="*/ 0 h 2856935"/>
                <a:gd name="connsiteX0" fmla="*/ 2328984 w 2331488"/>
                <a:gd name="connsiteY0" fmla="*/ 2824284 h 3113169"/>
                <a:gd name="connsiteX1" fmla="*/ 1968500 w 2331488"/>
                <a:gd name="connsiteY1" fmla="*/ 2813050 h 3113169"/>
                <a:gd name="connsiteX2" fmla="*/ 1974850 w 2331488"/>
                <a:gd name="connsiteY2" fmla="*/ 1733550 h 3113169"/>
                <a:gd name="connsiteX3" fmla="*/ 0 w 2331488"/>
                <a:gd name="connsiteY3" fmla="*/ 0 h 3113169"/>
                <a:gd name="connsiteX0" fmla="*/ 2328984 w 2330716"/>
                <a:gd name="connsiteY0" fmla="*/ 2824284 h 3049414"/>
                <a:gd name="connsiteX1" fmla="*/ 1700335 w 2330716"/>
                <a:gd name="connsiteY1" fmla="*/ 2531696 h 3049414"/>
                <a:gd name="connsiteX2" fmla="*/ 1974850 w 2330716"/>
                <a:gd name="connsiteY2" fmla="*/ 1733550 h 3049414"/>
                <a:gd name="connsiteX3" fmla="*/ 0 w 2330716"/>
                <a:gd name="connsiteY3" fmla="*/ 0 h 3049414"/>
                <a:gd name="connsiteX0" fmla="*/ 2328984 w 2331175"/>
                <a:gd name="connsiteY0" fmla="*/ 2824284 h 3066634"/>
                <a:gd name="connsiteX1" fmla="*/ 1700335 w 2331175"/>
                <a:gd name="connsiteY1" fmla="*/ 2531696 h 3066634"/>
                <a:gd name="connsiteX2" fmla="*/ 1974850 w 2331175"/>
                <a:gd name="connsiteY2" fmla="*/ 1733550 h 3066634"/>
                <a:gd name="connsiteX3" fmla="*/ 0 w 2331175"/>
                <a:gd name="connsiteY3" fmla="*/ 0 h 3066634"/>
                <a:gd name="connsiteX0" fmla="*/ 2328984 w 2332424"/>
                <a:gd name="connsiteY0" fmla="*/ 2824284 h 3145437"/>
                <a:gd name="connsiteX1" fmla="*/ 1950916 w 2332424"/>
                <a:gd name="connsiteY1" fmla="*/ 2830634 h 3145437"/>
                <a:gd name="connsiteX2" fmla="*/ 1974850 w 2332424"/>
                <a:gd name="connsiteY2" fmla="*/ 1733550 h 3145437"/>
                <a:gd name="connsiteX3" fmla="*/ 0 w 2332424"/>
                <a:gd name="connsiteY3" fmla="*/ 0 h 3145437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28984"/>
                <a:gd name="connsiteY0" fmla="*/ 2824284 h 2825799"/>
                <a:gd name="connsiteX1" fmla="*/ 1955312 w 2328984"/>
                <a:gd name="connsiteY1" fmla="*/ 2817446 h 2825799"/>
                <a:gd name="connsiteX2" fmla="*/ 1952869 w 2328984"/>
                <a:gd name="connsiteY2" fmla="*/ 1737946 h 2825799"/>
                <a:gd name="connsiteX3" fmla="*/ 0 w 2328984"/>
                <a:gd name="connsiteY3" fmla="*/ 0 h 2825799"/>
                <a:gd name="connsiteX0" fmla="*/ 2328984 w 2328984"/>
                <a:gd name="connsiteY0" fmla="*/ 2824284 h 2824284"/>
                <a:gd name="connsiteX1" fmla="*/ 1955312 w 2328984"/>
                <a:gd name="connsiteY1" fmla="*/ 2817446 h 2824284"/>
                <a:gd name="connsiteX2" fmla="*/ 1952869 w 2328984"/>
                <a:gd name="connsiteY2" fmla="*/ 1737946 h 2824284"/>
                <a:gd name="connsiteX3" fmla="*/ 0 w 2328984"/>
                <a:gd name="connsiteY3" fmla="*/ 0 h 2824284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0 w 2320192"/>
                <a:gd name="connsiteY2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3647342 w 3647342"/>
                <a:gd name="connsiteY0" fmla="*/ 3073888 h 3073888"/>
                <a:gd name="connsiteX1" fmla="*/ 0 w 3647342"/>
                <a:gd name="connsiteY1" fmla="*/ 0 h 3073888"/>
                <a:gd name="connsiteX0" fmla="*/ 256471 w 1264588"/>
                <a:gd name="connsiteY0" fmla="*/ 2210288 h 2210288"/>
                <a:gd name="connsiteX1" fmla="*/ 1123979 w 1264588"/>
                <a:gd name="connsiteY1" fmla="*/ 0 h 2210288"/>
                <a:gd name="connsiteX0" fmla="*/ 374863 w 1242371"/>
                <a:gd name="connsiteY0" fmla="*/ 2210288 h 2210288"/>
                <a:gd name="connsiteX1" fmla="*/ 1242371 w 1242371"/>
                <a:gd name="connsiteY1" fmla="*/ 0 h 2210288"/>
                <a:gd name="connsiteX0" fmla="*/ 339658 w 1454816"/>
                <a:gd name="connsiteY0" fmla="*/ 2146788 h 2146788"/>
                <a:gd name="connsiteX1" fmla="*/ 1454816 w 1454816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1965 w 850423"/>
                <a:gd name="connsiteY0" fmla="*/ 2146788 h 2146788"/>
                <a:gd name="connsiteX1" fmla="*/ 850423 w 850423"/>
                <a:gd name="connsiteY1" fmla="*/ 0 h 2146788"/>
                <a:gd name="connsiteX0" fmla="*/ 1777 w 888335"/>
                <a:gd name="connsiteY0" fmla="*/ 2140438 h 2140438"/>
                <a:gd name="connsiteX1" fmla="*/ 888335 w 888335"/>
                <a:gd name="connsiteY1" fmla="*/ 0 h 2140438"/>
                <a:gd name="connsiteX0" fmla="*/ 275 w 886833"/>
                <a:gd name="connsiteY0" fmla="*/ 2140438 h 2140438"/>
                <a:gd name="connsiteX1" fmla="*/ 886833 w 886833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886558"/>
                <a:gd name="connsiteY0" fmla="*/ 2108688 h 2108688"/>
                <a:gd name="connsiteX1" fmla="*/ 886558 w 886558"/>
                <a:gd name="connsiteY1" fmla="*/ 0 h 2108688"/>
                <a:gd name="connsiteX0" fmla="*/ 0 w 886558"/>
                <a:gd name="connsiteY0" fmla="*/ 2108688 h 2108688"/>
                <a:gd name="connsiteX1" fmla="*/ 886558 w 886558"/>
                <a:gd name="connsiteY1" fmla="*/ 0 h 2108688"/>
                <a:gd name="connsiteX0" fmla="*/ 115 w 886673"/>
                <a:gd name="connsiteY0" fmla="*/ 2108688 h 2108688"/>
                <a:gd name="connsiteX1" fmla="*/ 886673 w 886673"/>
                <a:gd name="connsiteY1" fmla="*/ 0 h 2108688"/>
                <a:gd name="connsiteX0" fmla="*/ 117 w 886675"/>
                <a:gd name="connsiteY0" fmla="*/ 2108688 h 2108688"/>
                <a:gd name="connsiteX1" fmla="*/ 886675 w 886675"/>
                <a:gd name="connsiteY1" fmla="*/ 0 h 2108688"/>
                <a:gd name="connsiteX0" fmla="*/ 188597 w 188597"/>
                <a:gd name="connsiteY0" fmla="*/ 1375957 h 1375957"/>
                <a:gd name="connsiteX1" fmla="*/ 15420 w 188597"/>
                <a:gd name="connsiteY1" fmla="*/ 0 h 1375957"/>
                <a:gd name="connsiteX0" fmla="*/ 179891 w 301071"/>
                <a:gd name="connsiteY0" fmla="*/ 1375957 h 1585789"/>
                <a:gd name="connsiteX1" fmla="*/ 6714 w 301071"/>
                <a:gd name="connsiteY1" fmla="*/ 0 h 1585789"/>
                <a:gd name="connsiteX0" fmla="*/ 0 w 1219617"/>
                <a:gd name="connsiteY0" fmla="*/ 1067120 h 1383642"/>
                <a:gd name="connsiteX1" fmla="*/ 1219617 w 1219617"/>
                <a:gd name="connsiteY1" fmla="*/ 0 h 1383642"/>
                <a:gd name="connsiteX0" fmla="*/ 0 w 1219617"/>
                <a:gd name="connsiteY0" fmla="*/ 1067120 h 1144709"/>
                <a:gd name="connsiteX1" fmla="*/ 1219617 w 1219617"/>
                <a:gd name="connsiteY1" fmla="*/ 0 h 1144709"/>
                <a:gd name="connsiteX0" fmla="*/ 0 w 1219617"/>
                <a:gd name="connsiteY0" fmla="*/ 1067120 h 1106481"/>
                <a:gd name="connsiteX1" fmla="*/ 1219617 w 1219617"/>
                <a:gd name="connsiteY1" fmla="*/ 0 h 1106481"/>
                <a:gd name="connsiteX0" fmla="*/ 0 w 1219617"/>
                <a:gd name="connsiteY0" fmla="*/ 1067120 h 1067360"/>
                <a:gd name="connsiteX1" fmla="*/ 1219617 w 1219617"/>
                <a:gd name="connsiteY1" fmla="*/ 0 h 1067360"/>
                <a:gd name="connsiteX0" fmla="*/ 0 w 1219617"/>
                <a:gd name="connsiteY0" fmla="*/ 1067120 h 1067215"/>
                <a:gd name="connsiteX1" fmla="*/ 1219617 w 1219617"/>
                <a:gd name="connsiteY1" fmla="*/ 0 h 1067215"/>
                <a:gd name="connsiteX0" fmla="*/ 0 w 1219617"/>
                <a:gd name="connsiteY0" fmla="*/ 1008849 h 1008950"/>
                <a:gd name="connsiteX1" fmla="*/ 1219617 w 1219617"/>
                <a:gd name="connsiteY1" fmla="*/ 0 h 1008950"/>
                <a:gd name="connsiteX0" fmla="*/ 0 w 1219617"/>
                <a:gd name="connsiteY0" fmla="*/ 1008849 h 1008941"/>
                <a:gd name="connsiteX1" fmla="*/ 1219617 w 1219617"/>
                <a:gd name="connsiteY1" fmla="*/ 0 h 1008941"/>
                <a:gd name="connsiteX0" fmla="*/ 0 w 3104310"/>
                <a:gd name="connsiteY0" fmla="*/ 329015 h 329300"/>
                <a:gd name="connsiteX1" fmla="*/ 3104310 w 3104310"/>
                <a:gd name="connsiteY1" fmla="*/ 0 h 329300"/>
                <a:gd name="connsiteX0" fmla="*/ 0 w 3104310"/>
                <a:gd name="connsiteY0" fmla="*/ 330476 h 330724"/>
                <a:gd name="connsiteX1" fmla="*/ 3104310 w 3104310"/>
                <a:gd name="connsiteY1" fmla="*/ 1461 h 330724"/>
                <a:gd name="connsiteX0" fmla="*/ 0 w 3104310"/>
                <a:gd name="connsiteY0" fmla="*/ 330552 h 330553"/>
                <a:gd name="connsiteX1" fmla="*/ 3104310 w 3104310"/>
                <a:gd name="connsiteY1" fmla="*/ 1537 h 330553"/>
                <a:gd name="connsiteX0" fmla="*/ 0 w 3104310"/>
                <a:gd name="connsiteY0" fmla="*/ 330514 h 330518"/>
                <a:gd name="connsiteX1" fmla="*/ 3104310 w 3104310"/>
                <a:gd name="connsiteY1" fmla="*/ 1499 h 330518"/>
                <a:gd name="connsiteX0" fmla="*/ 0 w 3097047"/>
                <a:gd name="connsiteY0" fmla="*/ 747339 h 747341"/>
                <a:gd name="connsiteX1" fmla="*/ 3097047 w 3097047"/>
                <a:gd name="connsiteY1" fmla="*/ 711 h 747341"/>
                <a:gd name="connsiteX0" fmla="*/ 0 w 3097047"/>
                <a:gd name="connsiteY0" fmla="*/ 746628 h 746630"/>
                <a:gd name="connsiteX1" fmla="*/ 3097047 w 3097047"/>
                <a:gd name="connsiteY1" fmla="*/ 0 h 746630"/>
                <a:gd name="connsiteX0" fmla="*/ 0 w 3097047"/>
                <a:gd name="connsiteY0" fmla="*/ 746628 h 746630"/>
                <a:gd name="connsiteX1" fmla="*/ 3097047 w 3097047"/>
                <a:gd name="connsiteY1" fmla="*/ 0 h 746630"/>
                <a:gd name="connsiteX0" fmla="*/ 0 w 3097047"/>
                <a:gd name="connsiteY0" fmla="*/ 746628 h 746628"/>
                <a:gd name="connsiteX1" fmla="*/ 3097047 w 3097047"/>
                <a:gd name="connsiteY1" fmla="*/ 0 h 746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97047" h="746628">
                  <a:moveTo>
                    <a:pt x="0" y="746628"/>
                  </a:moveTo>
                  <a:cubicBezTo>
                    <a:pt x="1087897" y="728644"/>
                    <a:pt x="1465180" y="1719"/>
                    <a:pt x="3097047" y="0"/>
                  </a:cubicBezTo>
                </a:path>
              </a:pathLst>
            </a:custGeom>
            <a:noFill/>
            <a:ln w="38100">
              <a:solidFill>
                <a:srgbClr val="159F84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226642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" grpId="0"/>
      <p:bldP spid="149" grpId="0"/>
      <p:bldP spid="105" grpId="0"/>
      <p:bldP spid="174" grpId="0" animBg="1"/>
      <p:bldP spid="175" grpId="0" animBg="1"/>
      <p:bldP spid="176" grpId="0"/>
      <p:bldP spid="17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开环传函形式">
                <a:extLst>
                  <a:ext uri="{FF2B5EF4-FFF2-40B4-BE49-F238E27FC236}">
                    <a16:creationId xmlns:a16="http://schemas.microsoft.com/office/drawing/2014/main" id="{E07D5CCF-FAAE-0255-A9CC-354E17A1BC14}"/>
                  </a:ext>
                </a:extLst>
              </p:cNvPr>
              <p:cNvSpPr txBox="1"/>
              <p:nvPr/>
            </p:nvSpPr>
            <p:spPr>
              <a:xfrm>
                <a:off x="2599562" y="2513845"/>
                <a:ext cx="2602263" cy="11056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𝐺</m:t>
                    </m:r>
                    <m:d>
                      <m:d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</m:e>
                    </m:d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𝐾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(</m:t>
                        </m:r>
                        <m:box>
                          <m:box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𝑠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box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+1)</m:t>
                        </m:r>
                      </m:num>
                      <m:den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(</m:t>
                        </m:r>
                        <m:box>
                          <m:box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𝑠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kumimoji="1"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e>
                        </m:box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+1)</m:t>
                        </m:r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149" name="开环传函形式">
                <a:extLst>
                  <a:ext uri="{FF2B5EF4-FFF2-40B4-BE49-F238E27FC236}">
                    <a16:creationId xmlns:a16="http://schemas.microsoft.com/office/drawing/2014/main" id="{E07D5CCF-FAAE-0255-A9CC-354E17A1B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9562" y="2513845"/>
                <a:ext cx="2602263" cy="1105624"/>
              </a:xfrm>
              <a:prstGeom prst="rect">
                <a:avLst/>
              </a:prstGeom>
              <a:blipFill>
                <a:blip r:embed="rId3"/>
                <a:stretch>
                  <a:fillRect l="-971" b="-1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2" name="相频响应">
            <a:extLst>
              <a:ext uri="{FF2B5EF4-FFF2-40B4-BE49-F238E27FC236}">
                <a16:creationId xmlns:a16="http://schemas.microsoft.com/office/drawing/2014/main" id="{393EE1AE-5B1D-FD29-40AA-8CD3F7D0672E}"/>
              </a:ext>
            </a:extLst>
          </p:cNvPr>
          <p:cNvSpPr/>
          <p:nvPr/>
        </p:nvSpPr>
        <p:spPr>
          <a:xfrm flipV="1">
            <a:off x="5851918" y="2463064"/>
            <a:ext cx="5421969" cy="515128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00678" h="787857">
                <a:moveTo>
                  <a:pt x="0" y="0"/>
                </a:moveTo>
                <a:cubicBezTo>
                  <a:pt x="859119" y="1439"/>
                  <a:pt x="12622" y="770152"/>
                  <a:pt x="3100678" y="787857"/>
                </a:cubicBezTo>
              </a:path>
            </a:pathLst>
          </a:custGeom>
          <a:noFill/>
          <a:ln w="38100">
            <a:solidFill>
              <a:srgbClr val="159F84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5" name="标题">
            <a:extLst>
              <a:ext uri="{FF2B5EF4-FFF2-40B4-BE49-F238E27FC236}">
                <a16:creationId xmlns:a16="http://schemas.microsoft.com/office/drawing/2014/main" id="{91E211A5-545E-76E4-C9D7-6C2EED3DF91D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 </a:t>
            </a:r>
            <a:r>
              <a:rPr lang="en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Bode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图确定系统传递函数</a:t>
            </a:r>
          </a:p>
        </p:txBody>
      </p:sp>
      <p:grpSp>
        <p:nvGrpSpPr>
          <p:cNvPr id="146" name="问题">
            <a:extLst>
              <a:ext uri="{FF2B5EF4-FFF2-40B4-BE49-F238E27FC236}">
                <a16:creationId xmlns:a16="http://schemas.microsoft.com/office/drawing/2014/main" id="{587ED640-4E71-5F4E-33AB-05A8106E789A}"/>
              </a:ext>
            </a:extLst>
          </p:cNvPr>
          <p:cNvGrpSpPr/>
          <p:nvPr/>
        </p:nvGrpSpPr>
        <p:grpSpPr>
          <a:xfrm>
            <a:off x="187829" y="995875"/>
            <a:ext cx="4720002" cy="881063"/>
            <a:chOff x="5348307" y="5538470"/>
            <a:chExt cx="4720002" cy="881063"/>
          </a:xfrm>
        </p:grpSpPr>
        <p:sp>
          <p:nvSpPr>
            <p:cNvPr id="147" name="问号">
              <a:extLst>
                <a:ext uri="{FF2B5EF4-FFF2-40B4-BE49-F238E27FC236}">
                  <a16:creationId xmlns:a16="http://schemas.microsoft.com/office/drawing/2014/main" id="{33E7E3D8-EFC5-DC7C-41D5-28BDA83CDAC2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148" name="文本">
              <a:extLst>
                <a:ext uri="{FF2B5EF4-FFF2-40B4-BE49-F238E27FC236}">
                  <a16:creationId xmlns:a16="http://schemas.microsoft.com/office/drawing/2014/main" id="{61C02C1C-A279-A74B-E983-078B02F8B0BF}"/>
                </a:ext>
              </a:extLst>
            </p:cNvPr>
            <p:cNvSpPr txBox="1"/>
            <p:nvPr/>
          </p:nvSpPr>
          <p:spPr>
            <a:xfrm>
              <a:off x="6306265" y="5726958"/>
              <a:ext cx="376204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图中有哪些典型环节？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174" name="小标题1">
            <a:extLst>
              <a:ext uri="{FF2B5EF4-FFF2-40B4-BE49-F238E27FC236}">
                <a16:creationId xmlns:a16="http://schemas.microsoft.com/office/drawing/2014/main" id="{7A417BE2-5503-84DF-884B-9F97026D0F38}"/>
              </a:ext>
            </a:extLst>
          </p:cNvPr>
          <p:cNvSpPr/>
          <p:nvPr/>
        </p:nvSpPr>
        <p:spPr bwMode="auto">
          <a:xfrm>
            <a:off x="442913" y="2004817"/>
            <a:ext cx="1916598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惯性</a:t>
            </a:r>
          </a:p>
        </p:txBody>
      </p:sp>
      <p:sp>
        <p:nvSpPr>
          <p:cNvPr id="175" name="小标题2">
            <a:extLst>
              <a:ext uri="{FF2B5EF4-FFF2-40B4-BE49-F238E27FC236}">
                <a16:creationId xmlns:a16="http://schemas.microsoft.com/office/drawing/2014/main" id="{E94A4FB5-FE50-9780-57B0-8A53D425AAEC}"/>
              </a:ext>
            </a:extLst>
          </p:cNvPr>
          <p:cNvSpPr/>
          <p:nvPr/>
        </p:nvSpPr>
        <p:spPr bwMode="auto">
          <a:xfrm>
            <a:off x="2765805" y="1993407"/>
            <a:ext cx="1916598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积分</a:t>
            </a:r>
          </a:p>
        </p:txBody>
      </p:sp>
      <p:sp>
        <p:nvSpPr>
          <p:cNvPr id="158" name="小标题3">
            <a:extLst>
              <a:ext uri="{FF2B5EF4-FFF2-40B4-BE49-F238E27FC236}">
                <a16:creationId xmlns:a16="http://schemas.microsoft.com/office/drawing/2014/main" id="{DBB4797E-E19D-6F79-99F4-1E6057D45173}"/>
              </a:ext>
            </a:extLst>
          </p:cNvPr>
          <p:cNvSpPr/>
          <p:nvPr/>
        </p:nvSpPr>
        <p:spPr bwMode="auto">
          <a:xfrm>
            <a:off x="435672" y="2722983"/>
            <a:ext cx="1916598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一阶微分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结果3">
                <a:extLst>
                  <a:ext uri="{FF2B5EF4-FFF2-40B4-BE49-F238E27FC236}">
                    <a16:creationId xmlns:a16="http://schemas.microsoft.com/office/drawing/2014/main" id="{94DC7BC2-9D0E-046A-7FC1-FAE378C455FB}"/>
                  </a:ext>
                </a:extLst>
              </p:cNvPr>
              <p:cNvSpPr txBox="1"/>
              <p:nvPr/>
            </p:nvSpPr>
            <p:spPr>
              <a:xfrm>
                <a:off x="2494806" y="5701662"/>
                <a:ext cx="3533452" cy="6312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zh-CN" altLang="en-US" sz="2800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box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box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box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6" name="结果3">
                <a:extLst>
                  <a:ext uri="{FF2B5EF4-FFF2-40B4-BE49-F238E27FC236}">
                    <a16:creationId xmlns:a16="http://schemas.microsoft.com/office/drawing/2014/main" id="{94DC7BC2-9D0E-046A-7FC1-FAE378C455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4806" y="5701662"/>
                <a:ext cx="3533452" cy="631263"/>
              </a:xfrm>
              <a:prstGeom prst="rect">
                <a:avLst/>
              </a:prstGeom>
              <a:blipFill>
                <a:blip r:embed="rId4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8" name="小标题3">
            <a:extLst>
              <a:ext uri="{FF2B5EF4-FFF2-40B4-BE49-F238E27FC236}">
                <a16:creationId xmlns:a16="http://schemas.microsoft.com/office/drawing/2014/main" id="{9B75463D-A158-5EC4-9D6E-593CFE63EEC0}"/>
              </a:ext>
            </a:extLst>
          </p:cNvPr>
          <p:cNvSpPr/>
          <p:nvPr/>
        </p:nvSpPr>
        <p:spPr bwMode="auto">
          <a:xfrm>
            <a:off x="412751" y="5673197"/>
            <a:ext cx="1916598" cy="576000"/>
          </a:xfrm>
          <a:prstGeom prst="roundRect">
            <a:avLst/>
          </a:prstGeom>
          <a:solidFill>
            <a:srgbClr val="E44860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等距等比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4922F61-50B8-E3FC-74BD-2FB1DD9A5742}"/>
              </a:ext>
            </a:extLst>
          </p:cNvPr>
          <p:cNvGrpSpPr/>
          <p:nvPr/>
        </p:nvGrpSpPr>
        <p:grpSpPr>
          <a:xfrm>
            <a:off x="5845111" y="1276925"/>
            <a:ext cx="6156724" cy="4119614"/>
            <a:chOff x="5845111" y="1276925"/>
            <a:chExt cx="6156724" cy="4119614"/>
          </a:xfrm>
        </p:grpSpPr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26374933-B3D1-AD0E-516F-3C915A05E6B2}"/>
                </a:ext>
              </a:extLst>
            </p:cNvPr>
            <p:cNvGrpSpPr/>
            <p:nvPr/>
          </p:nvGrpSpPr>
          <p:grpSpPr>
            <a:xfrm>
              <a:off x="5845111" y="1276925"/>
              <a:ext cx="6156724" cy="3022923"/>
              <a:chOff x="1486694" y="1007428"/>
              <a:chExt cx="9840917" cy="5528779"/>
            </a:xfrm>
          </p:grpSpPr>
          <p:cxnSp>
            <p:nvCxnSpPr>
              <p:cNvPr id="42" name="辅助线">
                <a:extLst>
                  <a:ext uri="{FF2B5EF4-FFF2-40B4-BE49-F238E27FC236}">
                    <a16:creationId xmlns:a16="http://schemas.microsoft.com/office/drawing/2014/main" id="{76DCA313-8C24-CF37-A76D-70C98050093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1628800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辅助线">
                <a:extLst>
                  <a:ext uri="{FF2B5EF4-FFF2-40B4-BE49-F238E27FC236}">
                    <a16:creationId xmlns:a16="http://schemas.microsoft.com/office/drawing/2014/main" id="{0583C0CD-D7A2-B587-C60D-24115ACCAE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2132856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辅助线">
                <a:extLst>
                  <a:ext uri="{FF2B5EF4-FFF2-40B4-BE49-F238E27FC236}">
                    <a16:creationId xmlns:a16="http://schemas.microsoft.com/office/drawing/2014/main" id="{B7FD8EA0-F194-9F10-AC17-2611CBD1F4C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2636912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辅助线">
                <a:extLst>
                  <a:ext uri="{FF2B5EF4-FFF2-40B4-BE49-F238E27FC236}">
                    <a16:creationId xmlns:a16="http://schemas.microsoft.com/office/drawing/2014/main" id="{7855075D-B48C-1241-FF8D-0EE4840DE4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3140968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辅助线">
                <a:extLst>
                  <a:ext uri="{FF2B5EF4-FFF2-40B4-BE49-F238E27FC236}">
                    <a16:creationId xmlns:a16="http://schemas.microsoft.com/office/drawing/2014/main" id="{3D42B344-20EC-2FC6-A50E-F4405FE11C3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3645024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辅助线">
                <a:extLst>
                  <a:ext uri="{FF2B5EF4-FFF2-40B4-BE49-F238E27FC236}">
                    <a16:creationId xmlns:a16="http://schemas.microsoft.com/office/drawing/2014/main" id="{9A691971-2F7E-E2D2-0B2F-197DE01C52A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4149080"/>
                <a:ext cx="972108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辅助线">
                <a:extLst>
                  <a:ext uri="{FF2B5EF4-FFF2-40B4-BE49-F238E27FC236}">
                    <a16:creationId xmlns:a16="http://schemas.microsoft.com/office/drawing/2014/main" id="{772CA42B-2C86-C235-DFE9-CE8DC7C9EB4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4653136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辅助线">
                <a:extLst>
                  <a:ext uri="{FF2B5EF4-FFF2-40B4-BE49-F238E27FC236}">
                    <a16:creationId xmlns:a16="http://schemas.microsoft.com/office/drawing/2014/main" id="{7F76CF55-E913-5EBB-77BC-C616BE3665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5157192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辅助线">
                <a:extLst>
                  <a:ext uri="{FF2B5EF4-FFF2-40B4-BE49-F238E27FC236}">
                    <a16:creationId xmlns:a16="http://schemas.microsoft.com/office/drawing/2014/main" id="{F5F7312D-BE7A-1DE7-B54F-54705385F94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5661248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辅助线">
                <a:extLst>
                  <a:ext uri="{FF2B5EF4-FFF2-40B4-BE49-F238E27FC236}">
                    <a16:creationId xmlns:a16="http://schemas.microsoft.com/office/drawing/2014/main" id="{9A12FDEB-77C9-DFA4-C256-36F000E921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6165304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3" name="组合 52">
                <a:extLst>
                  <a:ext uri="{FF2B5EF4-FFF2-40B4-BE49-F238E27FC236}">
                    <a16:creationId xmlns:a16="http://schemas.microsoft.com/office/drawing/2014/main" id="{2049756D-7575-BF6D-3303-3A455DA6FC21}"/>
                  </a:ext>
                </a:extLst>
              </p:cNvPr>
              <p:cNvGrpSpPr/>
              <p:nvPr/>
            </p:nvGrpSpPr>
            <p:grpSpPr>
              <a:xfrm>
                <a:off x="1486694" y="1052736"/>
                <a:ext cx="8707412" cy="5112568"/>
                <a:chOff x="1486694" y="1052736"/>
                <a:chExt cx="8707412" cy="5112568"/>
              </a:xfrm>
            </p:grpSpPr>
            <p:cxnSp>
              <p:nvCxnSpPr>
                <p:cNvPr id="140" name="辅助线">
                  <a:extLst>
                    <a:ext uri="{FF2B5EF4-FFF2-40B4-BE49-F238E27FC236}">
                      <a16:creationId xmlns:a16="http://schemas.microsoft.com/office/drawing/2014/main" id="{EF04C218-81F0-5CBA-CBAB-7B37B38506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86694" y="1052736"/>
                  <a:ext cx="0" cy="5112568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prstDash val="solid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辅助线">
                  <a:extLst>
                    <a:ext uri="{FF2B5EF4-FFF2-40B4-BE49-F238E27FC236}">
                      <a16:creationId xmlns:a16="http://schemas.microsoft.com/office/drawing/2014/main" id="{62B88FBC-E429-D3E7-9744-E615F9A903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194106" y="1628800"/>
                  <a:ext cx="0" cy="4536504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prstDash val="solid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EE41F120-E075-FD7E-B798-53F36FA80A08}"/>
                  </a:ext>
                </a:extLst>
              </p:cNvPr>
              <p:cNvGrpSpPr/>
              <p:nvPr/>
            </p:nvGrpSpPr>
            <p:grpSpPr>
              <a:xfrm>
                <a:off x="3595967" y="1635150"/>
                <a:ext cx="2902471" cy="4536504"/>
                <a:chOff x="4389165" y="1628800"/>
                <a:chExt cx="2902471" cy="4536504"/>
              </a:xfrm>
            </p:grpSpPr>
            <p:cxnSp>
              <p:nvCxnSpPr>
                <p:cNvPr id="125" name="辅助线">
                  <a:extLst>
                    <a:ext uri="{FF2B5EF4-FFF2-40B4-BE49-F238E27FC236}">
                      <a16:creationId xmlns:a16="http://schemas.microsoft.com/office/drawing/2014/main" id="{CEE4AAC1-74DB-D93D-B20F-4BFFB39842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89165" y="1628800"/>
                  <a:ext cx="0" cy="4536504"/>
                </a:xfrm>
                <a:prstGeom prst="straightConnector1">
                  <a:avLst/>
                </a:prstGeom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  <a:prstDash val="sysDot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辅助线">
                  <a:extLst>
                    <a:ext uri="{FF2B5EF4-FFF2-40B4-BE49-F238E27FC236}">
                      <a16:creationId xmlns:a16="http://schemas.microsoft.com/office/drawing/2014/main" id="{1D510F6D-1C5F-46FD-8CEB-96B3139894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291636" y="1628800"/>
                  <a:ext cx="0" cy="4536504"/>
                </a:xfrm>
                <a:prstGeom prst="straightConnector1">
                  <a:avLst/>
                </a:prstGeom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  <a:prstDash val="sysDot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8" name="辅助线">
                <a:extLst>
                  <a:ext uri="{FF2B5EF4-FFF2-40B4-BE49-F238E27FC236}">
                    <a16:creationId xmlns:a16="http://schemas.microsoft.com/office/drawing/2014/main" id="{902C1A8F-E468-C60F-9932-388BE23A21E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12139" y="1641502"/>
                <a:ext cx="0" cy="4536503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Gs">
                    <a:extLst>
                      <a:ext uri="{FF2B5EF4-FFF2-40B4-BE49-F238E27FC236}">
                        <a16:creationId xmlns:a16="http://schemas.microsoft.com/office/drawing/2014/main" id="{5CBA7A6D-E506-4AA6-F8D8-A5A577D5B0A8}"/>
                      </a:ext>
                    </a:extLst>
                  </p:cNvPr>
                  <p:cNvSpPr txBox="1"/>
                  <p:nvPr/>
                </p:nvSpPr>
                <p:spPr>
                  <a:xfrm>
                    <a:off x="1488412" y="1050911"/>
                    <a:ext cx="1549681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CN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r>
                      <a:rPr lang="en-US" altLang="zh-CN" dirty="0">
                        <a:solidFill>
                          <a:srgbClr val="E44860"/>
                        </a:solidFill>
                      </a:rPr>
                      <a:t>dB</a:t>
                    </a:r>
                    <a:endParaRPr lang="zh-CN" altLang="en-US" dirty="0">
                      <a:solidFill>
                        <a:srgbClr val="E448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2" name="Gs">
                    <a:extLst>
                      <a:ext uri="{FF2B5EF4-FFF2-40B4-BE49-F238E27FC236}">
                        <a16:creationId xmlns:a16="http://schemas.microsoft.com/office/drawing/2014/main" id="{5CBA7A6D-E506-4AA6-F8D8-A5A577D5B0A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88412" y="1050911"/>
                    <a:ext cx="1549681" cy="67549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6667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Gs">
                    <a:extLst>
                      <a:ext uri="{FF2B5EF4-FFF2-40B4-BE49-F238E27FC236}">
                        <a16:creationId xmlns:a16="http://schemas.microsoft.com/office/drawing/2014/main" id="{A27DF585-8B29-BDD0-3B00-8F317B25F3A1}"/>
                      </a:ext>
                    </a:extLst>
                  </p:cNvPr>
                  <p:cNvSpPr txBox="1"/>
                  <p:nvPr/>
                </p:nvSpPr>
                <p:spPr>
                  <a:xfrm>
                    <a:off x="10902767" y="3608279"/>
                    <a:ext cx="424844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1" name="Gs">
                    <a:extLst>
                      <a:ext uri="{FF2B5EF4-FFF2-40B4-BE49-F238E27FC236}">
                        <a16:creationId xmlns:a16="http://schemas.microsoft.com/office/drawing/2014/main" id="{A5F3EF99-3630-0BF0-DB3A-7C787EF6639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02767" y="3608279"/>
                    <a:ext cx="424844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18182" b="-625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Gs">
                    <a:extLst>
                      <a:ext uri="{FF2B5EF4-FFF2-40B4-BE49-F238E27FC236}">
                        <a16:creationId xmlns:a16="http://schemas.microsoft.com/office/drawing/2014/main" id="{C5A81B3E-2081-3064-3ADF-D02364FB985B}"/>
                      </a:ext>
                    </a:extLst>
                  </p:cNvPr>
                  <p:cNvSpPr txBox="1"/>
                  <p:nvPr/>
                </p:nvSpPr>
                <p:spPr>
                  <a:xfrm>
                    <a:off x="10042497" y="3724861"/>
                    <a:ext cx="703715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2" name="Gs">
                    <a:extLst>
                      <a:ext uri="{FF2B5EF4-FFF2-40B4-BE49-F238E27FC236}">
                        <a16:creationId xmlns:a16="http://schemas.microsoft.com/office/drawing/2014/main" id="{AA1AF1CD-2EA4-F280-C3B3-8E2535C72CD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42497" y="3724861"/>
                    <a:ext cx="703715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6470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Gs">
                    <a:extLst>
                      <a:ext uri="{FF2B5EF4-FFF2-40B4-BE49-F238E27FC236}">
                        <a16:creationId xmlns:a16="http://schemas.microsoft.com/office/drawing/2014/main" id="{2138F283-191A-4B73-593F-FFB1AEB91649}"/>
                      </a:ext>
                    </a:extLst>
                  </p:cNvPr>
                  <p:cNvSpPr txBox="1"/>
                  <p:nvPr/>
                </p:nvSpPr>
                <p:spPr>
                  <a:xfrm>
                    <a:off x="10143990" y="3346670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5" name="Gs">
                    <a:extLst>
                      <a:ext uri="{FF2B5EF4-FFF2-40B4-BE49-F238E27FC236}">
                        <a16:creationId xmlns:a16="http://schemas.microsoft.com/office/drawing/2014/main" id="{2138F283-191A-4B73-593F-FFB1AEB9164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43990" y="3346670"/>
                    <a:ext cx="703715" cy="67549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1388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Gs">
                    <a:extLst>
                      <a:ext uri="{FF2B5EF4-FFF2-40B4-BE49-F238E27FC236}">
                        <a16:creationId xmlns:a16="http://schemas.microsoft.com/office/drawing/2014/main" id="{F5A62055-0726-5508-6A29-1B4110CB877F}"/>
                      </a:ext>
                    </a:extLst>
                  </p:cNvPr>
                  <p:cNvSpPr txBox="1"/>
                  <p:nvPr/>
                </p:nvSpPr>
                <p:spPr>
                  <a:xfrm>
                    <a:off x="10137536" y="2865445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6" name="Gs">
                    <a:extLst>
                      <a:ext uri="{FF2B5EF4-FFF2-40B4-BE49-F238E27FC236}">
                        <a16:creationId xmlns:a16="http://schemas.microsoft.com/office/drawing/2014/main" id="{F5A62055-0726-5508-6A29-1B4110CB877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37536" y="2865445"/>
                    <a:ext cx="703715" cy="67549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1388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Gs">
                    <a:extLst>
                      <a:ext uri="{FF2B5EF4-FFF2-40B4-BE49-F238E27FC236}">
                        <a16:creationId xmlns:a16="http://schemas.microsoft.com/office/drawing/2014/main" id="{E2903789-6ED8-CF67-5AD2-513E96893F88}"/>
                      </a:ext>
                    </a:extLst>
                  </p:cNvPr>
                  <p:cNvSpPr txBox="1"/>
                  <p:nvPr/>
                </p:nvSpPr>
                <p:spPr>
                  <a:xfrm>
                    <a:off x="10160530" y="2361390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35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7" name="Gs">
                    <a:extLst>
                      <a:ext uri="{FF2B5EF4-FFF2-40B4-BE49-F238E27FC236}">
                        <a16:creationId xmlns:a16="http://schemas.microsoft.com/office/drawing/2014/main" id="{E2903789-6ED8-CF67-5AD2-513E96893F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60530" y="2361390"/>
                    <a:ext cx="703715" cy="67549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4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Gs">
                    <a:extLst>
                      <a:ext uri="{FF2B5EF4-FFF2-40B4-BE49-F238E27FC236}">
                        <a16:creationId xmlns:a16="http://schemas.microsoft.com/office/drawing/2014/main" id="{40877671-2168-E1C4-6350-A48F0B2A4DD9}"/>
                      </a:ext>
                    </a:extLst>
                  </p:cNvPr>
                  <p:cNvSpPr txBox="1"/>
                  <p:nvPr/>
                </p:nvSpPr>
                <p:spPr>
                  <a:xfrm>
                    <a:off x="10137536" y="1857333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8" name="Gs">
                    <a:extLst>
                      <a:ext uri="{FF2B5EF4-FFF2-40B4-BE49-F238E27FC236}">
                        <a16:creationId xmlns:a16="http://schemas.microsoft.com/office/drawing/2014/main" id="{40877671-2168-E1C4-6350-A48F0B2A4DD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37536" y="1857333"/>
                    <a:ext cx="703715" cy="67549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r="-4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Gs">
                    <a:extLst>
                      <a:ext uri="{FF2B5EF4-FFF2-40B4-BE49-F238E27FC236}">
                        <a16:creationId xmlns:a16="http://schemas.microsoft.com/office/drawing/2014/main" id="{D48FAC4A-C294-F714-B3BE-EFE6C845C3C1}"/>
                      </a:ext>
                    </a:extLst>
                  </p:cNvPr>
                  <p:cNvSpPr txBox="1"/>
                  <p:nvPr/>
                </p:nvSpPr>
                <p:spPr>
                  <a:xfrm>
                    <a:off x="10176429" y="4369187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9" name="Gs">
                    <a:extLst>
                      <a:ext uri="{FF2B5EF4-FFF2-40B4-BE49-F238E27FC236}">
                        <a16:creationId xmlns:a16="http://schemas.microsoft.com/office/drawing/2014/main" id="{D48FAC4A-C294-F714-B3BE-EFE6C845C3C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76429" y="4369187"/>
                    <a:ext cx="703715" cy="67549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r="-5277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Gs">
                    <a:extLst>
                      <a:ext uri="{FF2B5EF4-FFF2-40B4-BE49-F238E27FC236}">
                        <a16:creationId xmlns:a16="http://schemas.microsoft.com/office/drawing/2014/main" id="{826D76B0-C067-A269-96AC-E511E66B59A4}"/>
                      </a:ext>
                    </a:extLst>
                  </p:cNvPr>
                  <p:cNvSpPr txBox="1"/>
                  <p:nvPr/>
                </p:nvSpPr>
                <p:spPr>
                  <a:xfrm>
                    <a:off x="10168599" y="4871770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0" name="Gs">
                    <a:extLst>
                      <a:ext uri="{FF2B5EF4-FFF2-40B4-BE49-F238E27FC236}">
                        <a16:creationId xmlns:a16="http://schemas.microsoft.com/office/drawing/2014/main" id="{826D76B0-C067-A269-96AC-E511E66B59A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68599" y="4871770"/>
                    <a:ext cx="703715" cy="67549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r="-5428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Gs">
                    <a:extLst>
                      <a:ext uri="{FF2B5EF4-FFF2-40B4-BE49-F238E27FC236}">
                        <a16:creationId xmlns:a16="http://schemas.microsoft.com/office/drawing/2014/main" id="{734D2672-6894-1781-3ADE-6F71F6DE284B}"/>
                      </a:ext>
                    </a:extLst>
                  </p:cNvPr>
                  <p:cNvSpPr txBox="1"/>
                  <p:nvPr/>
                </p:nvSpPr>
                <p:spPr>
                  <a:xfrm>
                    <a:off x="10156759" y="5383650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35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1" name="Gs">
                    <a:extLst>
                      <a:ext uri="{FF2B5EF4-FFF2-40B4-BE49-F238E27FC236}">
                        <a16:creationId xmlns:a16="http://schemas.microsoft.com/office/drawing/2014/main" id="{734D2672-6894-1781-3ADE-6F71F6DE284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56759" y="5383650"/>
                    <a:ext cx="703715" cy="67549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r="-7777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Gs">
                    <a:extLst>
                      <a:ext uri="{FF2B5EF4-FFF2-40B4-BE49-F238E27FC236}">
                        <a16:creationId xmlns:a16="http://schemas.microsoft.com/office/drawing/2014/main" id="{4A9E43F3-1C78-3282-2132-13157AB17C19}"/>
                      </a:ext>
                    </a:extLst>
                  </p:cNvPr>
                  <p:cNvSpPr txBox="1"/>
                  <p:nvPr/>
                </p:nvSpPr>
                <p:spPr>
                  <a:xfrm>
                    <a:off x="10152167" y="5860717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2" name="Gs">
                    <a:extLst>
                      <a:ext uri="{FF2B5EF4-FFF2-40B4-BE49-F238E27FC236}">
                        <a16:creationId xmlns:a16="http://schemas.microsoft.com/office/drawing/2014/main" id="{4A9E43F3-1C78-3282-2132-13157AB17C1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52167" y="5860717"/>
                    <a:ext cx="703715" cy="675490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r="-8285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5" name="Gs">
                    <a:extLst>
                      <a:ext uri="{FF2B5EF4-FFF2-40B4-BE49-F238E27FC236}">
                        <a16:creationId xmlns:a16="http://schemas.microsoft.com/office/drawing/2014/main" id="{698954FE-62FF-3BD9-07B1-A5C9DA703E9C}"/>
                      </a:ext>
                    </a:extLst>
                  </p:cNvPr>
                  <p:cNvSpPr txBox="1"/>
                  <p:nvPr/>
                </p:nvSpPr>
                <p:spPr>
                  <a:xfrm>
                    <a:off x="10168597" y="1007428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rgbClr val="159F8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  <m:r>
                            <a:rPr lang="en-US" altLang="zh-CN" b="0" i="1" smtClean="0">
                              <a:solidFill>
                                <a:srgbClr val="159F8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solidFill>
                                <a:srgbClr val="159F8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b="0" i="1" smtClean="0">
                              <a:solidFill>
                                <a:srgbClr val="159F8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CN" altLang="en-US" dirty="0">
                      <a:solidFill>
                        <a:srgbClr val="159F84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5" name="Gs">
                    <a:extLst>
                      <a:ext uri="{FF2B5EF4-FFF2-40B4-BE49-F238E27FC236}">
                        <a16:creationId xmlns:a16="http://schemas.microsoft.com/office/drawing/2014/main" id="{698954FE-62FF-3BD9-07B1-A5C9DA703E9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68597" y="1007428"/>
                    <a:ext cx="703715" cy="67549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2857" r="-65714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92" name="辅助线1">
              <a:extLst>
                <a:ext uri="{FF2B5EF4-FFF2-40B4-BE49-F238E27FC236}">
                  <a16:creationId xmlns:a16="http://schemas.microsoft.com/office/drawing/2014/main" id="{C6EFB43D-EBFC-35C3-FBAD-CAF0C17F2A0A}"/>
                </a:ext>
              </a:extLst>
            </p:cNvPr>
            <p:cNvCxnSpPr>
              <a:cxnSpLocks/>
            </p:cNvCxnSpPr>
            <p:nvPr/>
          </p:nvCxnSpPr>
          <p:spPr>
            <a:xfrm>
              <a:off x="5845111" y="2307369"/>
              <a:ext cx="2329186" cy="678631"/>
            </a:xfrm>
            <a:prstGeom prst="line">
              <a:avLst/>
            </a:prstGeom>
            <a:ln w="3810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幅频1">
              <a:extLst>
                <a:ext uri="{FF2B5EF4-FFF2-40B4-BE49-F238E27FC236}">
                  <a16:creationId xmlns:a16="http://schemas.microsoft.com/office/drawing/2014/main" id="{31B712D4-ACA3-EB8D-59E1-9A20749CA950}"/>
                </a:ext>
              </a:extLst>
            </p:cNvPr>
            <p:cNvCxnSpPr>
              <a:cxnSpLocks/>
            </p:cNvCxnSpPr>
            <p:nvPr/>
          </p:nvCxnSpPr>
          <p:spPr>
            <a:xfrm>
              <a:off x="5845111" y="2310649"/>
              <a:ext cx="1258207" cy="366052"/>
            </a:xfrm>
            <a:prstGeom prst="line">
              <a:avLst/>
            </a:prstGeom>
            <a:ln w="38100">
              <a:solidFill>
                <a:srgbClr val="E44860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幅频2">
              <a:extLst>
                <a:ext uri="{FF2B5EF4-FFF2-40B4-BE49-F238E27FC236}">
                  <a16:creationId xmlns:a16="http://schemas.microsoft.com/office/drawing/2014/main" id="{44BCA940-322B-98F1-3BB0-BD05B112CA7A}"/>
                </a:ext>
              </a:extLst>
            </p:cNvPr>
            <p:cNvCxnSpPr>
              <a:cxnSpLocks/>
            </p:cNvCxnSpPr>
            <p:nvPr/>
          </p:nvCxnSpPr>
          <p:spPr>
            <a:xfrm>
              <a:off x="7103318" y="2676701"/>
              <a:ext cx="1877265" cy="0"/>
            </a:xfrm>
            <a:prstGeom prst="line">
              <a:avLst/>
            </a:prstGeom>
            <a:ln w="38100">
              <a:solidFill>
                <a:srgbClr val="E44860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标签1">
                  <a:extLst>
                    <a:ext uri="{FF2B5EF4-FFF2-40B4-BE49-F238E27FC236}">
                      <a16:creationId xmlns:a16="http://schemas.microsoft.com/office/drawing/2014/main" id="{035529E8-F6DE-FE89-57A3-23EE34AB21EC}"/>
                    </a:ext>
                  </a:extLst>
                </p:cNvPr>
                <p:cNvSpPr txBox="1"/>
                <p:nvPr/>
              </p:nvSpPr>
              <p:spPr>
                <a:xfrm>
                  <a:off x="6126168" y="1915511"/>
                  <a:ext cx="88972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−20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5" name="标签1">
                  <a:extLst>
                    <a:ext uri="{FF2B5EF4-FFF2-40B4-BE49-F238E27FC236}">
                      <a16:creationId xmlns:a16="http://schemas.microsoft.com/office/drawing/2014/main" id="{035529E8-F6DE-FE89-57A3-23EE34AB21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6168" y="1915511"/>
                  <a:ext cx="889721" cy="52322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9" name="幅频2">
              <a:extLst>
                <a:ext uri="{FF2B5EF4-FFF2-40B4-BE49-F238E27FC236}">
                  <a16:creationId xmlns:a16="http://schemas.microsoft.com/office/drawing/2014/main" id="{4D0CE8E7-8726-7C41-41E3-76D62D12BFA4}"/>
                </a:ext>
              </a:extLst>
            </p:cNvPr>
            <p:cNvCxnSpPr>
              <a:cxnSpLocks/>
            </p:cNvCxnSpPr>
            <p:nvPr/>
          </p:nvCxnSpPr>
          <p:spPr>
            <a:xfrm>
              <a:off x="8980583" y="2676701"/>
              <a:ext cx="2318775" cy="728300"/>
            </a:xfrm>
            <a:prstGeom prst="line">
              <a:avLst/>
            </a:prstGeom>
            <a:ln w="38100">
              <a:solidFill>
                <a:srgbClr val="E44860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交点1">
              <a:extLst>
                <a:ext uri="{FF2B5EF4-FFF2-40B4-BE49-F238E27FC236}">
                  <a16:creationId xmlns:a16="http://schemas.microsoft.com/office/drawing/2014/main" id="{A3204316-09A3-C1B0-02EE-C75F9178A4C5}"/>
                </a:ext>
              </a:extLst>
            </p:cNvPr>
            <p:cNvSpPr/>
            <p:nvPr/>
          </p:nvSpPr>
          <p:spPr>
            <a:xfrm>
              <a:off x="8114401" y="2919376"/>
              <a:ext cx="122752" cy="122752"/>
            </a:xfrm>
            <a:prstGeom prst="ellipse">
              <a:avLst/>
            </a:prstGeom>
            <a:solidFill>
              <a:srgbClr val="F29B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4" name="交点2">
              <a:extLst>
                <a:ext uri="{FF2B5EF4-FFF2-40B4-BE49-F238E27FC236}">
                  <a16:creationId xmlns:a16="http://schemas.microsoft.com/office/drawing/2014/main" id="{E71F535F-3076-941C-1301-F9AA3DC8743C}"/>
                </a:ext>
              </a:extLst>
            </p:cNvPr>
            <p:cNvSpPr/>
            <p:nvPr/>
          </p:nvSpPr>
          <p:spPr>
            <a:xfrm>
              <a:off x="9932473" y="2927413"/>
              <a:ext cx="122752" cy="122752"/>
            </a:xfrm>
            <a:prstGeom prst="ellipse">
              <a:avLst/>
            </a:prstGeom>
            <a:solidFill>
              <a:srgbClr val="F29B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标签1">
                  <a:extLst>
                    <a:ext uri="{FF2B5EF4-FFF2-40B4-BE49-F238E27FC236}">
                      <a16:creationId xmlns:a16="http://schemas.microsoft.com/office/drawing/2014/main" id="{9305E99A-5C37-6603-1945-947148A4FE8D}"/>
                    </a:ext>
                  </a:extLst>
                </p:cNvPr>
                <p:cNvSpPr txBox="1"/>
                <p:nvPr/>
              </p:nvSpPr>
              <p:spPr>
                <a:xfrm>
                  <a:off x="9384913" y="2371248"/>
                  <a:ext cx="88972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−20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5" name="标签1">
                  <a:extLst>
                    <a:ext uri="{FF2B5EF4-FFF2-40B4-BE49-F238E27FC236}">
                      <a16:creationId xmlns:a16="http://schemas.microsoft.com/office/drawing/2014/main" id="{9305E99A-5C37-6603-1945-947148A4FE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84913" y="2371248"/>
                  <a:ext cx="889721" cy="523220"/>
                </a:xfrm>
                <a:prstGeom prst="rect">
                  <a:avLst/>
                </a:prstGeom>
                <a:blipFill>
                  <a:blip r:embed="rId18"/>
                  <a:stretch>
                    <a:fillRect r="-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标签1">
                  <a:extLst>
                    <a:ext uri="{FF2B5EF4-FFF2-40B4-BE49-F238E27FC236}">
                      <a16:creationId xmlns:a16="http://schemas.microsoft.com/office/drawing/2014/main" id="{7BFE0B6D-67D6-4008-088E-216575D9FF18}"/>
                    </a:ext>
                  </a:extLst>
                </p:cNvPr>
                <p:cNvSpPr txBox="1"/>
                <p:nvPr/>
              </p:nvSpPr>
              <p:spPr>
                <a:xfrm>
                  <a:off x="7592822" y="2519015"/>
                  <a:ext cx="88972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0" name="标签1">
                  <a:extLst>
                    <a:ext uri="{FF2B5EF4-FFF2-40B4-BE49-F238E27FC236}">
                      <a16:creationId xmlns:a16="http://schemas.microsoft.com/office/drawing/2014/main" id="{7BFE0B6D-67D6-4008-088E-216575D9FF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92822" y="2519015"/>
                  <a:ext cx="889721" cy="523220"/>
                </a:xfrm>
                <a:prstGeom prst="rect">
                  <a:avLst/>
                </a:prstGeom>
                <a:blipFill>
                  <a:blip r:embed="rId19"/>
                  <a:stretch>
                    <a:fillRect b="-238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标签1">
                  <a:extLst>
                    <a:ext uri="{FF2B5EF4-FFF2-40B4-BE49-F238E27FC236}">
                      <a16:creationId xmlns:a16="http://schemas.microsoft.com/office/drawing/2014/main" id="{AC9A3F1F-A071-4C26-C80A-E899F25A2DB1}"/>
                    </a:ext>
                  </a:extLst>
                </p:cNvPr>
                <p:cNvSpPr txBox="1"/>
                <p:nvPr/>
              </p:nvSpPr>
              <p:spPr>
                <a:xfrm>
                  <a:off x="6811522" y="4062478"/>
                  <a:ext cx="88972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标签1">
                  <a:extLst>
                    <a:ext uri="{FF2B5EF4-FFF2-40B4-BE49-F238E27FC236}">
                      <a16:creationId xmlns:a16="http://schemas.microsoft.com/office/drawing/2014/main" id="{AC9A3F1F-A071-4C26-C80A-E899F25A2D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1522" y="4062478"/>
                  <a:ext cx="889721" cy="523220"/>
                </a:xfrm>
                <a:prstGeom prst="rect">
                  <a:avLst/>
                </a:prstGeom>
                <a:blipFill>
                  <a:blip r:embed="rId20"/>
                  <a:stretch>
                    <a:fillRect b="-238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标签1">
                  <a:extLst>
                    <a:ext uri="{FF2B5EF4-FFF2-40B4-BE49-F238E27FC236}">
                      <a16:creationId xmlns:a16="http://schemas.microsoft.com/office/drawing/2014/main" id="{D1CEF792-2C98-B863-11F1-31B99640A8E4}"/>
                    </a:ext>
                  </a:extLst>
                </p:cNvPr>
                <p:cNvSpPr txBox="1"/>
                <p:nvPr/>
              </p:nvSpPr>
              <p:spPr>
                <a:xfrm>
                  <a:off x="8605029" y="4048117"/>
                  <a:ext cx="88972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3" name="标签1">
                  <a:extLst>
                    <a:ext uri="{FF2B5EF4-FFF2-40B4-BE49-F238E27FC236}">
                      <a16:creationId xmlns:a16="http://schemas.microsoft.com/office/drawing/2014/main" id="{D1CEF792-2C98-B863-11F1-31B99640A8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5029" y="4048117"/>
                  <a:ext cx="889721" cy="523220"/>
                </a:xfrm>
                <a:prstGeom prst="rect">
                  <a:avLst/>
                </a:prstGeom>
                <a:blipFill>
                  <a:blip r:embed="rId21"/>
                  <a:stretch>
                    <a:fillRect b="-238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标签1">
                  <a:extLst>
                    <a:ext uri="{FF2B5EF4-FFF2-40B4-BE49-F238E27FC236}">
                      <a16:creationId xmlns:a16="http://schemas.microsoft.com/office/drawing/2014/main" id="{ACC8A7EF-6036-B9DA-0DEA-9DC49209D74A}"/>
                    </a:ext>
                  </a:extLst>
                </p:cNvPr>
                <p:cNvSpPr txBox="1"/>
                <p:nvPr/>
              </p:nvSpPr>
              <p:spPr>
                <a:xfrm>
                  <a:off x="9581466" y="4029539"/>
                  <a:ext cx="88972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4" name="标签1">
                  <a:extLst>
                    <a:ext uri="{FF2B5EF4-FFF2-40B4-BE49-F238E27FC236}">
                      <a16:creationId xmlns:a16="http://schemas.microsoft.com/office/drawing/2014/main" id="{ACC8A7EF-6036-B9DA-0DEA-9DC49209D7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81466" y="4029539"/>
                  <a:ext cx="889721" cy="52322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左大括号 11">
              <a:extLst>
                <a:ext uri="{FF2B5EF4-FFF2-40B4-BE49-F238E27FC236}">
                  <a16:creationId xmlns:a16="http://schemas.microsoft.com/office/drawing/2014/main" id="{B2B23C68-F565-D11A-CE5A-600C7F735F08}"/>
                </a:ext>
              </a:extLst>
            </p:cNvPr>
            <p:cNvSpPr/>
            <p:nvPr/>
          </p:nvSpPr>
          <p:spPr>
            <a:xfrm rot="16200000">
              <a:off x="8509108" y="3204294"/>
              <a:ext cx="274162" cy="2962927"/>
            </a:xfrm>
            <a:prstGeom prst="leftBrace">
              <a:avLst>
                <a:gd name="adj1" fmla="val 87082"/>
                <a:gd name="adj2" fmla="val 48714"/>
              </a:avLst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7" name="文本">
              <a:extLst>
                <a:ext uri="{FF2B5EF4-FFF2-40B4-BE49-F238E27FC236}">
                  <a16:creationId xmlns:a16="http://schemas.microsoft.com/office/drawing/2014/main" id="{4162DDE9-2681-9FAD-8A97-81F80B31D4AF}"/>
                </a:ext>
              </a:extLst>
            </p:cNvPr>
            <p:cNvSpPr txBox="1"/>
            <p:nvPr/>
          </p:nvSpPr>
          <p:spPr>
            <a:xfrm>
              <a:off x="8174297" y="4873319"/>
              <a:ext cx="100734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已知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159" name="问题">
            <a:extLst>
              <a:ext uri="{FF2B5EF4-FFF2-40B4-BE49-F238E27FC236}">
                <a16:creationId xmlns:a16="http://schemas.microsoft.com/office/drawing/2014/main" id="{3F2A6AB9-CC13-E010-E302-6D16D575C607}"/>
              </a:ext>
            </a:extLst>
          </p:cNvPr>
          <p:cNvGrpSpPr/>
          <p:nvPr/>
        </p:nvGrpSpPr>
        <p:grpSpPr>
          <a:xfrm>
            <a:off x="187829" y="3407531"/>
            <a:ext cx="4720002" cy="881063"/>
            <a:chOff x="5348307" y="5538470"/>
            <a:chExt cx="4720002" cy="881063"/>
          </a:xfrm>
        </p:grpSpPr>
        <p:sp>
          <p:nvSpPr>
            <p:cNvPr id="160" name="问号">
              <a:extLst>
                <a:ext uri="{FF2B5EF4-FFF2-40B4-BE49-F238E27FC236}">
                  <a16:creationId xmlns:a16="http://schemas.microsoft.com/office/drawing/2014/main" id="{04A6AF9B-2310-3D63-AD40-C6FFBCBD9FA5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文本">
                  <a:extLst>
                    <a:ext uri="{FF2B5EF4-FFF2-40B4-BE49-F238E27FC236}">
                      <a16:creationId xmlns:a16="http://schemas.microsoft.com/office/drawing/2014/main" id="{094B9C8A-C27C-8DA3-52E6-D4360B44B8FA}"/>
                    </a:ext>
                  </a:extLst>
                </p:cNvPr>
                <p:cNvSpPr txBox="1"/>
                <p:nvPr/>
              </p:nvSpPr>
              <p:spPr>
                <a:xfrm>
                  <a:off x="6306265" y="5726958"/>
                  <a:ext cx="376204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kumimoji="1" lang="zh-CN" altLang="en-US" sz="2800" dirty="0"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如何求</a:t>
                  </a:r>
                  <a14:m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𝐾</m:t>
                      </m:r>
                    </m:oMath>
                  </a14:m>
                  <a:r>
                    <a:rPr kumimoji="1" lang="zh-CN" altLang="en-US" sz="2800" dirty="0"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？</a:t>
                  </a:r>
                  <a:endParaRPr kumimoji="1" lang="en-US" altLang="zh-CN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61" name="文本">
                  <a:extLst>
                    <a:ext uri="{FF2B5EF4-FFF2-40B4-BE49-F238E27FC236}">
                      <a16:creationId xmlns:a16="http://schemas.microsoft.com/office/drawing/2014/main" id="{094B9C8A-C27C-8DA3-52E6-D4360B44B8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6265" y="5726958"/>
                  <a:ext cx="3762044" cy="523220"/>
                </a:xfrm>
                <a:prstGeom prst="rect">
                  <a:avLst/>
                </a:prstGeom>
                <a:blipFill>
                  <a:blip r:embed="rId23"/>
                  <a:stretch>
                    <a:fillRect l="-3367" t="-14286" b="-309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文本">
                <a:extLst>
                  <a:ext uri="{FF2B5EF4-FFF2-40B4-BE49-F238E27FC236}">
                    <a16:creationId xmlns:a16="http://schemas.microsoft.com/office/drawing/2014/main" id="{FDDA298A-9AEC-B87D-66BA-EDD4FE67212C}"/>
                  </a:ext>
                </a:extLst>
              </p:cNvPr>
              <p:cNvSpPr txBox="1"/>
              <p:nvPr/>
            </p:nvSpPr>
            <p:spPr>
              <a:xfrm>
                <a:off x="294721" y="4314185"/>
                <a:ext cx="3569674" cy="7041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低频段频率特性：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𝐾</m:t>
                        </m:r>
                      </m:num>
                      <m:den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den>
                    </m:f>
                  </m:oMath>
                </a14:m>
                <a:endParaRPr kumimoji="1" lang="en-US" altLang="zh-CN" sz="28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62" name="文本">
                <a:extLst>
                  <a:ext uri="{FF2B5EF4-FFF2-40B4-BE49-F238E27FC236}">
                    <a16:creationId xmlns:a16="http://schemas.microsoft.com/office/drawing/2014/main" id="{FDDA298A-9AEC-B87D-66BA-EDD4FE672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721" y="4314185"/>
                <a:ext cx="3569674" cy="704167"/>
              </a:xfrm>
              <a:prstGeom prst="rect">
                <a:avLst/>
              </a:prstGeom>
              <a:blipFill>
                <a:blip r:embed="rId24"/>
                <a:stretch>
                  <a:fillRect l="-3901" b="-87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文本">
                <a:extLst>
                  <a:ext uri="{FF2B5EF4-FFF2-40B4-BE49-F238E27FC236}">
                    <a16:creationId xmlns:a16="http://schemas.microsoft.com/office/drawing/2014/main" id="{15D1B291-EF1F-A069-FD32-D941B9BA2F15}"/>
                  </a:ext>
                </a:extLst>
              </p:cNvPr>
              <p:cNvSpPr txBox="1"/>
              <p:nvPr/>
            </p:nvSpPr>
            <p:spPr>
              <a:xfrm>
                <a:off x="315304" y="4907202"/>
                <a:ext cx="5529805" cy="7577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zh-CN" altLang="en-US" sz="280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𝜔</m:t>
                        </m:r>
                      </m:e>
                      <m:sub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处有：</a:t>
                </a:r>
                <a:r>
                  <a:rPr kumimoji="1" lang="en-US" altLang="zh-CN" sz="2800" dirty="0">
                    <a:ea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20</m:t>
                    </m:r>
                    <m:func>
                      <m:funcPr>
                        <m:ctrlPr>
                          <a:rPr kumimoji="1" lang="zh-CN" altLang="en-US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lg</m:t>
                        </m:r>
                      </m:fName>
                      <m:e>
                        <m:f>
                          <m:f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𝐾</m:t>
                            </m:r>
                          </m:num>
                          <m:den>
                            <m:sSub>
                              <m:sSubPr>
                                <m:ctrlP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=0→</m:t>
                    </m:r>
                    <m:r>
                      <a:rPr kumimoji="1" lang="zh-CN" altLang="en-US" sz="2800" b="0" i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 </m:t>
                    </m:r>
                    <m:f>
                      <m:fPr>
                        <m:ctrlP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𝐾</m:t>
                        </m:r>
                      </m:num>
                      <m:den>
                        <m:sSub>
                          <m:sSub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kumimoji="1" lang="en-US" altLang="zh-CN" sz="28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63" name="文本">
                <a:extLst>
                  <a:ext uri="{FF2B5EF4-FFF2-40B4-BE49-F238E27FC236}">
                    <a16:creationId xmlns:a16="http://schemas.microsoft.com/office/drawing/2014/main" id="{15D1B291-EF1F-A069-FD32-D941B9BA2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304" y="4907202"/>
                <a:ext cx="5529805" cy="757708"/>
              </a:xfrm>
              <a:prstGeom prst="rect">
                <a:avLst/>
              </a:prstGeom>
              <a:blipFill>
                <a:blip r:embed="rId25"/>
                <a:stretch>
                  <a:fillRect l="-2288"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4" name="问题">
            <a:extLst>
              <a:ext uri="{FF2B5EF4-FFF2-40B4-BE49-F238E27FC236}">
                <a16:creationId xmlns:a16="http://schemas.microsoft.com/office/drawing/2014/main" id="{77EF8897-B120-0BC3-9FE2-14F62DAC7D52}"/>
              </a:ext>
            </a:extLst>
          </p:cNvPr>
          <p:cNvGrpSpPr/>
          <p:nvPr/>
        </p:nvGrpSpPr>
        <p:grpSpPr>
          <a:xfrm>
            <a:off x="6345305" y="5368134"/>
            <a:ext cx="2918253" cy="881063"/>
            <a:chOff x="5348307" y="5538470"/>
            <a:chExt cx="2918253" cy="881063"/>
          </a:xfrm>
        </p:grpSpPr>
        <p:sp>
          <p:nvSpPr>
            <p:cNvPr id="166" name="问号">
              <a:extLst>
                <a:ext uri="{FF2B5EF4-FFF2-40B4-BE49-F238E27FC236}">
                  <a16:creationId xmlns:a16="http://schemas.microsoft.com/office/drawing/2014/main" id="{BE77BE15-0BBD-9BFF-4574-D385F47E87F1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167" name="文本">
              <a:extLst>
                <a:ext uri="{FF2B5EF4-FFF2-40B4-BE49-F238E27FC236}">
                  <a16:creationId xmlns:a16="http://schemas.microsoft.com/office/drawing/2014/main" id="{3621E273-38A8-BC90-9049-B5F1C956DB08}"/>
                </a:ext>
              </a:extLst>
            </p:cNvPr>
            <p:cNvSpPr txBox="1"/>
            <p:nvPr/>
          </p:nvSpPr>
          <p:spPr>
            <a:xfrm>
              <a:off x="6306265" y="5726958"/>
              <a:ext cx="196029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相频特性？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94805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00"/>
                            </p:stCondLst>
                            <p:childTnLst>
                              <p:par>
                                <p:cTn id="1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8708E-6 7.40741E-7 L 4.78708E-6 0.08009 " pathEditMode="relative" rAng="0" ptsTypes="AA">
                                      <p:cBhvr>
                                        <p:cTn id="79" dur="20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0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" grpId="0"/>
      <p:bldP spid="172" grpId="0" animBg="1"/>
      <p:bldP spid="172" grpId="1" animBg="1"/>
      <p:bldP spid="105" grpId="0"/>
      <p:bldP spid="174" grpId="0" animBg="1"/>
      <p:bldP spid="175" grpId="0" animBg="1"/>
      <p:bldP spid="158" grpId="0" animBg="1"/>
      <p:bldP spid="176" grpId="0"/>
      <p:bldP spid="178" grpId="0" animBg="1"/>
      <p:bldP spid="162" grpId="0"/>
      <p:bldP spid="16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开环传函形式">
                <a:extLst>
                  <a:ext uri="{FF2B5EF4-FFF2-40B4-BE49-F238E27FC236}">
                    <a16:creationId xmlns:a16="http://schemas.microsoft.com/office/drawing/2014/main" id="{E07D5CCF-FAAE-0255-A9CC-354E17A1BC14}"/>
                  </a:ext>
                </a:extLst>
              </p:cNvPr>
              <p:cNvSpPr txBox="1"/>
              <p:nvPr/>
            </p:nvSpPr>
            <p:spPr>
              <a:xfrm>
                <a:off x="2599562" y="2513845"/>
                <a:ext cx="2602263" cy="11056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𝐺</m:t>
                    </m:r>
                    <m:d>
                      <m:d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</m:e>
                    </m:d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𝐾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(</m:t>
                        </m:r>
                        <m:box>
                          <m:box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𝑠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box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+1)</m:t>
                        </m:r>
                      </m:num>
                      <m:den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(</m:t>
                        </m:r>
                        <m:box>
                          <m:box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𝑠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kumimoji="1"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e>
                        </m:box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+1)</m:t>
                        </m:r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149" name="开环传函形式">
                <a:extLst>
                  <a:ext uri="{FF2B5EF4-FFF2-40B4-BE49-F238E27FC236}">
                    <a16:creationId xmlns:a16="http://schemas.microsoft.com/office/drawing/2014/main" id="{E07D5CCF-FAAE-0255-A9CC-354E17A1B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9562" y="2513845"/>
                <a:ext cx="2602263" cy="1105624"/>
              </a:xfrm>
              <a:prstGeom prst="rect">
                <a:avLst/>
              </a:prstGeom>
              <a:blipFill>
                <a:blip r:embed="rId3"/>
                <a:stretch>
                  <a:fillRect l="-971" b="-1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2" name="相频响应">
            <a:extLst>
              <a:ext uri="{FF2B5EF4-FFF2-40B4-BE49-F238E27FC236}">
                <a16:creationId xmlns:a16="http://schemas.microsoft.com/office/drawing/2014/main" id="{393EE1AE-5B1D-FD29-40AA-8CD3F7D0672E}"/>
              </a:ext>
            </a:extLst>
          </p:cNvPr>
          <p:cNvSpPr/>
          <p:nvPr/>
        </p:nvSpPr>
        <p:spPr>
          <a:xfrm flipV="1">
            <a:off x="5857599" y="3181205"/>
            <a:ext cx="5432703" cy="350089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15204"/>
              <a:gd name="connsiteY0" fmla="*/ 0 h 350820"/>
              <a:gd name="connsiteX1" fmla="*/ 3115204 w 3115204"/>
              <a:gd name="connsiteY1" fmla="*/ 350820 h 350820"/>
              <a:gd name="connsiteX0" fmla="*/ 0 w 3342538"/>
              <a:gd name="connsiteY0" fmla="*/ 0 h 379733"/>
              <a:gd name="connsiteX1" fmla="*/ 3115204 w 3342538"/>
              <a:gd name="connsiteY1" fmla="*/ 350820 h 379733"/>
              <a:gd name="connsiteX2" fmla="*/ 3103184 w 3342538"/>
              <a:gd name="connsiteY2" fmla="*/ 360405 h 379733"/>
              <a:gd name="connsiteX0" fmla="*/ 0 w 3340711"/>
              <a:gd name="connsiteY0" fmla="*/ 0 h 357074"/>
              <a:gd name="connsiteX1" fmla="*/ 3115204 w 3340711"/>
              <a:gd name="connsiteY1" fmla="*/ 350820 h 357074"/>
              <a:gd name="connsiteX2" fmla="*/ 3095921 w 3340711"/>
              <a:gd name="connsiteY2" fmla="*/ 20487 h 357074"/>
              <a:gd name="connsiteX0" fmla="*/ 0 w 3095928"/>
              <a:gd name="connsiteY0" fmla="*/ 0 h 376230"/>
              <a:gd name="connsiteX1" fmla="*/ 1931370 w 3095928"/>
              <a:gd name="connsiteY1" fmla="*/ 370244 h 376230"/>
              <a:gd name="connsiteX2" fmla="*/ 3095921 w 3095928"/>
              <a:gd name="connsiteY2" fmla="*/ 20487 h 376230"/>
              <a:gd name="connsiteX0" fmla="*/ 0 w 3095928"/>
              <a:gd name="connsiteY0" fmla="*/ 0 h 271249"/>
              <a:gd name="connsiteX1" fmla="*/ 1949527 w 3095928"/>
              <a:gd name="connsiteY1" fmla="*/ 263412 h 271249"/>
              <a:gd name="connsiteX2" fmla="*/ 3095921 w 3095928"/>
              <a:gd name="connsiteY2" fmla="*/ 20487 h 271249"/>
              <a:gd name="connsiteX0" fmla="*/ 0 w 3095928"/>
              <a:gd name="connsiteY0" fmla="*/ 0 h 271249"/>
              <a:gd name="connsiteX1" fmla="*/ 1949527 w 3095928"/>
              <a:gd name="connsiteY1" fmla="*/ 263412 h 271249"/>
              <a:gd name="connsiteX2" fmla="*/ 3095921 w 3095928"/>
              <a:gd name="connsiteY2" fmla="*/ 20487 h 271249"/>
              <a:gd name="connsiteX0" fmla="*/ 0 w 3095925"/>
              <a:gd name="connsiteY0" fmla="*/ 0 h 309304"/>
              <a:gd name="connsiteX1" fmla="*/ 1455658 w 3095925"/>
              <a:gd name="connsiteY1" fmla="*/ 302260 h 309304"/>
              <a:gd name="connsiteX2" fmla="*/ 3095921 w 3095925"/>
              <a:gd name="connsiteY2" fmla="*/ 20487 h 309304"/>
              <a:gd name="connsiteX0" fmla="*/ 0 w 3095924"/>
              <a:gd name="connsiteY0" fmla="*/ 0 h 303257"/>
              <a:gd name="connsiteX1" fmla="*/ 1455658 w 3095924"/>
              <a:gd name="connsiteY1" fmla="*/ 302260 h 303257"/>
              <a:gd name="connsiteX2" fmla="*/ 3095921 w 3095924"/>
              <a:gd name="connsiteY2" fmla="*/ 20487 h 303257"/>
              <a:gd name="connsiteX0" fmla="*/ 0 w 3095925"/>
              <a:gd name="connsiteY0" fmla="*/ 0 h 303257"/>
              <a:gd name="connsiteX1" fmla="*/ 1455658 w 3095925"/>
              <a:gd name="connsiteY1" fmla="*/ 302260 h 303257"/>
              <a:gd name="connsiteX2" fmla="*/ 3095921 w 3095925"/>
              <a:gd name="connsiteY2" fmla="*/ 20487 h 303257"/>
              <a:gd name="connsiteX0" fmla="*/ 0 w 3095925"/>
              <a:gd name="connsiteY0" fmla="*/ 0 h 302260"/>
              <a:gd name="connsiteX1" fmla="*/ 1455658 w 3095925"/>
              <a:gd name="connsiteY1" fmla="*/ 302260 h 302260"/>
              <a:gd name="connsiteX2" fmla="*/ 3095921 w 3095925"/>
              <a:gd name="connsiteY2" fmla="*/ 20487 h 302260"/>
              <a:gd name="connsiteX0" fmla="*/ 0 w 3095925"/>
              <a:gd name="connsiteY0" fmla="*/ 0 h 651890"/>
              <a:gd name="connsiteX1" fmla="*/ 1383030 w 3095925"/>
              <a:gd name="connsiteY1" fmla="*/ 651890 h 651890"/>
              <a:gd name="connsiteX2" fmla="*/ 3095921 w 3095925"/>
              <a:gd name="connsiteY2" fmla="*/ 20487 h 651890"/>
              <a:gd name="connsiteX0" fmla="*/ 0 w 3095925"/>
              <a:gd name="connsiteY0" fmla="*/ 0 h 651890"/>
              <a:gd name="connsiteX1" fmla="*/ 1383030 w 3095925"/>
              <a:gd name="connsiteY1" fmla="*/ 651890 h 651890"/>
              <a:gd name="connsiteX2" fmla="*/ 3095921 w 3095925"/>
              <a:gd name="connsiteY2" fmla="*/ 20487 h 651890"/>
              <a:gd name="connsiteX0" fmla="*/ 0 w 3095925"/>
              <a:gd name="connsiteY0" fmla="*/ 0 h 651890"/>
              <a:gd name="connsiteX1" fmla="*/ 1383030 w 3095925"/>
              <a:gd name="connsiteY1" fmla="*/ 651890 h 651890"/>
              <a:gd name="connsiteX2" fmla="*/ 3095921 w 3095925"/>
              <a:gd name="connsiteY2" fmla="*/ 20487 h 651890"/>
              <a:gd name="connsiteX0" fmla="*/ 0 w 3095925"/>
              <a:gd name="connsiteY0" fmla="*/ 0 h 651890"/>
              <a:gd name="connsiteX1" fmla="*/ 1383030 w 3095925"/>
              <a:gd name="connsiteY1" fmla="*/ 651890 h 651890"/>
              <a:gd name="connsiteX2" fmla="*/ 3095921 w 3095925"/>
              <a:gd name="connsiteY2" fmla="*/ 20487 h 651890"/>
              <a:gd name="connsiteX0" fmla="*/ 0 w 3088662"/>
              <a:gd name="connsiteY0" fmla="*/ 18366 h 670256"/>
              <a:gd name="connsiteX1" fmla="*/ 1383030 w 3088662"/>
              <a:gd name="connsiteY1" fmla="*/ 670256 h 670256"/>
              <a:gd name="connsiteX2" fmla="*/ 3088658 w 3088662"/>
              <a:gd name="connsiteY2" fmla="*/ 5 h 670256"/>
              <a:gd name="connsiteX0" fmla="*/ 0 w 3088662"/>
              <a:gd name="connsiteY0" fmla="*/ 18366 h 670256"/>
              <a:gd name="connsiteX1" fmla="*/ 1383030 w 3088662"/>
              <a:gd name="connsiteY1" fmla="*/ 670256 h 670256"/>
              <a:gd name="connsiteX2" fmla="*/ 3088658 w 3088662"/>
              <a:gd name="connsiteY2" fmla="*/ 5 h 670256"/>
              <a:gd name="connsiteX0" fmla="*/ 0 w 3066874"/>
              <a:gd name="connsiteY0" fmla="*/ 0 h 651890"/>
              <a:gd name="connsiteX1" fmla="*/ 1383030 w 3066874"/>
              <a:gd name="connsiteY1" fmla="*/ 651890 h 651890"/>
              <a:gd name="connsiteX2" fmla="*/ 3066870 w 3066874"/>
              <a:gd name="connsiteY2" fmla="*/ 39910 h 651890"/>
              <a:gd name="connsiteX0" fmla="*/ 0 w 3066874"/>
              <a:gd name="connsiteY0" fmla="*/ 0 h 651890"/>
              <a:gd name="connsiteX1" fmla="*/ 1383030 w 3066874"/>
              <a:gd name="connsiteY1" fmla="*/ 651890 h 651890"/>
              <a:gd name="connsiteX2" fmla="*/ 3066870 w 3066874"/>
              <a:gd name="connsiteY2" fmla="*/ 39910 h 651890"/>
              <a:gd name="connsiteX0" fmla="*/ 0 w 3103188"/>
              <a:gd name="connsiteY0" fmla="*/ 28077 h 679967"/>
              <a:gd name="connsiteX1" fmla="*/ 1383030 w 3103188"/>
              <a:gd name="connsiteY1" fmla="*/ 679967 h 679967"/>
              <a:gd name="connsiteX2" fmla="*/ 3103184 w 3103188"/>
              <a:gd name="connsiteY2" fmla="*/ 4 h 679967"/>
              <a:gd name="connsiteX0" fmla="*/ 0 w 3230602"/>
              <a:gd name="connsiteY0" fmla="*/ 75737 h 727627"/>
              <a:gd name="connsiteX1" fmla="*/ 1383030 w 3230602"/>
              <a:gd name="connsiteY1" fmla="*/ 727627 h 727627"/>
              <a:gd name="connsiteX2" fmla="*/ 3103184 w 3230602"/>
              <a:gd name="connsiteY2" fmla="*/ 47664 h 727627"/>
              <a:gd name="connsiteX3" fmla="*/ 3103185 w 3230602"/>
              <a:gd name="connsiteY3" fmla="*/ 57377 h 727627"/>
              <a:gd name="connsiteX0" fmla="*/ 0 w 3253895"/>
              <a:gd name="connsiteY0" fmla="*/ 435982 h 1087872"/>
              <a:gd name="connsiteX1" fmla="*/ 1383030 w 3253895"/>
              <a:gd name="connsiteY1" fmla="*/ 1087872 h 1087872"/>
              <a:gd name="connsiteX2" fmla="*/ 3103184 w 3253895"/>
              <a:gd name="connsiteY2" fmla="*/ 407909 h 1087872"/>
              <a:gd name="connsiteX3" fmla="*/ 3179445 w 3253895"/>
              <a:gd name="connsiteY3" fmla="*/ 9 h 1087872"/>
              <a:gd name="connsiteX0" fmla="*/ 0 w 3179445"/>
              <a:gd name="connsiteY0" fmla="*/ 435982 h 1087872"/>
              <a:gd name="connsiteX1" fmla="*/ 1383030 w 3179445"/>
              <a:gd name="connsiteY1" fmla="*/ 1087872 h 1087872"/>
              <a:gd name="connsiteX2" fmla="*/ 2874406 w 3179445"/>
              <a:gd name="connsiteY2" fmla="*/ 475892 h 1087872"/>
              <a:gd name="connsiteX3" fmla="*/ 3179445 w 3179445"/>
              <a:gd name="connsiteY3" fmla="*/ 9 h 1087872"/>
              <a:gd name="connsiteX0" fmla="*/ 0 w 2874411"/>
              <a:gd name="connsiteY0" fmla="*/ 1 h 651891"/>
              <a:gd name="connsiteX1" fmla="*/ 1383030 w 2874411"/>
              <a:gd name="connsiteY1" fmla="*/ 651891 h 651891"/>
              <a:gd name="connsiteX2" fmla="*/ 2874406 w 2874411"/>
              <a:gd name="connsiteY2" fmla="*/ 39911 h 651891"/>
              <a:gd name="connsiteX0" fmla="*/ 0 w 3099557"/>
              <a:gd name="connsiteY0" fmla="*/ -1 h 651889"/>
              <a:gd name="connsiteX1" fmla="*/ 1383030 w 3099557"/>
              <a:gd name="connsiteY1" fmla="*/ 651889 h 651889"/>
              <a:gd name="connsiteX2" fmla="*/ 3099553 w 3099557"/>
              <a:gd name="connsiteY2" fmla="*/ 1061 h 651889"/>
              <a:gd name="connsiteX0" fmla="*/ 0 w 3223619"/>
              <a:gd name="connsiteY0" fmla="*/ 41916 h 693806"/>
              <a:gd name="connsiteX1" fmla="*/ 1383030 w 3223619"/>
              <a:gd name="connsiteY1" fmla="*/ 693806 h 693806"/>
              <a:gd name="connsiteX2" fmla="*/ 3099553 w 3223619"/>
              <a:gd name="connsiteY2" fmla="*/ 42978 h 693806"/>
              <a:gd name="connsiteX3" fmla="*/ 3088659 w 3223619"/>
              <a:gd name="connsiteY3" fmla="*/ 62404 h 693806"/>
              <a:gd name="connsiteX0" fmla="*/ 0 w 3270800"/>
              <a:gd name="connsiteY0" fmla="*/ 377744 h 1029634"/>
              <a:gd name="connsiteX1" fmla="*/ 1383030 w 3270800"/>
              <a:gd name="connsiteY1" fmla="*/ 1029634 h 1029634"/>
              <a:gd name="connsiteX2" fmla="*/ 3099553 w 3270800"/>
              <a:gd name="connsiteY2" fmla="*/ 378806 h 1029634"/>
              <a:gd name="connsiteX3" fmla="*/ 3226652 w 3270800"/>
              <a:gd name="connsiteY3" fmla="*/ 43 h 1029634"/>
              <a:gd name="connsiteX0" fmla="*/ 0 w 3270800"/>
              <a:gd name="connsiteY0" fmla="*/ 377744 h 1029634"/>
              <a:gd name="connsiteX1" fmla="*/ 1383030 w 3270800"/>
              <a:gd name="connsiteY1" fmla="*/ 1029634 h 1029634"/>
              <a:gd name="connsiteX2" fmla="*/ 3099553 w 3270800"/>
              <a:gd name="connsiteY2" fmla="*/ 378806 h 1029634"/>
              <a:gd name="connsiteX3" fmla="*/ 3226652 w 3270800"/>
              <a:gd name="connsiteY3" fmla="*/ 43 h 1029634"/>
              <a:gd name="connsiteX0" fmla="*/ 0 w 3226702"/>
              <a:gd name="connsiteY0" fmla="*/ 377726 h 1029616"/>
              <a:gd name="connsiteX1" fmla="*/ 1383030 w 3226702"/>
              <a:gd name="connsiteY1" fmla="*/ 1029616 h 1029616"/>
              <a:gd name="connsiteX2" fmla="*/ 2870775 w 3226702"/>
              <a:gd name="connsiteY2" fmla="*/ 592451 h 1029616"/>
              <a:gd name="connsiteX3" fmla="*/ 3226652 w 3226702"/>
              <a:gd name="connsiteY3" fmla="*/ 25 h 1029616"/>
              <a:gd name="connsiteX0" fmla="*/ 0 w 3226687"/>
              <a:gd name="connsiteY0" fmla="*/ 377726 h 1029616"/>
              <a:gd name="connsiteX1" fmla="*/ 1383030 w 3226687"/>
              <a:gd name="connsiteY1" fmla="*/ 1029616 h 1029616"/>
              <a:gd name="connsiteX2" fmla="*/ 2870775 w 3226687"/>
              <a:gd name="connsiteY2" fmla="*/ 592451 h 1029616"/>
              <a:gd name="connsiteX3" fmla="*/ 3226652 w 3226687"/>
              <a:gd name="connsiteY3" fmla="*/ 25 h 1029616"/>
              <a:gd name="connsiteX0" fmla="*/ 0 w 2870775"/>
              <a:gd name="connsiteY0" fmla="*/ 1 h 651891"/>
              <a:gd name="connsiteX1" fmla="*/ 1383030 w 2870775"/>
              <a:gd name="connsiteY1" fmla="*/ 651891 h 651891"/>
              <a:gd name="connsiteX2" fmla="*/ 2870775 w 2870775"/>
              <a:gd name="connsiteY2" fmla="*/ 214726 h 651891"/>
              <a:gd name="connsiteX0" fmla="*/ 0 w 3106816"/>
              <a:gd name="connsiteY0" fmla="*/ -1 h 651889"/>
              <a:gd name="connsiteX1" fmla="*/ 1383030 w 3106816"/>
              <a:gd name="connsiteY1" fmla="*/ 651889 h 651889"/>
              <a:gd name="connsiteX2" fmla="*/ 3106816 w 3106816"/>
              <a:gd name="connsiteY2" fmla="*/ 1061 h 651889"/>
              <a:gd name="connsiteX0" fmla="*/ 0 w 3106816"/>
              <a:gd name="connsiteY0" fmla="*/ 1 h 651891"/>
              <a:gd name="connsiteX1" fmla="*/ 1383030 w 3106816"/>
              <a:gd name="connsiteY1" fmla="*/ 651891 h 651891"/>
              <a:gd name="connsiteX2" fmla="*/ 3106816 w 3106816"/>
              <a:gd name="connsiteY2" fmla="*/ 1063 h 651891"/>
              <a:gd name="connsiteX0" fmla="*/ 0 w 3106816"/>
              <a:gd name="connsiteY0" fmla="*/ -1 h 651889"/>
              <a:gd name="connsiteX1" fmla="*/ 1383030 w 3106816"/>
              <a:gd name="connsiteY1" fmla="*/ 651889 h 651889"/>
              <a:gd name="connsiteX2" fmla="*/ 3106816 w 3106816"/>
              <a:gd name="connsiteY2" fmla="*/ 1061 h 651889"/>
              <a:gd name="connsiteX0" fmla="*/ 0 w 3106816"/>
              <a:gd name="connsiteY0" fmla="*/ 1 h 651961"/>
              <a:gd name="connsiteX1" fmla="*/ 1383030 w 3106816"/>
              <a:gd name="connsiteY1" fmla="*/ 651891 h 651961"/>
              <a:gd name="connsiteX2" fmla="*/ 3106816 w 3106816"/>
              <a:gd name="connsiteY2" fmla="*/ 1063 h 651961"/>
              <a:gd name="connsiteX0" fmla="*/ 0 w 3106816"/>
              <a:gd name="connsiteY0" fmla="*/ -1 h 651959"/>
              <a:gd name="connsiteX1" fmla="*/ 1383030 w 3106816"/>
              <a:gd name="connsiteY1" fmla="*/ 651889 h 651959"/>
              <a:gd name="connsiteX2" fmla="*/ 3106816 w 3106816"/>
              <a:gd name="connsiteY2" fmla="*/ 1061 h 651959"/>
              <a:gd name="connsiteX0" fmla="*/ 0 w 3106816"/>
              <a:gd name="connsiteY0" fmla="*/ 1 h 652233"/>
              <a:gd name="connsiteX1" fmla="*/ 1383030 w 3106816"/>
              <a:gd name="connsiteY1" fmla="*/ 651891 h 652233"/>
              <a:gd name="connsiteX2" fmla="*/ 3106816 w 3106816"/>
              <a:gd name="connsiteY2" fmla="*/ 1063 h 652233"/>
              <a:gd name="connsiteX0" fmla="*/ 0 w 3106816"/>
              <a:gd name="connsiteY0" fmla="*/ -1 h 651959"/>
              <a:gd name="connsiteX1" fmla="*/ 1383030 w 3106816"/>
              <a:gd name="connsiteY1" fmla="*/ 651889 h 651959"/>
              <a:gd name="connsiteX2" fmla="*/ 3106816 w 3106816"/>
              <a:gd name="connsiteY2" fmla="*/ 1061 h 651959"/>
              <a:gd name="connsiteX0" fmla="*/ 0 w 3106816"/>
              <a:gd name="connsiteY0" fmla="*/ 1 h 651961"/>
              <a:gd name="connsiteX1" fmla="*/ 1383030 w 3106816"/>
              <a:gd name="connsiteY1" fmla="*/ 651891 h 651961"/>
              <a:gd name="connsiteX2" fmla="*/ 3106816 w 3106816"/>
              <a:gd name="connsiteY2" fmla="*/ 1063 h 651961"/>
              <a:gd name="connsiteX0" fmla="*/ 0 w 3106816"/>
              <a:gd name="connsiteY0" fmla="*/ -1 h 652299"/>
              <a:gd name="connsiteX1" fmla="*/ 1383030 w 3106816"/>
              <a:gd name="connsiteY1" fmla="*/ 651889 h 652299"/>
              <a:gd name="connsiteX2" fmla="*/ 3106816 w 3106816"/>
              <a:gd name="connsiteY2" fmla="*/ 1061 h 652299"/>
              <a:gd name="connsiteX0" fmla="*/ 0 w 3106816"/>
              <a:gd name="connsiteY0" fmla="*/ 1 h 652394"/>
              <a:gd name="connsiteX1" fmla="*/ 1383030 w 3106816"/>
              <a:gd name="connsiteY1" fmla="*/ 651891 h 652394"/>
              <a:gd name="connsiteX2" fmla="*/ 3106816 w 3106816"/>
              <a:gd name="connsiteY2" fmla="*/ 1063 h 652394"/>
              <a:gd name="connsiteX0" fmla="*/ 0 w 3106816"/>
              <a:gd name="connsiteY0" fmla="*/ -1 h 653666"/>
              <a:gd name="connsiteX1" fmla="*/ 1383030 w 3106816"/>
              <a:gd name="connsiteY1" fmla="*/ 651889 h 653666"/>
              <a:gd name="connsiteX2" fmla="*/ 3106816 w 3106816"/>
              <a:gd name="connsiteY2" fmla="*/ 1061 h 653666"/>
              <a:gd name="connsiteX0" fmla="*/ 0 w 3106816"/>
              <a:gd name="connsiteY0" fmla="*/ 1 h 652395"/>
              <a:gd name="connsiteX1" fmla="*/ 1383030 w 3106816"/>
              <a:gd name="connsiteY1" fmla="*/ 651891 h 652395"/>
              <a:gd name="connsiteX2" fmla="*/ 3106816 w 3106816"/>
              <a:gd name="connsiteY2" fmla="*/ 1063 h 652395"/>
              <a:gd name="connsiteX0" fmla="*/ 0 w 3106816"/>
              <a:gd name="connsiteY0" fmla="*/ -1 h 594171"/>
              <a:gd name="connsiteX1" fmla="*/ 1357610 w 3106816"/>
              <a:gd name="connsiteY1" fmla="*/ 593617 h 594171"/>
              <a:gd name="connsiteX2" fmla="*/ 3106816 w 3106816"/>
              <a:gd name="connsiteY2" fmla="*/ 1061 h 594171"/>
              <a:gd name="connsiteX0" fmla="*/ 0 w 3106816"/>
              <a:gd name="connsiteY0" fmla="*/ 1 h 593783"/>
              <a:gd name="connsiteX1" fmla="*/ 1357610 w 3106816"/>
              <a:gd name="connsiteY1" fmla="*/ 593619 h 593783"/>
              <a:gd name="connsiteX2" fmla="*/ 3106816 w 3106816"/>
              <a:gd name="connsiteY2" fmla="*/ 1063 h 593783"/>
              <a:gd name="connsiteX0" fmla="*/ 0 w 3106816"/>
              <a:gd name="connsiteY0" fmla="*/ -1 h 593781"/>
              <a:gd name="connsiteX1" fmla="*/ 1357610 w 3106816"/>
              <a:gd name="connsiteY1" fmla="*/ 593617 h 593781"/>
              <a:gd name="connsiteX2" fmla="*/ 3106816 w 3106816"/>
              <a:gd name="connsiteY2" fmla="*/ 1061 h 593781"/>
              <a:gd name="connsiteX0" fmla="*/ 0 w 3106816"/>
              <a:gd name="connsiteY0" fmla="*/ 1 h 593783"/>
              <a:gd name="connsiteX1" fmla="*/ 1357610 w 3106816"/>
              <a:gd name="connsiteY1" fmla="*/ 593619 h 593783"/>
              <a:gd name="connsiteX2" fmla="*/ 3106816 w 3106816"/>
              <a:gd name="connsiteY2" fmla="*/ 1063 h 593783"/>
              <a:gd name="connsiteX0" fmla="*/ 0 w 3106816"/>
              <a:gd name="connsiteY0" fmla="*/ -1 h 593781"/>
              <a:gd name="connsiteX1" fmla="*/ 1357610 w 3106816"/>
              <a:gd name="connsiteY1" fmla="*/ 593617 h 593781"/>
              <a:gd name="connsiteX2" fmla="*/ 3106816 w 3106816"/>
              <a:gd name="connsiteY2" fmla="*/ 1061 h 593781"/>
              <a:gd name="connsiteX0" fmla="*/ 0 w 3106816"/>
              <a:gd name="connsiteY0" fmla="*/ 1 h 535531"/>
              <a:gd name="connsiteX1" fmla="*/ 1357610 w 3106816"/>
              <a:gd name="connsiteY1" fmla="*/ 535348 h 535531"/>
              <a:gd name="connsiteX2" fmla="*/ 3106816 w 3106816"/>
              <a:gd name="connsiteY2" fmla="*/ 1063 h 535531"/>
              <a:gd name="connsiteX0" fmla="*/ 0 w 3106816"/>
              <a:gd name="connsiteY0" fmla="*/ -1 h 535529"/>
              <a:gd name="connsiteX1" fmla="*/ 1357610 w 3106816"/>
              <a:gd name="connsiteY1" fmla="*/ 535346 h 535529"/>
              <a:gd name="connsiteX2" fmla="*/ 3106816 w 3106816"/>
              <a:gd name="connsiteY2" fmla="*/ 1061 h 535529"/>
              <a:gd name="connsiteX0" fmla="*/ 0 w 3106816"/>
              <a:gd name="connsiteY0" fmla="*/ 1 h 543614"/>
              <a:gd name="connsiteX1" fmla="*/ 1357610 w 3106816"/>
              <a:gd name="connsiteY1" fmla="*/ 535348 h 543614"/>
              <a:gd name="connsiteX2" fmla="*/ 3106816 w 3106816"/>
              <a:gd name="connsiteY2" fmla="*/ 1063 h 543614"/>
              <a:gd name="connsiteX0" fmla="*/ 0 w 3106816"/>
              <a:gd name="connsiteY0" fmla="*/ -1 h 539235"/>
              <a:gd name="connsiteX1" fmla="*/ 1357610 w 3106816"/>
              <a:gd name="connsiteY1" fmla="*/ 535346 h 539235"/>
              <a:gd name="connsiteX2" fmla="*/ 3106816 w 3106816"/>
              <a:gd name="connsiteY2" fmla="*/ 1061 h 539235"/>
              <a:gd name="connsiteX0" fmla="*/ 0 w 3106816"/>
              <a:gd name="connsiteY0" fmla="*/ 1 h 535439"/>
              <a:gd name="connsiteX1" fmla="*/ 1357610 w 3106816"/>
              <a:gd name="connsiteY1" fmla="*/ 535348 h 535439"/>
              <a:gd name="connsiteX2" fmla="*/ 3106816 w 3106816"/>
              <a:gd name="connsiteY2" fmla="*/ 1063 h 535439"/>
              <a:gd name="connsiteX0" fmla="*/ 0 w 3106816"/>
              <a:gd name="connsiteY0" fmla="*/ -1 h 535439"/>
              <a:gd name="connsiteX1" fmla="*/ 1357610 w 3106816"/>
              <a:gd name="connsiteY1" fmla="*/ 535346 h 535439"/>
              <a:gd name="connsiteX2" fmla="*/ 3106816 w 3106816"/>
              <a:gd name="connsiteY2" fmla="*/ 1061 h 535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6816" h="535439">
                <a:moveTo>
                  <a:pt x="0" y="-1"/>
                </a:moveTo>
                <a:cubicBezTo>
                  <a:pt x="862751" y="20863"/>
                  <a:pt x="1011475" y="543440"/>
                  <a:pt x="1357610" y="535346"/>
                </a:cubicBezTo>
                <a:cubicBezTo>
                  <a:pt x="1703745" y="527252"/>
                  <a:pt x="1413564" y="28598"/>
                  <a:pt x="3106816" y="1061"/>
                </a:cubicBezTo>
              </a:path>
            </a:pathLst>
          </a:custGeom>
          <a:noFill/>
          <a:ln w="38100">
            <a:solidFill>
              <a:srgbClr val="159F84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5" name="标题">
            <a:extLst>
              <a:ext uri="{FF2B5EF4-FFF2-40B4-BE49-F238E27FC236}">
                <a16:creationId xmlns:a16="http://schemas.microsoft.com/office/drawing/2014/main" id="{91E211A5-545E-76E4-C9D7-6C2EED3DF91D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 </a:t>
            </a:r>
            <a:r>
              <a:rPr lang="en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Bode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图确定系统传递函数</a:t>
            </a:r>
          </a:p>
        </p:txBody>
      </p:sp>
      <p:grpSp>
        <p:nvGrpSpPr>
          <p:cNvPr id="146" name="问题">
            <a:extLst>
              <a:ext uri="{FF2B5EF4-FFF2-40B4-BE49-F238E27FC236}">
                <a16:creationId xmlns:a16="http://schemas.microsoft.com/office/drawing/2014/main" id="{587ED640-4E71-5F4E-33AB-05A8106E789A}"/>
              </a:ext>
            </a:extLst>
          </p:cNvPr>
          <p:cNvGrpSpPr/>
          <p:nvPr/>
        </p:nvGrpSpPr>
        <p:grpSpPr>
          <a:xfrm>
            <a:off x="187829" y="995875"/>
            <a:ext cx="4720002" cy="881063"/>
            <a:chOff x="5348307" y="5538470"/>
            <a:chExt cx="4720002" cy="881063"/>
          </a:xfrm>
        </p:grpSpPr>
        <p:sp>
          <p:nvSpPr>
            <p:cNvPr id="147" name="问号">
              <a:extLst>
                <a:ext uri="{FF2B5EF4-FFF2-40B4-BE49-F238E27FC236}">
                  <a16:creationId xmlns:a16="http://schemas.microsoft.com/office/drawing/2014/main" id="{33E7E3D8-EFC5-DC7C-41D5-28BDA83CDAC2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148" name="文本">
              <a:extLst>
                <a:ext uri="{FF2B5EF4-FFF2-40B4-BE49-F238E27FC236}">
                  <a16:creationId xmlns:a16="http://schemas.microsoft.com/office/drawing/2014/main" id="{61C02C1C-A279-A74B-E983-078B02F8B0BF}"/>
                </a:ext>
              </a:extLst>
            </p:cNvPr>
            <p:cNvSpPr txBox="1"/>
            <p:nvPr/>
          </p:nvSpPr>
          <p:spPr>
            <a:xfrm>
              <a:off x="6306265" y="5726958"/>
              <a:ext cx="376204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图中有哪些典型环节？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174" name="小标题1">
            <a:extLst>
              <a:ext uri="{FF2B5EF4-FFF2-40B4-BE49-F238E27FC236}">
                <a16:creationId xmlns:a16="http://schemas.microsoft.com/office/drawing/2014/main" id="{7A417BE2-5503-84DF-884B-9F97026D0F38}"/>
              </a:ext>
            </a:extLst>
          </p:cNvPr>
          <p:cNvSpPr/>
          <p:nvPr/>
        </p:nvSpPr>
        <p:spPr bwMode="auto">
          <a:xfrm>
            <a:off x="442913" y="2004817"/>
            <a:ext cx="1916598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惯性</a:t>
            </a:r>
          </a:p>
        </p:txBody>
      </p:sp>
      <p:sp>
        <p:nvSpPr>
          <p:cNvPr id="175" name="小标题2">
            <a:extLst>
              <a:ext uri="{FF2B5EF4-FFF2-40B4-BE49-F238E27FC236}">
                <a16:creationId xmlns:a16="http://schemas.microsoft.com/office/drawing/2014/main" id="{E94A4FB5-FE50-9780-57B0-8A53D425AAEC}"/>
              </a:ext>
            </a:extLst>
          </p:cNvPr>
          <p:cNvSpPr/>
          <p:nvPr/>
        </p:nvSpPr>
        <p:spPr bwMode="auto">
          <a:xfrm>
            <a:off x="2765805" y="1993407"/>
            <a:ext cx="1916598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积分</a:t>
            </a:r>
          </a:p>
        </p:txBody>
      </p:sp>
      <p:sp>
        <p:nvSpPr>
          <p:cNvPr id="158" name="小标题3">
            <a:extLst>
              <a:ext uri="{FF2B5EF4-FFF2-40B4-BE49-F238E27FC236}">
                <a16:creationId xmlns:a16="http://schemas.microsoft.com/office/drawing/2014/main" id="{DBB4797E-E19D-6F79-99F4-1E6057D45173}"/>
              </a:ext>
            </a:extLst>
          </p:cNvPr>
          <p:cNvSpPr/>
          <p:nvPr/>
        </p:nvSpPr>
        <p:spPr bwMode="auto">
          <a:xfrm>
            <a:off x="435672" y="2722983"/>
            <a:ext cx="1916598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一阶微分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结果3">
                <a:extLst>
                  <a:ext uri="{FF2B5EF4-FFF2-40B4-BE49-F238E27FC236}">
                    <a16:creationId xmlns:a16="http://schemas.microsoft.com/office/drawing/2014/main" id="{94DC7BC2-9D0E-046A-7FC1-FAE378C455FB}"/>
                  </a:ext>
                </a:extLst>
              </p:cNvPr>
              <p:cNvSpPr txBox="1"/>
              <p:nvPr/>
            </p:nvSpPr>
            <p:spPr>
              <a:xfrm>
                <a:off x="2494806" y="5701662"/>
                <a:ext cx="3533452" cy="6312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zh-CN" altLang="en-US" sz="2800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box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box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box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6" name="结果3">
                <a:extLst>
                  <a:ext uri="{FF2B5EF4-FFF2-40B4-BE49-F238E27FC236}">
                    <a16:creationId xmlns:a16="http://schemas.microsoft.com/office/drawing/2014/main" id="{94DC7BC2-9D0E-046A-7FC1-FAE378C455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4806" y="5701662"/>
                <a:ext cx="3533452" cy="631263"/>
              </a:xfrm>
              <a:prstGeom prst="rect">
                <a:avLst/>
              </a:prstGeom>
              <a:blipFill>
                <a:blip r:embed="rId4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8" name="小标题3">
            <a:extLst>
              <a:ext uri="{FF2B5EF4-FFF2-40B4-BE49-F238E27FC236}">
                <a16:creationId xmlns:a16="http://schemas.microsoft.com/office/drawing/2014/main" id="{9B75463D-A158-5EC4-9D6E-593CFE63EEC0}"/>
              </a:ext>
            </a:extLst>
          </p:cNvPr>
          <p:cNvSpPr/>
          <p:nvPr/>
        </p:nvSpPr>
        <p:spPr bwMode="auto">
          <a:xfrm>
            <a:off x="412751" y="5673197"/>
            <a:ext cx="1916598" cy="576000"/>
          </a:xfrm>
          <a:prstGeom prst="roundRect">
            <a:avLst/>
          </a:prstGeom>
          <a:solidFill>
            <a:srgbClr val="E44860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等距等比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4922F61-50B8-E3FC-74BD-2FB1DD9A5742}"/>
              </a:ext>
            </a:extLst>
          </p:cNvPr>
          <p:cNvGrpSpPr/>
          <p:nvPr/>
        </p:nvGrpSpPr>
        <p:grpSpPr>
          <a:xfrm>
            <a:off x="5845111" y="1276925"/>
            <a:ext cx="6156724" cy="4119614"/>
            <a:chOff x="5845111" y="1276925"/>
            <a:chExt cx="6156724" cy="4119614"/>
          </a:xfrm>
        </p:grpSpPr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26374933-B3D1-AD0E-516F-3C915A05E6B2}"/>
                </a:ext>
              </a:extLst>
            </p:cNvPr>
            <p:cNvGrpSpPr/>
            <p:nvPr/>
          </p:nvGrpSpPr>
          <p:grpSpPr>
            <a:xfrm>
              <a:off x="5845111" y="1276925"/>
              <a:ext cx="6156724" cy="3022923"/>
              <a:chOff x="1486694" y="1007428"/>
              <a:chExt cx="9840917" cy="5528779"/>
            </a:xfrm>
          </p:grpSpPr>
          <p:cxnSp>
            <p:nvCxnSpPr>
              <p:cNvPr id="42" name="辅助线">
                <a:extLst>
                  <a:ext uri="{FF2B5EF4-FFF2-40B4-BE49-F238E27FC236}">
                    <a16:creationId xmlns:a16="http://schemas.microsoft.com/office/drawing/2014/main" id="{76DCA313-8C24-CF37-A76D-70C98050093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1628800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辅助线">
                <a:extLst>
                  <a:ext uri="{FF2B5EF4-FFF2-40B4-BE49-F238E27FC236}">
                    <a16:creationId xmlns:a16="http://schemas.microsoft.com/office/drawing/2014/main" id="{0583C0CD-D7A2-B587-C60D-24115ACCAE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2132856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辅助线">
                <a:extLst>
                  <a:ext uri="{FF2B5EF4-FFF2-40B4-BE49-F238E27FC236}">
                    <a16:creationId xmlns:a16="http://schemas.microsoft.com/office/drawing/2014/main" id="{B7FD8EA0-F194-9F10-AC17-2611CBD1F4C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2636912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辅助线">
                <a:extLst>
                  <a:ext uri="{FF2B5EF4-FFF2-40B4-BE49-F238E27FC236}">
                    <a16:creationId xmlns:a16="http://schemas.microsoft.com/office/drawing/2014/main" id="{7855075D-B48C-1241-FF8D-0EE4840DE4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3140968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辅助线">
                <a:extLst>
                  <a:ext uri="{FF2B5EF4-FFF2-40B4-BE49-F238E27FC236}">
                    <a16:creationId xmlns:a16="http://schemas.microsoft.com/office/drawing/2014/main" id="{3D42B344-20EC-2FC6-A50E-F4405FE11C3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3645024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辅助线">
                <a:extLst>
                  <a:ext uri="{FF2B5EF4-FFF2-40B4-BE49-F238E27FC236}">
                    <a16:creationId xmlns:a16="http://schemas.microsoft.com/office/drawing/2014/main" id="{9A691971-2F7E-E2D2-0B2F-197DE01C52A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4149080"/>
                <a:ext cx="972108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辅助线">
                <a:extLst>
                  <a:ext uri="{FF2B5EF4-FFF2-40B4-BE49-F238E27FC236}">
                    <a16:creationId xmlns:a16="http://schemas.microsoft.com/office/drawing/2014/main" id="{772CA42B-2C86-C235-DFE9-CE8DC7C9EB4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4653136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辅助线">
                <a:extLst>
                  <a:ext uri="{FF2B5EF4-FFF2-40B4-BE49-F238E27FC236}">
                    <a16:creationId xmlns:a16="http://schemas.microsoft.com/office/drawing/2014/main" id="{7F76CF55-E913-5EBB-77BC-C616BE3665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5157192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辅助线">
                <a:extLst>
                  <a:ext uri="{FF2B5EF4-FFF2-40B4-BE49-F238E27FC236}">
                    <a16:creationId xmlns:a16="http://schemas.microsoft.com/office/drawing/2014/main" id="{F5F7312D-BE7A-1DE7-B54F-54705385F94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5661248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辅助线">
                <a:extLst>
                  <a:ext uri="{FF2B5EF4-FFF2-40B4-BE49-F238E27FC236}">
                    <a16:creationId xmlns:a16="http://schemas.microsoft.com/office/drawing/2014/main" id="{9A12FDEB-77C9-DFA4-C256-36F000E921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6165304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3" name="组合 52">
                <a:extLst>
                  <a:ext uri="{FF2B5EF4-FFF2-40B4-BE49-F238E27FC236}">
                    <a16:creationId xmlns:a16="http://schemas.microsoft.com/office/drawing/2014/main" id="{2049756D-7575-BF6D-3303-3A455DA6FC21}"/>
                  </a:ext>
                </a:extLst>
              </p:cNvPr>
              <p:cNvGrpSpPr/>
              <p:nvPr/>
            </p:nvGrpSpPr>
            <p:grpSpPr>
              <a:xfrm>
                <a:off x="1486694" y="1052736"/>
                <a:ext cx="8707412" cy="5112568"/>
                <a:chOff x="1486694" y="1052736"/>
                <a:chExt cx="8707412" cy="5112568"/>
              </a:xfrm>
            </p:grpSpPr>
            <p:cxnSp>
              <p:nvCxnSpPr>
                <p:cNvPr id="140" name="辅助线">
                  <a:extLst>
                    <a:ext uri="{FF2B5EF4-FFF2-40B4-BE49-F238E27FC236}">
                      <a16:creationId xmlns:a16="http://schemas.microsoft.com/office/drawing/2014/main" id="{EF04C218-81F0-5CBA-CBAB-7B37B38506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86694" y="1052736"/>
                  <a:ext cx="0" cy="5112568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prstDash val="solid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辅助线">
                  <a:extLst>
                    <a:ext uri="{FF2B5EF4-FFF2-40B4-BE49-F238E27FC236}">
                      <a16:creationId xmlns:a16="http://schemas.microsoft.com/office/drawing/2014/main" id="{62B88FBC-E429-D3E7-9744-E615F9A903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194106" y="1628800"/>
                  <a:ext cx="0" cy="4536504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prstDash val="solid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EE41F120-E075-FD7E-B798-53F36FA80A08}"/>
                  </a:ext>
                </a:extLst>
              </p:cNvPr>
              <p:cNvGrpSpPr/>
              <p:nvPr/>
            </p:nvGrpSpPr>
            <p:grpSpPr>
              <a:xfrm>
                <a:off x="3595967" y="1635150"/>
                <a:ext cx="2902471" cy="4536504"/>
                <a:chOff x="4389165" y="1628800"/>
                <a:chExt cx="2902471" cy="4536504"/>
              </a:xfrm>
            </p:grpSpPr>
            <p:cxnSp>
              <p:nvCxnSpPr>
                <p:cNvPr id="125" name="辅助线">
                  <a:extLst>
                    <a:ext uri="{FF2B5EF4-FFF2-40B4-BE49-F238E27FC236}">
                      <a16:creationId xmlns:a16="http://schemas.microsoft.com/office/drawing/2014/main" id="{CEE4AAC1-74DB-D93D-B20F-4BFFB39842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89165" y="1628800"/>
                  <a:ext cx="0" cy="4536504"/>
                </a:xfrm>
                <a:prstGeom prst="straightConnector1">
                  <a:avLst/>
                </a:prstGeom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  <a:prstDash val="sysDot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辅助线">
                  <a:extLst>
                    <a:ext uri="{FF2B5EF4-FFF2-40B4-BE49-F238E27FC236}">
                      <a16:creationId xmlns:a16="http://schemas.microsoft.com/office/drawing/2014/main" id="{1D510F6D-1C5F-46FD-8CEB-96B3139894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291636" y="1628800"/>
                  <a:ext cx="0" cy="4536504"/>
                </a:xfrm>
                <a:prstGeom prst="straightConnector1">
                  <a:avLst/>
                </a:prstGeom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  <a:prstDash val="sysDot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8" name="辅助线">
                <a:extLst>
                  <a:ext uri="{FF2B5EF4-FFF2-40B4-BE49-F238E27FC236}">
                    <a16:creationId xmlns:a16="http://schemas.microsoft.com/office/drawing/2014/main" id="{902C1A8F-E468-C60F-9932-388BE23A21E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12139" y="1641502"/>
                <a:ext cx="0" cy="4536503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Gs">
                    <a:extLst>
                      <a:ext uri="{FF2B5EF4-FFF2-40B4-BE49-F238E27FC236}">
                        <a16:creationId xmlns:a16="http://schemas.microsoft.com/office/drawing/2014/main" id="{5CBA7A6D-E506-4AA6-F8D8-A5A577D5B0A8}"/>
                      </a:ext>
                    </a:extLst>
                  </p:cNvPr>
                  <p:cNvSpPr txBox="1"/>
                  <p:nvPr/>
                </p:nvSpPr>
                <p:spPr>
                  <a:xfrm>
                    <a:off x="1488412" y="1050911"/>
                    <a:ext cx="1549681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CN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r>
                      <a:rPr lang="en-US" altLang="zh-CN" dirty="0">
                        <a:solidFill>
                          <a:srgbClr val="E44860"/>
                        </a:solidFill>
                      </a:rPr>
                      <a:t>dB</a:t>
                    </a:r>
                    <a:endParaRPr lang="zh-CN" altLang="en-US" dirty="0">
                      <a:solidFill>
                        <a:srgbClr val="E448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2" name="Gs">
                    <a:extLst>
                      <a:ext uri="{FF2B5EF4-FFF2-40B4-BE49-F238E27FC236}">
                        <a16:creationId xmlns:a16="http://schemas.microsoft.com/office/drawing/2014/main" id="{5CBA7A6D-E506-4AA6-F8D8-A5A577D5B0A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88412" y="1050911"/>
                    <a:ext cx="1549681" cy="67549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6667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Gs">
                    <a:extLst>
                      <a:ext uri="{FF2B5EF4-FFF2-40B4-BE49-F238E27FC236}">
                        <a16:creationId xmlns:a16="http://schemas.microsoft.com/office/drawing/2014/main" id="{A27DF585-8B29-BDD0-3B00-8F317B25F3A1}"/>
                      </a:ext>
                    </a:extLst>
                  </p:cNvPr>
                  <p:cNvSpPr txBox="1"/>
                  <p:nvPr/>
                </p:nvSpPr>
                <p:spPr>
                  <a:xfrm>
                    <a:off x="10902767" y="3608279"/>
                    <a:ext cx="424844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1" name="Gs">
                    <a:extLst>
                      <a:ext uri="{FF2B5EF4-FFF2-40B4-BE49-F238E27FC236}">
                        <a16:creationId xmlns:a16="http://schemas.microsoft.com/office/drawing/2014/main" id="{A5F3EF99-3630-0BF0-DB3A-7C787EF6639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02767" y="3608279"/>
                    <a:ext cx="424844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18182" b="-625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Gs">
                    <a:extLst>
                      <a:ext uri="{FF2B5EF4-FFF2-40B4-BE49-F238E27FC236}">
                        <a16:creationId xmlns:a16="http://schemas.microsoft.com/office/drawing/2014/main" id="{C5A81B3E-2081-3064-3ADF-D02364FB985B}"/>
                      </a:ext>
                    </a:extLst>
                  </p:cNvPr>
                  <p:cNvSpPr txBox="1"/>
                  <p:nvPr/>
                </p:nvSpPr>
                <p:spPr>
                  <a:xfrm>
                    <a:off x="10042497" y="3724861"/>
                    <a:ext cx="703715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2" name="Gs">
                    <a:extLst>
                      <a:ext uri="{FF2B5EF4-FFF2-40B4-BE49-F238E27FC236}">
                        <a16:creationId xmlns:a16="http://schemas.microsoft.com/office/drawing/2014/main" id="{AA1AF1CD-2EA4-F280-C3B3-8E2535C72CD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42497" y="3724861"/>
                    <a:ext cx="703715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6470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Gs">
                    <a:extLst>
                      <a:ext uri="{FF2B5EF4-FFF2-40B4-BE49-F238E27FC236}">
                        <a16:creationId xmlns:a16="http://schemas.microsoft.com/office/drawing/2014/main" id="{2138F283-191A-4B73-593F-FFB1AEB91649}"/>
                      </a:ext>
                    </a:extLst>
                  </p:cNvPr>
                  <p:cNvSpPr txBox="1"/>
                  <p:nvPr/>
                </p:nvSpPr>
                <p:spPr>
                  <a:xfrm>
                    <a:off x="10143990" y="3346670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5" name="Gs">
                    <a:extLst>
                      <a:ext uri="{FF2B5EF4-FFF2-40B4-BE49-F238E27FC236}">
                        <a16:creationId xmlns:a16="http://schemas.microsoft.com/office/drawing/2014/main" id="{2138F283-191A-4B73-593F-FFB1AEB9164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43990" y="3346670"/>
                    <a:ext cx="703715" cy="67549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1388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Gs">
                    <a:extLst>
                      <a:ext uri="{FF2B5EF4-FFF2-40B4-BE49-F238E27FC236}">
                        <a16:creationId xmlns:a16="http://schemas.microsoft.com/office/drawing/2014/main" id="{F5A62055-0726-5508-6A29-1B4110CB877F}"/>
                      </a:ext>
                    </a:extLst>
                  </p:cNvPr>
                  <p:cNvSpPr txBox="1"/>
                  <p:nvPr/>
                </p:nvSpPr>
                <p:spPr>
                  <a:xfrm>
                    <a:off x="10137536" y="2865445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6" name="Gs">
                    <a:extLst>
                      <a:ext uri="{FF2B5EF4-FFF2-40B4-BE49-F238E27FC236}">
                        <a16:creationId xmlns:a16="http://schemas.microsoft.com/office/drawing/2014/main" id="{F5A62055-0726-5508-6A29-1B4110CB877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37536" y="2865445"/>
                    <a:ext cx="703715" cy="67549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1388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Gs">
                    <a:extLst>
                      <a:ext uri="{FF2B5EF4-FFF2-40B4-BE49-F238E27FC236}">
                        <a16:creationId xmlns:a16="http://schemas.microsoft.com/office/drawing/2014/main" id="{E2903789-6ED8-CF67-5AD2-513E96893F88}"/>
                      </a:ext>
                    </a:extLst>
                  </p:cNvPr>
                  <p:cNvSpPr txBox="1"/>
                  <p:nvPr/>
                </p:nvSpPr>
                <p:spPr>
                  <a:xfrm>
                    <a:off x="10160530" y="2361390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35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7" name="Gs">
                    <a:extLst>
                      <a:ext uri="{FF2B5EF4-FFF2-40B4-BE49-F238E27FC236}">
                        <a16:creationId xmlns:a16="http://schemas.microsoft.com/office/drawing/2014/main" id="{E2903789-6ED8-CF67-5AD2-513E96893F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60530" y="2361390"/>
                    <a:ext cx="703715" cy="67549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4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Gs">
                    <a:extLst>
                      <a:ext uri="{FF2B5EF4-FFF2-40B4-BE49-F238E27FC236}">
                        <a16:creationId xmlns:a16="http://schemas.microsoft.com/office/drawing/2014/main" id="{40877671-2168-E1C4-6350-A48F0B2A4DD9}"/>
                      </a:ext>
                    </a:extLst>
                  </p:cNvPr>
                  <p:cNvSpPr txBox="1"/>
                  <p:nvPr/>
                </p:nvSpPr>
                <p:spPr>
                  <a:xfrm>
                    <a:off x="10137536" y="1857333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8" name="Gs">
                    <a:extLst>
                      <a:ext uri="{FF2B5EF4-FFF2-40B4-BE49-F238E27FC236}">
                        <a16:creationId xmlns:a16="http://schemas.microsoft.com/office/drawing/2014/main" id="{40877671-2168-E1C4-6350-A48F0B2A4DD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37536" y="1857333"/>
                    <a:ext cx="703715" cy="67549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r="-4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Gs">
                    <a:extLst>
                      <a:ext uri="{FF2B5EF4-FFF2-40B4-BE49-F238E27FC236}">
                        <a16:creationId xmlns:a16="http://schemas.microsoft.com/office/drawing/2014/main" id="{D48FAC4A-C294-F714-B3BE-EFE6C845C3C1}"/>
                      </a:ext>
                    </a:extLst>
                  </p:cNvPr>
                  <p:cNvSpPr txBox="1"/>
                  <p:nvPr/>
                </p:nvSpPr>
                <p:spPr>
                  <a:xfrm>
                    <a:off x="10176429" y="4369187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9" name="Gs">
                    <a:extLst>
                      <a:ext uri="{FF2B5EF4-FFF2-40B4-BE49-F238E27FC236}">
                        <a16:creationId xmlns:a16="http://schemas.microsoft.com/office/drawing/2014/main" id="{D48FAC4A-C294-F714-B3BE-EFE6C845C3C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76429" y="4369187"/>
                    <a:ext cx="703715" cy="67549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r="-5277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Gs">
                    <a:extLst>
                      <a:ext uri="{FF2B5EF4-FFF2-40B4-BE49-F238E27FC236}">
                        <a16:creationId xmlns:a16="http://schemas.microsoft.com/office/drawing/2014/main" id="{826D76B0-C067-A269-96AC-E511E66B59A4}"/>
                      </a:ext>
                    </a:extLst>
                  </p:cNvPr>
                  <p:cNvSpPr txBox="1"/>
                  <p:nvPr/>
                </p:nvSpPr>
                <p:spPr>
                  <a:xfrm>
                    <a:off x="10168599" y="4871770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0" name="Gs">
                    <a:extLst>
                      <a:ext uri="{FF2B5EF4-FFF2-40B4-BE49-F238E27FC236}">
                        <a16:creationId xmlns:a16="http://schemas.microsoft.com/office/drawing/2014/main" id="{826D76B0-C067-A269-96AC-E511E66B59A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68599" y="4871770"/>
                    <a:ext cx="703715" cy="67549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r="-5428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Gs">
                    <a:extLst>
                      <a:ext uri="{FF2B5EF4-FFF2-40B4-BE49-F238E27FC236}">
                        <a16:creationId xmlns:a16="http://schemas.microsoft.com/office/drawing/2014/main" id="{734D2672-6894-1781-3ADE-6F71F6DE284B}"/>
                      </a:ext>
                    </a:extLst>
                  </p:cNvPr>
                  <p:cNvSpPr txBox="1"/>
                  <p:nvPr/>
                </p:nvSpPr>
                <p:spPr>
                  <a:xfrm>
                    <a:off x="10156759" y="5383650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35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1" name="Gs">
                    <a:extLst>
                      <a:ext uri="{FF2B5EF4-FFF2-40B4-BE49-F238E27FC236}">
                        <a16:creationId xmlns:a16="http://schemas.microsoft.com/office/drawing/2014/main" id="{734D2672-6894-1781-3ADE-6F71F6DE284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56759" y="5383650"/>
                    <a:ext cx="703715" cy="67549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r="-7777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Gs">
                    <a:extLst>
                      <a:ext uri="{FF2B5EF4-FFF2-40B4-BE49-F238E27FC236}">
                        <a16:creationId xmlns:a16="http://schemas.microsoft.com/office/drawing/2014/main" id="{4A9E43F3-1C78-3282-2132-13157AB17C19}"/>
                      </a:ext>
                    </a:extLst>
                  </p:cNvPr>
                  <p:cNvSpPr txBox="1"/>
                  <p:nvPr/>
                </p:nvSpPr>
                <p:spPr>
                  <a:xfrm>
                    <a:off x="10152167" y="5860717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2" name="Gs">
                    <a:extLst>
                      <a:ext uri="{FF2B5EF4-FFF2-40B4-BE49-F238E27FC236}">
                        <a16:creationId xmlns:a16="http://schemas.microsoft.com/office/drawing/2014/main" id="{4A9E43F3-1C78-3282-2132-13157AB17C1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52167" y="5860717"/>
                    <a:ext cx="703715" cy="675490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r="-8285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5" name="Gs">
                    <a:extLst>
                      <a:ext uri="{FF2B5EF4-FFF2-40B4-BE49-F238E27FC236}">
                        <a16:creationId xmlns:a16="http://schemas.microsoft.com/office/drawing/2014/main" id="{698954FE-62FF-3BD9-07B1-A5C9DA703E9C}"/>
                      </a:ext>
                    </a:extLst>
                  </p:cNvPr>
                  <p:cNvSpPr txBox="1"/>
                  <p:nvPr/>
                </p:nvSpPr>
                <p:spPr>
                  <a:xfrm>
                    <a:off x="10168597" y="1007428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rgbClr val="159F8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  <m:r>
                            <a:rPr lang="en-US" altLang="zh-CN" b="0" i="1" smtClean="0">
                              <a:solidFill>
                                <a:srgbClr val="159F8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solidFill>
                                <a:srgbClr val="159F8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b="0" i="1" smtClean="0">
                              <a:solidFill>
                                <a:srgbClr val="159F8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CN" altLang="en-US" dirty="0">
                      <a:solidFill>
                        <a:srgbClr val="159F84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5" name="Gs">
                    <a:extLst>
                      <a:ext uri="{FF2B5EF4-FFF2-40B4-BE49-F238E27FC236}">
                        <a16:creationId xmlns:a16="http://schemas.microsoft.com/office/drawing/2014/main" id="{698954FE-62FF-3BD9-07B1-A5C9DA703E9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68597" y="1007428"/>
                    <a:ext cx="703715" cy="67549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2857" r="-65714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92" name="辅助线1">
              <a:extLst>
                <a:ext uri="{FF2B5EF4-FFF2-40B4-BE49-F238E27FC236}">
                  <a16:creationId xmlns:a16="http://schemas.microsoft.com/office/drawing/2014/main" id="{C6EFB43D-EBFC-35C3-FBAD-CAF0C17F2A0A}"/>
                </a:ext>
              </a:extLst>
            </p:cNvPr>
            <p:cNvCxnSpPr>
              <a:cxnSpLocks/>
            </p:cNvCxnSpPr>
            <p:nvPr/>
          </p:nvCxnSpPr>
          <p:spPr>
            <a:xfrm>
              <a:off x="5845111" y="2307369"/>
              <a:ext cx="2329186" cy="678631"/>
            </a:xfrm>
            <a:prstGeom prst="line">
              <a:avLst/>
            </a:prstGeom>
            <a:ln w="3810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幅频1">
              <a:extLst>
                <a:ext uri="{FF2B5EF4-FFF2-40B4-BE49-F238E27FC236}">
                  <a16:creationId xmlns:a16="http://schemas.microsoft.com/office/drawing/2014/main" id="{31B712D4-ACA3-EB8D-59E1-9A20749CA950}"/>
                </a:ext>
              </a:extLst>
            </p:cNvPr>
            <p:cNvCxnSpPr>
              <a:cxnSpLocks/>
            </p:cNvCxnSpPr>
            <p:nvPr/>
          </p:nvCxnSpPr>
          <p:spPr>
            <a:xfrm>
              <a:off x="5845111" y="2310649"/>
              <a:ext cx="1258207" cy="366052"/>
            </a:xfrm>
            <a:prstGeom prst="line">
              <a:avLst/>
            </a:prstGeom>
            <a:ln w="38100">
              <a:solidFill>
                <a:srgbClr val="E44860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幅频2">
              <a:extLst>
                <a:ext uri="{FF2B5EF4-FFF2-40B4-BE49-F238E27FC236}">
                  <a16:creationId xmlns:a16="http://schemas.microsoft.com/office/drawing/2014/main" id="{44BCA940-322B-98F1-3BB0-BD05B112CA7A}"/>
                </a:ext>
              </a:extLst>
            </p:cNvPr>
            <p:cNvCxnSpPr>
              <a:cxnSpLocks/>
            </p:cNvCxnSpPr>
            <p:nvPr/>
          </p:nvCxnSpPr>
          <p:spPr>
            <a:xfrm>
              <a:off x="7103318" y="2676701"/>
              <a:ext cx="1877265" cy="0"/>
            </a:xfrm>
            <a:prstGeom prst="line">
              <a:avLst/>
            </a:prstGeom>
            <a:ln w="38100">
              <a:solidFill>
                <a:srgbClr val="E44860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标签1">
                  <a:extLst>
                    <a:ext uri="{FF2B5EF4-FFF2-40B4-BE49-F238E27FC236}">
                      <a16:creationId xmlns:a16="http://schemas.microsoft.com/office/drawing/2014/main" id="{035529E8-F6DE-FE89-57A3-23EE34AB21EC}"/>
                    </a:ext>
                  </a:extLst>
                </p:cNvPr>
                <p:cNvSpPr txBox="1"/>
                <p:nvPr/>
              </p:nvSpPr>
              <p:spPr>
                <a:xfrm>
                  <a:off x="6126168" y="1915511"/>
                  <a:ext cx="88972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−20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5" name="标签1">
                  <a:extLst>
                    <a:ext uri="{FF2B5EF4-FFF2-40B4-BE49-F238E27FC236}">
                      <a16:creationId xmlns:a16="http://schemas.microsoft.com/office/drawing/2014/main" id="{035529E8-F6DE-FE89-57A3-23EE34AB21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6168" y="1915511"/>
                  <a:ext cx="889721" cy="52322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9" name="幅频2">
              <a:extLst>
                <a:ext uri="{FF2B5EF4-FFF2-40B4-BE49-F238E27FC236}">
                  <a16:creationId xmlns:a16="http://schemas.microsoft.com/office/drawing/2014/main" id="{4D0CE8E7-8726-7C41-41E3-76D62D12BFA4}"/>
                </a:ext>
              </a:extLst>
            </p:cNvPr>
            <p:cNvCxnSpPr>
              <a:cxnSpLocks/>
            </p:cNvCxnSpPr>
            <p:nvPr/>
          </p:nvCxnSpPr>
          <p:spPr>
            <a:xfrm>
              <a:off x="8980583" y="2676701"/>
              <a:ext cx="2318775" cy="728300"/>
            </a:xfrm>
            <a:prstGeom prst="line">
              <a:avLst/>
            </a:prstGeom>
            <a:ln w="38100">
              <a:solidFill>
                <a:srgbClr val="E44860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交点1">
              <a:extLst>
                <a:ext uri="{FF2B5EF4-FFF2-40B4-BE49-F238E27FC236}">
                  <a16:creationId xmlns:a16="http://schemas.microsoft.com/office/drawing/2014/main" id="{A3204316-09A3-C1B0-02EE-C75F9178A4C5}"/>
                </a:ext>
              </a:extLst>
            </p:cNvPr>
            <p:cNvSpPr/>
            <p:nvPr/>
          </p:nvSpPr>
          <p:spPr>
            <a:xfrm>
              <a:off x="8114401" y="2919376"/>
              <a:ext cx="122752" cy="122752"/>
            </a:xfrm>
            <a:prstGeom prst="ellipse">
              <a:avLst/>
            </a:prstGeom>
            <a:solidFill>
              <a:srgbClr val="F29B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4" name="交点2">
              <a:extLst>
                <a:ext uri="{FF2B5EF4-FFF2-40B4-BE49-F238E27FC236}">
                  <a16:creationId xmlns:a16="http://schemas.microsoft.com/office/drawing/2014/main" id="{E71F535F-3076-941C-1301-F9AA3DC8743C}"/>
                </a:ext>
              </a:extLst>
            </p:cNvPr>
            <p:cNvSpPr/>
            <p:nvPr/>
          </p:nvSpPr>
          <p:spPr>
            <a:xfrm>
              <a:off x="9932473" y="2927413"/>
              <a:ext cx="122752" cy="122752"/>
            </a:xfrm>
            <a:prstGeom prst="ellipse">
              <a:avLst/>
            </a:prstGeom>
            <a:solidFill>
              <a:srgbClr val="F29B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标签1">
                  <a:extLst>
                    <a:ext uri="{FF2B5EF4-FFF2-40B4-BE49-F238E27FC236}">
                      <a16:creationId xmlns:a16="http://schemas.microsoft.com/office/drawing/2014/main" id="{9305E99A-5C37-6603-1945-947148A4FE8D}"/>
                    </a:ext>
                  </a:extLst>
                </p:cNvPr>
                <p:cNvSpPr txBox="1"/>
                <p:nvPr/>
              </p:nvSpPr>
              <p:spPr>
                <a:xfrm>
                  <a:off x="9384913" y="2371248"/>
                  <a:ext cx="88972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−20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5" name="标签1">
                  <a:extLst>
                    <a:ext uri="{FF2B5EF4-FFF2-40B4-BE49-F238E27FC236}">
                      <a16:creationId xmlns:a16="http://schemas.microsoft.com/office/drawing/2014/main" id="{9305E99A-5C37-6603-1945-947148A4FE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84913" y="2371248"/>
                  <a:ext cx="889721" cy="523220"/>
                </a:xfrm>
                <a:prstGeom prst="rect">
                  <a:avLst/>
                </a:prstGeom>
                <a:blipFill>
                  <a:blip r:embed="rId18"/>
                  <a:stretch>
                    <a:fillRect r="-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标签1">
                  <a:extLst>
                    <a:ext uri="{FF2B5EF4-FFF2-40B4-BE49-F238E27FC236}">
                      <a16:creationId xmlns:a16="http://schemas.microsoft.com/office/drawing/2014/main" id="{7BFE0B6D-67D6-4008-088E-216575D9FF18}"/>
                    </a:ext>
                  </a:extLst>
                </p:cNvPr>
                <p:cNvSpPr txBox="1"/>
                <p:nvPr/>
              </p:nvSpPr>
              <p:spPr>
                <a:xfrm>
                  <a:off x="7592822" y="2519015"/>
                  <a:ext cx="88972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0" name="标签1">
                  <a:extLst>
                    <a:ext uri="{FF2B5EF4-FFF2-40B4-BE49-F238E27FC236}">
                      <a16:creationId xmlns:a16="http://schemas.microsoft.com/office/drawing/2014/main" id="{7BFE0B6D-67D6-4008-088E-216575D9FF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92822" y="2519015"/>
                  <a:ext cx="889721" cy="523220"/>
                </a:xfrm>
                <a:prstGeom prst="rect">
                  <a:avLst/>
                </a:prstGeom>
                <a:blipFill>
                  <a:blip r:embed="rId19"/>
                  <a:stretch>
                    <a:fillRect b="-238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标签1">
                  <a:extLst>
                    <a:ext uri="{FF2B5EF4-FFF2-40B4-BE49-F238E27FC236}">
                      <a16:creationId xmlns:a16="http://schemas.microsoft.com/office/drawing/2014/main" id="{AC9A3F1F-A071-4C26-C80A-E899F25A2DB1}"/>
                    </a:ext>
                  </a:extLst>
                </p:cNvPr>
                <p:cNvSpPr txBox="1"/>
                <p:nvPr/>
              </p:nvSpPr>
              <p:spPr>
                <a:xfrm>
                  <a:off x="6811522" y="4062478"/>
                  <a:ext cx="88972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标签1">
                  <a:extLst>
                    <a:ext uri="{FF2B5EF4-FFF2-40B4-BE49-F238E27FC236}">
                      <a16:creationId xmlns:a16="http://schemas.microsoft.com/office/drawing/2014/main" id="{AC9A3F1F-A071-4C26-C80A-E899F25A2D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1522" y="4062478"/>
                  <a:ext cx="889721" cy="523220"/>
                </a:xfrm>
                <a:prstGeom prst="rect">
                  <a:avLst/>
                </a:prstGeom>
                <a:blipFill>
                  <a:blip r:embed="rId20"/>
                  <a:stretch>
                    <a:fillRect b="-238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标签1">
                  <a:extLst>
                    <a:ext uri="{FF2B5EF4-FFF2-40B4-BE49-F238E27FC236}">
                      <a16:creationId xmlns:a16="http://schemas.microsoft.com/office/drawing/2014/main" id="{D1CEF792-2C98-B863-11F1-31B99640A8E4}"/>
                    </a:ext>
                  </a:extLst>
                </p:cNvPr>
                <p:cNvSpPr txBox="1"/>
                <p:nvPr/>
              </p:nvSpPr>
              <p:spPr>
                <a:xfrm>
                  <a:off x="8605029" y="4048117"/>
                  <a:ext cx="88972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3" name="标签1">
                  <a:extLst>
                    <a:ext uri="{FF2B5EF4-FFF2-40B4-BE49-F238E27FC236}">
                      <a16:creationId xmlns:a16="http://schemas.microsoft.com/office/drawing/2014/main" id="{D1CEF792-2C98-B863-11F1-31B99640A8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5029" y="4048117"/>
                  <a:ext cx="889721" cy="523220"/>
                </a:xfrm>
                <a:prstGeom prst="rect">
                  <a:avLst/>
                </a:prstGeom>
                <a:blipFill>
                  <a:blip r:embed="rId21"/>
                  <a:stretch>
                    <a:fillRect b="-238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标签1">
                  <a:extLst>
                    <a:ext uri="{FF2B5EF4-FFF2-40B4-BE49-F238E27FC236}">
                      <a16:creationId xmlns:a16="http://schemas.microsoft.com/office/drawing/2014/main" id="{ACC8A7EF-6036-B9DA-0DEA-9DC49209D74A}"/>
                    </a:ext>
                  </a:extLst>
                </p:cNvPr>
                <p:cNvSpPr txBox="1"/>
                <p:nvPr/>
              </p:nvSpPr>
              <p:spPr>
                <a:xfrm>
                  <a:off x="9581466" y="4029539"/>
                  <a:ext cx="88972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4" name="标签1">
                  <a:extLst>
                    <a:ext uri="{FF2B5EF4-FFF2-40B4-BE49-F238E27FC236}">
                      <a16:creationId xmlns:a16="http://schemas.microsoft.com/office/drawing/2014/main" id="{ACC8A7EF-6036-B9DA-0DEA-9DC49209D7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81466" y="4029539"/>
                  <a:ext cx="889721" cy="52322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左大括号 11">
              <a:extLst>
                <a:ext uri="{FF2B5EF4-FFF2-40B4-BE49-F238E27FC236}">
                  <a16:creationId xmlns:a16="http://schemas.microsoft.com/office/drawing/2014/main" id="{B2B23C68-F565-D11A-CE5A-600C7F735F08}"/>
                </a:ext>
              </a:extLst>
            </p:cNvPr>
            <p:cNvSpPr/>
            <p:nvPr/>
          </p:nvSpPr>
          <p:spPr>
            <a:xfrm rot="16200000">
              <a:off x="8509108" y="3204294"/>
              <a:ext cx="274162" cy="2962927"/>
            </a:xfrm>
            <a:prstGeom prst="leftBrace">
              <a:avLst>
                <a:gd name="adj1" fmla="val 87082"/>
                <a:gd name="adj2" fmla="val 48714"/>
              </a:avLst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7" name="文本">
              <a:extLst>
                <a:ext uri="{FF2B5EF4-FFF2-40B4-BE49-F238E27FC236}">
                  <a16:creationId xmlns:a16="http://schemas.microsoft.com/office/drawing/2014/main" id="{4162DDE9-2681-9FAD-8A97-81F80B31D4AF}"/>
                </a:ext>
              </a:extLst>
            </p:cNvPr>
            <p:cNvSpPr txBox="1"/>
            <p:nvPr/>
          </p:nvSpPr>
          <p:spPr>
            <a:xfrm>
              <a:off x="8174297" y="4873319"/>
              <a:ext cx="100734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已知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159" name="问题">
            <a:extLst>
              <a:ext uri="{FF2B5EF4-FFF2-40B4-BE49-F238E27FC236}">
                <a16:creationId xmlns:a16="http://schemas.microsoft.com/office/drawing/2014/main" id="{3F2A6AB9-CC13-E010-E302-6D16D575C607}"/>
              </a:ext>
            </a:extLst>
          </p:cNvPr>
          <p:cNvGrpSpPr/>
          <p:nvPr/>
        </p:nvGrpSpPr>
        <p:grpSpPr>
          <a:xfrm>
            <a:off x="187829" y="3407531"/>
            <a:ext cx="4720002" cy="881063"/>
            <a:chOff x="5348307" y="5538470"/>
            <a:chExt cx="4720002" cy="881063"/>
          </a:xfrm>
        </p:grpSpPr>
        <p:sp>
          <p:nvSpPr>
            <p:cNvPr id="160" name="问号">
              <a:extLst>
                <a:ext uri="{FF2B5EF4-FFF2-40B4-BE49-F238E27FC236}">
                  <a16:creationId xmlns:a16="http://schemas.microsoft.com/office/drawing/2014/main" id="{04A6AF9B-2310-3D63-AD40-C6FFBCBD9FA5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文本">
                  <a:extLst>
                    <a:ext uri="{FF2B5EF4-FFF2-40B4-BE49-F238E27FC236}">
                      <a16:creationId xmlns:a16="http://schemas.microsoft.com/office/drawing/2014/main" id="{094B9C8A-C27C-8DA3-52E6-D4360B44B8FA}"/>
                    </a:ext>
                  </a:extLst>
                </p:cNvPr>
                <p:cNvSpPr txBox="1"/>
                <p:nvPr/>
              </p:nvSpPr>
              <p:spPr>
                <a:xfrm>
                  <a:off x="6306265" y="5726958"/>
                  <a:ext cx="376204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kumimoji="1" lang="zh-CN" altLang="en-US" sz="2800" dirty="0"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如何求</a:t>
                  </a:r>
                  <a14:m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𝐾</m:t>
                      </m:r>
                    </m:oMath>
                  </a14:m>
                  <a:r>
                    <a:rPr kumimoji="1" lang="zh-CN" altLang="en-US" sz="2800" dirty="0"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？</a:t>
                  </a:r>
                  <a:endParaRPr kumimoji="1" lang="en-US" altLang="zh-CN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61" name="文本">
                  <a:extLst>
                    <a:ext uri="{FF2B5EF4-FFF2-40B4-BE49-F238E27FC236}">
                      <a16:creationId xmlns:a16="http://schemas.microsoft.com/office/drawing/2014/main" id="{094B9C8A-C27C-8DA3-52E6-D4360B44B8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6265" y="5726958"/>
                  <a:ext cx="3762044" cy="523220"/>
                </a:xfrm>
                <a:prstGeom prst="rect">
                  <a:avLst/>
                </a:prstGeom>
                <a:blipFill>
                  <a:blip r:embed="rId23"/>
                  <a:stretch>
                    <a:fillRect l="-3367" t="-14286" b="-309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文本">
                <a:extLst>
                  <a:ext uri="{FF2B5EF4-FFF2-40B4-BE49-F238E27FC236}">
                    <a16:creationId xmlns:a16="http://schemas.microsoft.com/office/drawing/2014/main" id="{FDDA298A-9AEC-B87D-66BA-EDD4FE67212C}"/>
                  </a:ext>
                </a:extLst>
              </p:cNvPr>
              <p:cNvSpPr txBox="1"/>
              <p:nvPr/>
            </p:nvSpPr>
            <p:spPr>
              <a:xfrm>
                <a:off x="294721" y="4314185"/>
                <a:ext cx="3569674" cy="7041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低频段频率特性：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𝐾</m:t>
                        </m:r>
                      </m:num>
                      <m:den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den>
                    </m:f>
                  </m:oMath>
                </a14:m>
                <a:endParaRPr kumimoji="1" lang="en-US" altLang="zh-CN" sz="28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62" name="文本">
                <a:extLst>
                  <a:ext uri="{FF2B5EF4-FFF2-40B4-BE49-F238E27FC236}">
                    <a16:creationId xmlns:a16="http://schemas.microsoft.com/office/drawing/2014/main" id="{FDDA298A-9AEC-B87D-66BA-EDD4FE672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721" y="4314185"/>
                <a:ext cx="3569674" cy="704167"/>
              </a:xfrm>
              <a:prstGeom prst="rect">
                <a:avLst/>
              </a:prstGeom>
              <a:blipFill>
                <a:blip r:embed="rId24"/>
                <a:stretch>
                  <a:fillRect l="-3901" b="-87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文本">
                <a:extLst>
                  <a:ext uri="{FF2B5EF4-FFF2-40B4-BE49-F238E27FC236}">
                    <a16:creationId xmlns:a16="http://schemas.microsoft.com/office/drawing/2014/main" id="{15D1B291-EF1F-A069-FD32-D941B9BA2F15}"/>
                  </a:ext>
                </a:extLst>
              </p:cNvPr>
              <p:cNvSpPr txBox="1"/>
              <p:nvPr/>
            </p:nvSpPr>
            <p:spPr>
              <a:xfrm>
                <a:off x="315304" y="4907202"/>
                <a:ext cx="5529805" cy="7577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zh-CN" altLang="en-US" sz="280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𝜔</m:t>
                        </m:r>
                      </m:e>
                      <m:sub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处有：</a:t>
                </a:r>
                <a:r>
                  <a:rPr kumimoji="1" lang="en-US" altLang="zh-CN" sz="2800" dirty="0">
                    <a:ea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20</m:t>
                    </m:r>
                    <m:func>
                      <m:funcPr>
                        <m:ctrlPr>
                          <a:rPr kumimoji="1" lang="zh-CN" altLang="en-US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lg</m:t>
                        </m:r>
                      </m:fName>
                      <m:e>
                        <m:f>
                          <m:f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𝐾</m:t>
                            </m:r>
                          </m:num>
                          <m:den>
                            <m:sSub>
                              <m:sSubPr>
                                <m:ctrlP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=0→</m:t>
                    </m:r>
                    <m:r>
                      <a:rPr kumimoji="1" lang="zh-CN" altLang="en-US" sz="2800" b="0" i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 </m:t>
                    </m:r>
                    <m:f>
                      <m:fPr>
                        <m:ctrlP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𝐾</m:t>
                        </m:r>
                      </m:num>
                      <m:den>
                        <m:sSub>
                          <m:sSub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kumimoji="1" lang="en-US" altLang="zh-CN" sz="28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63" name="文本">
                <a:extLst>
                  <a:ext uri="{FF2B5EF4-FFF2-40B4-BE49-F238E27FC236}">
                    <a16:creationId xmlns:a16="http://schemas.microsoft.com/office/drawing/2014/main" id="{15D1B291-EF1F-A069-FD32-D941B9BA2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304" y="4907202"/>
                <a:ext cx="5529805" cy="757708"/>
              </a:xfrm>
              <a:prstGeom prst="rect">
                <a:avLst/>
              </a:prstGeom>
              <a:blipFill>
                <a:blip r:embed="rId25"/>
                <a:stretch>
                  <a:fillRect l="-2288"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4" name="问题">
            <a:extLst>
              <a:ext uri="{FF2B5EF4-FFF2-40B4-BE49-F238E27FC236}">
                <a16:creationId xmlns:a16="http://schemas.microsoft.com/office/drawing/2014/main" id="{77EF8897-B120-0BC3-9FE2-14F62DAC7D52}"/>
              </a:ext>
            </a:extLst>
          </p:cNvPr>
          <p:cNvGrpSpPr/>
          <p:nvPr/>
        </p:nvGrpSpPr>
        <p:grpSpPr>
          <a:xfrm>
            <a:off x="6345305" y="5368134"/>
            <a:ext cx="2918253" cy="881063"/>
            <a:chOff x="5348307" y="5538470"/>
            <a:chExt cx="2918253" cy="881063"/>
          </a:xfrm>
        </p:grpSpPr>
        <p:sp>
          <p:nvSpPr>
            <p:cNvPr id="166" name="问号">
              <a:extLst>
                <a:ext uri="{FF2B5EF4-FFF2-40B4-BE49-F238E27FC236}">
                  <a16:creationId xmlns:a16="http://schemas.microsoft.com/office/drawing/2014/main" id="{BE77BE15-0BBD-9BFF-4574-D385F47E87F1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167" name="文本">
              <a:extLst>
                <a:ext uri="{FF2B5EF4-FFF2-40B4-BE49-F238E27FC236}">
                  <a16:creationId xmlns:a16="http://schemas.microsoft.com/office/drawing/2014/main" id="{3621E273-38A8-BC90-9049-B5F1C956DB08}"/>
                </a:ext>
              </a:extLst>
            </p:cNvPr>
            <p:cNvSpPr txBox="1"/>
            <p:nvPr/>
          </p:nvSpPr>
          <p:spPr>
            <a:xfrm>
              <a:off x="6306265" y="5726958"/>
              <a:ext cx="196029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相频特性？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90256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开环传函形式">
                <a:extLst>
                  <a:ext uri="{FF2B5EF4-FFF2-40B4-BE49-F238E27FC236}">
                    <a16:creationId xmlns:a16="http://schemas.microsoft.com/office/drawing/2014/main" id="{E07D5CCF-FAAE-0255-A9CC-354E17A1BC14}"/>
                  </a:ext>
                </a:extLst>
              </p:cNvPr>
              <p:cNvSpPr txBox="1"/>
              <p:nvPr/>
            </p:nvSpPr>
            <p:spPr>
              <a:xfrm>
                <a:off x="2599562" y="2513845"/>
                <a:ext cx="2602263" cy="11430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𝐺</m:t>
                    </m:r>
                    <m:d>
                      <m:d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</m:e>
                    </m:d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𝐾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(</m:t>
                        </m:r>
                        <m:box>
                          <m:box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𝑠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e>
                        </m:box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+1)</m:t>
                        </m:r>
                      </m:num>
                      <m:den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(</m:t>
                        </m:r>
                        <m:box>
                          <m:box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𝑠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kumimoji="1"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box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+1)</m:t>
                        </m:r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149" name="开环传函形式">
                <a:extLst>
                  <a:ext uri="{FF2B5EF4-FFF2-40B4-BE49-F238E27FC236}">
                    <a16:creationId xmlns:a16="http://schemas.microsoft.com/office/drawing/2014/main" id="{E07D5CCF-FAAE-0255-A9CC-354E17A1B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9562" y="2513845"/>
                <a:ext cx="2602263" cy="1143005"/>
              </a:xfrm>
              <a:prstGeom prst="rect">
                <a:avLst/>
              </a:prstGeom>
              <a:blipFill>
                <a:blip r:embed="rId3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2" name="相频响应">
            <a:extLst>
              <a:ext uri="{FF2B5EF4-FFF2-40B4-BE49-F238E27FC236}">
                <a16:creationId xmlns:a16="http://schemas.microsoft.com/office/drawing/2014/main" id="{393EE1AE-5B1D-FD29-40AA-8CD3F7D0672E}"/>
              </a:ext>
            </a:extLst>
          </p:cNvPr>
          <p:cNvSpPr/>
          <p:nvPr/>
        </p:nvSpPr>
        <p:spPr>
          <a:xfrm>
            <a:off x="5851284" y="3010232"/>
            <a:ext cx="5400917" cy="520385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88639" h="795896">
                <a:moveTo>
                  <a:pt x="0" y="0"/>
                </a:moveTo>
                <a:cubicBezTo>
                  <a:pt x="441509" y="59710"/>
                  <a:pt x="323547" y="587229"/>
                  <a:pt x="932736" y="690738"/>
                </a:cubicBezTo>
                <a:cubicBezTo>
                  <a:pt x="1541925" y="794247"/>
                  <a:pt x="3089634" y="796225"/>
                  <a:pt x="3088639" y="795872"/>
                </a:cubicBezTo>
              </a:path>
            </a:pathLst>
          </a:custGeom>
          <a:noFill/>
          <a:ln w="38100">
            <a:solidFill>
              <a:srgbClr val="159F84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5" name="标题">
            <a:extLst>
              <a:ext uri="{FF2B5EF4-FFF2-40B4-BE49-F238E27FC236}">
                <a16:creationId xmlns:a16="http://schemas.microsoft.com/office/drawing/2014/main" id="{91E211A5-545E-76E4-C9D7-6C2EED3DF91D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 </a:t>
            </a:r>
            <a:r>
              <a:rPr lang="en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Bode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图确定系统传递函数</a:t>
            </a:r>
          </a:p>
        </p:txBody>
      </p:sp>
      <p:grpSp>
        <p:nvGrpSpPr>
          <p:cNvPr id="146" name="问题">
            <a:extLst>
              <a:ext uri="{FF2B5EF4-FFF2-40B4-BE49-F238E27FC236}">
                <a16:creationId xmlns:a16="http://schemas.microsoft.com/office/drawing/2014/main" id="{587ED640-4E71-5F4E-33AB-05A8106E789A}"/>
              </a:ext>
            </a:extLst>
          </p:cNvPr>
          <p:cNvGrpSpPr/>
          <p:nvPr/>
        </p:nvGrpSpPr>
        <p:grpSpPr>
          <a:xfrm>
            <a:off x="187829" y="995875"/>
            <a:ext cx="4720002" cy="881063"/>
            <a:chOff x="5348307" y="5538470"/>
            <a:chExt cx="4720002" cy="881063"/>
          </a:xfrm>
        </p:grpSpPr>
        <p:sp>
          <p:nvSpPr>
            <p:cNvPr id="147" name="问号">
              <a:extLst>
                <a:ext uri="{FF2B5EF4-FFF2-40B4-BE49-F238E27FC236}">
                  <a16:creationId xmlns:a16="http://schemas.microsoft.com/office/drawing/2014/main" id="{33E7E3D8-EFC5-DC7C-41D5-28BDA83CDAC2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148" name="文本">
              <a:extLst>
                <a:ext uri="{FF2B5EF4-FFF2-40B4-BE49-F238E27FC236}">
                  <a16:creationId xmlns:a16="http://schemas.microsoft.com/office/drawing/2014/main" id="{61C02C1C-A279-A74B-E983-078B02F8B0BF}"/>
                </a:ext>
              </a:extLst>
            </p:cNvPr>
            <p:cNvSpPr txBox="1"/>
            <p:nvPr/>
          </p:nvSpPr>
          <p:spPr>
            <a:xfrm>
              <a:off x="6306265" y="5726958"/>
              <a:ext cx="376204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图中有哪些典型环节？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174" name="小标题1">
            <a:extLst>
              <a:ext uri="{FF2B5EF4-FFF2-40B4-BE49-F238E27FC236}">
                <a16:creationId xmlns:a16="http://schemas.microsoft.com/office/drawing/2014/main" id="{7A417BE2-5503-84DF-884B-9F97026D0F38}"/>
              </a:ext>
            </a:extLst>
          </p:cNvPr>
          <p:cNvSpPr/>
          <p:nvPr/>
        </p:nvSpPr>
        <p:spPr bwMode="auto">
          <a:xfrm>
            <a:off x="442913" y="2004817"/>
            <a:ext cx="1916598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惯性</a:t>
            </a:r>
          </a:p>
        </p:txBody>
      </p:sp>
      <p:sp>
        <p:nvSpPr>
          <p:cNvPr id="175" name="小标题2">
            <a:extLst>
              <a:ext uri="{FF2B5EF4-FFF2-40B4-BE49-F238E27FC236}">
                <a16:creationId xmlns:a16="http://schemas.microsoft.com/office/drawing/2014/main" id="{E94A4FB5-FE50-9780-57B0-8A53D425AAEC}"/>
              </a:ext>
            </a:extLst>
          </p:cNvPr>
          <p:cNvSpPr/>
          <p:nvPr/>
        </p:nvSpPr>
        <p:spPr bwMode="auto">
          <a:xfrm>
            <a:off x="2765805" y="1993407"/>
            <a:ext cx="1916598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积分</a:t>
            </a:r>
          </a:p>
        </p:txBody>
      </p:sp>
      <p:sp>
        <p:nvSpPr>
          <p:cNvPr id="158" name="小标题3">
            <a:extLst>
              <a:ext uri="{FF2B5EF4-FFF2-40B4-BE49-F238E27FC236}">
                <a16:creationId xmlns:a16="http://schemas.microsoft.com/office/drawing/2014/main" id="{DBB4797E-E19D-6F79-99F4-1E6057D45173}"/>
              </a:ext>
            </a:extLst>
          </p:cNvPr>
          <p:cNvSpPr/>
          <p:nvPr/>
        </p:nvSpPr>
        <p:spPr bwMode="auto">
          <a:xfrm>
            <a:off x="435672" y="2722983"/>
            <a:ext cx="1916598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一阶微分</a:t>
            </a:r>
          </a:p>
        </p:txBody>
      </p:sp>
      <p:grpSp>
        <p:nvGrpSpPr>
          <p:cNvPr id="159" name="问题">
            <a:extLst>
              <a:ext uri="{FF2B5EF4-FFF2-40B4-BE49-F238E27FC236}">
                <a16:creationId xmlns:a16="http://schemas.microsoft.com/office/drawing/2014/main" id="{3F2A6AB9-CC13-E010-E302-6D16D575C607}"/>
              </a:ext>
            </a:extLst>
          </p:cNvPr>
          <p:cNvGrpSpPr/>
          <p:nvPr/>
        </p:nvGrpSpPr>
        <p:grpSpPr>
          <a:xfrm>
            <a:off x="187829" y="3407531"/>
            <a:ext cx="4720002" cy="881063"/>
            <a:chOff x="5348307" y="5538470"/>
            <a:chExt cx="4720002" cy="881063"/>
          </a:xfrm>
        </p:grpSpPr>
        <p:sp>
          <p:nvSpPr>
            <p:cNvPr id="160" name="问号">
              <a:extLst>
                <a:ext uri="{FF2B5EF4-FFF2-40B4-BE49-F238E27FC236}">
                  <a16:creationId xmlns:a16="http://schemas.microsoft.com/office/drawing/2014/main" id="{04A6AF9B-2310-3D63-AD40-C6FFBCBD9FA5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文本">
                  <a:extLst>
                    <a:ext uri="{FF2B5EF4-FFF2-40B4-BE49-F238E27FC236}">
                      <a16:creationId xmlns:a16="http://schemas.microsoft.com/office/drawing/2014/main" id="{094B9C8A-C27C-8DA3-52E6-D4360B44B8FA}"/>
                    </a:ext>
                  </a:extLst>
                </p:cNvPr>
                <p:cNvSpPr txBox="1"/>
                <p:nvPr/>
              </p:nvSpPr>
              <p:spPr>
                <a:xfrm>
                  <a:off x="6306265" y="5726958"/>
                  <a:ext cx="376204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kumimoji="1" lang="zh-CN" altLang="en-US" sz="2800" dirty="0"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如何求</a:t>
                  </a:r>
                  <a14:m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𝐾</m:t>
                      </m:r>
                    </m:oMath>
                  </a14:m>
                  <a:r>
                    <a:rPr kumimoji="1" lang="zh-CN" altLang="en-US" sz="2800" dirty="0"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？</a:t>
                  </a:r>
                  <a:endParaRPr kumimoji="1" lang="en-US" altLang="zh-CN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61" name="文本">
                  <a:extLst>
                    <a:ext uri="{FF2B5EF4-FFF2-40B4-BE49-F238E27FC236}">
                      <a16:creationId xmlns:a16="http://schemas.microsoft.com/office/drawing/2014/main" id="{094B9C8A-C27C-8DA3-52E6-D4360B44B8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6265" y="5726958"/>
                  <a:ext cx="3762044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3367" t="-14286" b="-309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文本">
                <a:extLst>
                  <a:ext uri="{FF2B5EF4-FFF2-40B4-BE49-F238E27FC236}">
                    <a16:creationId xmlns:a16="http://schemas.microsoft.com/office/drawing/2014/main" id="{15D1B291-EF1F-A069-FD32-D941B9BA2F15}"/>
                  </a:ext>
                </a:extLst>
              </p:cNvPr>
              <p:cNvSpPr txBox="1"/>
              <p:nvPr/>
            </p:nvSpPr>
            <p:spPr>
              <a:xfrm>
                <a:off x="262070" y="4199799"/>
                <a:ext cx="5833930" cy="24751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𝐿</m:t>
                    </m:r>
                    <m:d>
                      <m:d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d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=20</m:t>
                    </m:r>
                    <m:func>
                      <m:funcPr>
                        <m:ctrlPr>
                          <a:rPr kumimoji="1" lang="zh-CN" altLang="en-US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lg</m:t>
                        </m:r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𝐾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kumimoji="1"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kumimoji="1"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kumimoji="1" lang="en-US" altLang="zh-CN" sz="2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box>
                                              <m:boxPr>
                                                <m:ctrlPr>
                                                  <a:rPr kumimoji="1" lang="en-US" altLang="zh-CN" sz="28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boxPr>
                                              <m:e>
                                                <m:argPr>
                                                  <m:argSz m:val="-1"/>
                                                </m:argPr>
                                                <m:f>
                                                  <m:fPr>
                                                    <m:ctrlPr>
                                                      <a:rPr kumimoji="1" lang="en-US" altLang="zh-CN" sz="28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sSub>
                                                      <m:sSubPr>
                                                        <m:ctrlPr>
                                                          <a:rPr kumimoji="1" lang="en-US" altLang="zh-CN" sz="28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kumimoji="1" lang="en-US" altLang="zh-CN" sz="28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𝜔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kumimoji="1" lang="en-US" altLang="zh-CN" sz="28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𝑐</m:t>
                                                        </m:r>
                                                      </m:sub>
                                                    </m:sSub>
                                                  </m:num>
                                                  <m:den>
                                                    <m:sSub>
                                                      <m:sSubPr>
                                                        <m:ctrlPr>
                                                          <a:rPr kumimoji="1" lang="en-US" altLang="zh-CN" sz="28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kumimoji="1" lang="en-US" altLang="zh-CN" sz="28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𝜔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kumimoji="1" lang="en-US" altLang="zh-CN" sz="2800" b="0" i="1" smtClean="0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2</m:t>
                                                        </m:r>
                                                      </m:sub>
                                                    </m:sSub>
                                                  </m:den>
                                                </m:f>
                                              </m:e>
                                            </m:box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kumimoji="1"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kumimoji="1"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rad>
                              </m:num>
                              <m:den>
                                <m:sSub>
                                  <m:sSubPr>
                                    <m:ctrlPr>
                                      <a:rPr kumimoji="1"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kumimoji="1"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  <m:rad>
                                  <m:radPr>
                                    <m:degHide m:val="on"/>
                                    <m:ctrlPr>
                                      <a:rPr kumimoji="1" lang="en-US" altLang="zh-CN" sz="28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kumimoji="1" lang="en-US" altLang="zh-CN" sz="2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kumimoji="1" lang="en-US" altLang="zh-CN" sz="2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box>
                                              <m:boxPr>
                                                <m:ctrlPr>
                                                  <a:rPr kumimoji="1" lang="en-US" altLang="zh-CN" sz="2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boxPr>
                                              <m:e>
                                                <m:argPr>
                                                  <m:argSz m:val="-1"/>
                                                </m:argPr>
                                                <m:f>
                                                  <m:fPr>
                                                    <m:ctrlPr>
                                                      <a:rPr kumimoji="1" lang="en-US" altLang="zh-CN" sz="2800" b="0" i="1" smtClean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sSub>
                                                      <m:sSubPr>
                                                        <m:ctrlPr>
                                                          <a:rPr kumimoji="1" lang="en-US" altLang="zh-CN" sz="28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kumimoji="1" lang="en-US" altLang="zh-CN" sz="28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𝜔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kumimoji="1" lang="en-US" altLang="zh-CN" sz="28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𝑐</m:t>
                                                        </m:r>
                                                      </m:sub>
                                                    </m:sSub>
                                                  </m:num>
                                                  <m:den>
                                                    <m:sSub>
                                                      <m:sSubPr>
                                                        <m:ctrlPr>
                                                          <a:rPr kumimoji="1" lang="en-US" altLang="zh-CN" sz="28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kumimoji="1" lang="en-US" altLang="zh-CN" sz="28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𝜔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kumimoji="1" lang="en-US" altLang="zh-CN" sz="2800" b="0" i="1" smtClean="0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1</m:t>
                                                        </m:r>
                                                      </m:sub>
                                                    </m:sSub>
                                                  </m:den>
                                                </m:f>
                                              </m:e>
                                            </m:box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kumimoji="1" lang="en-US" altLang="zh-CN" sz="2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kumimoji="1" lang="zh-CN" altLang="en-US" sz="2800" b="0" i="1" dirty="0">
                    <a:latin typeface="Cambria Math" panose="02040503050406030204" pitchFamily="18" charset="0"/>
                    <a:ea typeface="Microsoft YaHei" panose="020B0503020204020204" pitchFamily="34" charset="-122"/>
                  </a:rPr>
                  <a:t> </a:t>
                </a:r>
                <a:endParaRPr kumimoji="1" lang="en-US" altLang="zh-CN" sz="2800" b="0" i="1" dirty="0">
                  <a:latin typeface="Cambria Math" panose="02040503050406030204" pitchFamily="18" charset="0"/>
                  <a:ea typeface="Microsoft YaHei" panose="020B0503020204020204" pitchFamily="34" charset="-122"/>
                </a:endParaRPr>
              </a:p>
              <a:p>
                <a14:m>
                  <m:oMath xmlns:m="http://schemas.openxmlformats.org/officeDocument/2006/math">
                    <m:r>
                      <a:rPr kumimoji="1" lang="zh-CN" altLang="en-US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≈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20</m:t>
                    </m:r>
                    <m:func>
                      <m:funcPr>
                        <m:ctrlPr>
                          <a:rPr kumimoji="1" lang="zh-CN" altLang="en-US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lg</m:t>
                        </m:r>
                      </m:fName>
                      <m:e>
                        <m:f>
                          <m:f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𝐾</m:t>
                            </m:r>
                            <m:box>
                              <m:boxPr>
                                <m:ctrlP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boxPr>
                              <m:e>
                                <m:argPr>
                                  <m:argSz m:val="-1"/>
                                </m:argPr>
                                <m:f>
                                  <m:fPr>
                                    <m:ctrlP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kumimoji="1"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kumimoji="1"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kumimoji="1"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kumimoji="1" lang="en-US" altLang="zh-CN" sz="2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box>
                          </m:num>
                          <m:den>
                            <m:sSub>
                              <m:sSubPr>
                                <m:ctrlP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  <m:box>
                              <m:boxPr>
                                <m:ctrlPr>
                                  <a:rPr kumimoji="1" lang="en-US" altLang="zh-CN" sz="2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argPr>
                                  <m:argSz m:val="-1"/>
                                </m:argPr>
                                <m:f>
                                  <m:fPr>
                                    <m:ctrlPr>
                                      <a:rPr kumimoji="1" lang="en-US" altLang="zh-CN" sz="28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kumimoji="1"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kumimoji="1"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kumimoji="1"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kumimoji="1" lang="en-US" altLang="zh-CN" sz="2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box>
                          </m:den>
                        </m:f>
                      </m:e>
                    </m:func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=0→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𝐾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endParaRPr kumimoji="1" lang="en-US" altLang="zh-CN" sz="28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63" name="文本">
                <a:extLst>
                  <a:ext uri="{FF2B5EF4-FFF2-40B4-BE49-F238E27FC236}">
                    <a16:creationId xmlns:a16="http://schemas.microsoft.com/office/drawing/2014/main" id="{15D1B291-EF1F-A069-FD32-D941B9BA2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070" y="4199799"/>
                <a:ext cx="5833930" cy="2475101"/>
              </a:xfrm>
              <a:prstGeom prst="rect">
                <a:avLst/>
              </a:prstGeom>
              <a:blipFill>
                <a:blip r:embed="rId5"/>
                <a:stretch>
                  <a:fillRect l="-4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4" name="问题">
            <a:extLst>
              <a:ext uri="{FF2B5EF4-FFF2-40B4-BE49-F238E27FC236}">
                <a16:creationId xmlns:a16="http://schemas.microsoft.com/office/drawing/2014/main" id="{77EF8897-B120-0BC3-9FE2-14F62DAC7D52}"/>
              </a:ext>
            </a:extLst>
          </p:cNvPr>
          <p:cNvGrpSpPr/>
          <p:nvPr/>
        </p:nvGrpSpPr>
        <p:grpSpPr>
          <a:xfrm>
            <a:off x="6345305" y="5368134"/>
            <a:ext cx="2918253" cy="881063"/>
            <a:chOff x="5348307" y="5538470"/>
            <a:chExt cx="2918253" cy="881063"/>
          </a:xfrm>
        </p:grpSpPr>
        <p:sp>
          <p:nvSpPr>
            <p:cNvPr id="166" name="问号">
              <a:extLst>
                <a:ext uri="{FF2B5EF4-FFF2-40B4-BE49-F238E27FC236}">
                  <a16:creationId xmlns:a16="http://schemas.microsoft.com/office/drawing/2014/main" id="{BE77BE15-0BBD-9BFF-4574-D385F47E87F1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167" name="文本">
              <a:extLst>
                <a:ext uri="{FF2B5EF4-FFF2-40B4-BE49-F238E27FC236}">
                  <a16:creationId xmlns:a16="http://schemas.microsoft.com/office/drawing/2014/main" id="{3621E273-38A8-BC90-9049-B5F1C956DB08}"/>
                </a:ext>
              </a:extLst>
            </p:cNvPr>
            <p:cNvSpPr txBox="1"/>
            <p:nvPr/>
          </p:nvSpPr>
          <p:spPr>
            <a:xfrm>
              <a:off x="6306265" y="5726958"/>
              <a:ext cx="196029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相频特性？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260B175D-640D-846D-2D99-9CF969E1F49A}"/>
              </a:ext>
            </a:extLst>
          </p:cNvPr>
          <p:cNvGrpSpPr/>
          <p:nvPr/>
        </p:nvGrpSpPr>
        <p:grpSpPr>
          <a:xfrm>
            <a:off x="5845111" y="1276925"/>
            <a:ext cx="6156724" cy="4077030"/>
            <a:chOff x="5845111" y="1276925"/>
            <a:chExt cx="6156724" cy="4077030"/>
          </a:xfrm>
        </p:grpSpPr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26374933-B3D1-AD0E-516F-3C915A05E6B2}"/>
                </a:ext>
              </a:extLst>
            </p:cNvPr>
            <p:cNvGrpSpPr/>
            <p:nvPr/>
          </p:nvGrpSpPr>
          <p:grpSpPr>
            <a:xfrm>
              <a:off x="5845111" y="1276925"/>
              <a:ext cx="6156724" cy="3022923"/>
              <a:chOff x="1486694" y="1007428"/>
              <a:chExt cx="9840917" cy="5528779"/>
            </a:xfrm>
          </p:grpSpPr>
          <p:cxnSp>
            <p:nvCxnSpPr>
              <p:cNvPr id="42" name="辅助线">
                <a:extLst>
                  <a:ext uri="{FF2B5EF4-FFF2-40B4-BE49-F238E27FC236}">
                    <a16:creationId xmlns:a16="http://schemas.microsoft.com/office/drawing/2014/main" id="{76DCA313-8C24-CF37-A76D-70C98050093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1628800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辅助线">
                <a:extLst>
                  <a:ext uri="{FF2B5EF4-FFF2-40B4-BE49-F238E27FC236}">
                    <a16:creationId xmlns:a16="http://schemas.microsoft.com/office/drawing/2014/main" id="{0583C0CD-D7A2-B587-C60D-24115ACCAE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2132856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辅助线">
                <a:extLst>
                  <a:ext uri="{FF2B5EF4-FFF2-40B4-BE49-F238E27FC236}">
                    <a16:creationId xmlns:a16="http://schemas.microsoft.com/office/drawing/2014/main" id="{B7FD8EA0-F194-9F10-AC17-2611CBD1F4C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2636912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辅助线">
                <a:extLst>
                  <a:ext uri="{FF2B5EF4-FFF2-40B4-BE49-F238E27FC236}">
                    <a16:creationId xmlns:a16="http://schemas.microsoft.com/office/drawing/2014/main" id="{7855075D-B48C-1241-FF8D-0EE4840DE4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3140968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辅助线">
                <a:extLst>
                  <a:ext uri="{FF2B5EF4-FFF2-40B4-BE49-F238E27FC236}">
                    <a16:creationId xmlns:a16="http://schemas.microsoft.com/office/drawing/2014/main" id="{3D42B344-20EC-2FC6-A50E-F4405FE11C3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486694" y="3645025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辅助线">
                <a:extLst>
                  <a:ext uri="{FF2B5EF4-FFF2-40B4-BE49-F238E27FC236}">
                    <a16:creationId xmlns:a16="http://schemas.microsoft.com/office/drawing/2014/main" id="{9A691971-2F7E-E2D2-0B2F-197DE01C52A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4149080"/>
                <a:ext cx="972108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辅助线">
                <a:extLst>
                  <a:ext uri="{FF2B5EF4-FFF2-40B4-BE49-F238E27FC236}">
                    <a16:creationId xmlns:a16="http://schemas.microsoft.com/office/drawing/2014/main" id="{772CA42B-2C86-C235-DFE9-CE8DC7C9EB4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4653136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辅助线">
                <a:extLst>
                  <a:ext uri="{FF2B5EF4-FFF2-40B4-BE49-F238E27FC236}">
                    <a16:creationId xmlns:a16="http://schemas.microsoft.com/office/drawing/2014/main" id="{7F76CF55-E913-5EBB-77BC-C616BE3665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5157192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辅助线">
                <a:extLst>
                  <a:ext uri="{FF2B5EF4-FFF2-40B4-BE49-F238E27FC236}">
                    <a16:creationId xmlns:a16="http://schemas.microsoft.com/office/drawing/2014/main" id="{F5F7312D-BE7A-1DE7-B54F-54705385F94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5661248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辅助线">
                <a:extLst>
                  <a:ext uri="{FF2B5EF4-FFF2-40B4-BE49-F238E27FC236}">
                    <a16:creationId xmlns:a16="http://schemas.microsoft.com/office/drawing/2014/main" id="{9A12FDEB-77C9-DFA4-C256-36F000E921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6165304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3" name="组合 52">
                <a:extLst>
                  <a:ext uri="{FF2B5EF4-FFF2-40B4-BE49-F238E27FC236}">
                    <a16:creationId xmlns:a16="http://schemas.microsoft.com/office/drawing/2014/main" id="{2049756D-7575-BF6D-3303-3A455DA6FC21}"/>
                  </a:ext>
                </a:extLst>
              </p:cNvPr>
              <p:cNvGrpSpPr/>
              <p:nvPr/>
            </p:nvGrpSpPr>
            <p:grpSpPr>
              <a:xfrm>
                <a:off x="1486694" y="1052736"/>
                <a:ext cx="8707412" cy="5112568"/>
                <a:chOff x="1486694" y="1052736"/>
                <a:chExt cx="8707412" cy="5112568"/>
              </a:xfrm>
            </p:grpSpPr>
            <p:cxnSp>
              <p:nvCxnSpPr>
                <p:cNvPr id="140" name="辅助线">
                  <a:extLst>
                    <a:ext uri="{FF2B5EF4-FFF2-40B4-BE49-F238E27FC236}">
                      <a16:creationId xmlns:a16="http://schemas.microsoft.com/office/drawing/2014/main" id="{EF04C218-81F0-5CBA-CBAB-7B37B38506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86694" y="1052736"/>
                  <a:ext cx="0" cy="5112568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prstDash val="solid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辅助线">
                  <a:extLst>
                    <a:ext uri="{FF2B5EF4-FFF2-40B4-BE49-F238E27FC236}">
                      <a16:creationId xmlns:a16="http://schemas.microsoft.com/office/drawing/2014/main" id="{62B88FBC-E429-D3E7-9744-E615F9A903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194106" y="1628800"/>
                  <a:ext cx="0" cy="4536504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prstDash val="solid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EE41F120-E075-FD7E-B798-53F36FA80A08}"/>
                  </a:ext>
                </a:extLst>
              </p:cNvPr>
              <p:cNvGrpSpPr/>
              <p:nvPr/>
            </p:nvGrpSpPr>
            <p:grpSpPr>
              <a:xfrm>
                <a:off x="2724693" y="1576770"/>
                <a:ext cx="1652827" cy="4588534"/>
                <a:chOff x="3517891" y="1570420"/>
                <a:chExt cx="1652827" cy="4588534"/>
              </a:xfrm>
            </p:grpSpPr>
            <p:cxnSp>
              <p:nvCxnSpPr>
                <p:cNvPr id="125" name="辅助线">
                  <a:extLst>
                    <a:ext uri="{FF2B5EF4-FFF2-40B4-BE49-F238E27FC236}">
                      <a16:creationId xmlns:a16="http://schemas.microsoft.com/office/drawing/2014/main" id="{CEE4AAC1-74DB-D93D-B20F-4BFFB39842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517891" y="1570420"/>
                  <a:ext cx="0" cy="4536504"/>
                </a:xfrm>
                <a:prstGeom prst="straightConnector1">
                  <a:avLst/>
                </a:prstGeom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  <a:prstDash val="sysDot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辅助线">
                  <a:extLst>
                    <a:ext uri="{FF2B5EF4-FFF2-40B4-BE49-F238E27FC236}">
                      <a16:creationId xmlns:a16="http://schemas.microsoft.com/office/drawing/2014/main" id="{1D510F6D-1C5F-46FD-8CEB-96B3139894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170718" y="1622450"/>
                  <a:ext cx="0" cy="4536504"/>
                </a:xfrm>
                <a:prstGeom prst="straightConnector1">
                  <a:avLst/>
                </a:prstGeom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  <a:prstDash val="sysDot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8" name="辅助线">
                <a:extLst>
                  <a:ext uri="{FF2B5EF4-FFF2-40B4-BE49-F238E27FC236}">
                    <a16:creationId xmlns:a16="http://schemas.microsoft.com/office/drawing/2014/main" id="{902C1A8F-E468-C60F-9932-388BE23A21E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14669" y="1628800"/>
                <a:ext cx="0" cy="4536503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Gs">
                    <a:extLst>
                      <a:ext uri="{FF2B5EF4-FFF2-40B4-BE49-F238E27FC236}">
                        <a16:creationId xmlns:a16="http://schemas.microsoft.com/office/drawing/2014/main" id="{5CBA7A6D-E506-4AA6-F8D8-A5A577D5B0A8}"/>
                      </a:ext>
                    </a:extLst>
                  </p:cNvPr>
                  <p:cNvSpPr txBox="1"/>
                  <p:nvPr/>
                </p:nvSpPr>
                <p:spPr>
                  <a:xfrm>
                    <a:off x="1488412" y="1050911"/>
                    <a:ext cx="1549681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CN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r>
                      <a:rPr lang="en-US" altLang="zh-CN" dirty="0">
                        <a:solidFill>
                          <a:srgbClr val="E44860"/>
                        </a:solidFill>
                      </a:rPr>
                      <a:t>dB</a:t>
                    </a:r>
                    <a:endParaRPr lang="zh-CN" altLang="en-US" dirty="0">
                      <a:solidFill>
                        <a:srgbClr val="E448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2" name="Gs">
                    <a:extLst>
                      <a:ext uri="{FF2B5EF4-FFF2-40B4-BE49-F238E27FC236}">
                        <a16:creationId xmlns:a16="http://schemas.microsoft.com/office/drawing/2014/main" id="{5CBA7A6D-E506-4AA6-F8D8-A5A577D5B0A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88412" y="1050911"/>
                    <a:ext cx="1549681" cy="67549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6667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Gs">
                    <a:extLst>
                      <a:ext uri="{FF2B5EF4-FFF2-40B4-BE49-F238E27FC236}">
                        <a16:creationId xmlns:a16="http://schemas.microsoft.com/office/drawing/2014/main" id="{A27DF585-8B29-BDD0-3B00-8F317B25F3A1}"/>
                      </a:ext>
                    </a:extLst>
                  </p:cNvPr>
                  <p:cNvSpPr txBox="1"/>
                  <p:nvPr/>
                </p:nvSpPr>
                <p:spPr>
                  <a:xfrm>
                    <a:off x="10902767" y="3608279"/>
                    <a:ext cx="424844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1" name="Gs">
                    <a:extLst>
                      <a:ext uri="{FF2B5EF4-FFF2-40B4-BE49-F238E27FC236}">
                        <a16:creationId xmlns:a16="http://schemas.microsoft.com/office/drawing/2014/main" id="{A5F3EF99-3630-0BF0-DB3A-7C787EF6639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02767" y="3608279"/>
                    <a:ext cx="424844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18182" b="-625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Gs">
                    <a:extLst>
                      <a:ext uri="{FF2B5EF4-FFF2-40B4-BE49-F238E27FC236}">
                        <a16:creationId xmlns:a16="http://schemas.microsoft.com/office/drawing/2014/main" id="{C5A81B3E-2081-3064-3ADF-D02364FB985B}"/>
                      </a:ext>
                    </a:extLst>
                  </p:cNvPr>
                  <p:cNvSpPr txBox="1"/>
                  <p:nvPr/>
                </p:nvSpPr>
                <p:spPr>
                  <a:xfrm>
                    <a:off x="10042497" y="3724861"/>
                    <a:ext cx="703715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2" name="Gs">
                    <a:extLst>
                      <a:ext uri="{FF2B5EF4-FFF2-40B4-BE49-F238E27FC236}">
                        <a16:creationId xmlns:a16="http://schemas.microsoft.com/office/drawing/2014/main" id="{AA1AF1CD-2EA4-F280-C3B3-8E2535C72CD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42497" y="3724861"/>
                    <a:ext cx="703715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6470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Gs">
                    <a:extLst>
                      <a:ext uri="{FF2B5EF4-FFF2-40B4-BE49-F238E27FC236}">
                        <a16:creationId xmlns:a16="http://schemas.microsoft.com/office/drawing/2014/main" id="{2138F283-191A-4B73-593F-FFB1AEB91649}"/>
                      </a:ext>
                    </a:extLst>
                  </p:cNvPr>
                  <p:cNvSpPr txBox="1"/>
                  <p:nvPr/>
                </p:nvSpPr>
                <p:spPr>
                  <a:xfrm>
                    <a:off x="10143990" y="3346670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5" name="Gs">
                    <a:extLst>
                      <a:ext uri="{FF2B5EF4-FFF2-40B4-BE49-F238E27FC236}">
                        <a16:creationId xmlns:a16="http://schemas.microsoft.com/office/drawing/2014/main" id="{2138F283-191A-4B73-593F-FFB1AEB9164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43990" y="3346670"/>
                    <a:ext cx="703715" cy="67549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1388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Gs">
                    <a:extLst>
                      <a:ext uri="{FF2B5EF4-FFF2-40B4-BE49-F238E27FC236}">
                        <a16:creationId xmlns:a16="http://schemas.microsoft.com/office/drawing/2014/main" id="{F5A62055-0726-5508-6A29-1B4110CB877F}"/>
                      </a:ext>
                    </a:extLst>
                  </p:cNvPr>
                  <p:cNvSpPr txBox="1"/>
                  <p:nvPr/>
                </p:nvSpPr>
                <p:spPr>
                  <a:xfrm>
                    <a:off x="10137536" y="2865445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6" name="Gs">
                    <a:extLst>
                      <a:ext uri="{FF2B5EF4-FFF2-40B4-BE49-F238E27FC236}">
                        <a16:creationId xmlns:a16="http://schemas.microsoft.com/office/drawing/2014/main" id="{F5A62055-0726-5508-6A29-1B4110CB877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37536" y="2865445"/>
                    <a:ext cx="703715" cy="67549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1388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Gs">
                    <a:extLst>
                      <a:ext uri="{FF2B5EF4-FFF2-40B4-BE49-F238E27FC236}">
                        <a16:creationId xmlns:a16="http://schemas.microsoft.com/office/drawing/2014/main" id="{E2903789-6ED8-CF67-5AD2-513E96893F88}"/>
                      </a:ext>
                    </a:extLst>
                  </p:cNvPr>
                  <p:cNvSpPr txBox="1"/>
                  <p:nvPr/>
                </p:nvSpPr>
                <p:spPr>
                  <a:xfrm>
                    <a:off x="10160530" y="2361390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35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7" name="Gs">
                    <a:extLst>
                      <a:ext uri="{FF2B5EF4-FFF2-40B4-BE49-F238E27FC236}">
                        <a16:creationId xmlns:a16="http://schemas.microsoft.com/office/drawing/2014/main" id="{E2903789-6ED8-CF67-5AD2-513E96893F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60530" y="2361390"/>
                    <a:ext cx="703715" cy="67549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r="-4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Gs">
                    <a:extLst>
                      <a:ext uri="{FF2B5EF4-FFF2-40B4-BE49-F238E27FC236}">
                        <a16:creationId xmlns:a16="http://schemas.microsoft.com/office/drawing/2014/main" id="{40877671-2168-E1C4-6350-A48F0B2A4DD9}"/>
                      </a:ext>
                    </a:extLst>
                  </p:cNvPr>
                  <p:cNvSpPr txBox="1"/>
                  <p:nvPr/>
                </p:nvSpPr>
                <p:spPr>
                  <a:xfrm>
                    <a:off x="10137536" y="1857333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8" name="Gs">
                    <a:extLst>
                      <a:ext uri="{FF2B5EF4-FFF2-40B4-BE49-F238E27FC236}">
                        <a16:creationId xmlns:a16="http://schemas.microsoft.com/office/drawing/2014/main" id="{40877671-2168-E1C4-6350-A48F0B2A4DD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37536" y="1857333"/>
                    <a:ext cx="703715" cy="67549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r="-4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Gs">
                    <a:extLst>
                      <a:ext uri="{FF2B5EF4-FFF2-40B4-BE49-F238E27FC236}">
                        <a16:creationId xmlns:a16="http://schemas.microsoft.com/office/drawing/2014/main" id="{D48FAC4A-C294-F714-B3BE-EFE6C845C3C1}"/>
                      </a:ext>
                    </a:extLst>
                  </p:cNvPr>
                  <p:cNvSpPr txBox="1"/>
                  <p:nvPr/>
                </p:nvSpPr>
                <p:spPr>
                  <a:xfrm>
                    <a:off x="10176429" y="4369187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9" name="Gs">
                    <a:extLst>
                      <a:ext uri="{FF2B5EF4-FFF2-40B4-BE49-F238E27FC236}">
                        <a16:creationId xmlns:a16="http://schemas.microsoft.com/office/drawing/2014/main" id="{D48FAC4A-C294-F714-B3BE-EFE6C845C3C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76429" y="4369187"/>
                    <a:ext cx="703715" cy="67549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r="-5277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Gs">
                    <a:extLst>
                      <a:ext uri="{FF2B5EF4-FFF2-40B4-BE49-F238E27FC236}">
                        <a16:creationId xmlns:a16="http://schemas.microsoft.com/office/drawing/2014/main" id="{826D76B0-C067-A269-96AC-E511E66B59A4}"/>
                      </a:ext>
                    </a:extLst>
                  </p:cNvPr>
                  <p:cNvSpPr txBox="1"/>
                  <p:nvPr/>
                </p:nvSpPr>
                <p:spPr>
                  <a:xfrm>
                    <a:off x="10168599" y="4871770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0" name="Gs">
                    <a:extLst>
                      <a:ext uri="{FF2B5EF4-FFF2-40B4-BE49-F238E27FC236}">
                        <a16:creationId xmlns:a16="http://schemas.microsoft.com/office/drawing/2014/main" id="{826D76B0-C067-A269-96AC-E511E66B59A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68599" y="4871770"/>
                    <a:ext cx="703715" cy="67549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r="-5428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Gs">
                    <a:extLst>
                      <a:ext uri="{FF2B5EF4-FFF2-40B4-BE49-F238E27FC236}">
                        <a16:creationId xmlns:a16="http://schemas.microsoft.com/office/drawing/2014/main" id="{734D2672-6894-1781-3ADE-6F71F6DE284B}"/>
                      </a:ext>
                    </a:extLst>
                  </p:cNvPr>
                  <p:cNvSpPr txBox="1"/>
                  <p:nvPr/>
                </p:nvSpPr>
                <p:spPr>
                  <a:xfrm>
                    <a:off x="10156759" y="5383650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35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1" name="Gs">
                    <a:extLst>
                      <a:ext uri="{FF2B5EF4-FFF2-40B4-BE49-F238E27FC236}">
                        <a16:creationId xmlns:a16="http://schemas.microsoft.com/office/drawing/2014/main" id="{734D2672-6894-1781-3ADE-6F71F6DE284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56759" y="5383650"/>
                    <a:ext cx="703715" cy="675490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r="-7777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Gs">
                    <a:extLst>
                      <a:ext uri="{FF2B5EF4-FFF2-40B4-BE49-F238E27FC236}">
                        <a16:creationId xmlns:a16="http://schemas.microsoft.com/office/drawing/2014/main" id="{4A9E43F3-1C78-3282-2132-13157AB17C19}"/>
                      </a:ext>
                    </a:extLst>
                  </p:cNvPr>
                  <p:cNvSpPr txBox="1"/>
                  <p:nvPr/>
                </p:nvSpPr>
                <p:spPr>
                  <a:xfrm>
                    <a:off x="10152167" y="5860717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2" name="Gs">
                    <a:extLst>
                      <a:ext uri="{FF2B5EF4-FFF2-40B4-BE49-F238E27FC236}">
                        <a16:creationId xmlns:a16="http://schemas.microsoft.com/office/drawing/2014/main" id="{4A9E43F3-1C78-3282-2132-13157AB17C1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52167" y="5860717"/>
                    <a:ext cx="703715" cy="67549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r="-8285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5" name="Gs">
                    <a:extLst>
                      <a:ext uri="{FF2B5EF4-FFF2-40B4-BE49-F238E27FC236}">
                        <a16:creationId xmlns:a16="http://schemas.microsoft.com/office/drawing/2014/main" id="{698954FE-62FF-3BD9-07B1-A5C9DA703E9C}"/>
                      </a:ext>
                    </a:extLst>
                  </p:cNvPr>
                  <p:cNvSpPr txBox="1"/>
                  <p:nvPr/>
                </p:nvSpPr>
                <p:spPr>
                  <a:xfrm>
                    <a:off x="10168597" y="1007428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rgbClr val="159F8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  <m:r>
                            <a:rPr lang="en-US" altLang="zh-CN" b="0" i="1" smtClean="0">
                              <a:solidFill>
                                <a:srgbClr val="159F8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solidFill>
                                <a:srgbClr val="159F8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b="0" i="1" smtClean="0">
                              <a:solidFill>
                                <a:srgbClr val="159F8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CN" altLang="en-US" dirty="0">
                      <a:solidFill>
                        <a:srgbClr val="159F84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5" name="Gs">
                    <a:extLst>
                      <a:ext uri="{FF2B5EF4-FFF2-40B4-BE49-F238E27FC236}">
                        <a16:creationId xmlns:a16="http://schemas.microsoft.com/office/drawing/2014/main" id="{698954FE-62FF-3BD9-07B1-A5C9DA703E9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68597" y="1007428"/>
                    <a:ext cx="703715" cy="675490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2857" r="-65714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55" name="幅频1">
              <a:extLst>
                <a:ext uri="{FF2B5EF4-FFF2-40B4-BE49-F238E27FC236}">
                  <a16:creationId xmlns:a16="http://schemas.microsoft.com/office/drawing/2014/main" id="{31B712D4-ACA3-EB8D-59E1-9A20749CA950}"/>
                </a:ext>
              </a:extLst>
            </p:cNvPr>
            <p:cNvCxnSpPr>
              <a:cxnSpLocks/>
            </p:cNvCxnSpPr>
            <p:nvPr/>
          </p:nvCxnSpPr>
          <p:spPr>
            <a:xfrm>
              <a:off x="5857683" y="1906620"/>
              <a:ext cx="753676" cy="151844"/>
            </a:xfrm>
            <a:prstGeom prst="line">
              <a:avLst/>
            </a:prstGeom>
            <a:ln w="38100">
              <a:solidFill>
                <a:srgbClr val="E44860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幅频2">
              <a:extLst>
                <a:ext uri="{FF2B5EF4-FFF2-40B4-BE49-F238E27FC236}">
                  <a16:creationId xmlns:a16="http://schemas.microsoft.com/office/drawing/2014/main" id="{44BCA940-322B-98F1-3BB0-BD05B112CA7A}"/>
                </a:ext>
              </a:extLst>
            </p:cNvPr>
            <p:cNvCxnSpPr>
              <a:cxnSpLocks/>
            </p:cNvCxnSpPr>
            <p:nvPr/>
          </p:nvCxnSpPr>
          <p:spPr>
            <a:xfrm>
              <a:off x="6601325" y="2058938"/>
              <a:ext cx="1076108" cy="659602"/>
            </a:xfrm>
            <a:prstGeom prst="line">
              <a:avLst/>
            </a:prstGeom>
            <a:ln w="38100">
              <a:solidFill>
                <a:srgbClr val="E44860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标签1">
                  <a:extLst>
                    <a:ext uri="{FF2B5EF4-FFF2-40B4-BE49-F238E27FC236}">
                      <a16:creationId xmlns:a16="http://schemas.microsoft.com/office/drawing/2014/main" id="{035529E8-F6DE-FE89-57A3-23EE34AB21EC}"/>
                    </a:ext>
                  </a:extLst>
                </p:cNvPr>
                <p:cNvSpPr txBox="1"/>
                <p:nvPr/>
              </p:nvSpPr>
              <p:spPr>
                <a:xfrm>
                  <a:off x="6043537" y="1543009"/>
                  <a:ext cx="88972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−20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5" name="标签1">
                  <a:extLst>
                    <a:ext uri="{FF2B5EF4-FFF2-40B4-BE49-F238E27FC236}">
                      <a16:creationId xmlns:a16="http://schemas.microsoft.com/office/drawing/2014/main" id="{035529E8-F6DE-FE89-57A3-23EE34AB21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3537" y="1543009"/>
                  <a:ext cx="889721" cy="523220"/>
                </a:xfrm>
                <a:prstGeom prst="rect">
                  <a:avLst/>
                </a:prstGeom>
                <a:blipFill>
                  <a:blip r:embed="rId18"/>
                  <a:stretch>
                    <a:fillRect r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9" name="幅频2">
              <a:extLst>
                <a:ext uri="{FF2B5EF4-FFF2-40B4-BE49-F238E27FC236}">
                  <a16:creationId xmlns:a16="http://schemas.microsoft.com/office/drawing/2014/main" id="{4D0CE8E7-8726-7C41-41E3-76D62D12BFA4}"/>
                </a:ext>
              </a:extLst>
            </p:cNvPr>
            <p:cNvCxnSpPr>
              <a:cxnSpLocks/>
            </p:cNvCxnSpPr>
            <p:nvPr/>
          </p:nvCxnSpPr>
          <p:spPr>
            <a:xfrm>
              <a:off x="7653684" y="2708495"/>
              <a:ext cx="3641209" cy="1082376"/>
            </a:xfrm>
            <a:prstGeom prst="line">
              <a:avLst/>
            </a:prstGeom>
            <a:ln w="38100">
              <a:solidFill>
                <a:srgbClr val="E44860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标签1">
                  <a:extLst>
                    <a:ext uri="{FF2B5EF4-FFF2-40B4-BE49-F238E27FC236}">
                      <a16:creationId xmlns:a16="http://schemas.microsoft.com/office/drawing/2014/main" id="{9305E99A-5C37-6603-1945-947148A4FE8D}"/>
                    </a:ext>
                  </a:extLst>
                </p:cNvPr>
                <p:cNvSpPr txBox="1"/>
                <p:nvPr/>
              </p:nvSpPr>
              <p:spPr>
                <a:xfrm>
                  <a:off x="8305533" y="2423712"/>
                  <a:ext cx="88972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−20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5" name="标签1">
                  <a:extLst>
                    <a:ext uri="{FF2B5EF4-FFF2-40B4-BE49-F238E27FC236}">
                      <a16:creationId xmlns:a16="http://schemas.microsoft.com/office/drawing/2014/main" id="{9305E99A-5C37-6603-1945-947148A4FE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05533" y="2423712"/>
                  <a:ext cx="889721" cy="523220"/>
                </a:xfrm>
                <a:prstGeom prst="rect">
                  <a:avLst/>
                </a:prstGeom>
                <a:blipFill>
                  <a:blip r:embed="rId19"/>
                  <a:stretch>
                    <a:fillRect r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标签1">
                  <a:extLst>
                    <a:ext uri="{FF2B5EF4-FFF2-40B4-BE49-F238E27FC236}">
                      <a16:creationId xmlns:a16="http://schemas.microsoft.com/office/drawing/2014/main" id="{AC9A3F1F-A071-4C26-C80A-E899F25A2DB1}"/>
                    </a:ext>
                  </a:extLst>
                </p:cNvPr>
                <p:cNvSpPr txBox="1"/>
                <p:nvPr/>
              </p:nvSpPr>
              <p:spPr>
                <a:xfrm>
                  <a:off x="6209266" y="4035123"/>
                  <a:ext cx="88972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标签1">
                  <a:extLst>
                    <a:ext uri="{FF2B5EF4-FFF2-40B4-BE49-F238E27FC236}">
                      <a16:creationId xmlns:a16="http://schemas.microsoft.com/office/drawing/2014/main" id="{AC9A3F1F-A071-4C26-C80A-E899F25A2D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09266" y="4035123"/>
                  <a:ext cx="889721" cy="52322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标签1">
                  <a:extLst>
                    <a:ext uri="{FF2B5EF4-FFF2-40B4-BE49-F238E27FC236}">
                      <a16:creationId xmlns:a16="http://schemas.microsoft.com/office/drawing/2014/main" id="{D1CEF792-2C98-B863-11F1-31B99640A8E4}"/>
                    </a:ext>
                  </a:extLst>
                </p:cNvPr>
                <p:cNvSpPr txBox="1"/>
                <p:nvPr/>
              </p:nvSpPr>
              <p:spPr>
                <a:xfrm>
                  <a:off x="7236343" y="4029059"/>
                  <a:ext cx="88972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3" name="标签1">
                  <a:extLst>
                    <a:ext uri="{FF2B5EF4-FFF2-40B4-BE49-F238E27FC236}">
                      <a16:creationId xmlns:a16="http://schemas.microsoft.com/office/drawing/2014/main" id="{D1CEF792-2C98-B863-11F1-31B99640A8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6343" y="4029059"/>
                  <a:ext cx="889721" cy="523220"/>
                </a:xfrm>
                <a:prstGeom prst="rect">
                  <a:avLst/>
                </a:prstGeom>
                <a:blipFill>
                  <a:blip r:embed="rId21"/>
                  <a:stretch>
                    <a:fillRect b="-238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标签1">
                  <a:extLst>
                    <a:ext uri="{FF2B5EF4-FFF2-40B4-BE49-F238E27FC236}">
                      <a16:creationId xmlns:a16="http://schemas.microsoft.com/office/drawing/2014/main" id="{ACC8A7EF-6036-B9DA-0DEA-9DC49209D74A}"/>
                    </a:ext>
                  </a:extLst>
                </p:cNvPr>
                <p:cNvSpPr txBox="1"/>
                <p:nvPr/>
              </p:nvSpPr>
              <p:spPr>
                <a:xfrm>
                  <a:off x="8208161" y="4029059"/>
                  <a:ext cx="88972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4" name="标签1">
                  <a:extLst>
                    <a:ext uri="{FF2B5EF4-FFF2-40B4-BE49-F238E27FC236}">
                      <a16:creationId xmlns:a16="http://schemas.microsoft.com/office/drawing/2014/main" id="{ACC8A7EF-6036-B9DA-0DEA-9DC49209D7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08161" y="4029059"/>
                  <a:ext cx="889721" cy="52322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左大括号 11">
              <a:extLst>
                <a:ext uri="{FF2B5EF4-FFF2-40B4-BE49-F238E27FC236}">
                  <a16:creationId xmlns:a16="http://schemas.microsoft.com/office/drawing/2014/main" id="{B2B23C68-F565-D11A-CE5A-600C7F735F08}"/>
                </a:ext>
              </a:extLst>
            </p:cNvPr>
            <p:cNvSpPr/>
            <p:nvPr/>
          </p:nvSpPr>
          <p:spPr>
            <a:xfrm rot="16200000">
              <a:off x="7418713" y="3626286"/>
              <a:ext cx="274162" cy="2119143"/>
            </a:xfrm>
            <a:prstGeom prst="leftBrace">
              <a:avLst>
                <a:gd name="adj1" fmla="val 87082"/>
                <a:gd name="adj2" fmla="val 48714"/>
              </a:avLst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7" name="文本">
              <a:extLst>
                <a:ext uri="{FF2B5EF4-FFF2-40B4-BE49-F238E27FC236}">
                  <a16:creationId xmlns:a16="http://schemas.microsoft.com/office/drawing/2014/main" id="{4162DDE9-2681-9FAD-8A97-81F80B31D4AF}"/>
                </a:ext>
              </a:extLst>
            </p:cNvPr>
            <p:cNvSpPr txBox="1"/>
            <p:nvPr/>
          </p:nvSpPr>
          <p:spPr>
            <a:xfrm>
              <a:off x="7009704" y="4830735"/>
              <a:ext cx="100734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已知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标签1">
                  <a:extLst>
                    <a:ext uri="{FF2B5EF4-FFF2-40B4-BE49-F238E27FC236}">
                      <a16:creationId xmlns:a16="http://schemas.microsoft.com/office/drawing/2014/main" id="{CBFB684B-F9C7-DFFD-20B7-107C031996D4}"/>
                    </a:ext>
                  </a:extLst>
                </p:cNvPr>
                <p:cNvSpPr txBox="1"/>
                <p:nvPr/>
              </p:nvSpPr>
              <p:spPr>
                <a:xfrm>
                  <a:off x="7236343" y="2006129"/>
                  <a:ext cx="88972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−40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5" name="标签1">
                  <a:extLst>
                    <a:ext uri="{FF2B5EF4-FFF2-40B4-BE49-F238E27FC236}">
                      <a16:creationId xmlns:a16="http://schemas.microsoft.com/office/drawing/2014/main" id="{CBFB684B-F9C7-DFFD-20B7-107C031996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6343" y="2006129"/>
                  <a:ext cx="889721" cy="523220"/>
                </a:xfrm>
                <a:prstGeom prst="rect">
                  <a:avLst/>
                </a:prstGeom>
                <a:blipFill>
                  <a:blip r:embed="rId23"/>
                  <a:stretch>
                    <a:fillRect r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544915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00"/>
                            </p:stCondLst>
                            <p:childTnLst>
                              <p:par>
                                <p:cTn id="1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700"/>
                            </p:stCondLst>
                            <p:childTnLst>
                              <p:par>
                                <p:cTn id="1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3589E-6 -1.85185E-6 L -3.63589E-6 0.08009 " pathEditMode="relative" rAng="0" ptsTypes="AA">
                                      <p:cBhvr>
                                        <p:cTn id="64" dur="20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0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" grpId="0"/>
      <p:bldP spid="172" grpId="0" animBg="1"/>
      <p:bldP spid="172" grpId="1" animBg="1"/>
      <p:bldP spid="105" grpId="0"/>
      <p:bldP spid="174" grpId="0" animBg="1"/>
      <p:bldP spid="175" grpId="0" animBg="1"/>
      <p:bldP spid="158" grpId="0" animBg="1"/>
      <p:bldP spid="16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开环传函形式">
                <a:extLst>
                  <a:ext uri="{FF2B5EF4-FFF2-40B4-BE49-F238E27FC236}">
                    <a16:creationId xmlns:a16="http://schemas.microsoft.com/office/drawing/2014/main" id="{E07D5CCF-FAAE-0255-A9CC-354E17A1BC14}"/>
                  </a:ext>
                </a:extLst>
              </p:cNvPr>
              <p:cNvSpPr txBox="1"/>
              <p:nvPr/>
            </p:nvSpPr>
            <p:spPr>
              <a:xfrm>
                <a:off x="2599562" y="2513845"/>
                <a:ext cx="2602263" cy="11430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𝐺</m:t>
                    </m:r>
                    <m:d>
                      <m:d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</m:e>
                    </m:d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𝐾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(</m:t>
                        </m:r>
                        <m:box>
                          <m:box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𝑠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e>
                        </m:box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+1)</m:t>
                        </m:r>
                      </m:num>
                      <m:den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(</m:t>
                        </m:r>
                        <m:box>
                          <m:box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𝑠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kumimoji="1"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box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+1)</m:t>
                        </m:r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149" name="开环传函形式">
                <a:extLst>
                  <a:ext uri="{FF2B5EF4-FFF2-40B4-BE49-F238E27FC236}">
                    <a16:creationId xmlns:a16="http://schemas.microsoft.com/office/drawing/2014/main" id="{E07D5CCF-FAAE-0255-A9CC-354E17A1B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9562" y="2513845"/>
                <a:ext cx="2602263" cy="1143005"/>
              </a:xfrm>
              <a:prstGeom prst="rect">
                <a:avLst/>
              </a:prstGeom>
              <a:blipFill>
                <a:blip r:embed="rId3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2" name="相频响应">
            <a:extLst>
              <a:ext uri="{FF2B5EF4-FFF2-40B4-BE49-F238E27FC236}">
                <a16:creationId xmlns:a16="http://schemas.microsoft.com/office/drawing/2014/main" id="{393EE1AE-5B1D-FD29-40AA-8CD3F7D0672E}"/>
              </a:ext>
            </a:extLst>
          </p:cNvPr>
          <p:cNvSpPr/>
          <p:nvPr/>
        </p:nvSpPr>
        <p:spPr>
          <a:xfrm>
            <a:off x="5864094" y="3562793"/>
            <a:ext cx="5394567" cy="350031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85008" h="535350">
                <a:moveTo>
                  <a:pt x="0" y="0"/>
                </a:moveTo>
                <a:cubicBezTo>
                  <a:pt x="441509" y="59710"/>
                  <a:pt x="462145" y="533813"/>
                  <a:pt x="772955" y="535347"/>
                </a:cubicBezTo>
                <a:cubicBezTo>
                  <a:pt x="1083765" y="536881"/>
                  <a:pt x="931794" y="27323"/>
                  <a:pt x="3085008" y="9206"/>
                </a:cubicBezTo>
              </a:path>
            </a:pathLst>
          </a:custGeom>
          <a:noFill/>
          <a:ln w="38100">
            <a:solidFill>
              <a:srgbClr val="159F84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5" name="标题">
            <a:extLst>
              <a:ext uri="{FF2B5EF4-FFF2-40B4-BE49-F238E27FC236}">
                <a16:creationId xmlns:a16="http://schemas.microsoft.com/office/drawing/2014/main" id="{91E211A5-545E-76E4-C9D7-6C2EED3DF91D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 </a:t>
            </a:r>
            <a:r>
              <a:rPr lang="en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Bode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图确定系统传递函数</a:t>
            </a:r>
          </a:p>
        </p:txBody>
      </p:sp>
      <p:grpSp>
        <p:nvGrpSpPr>
          <p:cNvPr id="146" name="问题">
            <a:extLst>
              <a:ext uri="{FF2B5EF4-FFF2-40B4-BE49-F238E27FC236}">
                <a16:creationId xmlns:a16="http://schemas.microsoft.com/office/drawing/2014/main" id="{587ED640-4E71-5F4E-33AB-05A8106E789A}"/>
              </a:ext>
            </a:extLst>
          </p:cNvPr>
          <p:cNvGrpSpPr/>
          <p:nvPr/>
        </p:nvGrpSpPr>
        <p:grpSpPr>
          <a:xfrm>
            <a:off x="187829" y="995875"/>
            <a:ext cx="4720002" cy="881063"/>
            <a:chOff x="5348307" y="5538470"/>
            <a:chExt cx="4720002" cy="881063"/>
          </a:xfrm>
        </p:grpSpPr>
        <p:sp>
          <p:nvSpPr>
            <p:cNvPr id="147" name="问号">
              <a:extLst>
                <a:ext uri="{FF2B5EF4-FFF2-40B4-BE49-F238E27FC236}">
                  <a16:creationId xmlns:a16="http://schemas.microsoft.com/office/drawing/2014/main" id="{33E7E3D8-EFC5-DC7C-41D5-28BDA83CDAC2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148" name="文本">
              <a:extLst>
                <a:ext uri="{FF2B5EF4-FFF2-40B4-BE49-F238E27FC236}">
                  <a16:creationId xmlns:a16="http://schemas.microsoft.com/office/drawing/2014/main" id="{61C02C1C-A279-A74B-E983-078B02F8B0BF}"/>
                </a:ext>
              </a:extLst>
            </p:cNvPr>
            <p:cNvSpPr txBox="1"/>
            <p:nvPr/>
          </p:nvSpPr>
          <p:spPr>
            <a:xfrm>
              <a:off x="6306265" y="5726958"/>
              <a:ext cx="376204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图中有哪些典型环节？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174" name="小标题1">
            <a:extLst>
              <a:ext uri="{FF2B5EF4-FFF2-40B4-BE49-F238E27FC236}">
                <a16:creationId xmlns:a16="http://schemas.microsoft.com/office/drawing/2014/main" id="{7A417BE2-5503-84DF-884B-9F97026D0F38}"/>
              </a:ext>
            </a:extLst>
          </p:cNvPr>
          <p:cNvSpPr/>
          <p:nvPr/>
        </p:nvSpPr>
        <p:spPr bwMode="auto">
          <a:xfrm>
            <a:off x="442913" y="2004817"/>
            <a:ext cx="1916598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惯性</a:t>
            </a:r>
          </a:p>
        </p:txBody>
      </p:sp>
      <p:sp>
        <p:nvSpPr>
          <p:cNvPr id="175" name="小标题2">
            <a:extLst>
              <a:ext uri="{FF2B5EF4-FFF2-40B4-BE49-F238E27FC236}">
                <a16:creationId xmlns:a16="http://schemas.microsoft.com/office/drawing/2014/main" id="{E94A4FB5-FE50-9780-57B0-8A53D425AAEC}"/>
              </a:ext>
            </a:extLst>
          </p:cNvPr>
          <p:cNvSpPr/>
          <p:nvPr/>
        </p:nvSpPr>
        <p:spPr bwMode="auto">
          <a:xfrm>
            <a:off x="2765805" y="1993407"/>
            <a:ext cx="1916598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积分</a:t>
            </a:r>
          </a:p>
        </p:txBody>
      </p:sp>
      <p:sp>
        <p:nvSpPr>
          <p:cNvPr id="158" name="小标题3">
            <a:extLst>
              <a:ext uri="{FF2B5EF4-FFF2-40B4-BE49-F238E27FC236}">
                <a16:creationId xmlns:a16="http://schemas.microsoft.com/office/drawing/2014/main" id="{DBB4797E-E19D-6F79-99F4-1E6057D45173}"/>
              </a:ext>
            </a:extLst>
          </p:cNvPr>
          <p:cNvSpPr/>
          <p:nvPr/>
        </p:nvSpPr>
        <p:spPr bwMode="auto">
          <a:xfrm>
            <a:off x="435672" y="2722983"/>
            <a:ext cx="1916598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一阶微分</a:t>
            </a:r>
          </a:p>
        </p:txBody>
      </p:sp>
      <p:grpSp>
        <p:nvGrpSpPr>
          <p:cNvPr id="159" name="问题">
            <a:extLst>
              <a:ext uri="{FF2B5EF4-FFF2-40B4-BE49-F238E27FC236}">
                <a16:creationId xmlns:a16="http://schemas.microsoft.com/office/drawing/2014/main" id="{3F2A6AB9-CC13-E010-E302-6D16D575C607}"/>
              </a:ext>
            </a:extLst>
          </p:cNvPr>
          <p:cNvGrpSpPr/>
          <p:nvPr/>
        </p:nvGrpSpPr>
        <p:grpSpPr>
          <a:xfrm>
            <a:off x="187829" y="3407531"/>
            <a:ext cx="4720002" cy="881063"/>
            <a:chOff x="5348307" y="5538470"/>
            <a:chExt cx="4720002" cy="881063"/>
          </a:xfrm>
        </p:grpSpPr>
        <p:sp>
          <p:nvSpPr>
            <p:cNvPr id="160" name="问号">
              <a:extLst>
                <a:ext uri="{FF2B5EF4-FFF2-40B4-BE49-F238E27FC236}">
                  <a16:creationId xmlns:a16="http://schemas.microsoft.com/office/drawing/2014/main" id="{04A6AF9B-2310-3D63-AD40-C6FFBCBD9FA5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文本">
                  <a:extLst>
                    <a:ext uri="{FF2B5EF4-FFF2-40B4-BE49-F238E27FC236}">
                      <a16:creationId xmlns:a16="http://schemas.microsoft.com/office/drawing/2014/main" id="{094B9C8A-C27C-8DA3-52E6-D4360B44B8FA}"/>
                    </a:ext>
                  </a:extLst>
                </p:cNvPr>
                <p:cNvSpPr txBox="1"/>
                <p:nvPr/>
              </p:nvSpPr>
              <p:spPr>
                <a:xfrm>
                  <a:off x="6306265" y="5726958"/>
                  <a:ext cx="376204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kumimoji="1" lang="zh-CN" altLang="en-US" sz="2800" dirty="0"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如何求</a:t>
                  </a:r>
                  <a14:m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𝐾</m:t>
                      </m:r>
                    </m:oMath>
                  </a14:m>
                  <a:r>
                    <a:rPr kumimoji="1" lang="zh-CN" altLang="en-US" sz="2800" dirty="0"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？</a:t>
                  </a:r>
                  <a:endParaRPr kumimoji="1" lang="en-US" altLang="zh-CN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61" name="文本">
                  <a:extLst>
                    <a:ext uri="{FF2B5EF4-FFF2-40B4-BE49-F238E27FC236}">
                      <a16:creationId xmlns:a16="http://schemas.microsoft.com/office/drawing/2014/main" id="{094B9C8A-C27C-8DA3-52E6-D4360B44B8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6265" y="5726958"/>
                  <a:ext cx="3762044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3367" t="-14286" b="-309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文本">
                <a:extLst>
                  <a:ext uri="{FF2B5EF4-FFF2-40B4-BE49-F238E27FC236}">
                    <a16:creationId xmlns:a16="http://schemas.microsoft.com/office/drawing/2014/main" id="{15D1B291-EF1F-A069-FD32-D941B9BA2F15}"/>
                  </a:ext>
                </a:extLst>
              </p:cNvPr>
              <p:cNvSpPr txBox="1"/>
              <p:nvPr/>
            </p:nvSpPr>
            <p:spPr>
              <a:xfrm>
                <a:off x="262070" y="4199799"/>
                <a:ext cx="5833930" cy="24751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𝐿</m:t>
                    </m:r>
                    <m:d>
                      <m:d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d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=20</m:t>
                    </m:r>
                    <m:func>
                      <m:funcPr>
                        <m:ctrlPr>
                          <a:rPr kumimoji="1" lang="zh-CN" altLang="en-US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lg</m:t>
                        </m:r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𝐾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kumimoji="1"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kumimoji="1"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kumimoji="1" lang="en-US" altLang="zh-CN" sz="2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box>
                                              <m:boxPr>
                                                <m:ctrlPr>
                                                  <a:rPr kumimoji="1" lang="en-US" altLang="zh-CN" sz="28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boxPr>
                                              <m:e>
                                                <m:argPr>
                                                  <m:argSz m:val="-1"/>
                                                </m:argPr>
                                                <m:f>
                                                  <m:fPr>
                                                    <m:ctrlPr>
                                                      <a:rPr kumimoji="1" lang="en-US" altLang="zh-CN" sz="28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sSub>
                                                      <m:sSubPr>
                                                        <m:ctrlPr>
                                                          <a:rPr kumimoji="1" lang="en-US" altLang="zh-CN" sz="28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kumimoji="1" lang="en-US" altLang="zh-CN" sz="28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𝜔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kumimoji="1" lang="en-US" altLang="zh-CN" sz="28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𝑐</m:t>
                                                        </m:r>
                                                      </m:sub>
                                                    </m:sSub>
                                                  </m:num>
                                                  <m:den>
                                                    <m:sSub>
                                                      <m:sSubPr>
                                                        <m:ctrlPr>
                                                          <a:rPr kumimoji="1" lang="en-US" altLang="zh-CN" sz="28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kumimoji="1" lang="en-US" altLang="zh-CN" sz="28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𝜔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kumimoji="1" lang="en-US" altLang="zh-CN" sz="2800" b="0" i="1" smtClean="0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2</m:t>
                                                        </m:r>
                                                      </m:sub>
                                                    </m:sSub>
                                                  </m:den>
                                                </m:f>
                                              </m:e>
                                            </m:box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kumimoji="1"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kumimoji="1"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rad>
                              </m:num>
                              <m:den>
                                <m:sSub>
                                  <m:sSubPr>
                                    <m:ctrlPr>
                                      <a:rPr kumimoji="1"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kumimoji="1"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  <m:rad>
                                  <m:radPr>
                                    <m:degHide m:val="on"/>
                                    <m:ctrlPr>
                                      <a:rPr kumimoji="1" lang="en-US" altLang="zh-CN" sz="28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kumimoji="1" lang="en-US" altLang="zh-CN" sz="2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kumimoji="1" lang="en-US" altLang="zh-CN" sz="2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box>
                                              <m:boxPr>
                                                <m:ctrlPr>
                                                  <a:rPr kumimoji="1" lang="en-US" altLang="zh-CN" sz="2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boxPr>
                                              <m:e>
                                                <m:argPr>
                                                  <m:argSz m:val="-1"/>
                                                </m:argPr>
                                                <m:f>
                                                  <m:fPr>
                                                    <m:ctrlPr>
                                                      <a:rPr kumimoji="1" lang="en-US" altLang="zh-CN" sz="2800" b="0" i="1" smtClean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sSub>
                                                      <m:sSubPr>
                                                        <m:ctrlPr>
                                                          <a:rPr kumimoji="1" lang="en-US" altLang="zh-CN" sz="28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kumimoji="1" lang="en-US" altLang="zh-CN" sz="28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𝜔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kumimoji="1" lang="en-US" altLang="zh-CN" sz="28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𝑐</m:t>
                                                        </m:r>
                                                      </m:sub>
                                                    </m:sSub>
                                                  </m:num>
                                                  <m:den>
                                                    <m:sSub>
                                                      <m:sSubPr>
                                                        <m:ctrlPr>
                                                          <a:rPr kumimoji="1" lang="en-US" altLang="zh-CN" sz="28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kumimoji="1" lang="en-US" altLang="zh-CN" sz="28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𝜔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kumimoji="1" lang="en-US" altLang="zh-CN" sz="2800" b="0" i="1" smtClean="0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1</m:t>
                                                        </m:r>
                                                      </m:sub>
                                                    </m:sSub>
                                                  </m:den>
                                                </m:f>
                                              </m:e>
                                            </m:box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kumimoji="1" lang="en-US" altLang="zh-CN" sz="2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kumimoji="1" lang="zh-CN" altLang="en-US" sz="2800" b="0" i="1" dirty="0">
                    <a:latin typeface="Cambria Math" panose="02040503050406030204" pitchFamily="18" charset="0"/>
                    <a:ea typeface="Microsoft YaHei" panose="020B0503020204020204" pitchFamily="34" charset="-122"/>
                  </a:rPr>
                  <a:t> </a:t>
                </a:r>
                <a:endParaRPr kumimoji="1" lang="en-US" altLang="zh-CN" sz="2800" b="0" i="1" dirty="0">
                  <a:latin typeface="Cambria Math" panose="02040503050406030204" pitchFamily="18" charset="0"/>
                  <a:ea typeface="Microsoft YaHei" panose="020B0503020204020204" pitchFamily="34" charset="-122"/>
                </a:endParaRPr>
              </a:p>
              <a:p>
                <a14:m>
                  <m:oMath xmlns:m="http://schemas.openxmlformats.org/officeDocument/2006/math">
                    <m:r>
                      <a:rPr kumimoji="1" lang="zh-CN" altLang="en-US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≈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20</m:t>
                    </m:r>
                    <m:func>
                      <m:funcPr>
                        <m:ctrlPr>
                          <a:rPr kumimoji="1" lang="zh-CN" altLang="en-US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lg</m:t>
                        </m:r>
                      </m:fName>
                      <m:e>
                        <m:f>
                          <m:f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𝐾</m:t>
                            </m:r>
                            <m:box>
                              <m:boxPr>
                                <m:ctrlP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boxPr>
                              <m:e>
                                <m:argPr>
                                  <m:argSz m:val="-1"/>
                                </m:argPr>
                                <m:f>
                                  <m:fPr>
                                    <m:ctrlP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kumimoji="1"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kumimoji="1"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kumimoji="1"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kumimoji="1" lang="en-US" altLang="zh-CN" sz="2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box>
                          </m:num>
                          <m:den>
                            <m:sSub>
                              <m:sSubPr>
                                <m:ctrlP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  <m:box>
                              <m:boxPr>
                                <m:ctrlPr>
                                  <a:rPr kumimoji="1" lang="en-US" altLang="zh-CN" sz="2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argPr>
                                  <m:argSz m:val="-1"/>
                                </m:argPr>
                                <m:f>
                                  <m:fPr>
                                    <m:ctrlPr>
                                      <a:rPr kumimoji="1" lang="en-US" altLang="zh-CN" sz="28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kumimoji="1"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kumimoji="1"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kumimoji="1"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kumimoji="1" lang="en-US" altLang="zh-CN" sz="2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box>
                          </m:den>
                        </m:f>
                      </m:e>
                    </m:func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=0→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𝐾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endParaRPr kumimoji="1" lang="en-US" altLang="zh-CN" sz="28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63" name="文本">
                <a:extLst>
                  <a:ext uri="{FF2B5EF4-FFF2-40B4-BE49-F238E27FC236}">
                    <a16:creationId xmlns:a16="http://schemas.microsoft.com/office/drawing/2014/main" id="{15D1B291-EF1F-A069-FD32-D941B9BA2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070" y="4199799"/>
                <a:ext cx="5833930" cy="2475101"/>
              </a:xfrm>
              <a:prstGeom prst="rect">
                <a:avLst/>
              </a:prstGeom>
              <a:blipFill>
                <a:blip r:embed="rId5"/>
                <a:stretch>
                  <a:fillRect l="-4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4" name="问题">
            <a:extLst>
              <a:ext uri="{FF2B5EF4-FFF2-40B4-BE49-F238E27FC236}">
                <a16:creationId xmlns:a16="http://schemas.microsoft.com/office/drawing/2014/main" id="{77EF8897-B120-0BC3-9FE2-14F62DAC7D52}"/>
              </a:ext>
            </a:extLst>
          </p:cNvPr>
          <p:cNvGrpSpPr/>
          <p:nvPr/>
        </p:nvGrpSpPr>
        <p:grpSpPr>
          <a:xfrm>
            <a:off x="6345305" y="5368134"/>
            <a:ext cx="2918253" cy="881063"/>
            <a:chOff x="5348307" y="5538470"/>
            <a:chExt cx="2918253" cy="881063"/>
          </a:xfrm>
        </p:grpSpPr>
        <p:sp>
          <p:nvSpPr>
            <p:cNvPr id="166" name="问号">
              <a:extLst>
                <a:ext uri="{FF2B5EF4-FFF2-40B4-BE49-F238E27FC236}">
                  <a16:creationId xmlns:a16="http://schemas.microsoft.com/office/drawing/2014/main" id="{BE77BE15-0BBD-9BFF-4574-D385F47E87F1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167" name="文本">
              <a:extLst>
                <a:ext uri="{FF2B5EF4-FFF2-40B4-BE49-F238E27FC236}">
                  <a16:creationId xmlns:a16="http://schemas.microsoft.com/office/drawing/2014/main" id="{3621E273-38A8-BC90-9049-B5F1C956DB08}"/>
                </a:ext>
              </a:extLst>
            </p:cNvPr>
            <p:cNvSpPr txBox="1"/>
            <p:nvPr/>
          </p:nvSpPr>
          <p:spPr>
            <a:xfrm>
              <a:off x="6306265" y="5726958"/>
              <a:ext cx="196029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相频特性？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260B175D-640D-846D-2D99-9CF969E1F49A}"/>
              </a:ext>
            </a:extLst>
          </p:cNvPr>
          <p:cNvGrpSpPr/>
          <p:nvPr/>
        </p:nvGrpSpPr>
        <p:grpSpPr>
          <a:xfrm>
            <a:off x="5845111" y="1276925"/>
            <a:ext cx="6156724" cy="4077030"/>
            <a:chOff x="5845111" y="1276925"/>
            <a:chExt cx="6156724" cy="4077030"/>
          </a:xfrm>
        </p:grpSpPr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26374933-B3D1-AD0E-516F-3C915A05E6B2}"/>
                </a:ext>
              </a:extLst>
            </p:cNvPr>
            <p:cNvGrpSpPr/>
            <p:nvPr/>
          </p:nvGrpSpPr>
          <p:grpSpPr>
            <a:xfrm>
              <a:off x="5845111" y="1276925"/>
              <a:ext cx="6156724" cy="3022923"/>
              <a:chOff x="1486694" y="1007428"/>
              <a:chExt cx="9840917" cy="5528779"/>
            </a:xfrm>
          </p:grpSpPr>
          <p:cxnSp>
            <p:nvCxnSpPr>
              <p:cNvPr id="42" name="辅助线">
                <a:extLst>
                  <a:ext uri="{FF2B5EF4-FFF2-40B4-BE49-F238E27FC236}">
                    <a16:creationId xmlns:a16="http://schemas.microsoft.com/office/drawing/2014/main" id="{76DCA313-8C24-CF37-A76D-70C98050093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1628800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辅助线">
                <a:extLst>
                  <a:ext uri="{FF2B5EF4-FFF2-40B4-BE49-F238E27FC236}">
                    <a16:creationId xmlns:a16="http://schemas.microsoft.com/office/drawing/2014/main" id="{0583C0CD-D7A2-B587-C60D-24115ACCAE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2132856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辅助线">
                <a:extLst>
                  <a:ext uri="{FF2B5EF4-FFF2-40B4-BE49-F238E27FC236}">
                    <a16:creationId xmlns:a16="http://schemas.microsoft.com/office/drawing/2014/main" id="{B7FD8EA0-F194-9F10-AC17-2611CBD1F4C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2636912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辅助线">
                <a:extLst>
                  <a:ext uri="{FF2B5EF4-FFF2-40B4-BE49-F238E27FC236}">
                    <a16:creationId xmlns:a16="http://schemas.microsoft.com/office/drawing/2014/main" id="{7855075D-B48C-1241-FF8D-0EE4840DE4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3140968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辅助线">
                <a:extLst>
                  <a:ext uri="{FF2B5EF4-FFF2-40B4-BE49-F238E27FC236}">
                    <a16:creationId xmlns:a16="http://schemas.microsoft.com/office/drawing/2014/main" id="{3D42B344-20EC-2FC6-A50E-F4405FE11C3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486694" y="3645025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辅助线">
                <a:extLst>
                  <a:ext uri="{FF2B5EF4-FFF2-40B4-BE49-F238E27FC236}">
                    <a16:creationId xmlns:a16="http://schemas.microsoft.com/office/drawing/2014/main" id="{9A691971-2F7E-E2D2-0B2F-197DE01C52A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4149080"/>
                <a:ext cx="972108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辅助线">
                <a:extLst>
                  <a:ext uri="{FF2B5EF4-FFF2-40B4-BE49-F238E27FC236}">
                    <a16:creationId xmlns:a16="http://schemas.microsoft.com/office/drawing/2014/main" id="{772CA42B-2C86-C235-DFE9-CE8DC7C9EB4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4653136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辅助线">
                <a:extLst>
                  <a:ext uri="{FF2B5EF4-FFF2-40B4-BE49-F238E27FC236}">
                    <a16:creationId xmlns:a16="http://schemas.microsoft.com/office/drawing/2014/main" id="{7F76CF55-E913-5EBB-77BC-C616BE3665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5157192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辅助线">
                <a:extLst>
                  <a:ext uri="{FF2B5EF4-FFF2-40B4-BE49-F238E27FC236}">
                    <a16:creationId xmlns:a16="http://schemas.microsoft.com/office/drawing/2014/main" id="{F5F7312D-BE7A-1DE7-B54F-54705385F94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5661248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辅助线">
                <a:extLst>
                  <a:ext uri="{FF2B5EF4-FFF2-40B4-BE49-F238E27FC236}">
                    <a16:creationId xmlns:a16="http://schemas.microsoft.com/office/drawing/2014/main" id="{9A12FDEB-77C9-DFA4-C256-36F000E921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6165304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3" name="组合 52">
                <a:extLst>
                  <a:ext uri="{FF2B5EF4-FFF2-40B4-BE49-F238E27FC236}">
                    <a16:creationId xmlns:a16="http://schemas.microsoft.com/office/drawing/2014/main" id="{2049756D-7575-BF6D-3303-3A455DA6FC21}"/>
                  </a:ext>
                </a:extLst>
              </p:cNvPr>
              <p:cNvGrpSpPr/>
              <p:nvPr/>
            </p:nvGrpSpPr>
            <p:grpSpPr>
              <a:xfrm>
                <a:off x="1486694" y="1052736"/>
                <a:ext cx="8707412" cy="5112568"/>
                <a:chOff x="1486694" y="1052736"/>
                <a:chExt cx="8707412" cy="5112568"/>
              </a:xfrm>
            </p:grpSpPr>
            <p:cxnSp>
              <p:nvCxnSpPr>
                <p:cNvPr id="140" name="辅助线">
                  <a:extLst>
                    <a:ext uri="{FF2B5EF4-FFF2-40B4-BE49-F238E27FC236}">
                      <a16:creationId xmlns:a16="http://schemas.microsoft.com/office/drawing/2014/main" id="{EF04C218-81F0-5CBA-CBAB-7B37B38506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86694" y="1052736"/>
                  <a:ext cx="0" cy="5112568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prstDash val="solid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辅助线">
                  <a:extLst>
                    <a:ext uri="{FF2B5EF4-FFF2-40B4-BE49-F238E27FC236}">
                      <a16:creationId xmlns:a16="http://schemas.microsoft.com/office/drawing/2014/main" id="{62B88FBC-E429-D3E7-9744-E615F9A903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194106" y="1628800"/>
                  <a:ext cx="0" cy="4536504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prstDash val="solid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EE41F120-E075-FD7E-B798-53F36FA80A08}"/>
                  </a:ext>
                </a:extLst>
              </p:cNvPr>
              <p:cNvGrpSpPr/>
              <p:nvPr/>
            </p:nvGrpSpPr>
            <p:grpSpPr>
              <a:xfrm>
                <a:off x="2724693" y="1576770"/>
                <a:ext cx="1652827" cy="4588534"/>
                <a:chOff x="3517891" y="1570420"/>
                <a:chExt cx="1652827" cy="4588534"/>
              </a:xfrm>
            </p:grpSpPr>
            <p:cxnSp>
              <p:nvCxnSpPr>
                <p:cNvPr id="125" name="辅助线">
                  <a:extLst>
                    <a:ext uri="{FF2B5EF4-FFF2-40B4-BE49-F238E27FC236}">
                      <a16:creationId xmlns:a16="http://schemas.microsoft.com/office/drawing/2014/main" id="{CEE4AAC1-74DB-D93D-B20F-4BFFB39842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517891" y="1570420"/>
                  <a:ext cx="0" cy="4536504"/>
                </a:xfrm>
                <a:prstGeom prst="straightConnector1">
                  <a:avLst/>
                </a:prstGeom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  <a:prstDash val="sysDot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辅助线">
                  <a:extLst>
                    <a:ext uri="{FF2B5EF4-FFF2-40B4-BE49-F238E27FC236}">
                      <a16:creationId xmlns:a16="http://schemas.microsoft.com/office/drawing/2014/main" id="{1D510F6D-1C5F-46FD-8CEB-96B3139894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170718" y="1622450"/>
                  <a:ext cx="0" cy="4536504"/>
                </a:xfrm>
                <a:prstGeom prst="straightConnector1">
                  <a:avLst/>
                </a:prstGeom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  <a:prstDash val="sysDot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8" name="辅助线">
                <a:extLst>
                  <a:ext uri="{FF2B5EF4-FFF2-40B4-BE49-F238E27FC236}">
                    <a16:creationId xmlns:a16="http://schemas.microsoft.com/office/drawing/2014/main" id="{902C1A8F-E468-C60F-9932-388BE23A21E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14669" y="1628800"/>
                <a:ext cx="0" cy="4536503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Gs">
                    <a:extLst>
                      <a:ext uri="{FF2B5EF4-FFF2-40B4-BE49-F238E27FC236}">
                        <a16:creationId xmlns:a16="http://schemas.microsoft.com/office/drawing/2014/main" id="{5CBA7A6D-E506-4AA6-F8D8-A5A577D5B0A8}"/>
                      </a:ext>
                    </a:extLst>
                  </p:cNvPr>
                  <p:cNvSpPr txBox="1"/>
                  <p:nvPr/>
                </p:nvSpPr>
                <p:spPr>
                  <a:xfrm>
                    <a:off x="1488412" y="1050911"/>
                    <a:ext cx="1549681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CN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r>
                      <a:rPr lang="en-US" altLang="zh-CN" dirty="0">
                        <a:solidFill>
                          <a:srgbClr val="E44860"/>
                        </a:solidFill>
                      </a:rPr>
                      <a:t>dB</a:t>
                    </a:r>
                    <a:endParaRPr lang="zh-CN" altLang="en-US" dirty="0">
                      <a:solidFill>
                        <a:srgbClr val="E448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2" name="Gs">
                    <a:extLst>
                      <a:ext uri="{FF2B5EF4-FFF2-40B4-BE49-F238E27FC236}">
                        <a16:creationId xmlns:a16="http://schemas.microsoft.com/office/drawing/2014/main" id="{5CBA7A6D-E506-4AA6-F8D8-A5A577D5B0A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88412" y="1050911"/>
                    <a:ext cx="1549681" cy="67549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6667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Gs">
                    <a:extLst>
                      <a:ext uri="{FF2B5EF4-FFF2-40B4-BE49-F238E27FC236}">
                        <a16:creationId xmlns:a16="http://schemas.microsoft.com/office/drawing/2014/main" id="{A27DF585-8B29-BDD0-3B00-8F317B25F3A1}"/>
                      </a:ext>
                    </a:extLst>
                  </p:cNvPr>
                  <p:cNvSpPr txBox="1"/>
                  <p:nvPr/>
                </p:nvSpPr>
                <p:spPr>
                  <a:xfrm>
                    <a:off x="10902767" y="3608279"/>
                    <a:ext cx="424844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1" name="Gs">
                    <a:extLst>
                      <a:ext uri="{FF2B5EF4-FFF2-40B4-BE49-F238E27FC236}">
                        <a16:creationId xmlns:a16="http://schemas.microsoft.com/office/drawing/2014/main" id="{A5F3EF99-3630-0BF0-DB3A-7C787EF6639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02767" y="3608279"/>
                    <a:ext cx="424844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18182" b="-625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Gs">
                    <a:extLst>
                      <a:ext uri="{FF2B5EF4-FFF2-40B4-BE49-F238E27FC236}">
                        <a16:creationId xmlns:a16="http://schemas.microsoft.com/office/drawing/2014/main" id="{C5A81B3E-2081-3064-3ADF-D02364FB985B}"/>
                      </a:ext>
                    </a:extLst>
                  </p:cNvPr>
                  <p:cNvSpPr txBox="1"/>
                  <p:nvPr/>
                </p:nvSpPr>
                <p:spPr>
                  <a:xfrm>
                    <a:off x="10042497" y="3724861"/>
                    <a:ext cx="703715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2" name="Gs">
                    <a:extLst>
                      <a:ext uri="{FF2B5EF4-FFF2-40B4-BE49-F238E27FC236}">
                        <a16:creationId xmlns:a16="http://schemas.microsoft.com/office/drawing/2014/main" id="{AA1AF1CD-2EA4-F280-C3B3-8E2535C72CD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42497" y="3724861"/>
                    <a:ext cx="703715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6470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Gs">
                    <a:extLst>
                      <a:ext uri="{FF2B5EF4-FFF2-40B4-BE49-F238E27FC236}">
                        <a16:creationId xmlns:a16="http://schemas.microsoft.com/office/drawing/2014/main" id="{2138F283-191A-4B73-593F-FFB1AEB91649}"/>
                      </a:ext>
                    </a:extLst>
                  </p:cNvPr>
                  <p:cNvSpPr txBox="1"/>
                  <p:nvPr/>
                </p:nvSpPr>
                <p:spPr>
                  <a:xfrm>
                    <a:off x="10143990" y="3346670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5" name="Gs">
                    <a:extLst>
                      <a:ext uri="{FF2B5EF4-FFF2-40B4-BE49-F238E27FC236}">
                        <a16:creationId xmlns:a16="http://schemas.microsoft.com/office/drawing/2014/main" id="{2138F283-191A-4B73-593F-FFB1AEB9164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43990" y="3346670"/>
                    <a:ext cx="703715" cy="67549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1388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Gs">
                    <a:extLst>
                      <a:ext uri="{FF2B5EF4-FFF2-40B4-BE49-F238E27FC236}">
                        <a16:creationId xmlns:a16="http://schemas.microsoft.com/office/drawing/2014/main" id="{F5A62055-0726-5508-6A29-1B4110CB877F}"/>
                      </a:ext>
                    </a:extLst>
                  </p:cNvPr>
                  <p:cNvSpPr txBox="1"/>
                  <p:nvPr/>
                </p:nvSpPr>
                <p:spPr>
                  <a:xfrm>
                    <a:off x="10137536" y="2865445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6" name="Gs">
                    <a:extLst>
                      <a:ext uri="{FF2B5EF4-FFF2-40B4-BE49-F238E27FC236}">
                        <a16:creationId xmlns:a16="http://schemas.microsoft.com/office/drawing/2014/main" id="{F5A62055-0726-5508-6A29-1B4110CB877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37536" y="2865445"/>
                    <a:ext cx="703715" cy="67549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1388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Gs">
                    <a:extLst>
                      <a:ext uri="{FF2B5EF4-FFF2-40B4-BE49-F238E27FC236}">
                        <a16:creationId xmlns:a16="http://schemas.microsoft.com/office/drawing/2014/main" id="{E2903789-6ED8-CF67-5AD2-513E96893F88}"/>
                      </a:ext>
                    </a:extLst>
                  </p:cNvPr>
                  <p:cNvSpPr txBox="1"/>
                  <p:nvPr/>
                </p:nvSpPr>
                <p:spPr>
                  <a:xfrm>
                    <a:off x="10160530" y="2361390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35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7" name="Gs">
                    <a:extLst>
                      <a:ext uri="{FF2B5EF4-FFF2-40B4-BE49-F238E27FC236}">
                        <a16:creationId xmlns:a16="http://schemas.microsoft.com/office/drawing/2014/main" id="{E2903789-6ED8-CF67-5AD2-513E96893F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60530" y="2361390"/>
                    <a:ext cx="703715" cy="67549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r="-4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Gs">
                    <a:extLst>
                      <a:ext uri="{FF2B5EF4-FFF2-40B4-BE49-F238E27FC236}">
                        <a16:creationId xmlns:a16="http://schemas.microsoft.com/office/drawing/2014/main" id="{40877671-2168-E1C4-6350-A48F0B2A4DD9}"/>
                      </a:ext>
                    </a:extLst>
                  </p:cNvPr>
                  <p:cNvSpPr txBox="1"/>
                  <p:nvPr/>
                </p:nvSpPr>
                <p:spPr>
                  <a:xfrm>
                    <a:off x="10137536" y="1857333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8" name="Gs">
                    <a:extLst>
                      <a:ext uri="{FF2B5EF4-FFF2-40B4-BE49-F238E27FC236}">
                        <a16:creationId xmlns:a16="http://schemas.microsoft.com/office/drawing/2014/main" id="{40877671-2168-E1C4-6350-A48F0B2A4DD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37536" y="1857333"/>
                    <a:ext cx="703715" cy="67549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r="-4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Gs">
                    <a:extLst>
                      <a:ext uri="{FF2B5EF4-FFF2-40B4-BE49-F238E27FC236}">
                        <a16:creationId xmlns:a16="http://schemas.microsoft.com/office/drawing/2014/main" id="{D48FAC4A-C294-F714-B3BE-EFE6C845C3C1}"/>
                      </a:ext>
                    </a:extLst>
                  </p:cNvPr>
                  <p:cNvSpPr txBox="1"/>
                  <p:nvPr/>
                </p:nvSpPr>
                <p:spPr>
                  <a:xfrm>
                    <a:off x="10176429" y="4369187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9" name="Gs">
                    <a:extLst>
                      <a:ext uri="{FF2B5EF4-FFF2-40B4-BE49-F238E27FC236}">
                        <a16:creationId xmlns:a16="http://schemas.microsoft.com/office/drawing/2014/main" id="{D48FAC4A-C294-F714-B3BE-EFE6C845C3C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76429" y="4369187"/>
                    <a:ext cx="703715" cy="67549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r="-5277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Gs">
                    <a:extLst>
                      <a:ext uri="{FF2B5EF4-FFF2-40B4-BE49-F238E27FC236}">
                        <a16:creationId xmlns:a16="http://schemas.microsoft.com/office/drawing/2014/main" id="{826D76B0-C067-A269-96AC-E511E66B59A4}"/>
                      </a:ext>
                    </a:extLst>
                  </p:cNvPr>
                  <p:cNvSpPr txBox="1"/>
                  <p:nvPr/>
                </p:nvSpPr>
                <p:spPr>
                  <a:xfrm>
                    <a:off x="10168599" y="4871770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0" name="Gs">
                    <a:extLst>
                      <a:ext uri="{FF2B5EF4-FFF2-40B4-BE49-F238E27FC236}">
                        <a16:creationId xmlns:a16="http://schemas.microsoft.com/office/drawing/2014/main" id="{826D76B0-C067-A269-96AC-E511E66B59A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68599" y="4871770"/>
                    <a:ext cx="703715" cy="67549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r="-5428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Gs">
                    <a:extLst>
                      <a:ext uri="{FF2B5EF4-FFF2-40B4-BE49-F238E27FC236}">
                        <a16:creationId xmlns:a16="http://schemas.microsoft.com/office/drawing/2014/main" id="{734D2672-6894-1781-3ADE-6F71F6DE284B}"/>
                      </a:ext>
                    </a:extLst>
                  </p:cNvPr>
                  <p:cNvSpPr txBox="1"/>
                  <p:nvPr/>
                </p:nvSpPr>
                <p:spPr>
                  <a:xfrm>
                    <a:off x="10156759" y="5383650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35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1" name="Gs">
                    <a:extLst>
                      <a:ext uri="{FF2B5EF4-FFF2-40B4-BE49-F238E27FC236}">
                        <a16:creationId xmlns:a16="http://schemas.microsoft.com/office/drawing/2014/main" id="{734D2672-6894-1781-3ADE-6F71F6DE284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56759" y="5383650"/>
                    <a:ext cx="703715" cy="675490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r="-7777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Gs">
                    <a:extLst>
                      <a:ext uri="{FF2B5EF4-FFF2-40B4-BE49-F238E27FC236}">
                        <a16:creationId xmlns:a16="http://schemas.microsoft.com/office/drawing/2014/main" id="{4A9E43F3-1C78-3282-2132-13157AB17C19}"/>
                      </a:ext>
                    </a:extLst>
                  </p:cNvPr>
                  <p:cNvSpPr txBox="1"/>
                  <p:nvPr/>
                </p:nvSpPr>
                <p:spPr>
                  <a:xfrm>
                    <a:off x="10152167" y="5860717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2" name="Gs">
                    <a:extLst>
                      <a:ext uri="{FF2B5EF4-FFF2-40B4-BE49-F238E27FC236}">
                        <a16:creationId xmlns:a16="http://schemas.microsoft.com/office/drawing/2014/main" id="{4A9E43F3-1C78-3282-2132-13157AB17C1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52167" y="5860717"/>
                    <a:ext cx="703715" cy="67549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r="-8285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5" name="Gs">
                    <a:extLst>
                      <a:ext uri="{FF2B5EF4-FFF2-40B4-BE49-F238E27FC236}">
                        <a16:creationId xmlns:a16="http://schemas.microsoft.com/office/drawing/2014/main" id="{698954FE-62FF-3BD9-07B1-A5C9DA703E9C}"/>
                      </a:ext>
                    </a:extLst>
                  </p:cNvPr>
                  <p:cNvSpPr txBox="1"/>
                  <p:nvPr/>
                </p:nvSpPr>
                <p:spPr>
                  <a:xfrm>
                    <a:off x="10168597" y="1007428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rgbClr val="159F8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  <m:r>
                            <a:rPr lang="en-US" altLang="zh-CN" b="0" i="1" smtClean="0">
                              <a:solidFill>
                                <a:srgbClr val="159F8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solidFill>
                                <a:srgbClr val="159F8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b="0" i="1" smtClean="0">
                              <a:solidFill>
                                <a:srgbClr val="159F8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CN" altLang="en-US" dirty="0">
                      <a:solidFill>
                        <a:srgbClr val="159F84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5" name="Gs">
                    <a:extLst>
                      <a:ext uri="{FF2B5EF4-FFF2-40B4-BE49-F238E27FC236}">
                        <a16:creationId xmlns:a16="http://schemas.microsoft.com/office/drawing/2014/main" id="{698954FE-62FF-3BD9-07B1-A5C9DA703E9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68597" y="1007428"/>
                    <a:ext cx="703715" cy="675490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2857" r="-65714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55" name="幅频1">
              <a:extLst>
                <a:ext uri="{FF2B5EF4-FFF2-40B4-BE49-F238E27FC236}">
                  <a16:creationId xmlns:a16="http://schemas.microsoft.com/office/drawing/2014/main" id="{31B712D4-ACA3-EB8D-59E1-9A20749CA950}"/>
                </a:ext>
              </a:extLst>
            </p:cNvPr>
            <p:cNvCxnSpPr>
              <a:cxnSpLocks/>
            </p:cNvCxnSpPr>
            <p:nvPr/>
          </p:nvCxnSpPr>
          <p:spPr>
            <a:xfrm>
              <a:off x="5857683" y="1906620"/>
              <a:ext cx="753676" cy="151844"/>
            </a:xfrm>
            <a:prstGeom prst="line">
              <a:avLst/>
            </a:prstGeom>
            <a:ln w="38100">
              <a:solidFill>
                <a:srgbClr val="E44860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幅频2">
              <a:extLst>
                <a:ext uri="{FF2B5EF4-FFF2-40B4-BE49-F238E27FC236}">
                  <a16:creationId xmlns:a16="http://schemas.microsoft.com/office/drawing/2014/main" id="{44BCA940-322B-98F1-3BB0-BD05B112CA7A}"/>
                </a:ext>
              </a:extLst>
            </p:cNvPr>
            <p:cNvCxnSpPr>
              <a:cxnSpLocks/>
            </p:cNvCxnSpPr>
            <p:nvPr/>
          </p:nvCxnSpPr>
          <p:spPr>
            <a:xfrm>
              <a:off x="6601325" y="2058938"/>
              <a:ext cx="1076108" cy="659602"/>
            </a:xfrm>
            <a:prstGeom prst="line">
              <a:avLst/>
            </a:prstGeom>
            <a:ln w="38100">
              <a:solidFill>
                <a:srgbClr val="E44860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标签1">
                  <a:extLst>
                    <a:ext uri="{FF2B5EF4-FFF2-40B4-BE49-F238E27FC236}">
                      <a16:creationId xmlns:a16="http://schemas.microsoft.com/office/drawing/2014/main" id="{035529E8-F6DE-FE89-57A3-23EE34AB21EC}"/>
                    </a:ext>
                  </a:extLst>
                </p:cNvPr>
                <p:cNvSpPr txBox="1"/>
                <p:nvPr/>
              </p:nvSpPr>
              <p:spPr>
                <a:xfrm>
                  <a:off x="6043537" y="1543009"/>
                  <a:ext cx="88972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−20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5" name="标签1">
                  <a:extLst>
                    <a:ext uri="{FF2B5EF4-FFF2-40B4-BE49-F238E27FC236}">
                      <a16:creationId xmlns:a16="http://schemas.microsoft.com/office/drawing/2014/main" id="{035529E8-F6DE-FE89-57A3-23EE34AB21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3537" y="1543009"/>
                  <a:ext cx="889721" cy="523220"/>
                </a:xfrm>
                <a:prstGeom prst="rect">
                  <a:avLst/>
                </a:prstGeom>
                <a:blipFill>
                  <a:blip r:embed="rId18"/>
                  <a:stretch>
                    <a:fillRect r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9" name="幅频2">
              <a:extLst>
                <a:ext uri="{FF2B5EF4-FFF2-40B4-BE49-F238E27FC236}">
                  <a16:creationId xmlns:a16="http://schemas.microsoft.com/office/drawing/2014/main" id="{4D0CE8E7-8726-7C41-41E3-76D62D12BFA4}"/>
                </a:ext>
              </a:extLst>
            </p:cNvPr>
            <p:cNvCxnSpPr>
              <a:cxnSpLocks/>
            </p:cNvCxnSpPr>
            <p:nvPr/>
          </p:nvCxnSpPr>
          <p:spPr>
            <a:xfrm>
              <a:off x="7653684" y="2708495"/>
              <a:ext cx="3641209" cy="1082376"/>
            </a:xfrm>
            <a:prstGeom prst="line">
              <a:avLst/>
            </a:prstGeom>
            <a:ln w="38100">
              <a:solidFill>
                <a:srgbClr val="E44860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标签1">
                  <a:extLst>
                    <a:ext uri="{FF2B5EF4-FFF2-40B4-BE49-F238E27FC236}">
                      <a16:creationId xmlns:a16="http://schemas.microsoft.com/office/drawing/2014/main" id="{9305E99A-5C37-6603-1945-947148A4FE8D}"/>
                    </a:ext>
                  </a:extLst>
                </p:cNvPr>
                <p:cNvSpPr txBox="1"/>
                <p:nvPr/>
              </p:nvSpPr>
              <p:spPr>
                <a:xfrm>
                  <a:off x="8305533" y="2423712"/>
                  <a:ext cx="88972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−20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5" name="标签1">
                  <a:extLst>
                    <a:ext uri="{FF2B5EF4-FFF2-40B4-BE49-F238E27FC236}">
                      <a16:creationId xmlns:a16="http://schemas.microsoft.com/office/drawing/2014/main" id="{9305E99A-5C37-6603-1945-947148A4FE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05533" y="2423712"/>
                  <a:ext cx="889721" cy="523220"/>
                </a:xfrm>
                <a:prstGeom prst="rect">
                  <a:avLst/>
                </a:prstGeom>
                <a:blipFill>
                  <a:blip r:embed="rId19"/>
                  <a:stretch>
                    <a:fillRect r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标签1">
                  <a:extLst>
                    <a:ext uri="{FF2B5EF4-FFF2-40B4-BE49-F238E27FC236}">
                      <a16:creationId xmlns:a16="http://schemas.microsoft.com/office/drawing/2014/main" id="{AC9A3F1F-A071-4C26-C80A-E899F25A2DB1}"/>
                    </a:ext>
                  </a:extLst>
                </p:cNvPr>
                <p:cNvSpPr txBox="1"/>
                <p:nvPr/>
              </p:nvSpPr>
              <p:spPr>
                <a:xfrm>
                  <a:off x="6209266" y="4035123"/>
                  <a:ext cx="88972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标签1">
                  <a:extLst>
                    <a:ext uri="{FF2B5EF4-FFF2-40B4-BE49-F238E27FC236}">
                      <a16:creationId xmlns:a16="http://schemas.microsoft.com/office/drawing/2014/main" id="{AC9A3F1F-A071-4C26-C80A-E899F25A2D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09266" y="4035123"/>
                  <a:ext cx="889721" cy="52322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标签1">
                  <a:extLst>
                    <a:ext uri="{FF2B5EF4-FFF2-40B4-BE49-F238E27FC236}">
                      <a16:creationId xmlns:a16="http://schemas.microsoft.com/office/drawing/2014/main" id="{D1CEF792-2C98-B863-11F1-31B99640A8E4}"/>
                    </a:ext>
                  </a:extLst>
                </p:cNvPr>
                <p:cNvSpPr txBox="1"/>
                <p:nvPr/>
              </p:nvSpPr>
              <p:spPr>
                <a:xfrm>
                  <a:off x="7236343" y="4029059"/>
                  <a:ext cx="88972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3" name="标签1">
                  <a:extLst>
                    <a:ext uri="{FF2B5EF4-FFF2-40B4-BE49-F238E27FC236}">
                      <a16:creationId xmlns:a16="http://schemas.microsoft.com/office/drawing/2014/main" id="{D1CEF792-2C98-B863-11F1-31B99640A8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6343" y="4029059"/>
                  <a:ext cx="889721" cy="523220"/>
                </a:xfrm>
                <a:prstGeom prst="rect">
                  <a:avLst/>
                </a:prstGeom>
                <a:blipFill>
                  <a:blip r:embed="rId21"/>
                  <a:stretch>
                    <a:fillRect b="-238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标签1">
                  <a:extLst>
                    <a:ext uri="{FF2B5EF4-FFF2-40B4-BE49-F238E27FC236}">
                      <a16:creationId xmlns:a16="http://schemas.microsoft.com/office/drawing/2014/main" id="{ACC8A7EF-6036-B9DA-0DEA-9DC49209D74A}"/>
                    </a:ext>
                  </a:extLst>
                </p:cNvPr>
                <p:cNvSpPr txBox="1"/>
                <p:nvPr/>
              </p:nvSpPr>
              <p:spPr>
                <a:xfrm>
                  <a:off x="8208161" y="4029059"/>
                  <a:ext cx="88972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4" name="标签1">
                  <a:extLst>
                    <a:ext uri="{FF2B5EF4-FFF2-40B4-BE49-F238E27FC236}">
                      <a16:creationId xmlns:a16="http://schemas.microsoft.com/office/drawing/2014/main" id="{ACC8A7EF-6036-B9DA-0DEA-9DC49209D7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08161" y="4029059"/>
                  <a:ext cx="889721" cy="52322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左大括号 11">
              <a:extLst>
                <a:ext uri="{FF2B5EF4-FFF2-40B4-BE49-F238E27FC236}">
                  <a16:creationId xmlns:a16="http://schemas.microsoft.com/office/drawing/2014/main" id="{B2B23C68-F565-D11A-CE5A-600C7F735F08}"/>
                </a:ext>
              </a:extLst>
            </p:cNvPr>
            <p:cNvSpPr/>
            <p:nvPr/>
          </p:nvSpPr>
          <p:spPr>
            <a:xfrm rot="16200000">
              <a:off x="7418713" y="3626286"/>
              <a:ext cx="274162" cy="2119143"/>
            </a:xfrm>
            <a:prstGeom prst="leftBrace">
              <a:avLst>
                <a:gd name="adj1" fmla="val 87082"/>
                <a:gd name="adj2" fmla="val 48714"/>
              </a:avLst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7" name="文本">
              <a:extLst>
                <a:ext uri="{FF2B5EF4-FFF2-40B4-BE49-F238E27FC236}">
                  <a16:creationId xmlns:a16="http://schemas.microsoft.com/office/drawing/2014/main" id="{4162DDE9-2681-9FAD-8A97-81F80B31D4AF}"/>
                </a:ext>
              </a:extLst>
            </p:cNvPr>
            <p:cNvSpPr txBox="1"/>
            <p:nvPr/>
          </p:nvSpPr>
          <p:spPr>
            <a:xfrm>
              <a:off x="7009704" y="4830735"/>
              <a:ext cx="100734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已知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标签1">
                  <a:extLst>
                    <a:ext uri="{FF2B5EF4-FFF2-40B4-BE49-F238E27FC236}">
                      <a16:creationId xmlns:a16="http://schemas.microsoft.com/office/drawing/2014/main" id="{CBFB684B-F9C7-DFFD-20B7-107C031996D4}"/>
                    </a:ext>
                  </a:extLst>
                </p:cNvPr>
                <p:cNvSpPr txBox="1"/>
                <p:nvPr/>
              </p:nvSpPr>
              <p:spPr>
                <a:xfrm>
                  <a:off x="7236343" y="2006129"/>
                  <a:ext cx="88972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−40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5" name="标签1">
                  <a:extLst>
                    <a:ext uri="{FF2B5EF4-FFF2-40B4-BE49-F238E27FC236}">
                      <a16:creationId xmlns:a16="http://schemas.microsoft.com/office/drawing/2014/main" id="{CBFB684B-F9C7-DFFD-20B7-107C031996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6343" y="2006129"/>
                  <a:ext cx="889721" cy="523220"/>
                </a:xfrm>
                <a:prstGeom prst="rect">
                  <a:avLst/>
                </a:prstGeom>
                <a:blipFill>
                  <a:blip r:embed="rId23"/>
                  <a:stretch>
                    <a:fillRect r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86896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开环传函形式">
                <a:extLst>
                  <a:ext uri="{FF2B5EF4-FFF2-40B4-BE49-F238E27FC236}">
                    <a16:creationId xmlns:a16="http://schemas.microsoft.com/office/drawing/2014/main" id="{E07D5CCF-FAAE-0255-A9CC-354E17A1BC14}"/>
                  </a:ext>
                </a:extLst>
              </p:cNvPr>
              <p:cNvSpPr txBox="1"/>
              <p:nvPr/>
            </p:nvSpPr>
            <p:spPr>
              <a:xfrm>
                <a:off x="2523476" y="1904070"/>
                <a:ext cx="2937164" cy="10273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𝐺</m:t>
                    </m:r>
                    <m:d>
                      <m:d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</m:e>
                    </m:d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𝐾</m:t>
                        </m:r>
                      </m:num>
                      <m:den>
                        <m:box>
                          <m:box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zh-CN" sz="2800" i="1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bSup>
                                  <m:sSubSupPr>
                                    <m:ctrlP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den>
                            </m:f>
                          </m:e>
                        </m:box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2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𝜁</m:t>
                        </m:r>
                        <m:f>
                          <m:f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𝑠</m:t>
                            </m:r>
                          </m:num>
                          <m:den>
                            <m:sSub>
                              <m:sSubPr>
                                <m:ctrlP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149" name="开环传函形式">
                <a:extLst>
                  <a:ext uri="{FF2B5EF4-FFF2-40B4-BE49-F238E27FC236}">
                    <a16:creationId xmlns:a16="http://schemas.microsoft.com/office/drawing/2014/main" id="{E07D5CCF-FAAE-0255-A9CC-354E17A1B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3476" y="1904070"/>
                <a:ext cx="2937164" cy="1027397"/>
              </a:xfrm>
              <a:prstGeom prst="rect">
                <a:avLst/>
              </a:prstGeom>
              <a:blipFill>
                <a:blip r:embed="rId3"/>
                <a:stretch>
                  <a:fillRect l="-8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" name="标题">
            <a:extLst>
              <a:ext uri="{FF2B5EF4-FFF2-40B4-BE49-F238E27FC236}">
                <a16:creationId xmlns:a16="http://schemas.microsoft.com/office/drawing/2014/main" id="{91E211A5-545E-76E4-C9D7-6C2EED3DF91D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 </a:t>
            </a:r>
            <a:r>
              <a:rPr lang="en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Bode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图确定系统传递函数</a:t>
            </a:r>
          </a:p>
        </p:txBody>
      </p:sp>
      <p:grpSp>
        <p:nvGrpSpPr>
          <p:cNvPr id="146" name="问题">
            <a:extLst>
              <a:ext uri="{FF2B5EF4-FFF2-40B4-BE49-F238E27FC236}">
                <a16:creationId xmlns:a16="http://schemas.microsoft.com/office/drawing/2014/main" id="{587ED640-4E71-5F4E-33AB-05A8106E789A}"/>
              </a:ext>
            </a:extLst>
          </p:cNvPr>
          <p:cNvGrpSpPr/>
          <p:nvPr/>
        </p:nvGrpSpPr>
        <p:grpSpPr>
          <a:xfrm>
            <a:off x="187829" y="995875"/>
            <a:ext cx="4720002" cy="881063"/>
            <a:chOff x="5348307" y="5538470"/>
            <a:chExt cx="4720002" cy="881063"/>
          </a:xfrm>
        </p:grpSpPr>
        <p:sp>
          <p:nvSpPr>
            <p:cNvPr id="147" name="问号">
              <a:extLst>
                <a:ext uri="{FF2B5EF4-FFF2-40B4-BE49-F238E27FC236}">
                  <a16:creationId xmlns:a16="http://schemas.microsoft.com/office/drawing/2014/main" id="{33E7E3D8-EFC5-DC7C-41D5-28BDA83CDAC2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148" name="文本">
              <a:extLst>
                <a:ext uri="{FF2B5EF4-FFF2-40B4-BE49-F238E27FC236}">
                  <a16:creationId xmlns:a16="http://schemas.microsoft.com/office/drawing/2014/main" id="{61C02C1C-A279-A74B-E983-078B02F8B0BF}"/>
                </a:ext>
              </a:extLst>
            </p:cNvPr>
            <p:cNvSpPr txBox="1"/>
            <p:nvPr/>
          </p:nvSpPr>
          <p:spPr>
            <a:xfrm>
              <a:off x="6306265" y="5726958"/>
              <a:ext cx="376204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图中是什么典型环节？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174" name="小标题1">
            <a:extLst>
              <a:ext uri="{FF2B5EF4-FFF2-40B4-BE49-F238E27FC236}">
                <a16:creationId xmlns:a16="http://schemas.microsoft.com/office/drawing/2014/main" id="{7A417BE2-5503-84DF-884B-9F97026D0F38}"/>
              </a:ext>
            </a:extLst>
          </p:cNvPr>
          <p:cNvSpPr/>
          <p:nvPr/>
        </p:nvSpPr>
        <p:spPr bwMode="auto">
          <a:xfrm>
            <a:off x="442913" y="2004817"/>
            <a:ext cx="1916598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震荡环节</a:t>
            </a:r>
          </a:p>
        </p:txBody>
      </p:sp>
      <p:grpSp>
        <p:nvGrpSpPr>
          <p:cNvPr id="159" name="问题">
            <a:extLst>
              <a:ext uri="{FF2B5EF4-FFF2-40B4-BE49-F238E27FC236}">
                <a16:creationId xmlns:a16="http://schemas.microsoft.com/office/drawing/2014/main" id="{3F2A6AB9-CC13-E010-E302-6D16D575C607}"/>
              </a:ext>
            </a:extLst>
          </p:cNvPr>
          <p:cNvGrpSpPr/>
          <p:nvPr/>
        </p:nvGrpSpPr>
        <p:grpSpPr>
          <a:xfrm>
            <a:off x="187829" y="2713321"/>
            <a:ext cx="4720002" cy="881063"/>
            <a:chOff x="5348307" y="5538470"/>
            <a:chExt cx="4720002" cy="881063"/>
          </a:xfrm>
        </p:grpSpPr>
        <p:sp>
          <p:nvSpPr>
            <p:cNvPr id="160" name="问号">
              <a:extLst>
                <a:ext uri="{FF2B5EF4-FFF2-40B4-BE49-F238E27FC236}">
                  <a16:creationId xmlns:a16="http://schemas.microsoft.com/office/drawing/2014/main" id="{04A6AF9B-2310-3D63-AD40-C6FFBCBD9FA5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文本">
                  <a:extLst>
                    <a:ext uri="{FF2B5EF4-FFF2-40B4-BE49-F238E27FC236}">
                      <a16:creationId xmlns:a16="http://schemas.microsoft.com/office/drawing/2014/main" id="{094B9C8A-C27C-8DA3-52E6-D4360B44B8FA}"/>
                    </a:ext>
                  </a:extLst>
                </p:cNvPr>
                <p:cNvSpPr txBox="1"/>
                <p:nvPr/>
              </p:nvSpPr>
              <p:spPr>
                <a:xfrm>
                  <a:off x="6306265" y="5726958"/>
                  <a:ext cx="376204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kumimoji="1" lang="zh-CN" altLang="en-US" sz="2800" dirty="0"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如何求</a:t>
                  </a:r>
                  <a14:m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𝐾</m:t>
                      </m:r>
                    </m:oMath>
                  </a14:m>
                  <a:r>
                    <a:rPr kumimoji="1" lang="zh-CN" altLang="en-US" sz="2800" dirty="0"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？</a:t>
                  </a:r>
                  <a:endParaRPr kumimoji="1" lang="en-US" altLang="zh-CN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61" name="文本">
                  <a:extLst>
                    <a:ext uri="{FF2B5EF4-FFF2-40B4-BE49-F238E27FC236}">
                      <a16:creationId xmlns:a16="http://schemas.microsoft.com/office/drawing/2014/main" id="{094B9C8A-C27C-8DA3-52E6-D4360B44B8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6265" y="5726958"/>
                  <a:ext cx="3762044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3367" t="-11905" b="-3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文本">
                <a:extLst>
                  <a:ext uri="{FF2B5EF4-FFF2-40B4-BE49-F238E27FC236}">
                    <a16:creationId xmlns:a16="http://schemas.microsoft.com/office/drawing/2014/main" id="{15D1B291-EF1F-A069-FD32-D941B9BA2F15}"/>
                  </a:ext>
                </a:extLst>
              </p:cNvPr>
              <p:cNvSpPr txBox="1"/>
              <p:nvPr/>
            </p:nvSpPr>
            <p:spPr>
              <a:xfrm>
                <a:off x="411558" y="3626505"/>
                <a:ext cx="381691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20</m:t>
                    </m:r>
                    <m:func>
                      <m:funcPr>
                        <m:ctrlPr>
                          <a:rPr kumimoji="1" lang="zh-CN" altLang="en-US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lg</m:t>
                        </m:r>
                      </m:fName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𝐾</m:t>
                        </m:r>
                      </m:e>
                    </m:func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=20→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𝐾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=10</m:t>
                    </m:r>
                  </m:oMath>
                </a14:m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endParaRPr kumimoji="1" lang="en-US" altLang="zh-CN" sz="28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63" name="文本">
                <a:extLst>
                  <a:ext uri="{FF2B5EF4-FFF2-40B4-BE49-F238E27FC236}">
                    <a16:creationId xmlns:a16="http://schemas.microsoft.com/office/drawing/2014/main" id="{15D1B291-EF1F-A069-FD32-D941B9BA2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558" y="3626505"/>
                <a:ext cx="3816912" cy="523220"/>
              </a:xfrm>
              <a:prstGeom prst="rect">
                <a:avLst/>
              </a:prstGeom>
              <a:blipFill>
                <a:blip r:embed="rId5"/>
                <a:stretch>
                  <a:fillRect l="-993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>
            <a:extLst>
              <a:ext uri="{FF2B5EF4-FFF2-40B4-BE49-F238E27FC236}">
                <a16:creationId xmlns:a16="http://schemas.microsoft.com/office/drawing/2014/main" id="{E102BF00-08D4-CC9E-8F73-E7559679421D}"/>
              </a:ext>
            </a:extLst>
          </p:cNvPr>
          <p:cNvGrpSpPr/>
          <p:nvPr/>
        </p:nvGrpSpPr>
        <p:grpSpPr>
          <a:xfrm>
            <a:off x="5078506" y="1276925"/>
            <a:ext cx="6923329" cy="3022923"/>
            <a:chOff x="5078506" y="1276925"/>
            <a:chExt cx="6923329" cy="3022923"/>
          </a:xfrm>
        </p:grpSpPr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26374933-B3D1-AD0E-516F-3C915A05E6B2}"/>
                </a:ext>
              </a:extLst>
            </p:cNvPr>
            <p:cNvGrpSpPr/>
            <p:nvPr/>
          </p:nvGrpSpPr>
          <p:grpSpPr>
            <a:xfrm>
              <a:off x="5228063" y="1276925"/>
              <a:ext cx="6773772" cy="3022923"/>
              <a:chOff x="500404" y="1007428"/>
              <a:chExt cx="10827207" cy="5528779"/>
            </a:xfrm>
          </p:grpSpPr>
          <p:cxnSp>
            <p:nvCxnSpPr>
              <p:cNvPr id="42" name="辅助线">
                <a:extLst>
                  <a:ext uri="{FF2B5EF4-FFF2-40B4-BE49-F238E27FC236}">
                    <a16:creationId xmlns:a16="http://schemas.microsoft.com/office/drawing/2014/main" id="{76DCA313-8C24-CF37-A76D-70C98050093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1628800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辅助线">
                <a:extLst>
                  <a:ext uri="{FF2B5EF4-FFF2-40B4-BE49-F238E27FC236}">
                    <a16:creationId xmlns:a16="http://schemas.microsoft.com/office/drawing/2014/main" id="{0583C0CD-D7A2-B587-C60D-24115ACCAE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2132856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辅助线">
                <a:extLst>
                  <a:ext uri="{FF2B5EF4-FFF2-40B4-BE49-F238E27FC236}">
                    <a16:creationId xmlns:a16="http://schemas.microsoft.com/office/drawing/2014/main" id="{B7FD8EA0-F194-9F10-AC17-2611CBD1F4C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5565" y="2692119"/>
                <a:ext cx="3604218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辅助线">
                <a:extLst>
                  <a:ext uri="{FF2B5EF4-FFF2-40B4-BE49-F238E27FC236}">
                    <a16:creationId xmlns:a16="http://schemas.microsoft.com/office/drawing/2014/main" id="{7855075D-B48C-1241-FF8D-0EE4840DE4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3140968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辅助线">
                <a:extLst>
                  <a:ext uri="{FF2B5EF4-FFF2-40B4-BE49-F238E27FC236}">
                    <a16:creationId xmlns:a16="http://schemas.microsoft.com/office/drawing/2014/main" id="{9A691971-2F7E-E2D2-0B2F-197DE01C52A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4149080"/>
                <a:ext cx="972108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辅助线">
                <a:extLst>
                  <a:ext uri="{FF2B5EF4-FFF2-40B4-BE49-F238E27FC236}">
                    <a16:creationId xmlns:a16="http://schemas.microsoft.com/office/drawing/2014/main" id="{7F76CF55-E913-5EBB-77BC-C616BE3665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5157192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辅助线">
                <a:extLst>
                  <a:ext uri="{FF2B5EF4-FFF2-40B4-BE49-F238E27FC236}">
                    <a16:creationId xmlns:a16="http://schemas.microsoft.com/office/drawing/2014/main" id="{9A12FDEB-77C9-DFA4-C256-36F000E921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6165304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3" name="组合 52">
                <a:extLst>
                  <a:ext uri="{FF2B5EF4-FFF2-40B4-BE49-F238E27FC236}">
                    <a16:creationId xmlns:a16="http://schemas.microsoft.com/office/drawing/2014/main" id="{2049756D-7575-BF6D-3303-3A455DA6FC21}"/>
                  </a:ext>
                </a:extLst>
              </p:cNvPr>
              <p:cNvGrpSpPr/>
              <p:nvPr/>
            </p:nvGrpSpPr>
            <p:grpSpPr>
              <a:xfrm>
                <a:off x="1486694" y="1052736"/>
                <a:ext cx="8707412" cy="5112568"/>
                <a:chOff x="1486694" y="1052736"/>
                <a:chExt cx="8707412" cy="5112568"/>
              </a:xfrm>
            </p:grpSpPr>
            <p:cxnSp>
              <p:nvCxnSpPr>
                <p:cNvPr id="140" name="辅助线">
                  <a:extLst>
                    <a:ext uri="{FF2B5EF4-FFF2-40B4-BE49-F238E27FC236}">
                      <a16:creationId xmlns:a16="http://schemas.microsoft.com/office/drawing/2014/main" id="{EF04C218-81F0-5CBA-CBAB-7B37B38506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86694" y="1052736"/>
                  <a:ext cx="0" cy="5112568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prstDash val="solid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辅助线">
                  <a:extLst>
                    <a:ext uri="{FF2B5EF4-FFF2-40B4-BE49-F238E27FC236}">
                      <a16:creationId xmlns:a16="http://schemas.microsoft.com/office/drawing/2014/main" id="{62B88FBC-E429-D3E7-9744-E615F9A903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194106" y="1628800"/>
                  <a:ext cx="0" cy="4536504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prstDash val="solid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6" name="辅助线">
                <a:extLst>
                  <a:ext uri="{FF2B5EF4-FFF2-40B4-BE49-F238E27FC236}">
                    <a16:creationId xmlns:a16="http://schemas.microsoft.com/office/drawing/2014/main" id="{1D510F6D-1C5F-46FD-8CEB-96B3139894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90912" y="1603438"/>
                <a:ext cx="0" cy="4536503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辅助线">
                <a:extLst>
                  <a:ext uri="{FF2B5EF4-FFF2-40B4-BE49-F238E27FC236}">
                    <a16:creationId xmlns:a16="http://schemas.microsoft.com/office/drawing/2014/main" id="{902C1A8F-E468-C60F-9932-388BE23A21E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24280" y="2775764"/>
                <a:ext cx="0" cy="3374852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Gs">
                    <a:extLst>
                      <a:ext uri="{FF2B5EF4-FFF2-40B4-BE49-F238E27FC236}">
                        <a16:creationId xmlns:a16="http://schemas.microsoft.com/office/drawing/2014/main" id="{5CBA7A6D-E506-4AA6-F8D8-A5A577D5B0A8}"/>
                      </a:ext>
                    </a:extLst>
                  </p:cNvPr>
                  <p:cNvSpPr txBox="1"/>
                  <p:nvPr/>
                </p:nvSpPr>
                <p:spPr>
                  <a:xfrm>
                    <a:off x="1488412" y="1050911"/>
                    <a:ext cx="1549681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CN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r>
                      <a:rPr lang="en-US" altLang="zh-CN" dirty="0">
                        <a:solidFill>
                          <a:srgbClr val="E44860"/>
                        </a:solidFill>
                      </a:rPr>
                      <a:t>dB</a:t>
                    </a:r>
                    <a:endParaRPr lang="zh-CN" altLang="en-US" dirty="0">
                      <a:solidFill>
                        <a:srgbClr val="E448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2" name="Gs">
                    <a:extLst>
                      <a:ext uri="{FF2B5EF4-FFF2-40B4-BE49-F238E27FC236}">
                        <a16:creationId xmlns:a16="http://schemas.microsoft.com/office/drawing/2014/main" id="{5CBA7A6D-E506-4AA6-F8D8-A5A577D5B0A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88412" y="1050911"/>
                    <a:ext cx="1549681" cy="67549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6667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Gs">
                    <a:extLst>
                      <a:ext uri="{FF2B5EF4-FFF2-40B4-BE49-F238E27FC236}">
                        <a16:creationId xmlns:a16="http://schemas.microsoft.com/office/drawing/2014/main" id="{A27DF585-8B29-BDD0-3B00-8F317B25F3A1}"/>
                      </a:ext>
                    </a:extLst>
                  </p:cNvPr>
                  <p:cNvSpPr txBox="1"/>
                  <p:nvPr/>
                </p:nvSpPr>
                <p:spPr>
                  <a:xfrm>
                    <a:off x="10902767" y="3608279"/>
                    <a:ext cx="424844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1" name="Gs">
                    <a:extLst>
                      <a:ext uri="{FF2B5EF4-FFF2-40B4-BE49-F238E27FC236}">
                        <a16:creationId xmlns:a16="http://schemas.microsoft.com/office/drawing/2014/main" id="{A5F3EF99-3630-0BF0-DB3A-7C787EF6639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02767" y="3608279"/>
                    <a:ext cx="424844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18182" b="-625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Gs">
                    <a:extLst>
                      <a:ext uri="{FF2B5EF4-FFF2-40B4-BE49-F238E27FC236}">
                        <a16:creationId xmlns:a16="http://schemas.microsoft.com/office/drawing/2014/main" id="{C5A81B3E-2081-3064-3ADF-D02364FB985B}"/>
                      </a:ext>
                    </a:extLst>
                  </p:cNvPr>
                  <p:cNvSpPr txBox="1"/>
                  <p:nvPr/>
                </p:nvSpPr>
                <p:spPr>
                  <a:xfrm>
                    <a:off x="10047763" y="3597642"/>
                    <a:ext cx="703715" cy="36933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4" name="Gs">
                    <a:extLst>
                      <a:ext uri="{FF2B5EF4-FFF2-40B4-BE49-F238E27FC236}">
                        <a16:creationId xmlns:a16="http://schemas.microsoft.com/office/drawing/2014/main" id="{C5A81B3E-2081-3064-3ADF-D02364FB985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47763" y="3597642"/>
                    <a:ext cx="703715" cy="369331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6470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Gs">
                    <a:extLst>
                      <a:ext uri="{FF2B5EF4-FFF2-40B4-BE49-F238E27FC236}">
                        <a16:creationId xmlns:a16="http://schemas.microsoft.com/office/drawing/2014/main" id="{2138F283-191A-4B73-593F-FFB1AEB91649}"/>
                      </a:ext>
                    </a:extLst>
                  </p:cNvPr>
                  <p:cNvSpPr txBox="1"/>
                  <p:nvPr/>
                </p:nvSpPr>
                <p:spPr>
                  <a:xfrm>
                    <a:off x="774811" y="2802924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5" name="Gs">
                    <a:extLst>
                      <a:ext uri="{FF2B5EF4-FFF2-40B4-BE49-F238E27FC236}">
                        <a16:creationId xmlns:a16="http://schemas.microsoft.com/office/drawing/2014/main" id="{2138F283-191A-4B73-593F-FFB1AEB9164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4811" y="2802924"/>
                    <a:ext cx="703715" cy="67549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Gs">
                    <a:extLst>
                      <a:ext uri="{FF2B5EF4-FFF2-40B4-BE49-F238E27FC236}">
                        <a16:creationId xmlns:a16="http://schemas.microsoft.com/office/drawing/2014/main" id="{F5A62055-0726-5508-6A29-1B4110CB877F}"/>
                      </a:ext>
                    </a:extLst>
                  </p:cNvPr>
                  <p:cNvSpPr txBox="1"/>
                  <p:nvPr/>
                </p:nvSpPr>
                <p:spPr>
                  <a:xfrm>
                    <a:off x="10137536" y="2865445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6" name="Gs">
                    <a:extLst>
                      <a:ext uri="{FF2B5EF4-FFF2-40B4-BE49-F238E27FC236}">
                        <a16:creationId xmlns:a16="http://schemas.microsoft.com/office/drawing/2014/main" id="{F5A62055-0726-5508-6A29-1B4110CB877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37536" y="2865445"/>
                    <a:ext cx="703715" cy="67549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1388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Gs">
                    <a:extLst>
                      <a:ext uri="{FF2B5EF4-FFF2-40B4-BE49-F238E27FC236}">
                        <a16:creationId xmlns:a16="http://schemas.microsoft.com/office/drawing/2014/main" id="{40877671-2168-E1C4-6350-A48F0B2A4DD9}"/>
                      </a:ext>
                    </a:extLst>
                  </p:cNvPr>
                  <p:cNvSpPr txBox="1"/>
                  <p:nvPr/>
                </p:nvSpPr>
                <p:spPr>
                  <a:xfrm>
                    <a:off x="10137536" y="1857333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8" name="Gs">
                    <a:extLst>
                      <a:ext uri="{FF2B5EF4-FFF2-40B4-BE49-F238E27FC236}">
                        <a16:creationId xmlns:a16="http://schemas.microsoft.com/office/drawing/2014/main" id="{40877671-2168-E1C4-6350-A48F0B2A4DD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37536" y="1857333"/>
                    <a:ext cx="703715" cy="67549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r="-4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Gs">
                    <a:extLst>
                      <a:ext uri="{FF2B5EF4-FFF2-40B4-BE49-F238E27FC236}">
                        <a16:creationId xmlns:a16="http://schemas.microsoft.com/office/drawing/2014/main" id="{D48FAC4A-C294-F714-B3BE-EFE6C845C3C1}"/>
                      </a:ext>
                    </a:extLst>
                  </p:cNvPr>
                  <p:cNvSpPr txBox="1"/>
                  <p:nvPr/>
                </p:nvSpPr>
                <p:spPr>
                  <a:xfrm>
                    <a:off x="764287" y="2317839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28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9" name="Gs">
                    <a:extLst>
                      <a:ext uri="{FF2B5EF4-FFF2-40B4-BE49-F238E27FC236}">
                        <a16:creationId xmlns:a16="http://schemas.microsoft.com/office/drawing/2014/main" id="{D48FAC4A-C294-F714-B3BE-EFE6C845C3C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4287" y="2317839"/>
                    <a:ext cx="703715" cy="67549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Gs">
                    <a:extLst>
                      <a:ext uri="{FF2B5EF4-FFF2-40B4-BE49-F238E27FC236}">
                        <a16:creationId xmlns:a16="http://schemas.microsoft.com/office/drawing/2014/main" id="{826D76B0-C067-A269-96AC-E511E66B59A4}"/>
                      </a:ext>
                    </a:extLst>
                  </p:cNvPr>
                  <p:cNvSpPr txBox="1"/>
                  <p:nvPr/>
                </p:nvSpPr>
                <p:spPr>
                  <a:xfrm>
                    <a:off x="10168599" y="4871770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0" name="Gs">
                    <a:extLst>
                      <a:ext uri="{FF2B5EF4-FFF2-40B4-BE49-F238E27FC236}">
                        <a16:creationId xmlns:a16="http://schemas.microsoft.com/office/drawing/2014/main" id="{826D76B0-C067-A269-96AC-E511E66B59A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68599" y="4871770"/>
                    <a:ext cx="703715" cy="67549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r="-5428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Gs">
                    <a:extLst>
                      <a:ext uri="{FF2B5EF4-FFF2-40B4-BE49-F238E27FC236}">
                        <a16:creationId xmlns:a16="http://schemas.microsoft.com/office/drawing/2014/main" id="{734D2672-6894-1781-3ADE-6F71F6DE284B}"/>
                      </a:ext>
                    </a:extLst>
                  </p:cNvPr>
                  <p:cNvSpPr txBox="1"/>
                  <p:nvPr/>
                </p:nvSpPr>
                <p:spPr>
                  <a:xfrm>
                    <a:off x="500404" y="4864686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−20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1" name="Gs">
                    <a:extLst>
                      <a:ext uri="{FF2B5EF4-FFF2-40B4-BE49-F238E27FC236}">
                        <a16:creationId xmlns:a16="http://schemas.microsoft.com/office/drawing/2014/main" id="{734D2672-6894-1781-3ADE-6F71F6DE284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0404" y="4864686"/>
                    <a:ext cx="703715" cy="67549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r="-33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Gs">
                    <a:extLst>
                      <a:ext uri="{FF2B5EF4-FFF2-40B4-BE49-F238E27FC236}">
                        <a16:creationId xmlns:a16="http://schemas.microsoft.com/office/drawing/2014/main" id="{4A9E43F3-1C78-3282-2132-13157AB17C19}"/>
                      </a:ext>
                    </a:extLst>
                  </p:cNvPr>
                  <p:cNvSpPr txBox="1"/>
                  <p:nvPr/>
                </p:nvSpPr>
                <p:spPr>
                  <a:xfrm>
                    <a:off x="10152167" y="5860717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2" name="Gs">
                    <a:extLst>
                      <a:ext uri="{FF2B5EF4-FFF2-40B4-BE49-F238E27FC236}">
                        <a16:creationId xmlns:a16="http://schemas.microsoft.com/office/drawing/2014/main" id="{4A9E43F3-1C78-3282-2132-13157AB17C1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52167" y="5860717"/>
                    <a:ext cx="703715" cy="675490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r="-8285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5" name="Gs">
                    <a:extLst>
                      <a:ext uri="{FF2B5EF4-FFF2-40B4-BE49-F238E27FC236}">
                        <a16:creationId xmlns:a16="http://schemas.microsoft.com/office/drawing/2014/main" id="{698954FE-62FF-3BD9-07B1-A5C9DA703E9C}"/>
                      </a:ext>
                    </a:extLst>
                  </p:cNvPr>
                  <p:cNvSpPr txBox="1"/>
                  <p:nvPr/>
                </p:nvSpPr>
                <p:spPr>
                  <a:xfrm>
                    <a:off x="10168597" y="1007428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rgbClr val="159F8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  <m:r>
                            <a:rPr lang="en-US" altLang="zh-CN" b="0" i="1" smtClean="0">
                              <a:solidFill>
                                <a:srgbClr val="159F8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solidFill>
                                <a:srgbClr val="159F8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b="0" i="1" smtClean="0">
                              <a:solidFill>
                                <a:srgbClr val="159F8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CN" altLang="en-US" dirty="0">
                      <a:solidFill>
                        <a:srgbClr val="159F84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5" name="Gs">
                    <a:extLst>
                      <a:ext uri="{FF2B5EF4-FFF2-40B4-BE49-F238E27FC236}">
                        <a16:creationId xmlns:a16="http://schemas.microsoft.com/office/drawing/2014/main" id="{698954FE-62FF-3BD9-07B1-A5C9DA703E9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68597" y="1007428"/>
                    <a:ext cx="703715" cy="67549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2857" r="-65714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标签1">
                  <a:extLst>
                    <a:ext uri="{FF2B5EF4-FFF2-40B4-BE49-F238E27FC236}">
                      <a16:creationId xmlns:a16="http://schemas.microsoft.com/office/drawing/2014/main" id="{035529E8-F6DE-FE89-57A3-23EE34AB21EC}"/>
                    </a:ext>
                  </a:extLst>
                </p:cNvPr>
                <p:cNvSpPr txBox="1"/>
                <p:nvPr/>
              </p:nvSpPr>
              <p:spPr>
                <a:xfrm>
                  <a:off x="7572187" y="1720563"/>
                  <a:ext cx="88972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28.77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5" name="标签1">
                  <a:extLst>
                    <a:ext uri="{FF2B5EF4-FFF2-40B4-BE49-F238E27FC236}">
                      <a16:creationId xmlns:a16="http://schemas.microsoft.com/office/drawing/2014/main" id="{035529E8-F6DE-FE89-57A3-23EE34AB21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72187" y="1720563"/>
                  <a:ext cx="889721" cy="523220"/>
                </a:xfrm>
                <a:prstGeom prst="rect">
                  <a:avLst/>
                </a:prstGeom>
                <a:blipFill>
                  <a:blip r:embed="rId17"/>
                  <a:stretch>
                    <a:fillRect l="-4225" r="-2112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标签1">
                  <a:extLst>
                    <a:ext uri="{FF2B5EF4-FFF2-40B4-BE49-F238E27FC236}">
                      <a16:creationId xmlns:a16="http://schemas.microsoft.com/office/drawing/2014/main" id="{AC9A3F1F-A071-4C26-C80A-E899F25A2DB1}"/>
                    </a:ext>
                  </a:extLst>
                </p:cNvPr>
                <p:cNvSpPr txBox="1"/>
                <p:nvPr/>
              </p:nvSpPr>
              <p:spPr>
                <a:xfrm>
                  <a:off x="5536167" y="2828623"/>
                  <a:ext cx="27855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标签1">
                  <a:extLst>
                    <a:ext uri="{FF2B5EF4-FFF2-40B4-BE49-F238E27FC236}">
                      <a16:creationId xmlns:a16="http://schemas.microsoft.com/office/drawing/2014/main" id="{AC9A3F1F-A071-4C26-C80A-E899F25A2D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6167" y="2828623"/>
                  <a:ext cx="278550" cy="369332"/>
                </a:xfrm>
                <a:prstGeom prst="rect">
                  <a:avLst/>
                </a:prstGeom>
                <a:blipFill>
                  <a:blip r:embed="rId18"/>
                  <a:stretch>
                    <a:fillRect r="-869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标签1">
                  <a:extLst>
                    <a:ext uri="{FF2B5EF4-FFF2-40B4-BE49-F238E27FC236}">
                      <a16:creationId xmlns:a16="http://schemas.microsoft.com/office/drawing/2014/main" id="{D1CEF792-2C98-B863-11F1-31B99640A8E4}"/>
                    </a:ext>
                  </a:extLst>
                </p:cNvPr>
                <p:cNvSpPr txBox="1"/>
                <p:nvPr/>
              </p:nvSpPr>
              <p:spPr>
                <a:xfrm>
                  <a:off x="5404848" y="1674279"/>
                  <a:ext cx="4402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3" name="标签1">
                  <a:extLst>
                    <a:ext uri="{FF2B5EF4-FFF2-40B4-BE49-F238E27FC236}">
                      <a16:creationId xmlns:a16="http://schemas.microsoft.com/office/drawing/2014/main" id="{D1CEF792-2C98-B863-11F1-31B99640A8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4848" y="1674279"/>
                  <a:ext cx="440262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标签1">
                  <a:extLst>
                    <a:ext uri="{FF2B5EF4-FFF2-40B4-BE49-F238E27FC236}">
                      <a16:creationId xmlns:a16="http://schemas.microsoft.com/office/drawing/2014/main" id="{ACC8A7EF-6036-B9DA-0DEA-9DC49209D74A}"/>
                    </a:ext>
                  </a:extLst>
                </p:cNvPr>
                <p:cNvSpPr txBox="1"/>
                <p:nvPr/>
              </p:nvSpPr>
              <p:spPr>
                <a:xfrm>
                  <a:off x="5078506" y="3912550"/>
                  <a:ext cx="88972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−40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4" name="标签1">
                  <a:extLst>
                    <a:ext uri="{FF2B5EF4-FFF2-40B4-BE49-F238E27FC236}">
                      <a16:creationId xmlns:a16="http://schemas.microsoft.com/office/drawing/2014/main" id="{ACC8A7EF-6036-B9DA-0DEA-9DC49209D7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8506" y="3912550"/>
                  <a:ext cx="889721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标签1">
                  <a:extLst>
                    <a:ext uri="{FF2B5EF4-FFF2-40B4-BE49-F238E27FC236}">
                      <a16:creationId xmlns:a16="http://schemas.microsoft.com/office/drawing/2014/main" id="{CBFB684B-F9C7-DFFD-20B7-107C031996D4}"/>
                    </a:ext>
                  </a:extLst>
                </p:cNvPr>
                <p:cNvSpPr txBox="1"/>
                <p:nvPr/>
              </p:nvSpPr>
              <p:spPr>
                <a:xfrm>
                  <a:off x="8033470" y="2471439"/>
                  <a:ext cx="88972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5" name="标签1">
                  <a:extLst>
                    <a:ext uri="{FF2B5EF4-FFF2-40B4-BE49-F238E27FC236}">
                      <a16:creationId xmlns:a16="http://schemas.microsoft.com/office/drawing/2014/main" id="{CBFB684B-F9C7-DFFD-20B7-107C031996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33470" y="2471439"/>
                  <a:ext cx="889721" cy="52322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幅频">
              <a:extLst>
                <a:ext uri="{FF2B5EF4-FFF2-40B4-BE49-F238E27FC236}">
                  <a16:creationId xmlns:a16="http://schemas.microsoft.com/office/drawing/2014/main" id="{9953B3DA-3656-78B5-A0DE-11934894F1BC}"/>
                </a:ext>
              </a:extLst>
            </p:cNvPr>
            <p:cNvSpPr/>
            <p:nvPr/>
          </p:nvSpPr>
          <p:spPr>
            <a:xfrm>
              <a:off x="5862358" y="2204931"/>
              <a:ext cx="5426318" cy="1295532"/>
            </a:xfrm>
            <a:custGeom>
              <a:avLst/>
              <a:gdLst>
                <a:gd name="connsiteX0" fmla="*/ 2311400 w 2311400"/>
                <a:gd name="connsiteY0" fmla="*/ 2806700 h 2914873"/>
                <a:gd name="connsiteX1" fmla="*/ 1936750 w 2311400"/>
                <a:gd name="connsiteY1" fmla="*/ 2813050 h 2914873"/>
                <a:gd name="connsiteX2" fmla="*/ 1974850 w 2311400"/>
                <a:gd name="connsiteY2" fmla="*/ 1733550 h 2914873"/>
                <a:gd name="connsiteX3" fmla="*/ 0 w 2311400"/>
                <a:gd name="connsiteY3" fmla="*/ 0 h 2914873"/>
                <a:gd name="connsiteX0" fmla="*/ 2311400 w 2311400"/>
                <a:gd name="connsiteY0" fmla="*/ 2806700 h 2893131"/>
                <a:gd name="connsiteX1" fmla="*/ 1936750 w 2311400"/>
                <a:gd name="connsiteY1" fmla="*/ 2813050 h 2893131"/>
                <a:gd name="connsiteX2" fmla="*/ 1974850 w 2311400"/>
                <a:gd name="connsiteY2" fmla="*/ 1733550 h 2893131"/>
                <a:gd name="connsiteX3" fmla="*/ 0 w 2311400"/>
                <a:gd name="connsiteY3" fmla="*/ 0 h 2893131"/>
                <a:gd name="connsiteX0" fmla="*/ 2311400 w 2311400"/>
                <a:gd name="connsiteY0" fmla="*/ 2806700 h 2813083"/>
                <a:gd name="connsiteX1" fmla="*/ 1936750 w 2311400"/>
                <a:gd name="connsiteY1" fmla="*/ 2813050 h 2813083"/>
                <a:gd name="connsiteX2" fmla="*/ 1974850 w 2311400"/>
                <a:gd name="connsiteY2" fmla="*/ 1733550 h 2813083"/>
                <a:gd name="connsiteX3" fmla="*/ 0 w 2311400"/>
                <a:gd name="connsiteY3" fmla="*/ 0 h 2813083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13050"/>
                <a:gd name="connsiteX1" fmla="*/ 1936750 w 2311400"/>
                <a:gd name="connsiteY1" fmla="*/ 2813050 h 2813050"/>
                <a:gd name="connsiteX2" fmla="*/ 1974850 w 2311400"/>
                <a:gd name="connsiteY2" fmla="*/ 1733550 h 2813050"/>
                <a:gd name="connsiteX3" fmla="*/ 0 w 2311400"/>
                <a:gd name="connsiteY3" fmla="*/ 0 h 2813050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5757"/>
                <a:gd name="connsiteY0" fmla="*/ 2806700 h 2813050"/>
                <a:gd name="connsiteX1" fmla="*/ 1968500 w 2315757"/>
                <a:gd name="connsiteY1" fmla="*/ 2813050 h 2813050"/>
                <a:gd name="connsiteX2" fmla="*/ 1974850 w 2315757"/>
                <a:gd name="connsiteY2" fmla="*/ 1733550 h 2813050"/>
                <a:gd name="connsiteX3" fmla="*/ 0 w 2315757"/>
                <a:gd name="connsiteY3" fmla="*/ 0 h 2813050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9056"/>
                <a:gd name="connsiteX1" fmla="*/ 1968500 w 2311400"/>
                <a:gd name="connsiteY1" fmla="*/ 2813050 h 2819056"/>
                <a:gd name="connsiteX2" fmla="*/ 1974850 w 2311400"/>
                <a:gd name="connsiteY2" fmla="*/ 1733550 h 2819056"/>
                <a:gd name="connsiteX3" fmla="*/ 0 w 2311400"/>
                <a:gd name="connsiteY3" fmla="*/ 0 h 2819056"/>
                <a:gd name="connsiteX0" fmla="*/ 2328984 w 2328984"/>
                <a:gd name="connsiteY0" fmla="*/ 2824284 h 2830615"/>
                <a:gd name="connsiteX1" fmla="*/ 1968500 w 2328984"/>
                <a:gd name="connsiteY1" fmla="*/ 2813050 h 2830615"/>
                <a:gd name="connsiteX2" fmla="*/ 1974850 w 2328984"/>
                <a:gd name="connsiteY2" fmla="*/ 1733550 h 2830615"/>
                <a:gd name="connsiteX3" fmla="*/ 0 w 2328984"/>
                <a:gd name="connsiteY3" fmla="*/ 0 h 2830615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5119"/>
                <a:gd name="connsiteX1" fmla="*/ 1968500 w 2328984"/>
                <a:gd name="connsiteY1" fmla="*/ 2813050 h 2825119"/>
                <a:gd name="connsiteX2" fmla="*/ 1974850 w 2328984"/>
                <a:gd name="connsiteY2" fmla="*/ 1733550 h 2825119"/>
                <a:gd name="connsiteX3" fmla="*/ 0 w 2328984"/>
                <a:gd name="connsiteY3" fmla="*/ 0 h 2825119"/>
                <a:gd name="connsiteX0" fmla="*/ 2328984 w 2328984"/>
                <a:gd name="connsiteY0" fmla="*/ 2824284 h 3129746"/>
                <a:gd name="connsiteX1" fmla="*/ 1968500 w 2328984"/>
                <a:gd name="connsiteY1" fmla="*/ 2813050 h 3129746"/>
                <a:gd name="connsiteX2" fmla="*/ 1974850 w 2328984"/>
                <a:gd name="connsiteY2" fmla="*/ 1733550 h 3129746"/>
                <a:gd name="connsiteX3" fmla="*/ 0 w 2328984"/>
                <a:gd name="connsiteY3" fmla="*/ 0 h 3129746"/>
                <a:gd name="connsiteX0" fmla="*/ 2328984 w 2328984"/>
                <a:gd name="connsiteY0" fmla="*/ 2824284 h 3258925"/>
                <a:gd name="connsiteX1" fmla="*/ 1968500 w 2328984"/>
                <a:gd name="connsiteY1" fmla="*/ 2813050 h 3258925"/>
                <a:gd name="connsiteX2" fmla="*/ 1974850 w 2328984"/>
                <a:gd name="connsiteY2" fmla="*/ 1733550 h 3258925"/>
                <a:gd name="connsiteX3" fmla="*/ 0 w 2328984"/>
                <a:gd name="connsiteY3" fmla="*/ 0 h 3258925"/>
                <a:gd name="connsiteX0" fmla="*/ 2328984 w 2328984"/>
                <a:gd name="connsiteY0" fmla="*/ 2824284 h 2856935"/>
                <a:gd name="connsiteX1" fmla="*/ 1968500 w 2328984"/>
                <a:gd name="connsiteY1" fmla="*/ 2813050 h 2856935"/>
                <a:gd name="connsiteX2" fmla="*/ 1974850 w 2328984"/>
                <a:gd name="connsiteY2" fmla="*/ 1733550 h 2856935"/>
                <a:gd name="connsiteX3" fmla="*/ 0 w 2328984"/>
                <a:gd name="connsiteY3" fmla="*/ 0 h 2856935"/>
                <a:gd name="connsiteX0" fmla="*/ 2328984 w 2331488"/>
                <a:gd name="connsiteY0" fmla="*/ 2824284 h 3113169"/>
                <a:gd name="connsiteX1" fmla="*/ 1968500 w 2331488"/>
                <a:gd name="connsiteY1" fmla="*/ 2813050 h 3113169"/>
                <a:gd name="connsiteX2" fmla="*/ 1974850 w 2331488"/>
                <a:gd name="connsiteY2" fmla="*/ 1733550 h 3113169"/>
                <a:gd name="connsiteX3" fmla="*/ 0 w 2331488"/>
                <a:gd name="connsiteY3" fmla="*/ 0 h 3113169"/>
                <a:gd name="connsiteX0" fmla="*/ 2328984 w 2330716"/>
                <a:gd name="connsiteY0" fmla="*/ 2824284 h 3049414"/>
                <a:gd name="connsiteX1" fmla="*/ 1700335 w 2330716"/>
                <a:gd name="connsiteY1" fmla="*/ 2531696 h 3049414"/>
                <a:gd name="connsiteX2" fmla="*/ 1974850 w 2330716"/>
                <a:gd name="connsiteY2" fmla="*/ 1733550 h 3049414"/>
                <a:gd name="connsiteX3" fmla="*/ 0 w 2330716"/>
                <a:gd name="connsiteY3" fmla="*/ 0 h 3049414"/>
                <a:gd name="connsiteX0" fmla="*/ 2328984 w 2331175"/>
                <a:gd name="connsiteY0" fmla="*/ 2824284 h 3066634"/>
                <a:gd name="connsiteX1" fmla="*/ 1700335 w 2331175"/>
                <a:gd name="connsiteY1" fmla="*/ 2531696 h 3066634"/>
                <a:gd name="connsiteX2" fmla="*/ 1974850 w 2331175"/>
                <a:gd name="connsiteY2" fmla="*/ 1733550 h 3066634"/>
                <a:gd name="connsiteX3" fmla="*/ 0 w 2331175"/>
                <a:gd name="connsiteY3" fmla="*/ 0 h 3066634"/>
                <a:gd name="connsiteX0" fmla="*/ 2328984 w 2332424"/>
                <a:gd name="connsiteY0" fmla="*/ 2824284 h 3145437"/>
                <a:gd name="connsiteX1" fmla="*/ 1950916 w 2332424"/>
                <a:gd name="connsiteY1" fmla="*/ 2830634 h 3145437"/>
                <a:gd name="connsiteX2" fmla="*/ 1974850 w 2332424"/>
                <a:gd name="connsiteY2" fmla="*/ 1733550 h 3145437"/>
                <a:gd name="connsiteX3" fmla="*/ 0 w 2332424"/>
                <a:gd name="connsiteY3" fmla="*/ 0 h 3145437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28984"/>
                <a:gd name="connsiteY0" fmla="*/ 2824284 h 2825799"/>
                <a:gd name="connsiteX1" fmla="*/ 1955312 w 2328984"/>
                <a:gd name="connsiteY1" fmla="*/ 2817446 h 2825799"/>
                <a:gd name="connsiteX2" fmla="*/ 1952869 w 2328984"/>
                <a:gd name="connsiteY2" fmla="*/ 1737946 h 2825799"/>
                <a:gd name="connsiteX3" fmla="*/ 0 w 2328984"/>
                <a:gd name="connsiteY3" fmla="*/ 0 h 2825799"/>
                <a:gd name="connsiteX0" fmla="*/ 2328984 w 2328984"/>
                <a:gd name="connsiteY0" fmla="*/ 2824284 h 2824284"/>
                <a:gd name="connsiteX1" fmla="*/ 1955312 w 2328984"/>
                <a:gd name="connsiteY1" fmla="*/ 2817446 h 2824284"/>
                <a:gd name="connsiteX2" fmla="*/ 1952869 w 2328984"/>
                <a:gd name="connsiteY2" fmla="*/ 1737946 h 2824284"/>
                <a:gd name="connsiteX3" fmla="*/ 0 w 2328984"/>
                <a:gd name="connsiteY3" fmla="*/ 0 h 2824284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0 w 2320192"/>
                <a:gd name="connsiteY2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3647342 w 3647342"/>
                <a:gd name="connsiteY0" fmla="*/ 3073888 h 3073888"/>
                <a:gd name="connsiteX1" fmla="*/ 0 w 3647342"/>
                <a:gd name="connsiteY1" fmla="*/ 0 h 3073888"/>
                <a:gd name="connsiteX0" fmla="*/ 256471 w 1264588"/>
                <a:gd name="connsiteY0" fmla="*/ 2210288 h 2210288"/>
                <a:gd name="connsiteX1" fmla="*/ 1123979 w 1264588"/>
                <a:gd name="connsiteY1" fmla="*/ 0 h 2210288"/>
                <a:gd name="connsiteX0" fmla="*/ 374863 w 1242371"/>
                <a:gd name="connsiteY0" fmla="*/ 2210288 h 2210288"/>
                <a:gd name="connsiteX1" fmla="*/ 1242371 w 1242371"/>
                <a:gd name="connsiteY1" fmla="*/ 0 h 2210288"/>
                <a:gd name="connsiteX0" fmla="*/ 339658 w 1454816"/>
                <a:gd name="connsiteY0" fmla="*/ 2146788 h 2146788"/>
                <a:gd name="connsiteX1" fmla="*/ 1454816 w 1454816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1965 w 850423"/>
                <a:gd name="connsiteY0" fmla="*/ 2146788 h 2146788"/>
                <a:gd name="connsiteX1" fmla="*/ 850423 w 850423"/>
                <a:gd name="connsiteY1" fmla="*/ 0 h 2146788"/>
                <a:gd name="connsiteX0" fmla="*/ 1777 w 888335"/>
                <a:gd name="connsiteY0" fmla="*/ 2140438 h 2140438"/>
                <a:gd name="connsiteX1" fmla="*/ 888335 w 888335"/>
                <a:gd name="connsiteY1" fmla="*/ 0 h 2140438"/>
                <a:gd name="connsiteX0" fmla="*/ 275 w 886833"/>
                <a:gd name="connsiteY0" fmla="*/ 2140438 h 2140438"/>
                <a:gd name="connsiteX1" fmla="*/ 886833 w 886833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886558"/>
                <a:gd name="connsiteY0" fmla="*/ 2108688 h 2108688"/>
                <a:gd name="connsiteX1" fmla="*/ 886558 w 886558"/>
                <a:gd name="connsiteY1" fmla="*/ 0 h 2108688"/>
                <a:gd name="connsiteX0" fmla="*/ 0 w 886558"/>
                <a:gd name="connsiteY0" fmla="*/ 2108688 h 2108688"/>
                <a:gd name="connsiteX1" fmla="*/ 886558 w 886558"/>
                <a:gd name="connsiteY1" fmla="*/ 0 h 2108688"/>
                <a:gd name="connsiteX0" fmla="*/ 115 w 886673"/>
                <a:gd name="connsiteY0" fmla="*/ 2108688 h 2108688"/>
                <a:gd name="connsiteX1" fmla="*/ 886673 w 886673"/>
                <a:gd name="connsiteY1" fmla="*/ 0 h 2108688"/>
                <a:gd name="connsiteX0" fmla="*/ 117 w 886675"/>
                <a:gd name="connsiteY0" fmla="*/ 2108688 h 2108688"/>
                <a:gd name="connsiteX1" fmla="*/ 886675 w 886675"/>
                <a:gd name="connsiteY1" fmla="*/ 0 h 2108688"/>
                <a:gd name="connsiteX0" fmla="*/ 188597 w 188597"/>
                <a:gd name="connsiteY0" fmla="*/ 1375957 h 1375957"/>
                <a:gd name="connsiteX1" fmla="*/ 15420 w 188597"/>
                <a:gd name="connsiteY1" fmla="*/ 0 h 1375957"/>
                <a:gd name="connsiteX0" fmla="*/ 179891 w 301071"/>
                <a:gd name="connsiteY0" fmla="*/ 1375957 h 1585789"/>
                <a:gd name="connsiteX1" fmla="*/ 6714 w 301071"/>
                <a:gd name="connsiteY1" fmla="*/ 0 h 1585789"/>
                <a:gd name="connsiteX0" fmla="*/ 0 w 1219617"/>
                <a:gd name="connsiteY0" fmla="*/ 1067120 h 1383642"/>
                <a:gd name="connsiteX1" fmla="*/ 1219617 w 1219617"/>
                <a:gd name="connsiteY1" fmla="*/ 0 h 1383642"/>
                <a:gd name="connsiteX0" fmla="*/ 0 w 1219617"/>
                <a:gd name="connsiteY0" fmla="*/ 1067120 h 1144709"/>
                <a:gd name="connsiteX1" fmla="*/ 1219617 w 1219617"/>
                <a:gd name="connsiteY1" fmla="*/ 0 h 1144709"/>
                <a:gd name="connsiteX0" fmla="*/ 0 w 1219617"/>
                <a:gd name="connsiteY0" fmla="*/ 1067120 h 1106481"/>
                <a:gd name="connsiteX1" fmla="*/ 1219617 w 1219617"/>
                <a:gd name="connsiteY1" fmla="*/ 0 h 1106481"/>
                <a:gd name="connsiteX0" fmla="*/ 0 w 1219617"/>
                <a:gd name="connsiteY0" fmla="*/ 1067120 h 1067360"/>
                <a:gd name="connsiteX1" fmla="*/ 1219617 w 1219617"/>
                <a:gd name="connsiteY1" fmla="*/ 0 h 1067360"/>
                <a:gd name="connsiteX0" fmla="*/ 0 w 1219617"/>
                <a:gd name="connsiteY0" fmla="*/ 1067120 h 1067215"/>
                <a:gd name="connsiteX1" fmla="*/ 1219617 w 1219617"/>
                <a:gd name="connsiteY1" fmla="*/ 0 h 1067215"/>
                <a:gd name="connsiteX0" fmla="*/ 0 w 1219617"/>
                <a:gd name="connsiteY0" fmla="*/ 1008849 h 1008950"/>
                <a:gd name="connsiteX1" fmla="*/ 1219617 w 1219617"/>
                <a:gd name="connsiteY1" fmla="*/ 0 h 1008950"/>
                <a:gd name="connsiteX0" fmla="*/ 0 w 1219617"/>
                <a:gd name="connsiteY0" fmla="*/ 1008849 h 1008941"/>
                <a:gd name="connsiteX1" fmla="*/ 1219617 w 1219617"/>
                <a:gd name="connsiteY1" fmla="*/ 0 h 1008941"/>
                <a:gd name="connsiteX0" fmla="*/ 0 w 3104310"/>
                <a:gd name="connsiteY0" fmla="*/ 329015 h 329300"/>
                <a:gd name="connsiteX1" fmla="*/ 3104310 w 3104310"/>
                <a:gd name="connsiteY1" fmla="*/ 0 h 329300"/>
                <a:gd name="connsiteX0" fmla="*/ 0 w 3104310"/>
                <a:gd name="connsiteY0" fmla="*/ 330476 h 330724"/>
                <a:gd name="connsiteX1" fmla="*/ 3104310 w 3104310"/>
                <a:gd name="connsiteY1" fmla="*/ 1461 h 330724"/>
                <a:gd name="connsiteX0" fmla="*/ 0 w 3104310"/>
                <a:gd name="connsiteY0" fmla="*/ 330552 h 330553"/>
                <a:gd name="connsiteX1" fmla="*/ 3104310 w 3104310"/>
                <a:gd name="connsiteY1" fmla="*/ 1537 h 330553"/>
                <a:gd name="connsiteX0" fmla="*/ 0 w 3104310"/>
                <a:gd name="connsiteY0" fmla="*/ 330514 h 330518"/>
                <a:gd name="connsiteX1" fmla="*/ 3104310 w 3104310"/>
                <a:gd name="connsiteY1" fmla="*/ 1499 h 330518"/>
                <a:gd name="connsiteX0" fmla="*/ 0 w 3097047"/>
                <a:gd name="connsiteY0" fmla="*/ 747339 h 747341"/>
                <a:gd name="connsiteX1" fmla="*/ 3097047 w 3097047"/>
                <a:gd name="connsiteY1" fmla="*/ 711 h 747341"/>
                <a:gd name="connsiteX0" fmla="*/ 0 w 3097047"/>
                <a:gd name="connsiteY0" fmla="*/ 746628 h 746630"/>
                <a:gd name="connsiteX1" fmla="*/ 3097047 w 3097047"/>
                <a:gd name="connsiteY1" fmla="*/ 0 h 746630"/>
                <a:gd name="connsiteX0" fmla="*/ 0 w 3097047"/>
                <a:gd name="connsiteY0" fmla="*/ 746628 h 746630"/>
                <a:gd name="connsiteX1" fmla="*/ 3097047 w 3097047"/>
                <a:gd name="connsiteY1" fmla="*/ 0 h 746630"/>
                <a:gd name="connsiteX0" fmla="*/ 0 w 3097047"/>
                <a:gd name="connsiteY0" fmla="*/ 746628 h 746628"/>
                <a:gd name="connsiteX1" fmla="*/ 3097047 w 3097047"/>
                <a:gd name="connsiteY1" fmla="*/ 0 h 746628"/>
                <a:gd name="connsiteX0" fmla="*/ 0 w 3097047"/>
                <a:gd name="connsiteY0" fmla="*/ 746938 h 746938"/>
                <a:gd name="connsiteX1" fmla="*/ 3097047 w 3097047"/>
                <a:gd name="connsiteY1" fmla="*/ 310 h 746938"/>
                <a:gd name="connsiteX0" fmla="*/ 0 w 3097047"/>
                <a:gd name="connsiteY0" fmla="*/ 746930 h 746932"/>
                <a:gd name="connsiteX1" fmla="*/ 3097047 w 3097047"/>
                <a:gd name="connsiteY1" fmla="*/ 302 h 746932"/>
                <a:gd name="connsiteX0" fmla="*/ 0 w 3100678"/>
                <a:gd name="connsiteY0" fmla="*/ 0 h 787857"/>
                <a:gd name="connsiteX1" fmla="*/ 3100678 w 3100678"/>
                <a:gd name="connsiteY1" fmla="*/ 787857 h 787857"/>
                <a:gd name="connsiteX0" fmla="*/ 0 w 3100678"/>
                <a:gd name="connsiteY0" fmla="*/ 0 h 787857"/>
                <a:gd name="connsiteX1" fmla="*/ 3100678 w 3100678"/>
                <a:gd name="connsiteY1" fmla="*/ 787857 h 787857"/>
                <a:gd name="connsiteX0" fmla="*/ 0 w 3100678"/>
                <a:gd name="connsiteY0" fmla="*/ 64 h 787921"/>
                <a:gd name="connsiteX1" fmla="*/ 3100678 w 3100678"/>
                <a:gd name="connsiteY1" fmla="*/ 787921 h 787921"/>
                <a:gd name="connsiteX0" fmla="*/ 0 w 3100678"/>
                <a:gd name="connsiteY0" fmla="*/ 64 h 787923"/>
                <a:gd name="connsiteX1" fmla="*/ 3100678 w 3100678"/>
                <a:gd name="connsiteY1" fmla="*/ 787921 h 787923"/>
                <a:gd name="connsiteX0" fmla="*/ 0 w 3328991"/>
                <a:gd name="connsiteY0" fmla="*/ 64 h 845795"/>
                <a:gd name="connsiteX1" fmla="*/ 3100678 w 3328991"/>
                <a:gd name="connsiteY1" fmla="*/ 787921 h 845795"/>
                <a:gd name="connsiteX2" fmla="*/ 3095901 w 3328991"/>
                <a:gd name="connsiteY2" fmla="*/ 786225 h 845795"/>
                <a:gd name="connsiteX0" fmla="*/ 0 w 3346010"/>
                <a:gd name="connsiteY0" fmla="*/ 64 h 820441"/>
                <a:gd name="connsiteX1" fmla="*/ 3100678 w 3346010"/>
                <a:gd name="connsiteY1" fmla="*/ 787921 h 820441"/>
                <a:gd name="connsiteX2" fmla="*/ 3157635 w 3346010"/>
                <a:gd name="connsiteY2" fmla="*/ 611410 h 820441"/>
                <a:gd name="connsiteX0" fmla="*/ 96605 w 3254241"/>
                <a:gd name="connsiteY0" fmla="*/ 66 h 802690"/>
                <a:gd name="connsiteX1" fmla="*/ 2227701 w 3254241"/>
                <a:gd name="connsiteY1" fmla="*/ 768499 h 802690"/>
                <a:gd name="connsiteX2" fmla="*/ 3254240 w 3254241"/>
                <a:gd name="connsiteY2" fmla="*/ 611412 h 802690"/>
                <a:gd name="connsiteX0" fmla="*/ 0 w 3157636"/>
                <a:gd name="connsiteY0" fmla="*/ 78 h 802704"/>
                <a:gd name="connsiteX1" fmla="*/ 2131096 w 3157636"/>
                <a:gd name="connsiteY1" fmla="*/ 768511 h 802704"/>
                <a:gd name="connsiteX2" fmla="*/ 3157635 w 3157636"/>
                <a:gd name="connsiteY2" fmla="*/ 611424 h 802704"/>
                <a:gd name="connsiteX0" fmla="*/ 0 w 3088640"/>
                <a:gd name="connsiteY0" fmla="*/ 78 h 835624"/>
                <a:gd name="connsiteX1" fmla="*/ 2131096 w 3088640"/>
                <a:gd name="connsiteY1" fmla="*/ 768511 h 835624"/>
                <a:gd name="connsiteX2" fmla="*/ 3088639 w 3088640"/>
                <a:gd name="connsiteY2" fmla="*/ 795950 h 835624"/>
                <a:gd name="connsiteX0" fmla="*/ 0 w 3088639"/>
                <a:gd name="connsiteY0" fmla="*/ 106 h 795978"/>
                <a:gd name="connsiteX1" fmla="*/ 798375 w 3088639"/>
                <a:gd name="connsiteY1" fmla="*/ 603436 h 795978"/>
                <a:gd name="connsiteX2" fmla="*/ 3088639 w 3088639"/>
                <a:gd name="connsiteY2" fmla="*/ 795978 h 795978"/>
                <a:gd name="connsiteX0" fmla="*/ 0 w 3088639"/>
                <a:gd name="connsiteY0" fmla="*/ 100 h 795973"/>
                <a:gd name="connsiteX1" fmla="*/ 798375 w 3088639"/>
                <a:gd name="connsiteY1" fmla="*/ 603430 h 795973"/>
                <a:gd name="connsiteX2" fmla="*/ 3088639 w 3088639"/>
                <a:gd name="connsiteY2" fmla="*/ 795972 h 795973"/>
                <a:gd name="connsiteX0" fmla="*/ 0 w 3088639"/>
                <a:gd name="connsiteY0" fmla="*/ 86 h 795982"/>
                <a:gd name="connsiteX1" fmla="*/ 932736 w 3088639"/>
                <a:gd name="connsiteY1" fmla="*/ 690824 h 795982"/>
                <a:gd name="connsiteX2" fmla="*/ 3088639 w 3088639"/>
                <a:gd name="connsiteY2" fmla="*/ 795958 h 795982"/>
                <a:gd name="connsiteX0" fmla="*/ 0 w 3088639"/>
                <a:gd name="connsiteY0" fmla="*/ 0 h 795896"/>
                <a:gd name="connsiteX1" fmla="*/ 932736 w 3088639"/>
                <a:gd name="connsiteY1" fmla="*/ 690738 h 795896"/>
                <a:gd name="connsiteX2" fmla="*/ 3088639 w 3088639"/>
                <a:gd name="connsiteY2" fmla="*/ 795872 h 795896"/>
                <a:gd name="connsiteX0" fmla="*/ 0 w 3088639"/>
                <a:gd name="connsiteY0" fmla="*/ 296177 h 1092049"/>
                <a:gd name="connsiteX1" fmla="*/ 965418 w 3088639"/>
                <a:gd name="connsiteY1" fmla="*/ 15723 h 1092049"/>
                <a:gd name="connsiteX2" fmla="*/ 3088639 w 3088639"/>
                <a:gd name="connsiteY2" fmla="*/ 1092049 h 1092049"/>
                <a:gd name="connsiteX0" fmla="*/ 0 w 3103165"/>
                <a:gd name="connsiteY0" fmla="*/ 350434 h 1981532"/>
                <a:gd name="connsiteX1" fmla="*/ 965418 w 3103165"/>
                <a:gd name="connsiteY1" fmla="*/ 69980 h 1981532"/>
                <a:gd name="connsiteX2" fmla="*/ 3103165 w 3103165"/>
                <a:gd name="connsiteY2" fmla="*/ 1981532 h 1981532"/>
                <a:gd name="connsiteX0" fmla="*/ 0 w 3103165"/>
                <a:gd name="connsiteY0" fmla="*/ 412876 h 2043974"/>
                <a:gd name="connsiteX1" fmla="*/ 1110674 w 3103165"/>
                <a:gd name="connsiteY1" fmla="*/ 64438 h 2043974"/>
                <a:gd name="connsiteX2" fmla="*/ 3103165 w 3103165"/>
                <a:gd name="connsiteY2" fmla="*/ 2043974 h 2043974"/>
                <a:gd name="connsiteX0" fmla="*/ 0 w 3103165"/>
                <a:gd name="connsiteY0" fmla="*/ 348754 h 1979852"/>
                <a:gd name="connsiteX1" fmla="*/ 1110674 w 3103165"/>
                <a:gd name="connsiteY1" fmla="*/ 316 h 1979852"/>
                <a:gd name="connsiteX2" fmla="*/ 3103165 w 3103165"/>
                <a:gd name="connsiteY2" fmla="*/ 1979852 h 1979852"/>
                <a:gd name="connsiteX0" fmla="*/ 0 w 3103165"/>
                <a:gd name="connsiteY0" fmla="*/ 348752 h 1979850"/>
                <a:gd name="connsiteX1" fmla="*/ 1255930 w 3103165"/>
                <a:gd name="connsiteY1" fmla="*/ 315 h 1979850"/>
                <a:gd name="connsiteX2" fmla="*/ 3103165 w 3103165"/>
                <a:gd name="connsiteY2" fmla="*/ 1979850 h 1979850"/>
                <a:gd name="connsiteX0" fmla="*/ 0 w 3103165"/>
                <a:gd name="connsiteY0" fmla="*/ 348474 h 1979572"/>
                <a:gd name="connsiteX1" fmla="*/ 1255930 w 3103165"/>
                <a:gd name="connsiteY1" fmla="*/ 37 h 1979572"/>
                <a:gd name="connsiteX2" fmla="*/ 3103165 w 3103165"/>
                <a:gd name="connsiteY2" fmla="*/ 1979572 h 1979572"/>
                <a:gd name="connsiteX0" fmla="*/ 0 w 3103165"/>
                <a:gd name="connsiteY0" fmla="*/ 348474 h 1979572"/>
                <a:gd name="connsiteX1" fmla="*/ 1255930 w 3103165"/>
                <a:gd name="connsiteY1" fmla="*/ 37 h 1979572"/>
                <a:gd name="connsiteX2" fmla="*/ 3103165 w 3103165"/>
                <a:gd name="connsiteY2" fmla="*/ 1979572 h 1979572"/>
                <a:gd name="connsiteX0" fmla="*/ 0 w 3103165"/>
                <a:gd name="connsiteY0" fmla="*/ 348474 h 1979572"/>
                <a:gd name="connsiteX1" fmla="*/ 1255930 w 3103165"/>
                <a:gd name="connsiteY1" fmla="*/ 37 h 1979572"/>
                <a:gd name="connsiteX2" fmla="*/ 3103165 w 3103165"/>
                <a:gd name="connsiteY2" fmla="*/ 1979572 h 1979572"/>
                <a:gd name="connsiteX0" fmla="*/ 0 w 3238193"/>
                <a:gd name="connsiteY0" fmla="*/ 348474 h 2128301"/>
                <a:gd name="connsiteX1" fmla="*/ 1255930 w 3238193"/>
                <a:gd name="connsiteY1" fmla="*/ 37 h 2128301"/>
                <a:gd name="connsiteX2" fmla="*/ 3103165 w 3238193"/>
                <a:gd name="connsiteY2" fmla="*/ 1979572 h 2128301"/>
                <a:gd name="connsiteX3" fmla="*/ 3096832 w 3238193"/>
                <a:gd name="connsiteY3" fmla="*/ 1986817 h 2128301"/>
                <a:gd name="connsiteX0" fmla="*/ 0 w 3253578"/>
                <a:gd name="connsiteY0" fmla="*/ 348474 h 2423854"/>
                <a:gd name="connsiteX1" fmla="*/ 1255930 w 3253578"/>
                <a:gd name="connsiteY1" fmla="*/ 37 h 2423854"/>
                <a:gd name="connsiteX2" fmla="*/ 3103165 w 3253578"/>
                <a:gd name="connsiteY2" fmla="*/ 1979572 h 2423854"/>
                <a:gd name="connsiteX3" fmla="*/ 3151303 w 3253578"/>
                <a:gd name="connsiteY3" fmla="*/ 2423854 h 2423854"/>
                <a:gd name="connsiteX0" fmla="*/ 0 w 3253578"/>
                <a:gd name="connsiteY0" fmla="*/ 348480 h 2423860"/>
                <a:gd name="connsiteX1" fmla="*/ 1255930 w 3253578"/>
                <a:gd name="connsiteY1" fmla="*/ 43 h 2423860"/>
                <a:gd name="connsiteX2" fmla="*/ 3103165 w 3253578"/>
                <a:gd name="connsiteY2" fmla="*/ 1979578 h 2423860"/>
                <a:gd name="connsiteX3" fmla="*/ 3151303 w 3253578"/>
                <a:gd name="connsiteY3" fmla="*/ 2423860 h 2423860"/>
                <a:gd name="connsiteX0" fmla="*/ 0 w 3103165"/>
                <a:gd name="connsiteY0" fmla="*/ 348480 h 1979578"/>
                <a:gd name="connsiteX1" fmla="*/ 1255930 w 3103165"/>
                <a:gd name="connsiteY1" fmla="*/ 43 h 1979578"/>
                <a:gd name="connsiteX2" fmla="*/ 3103165 w 3103165"/>
                <a:gd name="connsiteY2" fmla="*/ 1979578 h 1979578"/>
                <a:gd name="connsiteX0" fmla="*/ 0 w 3103165"/>
                <a:gd name="connsiteY0" fmla="*/ 348534 h 1979632"/>
                <a:gd name="connsiteX1" fmla="*/ 1255930 w 3103165"/>
                <a:gd name="connsiteY1" fmla="*/ 97 h 1979632"/>
                <a:gd name="connsiteX2" fmla="*/ 3103165 w 3103165"/>
                <a:gd name="connsiteY2" fmla="*/ 1979632 h 1979632"/>
                <a:gd name="connsiteX0" fmla="*/ 0 w 3103165"/>
                <a:gd name="connsiteY0" fmla="*/ 348534 h 1979632"/>
                <a:gd name="connsiteX1" fmla="*/ 1255930 w 3103165"/>
                <a:gd name="connsiteY1" fmla="*/ 97 h 1979632"/>
                <a:gd name="connsiteX2" fmla="*/ 3103165 w 3103165"/>
                <a:gd name="connsiteY2" fmla="*/ 1979632 h 1979632"/>
                <a:gd name="connsiteX0" fmla="*/ 0 w 3103165"/>
                <a:gd name="connsiteY0" fmla="*/ 348438 h 1979536"/>
                <a:gd name="connsiteX1" fmla="*/ 1255930 w 3103165"/>
                <a:gd name="connsiteY1" fmla="*/ 1 h 1979536"/>
                <a:gd name="connsiteX2" fmla="*/ 3103165 w 3103165"/>
                <a:gd name="connsiteY2" fmla="*/ 1979536 h 1979536"/>
                <a:gd name="connsiteX0" fmla="*/ 0 w 3103165"/>
                <a:gd name="connsiteY0" fmla="*/ 350338 h 1981436"/>
                <a:gd name="connsiteX1" fmla="*/ 1255930 w 3103165"/>
                <a:gd name="connsiteY1" fmla="*/ 1901 h 1981436"/>
                <a:gd name="connsiteX2" fmla="*/ 3103165 w 3103165"/>
                <a:gd name="connsiteY2" fmla="*/ 1981436 h 198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03165" h="1981436">
                  <a:moveTo>
                    <a:pt x="0" y="350338"/>
                  </a:moveTo>
                  <a:cubicBezTo>
                    <a:pt x="1214996" y="322641"/>
                    <a:pt x="1007286" y="118665"/>
                    <a:pt x="1255930" y="1901"/>
                  </a:cubicBezTo>
                  <a:cubicBezTo>
                    <a:pt x="1352643" y="-43516"/>
                    <a:pt x="1873974" y="727674"/>
                    <a:pt x="3103165" y="1981436"/>
                  </a:cubicBezTo>
                </a:path>
              </a:pathLst>
            </a:custGeom>
            <a:noFill/>
            <a:ln w="38100">
              <a:solidFill>
                <a:srgbClr val="E44860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grpSp>
        <p:nvGrpSpPr>
          <p:cNvPr id="74" name="问题">
            <a:extLst>
              <a:ext uri="{FF2B5EF4-FFF2-40B4-BE49-F238E27FC236}">
                <a16:creationId xmlns:a16="http://schemas.microsoft.com/office/drawing/2014/main" id="{B0AFB7D4-775A-E030-F82E-E189F188C3C3}"/>
              </a:ext>
            </a:extLst>
          </p:cNvPr>
          <p:cNvGrpSpPr/>
          <p:nvPr/>
        </p:nvGrpSpPr>
        <p:grpSpPr>
          <a:xfrm>
            <a:off x="187829" y="4156942"/>
            <a:ext cx="3603121" cy="881063"/>
            <a:chOff x="5348307" y="5538470"/>
            <a:chExt cx="3603121" cy="881063"/>
          </a:xfrm>
        </p:grpSpPr>
        <p:sp>
          <p:nvSpPr>
            <p:cNvPr id="76" name="问号">
              <a:extLst>
                <a:ext uri="{FF2B5EF4-FFF2-40B4-BE49-F238E27FC236}">
                  <a16:creationId xmlns:a16="http://schemas.microsoft.com/office/drawing/2014/main" id="{AC2A707E-8E98-2D96-A0CD-69DE81C77867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本">
                  <a:extLst>
                    <a:ext uri="{FF2B5EF4-FFF2-40B4-BE49-F238E27FC236}">
                      <a16:creationId xmlns:a16="http://schemas.microsoft.com/office/drawing/2014/main" id="{ED252BB5-0C17-38C6-51C0-4E7042DF3294}"/>
                    </a:ext>
                  </a:extLst>
                </p:cNvPr>
                <p:cNvSpPr txBox="1"/>
                <p:nvPr/>
              </p:nvSpPr>
              <p:spPr>
                <a:xfrm>
                  <a:off x="6306265" y="5726958"/>
                  <a:ext cx="264516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kumimoji="1" lang="zh-CN" altLang="en-US" sz="2800" dirty="0"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如何求</a:t>
                  </a:r>
                  <a14:m>
                    <m:oMath xmlns:m="http://schemas.openxmlformats.org/officeDocument/2006/math"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</m:oMath>
                  </a14:m>
                  <a:r>
                    <a:rPr kumimoji="1" lang="zh-CN" altLang="en-US" sz="2800" dirty="0"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和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a14:m>
                  <a:r>
                    <a:rPr kumimoji="1" lang="zh-CN" altLang="en-US" sz="2800" dirty="0"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？</a:t>
                  </a:r>
                  <a:endParaRPr kumimoji="1" lang="en-US" altLang="zh-CN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7" name="文本">
                  <a:extLst>
                    <a:ext uri="{FF2B5EF4-FFF2-40B4-BE49-F238E27FC236}">
                      <a16:creationId xmlns:a16="http://schemas.microsoft.com/office/drawing/2014/main" id="{ED252BB5-0C17-38C6-51C0-4E7042DF32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6265" y="5726958"/>
                  <a:ext cx="2645163" cy="523220"/>
                </a:xfrm>
                <a:prstGeom prst="rect">
                  <a:avLst/>
                </a:prstGeom>
                <a:blipFill>
                  <a:blip r:embed="rId22"/>
                  <a:stretch>
                    <a:fillRect l="-4785" t="-14286" r="-1914" b="-309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本">
                <a:extLst>
                  <a:ext uri="{FF2B5EF4-FFF2-40B4-BE49-F238E27FC236}">
                    <a16:creationId xmlns:a16="http://schemas.microsoft.com/office/drawing/2014/main" id="{4261C38A-CD6C-4198-490C-B1669A56885F}"/>
                  </a:ext>
                </a:extLst>
              </p:cNvPr>
              <p:cNvSpPr txBox="1"/>
              <p:nvPr/>
            </p:nvSpPr>
            <p:spPr>
              <a:xfrm>
                <a:off x="451054" y="5152824"/>
                <a:ext cx="5009586" cy="14679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eqArr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20</m:t>
                              </m:r>
                              <m:func>
                                <m:funcPr>
                                  <m:ctrlPr>
                                    <a:rPr kumimoji="1" lang="zh-CN" altLang="en-US" sz="2800" b="0" i="1" smtClean="0"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 b="0" i="0" smtClean="0"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lg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kumimoji="1" lang="en-US" altLang="zh-CN" sz="2800" b="0" i="1" smtClean="0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800" b="0" i="1" smtClean="0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𝑀</m:t>
                                      </m:r>
                                    </m:e>
                                    <m:sub>
                                      <m:r>
                                        <a:rPr kumimoji="1" lang="en-US" altLang="zh-CN" sz="2800" b="0" i="1" smtClean="0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𝑟</m:t>
                                      </m:r>
                                    </m:sub>
                                  </m:sSub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=20</m:t>
                                  </m:r>
                                  <m:func>
                                    <m:funcPr>
                                      <m:ctrlPr>
                                        <a:rPr kumimoji="1" lang="zh-CN" altLang="en-US" sz="2800" b="0" i="1" smtClean="0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zh-CN" sz="2800" b="0" i="0" smtClean="0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lg</m:t>
                                      </m:r>
                                    </m:fName>
                                    <m:e>
                                      <m:box>
                                        <m:boxPr>
                                          <m:ctrlPr>
                                            <a:rPr kumimoji="1" lang="en-US" altLang="zh-CN" sz="2800" b="0" i="1" smtClean="0">
                                              <a:latin typeface="Cambria Math" panose="02040503050406030204" pitchFamily="18" charset="0"/>
                                              <a:ea typeface="Microsoft YaHei" panose="020B0503020204020204" pitchFamily="34" charset="-122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f>
                                            <m:fPr>
                                              <m:ctrlPr>
                                                <a:rPr kumimoji="1" lang="en-US" altLang="zh-CN" sz="2800" b="0" i="1" smtClean="0">
                                                  <a:latin typeface="Cambria Math" panose="02040503050406030204" pitchFamily="18" charset="0"/>
                                                  <a:ea typeface="Microsoft YaHei" panose="020B0503020204020204" pitchFamily="34" charset="-122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kumimoji="1" lang="en-US" altLang="zh-CN" sz="2800" b="0" i="1" smtClean="0">
                                                  <a:latin typeface="Cambria Math" panose="02040503050406030204" pitchFamily="18" charset="0"/>
                                                  <a:ea typeface="Microsoft YaHei" panose="020B0503020204020204" pitchFamily="34" charset="-122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kumimoji="1" lang="en-US" altLang="zh-CN" sz="2800" b="0" i="1" smtClean="0">
                                                  <a:latin typeface="Cambria Math" panose="02040503050406030204" pitchFamily="18" charset="0"/>
                                                  <a:ea typeface="Microsoft YaHei" panose="020B0503020204020204" pitchFamily="34" charset="-122"/>
                                                </a:rPr>
                                                <m:t>2</m:t>
                                              </m:r>
                                              <m:r>
                                                <a:rPr kumimoji="1" lang="en-US" altLang="zh-CN" sz="2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𝜁</m:t>
                                              </m:r>
                                              <m:rad>
                                                <m:radPr>
                                                  <m:degHide m:val="on"/>
                                                  <m:ctrlPr>
                                                    <a:rPr kumimoji="1" lang="en-US" altLang="zh-CN" sz="2800" b="0" i="1" smtClean="0">
                                                      <a:latin typeface="Cambria Math" panose="02040503050406030204" pitchFamily="18" charset="0"/>
                                                      <a:ea typeface="Microsoft YaHei" panose="020B0503020204020204" pitchFamily="34" charset="-122"/>
                                                    </a:rPr>
                                                  </m:ctrlPr>
                                                </m:radPr>
                                                <m:deg/>
                                                <m:e>
                                                  <m:r>
                                                    <a:rPr kumimoji="1" lang="en-US" altLang="zh-CN" sz="2800" b="0" i="1" smtClean="0">
                                                      <a:latin typeface="Cambria Math" panose="02040503050406030204" pitchFamily="18" charset="0"/>
                                                      <a:ea typeface="Microsoft YaHei" panose="020B0503020204020204" pitchFamily="34" charset="-122"/>
                                                    </a:rPr>
                                                    <m:t>1−</m:t>
                                                  </m:r>
                                                  <m:sSup>
                                                    <m:sSupPr>
                                                      <m:ctrlPr>
                                                        <a:rPr kumimoji="1" lang="en-US" altLang="zh-CN" sz="28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kumimoji="1" lang="en-US" altLang="zh-CN" sz="28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𝜁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kumimoji="1" lang="en-US" altLang="zh-CN" sz="28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</m:sup>
                                                  </m:sSup>
                                                </m:e>
                                              </m:rad>
                                            </m:den>
                                          </m:f>
                                        </m:e>
                                      </m:box>
                                      <m:r>
                                        <a:rPr kumimoji="1" lang="en-US" altLang="zh-CN" sz="2800" b="0" i="1" smtClean="0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=8</m:t>
                                      </m:r>
                                      <m:r>
                                        <a:rPr kumimoji="1" lang="zh-CN" altLang="en-US" sz="2800" b="0" i="0" smtClean="0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zh-CN" sz="2800" b="0" i="0" smtClean="0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dB</m:t>
                                      </m:r>
                                    </m:e>
                                  </m:func>
                                </m:e>
                              </m:func>
                            </m:e>
                            <m:e>
                              <m:sSub>
                                <m:sSubPr>
                                  <m:ctrlP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ad>
                                <m:radPr>
                                  <m:degHide m:val="on"/>
                                  <m:ctrlP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1−</m:t>
                                  </m:r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kumimoji="1"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𝜁</m:t>
                                      </m:r>
                                    </m:e>
                                    <m:sup>
                                      <m:r>
                                        <a:rPr kumimoji="1"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=28.77</m:t>
                              </m:r>
                              <m:r>
                                <a:rPr kumimoji="1" lang="zh-CN" alt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en-US" altLang="zh-CN" sz="28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8" name="文本">
                <a:extLst>
                  <a:ext uri="{FF2B5EF4-FFF2-40B4-BE49-F238E27FC236}">
                    <a16:creationId xmlns:a16="http://schemas.microsoft.com/office/drawing/2014/main" id="{4261C38A-CD6C-4198-490C-B1669A568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054" y="5152824"/>
                <a:ext cx="5009586" cy="1467966"/>
              </a:xfrm>
              <a:prstGeom prst="rect">
                <a:avLst/>
              </a:prstGeom>
              <a:blipFill>
                <a:blip r:embed="rId23"/>
                <a:stretch>
                  <a:fillRect l="-50253" t="-212821" r="-3535" b="-3042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说明1">
            <a:extLst>
              <a:ext uri="{FF2B5EF4-FFF2-40B4-BE49-F238E27FC236}">
                <a16:creationId xmlns:a16="http://schemas.microsoft.com/office/drawing/2014/main" id="{1A204249-4CD7-A24A-72D9-03FECCCC9BF8}"/>
              </a:ext>
            </a:extLst>
          </p:cNvPr>
          <p:cNvSpPr txBox="1"/>
          <p:nvPr/>
        </p:nvSpPr>
        <p:spPr>
          <a:xfrm>
            <a:off x="3758514" y="4281882"/>
            <a:ext cx="1770285" cy="578882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chemeClr val="accent1"/>
                </a:solidFill>
              </a:rPr>
              <a:t>💡谐振峰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本">
                <a:extLst>
                  <a:ext uri="{FF2B5EF4-FFF2-40B4-BE49-F238E27FC236}">
                    <a16:creationId xmlns:a16="http://schemas.microsoft.com/office/drawing/2014/main" id="{EF1FBB04-321C-50E1-8911-2CCD4176C7C2}"/>
                  </a:ext>
                </a:extLst>
              </p:cNvPr>
              <p:cNvSpPr txBox="1"/>
              <p:nvPr/>
            </p:nvSpPr>
            <p:spPr>
              <a:xfrm>
                <a:off x="6010508" y="4321716"/>
                <a:ext cx="5009586" cy="7491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2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rad>
                        <m:radPr>
                          <m:degHide m:val="on"/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radPr>
                        <m:deg/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1−</m:t>
                          </m:r>
                          <m:sSup>
                            <m:sSup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𝜁</m:t>
                              </m:r>
                            </m:e>
                            <m:sup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box>
                            <m:box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8</m:t>
                                  </m:r>
                                </m:num>
                                <m:den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20</m:t>
                                  </m:r>
                                </m:den>
                              </m:f>
                            </m:e>
                          </m:box>
                        </m:sup>
                      </m:sSup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=−2.512</m:t>
                      </m:r>
                    </m:oMath>
                  </m:oMathPara>
                </a14:m>
                <a:endParaRPr kumimoji="1" lang="en-US" altLang="zh-CN" sz="28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0" name="文本">
                <a:extLst>
                  <a:ext uri="{FF2B5EF4-FFF2-40B4-BE49-F238E27FC236}">
                    <a16:creationId xmlns:a16="http://schemas.microsoft.com/office/drawing/2014/main" id="{EF1FBB04-321C-50E1-8911-2CCD4176C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0508" y="4321716"/>
                <a:ext cx="5009586" cy="749116"/>
              </a:xfrm>
              <a:prstGeom prst="rect">
                <a:avLst/>
              </a:prstGeom>
              <a:blipFill>
                <a:blip r:embed="rId2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本">
                <a:extLst>
                  <a:ext uri="{FF2B5EF4-FFF2-40B4-BE49-F238E27FC236}">
                    <a16:creationId xmlns:a16="http://schemas.microsoft.com/office/drawing/2014/main" id="{B9529BA7-FA20-A280-927C-F5B223934C12}"/>
                  </a:ext>
                </a:extLst>
              </p:cNvPr>
              <p:cNvSpPr txBox="1"/>
              <p:nvPr/>
            </p:nvSpPr>
            <p:spPr>
              <a:xfrm>
                <a:off x="5528677" y="4998747"/>
                <a:ext cx="50095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</m:e>
                        <m:sup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</m:e>
                        <m:sup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−1.5774=0</m:t>
                      </m:r>
                    </m:oMath>
                  </m:oMathPara>
                </a14:m>
                <a:endParaRPr kumimoji="1" lang="en-US" altLang="zh-CN" sz="28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1" name="文本">
                <a:extLst>
                  <a:ext uri="{FF2B5EF4-FFF2-40B4-BE49-F238E27FC236}">
                    <a16:creationId xmlns:a16="http://schemas.microsoft.com/office/drawing/2014/main" id="{B9529BA7-FA20-A280-927C-F5B223934C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8677" y="4998747"/>
                <a:ext cx="5009586" cy="523220"/>
              </a:xfrm>
              <a:prstGeom prst="rect">
                <a:avLst/>
              </a:prstGeom>
              <a:blipFill>
                <a:blip r:embed="rId25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F691F52C-7416-972E-F4F0-0F8E39F28B68}"/>
                  </a:ext>
                </a:extLst>
              </p:cNvPr>
              <p:cNvSpPr txBox="1"/>
              <p:nvPr/>
            </p:nvSpPr>
            <p:spPr>
              <a:xfrm>
                <a:off x="6047065" y="5486420"/>
                <a:ext cx="410445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=0.979,</m:t>
                      </m:r>
                      <m:sSub>
                        <m:sSub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=0.203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F691F52C-7416-972E-F4F0-0F8E39F28B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7065" y="5486420"/>
                <a:ext cx="4104456" cy="523220"/>
              </a:xfrm>
              <a:prstGeom prst="rect">
                <a:avLst/>
              </a:prstGeom>
              <a:blipFill>
                <a:blip r:embed="rId2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2F9FCA43-E229-D289-5D02-FD9B5F677DE7}"/>
                  </a:ext>
                </a:extLst>
              </p:cNvPr>
              <p:cNvSpPr txBox="1"/>
              <p:nvPr/>
            </p:nvSpPr>
            <p:spPr>
              <a:xfrm>
                <a:off x="6107331" y="5974092"/>
                <a:ext cx="3947894" cy="7608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radPr>
                          <m:deg/>
                          <m:e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1−</m:t>
                            </m:r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𝜁</m:t>
                                </m:r>
                              </m:e>
                              <m:sup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=30</m:t>
                    </m:r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2F9FCA43-E229-D289-5D02-FD9B5F677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7331" y="5974092"/>
                <a:ext cx="3947894" cy="760849"/>
              </a:xfrm>
              <a:prstGeom prst="rect">
                <a:avLst/>
              </a:prstGeom>
              <a:blipFill>
                <a:blip r:embed="rId2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3535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00"/>
                            </p:stCondLst>
                            <p:childTnLst>
                              <p:par>
                                <p:cTn id="1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" grpId="0"/>
      <p:bldP spid="105" grpId="0"/>
      <p:bldP spid="174" grpId="0" animBg="1"/>
      <p:bldP spid="163" grpId="0"/>
      <p:bldP spid="78" grpId="0"/>
      <p:bldP spid="79" grpId="0" animBg="1"/>
      <p:bldP spid="80" grpId="0"/>
      <p:bldP spid="81" grpId="0"/>
      <p:bldP spid="82" grpId="0"/>
      <p:bldP spid="8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开环传函形式">
                <a:extLst>
                  <a:ext uri="{FF2B5EF4-FFF2-40B4-BE49-F238E27FC236}">
                    <a16:creationId xmlns:a16="http://schemas.microsoft.com/office/drawing/2014/main" id="{E07D5CCF-FAAE-0255-A9CC-354E17A1BC14}"/>
                  </a:ext>
                </a:extLst>
              </p:cNvPr>
              <p:cNvSpPr txBox="1"/>
              <p:nvPr/>
            </p:nvSpPr>
            <p:spPr>
              <a:xfrm>
                <a:off x="2472616" y="912364"/>
                <a:ext cx="2937164" cy="10273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𝐺</m:t>
                    </m:r>
                    <m:d>
                      <m:d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</m:e>
                    </m:d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𝐾</m:t>
                        </m:r>
                      </m:num>
                      <m:den>
                        <m:box>
                          <m:box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zh-CN" sz="2800" i="1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bSup>
                                  <m:sSubSupPr>
                                    <m:ctrlP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den>
                            </m:f>
                          </m:e>
                        </m:box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2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𝜁</m:t>
                        </m:r>
                        <m:f>
                          <m:f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𝑠</m:t>
                            </m:r>
                          </m:num>
                          <m:den>
                            <m:sSub>
                              <m:sSubPr>
                                <m:ctrlP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149" name="开环传函形式">
                <a:extLst>
                  <a:ext uri="{FF2B5EF4-FFF2-40B4-BE49-F238E27FC236}">
                    <a16:creationId xmlns:a16="http://schemas.microsoft.com/office/drawing/2014/main" id="{E07D5CCF-FAAE-0255-A9CC-354E17A1B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2616" y="912364"/>
                <a:ext cx="2937164" cy="1027397"/>
              </a:xfrm>
              <a:prstGeom prst="rect">
                <a:avLst/>
              </a:prstGeom>
              <a:blipFill>
                <a:blip r:embed="rId3"/>
                <a:stretch>
                  <a:fillRect l="-8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2" name="相频响应">
            <a:extLst>
              <a:ext uri="{FF2B5EF4-FFF2-40B4-BE49-F238E27FC236}">
                <a16:creationId xmlns:a16="http://schemas.microsoft.com/office/drawing/2014/main" id="{393EE1AE-5B1D-FD29-40AA-8CD3F7D0672E}"/>
              </a:ext>
            </a:extLst>
          </p:cNvPr>
          <p:cNvSpPr/>
          <p:nvPr/>
        </p:nvSpPr>
        <p:spPr>
          <a:xfrm>
            <a:off x="5851285" y="3010232"/>
            <a:ext cx="5400917" cy="1041069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8639"/>
              <a:gd name="connsiteY0" fmla="*/ 0 h 1592249"/>
              <a:gd name="connsiteX1" fmla="*/ 932736 w 3088639"/>
              <a:gd name="connsiteY1" fmla="*/ 690738 h 1592249"/>
              <a:gd name="connsiteX2" fmla="*/ 3088639 w 3088639"/>
              <a:gd name="connsiteY2" fmla="*/ 1592249 h 1592249"/>
              <a:gd name="connsiteX0" fmla="*/ 0 w 3088639"/>
              <a:gd name="connsiteY0" fmla="*/ 0 h 1592249"/>
              <a:gd name="connsiteX1" fmla="*/ 1281350 w 3088639"/>
              <a:gd name="connsiteY1" fmla="*/ 826705 h 1592249"/>
              <a:gd name="connsiteX2" fmla="*/ 3088639 w 3088639"/>
              <a:gd name="connsiteY2" fmla="*/ 1592249 h 1592249"/>
              <a:gd name="connsiteX0" fmla="*/ 0 w 3088639"/>
              <a:gd name="connsiteY0" fmla="*/ 0 h 1592249"/>
              <a:gd name="connsiteX1" fmla="*/ 1281350 w 3088639"/>
              <a:gd name="connsiteY1" fmla="*/ 826705 h 1592249"/>
              <a:gd name="connsiteX2" fmla="*/ 3088639 w 3088639"/>
              <a:gd name="connsiteY2" fmla="*/ 1592249 h 1592249"/>
              <a:gd name="connsiteX0" fmla="*/ 0 w 3220445"/>
              <a:gd name="connsiteY0" fmla="*/ 0 h 1643676"/>
              <a:gd name="connsiteX1" fmla="*/ 1281350 w 3220445"/>
              <a:gd name="connsiteY1" fmla="*/ 826705 h 1643676"/>
              <a:gd name="connsiteX2" fmla="*/ 3088639 w 3220445"/>
              <a:gd name="connsiteY2" fmla="*/ 1592249 h 1643676"/>
              <a:gd name="connsiteX3" fmla="*/ 3081376 w 3220445"/>
              <a:gd name="connsiteY3" fmla="*/ 1572824 h 1643676"/>
              <a:gd name="connsiteX0" fmla="*/ 0 w 3224228"/>
              <a:gd name="connsiteY0" fmla="*/ 0 h 1883675"/>
              <a:gd name="connsiteX1" fmla="*/ 1281350 w 3224228"/>
              <a:gd name="connsiteY1" fmla="*/ 826705 h 1883675"/>
              <a:gd name="connsiteX2" fmla="*/ 3088639 w 3224228"/>
              <a:gd name="connsiteY2" fmla="*/ 1592249 h 1883675"/>
              <a:gd name="connsiteX3" fmla="*/ 3095902 w 3224228"/>
              <a:gd name="connsiteY3" fmla="*/ 1883605 h 1883675"/>
              <a:gd name="connsiteX0" fmla="*/ 0 w 3224228"/>
              <a:gd name="connsiteY0" fmla="*/ 0 h 1883675"/>
              <a:gd name="connsiteX1" fmla="*/ 1281350 w 3224228"/>
              <a:gd name="connsiteY1" fmla="*/ 826705 h 1883675"/>
              <a:gd name="connsiteX2" fmla="*/ 3088639 w 3224228"/>
              <a:gd name="connsiteY2" fmla="*/ 1592249 h 1883675"/>
              <a:gd name="connsiteX3" fmla="*/ 3095902 w 3224228"/>
              <a:gd name="connsiteY3" fmla="*/ 1883605 h 1883675"/>
              <a:gd name="connsiteX0" fmla="*/ 0 w 3088639"/>
              <a:gd name="connsiteY0" fmla="*/ 0 h 1592249"/>
              <a:gd name="connsiteX1" fmla="*/ 1281350 w 3088639"/>
              <a:gd name="connsiteY1" fmla="*/ 826705 h 1592249"/>
              <a:gd name="connsiteX2" fmla="*/ 3088639 w 3088639"/>
              <a:gd name="connsiteY2" fmla="*/ 1592249 h 1592249"/>
              <a:gd name="connsiteX0" fmla="*/ 0 w 3088639"/>
              <a:gd name="connsiteY0" fmla="*/ 0 h 1592249"/>
              <a:gd name="connsiteX1" fmla="*/ 1281350 w 3088639"/>
              <a:gd name="connsiteY1" fmla="*/ 826705 h 1592249"/>
              <a:gd name="connsiteX2" fmla="*/ 3088639 w 3088639"/>
              <a:gd name="connsiteY2" fmla="*/ 1592249 h 1592249"/>
              <a:gd name="connsiteX0" fmla="*/ 0 w 3088639"/>
              <a:gd name="connsiteY0" fmla="*/ 0 h 1592249"/>
              <a:gd name="connsiteX1" fmla="*/ 1281350 w 3088639"/>
              <a:gd name="connsiteY1" fmla="*/ 826705 h 1592249"/>
              <a:gd name="connsiteX2" fmla="*/ 3088639 w 3088639"/>
              <a:gd name="connsiteY2" fmla="*/ 1592249 h 1592249"/>
              <a:gd name="connsiteX0" fmla="*/ 0 w 3088639"/>
              <a:gd name="connsiteY0" fmla="*/ 0 h 1592249"/>
              <a:gd name="connsiteX1" fmla="*/ 1281350 w 3088639"/>
              <a:gd name="connsiteY1" fmla="*/ 826705 h 1592249"/>
              <a:gd name="connsiteX2" fmla="*/ 3088639 w 3088639"/>
              <a:gd name="connsiteY2" fmla="*/ 1592249 h 1592249"/>
              <a:gd name="connsiteX0" fmla="*/ 0 w 3088639"/>
              <a:gd name="connsiteY0" fmla="*/ 0 h 1592249"/>
              <a:gd name="connsiteX1" fmla="*/ 1281350 w 3088639"/>
              <a:gd name="connsiteY1" fmla="*/ 826705 h 1592249"/>
              <a:gd name="connsiteX2" fmla="*/ 3088639 w 3088639"/>
              <a:gd name="connsiteY2" fmla="*/ 1592249 h 1592249"/>
              <a:gd name="connsiteX0" fmla="*/ 0 w 3088639"/>
              <a:gd name="connsiteY0" fmla="*/ 0 h 1592249"/>
              <a:gd name="connsiteX1" fmla="*/ 1281350 w 3088639"/>
              <a:gd name="connsiteY1" fmla="*/ 826705 h 1592249"/>
              <a:gd name="connsiteX2" fmla="*/ 3088639 w 3088639"/>
              <a:gd name="connsiteY2" fmla="*/ 1592249 h 159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88639" h="1592249">
                <a:moveTo>
                  <a:pt x="0" y="0"/>
                </a:moveTo>
                <a:cubicBezTo>
                  <a:pt x="1047952" y="79135"/>
                  <a:pt x="1086140" y="551619"/>
                  <a:pt x="1281350" y="826705"/>
                </a:cubicBezTo>
                <a:cubicBezTo>
                  <a:pt x="1476560" y="1101791"/>
                  <a:pt x="1470440" y="1584440"/>
                  <a:pt x="3088639" y="1592249"/>
                </a:cubicBezTo>
              </a:path>
            </a:pathLst>
          </a:custGeom>
          <a:noFill/>
          <a:ln w="38100">
            <a:solidFill>
              <a:srgbClr val="159F84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5" name="标题">
            <a:extLst>
              <a:ext uri="{FF2B5EF4-FFF2-40B4-BE49-F238E27FC236}">
                <a16:creationId xmlns:a16="http://schemas.microsoft.com/office/drawing/2014/main" id="{91E211A5-545E-76E4-C9D7-6C2EED3DF91D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 </a:t>
            </a:r>
            <a:r>
              <a:rPr lang="en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Bode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图确定系统传递函数</a:t>
            </a:r>
          </a:p>
        </p:txBody>
      </p:sp>
      <p:sp>
        <p:nvSpPr>
          <p:cNvPr id="174" name="小标题1">
            <a:extLst>
              <a:ext uri="{FF2B5EF4-FFF2-40B4-BE49-F238E27FC236}">
                <a16:creationId xmlns:a16="http://schemas.microsoft.com/office/drawing/2014/main" id="{7A417BE2-5503-84DF-884B-9F97026D0F38}"/>
              </a:ext>
            </a:extLst>
          </p:cNvPr>
          <p:cNvSpPr/>
          <p:nvPr/>
        </p:nvSpPr>
        <p:spPr bwMode="auto">
          <a:xfrm>
            <a:off x="303546" y="1040667"/>
            <a:ext cx="1916598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震荡环节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文本">
                <a:extLst>
                  <a:ext uri="{FF2B5EF4-FFF2-40B4-BE49-F238E27FC236}">
                    <a16:creationId xmlns:a16="http://schemas.microsoft.com/office/drawing/2014/main" id="{15D1B291-EF1F-A069-FD32-D941B9BA2F15}"/>
                  </a:ext>
                </a:extLst>
              </p:cNvPr>
              <p:cNvSpPr txBox="1"/>
              <p:nvPr/>
            </p:nvSpPr>
            <p:spPr>
              <a:xfrm>
                <a:off x="268976" y="1822193"/>
                <a:ext cx="14711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𝐾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=10</m:t>
                    </m:r>
                  </m:oMath>
                </a14:m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endParaRPr kumimoji="1" lang="en-US" altLang="zh-CN" sz="28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63" name="文本">
                <a:extLst>
                  <a:ext uri="{FF2B5EF4-FFF2-40B4-BE49-F238E27FC236}">
                    <a16:creationId xmlns:a16="http://schemas.microsoft.com/office/drawing/2014/main" id="{15D1B291-EF1F-A069-FD32-D941B9BA2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76" y="1822193"/>
                <a:ext cx="1471175" cy="523220"/>
              </a:xfrm>
              <a:prstGeom prst="rect">
                <a:avLst/>
              </a:prstGeom>
              <a:blipFill>
                <a:blip r:embed="rId4"/>
                <a:stretch>
                  <a:fillRect l="-25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4" name="问题">
            <a:extLst>
              <a:ext uri="{FF2B5EF4-FFF2-40B4-BE49-F238E27FC236}">
                <a16:creationId xmlns:a16="http://schemas.microsoft.com/office/drawing/2014/main" id="{77EF8897-B120-0BC3-9FE2-14F62DAC7D52}"/>
              </a:ext>
            </a:extLst>
          </p:cNvPr>
          <p:cNvGrpSpPr/>
          <p:nvPr/>
        </p:nvGrpSpPr>
        <p:grpSpPr>
          <a:xfrm>
            <a:off x="333256" y="4365104"/>
            <a:ext cx="2918253" cy="881063"/>
            <a:chOff x="5348307" y="5538470"/>
            <a:chExt cx="2918253" cy="881063"/>
          </a:xfrm>
        </p:grpSpPr>
        <p:sp>
          <p:nvSpPr>
            <p:cNvPr id="166" name="问号">
              <a:extLst>
                <a:ext uri="{FF2B5EF4-FFF2-40B4-BE49-F238E27FC236}">
                  <a16:creationId xmlns:a16="http://schemas.microsoft.com/office/drawing/2014/main" id="{BE77BE15-0BBD-9BFF-4574-D385F47E87F1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167" name="文本">
              <a:extLst>
                <a:ext uri="{FF2B5EF4-FFF2-40B4-BE49-F238E27FC236}">
                  <a16:creationId xmlns:a16="http://schemas.microsoft.com/office/drawing/2014/main" id="{3621E273-38A8-BC90-9049-B5F1C956DB08}"/>
                </a:ext>
              </a:extLst>
            </p:cNvPr>
            <p:cNvSpPr txBox="1"/>
            <p:nvPr/>
          </p:nvSpPr>
          <p:spPr>
            <a:xfrm>
              <a:off x="6306265" y="5726958"/>
              <a:ext cx="196029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相频特性？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E102BF00-08D4-CC9E-8F73-E7559679421D}"/>
              </a:ext>
            </a:extLst>
          </p:cNvPr>
          <p:cNvGrpSpPr/>
          <p:nvPr/>
        </p:nvGrpSpPr>
        <p:grpSpPr>
          <a:xfrm>
            <a:off x="5078506" y="1276925"/>
            <a:ext cx="6923329" cy="3022923"/>
            <a:chOff x="5078506" y="1276925"/>
            <a:chExt cx="6923329" cy="3022923"/>
          </a:xfrm>
        </p:grpSpPr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26374933-B3D1-AD0E-516F-3C915A05E6B2}"/>
                </a:ext>
              </a:extLst>
            </p:cNvPr>
            <p:cNvGrpSpPr/>
            <p:nvPr/>
          </p:nvGrpSpPr>
          <p:grpSpPr>
            <a:xfrm>
              <a:off x="5228063" y="1276925"/>
              <a:ext cx="6773772" cy="3022923"/>
              <a:chOff x="500404" y="1007428"/>
              <a:chExt cx="10827207" cy="5528779"/>
            </a:xfrm>
          </p:grpSpPr>
          <p:cxnSp>
            <p:nvCxnSpPr>
              <p:cNvPr id="42" name="辅助线">
                <a:extLst>
                  <a:ext uri="{FF2B5EF4-FFF2-40B4-BE49-F238E27FC236}">
                    <a16:creationId xmlns:a16="http://schemas.microsoft.com/office/drawing/2014/main" id="{76DCA313-8C24-CF37-A76D-70C98050093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1628800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辅助线">
                <a:extLst>
                  <a:ext uri="{FF2B5EF4-FFF2-40B4-BE49-F238E27FC236}">
                    <a16:creationId xmlns:a16="http://schemas.microsoft.com/office/drawing/2014/main" id="{0583C0CD-D7A2-B587-C60D-24115ACCAE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2132856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辅助线">
                <a:extLst>
                  <a:ext uri="{FF2B5EF4-FFF2-40B4-BE49-F238E27FC236}">
                    <a16:creationId xmlns:a16="http://schemas.microsoft.com/office/drawing/2014/main" id="{B7FD8EA0-F194-9F10-AC17-2611CBD1F4C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5565" y="2692119"/>
                <a:ext cx="3604218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辅助线">
                <a:extLst>
                  <a:ext uri="{FF2B5EF4-FFF2-40B4-BE49-F238E27FC236}">
                    <a16:creationId xmlns:a16="http://schemas.microsoft.com/office/drawing/2014/main" id="{7855075D-B48C-1241-FF8D-0EE4840DE4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3140968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辅助线">
                <a:extLst>
                  <a:ext uri="{FF2B5EF4-FFF2-40B4-BE49-F238E27FC236}">
                    <a16:creationId xmlns:a16="http://schemas.microsoft.com/office/drawing/2014/main" id="{9A691971-2F7E-E2D2-0B2F-197DE01C52A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4149080"/>
                <a:ext cx="972108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辅助线">
                <a:extLst>
                  <a:ext uri="{FF2B5EF4-FFF2-40B4-BE49-F238E27FC236}">
                    <a16:creationId xmlns:a16="http://schemas.microsoft.com/office/drawing/2014/main" id="{7F76CF55-E913-5EBB-77BC-C616BE3665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5157192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辅助线">
                <a:extLst>
                  <a:ext uri="{FF2B5EF4-FFF2-40B4-BE49-F238E27FC236}">
                    <a16:creationId xmlns:a16="http://schemas.microsoft.com/office/drawing/2014/main" id="{9A12FDEB-77C9-DFA4-C256-36F000E921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694" y="6165304"/>
                <a:ext cx="8712968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3" name="组合 52">
                <a:extLst>
                  <a:ext uri="{FF2B5EF4-FFF2-40B4-BE49-F238E27FC236}">
                    <a16:creationId xmlns:a16="http://schemas.microsoft.com/office/drawing/2014/main" id="{2049756D-7575-BF6D-3303-3A455DA6FC21}"/>
                  </a:ext>
                </a:extLst>
              </p:cNvPr>
              <p:cNvGrpSpPr/>
              <p:nvPr/>
            </p:nvGrpSpPr>
            <p:grpSpPr>
              <a:xfrm>
                <a:off x="1486694" y="1052736"/>
                <a:ext cx="8707412" cy="5112568"/>
                <a:chOff x="1486694" y="1052736"/>
                <a:chExt cx="8707412" cy="5112568"/>
              </a:xfrm>
            </p:grpSpPr>
            <p:cxnSp>
              <p:nvCxnSpPr>
                <p:cNvPr id="140" name="辅助线">
                  <a:extLst>
                    <a:ext uri="{FF2B5EF4-FFF2-40B4-BE49-F238E27FC236}">
                      <a16:creationId xmlns:a16="http://schemas.microsoft.com/office/drawing/2014/main" id="{EF04C218-81F0-5CBA-CBAB-7B37B38506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86694" y="1052736"/>
                  <a:ext cx="0" cy="5112568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prstDash val="solid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辅助线">
                  <a:extLst>
                    <a:ext uri="{FF2B5EF4-FFF2-40B4-BE49-F238E27FC236}">
                      <a16:creationId xmlns:a16="http://schemas.microsoft.com/office/drawing/2014/main" id="{62B88FBC-E429-D3E7-9744-E615F9A903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194106" y="1628800"/>
                  <a:ext cx="0" cy="4536504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prstDash val="solid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6" name="辅助线">
                <a:extLst>
                  <a:ext uri="{FF2B5EF4-FFF2-40B4-BE49-F238E27FC236}">
                    <a16:creationId xmlns:a16="http://schemas.microsoft.com/office/drawing/2014/main" id="{1D510F6D-1C5F-46FD-8CEB-96B3139894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90912" y="1603438"/>
                <a:ext cx="0" cy="4536503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辅助线">
                <a:extLst>
                  <a:ext uri="{FF2B5EF4-FFF2-40B4-BE49-F238E27FC236}">
                    <a16:creationId xmlns:a16="http://schemas.microsoft.com/office/drawing/2014/main" id="{902C1A8F-E468-C60F-9932-388BE23A21E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24280" y="2775764"/>
                <a:ext cx="0" cy="3374852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Gs">
                    <a:extLst>
                      <a:ext uri="{FF2B5EF4-FFF2-40B4-BE49-F238E27FC236}">
                        <a16:creationId xmlns:a16="http://schemas.microsoft.com/office/drawing/2014/main" id="{5CBA7A6D-E506-4AA6-F8D8-A5A577D5B0A8}"/>
                      </a:ext>
                    </a:extLst>
                  </p:cNvPr>
                  <p:cNvSpPr txBox="1"/>
                  <p:nvPr/>
                </p:nvSpPr>
                <p:spPr>
                  <a:xfrm>
                    <a:off x="1488412" y="1050911"/>
                    <a:ext cx="1549681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CN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r>
                      <a:rPr lang="en-US" altLang="zh-CN" dirty="0">
                        <a:solidFill>
                          <a:srgbClr val="E44860"/>
                        </a:solidFill>
                      </a:rPr>
                      <a:t>dB</a:t>
                    </a:r>
                    <a:endParaRPr lang="zh-CN" altLang="en-US" dirty="0">
                      <a:solidFill>
                        <a:srgbClr val="E448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2" name="Gs">
                    <a:extLst>
                      <a:ext uri="{FF2B5EF4-FFF2-40B4-BE49-F238E27FC236}">
                        <a16:creationId xmlns:a16="http://schemas.microsoft.com/office/drawing/2014/main" id="{5CBA7A6D-E506-4AA6-F8D8-A5A577D5B0A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88412" y="1050911"/>
                    <a:ext cx="1549681" cy="67549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6667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Gs">
                    <a:extLst>
                      <a:ext uri="{FF2B5EF4-FFF2-40B4-BE49-F238E27FC236}">
                        <a16:creationId xmlns:a16="http://schemas.microsoft.com/office/drawing/2014/main" id="{A27DF585-8B29-BDD0-3B00-8F317B25F3A1}"/>
                      </a:ext>
                    </a:extLst>
                  </p:cNvPr>
                  <p:cNvSpPr txBox="1"/>
                  <p:nvPr/>
                </p:nvSpPr>
                <p:spPr>
                  <a:xfrm>
                    <a:off x="10902767" y="3608279"/>
                    <a:ext cx="424844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1" name="Gs">
                    <a:extLst>
                      <a:ext uri="{FF2B5EF4-FFF2-40B4-BE49-F238E27FC236}">
                        <a16:creationId xmlns:a16="http://schemas.microsoft.com/office/drawing/2014/main" id="{A5F3EF99-3630-0BF0-DB3A-7C787EF6639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02767" y="3608279"/>
                    <a:ext cx="424844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18182" b="-625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Gs">
                    <a:extLst>
                      <a:ext uri="{FF2B5EF4-FFF2-40B4-BE49-F238E27FC236}">
                        <a16:creationId xmlns:a16="http://schemas.microsoft.com/office/drawing/2014/main" id="{C5A81B3E-2081-3064-3ADF-D02364FB985B}"/>
                      </a:ext>
                    </a:extLst>
                  </p:cNvPr>
                  <p:cNvSpPr txBox="1"/>
                  <p:nvPr/>
                </p:nvSpPr>
                <p:spPr>
                  <a:xfrm>
                    <a:off x="10047763" y="3597642"/>
                    <a:ext cx="703715" cy="36933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4" name="Gs">
                    <a:extLst>
                      <a:ext uri="{FF2B5EF4-FFF2-40B4-BE49-F238E27FC236}">
                        <a16:creationId xmlns:a16="http://schemas.microsoft.com/office/drawing/2014/main" id="{C5A81B3E-2081-3064-3ADF-D02364FB985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47763" y="3597642"/>
                    <a:ext cx="703715" cy="369331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6470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Gs">
                    <a:extLst>
                      <a:ext uri="{FF2B5EF4-FFF2-40B4-BE49-F238E27FC236}">
                        <a16:creationId xmlns:a16="http://schemas.microsoft.com/office/drawing/2014/main" id="{2138F283-191A-4B73-593F-FFB1AEB91649}"/>
                      </a:ext>
                    </a:extLst>
                  </p:cNvPr>
                  <p:cNvSpPr txBox="1"/>
                  <p:nvPr/>
                </p:nvSpPr>
                <p:spPr>
                  <a:xfrm>
                    <a:off x="774811" y="2802924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5" name="Gs">
                    <a:extLst>
                      <a:ext uri="{FF2B5EF4-FFF2-40B4-BE49-F238E27FC236}">
                        <a16:creationId xmlns:a16="http://schemas.microsoft.com/office/drawing/2014/main" id="{2138F283-191A-4B73-593F-FFB1AEB9164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4811" y="2802924"/>
                    <a:ext cx="703715" cy="67549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Gs">
                    <a:extLst>
                      <a:ext uri="{FF2B5EF4-FFF2-40B4-BE49-F238E27FC236}">
                        <a16:creationId xmlns:a16="http://schemas.microsoft.com/office/drawing/2014/main" id="{F5A62055-0726-5508-6A29-1B4110CB877F}"/>
                      </a:ext>
                    </a:extLst>
                  </p:cNvPr>
                  <p:cNvSpPr txBox="1"/>
                  <p:nvPr/>
                </p:nvSpPr>
                <p:spPr>
                  <a:xfrm>
                    <a:off x="10137536" y="2865445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6" name="Gs">
                    <a:extLst>
                      <a:ext uri="{FF2B5EF4-FFF2-40B4-BE49-F238E27FC236}">
                        <a16:creationId xmlns:a16="http://schemas.microsoft.com/office/drawing/2014/main" id="{F5A62055-0726-5508-6A29-1B4110CB877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37536" y="2865445"/>
                    <a:ext cx="703715" cy="67549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1388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Gs">
                    <a:extLst>
                      <a:ext uri="{FF2B5EF4-FFF2-40B4-BE49-F238E27FC236}">
                        <a16:creationId xmlns:a16="http://schemas.microsoft.com/office/drawing/2014/main" id="{40877671-2168-E1C4-6350-A48F0B2A4DD9}"/>
                      </a:ext>
                    </a:extLst>
                  </p:cNvPr>
                  <p:cNvSpPr txBox="1"/>
                  <p:nvPr/>
                </p:nvSpPr>
                <p:spPr>
                  <a:xfrm>
                    <a:off x="10137536" y="1857333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8" name="Gs">
                    <a:extLst>
                      <a:ext uri="{FF2B5EF4-FFF2-40B4-BE49-F238E27FC236}">
                        <a16:creationId xmlns:a16="http://schemas.microsoft.com/office/drawing/2014/main" id="{40877671-2168-E1C4-6350-A48F0B2A4DD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37536" y="1857333"/>
                    <a:ext cx="703715" cy="67549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4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Gs">
                    <a:extLst>
                      <a:ext uri="{FF2B5EF4-FFF2-40B4-BE49-F238E27FC236}">
                        <a16:creationId xmlns:a16="http://schemas.microsoft.com/office/drawing/2014/main" id="{D48FAC4A-C294-F714-B3BE-EFE6C845C3C1}"/>
                      </a:ext>
                    </a:extLst>
                  </p:cNvPr>
                  <p:cNvSpPr txBox="1"/>
                  <p:nvPr/>
                </p:nvSpPr>
                <p:spPr>
                  <a:xfrm>
                    <a:off x="764287" y="2317839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28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9" name="Gs">
                    <a:extLst>
                      <a:ext uri="{FF2B5EF4-FFF2-40B4-BE49-F238E27FC236}">
                        <a16:creationId xmlns:a16="http://schemas.microsoft.com/office/drawing/2014/main" id="{D48FAC4A-C294-F714-B3BE-EFE6C845C3C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4287" y="2317839"/>
                    <a:ext cx="703715" cy="67549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Gs">
                    <a:extLst>
                      <a:ext uri="{FF2B5EF4-FFF2-40B4-BE49-F238E27FC236}">
                        <a16:creationId xmlns:a16="http://schemas.microsoft.com/office/drawing/2014/main" id="{826D76B0-C067-A269-96AC-E511E66B59A4}"/>
                      </a:ext>
                    </a:extLst>
                  </p:cNvPr>
                  <p:cNvSpPr txBox="1"/>
                  <p:nvPr/>
                </p:nvSpPr>
                <p:spPr>
                  <a:xfrm>
                    <a:off x="10168599" y="4871770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0" name="Gs">
                    <a:extLst>
                      <a:ext uri="{FF2B5EF4-FFF2-40B4-BE49-F238E27FC236}">
                        <a16:creationId xmlns:a16="http://schemas.microsoft.com/office/drawing/2014/main" id="{826D76B0-C067-A269-96AC-E511E66B59A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68599" y="4871770"/>
                    <a:ext cx="703715" cy="67549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r="-5428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Gs">
                    <a:extLst>
                      <a:ext uri="{FF2B5EF4-FFF2-40B4-BE49-F238E27FC236}">
                        <a16:creationId xmlns:a16="http://schemas.microsoft.com/office/drawing/2014/main" id="{734D2672-6894-1781-3ADE-6F71F6DE284B}"/>
                      </a:ext>
                    </a:extLst>
                  </p:cNvPr>
                  <p:cNvSpPr txBox="1"/>
                  <p:nvPr/>
                </p:nvSpPr>
                <p:spPr>
                  <a:xfrm>
                    <a:off x="500404" y="4864686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−20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1" name="Gs">
                    <a:extLst>
                      <a:ext uri="{FF2B5EF4-FFF2-40B4-BE49-F238E27FC236}">
                        <a16:creationId xmlns:a16="http://schemas.microsoft.com/office/drawing/2014/main" id="{734D2672-6894-1781-3ADE-6F71F6DE284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0404" y="4864686"/>
                    <a:ext cx="703715" cy="67549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r="-33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Gs">
                    <a:extLst>
                      <a:ext uri="{FF2B5EF4-FFF2-40B4-BE49-F238E27FC236}">
                        <a16:creationId xmlns:a16="http://schemas.microsoft.com/office/drawing/2014/main" id="{4A9E43F3-1C78-3282-2132-13157AB17C19}"/>
                      </a:ext>
                    </a:extLst>
                  </p:cNvPr>
                  <p:cNvSpPr txBox="1"/>
                  <p:nvPr/>
                </p:nvSpPr>
                <p:spPr>
                  <a:xfrm>
                    <a:off x="10152167" y="5860717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2" name="Gs">
                    <a:extLst>
                      <a:ext uri="{FF2B5EF4-FFF2-40B4-BE49-F238E27FC236}">
                        <a16:creationId xmlns:a16="http://schemas.microsoft.com/office/drawing/2014/main" id="{4A9E43F3-1C78-3282-2132-13157AB17C1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52167" y="5860717"/>
                    <a:ext cx="703715" cy="67549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r="-8285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5" name="Gs">
                    <a:extLst>
                      <a:ext uri="{FF2B5EF4-FFF2-40B4-BE49-F238E27FC236}">
                        <a16:creationId xmlns:a16="http://schemas.microsoft.com/office/drawing/2014/main" id="{698954FE-62FF-3BD9-07B1-A5C9DA703E9C}"/>
                      </a:ext>
                    </a:extLst>
                  </p:cNvPr>
                  <p:cNvSpPr txBox="1"/>
                  <p:nvPr/>
                </p:nvSpPr>
                <p:spPr>
                  <a:xfrm>
                    <a:off x="10168597" y="1007428"/>
                    <a:ext cx="703715" cy="67549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rgbClr val="159F8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  <m:r>
                            <a:rPr lang="en-US" altLang="zh-CN" b="0" i="1" smtClean="0">
                              <a:solidFill>
                                <a:srgbClr val="159F8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solidFill>
                                <a:srgbClr val="159F8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b="0" i="1" smtClean="0">
                              <a:solidFill>
                                <a:srgbClr val="159F8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CN" altLang="en-US" dirty="0">
                      <a:solidFill>
                        <a:srgbClr val="159F84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5" name="Gs">
                    <a:extLst>
                      <a:ext uri="{FF2B5EF4-FFF2-40B4-BE49-F238E27FC236}">
                        <a16:creationId xmlns:a16="http://schemas.microsoft.com/office/drawing/2014/main" id="{698954FE-62FF-3BD9-07B1-A5C9DA703E9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68597" y="1007428"/>
                    <a:ext cx="703715" cy="675490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2857" r="-65714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标签1">
                  <a:extLst>
                    <a:ext uri="{FF2B5EF4-FFF2-40B4-BE49-F238E27FC236}">
                      <a16:creationId xmlns:a16="http://schemas.microsoft.com/office/drawing/2014/main" id="{035529E8-F6DE-FE89-57A3-23EE34AB21EC}"/>
                    </a:ext>
                  </a:extLst>
                </p:cNvPr>
                <p:cNvSpPr txBox="1"/>
                <p:nvPr/>
              </p:nvSpPr>
              <p:spPr>
                <a:xfrm>
                  <a:off x="7572187" y="1720563"/>
                  <a:ext cx="88972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28.77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5" name="标签1">
                  <a:extLst>
                    <a:ext uri="{FF2B5EF4-FFF2-40B4-BE49-F238E27FC236}">
                      <a16:creationId xmlns:a16="http://schemas.microsoft.com/office/drawing/2014/main" id="{035529E8-F6DE-FE89-57A3-23EE34AB21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72187" y="1720563"/>
                  <a:ext cx="889721" cy="523220"/>
                </a:xfrm>
                <a:prstGeom prst="rect">
                  <a:avLst/>
                </a:prstGeom>
                <a:blipFill>
                  <a:blip r:embed="rId16"/>
                  <a:stretch>
                    <a:fillRect l="-4225" r="-2112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标签1">
                  <a:extLst>
                    <a:ext uri="{FF2B5EF4-FFF2-40B4-BE49-F238E27FC236}">
                      <a16:creationId xmlns:a16="http://schemas.microsoft.com/office/drawing/2014/main" id="{AC9A3F1F-A071-4C26-C80A-E899F25A2DB1}"/>
                    </a:ext>
                  </a:extLst>
                </p:cNvPr>
                <p:cNvSpPr txBox="1"/>
                <p:nvPr/>
              </p:nvSpPr>
              <p:spPr>
                <a:xfrm>
                  <a:off x="5536167" y="2828623"/>
                  <a:ext cx="27855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标签1">
                  <a:extLst>
                    <a:ext uri="{FF2B5EF4-FFF2-40B4-BE49-F238E27FC236}">
                      <a16:creationId xmlns:a16="http://schemas.microsoft.com/office/drawing/2014/main" id="{AC9A3F1F-A071-4C26-C80A-E899F25A2D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6167" y="2828623"/>
                  <a:ext cx="278550" cy="369332"/>
                </a:xfrm>
                <a:prstGeom prst="rect">
                  <a:avLst/>
                </a:prstGeom>
                <a:blipFill>
                  <a:blip r:embed="rId17"/>
                  <a:stretch>
                    <a:fillRect r="-869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标签1">
                  <a:extLst>
                    <a:ext uri="{FF2B5EF4-FFF2-40B4-BE49-F238E27FC236}">
                      <a16:creationId xmlns:a16="http://schemas.microsoft.com/office/drawing/2014/main" id="{D1CEF792-2C98-B863-11F1-31B99640A8E4}"/>
                    </a:ext>
                  </a:extLst>
                </p:cNvPr>
                <p:cNvSpPr txBox="1"/>
                <p:nvPr/>
              </p:nvSpPr>
              <p:spPr>
                <a:xfrm>
                  <a:off x="5404848" y="1674279"/>
                  <a:ext cx="4402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3" name="标签1">
                  <a:extLst>
                    <a:ext uri="{FF2B5EF4-FFF2-40B4-BE49-F238E27FC236}">
                      <a16:creationId xmlns:a16="http://schemas.microsoft.com/office/drawing/2014/main" id="{D1CEF792-2C98-B863-11F1-31B99640A8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4848" y="1674279"/>
                  <a:ext cx="440262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标签1">
                  <a:extLst>
                    <a:ext uri="{FF2B5EF4-FFF2-40B4-BE49-F238E27FC236}">
                      <a16:creationId xmlns:a16="http://schemas.microsoft.com/office/drawing/2014/main" id="{ACC8A7EF-6036-B9DA-0DEA-9DC49209D74A}"/>
                    </a:ext>
                  </a:extLst>
                </p:cNvPr>
                <p:cNvSpPr txBox="1"/>
                <p:nvPr/>
              </p:nvSpPr>
              <p:spPr>
                <a:xfrm>
                  <a:off x="5078506" y="3912550"/>
                  <a:ext cx="88972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−40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4" name="标签1">
                  <a:extLst>
                    <a:ext uri="{FF2B5EF4-FFF2-40B4-BE49-F238E27FC236}">
                      <a16:creationId xmlns:a16="http://schemas.microsoft.com/office/drawing/2014/main" id="{ACC8A7EF-6036-B9DA-0DEA-9DC49209D7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8506" y="3912550"/>
                  <a:ext cx="889721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标签1">
                  <a:extLst>
                    <a:ext uri="{FF2B5EF4-FFF2-40B4-BE49-F238E27FC236}">
                      <a16:creationId xmlns:a16="http://schemas.microsoft.com/office/drawing/2014/main" id="{CBFB684B-F9C7-DFFD-20B7-107C031996D4}"/>
                    </a:ext>
                  </a:extLst>
                </p:cNvPr>
                <p:cNvSpPr txBox="1"/>
                <p:nvPr/>
              </p:nvSpPr>
              <p:spPr>
                <a:xfrm>
                  <a:off x="8033470" y="2471439"/>
                  <a:ext cx="88972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5" name="标签1">
                  <a:extLst>
                    <a:ext uri="{FF2B5EF4-FFF2-40B4-BE49-F238E27FC236}">
                      <a16:creationId xmlns:a16="http://schemas.microsoft.com/office/drawing/2014/main" id="{CBFB684B-F9C7-DFFD-20B7-107C031996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33470" y="2471439"/>
                  <a:ext cx="889721" cy="52322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幅频">
              <a:extLst>
                <a:ext uri="{FF2B5EF4-FFF2-40B4-BE49-F238E27FC236}">
                  <a16:creationId xmlns:a16="http://schemas.microsoft.com/office/drawing/2014/main" id="{9953B3DA-3656-78B5-A0DE-11934894F1BC}"/>
                </a:ext>
              </a:extLst>
            </p:cNvPr>
            <p:cNvSpPr/>
            <p:nvPr/>
          </p:nvSpPr>
          <p:spPr>
            <a:xfrm>
              <a:off x="5862358" y="2204931"/>
              <a:ext cx="5426318" cy="1295532"/>
            </a:xfrm>
            <a:custGeom>
              <a:avLst/>
              <a:gdLst>
                <a:gd name="connsiteX0" fmla="*/ 2311400 w 2311400"/>
                <a:gd name="connsiteY0" fmla="*/ 2806700 h 2914873"/>
                <a:gd name="connsiteX1" fmla="*/ 1936750 w 2311400"/>
                <a:gd name="connsiteY1" fmla="*/ 2813050 h 2914873"/>
                <a:gd name="connsiteX2" fmla="*/ 1974850 w 2311400"/>
                <a:gd name="connsiteY2" fmla="*/ 1733550 h 2914873"/>
                <a:gd name="connsiteX3" fmla="*/ 0 w 2311400"/>
                <a:gd name="connsiteY3" fmla="*/ 0 h 2914873"/>
                <a:gd name="connsiteX0" fmla="*/ 2311400 w 2311400"/>
                <a:gd name="connsiteY0" fmla="*/ 2806700 h 2893131"/>
                <a:gd name="connsiteX1" fmla="*/ 1936750 w 2311400"/>
                <a:gd name="connsiteY1" fmla="*/ 2813050 h 2893131"/>
                <a:gd name="connsiteX2" fmla="*/ 1974850 w 2311400"/>
                <a:gd name="connsiteY2" fmla="*/ 1733550 h 2893131"/>
                <a:gd name="connsiteX3" fmla="*/ 0 w 2311400"/>
                <a:gd name="connsiteY3" fmla="*/ 0 h 2893131"/>
                <a:gd name="connsiteX0" fmla="*/ 2311400 w 2311400"/>
                <a:gd name="connsiteY0" fmla="*/ 2806700 h 2813083"/>
                <a:gd name="connsiteX1" fmla="*/ 1936750 w 2311400"/>
                <a:gd name="connsiteY1" fmla="*/ 2813050 h 2813083"/>
                <a:gd name="connsiteX2" fmla="*/ 1974850 w 2311400"/>
                <a:gd name="connsiteY2" fmla="*/ 1733550 h 2813083"/>
                <a:gd name="connsiteX3" fmla="*/ 0 w 2311400"/>
                <a:gd name="connsiteY3" fmla="*/ 0 h 2813083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13050"/>
                <a:gd name="connsiteX1" fmla="*/ 1936750 w 2311400"/>
                <a:gd name="connsiteY1" fmla="*/ 2813050 h 2813050"/>
                <a:gd name="connsiteX2" fmla="*/ 1974850 w 2311400"/>
                <a:gd name="connsiteY2" fmla="*/ 1733550 h 2813050"/>
                <a:gd name="connsiteX3" fmla="*/ 0 w 2311400"/>
                <a:gd name="connsiteY3" fmla="*/ 0 h 2813050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5757"/>
                <a:gd name="connsiteY0" fmla="*/ 2806700 h 2813050"/>
                <a:gd name="connsiteX1" fmla="*/ 1968500 w 2315757"/>
                <a:gd name="connsiteY1" fmla="*/ 2813050 h 2813050"/>
                <a:gd name="connsiteX2" fmla="*/ 1974850 w 2315757"/>
                <a:gd name="connsiteY2" fmla="*/ 1733550 h 2813050"/>
                <a:gd name="connsiteX3" fmla="*/ 0 w 2315757"/>
                <a:gd name="connsiteY3" fmla="*/ 0 h 2813050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9056"/>
                <a:gd name="connsiteX1" fmla="*/ 1968500 w 2311400"/>
                <a:gd name="connsiteY1" fmla="*/ 2813050 h 2819056"/>
                <a:gd name="connsiteX2" fmla="*/ 1974850 w 2311400"/>
                <a:gd name="connsiteY2" fmla="*/ 1733550 h 2819056"/>
                <a:gd name="connsiteX3" fmla="*/ 0 w 2311400"/>
                <a:gd name="connsiteY3" fmla="*/ 0 h 2819056"/>
                <a:gd name="connsiteX0" fmla="*/ 2328984 w 2328984"/>
                <a:gd name="connsiteY0" fmla="*/ 2824284 h 2830615"/>
                <a:gd name="connsiteX1" fmla="*/ 1968500 w 2328984"/>
                <a:gd name="connsiteY1" fmla="*/ 2813050 h 2830615"/>
                <a:gd name="connsiteX2" fmla="*/ 1974850 w 2328984"/>
                <a:gd name="connsiteY2" fmla="*/ 1733550 h 2830615"/>
                <a:gd name="connsiteX3" fmla="*/ 0 w 2328984"/>
                <a:gd name="connsiteY3" fmla="*/ 0 h 2830615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5119"/>
                <a:gd name="connsiteX1" fmla="*/ 1968500 w 2328984"/>
                <a:gd name="connsiteY1" fmla="*/ 2813050 h 2825119"/>
                <a:gd name="connsiteX2" fmla="*/ 1974850 w 2328984"/>
                <a:gd name="connsiteY2" fmla="*/ 1733550 h 2825119"/>
                <a:gd name="connsiteX3" fmla="*/ 0 w 2328984"/>
                <a:gd name="connsiteY3" fmla="*/ 0 h 2825119"/>
                <a:gd name="connsiteX0" fmla="*/ 2328984 w 2328984"/>
                <a:gd name="connsiteY0" fmla="*/ 2824284 h 3129746"/>
                <a:gd name="connsiteX1" fmla="*/ 1968500 w 2328984"/>
                <a:gd name="connsiteY1" fmla="*/ 2813050 h 3129746"/>
                <a:gd name="connsiteX2" fmla="*/ 1974850 w 2328984"/>
                <a:gd name="connsiteY2" fmla="*/ 1733550 h 3129746"/>
                <a:gd name="connsiteX3" fmla="*/ 0 w 2328984"/>
                <a:gd name="connsiteY3" fmla="*/ 0 h 3129746"/>
                <a:gd name="connsiteX0" fmla="*/ 2328984 w 2328984"/>
                <a:gd name="connsiteY0" fmla="*/ 2824284 h 3258925"/>
                <a:gd name="connsiteX1" fmla="*/ 1968500 w 2328984"/>
                <a:gd name="connsiteY1" fmla="*/ 2813050 h 3258925"/>
                <a:gd name="connsiteX2" fmla="*/ 1974850 w 2328984"/>
                <a:gd name="connsiteY2" fmla="*/ 1733550 h 3258925"/>
                <a:gd name="connsiteX3" fmla="*/ 0 w 2328984"/>
                <a:gd name="connsiteY3" fmla="*/ 0 h 3258925"/>
                <a:gd name="connsiteX0" fmla="*/ 2328984 w 2328984"/>
                <a:gd name="connsiteY0" fmla="*/ 2824284 h 2856935"/>
                <a:gd name="connsiteX1" fmla="*/ 1968500 w 2328984"/>
                <a:gd name="connsiteY1" fmla="*/ 2813050 h 2856935"/>
                <a:gd name="connsiteX2" fmla="*/ 1974850 w 2328984"/>
                <a:gd name="connsiteY2" fmla="*/ 1733550 h 2856935"/>
                <a:gd name="connsiteX3" fmla="*/ 0 w 2328984"/>
                <a:gd name="connsiteY3" fmla="*/ 0 h 2856935"/>
                <a:gd name="connsiteX0" fmla="*/ 2328984 w 2331488"/>
                <a:gd name="connsiteY0" fmla="*/ 2824284 h 3113169"/>
                <a:gd name="connsiteX1" fmla="*/ 1968500 w 2331488"/>
                <a:gd name="connsiteY1" fmla="*/ 2813050 h 3113169"/>
                <a:gd name="connsiteX2" fmla="*/ 1974850 w 2331488"/>
                <a:gd name="connsiteY2" fmla="*/ 1733550 h 3113169"/>
                <a:gd name="connsiteX3" fmla="*/ 0 w 2331488"/>
                <a:gd name="connsiteY3" fmla="*/ 0 h 3113169"/>
                <a:gd name="connsiteX0" fmla="*/ 2328984 w 2330716"/>
                <a:gd name="connsiteY0" fmla="*/ 2824284 h 3049414"/>
                <a:gd name="connsiteX1" fmla="*/ 1700335 w 2330716"/>
                <a:gd name="connsiteY1" fmla="*/ 2531696 h 3049414"/>
                <a:gd name="connsiteX2" fmla="*/ 1974850 w 2330716"/>
                <a:gd name="connsiteY2" fmla="*/ 1733550 h 3049414"/>
                <a:gd name="connsiteX3" fmla="*/ 0 w 2330716"/>
                <a:gd name="connsiteY3" fmla="*/ 0 h 3049414"/>
                <a:gd name="connsiteX0" fmla="*/ 2328984 w 2331175"/>
                <a:gd name="connsiteY0" fmla="*/ 2824284 h 3066634"/>
                <a:gd name="connsiteX1" fmla="*/ 1700335 w 2331175"/>
                <a:gd name="connsiteY1" fmla="*/ 2531696 h 3066634"/>
                <a:gd name="connsiteX2" fmla="*/ 1974850 w 2331175"/>
                <a:gd name="connsiteY2" fmla="*/ 1733550 h 3066634"/>
                <a:gd name="connsiteX3" fmla="*/ 0 w 2331175"/>
                <a:gd name="connsiteY3" fmla="*/ 0 h 3066634"/>
                <a:gd name="connsiteX0" fmla="*/ 2328984 w 2332424"/>
                <a:gd name="connsiteY0" fmla="*/ 2824284 h 3145437"/>
                <a:gd name="connsiteX1" fmla="*/ 1950916 w 2332424"/>
                <a:gd name="connsiteY1" fmla="*/ 2830634 h 3145437"/>
                <a:gd name="connsiteX2" fmla="*/ 1974850 w 2332424"/>
                <a:gd name="connsiteY2" fmla="*/ 1733550 h 3145437"/>
                <a:gd name="connsiteX3" fmla="*/ 0 w 2332424"/>
                <a:gd name="connsiteY3" fmla="*/ 0 h 3145437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28984"/>
                <a:gd name="connsiteY0" fmla="*/ 2824284 h 2825799"/>
                <a:gd name="connsiteX1" fmla="*/ 1955312 w 2328984"/>
                <a:gd name="connsiteY1" fmla="*/ 2817446 h 2825799"/>
                <a:gd name="connsiteX2" fmla="*/ 1952869 w 2328984"/>
                <a:gd name="connsiteY2" fmla="*/ 1737946 h 2825799"/>
                <a:gd name="connsiteX3" fmla="*/ 0 w 2328984"/>
                <a:gd name="connsiteY3" fmla="*/ 0 h 2825799"/>
                <a:gd name="connsiteX0" fmla="*/ 2328984 w 2328984"/>
                <a:gd name="connsiteY0" fmla="*/ 2824284 h 2824284"/>
                <a:gd name="connsiteX1" fmla="*/ 1955312 w 2328984"/>
                <a:gd name="connsiteY1" fmla="*/ 2817446 h 2824284"/>
                <a:gd name="connsiteX2" fmla="*/ 1952869 w 2328984"/>
                <a:gd name="connsiteY2" fmla="*/ 1737946 h 2824284"/>
                <a:gd name="connsiteX3" fmla="*/ 0 w 2328984"/>
                <a:gd name="connsiteY3" fmla="*/ 0 h 2824284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0 w 2320192"/>
                <a:gd name="connsiteY2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3647342 w 3647342"/>
                <a:gd name="connsiteY0" fmla="*/ 3073888 h 3073888"/>
                <a:gd name="connsiteX1" fmla="*/ 0 w 3647342"/>
                <a:gd name="connsiteY1" fmla="*/ 0 h 3073888"/>
                <a:gd name="connsiteX0" fmla="*/ 256471 w 1264588"/>
                <a:gd name="connsiteY0" fmla="*/ 2210288 h 2210288"/>
                <a:gd name="connsiteX1" fmla="*/ 1123979 w 1264588"/>
                <a:gd name="connsiteY1" fmla="*/ 0 h 2210288"/>
                <a:gd name="connsiteX0" fmla="*/ 374863 w 1242371"/>
                <a:gd name="connsiteY0" fmla="*/ 2210288 h 2210288"/>
                <a:gd name="connsiteX1" fmla="*/ 1242371 w 1242371"/>
                <a:gd name="connsiteY1" fmla="*/ 0 h 2210288"/>
                <a:gd name="connsiteX0" fmla="*/ 339658 w 1454816"/>
                <a:gd name="connsiteY0" fmla="*/ 2146788 h 2146788"/>
                <a:gd name="connsiteX1" fmla="*/ 1454816 w 1454816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1965 w 850423"/>
                <a:gd name="connsiteY0" fmla="*/ 2146788 h 2146788"/>
                <a:gd name="connsiteX1" fmla="*/ 850423 w 850423"/>
                <a:gd name="connsiteY1" fmla="*/ 0 h 2146788"/>
                <a:gd name="connsiteX0" fmla="*/ 1777 w 888335"/>
                <a:gd name="connsiteY0" fmla="*/ 2140438 h 2140438"/>
                <a:gd name="connsiteX1" fmla="*/ 888335 w 888335"/>
                <a:gd name="connsiteY1" fmla="*/ 0 h 2140438"/>
                <a:gd name="connsiteX0" fmla="*/ 275 w 886833"/>
                <a:gd name="connsiteY0" fmla="*/ 2140438 h 2140438"/>
                <a:gd name="connsiteX1" fmla="*/ 886833 w 886833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886558"/>
                <a:gd name="connsiteY0" fmla="*/ 2108688 h 2108688"/>
                <a:gd name="connsiteX1" fmla="*/ 886558 w 886558"/>
                <a:gd name="connsiteY1" fmla="*/ 0 h 2108688"/>
                <a:gd name="connsiteX0" fmla="*/ 0 w 886558"/>
                <a:gd name="connsiteY0" fmla="*/ 2108688 h 2108688"/>
                <a:gd name="connsiteX1" fmla="*/ 886558 w 886558"/>
                <a:gd name="connsiteY1" fmla="*/ 0 h 2108688"/>
                <a:gd name="connsiteX0" fmla="*/ 115 w 886673"/>
                <a:gd name="connsiteY0" fmla="*/ 2108688 h 2108688"/>
                <a:gd name="connsiteX1" fmla="*/ 886673 w 886673"/>
                <a:gd name="connsiteY1" fmla="*/ 0 h 2108688"/>
                <a:gd name="connsiteX0" fmla="*/ 117 w 886675"/>
                <a:gd name="connsiteY0" fmla="*/ 2108688 h 2108688"/>
                <a:gd name="connsiteX1" fmla="*/ 886675 w 886675"/>
                <a:gd name="connsiteY1" fmla="*/ 0 h 2108688"/>
                <a:gd name="connsiteX0" fmla="*/ 188597 w 188597"/>
                <a:gd name="connsiteY0" fmla="*/ 1375957 h 1375957"/>
                <a:gd name="connsiteX1" fmla="*/ 15420 w 188597"/>
                <a:gd name="connsiteY1" fmla="*/ 0 h 1375957"/>
                <a:gd name="connsiteX0" fmla="*/ 179891 w 301071"/>
                <a:gd name="connsiteY0" fmla="*/ 1375957 h 1585789"/>
                <a:gd name="connsiteX1" fmla="*/ 6714 w 301071"/>
                <a:gd name="connsiteY1" fmla="*/ 0 h 1585789"/>
                <a:gd name="connsiteX0" fmla="*/ 0 w 1219617"/>
                <a:gd name="connsiteY0" fmla="*/ 1067120 h 1383642"/>
                <a:gd name="connsiteX1" fmla="*/ 1219617 w 1219617"/>
                <a:gd name="connsiteY1" fmla="*/ 0 h 1383642"/>
                <a:gd name="connsiteX0" fmla="*/ 0 w 1219617"/>
                <a:gd name="connsiteY0" fmla="*/ 1067120 h 1144709"/>
                <a:gd name="connsiteX1" fmla="*/ 1219617 w 1219617"/>
                <a:gd name="connsiteY1" fmla="*/ 0 h 1144709"/>
                <a:gd name="connsiteX0" fmla="*/ 0 w 1219617"/>
                <a:gd name="connsiteY0" fmla="*/ 1067120 h 1106481"/>
                <a:gd name="connsiteX1" fmla="*/ 1219617 w 1219617"/>
                <a:gd name="connsiteY1" fmla="*/ 0 h 1106481"/>
                <a:gd name="connsiteX0" fmla="*/ 0 w 1219617"/>
                <a:gd name="connsiteY0" fmla="*/ 1067120 h 1067360"/>
                <a:gd name="connsiteX1" fmla="*/ 1219617 w 1219617"/>
                <a:gd name="connsiteY1" fmla="*/ 0 h 1067360"/>
                <a:gd name="connsiteX0" fmla="*/ 0 w 1219617"/>
                <a:gd name="connsiteY0" fmla="*/ 1067120 h 1067215"/>
                <a:gd name="connsiteX1" fmla="*/ 1219617 w 1219617"/>
                <a:gd name="connsiteY1" fmla="*/ 0 h 1067215"/>
                <a:gd name="connsiteX0" fmla="*/ 0 w 1219617"/>
                <a:gd name="connsiteY0" fmla="*/ 1008849 h 1008950"/>
                <a:gd name="connsiteX1" fmla="*/ 1219617 w 1219617"/>
                <a:gd name="connsiteY1" fmla="*/ 0 h 1008950"/>
                <a:gd name="connsiteX0" fmla="*/ 0 w 1219617"/>
                <a:gd name="connsiteY0" fmla="*/ 1008849 h 1008941"/>
                <a:gd name="connsiteX1" fmla="*/ 1219617 w 1219617"/>
                <a:gd name="connsiteY1" fmla="*/ 0 h 1008941"/>
                <a:gd name="connsiteX0" fmla="*/ 0 w 3104310"/>
                <a:gd name="connsiteY0" fmla="*/ 329015 h 329300"/>
                <a:gd name="connsiteX1" fmla="*/ 3104310 w 3104310"/>
                <a:gd name="connsiteY1" fmla="*/ 0 h 329300"/>
                <a:gd name="connsiteX0" fmla="*/ 0 w 3104310"/>
                <a:gd name="connsiteY0" fmla="*/ 330476 h 330724"/>
                <a:gd name="connsiteX1" fmla="*/ 3104310 w 3104310"/>
                <a:gd name="connsiteY1" fmla="*/ 1461 h 330724"/>
                <a:gd name="connsiteX0" fmla="*/ 0 w 3104310"/>
                <a:gd name="connsiteY0" fmla="*/ 330552 h 330553"/>
                <a:gd name="connsiteX1" fmla="*/ 3104310 w 3104310"/>
                <a:gd name="connsiteY1" fmla="*/ 1537 h 330553"/>
                <a:gd name="connsiteX0" fmla="*/ 0 w 3104310"/>
                <a:gd name="connsiteY0" fmla="*/ 330514 h 330518"/>
                <a:gd name="connsiteX1" fmla="*/ 3104310 w 3104310"/>
                <a:gd name="connsiteY1" fmla="*/ 1499 h 330518"/>
                <a:gd name="connsiteX0" fmla="*/ 0 w 3097047"/>
                <a:gd name="connsiteY0" fmla="*/ 747339 h 747341"/>
                <a:gd name="connsiteX1" fmla="*/ 3097047 w 3097047"/>
                <a:gd name="connsiteY1" fmla="*/ 711 h 747341"/>
                <a:gd name="connsiteX0" fmla="*/ 0 w 3097047"/>
                <a:gd name="connsiteY0" fmla="*/ 746628 h 746630"/>
                <a:gd name="connsiteX1" fmla="*/ 3097047 w 3097047"/>
                <a:gd name="connsiteY1" fmla="*/ 0 h 746630"/>
                <a:gd name="connsiteX0" fmla="*/ 0 w 3097047"/>
                <a:gd name="connsiteY0" fmla="*/ 746628 h 746630"/>
                <a:gd name="connsiteX1" fmla="*/ 3097047 w 3097047"/>
                <a:gd name="connsiteY1" fmla="*/ 0 h 746630"/>
                <a:gd name="connsiteX0" fmla="*/ 0 w 3097047"/>
                <a:gd name="connsiteY0" fmla="*/ 746628 h 746628"/>
                <a:gd name="connsiteX1" fmla="*/ 3097047 w 3097047"/>
                <a:gd name="connsiteY1" fmla="*/ 0 h 746628"/>
                <a:gd name="connsiteX0" fmla="*/ 0 w 3097047"/>
                <a:gd name="connsiteY0" fmla="*/ 746938 h 746938"/>
                <a:gd name="connsiteX1" fmla="*/ 3097047 w 3097047"/>
                <a:gd name="connsiteY1" fmla="*/ 310 h 746938"/>
                <a:gd name="connsiteX0" fmla="*/ 0 w 3097047"/>
                <a:gd name="connsiteY0" fmla="*/ 746930 h 746932"/>
                <a:gd name="connsiteX1" fmla="*/ 3097047 w 3097047"/>
                <a:gd name="connsiteY1" fmla="*/ 302 h 746932"/>
                <a:gd name="connsiteX0" fmla="*/ 0 w 3100678"/>
                <a:gd name="connsiteY0" fmla="*/ 0 h 787857"/>
                <a:gd name="connsiteX1" fmla="*/ 3100678 w 3100678"/>
                <a:gd name="connsiteY1" fmla="*/ 787857 h 787857"/>
                <a:gd name="connsiteX0" fmla="*/ 0 w 3100678"/>
                <a:gd name="connsiteY0" fmla="*/ 0 h 787857"/>
                <a:gd name="connsiteX1" fmla="*/ 3100678 w 3100678"/>
                <a:gd name="connsiteY1" fmla="*/ 787857 h 787857"/>
                <a:gd name="connsiteX0" fmla="*/ 0 w 3100678"/>
                <a:gd name="connsiteY0" fmla="*/ 64 h 787921"/>
                <a:gd name="connsiteX1" fmla="*/ 3100678 w 3100678"/>
                <a:gd name="connsiteY1" fmla="*/ 787921 h 787921"/>
                <a:gd name="connsiteX0" fmla="*/ 0 w 3100678"/>
                <a:gd name="connsiteY0" fmla="*/ 64 h 787923"/>
                <a:gd name="connsiteX1" fmla="*/ 3100678 w 3100678"/>
                <a:gd name="connsiteY1" fmla="*/ 787921 h 787923"/>
                <a:gd name="connsiteX0" fmla="*/ 0 w 3328991"/>
                <a:gd name="connsiteY0" fmla="*/ 64 h 845795"/>
                <a:gd name="connsiteX1" fmla="*/ 3100678 w 3328991"/>
                <a:gd name="connsiteY1" fmla="*/ 787921 h 845795"/>
                <a:gd name="connsiteX2" fmla="*/ 3095901 w 3328991"/>
                <a:gd name="connsiteY2" fmla="*/ 786225 h 845795"/>
                <a:gd name="connsiteX0" fmla="*/ 0 w 3346010"/>
                <a:gd name="connsiteY0" fmla="*/ 64 h 820441"/>
                <a:gd name="connsiteX1" fmla="*/ 3100678 w 3346010"/>
                <a:gd name="connsiteY1" fmla="*/ 787921 h 820441"/>
                <a:gd name="connsiteX2" fmla="*/ 3157635 w 3346010"/>
                <a:gd name="connsiteY2" fmla="*/ 611410 h 820441"/>
                <a:gd name="connsiteX0" fmla="*/ 96605 w 3254241"/>
                <a:gd name="connsiteY0" fmla="*/ 66 h 802690"/>
                <a:gd name="connsiteX1" fmla="*/ 2227701 w 3254241"/>
                <a:gd name="connsiteY1" fmla="*/ 768499 h 802690"/>
                <a:gd name="connsiteX2" fmla="*/ 3254240 w 3254241"/>
                <a:gd name="connsiteY2" fmla="*/ 611412 h 802690"/>
                <a:gd name="connsiteX0" fmla="*/ 0 w 3157636"/>
                <a:gd name="connsiteY0" fmla="*/ 78 h 802704"/>
                <a:gd name="connsiteX1" fmla="*/ 2131096 w 3157636"/>
                <a:gd name="connsiteY1" fmla="*/ 768511 h 802704"/>
                <a:gd name="connsiteX2" fmla="*/ 3157635 w 3157636"/>
                <a:gd name="connsiteY2" fmla="*/ 611424 h 802704"/>
                <a:gd name="connsiteX0" fmla="*/ 0 w 3088640"/>
                <a:gd name="connsiteY0" fmla="*/ 78 h 835624"/>
                <a:gd name="connsiteX1" fmla="*/ 2131096 w 3088640"/>
                <a:gd name="connsiteY1" fmla="*/ 768511 h 835624"/>
                <a:gd name="connsiteX2" fmla="*/ 3088639 w 3088640"/>
                <a:gd name="connsiteY2" fmla="*/ 795950 h 835624"/>
                <a:gd name="connsiteX0" fmla="*/ 0 w 3088639"/>
                <a:gd name="connsiteY0" fmla="*/ 106 h 795978"/>
                <a:gd name="connsiteX1" fmla="*/ 798375 w 3088639"/>
                <a:gd name="connsiteY1" fmla="*/ 603436 h 795978"/>
                <a:gd name="connsiteX2" fmla="*/ 3088639 w 3088639"/>
                <a:gd name="connsiteY2" fmla="*/ 795978 h 795978"/>
                <a:gd name="connsiteX0" fmla="*/ 0 w 3088639"/>
                <a:gd name="connsiteY0" fmla="*/ 100 h 795973"/>
                <a:gd name="connsiteX1" fmla="*/ 798375 w 3088639"/>
                <a:gd name="connsiteY1" fmla="*/ 603430 h 795973"/>
                <a:gd name="connsiteX2" fmla="*/ 3088639 w 3088639"/>
                <a:gd name="connsiteY2" fmla="*/ 795972 h 795973"/>
                <a:gd name="connsiteX0" fmla="*/ 0 w 3088639"/>
                <a:gd name="connsiteY0" fmla="*/ 86 h 795982"/>
                <a:gd name="connsiteX1" fmla="*/ 932736 w 3088639"/>
                <a:gd name="connsiteY1" fmla="*/ 690824 h 795982"/>
                <a:gd name="connsiteX2" fmla="*/ 3088639 w 3088639"/>
                <a:gd name="connsiteY2" fmla="*/ 795958 h 795982"/>
                <a:gd name="connsiteX0" fmla="*/ 0 w 3088639"/>
                <a:gd name="connsiteY0" fmla="*/ 0 h 795896"/>
                <a:gd name="connsiteX1" fmla="*/ 932736 w 3088639"/>
                <a:gd name="connsiteY1" fmla="*/ 690738 h 795896"/>
                <a:gd name="connsiteX2" fmla="*/ 3088639 w 3088639"/>
                <a:gd name="connsiteY2" fmla="*/ 795872 h 795896"/>
                <a:gd name="connsiteX0" fmla="*/ 0 w 3088639"/>
                <a:gd name="connsiteY0" fmla="*/ 296177 h 1092049"/>
                <a:gd name="connsiteX1" fmla="*/ 965418 w 3088639"/>
                <a:gd name="connsiteY1" fmla="*/ 15723 h 1092049"/>
                <a:gd name="connsiteX2" fmla="*/ 3088639 w 3088639"/>
                <a:gd name="connsiteY2" fmla="*/ 1092049 h 1092049"/>
                <a:gd name="connsiteX0" fmla="*/ 0 w 3103165"/>
                <a:gd name="connsiteY0" fmla="*/ 350434 h 1981532"/>
                <a:gd name="connsiteX1" fmla="*/ 965418 w 3103165"/>
                <a:gd name="connsiteY1" fmla="*/ 69980 h 1981532"/>
                <a:gd name="connsiteX2" fmla="*/ 3103165 w 3103165"/>
                <a:gd name="connsiteY2" fmla="*/ 1981532 h 1981532"/>
                <a:gd name="connsiteX0" fmla="*/ 0 w 3103165"/>
                <a:gd name="connsiteY0" fmla="*/ 412876 h 2043974"/>
                <a:gd name="connsiteX1" fmla="*/ 1110674 w 3103165"/>
                <a:gd name="connsiteY1" fmla="*/ 64438 h 2043974"/>
                <a:gd name="connsiteX2" fmla="*/ 3103165 w 3103165"/>
                <a:gd name="connsiteY2" fmla="*/ 2043974 h 2043974"/>
                <a:gd name="connsiteX0" fmla="*/ 0 w 3103165"/>
                <a:gd name="connsiteY0" fmla="*/ 348754 h 1979852"/>
                <a:gd name="connsiteX1" fmla="*/ 1110674 w 3103165"/>
                <a:gd name="connsiteY1" fmla="*/ 316 h 1979852"/>
                <a:gd name="connsiteX2" fmla="*/ 3103165 w 3103165"/>
                <a:gd name="connsiteY2" fmla="*/ 1979852 h 1979852"/>
                <a:gd name="connsiteX0" fmla="*/ 0 w 3103165"/>
                <a:gd name="connsiteY0" fmla="*/ 348752 h 1979850"/>
                <a:gd name="connsiteX1" fmla="*/ 1255930 w 3103165"/>
                <a:gd name="connsiteY1" fmla="*/ 315 h 1979850"/>
                <a:gd name="connsiteX2" fmla="*/ 3103165 w 3103165"/>
                <a:gd name="connsiteY2" fmla="*/ 1979850 h 1979850"/>
                <a:gd name="connsiteX0" fmla="*/ 0 w 3103165"/>
                <a:gd name="connsiteY0" fmla="*/ 348474 h 1979572"/>
                <a:gd name="connsiteX1" fmla="*/ 1255930 w 3103165"/>
                <a:gd name="connsiteY1" fmla="*/ 37 h 1979572"/>
                <a:gd name="connsiteX2" fmla="*/ 3103165 w 3103165"/>
                <a:gd name="connsiteY2" fmla="*/ 1979572 h 1979572"/>
                <a:gd name="connsiteX0" fmla="*/ 0 w 3103165"/>
                <a:gd name="connsiteY0" fmla="*/ 348474 h 1979572"/>
                <a:gd name="connsiteX1" fmla="*/ 1255930 w 3103165"/>
                <a:gd name="connsiteY1" fmla="*/ 37 h 1979572"/>
                <a:gd name="connsiteX2" fmla="*/ 3103165 w 3103165"/>
                <a:gd name="connsiteY2" fmla="*/ 1979572 h 1979572"/>
                <a:gd name="connsiteX0" fmla="*/ 0 w 3103165"/>
                <a:gd name="connsiteY0" fmla="*/ 348474 h 1979572"/>
                <a:gd name="connsiteX1" fmla="*/ 1255930 w 3103165"/>
                <a:gd name="connsiteY1" fmla="*/ 37 h 1979572"/>
                <a:gd name="connsiteX2" fmla="*/ 3103165 w 3103165"/>
                <a:gd name="connsiteY2" fmla="*/ 1979572 h 1979572"/>
                <a:gd name="connsiteX0" fmla="*/ 0 w 3238193"/>
                <a:gd name="connsiteY0" fmla="*/ 348474 h 2128301"/>
                <a:gd name="connsiteX1" fmla="*/ 1255930 w 3238193"/>
                <a:gd name="connsiteY1" fmla="*/ 37 h 2128301"/>
                <a:gd name="connsiteX2" fmla="*/ 3103165 w 3238193"/>
                <a:gd name="connsiteY2" fmla="*/ 1979572 h 2128301"/>
                <a:gd name="connsiteX3" fmla="*/ 3096832 w 3238193"/>
                <a:gd name="connsiteY3" fmla="*/ 1986817 h 2128301"/>
                <a:gd name="connsiteX0" fmla="*/ 0 w 3253578"/>
                <a:gd name="connsiteY0" fmla="*/ 348474 h 2423854"/>
                <a:gd name="connsiteX1" fmla="*/ 1255930 w 3253578"/>
                <a:gd name="connsiteY1" fmla="*/ 37 h 2423854"/>
                <a:gd name="connsiteX2" fmla="*/ 3103165 w 3253578"/>
                <a:gd name="connsiteY2" fmla="*/ 1979572 h 2423854"/>
                <a:gd name="connsiteX3" fmla="*/ 3151303 w 3253578"/>
                <a:gd name="connsiteY3" fmla="*/ 2423854 h 2423854"/>
                <a:gd name="connsiteX0" fmla="*/ 0 w 3253578"/>
                <a:gd name="connsiteY0" fmla="*/ 348480 h 2423860"/>
                <a:gd name="connsiteX1" fmla="*/ 1255930 w 3253578"/>
                <a:gd name="connsiteY1" fmla="*/ 43 h 2423860"/>
                <a:gd name="connsiteX2" fmla="*/ 3103165 w 3253578"/>
                <a:gd name="connsiteY2" fmla="*/ 1979578 h 2423860"/>
                <a:gd name="connsiteX3" fmla="*/ 3151303 w 3253578"/>
                <a:gd name="connsiteY3" fmla="*/ 2423860 h 2423860"/>
                <a:gd name="connsiteX0" fmla="*/ 0 w 3103165"/>
                <a:gd name="connsiteY0" fmla="*/ 348480 h 1979578"/>
                <a:gd name="connsiteX1" fmla="*/ 1255930 w 3103165"/>
                <a:gd name="connsiteY1" fmla="*/ 43 h 1979578"/>
                <a:gd name="connsiteX2" fmla="*/ 3103165 w 3103165"/>
                <a:gd name="connsiteY2" fmla="*/ 1979578 h 1979578"/>
                <a:gd name="connsiteX0" fmla="*/ 0 w 3103165"/>
                <a:gd name="connsiteY0" fmla="*/ 348534 h 1979632"/>
                <a:gd name="connsiteX1" fmla="*/ 1255930 w 3103165"/>
                <a:gd name="connsiteY1" fmla="*/ 97 h 1979632"/>
                <a:gd name="connsiteX2" fmla="*/ 3103165 w 3103165"/>
                <a:gd name="connsiteY2" fmla="*/ 1979632 h 1979632"/>
                <a:gd name="connsiteX0" fmla="*/ 0 w 3103165"/>
                <a:gd name="connsiteY0" fmla="*/ 348534 h 1979632"/>
                <a:gd name="connsiteX1" fmla="*/ 1255930 w 3103165"/>
                <a:gd name="connsiteY1" fmla="*/ 97 h 1979632"/>
                <a:gd name="connsiteX2" fmla="*/ 3103165 w 3103165"/>
                <a:gd name="connsiteY2" fmla="*/ 1979632 h 1979632"/>
                <a:gd name="connsiteX0" fmla="*/ 0 w 3103165"/>
                <a:gd name="connsiteY0" fmla="*/ 348438 h 1979536"/>
                <a:gd name="connsiteX1" fmla="*/ 1255930 w 3103165"/>
                <a:gd name="connsiteY1" fmla="*/ 1 h 1979536"/>
                <a:gd name="connsiteX2" fmla="*/ 3103165 w 3103165"/>
                <a:gd name="connsiteY2" fmla="*/ 1979536 h 1979536"/>
                <a:gd name="connsiteX0" fmla="*/ 0 w 3103165"/>
                <a:gd name="connsiteY0" fmla="*/ 350338 h 1981436"/>
                <a:gd name="connsiteX1" fmla="*/ 1255930 w 3103165"/>
                <a:gd name="connsiteY1" fmla="*/ 1901 h 1981436"/>
                <a:gd name="connsiteX2" fmla="*/ 3103165 w 3103165"/>
                <a:gd name="connsiteY2" fmla="*/ 1981436 h 198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03165" h="1981436">
                  <a:moveTo>
                    <a:pt x="0" y="350338"/>
                  </a:moveTo>
                  <a:cubicBezTo>
                    <a:pt x="1214996" y="322641"/>
                    <a:pt x="1007286" y="118665"/>
                    <a:pt x="1255930" y="1901"/>
                  </a:cubicBezTo>
                  <a:cubicBezTo>
                    <a:pt x="1352643" y="-43516"/>
                    <a:pt x="1873974" y="727674"/>
                    <a:pt x="3103165" y="1981436"/>
                  </a:cubicBezTo>
                </a:path>
              </a:pathLst>
            </a:custGeom>
            <a:noFill/>
            <a:ln w="38100">
              <a:solidFill>
                <a:srgbClr val="E44860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2F9FCA43-E229-D289-5D02-FD9B5F677DE7}"/>
                  </a:ext>
                </a:extLst>
              </p:cNvPr>
              <p:cNvSpPr txBox="1"/>
              <p:nvPr/>
            </p:nvSpPr>
            <p:spPr>
              <a:xfrm>
                <a:off x="263847" y="2242393"/>
                <a:ext cx="174826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=30</m:t>
                    </m:r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2F9FCA43-E229-D289-5D02-FD9B5F677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847" y="2242393"/>
                <a:ext cx="1748266" cy="52322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">
                <a:extLst>
                  <a:ext uri="{FF2B5EF4-FFF2-40B4-BE49-F238E27FC236}">
                    <a16:creationId xmlns:a16="http://schemas.microsoft.com/office/drawing/2014/main" id="{04A1D041-D0EC-28D1-4F2E-0A166AF03F65}"/>
                  </a:ext>
                </a:extLst>
              </p:cNvPr>
              <p:cNvSpPr txBox="1"/>
              <p:nvPr/>
            </p:nvSpPr>
            <p:spPr>
              <a:xfrm>
                <a:off x="1877732" y="1823166"/>
                <a:ext cx="179492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=0.203</m:t>
                      </m:r>
                    </m:oMath>
                  </m:oMathPara>
                </a14:m>
                <a:endParaRPr kumimoji="1" lang="en-US" altLang="zh-CN" sz="28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6" name="文本">
                <a:extLst>
                  <a:ext uri="{FF2B5EF4-FFF2-40B4-BE49-F238E27FC236}">
                    <a16:creationId xmlns:a16="http://schemas.microsoft.com/office/drawing/2014/main" id="{04A1D041-D0EC-28D1-4F2E-0A166AF03F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7732" y="1823166"/>
                <a:ext cx="1794928" cy="523220"/>
              </a:xfrm>
              <a:prstGeom prst="rect">
                <a:avLst/>
              </a:prstGeom>
              <a:blipFill>
                <a:blip r:embed="rId22"/>
                <a:stretch>
                  <a:fillRect l="-704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开环传函形式">
                <a:extLst>
                  <a:ext uri="{FF2B5EF4-FFF2-40B4-BE49-F238E27FC236}">
                    <a16:creationId xmlns:a16="http://schemas.microsoft.com/office/drawing/2014/main" id="{3120DACF-81AF-C2BA-9C91-3E14BA292F73}"/>
                  </a:ext>
                </a:extLst>
              </p:cNvPr>
              <p:cNvSpPr txBox="1"/>
              <p:nvPr/>
            </p:nvSpPr>
            <p:spPr>
              <a:xfrm>
                <a:off x="630007" y="2828623"/>
                <a:ext cx="4193185" cy="7645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𝐺</m:t>
                    </m:r>
                    <m:d>
                      <m:d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</m:e>
                    </m:d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10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30</m:t>
                            </m:r>
                          </m:e>
                          <m:sup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𝑠</m:t>
                            </m:r>
                          </m:e>
                          <m:sup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2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×0.203×30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30</m:t>
                            </m:r>
                          </m:e>
                          <m:sup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57" name="开环传函形式">
                <a:extLst>
                  <a:ext uri="{FF2B5EF4-FFF2-40B4-BE49-F238E27FC236}">
                    <a16:creationId xmlns:a16="http://schemas.microsoft.com/office/drawing/2014/main" id="{3120DACF-81AF-C2BA-9C91-3E14BA292F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007" y="2828623"/>
                <a:ext cx="4193185" cy="764568"/>
              </a:xfrm>
              <a:prstGeom prst="rect">
                <a:avLst/>
              </a:prstGeom>
              <a:blipFill>
                <a:blip r:embed="rId23"/>
                <a:stretch>
                  <a:fillRect l="-604" b="-49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开环传函形式">
                <a:extLst>
                  <a:ext uri="{FF2B5EF4-FFF2-40B4-BE49-F238E27FC236}">
                    <a16:creationId xmlns:a16="http://schemas.microsoft.com/office/drawing/2014/main" id="{9FC73D91-58D4-074A-8B8F-31591C248254}"/>
                  </a:ext>
                </a:extLst>
              </p:cNvPr>
              <p:cNvSpPr txBox="1"/>
              <p:nvPr/>
            </p:nvSpPr>
            <p:spPr>
              <a:xfrm>
                <a:off x="1414992" y="3557647"/>
                <a:ext cx="2649764" cy="7042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9000</m:t>
                        </m:r>
                      </m:num>
                      <m:den>
                        <m:sSup>
                          <m:sSup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𝑠</m:t>
                            </m:r>
                          </m:e>
                          <m:sup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12.18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+900</m:t>
                        </m:r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58" name="开环传函形式">
                <a:extLst>
                  <a:ext uri="{FF2B5EF4-FFF2-40B4-BE49-F238E27FC236}">
                    <a16:creationId xmlns:a16="http://schemas.microsoft.com/office/drawing/2014/main" id="{9FC73D91-58D4-074A-8B8F-31591C2482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4992" y="3557647"/>
                <a:ext cx="2649764" cy="704295"/>
              </a:xfrm>
              <a:prstGeom prst="rect">
                <a:avLst/>
              </a:prstGeom>
              <a:blipFill>
                <a:blip r:embed="rId24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15241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grpSp>
        <p:nvGrpSpPr>
          <p:cNvPr id="19" name="步骤1">
            <a:extLst>
              <a:ext uri="{FF2B5EF4-FFF2-40B4-BE49-F238E27FC236}">
                <a16:creationId xmlns:a16="http://schemas.microsoft.com/office/drawing/2014/main" id="{1DF0A6FF-1D67-2486-36F5-E5EF1E2707D0}"/>
              </a:ext>
            </a:extLst>
          </p:cNvPr>
          <p:cNvGrpSpPr/>
          <p:nvPr/>
        </p:nvGrpSpPr>
        <p:grpSpPr>
          <a:xfrm>
            <a:off x="277241" y="955919"/>
            <a:ext cx="3297684" cy="725177"/>
            <a:chOff x="4943078" y="1700704"/>
            <a:chExt cx="3297684" cy="725177"/>
          </a:xfrm>
        </p:grpSpPr>
        <p:sp>
          <p:nvSpPr>
            <p:cNvPr id="20" name="标题">
              <a:extLst>
                <a:ext uri="{FF2B5EF4-FFF2-40B4-BE49-F238E27FC236}">
                  <a16:creationId xmlns:a16="http://schemas.microsoft.com/office/drawing/2014/main" id="{AE7B35A2-1941-E8EB-D7BB-FC3B4E479557}"/>
                </a:ext>
              </a:extLst>
            </p:cNvPr>
            <p:cNvSpPr/>
            <p:nvPr/>
          </p:nvSpPr>
          <p:spPr bwMode="auto">
            <a:xfrm>
              <a:off x="5502817" y="1739799"/>
              <a:ext cx="2737945" cy="646986"/>
            </a:xfrm>
            <a:prstGeom prst="roundRect">
              <a:avLst/>
            </a:prstGeom>
            <a:solidFill>
              <a:schemeClr val="tx2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伯德图</a:t>
              </a:r>
            </a:p>
          </p:txBody>
        </p:sp>
        <p:sp>
          <p:nvSpPr>
            <p:cNvPr id="21" name="序号">
              <a:extLst>
                <a:ext uri="{FF2B5EF4-FFF2-40B4-BE49-F238E27FC236}">
                  <a16:creationId xmlns:a16="http://schemas.microsoft.com/office/drawing/2014/main" id="{4EDD4ABB-AC59-9BDE-7217-79A45D20B450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tx2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2" name="步骤2">
            <a:extLst>
              <a:ext uri="{FF2B5EF4-FFF2-40B4-BE49-F238E27FC236}">
                <a16:creationId xmlns:a16="http://schemas.microsoft.com/office/drawing/2014/main" id="{F45F4F54-5A48-9DFF-111A-9147948CD157}"/>
              </a:ext>
            </a:extLst>
          </p:cNvPr>
          <p:cNvGrpSpPr/>
          <p:nvPr/>
        </p:nvGrpSpPr>
        <p:grpSpPr>
          <a:xfrm>
            <a:off x="277241" y="1769012"/>
            <a:ext cx="3585716" cy="725177"/>
            <a:chOff x="4943078" y="1700704"/>
            <a:chExt cx="3585716" cy="725177"/>
          </a:xfrm>
        </p:grpSpPr>
        <p:sp>
          <p:nvSpPr>
            <p:cNvPr id="23" name="标题">
              <a:extLst>
                <a:ext uri="{FF2B5EF4-FFF2-40B4-BE49-F238E27FC236}">
                  <a16:creationId xmlns:a16="http://schemas.microsoft.com/office/drawing/2014/main" id="{5D13C6C9-7135-610B-8953-ACD7A4A4E4DE}"/>
                </a:ext>
              </a:extLst>
            </p:cNvPr>
            <p:cNvSpPr/>
            <p:nvPr/>
          </p:nvSpPr>
          <p:spPr bwMode="auto">
            <a:xfrm>
              <a:off x="5417689" y="1750121"/>
              <a:ext cx="3111105" cy="646986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绘制步骤</a:t>
              </a:r>
            </a:p>
          </p:txBody>
        </p:sp>
        <p:sp>
          <p:nvSpPr>
            <p:cNvPr id="24" name="序号">
              <a:extLst>
                <a:ext uri="{FF2B5EF4-FFF2-40B4-BE49-F238E27FC236}">
                  <a16:creationId xmlns:a16="http://schemas.microsoft.com/office/drawing/2014/main" id="{E0E52B47-7B51-9B94-226B-1EA55CBB8F22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5" name="步骤4">
            <a:extLst>
              <a:ext uri="{FF2B5EF4-FFF2-40B4-BE49-F238E27FC236}">
                <a16:creationId xmlns:a16="http://schemas.microsoft.com/office/drawing/2014/main" id="{BDBAFAA3-6448-7C50-7AAD-79F36CB67C04}"/>
              </a:ext>
            </a:extLst>
          </p:cNvPr>
          <p:cNvGrpSpPr/>
          <p:nvPr/>
        </p:nvGrpSpPr>
        <p:grpSpPr>
          <a:xfrm>
            <a:off x="259126" y="3449784"/>
            <a:ext cx="3597889" cy="725177"/>
            <a:chOff x="4943078" y="1700704"/>
            <a:chExt cx="3597889" cy="725177"/>
          </a:xfrm>
        </p:grpSpPr>
        <p:sp>
          <p:nvSpPr>
            <p:cNvPr id="26" name="标题">
              <a:extLst>
                <a:ext uri="{FF2B5EF4-FFF2-40B4-BE49-F238E27FC236}">
                  <a16:creationId xmlns:a16="http://schemas.microsoft.com/office/drawing/2014/main" id="{32490998-B565-963D-5F2D-0D864334F9A5}"/>
                </a:ext>
              </a:extLst>
            </p:cNvPr>
            <p:cNvSpPr/>
            <p:nvPr/>
          </p:nvSpPr>
          <p:spPr bwMode="auto">
            <a:xfrm>
              <a:off x="5459860" y="1739799"/>
              <a:ext cx="3081107" cy="646986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特点</a:t>
              </a:r>
            </a:p>
          </p:txBody>
        </p:sp>
        <p:sp>
          <p:nvSpPr>
            <p:cNvPr id="27" name="序号">
              <a:extLst>
                <a:ext uri="{FF2B5EF4-FFF2-40B4-BE49-F238E27FC236}">
                  <a16:creationId xmlns:a16="http://schemas.microsoft.com/office/drawing/2014/main" id="{3B15418C-5D46-25FB-A87A-B9F63D5A2F0B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8" name="步骤3">
            <a:extLst>
              <a:ext uri="{FF2B5EF4-FFF2-40B4-BE49-F238E27FC236}">
                <a16:creationId xmlns:a16="http://schemas.microsoft.com/office/drawing/2014/main" id="{DCDEE8DC-BA56-0318-6930-FF7101B52CFD}"/>
              </a:ext>
            </a:extLst>
          </p:cNvPr>
          <p:cNvGrpSpPr/>
          <p:nvPr/>
        </p:nvGrpSpPr>
        <p:grpSpPr>
          <a:xfrm>
            <a:off x="271299" y="2582105"/>
            <a:ext cx="3585716" cy="725177"/>
            <a:chOff x="4943078" y="1700704"/>
            <a:chExt cx="3585716" cy="725177"/>
          </a:xfrm>
        </p:grpSpPr>
        <p:sp>
          <p:nvSpPr>
            <p:cNvPr id="29" name="标题">
              <a:extLst>
                <a:ext uri="{FF2B5EF4-FFF2-40B4-BE49-F238E27FC236}">
                  <a16:creationId xmlns:a16="http://schemas.microsoft.com/office/drawing/2014/main" id="{173D9534-8EDB-7E86-ABE3-A8D0FCFCEE3F}"/>
                </a:ext>
              </a:extLst>
            </p:cNvPr>
            <p:cNvSpPr/>
            <p:nvPr/>
          </p:nvSpPr>
          <p:spPr bwMode="auto">
            <a:xfrm>
              <a:off x="5417689" y="1736097"/>
              <a:ext cx="3111105" cy="646986"/>
            </a:xfrm>
            <a:prstGeom prst="roundRect">
              <a:avLst/>
            </a:prstGeom>
            <a:solidFill>
              <a:srgbClr val="159F8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相频特性</a:t>
              </a:r>
            </a:p>
          </p:txBody>
        </p:sp>
        <p:sp>
          <p:nvSpPr>
            <p:cNvPr id="30" name="序号">
              <a:extLst>
                <a:ext uri="{FF2B5EF4-FFF2-40B4-BE49-F238E27FC236}">
                  <a16:creationId xmlns:a16="http://schemas.microsoft.com/office/drawing/2014/main" id="{4EE3A3FD-9421-CBFA-EC5C-9B49F910783C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说明1">
                <a:extLst>
                  <a:ext uri="{FF2B5EF4-FFF2-40B4-BE49-F238E27FC236}">
                    <a16:creationId xmlns:a16="http://schemas.microsoft.com/office/drawing/2014/main" id="{13AD52AC-E7E6-2895-D13B-B9CCA570C548}"/>
                  </a:ext>
                </a:extLst>
              </p:cNvPr>
              <p:cNvSpPr txBox="1"/>
              <p:nvPr/>
            </p:nvSpPr>
            <p:spPr>
              <a:xfrm>
                <a:off x="3756440" y="865146"/>
                <a:ext cx="7891267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/>
                  <a:t>频率取对数，幅值取分贝（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20</m:t>
                    </m:r>
                    <m:func>
                      <m:funcPr>
                        <m:ctrlPr>
                          <a:rPr lang="zh-CN" altLang="en-US" sz="2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func>
                  </m:oMath>
                </a14:m>
                <a:r>
                  <a:rPr lang="zh-CN" altLang="en-US" sz="2800" dirty="0"/>
                  <a:t>）</a:t>
                </a:r>
                <a:r>
                  <a:rPr lang="en-US" altLang="zh-CN" sz="2800" dirty="0"/>
                  <a:t>,</a:t>
                </a:r>
                <a:r>
                  <a:rPr lang="zh-CN" altLang="en-US" sz="2800" dirty="0"/>
                  <a:t>相角线性坐标</a:t>
                </a:r>
              </a:p>
            </p:txBody>
          </p:sp>
        </mc:Choice>
        <mc:Fallback xmlns="">
          <p:sp>
            <p:nvSpPr>
              <p:cNvPr id="31" name="说明1">
                <a:extLst>
                  <a:ext uri="{FF2B5EF4-FFF2-40B4-BE49-F238E27FC236}">
                    <a16:creationId xmlns:a16="http://schemas.microsoft.com/office/drawing/2014/main" id="{13AD52AC-E7E6-2895-D13B-B9CCA570C5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6440" y="865146"/>
                <a:ext cx="7891267" cy="954107"/>
              </a:xfrm>
              <a:prstGeom prst="rect">
                <a:avLst/>
              </a:prstGeom>
              <a:blipFill>
                <a:blip r:embed="rId3"/>
                <a:stretch>
                  <a:fillRect l="-1605" t="-9211" r="-963" b="-157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说明2">
            <a:extLst>
              <a:ext uri="{FF2B5EF4-FFF2-40B4-BE49-F238E27FC236}">
                <a16:creationId xmlns:a16="http://schemas.microsoft.com/office/drawing/2014/main" id="{0EDA0FB0-9D8E-9B10-C08B-BDCA8A371C06}"/>
              </a:ext>
            </a:extLst>
          </p:cNvPr>
          <p:cNvSpPr txBox="1"/>
          <p:nvPr/>
        </p:nvSpPr>
        <p:spPr>
          <a:xfrm>
            <a:off x="4197615" y="1769012"/>
            <a:ext cx="776218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1</a:t>
            </a:r>
            <a:r>
              <a:rPr lang="zh-CN" altLang="en-US" sz="2800" dirty="0"/>
              <a:t>，尾一标准型；</a:t>
            </a:r>
            <a:r>
              <a:rPr lang="en-US" altLang="zh-CN" sz="2800" dirty="0"/>
              <a:t>2</a:t>
            </a:r>
            <a:r>
              <a:rPr lang="zh-CN" altLang="en-US" sz="2800" dirty="0"/>
              <a:t>，列转折频率；</a:t>
            </a:r>
            <a:r>
              <a:rPr lang="en-US" altLang="zh-CN" sz="2800" dirty="0"/>
              <a:t>3</a:t>
            </a:r>
            <a:r>
              <a:rPr lang="zh-CN" altLang="en-US" sz="2800" dirty="0"/>
              <a:t>，低频特性；</a:t>
            </a:r>
            <a:r>
              <a:rPr lang="en-US" altLang="zh-CN" sz="2800" dirty="0"/>
              <a:t>4</a:t>
            </a:r>
            <a:r>
              <a:rPr lang="zh-CN" altLang="en-US" sz="2800" dirty="0"/>
              <a:t>，叠加作图</a:t>
            </a:r>
          </a:p>
        </p:txBody>
      </p:sp>
      <p:sp>
        <p:nvSpPr>
          <p:cNvPr id="33" name="说明3">
            <a:extLst>
              <a:ext uri="{FF2B5EF4-FFF2-40B4-BE49-F238E27FC236}">
                <a16:creationId xmlns:a16="http://schemas.microsoft.com/office/drawing/2014/main" id="{E8BCF822-C15C-BA20-871E-7C7CF6373C52}"/>
              </a:ext>
            </a:extLst>
          </p:cNvPr>
          <p:cNvSpPr txBox="1"/>
          <p:nvPr/>
        </p:nvSpPr>
        <p:spPr>
          <a:xfrm>
            <a:off x="4169105" y="2703727"/>
            <a:ext cx="49504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叠加时注意中心频率所在位置</a:t>
            </a:r>
          </a:p>
        </p:txBody>
      </p:sp>
      <p:sp>
        <p:nvSpPr>
          <p:cNvPr id="34" name="说明4">
            <a:extLst>
              <a:ext uri="{FF2B5EF4-FFF2-40B4-BE49-F238E27FC236}">
                <a16:creationId xmlns:a16="http://schemas.microsoft.com/office/drawing/2014/main" id="{24F65A02-B530-F2F0-2530-2B36E7D9C5CA}"/>
              </a:ext>
            </a:extLst>
          </p:cNvPr>
          <p:cNvSpPr txBox="1"/>
          <p:nvPr/>
        </p:nvSpPr>
        <p:spPr>
          <a:xfrm>
            <a:off x="4132127" y="3550762"/>
            <a:ext cx="66967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频率范围广，便于叠加，各频段同等重视</a:t>
            </a:r>
          </a:p>
        </p:txBody>
      </p:sp>
      <p:pic>
        <p:nvPicPr>
          <p:cNvPr id="35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E6F94E93-458A-E75F-9A2F-B14498086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649" y="4100226"/>
            <a:ext cx="2619277" cy="261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小标题2">
            <a:extLst>
              <a:ext uri="{FF2B5EF4-FFF2-40B4-BE49-F238E27FC236}">
                <a16:creationId xmlns:a16="http://schemas.microsoft.com/office/drawing/2014/main" id="{6609E773-FB04-4285-ADEF-66294E9673E3}"/>
              </a:ext>
            </a:extLst>
          </p:cNvPr>
          <p:cNvSpPr/>
          <p:nvPr/>
        </p:nvSpPr>
        <p:spPr bwMode="auto">
          <a:xfrm>
            <a:off x="7905183" y="5099056"/>
            <a:ext cx="2398956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想得更深</a:t>
            </a:r>
          </a:p>
        </p:txBody>
      </p:sp>
      <p:sp>
        <p:nvSpPr>
          <p:cNvPr id="37" name="小标题1">
            <a:extLst>
              <a:ext uri="{FF2B5EF4-FFF2-40B4-BE49-F238E27FC236}">
                <a16:creationId xmlns:a16="http://schemas.microsoft.com/office/drawing/2014/main" id="{B67F9E3C-9AEE-BB33-36C7-7B2CF23F4CF4}"/>
              </a:ext>
            </a:extLst>
          </p:cNvPr>
          <p:cNvSpPr/>
          <p:nvPr/>
        </p:nvSpPr>
        <p:spPr bwMode="auto">
          <a:xfrm>
            <a:off x="5303118" y="5099056"/>
            <a:ext cx="2398956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看得更广</a:t>
            </a:r>
          </a:p>
        </p:txBody>
      </p:sp>
    </p:spTree>
    <p:extLst>
      <p:ext uri="{BB962C8B-B14F-4D97-AF65-F5344CB8AC3E}">
        <p14:creationId xmlns:p14="http://schemas.microsoft.com/office/powerpoint/2010/main" val="5136218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4" grpId="0"/>
      <p:bldP spid="36" grpId="0" animBg="1"/>
      <p:bldP spid="3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课后思考</a:t>
            </a:r>
          </a:p>
        </p:txBody>
      </p:sp>
      <p:grpSp>
        <p:nvGrpSpPr>
          <p:cNvPr id="3" name="问题">
            <a:extLst>
              <a:ext uri="{FF2B5EF4-FFF2-40B4-BE49-F238E27FC236}">
                <a16:creationId xmlns:a16="http://schemas.microsoft.com/office/drawing/2014/main" id="{D06D3F1D-D77A-CF55-27C3-5010FE1F3D41}"/>
              </a:ext>
            </a:extLst>
          </p:cNvPr>
          <p:cNvGrpSpPr/>
          <p:nvPr/>
        </p:nvGrpSpPr>
        <p:grpSpPr>
          <a:xfrm>
            <a:off x="690338" y="1548606"/>
            <a:ext cx="6207768" cy="881063"/>
            <a:chOff x="5348307" y="5538470"/>
            <a:chExt cx="6207768" cy="881063"/>
          </a:xfrm>
        </p:grpSpPr>
        <p:sp>
          <p:nvSpPr>
            <p:cNvPr id="4" name="问号">
              <a:extLst>
                <a:ext uri="{FF2B5EF4-FFF2-40B4-BE49-F238E27FC236}">
                  <a16:creationId xmlns:a16="http://schemas.microsoft.com/office/drawing/2014/main" id="{D1612918-97F0-8B94-875C-DFD8D3439BA3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5" name="文本">
              <a:extLst>
                <a:ext uri="{FF2B5EF4-FFF2-40B4-BE49-F238E27FC236}">
                  <a16:creationId xmlns:a16="http://schemas.microsoft.com/office/drawing/2014/main" id="{B40EDE9D-B618-037F-57F9-2304DF45231C}"/>
                </a:ext>
              </a:extLst>
            </p:cNvPr>
            <p:cNvSpPr txBox="1"/>
            <p:nvPr/>
          </p:nvSpPr>
          <p:spPr>
            <a:xfrm>
              <a:off x="6320700" y="5585692"/>
              <a:ext cx="523537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分析手绘伯德图误差最大的位置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6" name="问题">
            <a:extLst>
              <a:ext uri="{FF2B5EF4-FFF2-40B4-BE49-F238E27FC236}">
                <a16:creationId xmlns:a16="http://schemas.microsoft.com/office/drawing/2014/main" id="{A0B720D9-BC69-5FCB-17E3-944714F91B50}"/>
              </a:ext>
            </a:extLst>
          </p:cNvPr>
          <p:cNvGrpSpPr/>
          <p:nvPr/>
        </p:nvGrpSpPr>
        <p:grpSpPr>
          <a:xfrm>
            <a:off x="690338" y="3281907"/>
            <a:ext cx="6194665" cy="954107"/>
            <a:chOff x="5348307" y="5538470"/>
            <a:chExt cx="6194665" cy="954107"/>
          </a:xfrm>
        </p:grpSpPr>
        <p:sp>
          <p:nvSpPr>
            <p:cNvPr id="7" name="问号">
              <a:extLst>
                <a:ext uri="{FF2B5EF4-FFF2-40B4-BE49-F238E27FC236}">
                  <a16:creationId xmlns:a16="http://schemas.microsoft.com/office/drawing/2014/main" id="{5F8C0436-D4D3-D94B-D4E1-58302854E7DA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8" name="文本">
              <a:extLst>
                <a:ext uri="{FF2B5EF4-FFF2-40B4-BE49-F238E27FC236}">
                  <a16:creationId xmlns:a16="http://schemas.microsoft.com/office/drawing/2014/main" id="{68096BCF-DEFA-1880-5BBB-61F51FEEEE7E}"/>
                </a:ext>
              </a:extLst>
            </p:cNvPr>
            <p:cNvSpPr txBox="1"/>
            <p:nvPr/>
          </p:nvSpPr>
          <p:spPr>
            <a:xfrm>
              <a:off x="6307597" y="5538470"/>
              <a:ext cx="5235375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在误差最大位置，近似幅值和实际幅值之间可以相差多大？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034F0C77-9BA0-EEEE-4A87-3C22C487DDF3}"/>
              </a:ext>
            </a:extLst>
          </p:cNvPr>
          <p:cNvGrpSpPr/>
          <p:nvPr/>
        </p:nvGrpSpPr>
        <p:grpSpPr>
          <a:xfrm>
            <a:off x="8066007" y="1595828"/>
            <a:ext cx="3222867" cy="2395689"/>
            <a:chOff x="8066007" y="1595828"/>
            <a:chExt cx="3222867" cy="2395689"/>
          </a:xfrm>
        </p:grpSpPr>
        <p:cxnSp>
          <p:nvCxnSpPr>
            <p:cNvPr id="64" name="频率轴1">
              <a:extLst>
                <a:ext uri="{FF2B5EF4-FFF2-40B4-BE49-F238E27FC236}">
                  <a16:creationId xmlns:a16="http://schemas.microsoft.com/office/drawing/2014/main" id="{39195EA4-EE78-68B1-FB5B-A7B69F556D75}"/>
                </a:ext>
              </a:extLst>
            </p:cNvPr>
            <p:cNvCxnSpPr>
              <a:cxnSpLocks/>
            </p:cNvCxnSpPr>
            <p:nvPr/>
          </p:nvCxnSpPr>
          <p:spPr>
            <a:xfrm>
              <a:off x="8646683" y="3740932"/>
              <a:ext cx="251975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幅值轴">
              <a:extLst>
                <a:ext uri="{FF2B5EF4-FFF2-40B4-BE49-F238E27FC236}">
                  <a16:creationId xmlns:a16="http://schemas.microsoft.com/office/drawing/2014/main" id="{3BFAC089-47E2-0B47-3F94-1368557BA7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45382" y="2044938"/>
              <a:ext cx="1301" cy="170351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14F7F5CB-E592-E547-59C8-DAA60475E9B9}"/>
                    </a:ext>
                  </a:extLst>
                </p:cNvPr>
                <p:cNvSpPr txBox="1"/>
                <p:nvPr/>
              </p:nvSpPr>
              <p:spPr>
                <a:xfrm>
                  <a:off x="8615363" y="1595828"/>
                  <a:ext cx="148975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dB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14F7F5CB-E592-E547-59C8-DAA60475E9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5363" y="1595828"/>
                  <a:ext cx="1489753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11E6982F-64A3-E18E-87E0-A4244ED254D8}"/>
                    </a:ext>
                  </a:extLst>
                </p:cNvPr>
                <p:cNvSpPr txBox="1"/>
                <p:nvPr/>
              </p:nvSpPr>
              <p:spPr>
                <a:xfrm>
                  <a:off x="8066007" y="2031736"/>
                  <a:ext cx="365236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11E6982F-64A3-E18E-87E0-A4244ED254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66007" y="2031736"/>
                  <a:ext cx="365236" cy="524695"/>
                </a:xfrm>
                <a:prstGeom prst="rect">
                  <a:avLst/>
                </a:prstGeom>
                <a:blipFill>
                  <a:blip r:embed="rId4"/>
                  <a:stretch>
                    <a:fillRect l="-10345" r="-6896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61CA3B0A-F309-7B24-2DE4-625BA56FFB1F}"/>
                    </a:ext>
                  </a:extLst>
                </p:cNvPr>
                <p:cNvSpPr txBox="1"/>
                <p:nvPr/>
              </p:nvSpPr>
              <p:spPr>
                <a:xfrm>
                  <a:off x="8073634" y="2793684"/>
                  <a:ext cx="3652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61CA3B0A-F309-7B24-2DE4-625BA56FFB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73634" y="2793684"/>
                  <a:ext cx="365236" cy="523220"/>
                </a:xfrm>
                <a:prstGeom prst="rect">
                  <a:avLst/>
                </a:prstGeom>
                <a:blipFill>
                  <a:blip r:embed="rId5"/>
                  <a:stretch>
                    <a:fillRect l="-6667" r="-6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D09D5FD0-CB32-AB56-C4FF-3D4C712D05F2}"/>
                    </a:ext>
                  </a:extLst>
                </p:cNvPr>
                <p:cNvSpPr txBox="1"/>
                <p:nvPr/>
              </p:nvSpPr>
              <p:spPr>
                <a:xfrm>
                  <a:off x="10899992" y="3164984"/>
                  <a:ext cx="388882" cy="43459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D09D5FD0-CB32-AB56-C4FF-3D4C712D05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99992" y="3164984"/>
                  <a:ext cx="388882" cy="434594"/>
                </a:xfrm>
                <a:prstGeom prst="rect">
                  <a:avLst/>
                </a:prstGeom>
                <a:blipFill>
                  <a:blip r:embed="rId6"/>
                  <a:stretch>
                    <a:fillRect r="-12903" b="-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40FFA102-54BD-1363-317C-5252F56D8E01}"/>
                    </a:ext>
                  </a:extLst>
                </p:cNvPr>
                <p:cNvSpPr txBox="1"/>
                <p:nvPr/>
              </p:nvSpPr>
              <p:spPr>
                <a:xfrm>
                  <a:off x="8619348" y="2945642"/>
                  <a:ext cx="195378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US" altLang="zh-CN" sz="2800" i="1">
                            <a:latin typeface="Cambria Math" panose="02040503050406030204" pitchFamily="18" charset="0"/>
                          </a:rPr>
                          <m:t>dB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dec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40FFA102-54BD-1363-317C-5252F56D8E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9348" y="2945642"/>
                  <a:ext cx="1953782" cy="523220"/>
                </a:xfrm>
                <a:prstGeom prst="rect">
                  <a:avLst/>
                </a:prstGeom>
                <a:blipFill>
                  <a:blip r:embed="rId7"/>
                  <a:stretch>
                    <a:fillRect b="-162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AC09517E-9569-DE20-8FCD-AD335814336E}"/>
                    </a:ext>
                  </a:extLst>
                </p:cNvPr>
                <p:cNvSpPr txBox="1"/>
                <p:nvPr/>
              </p:nvSpPr>
              <p:spPr>
                <a:xfrm>
                  <a:off x="8218705" y="3468297"/>
                  <a:ext cx="3652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AC09517E-9569-DE20-8FCD-AD33581433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8705" y="3468297"/>
                  <a:ext cx="365236" cy="523220"/>
                </a:xfrm>
                <a:prstGeom prst="rect">
                  <a:avLst/>
                </a:prstGeom>
                <a:blipFill>
                  <a:blip r:embed="rId8"/>
                  <a:stretch>
                    <a:fillRect l="-10345" r="-1379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1" name="幅频响应1">
            <a:extLst>
              <a:ext uri="{FF2B5EF4-FFF2-40B4-BE49-F238E27FC236}">
                <a16:creationId xmlns:a16="http://schemas.microsoft.com/office/drawing/2014/main" id="{6C91CFCA-6AA5-5D43-921C-B2449A6C5165}"/>
              </a:ext>
            </a:extLst>
          </p:cNvPr>
          <p:cNvSpPr/>
          <p:nvPr/>
        </p:nvSpPr>
        <p:spPr>
          <a:xfrm>
            <a:off x="8648678" y="3208146"/>
            <a:ext cx="2154082" cy="531892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1219617"/>
              <a:gd name="connsiteY0" fmla="*/ 1008849 h 1008849"/>
              <a:gd name="connsiteX1" fmla="*/ 711495 w 1219617"/>
              <a:gd name="connsiteY1" fmla="*/ 255175 h 1008849"/>
              <a:gd name="connsiteX2" fmla="*/ 1219617 w 1219617"/>
              <a:gd name="connsiteY2" fmla="*/ 0 h 1008849"/>
              <a:gd name="connsiteX0" fmla="*/ 0 w 1219617"/>
              <a:gd name="connsiteY0" fmla="*/ 1008849 h 1166836"/>
              <a:gd name="connsiteX1" fmla="*/ 588028 w 1219617"/>
              <a:gd name="connsiteY1" fmla="*/ 970427 h 1166836"/>
              <a:gd name="connsiteX2" fmla="*/ 1219617 w 1219617"/>
              <a:gd name="connsiteY2" fmla="*/ 0 h 1166836"/>
              <a:gd name="connsiteX0" fmla="*/ 0 w 1219617"/>
              <a:gd name="connsiteY0" fmla="*/ 1008849 h 1008849"/>
              <a:gd name="connsiteX1" fmla="*/ 588028 w 1219617"/>
              <a:gd name="connsiteY1" fmla="*/ 970427 h 1008849"/>
              <a:gd name="connsiteX2" fmla="*/ 1219617 w 1219617"/>
              <a:gd name="connsiteY2" fmla="*/ 0 h 1008849"/>
              <a:gd name="connsiteX0" fmla="*/ 0 w 1219617"/>
              <a:gd name="connsiteY0" fmla="*/ 1008849 h 1008849"/>
              <a:gd name="connsiteX1" fmla="*/ 588028 w 1219617"/>
              <a:gd name="connsiteY1" fmla="*/ 970427 h 1008849"/>
              <a:gd name="connsiteX2" fmla="*/ 1219617 w 1219617"/>
              <a:gd name="connsiteY2" fmla="*/ 0 h 1008849"/>
              <a:gd name="connsiteX0" fmla="*/ 0 w 1219617"/>
              <a:gd name="connsiteY0" fmla="*/ 1008849 h 1008849"/>
              <a:gd name="connsiteX1" fmla="*/ 588028 w 1219617"/>
              <a:gd name="connsiteY1" fmla="*/ 970427 h 1008849"/>
              <a:gd name="connsiteX2" fmla="*/ 1219617 w 1219617"/>
              <a:gd name="connsiteY2" fmla="*/ 0 h 1008849"/>
              <a:gd name="connsiteX0" fmla="*/ 0 w 1219617"/>
              <a:gd name="connsiteY0" fmla="*/ 961947 h 970427"/>
              <a:gd name="connsiteX1" fmla="*/ 588028 w 1219617"/>
              <a:gd name="connsiteY1" fmla="*/ 970427 h 970427"/>
              <a:gd name="connsiteX2" fmla="*/ 1219617 w 1219617"/>
              <a:gd name="connsiteY2" fmla="*/ 0 h 970427"/>
              <a:gd name="connsiteX0" fmla="*/ 0 w 1219617"/>
              <a:gd name="connsiteY0" fmla="*/ 961947 h 970427"/>
              <a:gd name="connsiteX1" fmla="*/ 588028 w 1219617"/>
              <a:gd name="connsiteY1" fmla="*/ 970427 h 970427"/>
              <a:gd name="connsiteX2" fmla="*/ 1219617 w 1219617"/>
              <a:gd name="connsiteY2" fmla="*/ 0 h 970427"/>
              <a:gd name="connsiteX0" fmla="*/ 0 w 1219617"/>
              <a:gd name="connsiteY0" fmla="*/ 961947 h 970427"/>
              <a:gd name="connsiteX1" fmla="*/ 588028 w 1219617"/>
              <a:gd name="connsiteY1" fmla="*/ 970427 h 970427"/>
              <a:gd name="connsiteX2" fmla="*/ 1219617 w 1219617"/>
              <a:gd name="connsiteY2" fmla="*/ 0 h 970427"/>
              <a:gd name="connsiteX0" fmla="*/ 0 w 1219617"/>
              <a:gd name="connsiteY0" fmla="*/ 961947 h 982152"/>
              <a:gd name="connsiteX1" fmla="*/ 623981 w 1219617"/>
              <a:gd name="connsiteY1" fmla="*/ 982152 h 982152"/>
              <a:gd name="connsiteX2" fmla="*/ 1219617 w 1219617"/>
              <a:gd name="connsiteY2" fmla="*/ 0 h 982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9617" h="982152">
                <a:moveTo>
                  <a:pt x="0" y="961947"/>
                </a:moveTo>
                <a:lnTo>
                  <a:pt x="623981" y="982152"/>
                </a:lnTo>
                <a:cubicBezTo>
                  <a:pt x="945912" y="457181"/>
                  <a:pt x="891420" y="478435"/>
                  <a:pt x="1219617" y="0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3" name="幅频响应2">
            <a:extLst>
              <a:ext uri="{FF2B5EF4-FFF2-40B4-BE49-F238E27FC236}">
                <a16:creationId xmlns:a16="http://schemas.microsoft.com/office/drawing/2014/main" id="{D43F6065-B59D-187E-64AC-4E09BCA5600B}"/>
              </a:ext>
            </a:extLst>
          </p:cNvPr>
          <p:cNvSpPr/>
          <p:nvPr/>
        </p:nvSpPr>
        <p:spPr>
          <a:xfrm>
            <a:off x="8626181" y="3201109"/>
            <a:ext cx="2154082" cy="521347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1219617"/>
              <a:gd name="connsiteY0" fmla="*/ 1008849 h 1008849"/>
              <a:gd name="connsiteX1" fmla="*/ 711495 w 1219617"/>
              <a:gd name="connsiteY1" fmla="*/ 255175 h 1008849"/>
              <a:gd name="connsiteX2" fmla="*/ 1219617 w 1219617"/>
              <a:gd name="connsiteY2" fmla="*/ 0 h 1008849"/>
              <a:gd name="connsiteX0" fmla="*/ 0 w 1219617"/>
              <a:gd name="connsiteY0" fmla="*/ 1008849 h 1166836"/>
              <a:gd name="connsiteX1" fmla="*/ 588028 w 1219617"/>
              <a:gd name="connsiteY1" fmla="*/ 970427 h 1166836"/>
              <a:gd name="connsiteX2" fmla="*/ 1219617 w 1219617"/>
              <a:gd name="connsiteY2" fmla="*/ 0 h 1166836"/>
              <a:gd name="connsiteX0" fmla="*/ 0 w 1219617"/>
              <a:gd name="connsiteY0" fmla="*/ 1008849 h 1008849"/>
              <a:gd name="connsiteX1" fmla="*/ 588028 w 1219617"/>
              <a:gd name="connsiteY1" fmla="*/ 970427 h 1008849"/>
              <a:gd name="connsiteX2" fmla="*/ 1219617 w 1219617"/>
              <a:gd name="connsiteY2" fmla="*/ 0 h 1008849"/>
              <a:gd name="connsiteX0" fmla="*/ 0 w 1219617"/>
              <a:gd name="connsiteY0" fmla="*/ 1008849 h 1008849"/>
              <a:gd name="connsiteX1" fmla="*/ 588028 w 1219617"/>
              <a:gd name="connsiteY1" fmla="*/ 970427 h 1008849"/>
              <a:gd name="connsiteX2" fmla="*/ 1219617 w 1219617"/>
              <a:gd name="connsiteY2" fmla="*/ 0 h 1008849"/>
              <a:gd name="connsiteX0" fmla="*/ 0 w 1219617"/>
              <a:gd name="connsiteY0" fmla="*/ 1008849 h 1008849"/>
              <a:gd name="connsiteX1" fmla="*/ 588028 w 1219617"/>
              <a:gd name="connsiteY1" fmla="*/ 970427 h 1008849"/>
              <a:gd name="connsiteX2" fmla="*/ 1219617 w 1219617"/>
              <a:gd name="connsiteY2" fmla="*/ 0 h 1008849"/>
              <a:gd name="connsiteX0" fmla="*/ 0 w 1219617"/>
              <a:gd name="connsiteY0" fmla="*/ 961947 h 970427"/>
              <a:gd name="connsiteX1" fmla="*/ 588028 w 1219617"/>
              <a:gd name="connsiteY1" fmla="*/ 970427 h 970427"/>
              <a:gd name="connsiteX2" fmla="*/ 1219617 w 1219617"/>
              <a:gd name="connsiteY2" fmla="*/ 0 h 970427"/>
              <a:gd name="connsiteX0" fmla="*/ 0 w 1219617"/>
              <a:gd name="connsiteY0" fmla="*/ 961947 h 970427"/>
              <a:gd name="connsiteX1" fmla="*/ 588028 w 1219617"/>
              <a:gd name="connsiteY1" fmla="*/ 970427 h 970427"/>
              <a:gd name="connsiteX2" fmla="*/ 1219617 w 1219617"/>
              <a:gd name="connsiteY2" fmla="*/ 0 h 970427"/>
              <a:gd name="connsiteX0" fmla="*/ 0 w 1219617"/>
              <a:gd name="connsiteY0" fmla="*/ 961947 h 970427"/>
              <a:gd name="connsiteX1" fmla="*/ 588028 w 1219617"/>
              <a:gd name="connsiteY1" fmla="*/ 970427 h 970427"/>
              <a:gd name="connsiteX2" fmla="*/ 1219617 w 1219617"/>
              <a:gd name="connsiteY2" fmla="*/ 0 h 970427"/>
              <a:gd name="connsiteX0" fmla="*/ 0 w 1219617"/>
              <a:gd name="connsiteY0" fmla="*/ 961947 h 982152"/>
              <a:gd name="connsiteX1" fmla="*/ 623981 w 1219617"/>
              <a:gd name="connsiteY1" fmla="*/ 982152 h 982152"/>
              <a:gd name="connsiteX2" fmla="*/ 1219617 w 1219617"/>
              <a:gd name="connsiteY2" fmla="*/ 0 h 982152"/>
              <a:gd name="connsiteX0" fmla="*/ 0 w 1219617"/>
              <a:gd name="connsiteY0" fmla="*/ 961947 h 982217"/>
              <a:gd name="connsiteX1" fmla="*/ 623981 w 1219617"/>
              <a:gd name="connsiteY1" fmla="*/ 982152 h 982217"/>
              <a:gd name="connsiteX2" fmla="*/ 1219617 w 1219617"/>
              <a:gd name="connsiteY2" fmla="*/ 0 h 982217"/>
              <a:gd name="connsiteX0" fmla="*/ 0 w 1219617"/>
              <a:gd name="connsiteY0" fmla="*/ 961947 h 1012293"/>
              <a:gd name="connsiteX1" fmla="*/ 623981 w 1219617"/>
              <a:gd name="connsiteY1" fmla="*/ 982152 h 1012293"/>
              <a:gd name="connsiteX2" fmla="*/ 1219617 w 1219617"/>
              <a:gd name="connsiteY2" fmla="*/ 0 h 1012293"/>
              <a:gd name="connsiteX0" fmla="*/ 0 w 1219617"/>
              <a:gd name="connsiteY0" fmla="*/ 961947 h 973594"/>
              <a:gd name="connsiteX1" fmla="*/ 627576 w 1219617"/>
              <a:gd name="connsiteY1" fmla="*/ 923525 h 973594"/>
              <a:gd name="connsiteX2" fmla="*/ 1219617 w 1219617"/>
              <a:gd name="connsiteY2" fmla="*/ 0 h 973594"/>
              <a:gd name="connsiteX0" fmla="*/ 0 w 1219617"/>
              <a:gd name="connsiteY0" fmla="*/ 961947 h 982505"/>
              <a:gd name="connsiteX1" fmla="*/ 627576 w 1219617"/>
              <a:gd name="connsiteY1" fmla="*/ 923525 h 982505"/>
              <a:gd name="connsiteX2" fmla="*/ 1219617 w 1219617"/>
              <a:gd name="connsiteY2" fmla="*/ 0 h 982505"/>
              <a:gd name="connsiteX0" fmla="*/ 0 w 1219617"/>
              <a:gd name="connsiteY0" fmla="*/ 961947 h 966512"/>
              <a:gd name="connsiteX1" fmla="*/ 627576 w 1219617"/>
              <a:gd name="connsiteY1" fmla="*/ 923525 h 966512"/>
              <a:gd name="connsiteX2" fmla="*/ 1219617 w 1219617"/>
              <a:gd name="connsiteY2" fmla="*/ 0 h 966512"/>
              <a:gd name="connsiteX0" fmla="*/ 0 w 1219617"/>
              <a:gd name="connsiteY0" fmla="*/ 961947 h 962538"/>
              <a:gd name="connsiteX1" fmla="*/ 627576 w 1219617"/>
              <a:gd name="connsiteY1" fmla="*/ 864898 h 962538"/>
              <a:gd name="connsiteX2" fmla="*/ 1219617 w 1219617"/>
              <a:gd name="connsiteY2" fmla="*/ 0 h 962538"/>
              <a:gd name="connsiteX0" fmla="*/ 0 w 1219617"/>
              <a:gd name="connsiteY0" fmla="*/ 961947 h 965175"/>
              <a:gd name="connsiteX1" fmla="*/ 627576 w 1219617"/>
              <a:gd name="connsiteY1" fmla="*/ 864898 h 965175"/>
              <a:gd name="connsiteX2" fmla="*/ 1219617 w 1219617"/>
              <a:gd name="connsiteY2" fmla="*/ 0 h 965175"/>
              <a:gd name="connsiteX0" fmla="*/ 0 w 1219617"/>
              <a:gd name="connsiteY0" fmla="*/ 961947 h 962680"/>
              <a:gd name="connsiteX1" fmla="*/ 627576 w 1219617"/>
              <a:gd name="connsiteY1" fmla="*/ 864898 h 962680"/>
              <a:gd name="connsiteX2" fmla="*/ 1219617 w 1219617"/>
              <a:gd name="connsiteY2" fmla="*/ 0 h 962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9617" h="962680">
                <a:moveTo>
                  <a:pt x="0" y="961947"/>
                </a:moveTo>
                <a:cubicBezTo>
                  <a:pt x="207994" y="968682"/>
                  <a:pt x="534631" y="928516"/>
                  <a:pt x="627576" y="864898"/>
                </a:cubicBezTo>
                <a:cubicBezTo>
                  <a:pt x="720521" y="801280"/>
                  <a:pt x="891420" y="478435"/>
                  <a:pt x="1219617" y="0"/>
                </a:cubicBezTo>
              </a:path>
            </a:pathLst>
          </a:custGeom>
          <a:noFill/>
          <a:ln w="38100">
            <a:solidFill>
              <a:schemeClr val="accent4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6800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7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课后思考</a:t>
            </a:r>
          </a:p>
        </p:txBody>
      </p:sp>
      <p:grpSp>
        <p:nvGrpSpPr>
          <p:cNvPr id="3" name="问题">
            <a:extLst>
              <a:ext uri="{FF2B5EF4-FFF2-40B4-BE49-F238E27FC236}">
                <a16:creationId xmlns:a16="http://schemas.microsoft.com/office/drawing/2014/main" id="{D06D3F1D-D77A-CF55-27C3-5010FE1F3D41}"/>
              </a:ext>
            </a:extLst>
          </p:cNvPr>
          <p:cNvGrpSpPr/>
          <p:nvPr/>
        </p:nvGrpSpPr>
        <p:grpSpPr>
          <a:xfrm>
            <a:off x="6059488" y="318248"/>
            <a:ext cx="6207768" cy="881063"/>
            <a:chOff x="5348307" y="5538470"/>
            <a:chExt cx="6207768" cy="881063"/>
          </a:xfrm>
        </p:grpSpPr>
        <p:sp>
          <p:nvSpPr>
            <p:cNvPr id="4" name="问号">
              <a:extLst>
                <a:ext uri="{FF2B5EF4-FFF2-40B4-BE49-F238E27FC236}">
                  <a16:creationId xmlns:a16="http://schemas.microsoft.com/office/drawing/2014/main" id="{D1612918-97F0-8B94-875C-DFD8D3439BA3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5" name="文本">
              <a:extLst>
                <a:ext uri="{FF2B5EF4-FFF2-40B4-BE49-F238E27FC236}">
                  <a16:creationId xmlns:a16="http://schemas.microsoft.com/office/drawing/2014/main" id="{B40EDE9D-B618-037F-57F9-2304DF45231C}"/>
                </a:ext>
              </a:extLst>
            </p:cNvPr>
            <p:cNvSpPr txBox="1"/>
            <p:nvPr/>
          </p:nvSpPr>
          <p:spPr>
            <a:xfrm>
              <a:off x="6320700" y="5585692"/>
              <a:ext cx="523537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根据下图实验数据推断传函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96C281F7-88CC-A902-A5B2-F97B74706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2562" y="1181533"/>
            <a:ext cx="12190413" cy="568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4199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课外拓展及预习要求</a:t>
            </a:r>
          </a:p>
        </p:txBody>
      </p:sp>
      <p:sp>
        <p:nvSpPr>
          <p:cNvPr id="6" name="说明1">
            <a:extLst>
              <a:ext uri="{FF2B5EF4-FFF2-40B4-BE49-F238E27FC236}">
                <a16:creationId xmlns:a16="http://schemas.microsoft.com/office/drawing/2014/main" id="{EAEF012D-62CA-5326-65BE-0E9657263C8A}"/>
              </a:ext>
            </a:extLst>
          </p:cNvPr>
          <p:cNvSpPr txBox="1"/>
          <p:nvPr/>
        </p:nvSpPr>
        <p:spPr>
          <a:xfrm>
            <a:off x="3935413" y="2749986"/>
            <a:ext cx="777437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[1]</a:t>
            </a:r>
            <a:r>
              <a:rPr lang="zh-CN" altLang="en-US" sz="2800" dirty="0"/>
              <a:t> </a:t>
            </a:r>
            <a:r>
              <a:rPr lang="en" altLang="zh-CN" sz="2800" dirty="0"/>
              <a:t>Anderson, P. M., &amp; </a:t>
            </a:r>
            <a:r>
              <a:rPr lang="en" altLang="zh-CN" sz="2800" dirty="0" err="1"/>
              <a:t>Mirheydar</a:t>
            </a:r>
            <a:r>
              <a:rPr lang="en" altLang="zh-CN" sz="2800" dirty="0"/>
              <a:t>, M. (1990). A low-order system frequency response model. IEEE Transactions on Power Systems, 5(3), 720-729.</a:t>
            </a:r>
          </a:p>
          <a:p>
            <a:r>
              <a:rPr lang="en-US" altLang="zh-CN" sz="2800" dirty="0"/>
              <a:t>[2]</a:t>
            </a:r>
            <a:r>
              <a:rPr lang="zh-CN" altLang="en-US" sz="2800" dirty="0"/>
              <a:t> </a:t>
            </a:r>
            <a:r>
              <a:rPr lang="en" altLang="zh-CN" sz="2800" dirty="0"/>
              <a:t>Hong, Q., Karimi, M., Sun, M., Norris, S., </a:t>
            </a:r>
            <a:r>
              <a:rPr lang="en" altLang="zh-CN" sz="2800" dirty="0" err="1"/>
              <a:t>Bagleybter</a:t>
            </a:r>
            <a:r>
              <a:rPr lang="en" altLang="zh-CN" sz="2800" dirty="0"/>
              <a:t>, O., Wilson, D., ... &amp; Booth, C. D. (2020). Design and validation of a wide area monitoring and control system for fast frequency response. IEEE Transactions on Smart Grid, 11(4), 3394-3404.</a:t>
            </a:r>
            <a:endParaRPr lang="zh-CN" altLang="en-US" sz="2800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29BE753E-CE79-B25B-9FC8-07A662161080}"/>
              </a:ext>
            </a:extLst>
          </p:cNvPr>
          <p:cNvGrpSpPr/>
          <p:nvPr/>
        </p:nvGrpSpPr>
        <p:grpSpPr>
          <a:xfrm>
            <a:off x="1054646" y="1275502"/>
            <a:ext cx="10801200" cy="3731473"/>
            <a:chOff x="1054646" y="1275502"/>
            <a:chExt cx="10801200" cy="3731473"/>
          </a:xfrm>
        </p:grpSpPr>
        <p:sp>
          <p:nvSpPr>
            <p:cNvPr id="3" name="说明4">
              <a:extLst>
                <a:ext uri="{FF2B5EF4-FFF2-40B4-BE49-F238E27FC236}">
                  <a16:creationId xmlns:a16="http://schemas.microsoft.com/office/drawing/2014/main" id="{6A9078A1-B8A5-3E58-79B2-6A6A74BEE34F}"/>
                </a:ext>
              </a:extLst>
            </p:cNvPr>
            <p:cNvSpPr txBox="1"/>
            <p:nvPr/>
          </p:nvSpPr>
          <p:spPr>
            <a:xfrm>
              <a:off x="3940148" y="1275502"/>
              <a:ext cx="7915698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800" dirty="0"/>
                <a:t>DR_CAN</a:t>
              </a:r>
              <a:r>
                <a:rPr lang="zh-CN" altLang="en-US" sz="2800" dirty="0"/>
                <a:t>一阶系统的频率响应</a:t>
              </a:r>
              <a:r>
                <a:rPr lang="en-US" altLang="zh-CN" sz="2800" dirty="0"/>
                <a:t>_</a:t>
              </a:r>
              <a:r>
                <a:rPr lang="zh-CN" altLang="en-US" sz="2800" dirty="0"/>
                <a:t>低通滤波器：</a:t>
              </a:r>
              <a:r>
                <a:rPr lang="en" altLang="zh-CN" sz="2800" dirty="0"/>
                <a:t> https://</a:t>
              </a:r>
              <a:r>
                <a:rPr lang="en" altLang="zh-CN" sz="2800" dirty="0" err="1"/>
                <a:t>www.bilibili.com</a:t>
              </a:r>
              <a:r>
                <a:rPr lang="en" altLang="zh-CN" sz="2800" dirty="0"/>
                <a:t>/video/BV1Rb411M7wv?share_source=</a:t>
              </a:r>
              <a:r>
                <a:rPr lang="en" altLang="zh-CN" sz="2800" dirty="0" err="1"/>
                <a:t>copy_web</a:t>
              </a:r>
              <a:endParaRPr lang="zh-CN" altLang="en-US" sz="2800" dirty="0"/>
            </a:p>
          </p:txBody>
        </p:sp>
        <p:pic>
          <p:nvPicPr>
            <p:cNvPr id="4" name="图片 3" descr="图片包含 徽标&#10;&#10;描述已自动生成">
              <a:extLst>
                <a:ext uri="{FF2B5EF4-FFF2-40B4-BE49-F238E27FC236}">
                  <a16:creationId xmlns:a16="http://schemas.microsoft.com/office/drawing/2014/main" id="{67CF8067-E06E-FA88-4275-FE3DC547A2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4646" y="1484784"/>
              <a:ext cx="2095500" cy="1435100"/>
            </a:xfrm>
            <a:prstGeom prst="rect">
              <a:avLst/>
            </a:prstGeom>
          </p:spPr>
        </p:pic>
        <p:pic>
          <p:nvPicPr>
            <p:cNvPr id="5122" name="Picture 2">
              <a:extLst>
                <a:ext uri="{FF2B5EF4-FFF2-40B4-BE49-F238E27FC236}">
                  <a16:creationId xmlns:a16="http://schemas.microsoft.com/office/drawing/2014/main" id="{402436EB-86A7-3FBB-8683-0EF1597F5E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5146" y="3292475"/>
              <a:ext cx="1714500" cy="1714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087039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课外拓展及预习要求</a:t>
            </a:r>
          </a:p>
        </p:txBody>
      </p:sp>
      <p:pic>
        <p:nvPicPr>
          <p:cNvPr id="12" name="图形 11" descr="翻开的书、台灯、书、钢笔和铅笔">
            <a:extLst>
              <a:ext uri="{FF2B5EF4-FFF2-40B4-BE49-F238E27FC236}">
                <a16:creationId xmlns:a16="http://schemas.microsoft.com/office/drawing/2014/main" id="{E4D2B8AC-B004-AD54-F56D-CBCCEF2469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148226"/>
            <a:ext cx="4148932" cy="4148932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A898460F-B659-9221-12A1-BDB9965F118D}"/>
              </a:ext>
            </a:extLst>
          </p:cNvPr>
          <p:cNvGrpSpPr/>
          <p:nvPr/>
        </p:nvGrpSpPr>
        <p:grpSpPr>
          <a:xfrm>
            <a:off x="994874" y="993120"/>
            <a:ext cx="10404633" cy="2952764"/>
            <a:chOff x="994874" y="993120"/>
            <a:chExt cx="10404633" cy="2952764"/>
          </a:xfrm>
        </p:grpSpPr>
        <p:sp>
          <p:nvSpPr>
            <p:cNvPr id="3" name="说明4">
              <a:extLst>
                <a:ext uri="{FF2B5EF4-FFF2-40B4-BE49-F238E27FC236}">
                  <a16:creationId xmlns:a16="http://schemas.microsoft.com/office/drawing/2014/main" id="{6A9078A1-B8A5-3E58-79B2-6A6A74BEE34F}"/>
                </a:ext>
              </a:extLst>
            </p:cNvPr>
            <p:cNvSpPr txBox="1"/>
            <p:nvPr/>
          </p:nvSpPr>
          <p:spPr>
            <a:xfrm>
              <a:off x="3940148" y="1275502"/>
              <a:ext cx="745935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/>
                <a:t>控制之美，王天威著，清华大学出版社，</a:t>
              </a:r>
              <a:r>
                <a:rPr lang="en-US" altLang="zh-CN" sz="2800" dirty="0"/>
                <a:t>2022</a:t>
              </a:r>
              <a:endParaRPr lang="zh-CN" altLang="en-US" sz="2800" dirty="0"/>
            </a:p>
          </p:txBody>
        </p:sp>
        <p:pic>
          <p:nvPicPr>
            <p:cNvPr id="13" name="图片 12" descr="图片包含 文本&#10;&#10;描述已自动生成">
              <a:extLst>
                <a:ext uri="{FF2B5EF4-FFF2-40B4-BE49-F238E27FC236}">
                  <a16:creationId xmlns:a16="http://schemas.microsoft.com/office/drawing/2014/main" id="{8FD22F2E-5A35-F8FB-3E4E-6F97DF4C3B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4874" y="993120"/>
              <a:ext cx="2148003" cy="2952764"/>
            </a:xfrm>
            <a:prstGeom prst="rect">
              <a:avLst/>
            </a:prstGeom>
          </p:spPr>
        </p:pic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CA833D62-9AC5-B25B-7261-8E35A19CF426}"/>
              </a:ext>
            </a:extLst>
          </p:cNvPr>
          <p:cNvGrpSpPr/>
          <p:nvPr/>
        </p:nvGrpSpPr>
        <p:grpSpPr>
          <a:xfrm>
            <a:off x="4654550" y="3598779"/>
            <a:ext cx="7271320" cy="2921000"/>
            <a:chOff x="4654550" y="3598779"/>
            <a:chExt cx="7271320" cy="2921000"/>
          </a:xfrm>
        </p:grpSpPr>
        <p:sp>
          <p:nvSpPr>
            <p:cNvPr id="9" name="说明1">
              <a:extLst>
                <a:ext uri="{FF2B5EF4-FFF2-40B4-BE49-F238E27FC236}">
                  <a16:creationId xmlns:a16="http://schemas.microsoft.com/office/drawing/2014/main" id="{75AF8125-108A-60BC-B6E2-2AAF0040A830}"/>
                </a:ext>
              </a:extLst>
            </p:cNvPr>
            <p:cNvSpPr txBox="1"/>
            <p:nvPr/>
          </p:nvSpPr>
          <p:spPr>
            <a:xfrm>
              <a:off x="4654550" y="4955833"/>
              <a:ext cx="3526714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zh-CN" altLang="en-US" sz="2800" dirty="0"/>
                <a:t>在线视频</a:t>
              </a:r>
              <a:r>
                <a:rPr lang="en-US" altLang="zh-CN" sz="2800" dirty="0"/>
                <a:t>092</a:t>
              </a:r>
              <a:r>
                <a:rPr lang="zh-CN" altLang="en-US" sz="2800" dirty="0"/>
                <a:t>，</a:t>
              </a:r>
              <a:r>
                <a:rPr lang="en-US" altLang="zh-CN" sz="2800" dirty="0"/>
                <a:t>093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zh-CN" altLang="en-US" sz="2800" dirty="0"/>
                <a:t>参与在线讨论</a:t>
              </a:r>
            </a:p>
          </p:txBody>
        </p:sp>
        <p:pic>
          <p:nvPicPr>
            <p:cNvPr id="6" name="图片 5" descr="手机屏幕截图&#10;&#10;描述已自动生成">
              <a:extLst>
                <a:ext uri="{FF2B5EF4-FFF2-40B4-BE49-F238E27FC236}">
                  <a16:creationId xmlns:a16="http://schemas.microsoft.com/office/drawing/2014/main" id="{CB13069E-80D2-ABC0-4975-56F4592C0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1470" y="3598779"/>
              <a:ext cx="3454400" cy="2921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8103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">
            <a:extLst>
              <a:ext uri="{FF2B5EF4-FFF2-40B4-BE49-F238E27FC236}">
                <a16:creationId xmlns:a16="http://schemas.microsoft.com/office/drawing/2014/main" id="{A6FE66DB-1AB0-C7CA-D208-21EB02C2064D}"/>
              </a:ext>
            </a:extLst>
          </p:cNvPr>
          <p:cNvSpPr/>
          <p:nvPr/>
        </p:nvSpPr>
        <p:spPr bwMode="auto">
          <a:xfrm>
            <a:off x="2062560" y="4077072"/>
            <a:ext cx="2304256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感谢聆听！</a:t>
            </a:r>
          </a:p>
        </p:txBody>
      </p:sp>
      <p:cxnSp>
        <p:nvCxnSpPr>
          <p:cNvPr id="112" name="实轴根轨迹2" hidden="1">
            <a:extLst>
              <a:ext uri="{FF2B5EF4-FFF2-40B4-BE49-F238E27FC236}">
                <a16:creationId xmlns:a16="http://schemas.microsoft.com/office/drawing/2014/main" id="{E3BFF0B5-75EB-88CB-D2B8-45B1CB7B3820}"/>
              </a:ext>
            </a:extLst>
          </p:cNvPr>
          <p:cNvCxnSpPr>
            <a:cxnSpLocks/>
          </p:cNvCxnSpPr>
          <p:nvPr/>
        </p:nvCxnSpPr>
        <p:spPr>
          <a:xfrm flipH="1" flipV="1">
            <a:off x="6781576" y="3495280"/>
            <a:ext cx="3108553" cy="6820"/>
          </a:xfrm>
          <a:prstGeom prst="straightConnector1">
            <a:avLst/>
          </a:prstGeom>
          <a:ln w="38100">
            <a:solidFill>
              <a:srgbClr val="E448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实轴根轨迹1" hidden="1">
            <a:extLst>
              <a:ext uri="{FF2B5EF4-FFF2-40B4-BE49-F238E27FC236}">
                <a16:creationId xmlns:a16="http://schemas.microsoft.com/office/drawing/2014/main" id="{D3BFAEBF-E730-5646-6B89-280B20B81EF2}"/>
              </a:ext>
            </a:extLst>
          </p:cNvPr>
          <p:cNvCxnSpPr>
            <a:cxnSpLocks/>
          </p:cNvCxnSpPr>
          <p:nvPr/>
        </p:nvCxnSpPr>
        <p:spPr>
          <a:xfrm flipH="1">
            <a:off x="10351817" y="3501653"/>
            <a:ext cx="456895" cy="0"/>
          </a:xfrm>
          <a:prstGeom prst="straightConnector1">
            <a:avLst/>
          </a:prstGeom>
          <a:ln w="38100">
            <a:solidFill>
              <a:srgbClr val="E448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6012C9C0-0154-E5D4-BBD1-9D612D07E5F3}"/>
              </a:ext>
            </a:extLst>
          </p:cNvPr>
          <p:cNvGrpSpPr/>
          <p:nvPr/>
        </p:nvGrpSpPr>
        <p:grpSpPr>
          <a:xfrm>
            <a:off x="5266215" y="2492896"/>
            <a:ext cx="6698295" cy="3008113"/>
            <a:chOff x="621046" y="1007428"/>
            <a:chExt cx="10706565" cy="5501693"/>
          </a:xfrm>
        </p:grpSpPr>
        <p:cxnSp>
          <p:nvCxnSpPr>
            <p:cNvPr id="62" name="辅助线">
              <a:extLst>
                <a:ext uri="{FF2B5EF4-FFF2-40B4-BE49-F238E27FC236}">
                  <a16:creationId xmlns:a16="http://schemas.microsoft.com/office/drawing/2014/main" id="{C6ED5EAC-3FF6-D4F5-A5BB-D8E64049A4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1628800"/>
              <a:ext cx="871296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辅助线">
              <a:extLst>
                <a:ext uri="{FF2B5EF4-FFF2-40B4-BE49-F238E27FC236}">
                  <a16:creationId xmlns:a16="http://schemas.microsoft.com/office/drawing/2014/main" id="{0C8EFED4-8AA8-FE3C-60F0-8BE1799A36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2132856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辅助线">
              <a:extLst>
                <a:ext uri="{FF2B5EF4-FFF2-40B4-BE49-F238E27FC236}">
                  <a16:creationId xmlns:a16="http://schemas.microsoft.com/office/drawing/2014/main" id="{FA3AB099-35FC-C140-7EBD-C4D81EB364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2636912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辅助线">
              <a:extLst>
                <a:ext uri="{FF2B5EF4-FFF2-40B4-BE49-F238E27FC236}">
                  <a16:creationId xmlns:a16="http://schemas.microsoft.com/office/drawing/2014/main" id="{7F6B8E3E-BA33-D7EE-58EB-D9D3A2F4A4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3140968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辅助线">
              <a:extLst>
                <a:ext uri="{FF2B5EF4-FFF2-40B4-BE49-F238E27FC236}">
                  <a16:creationId xmlns:a16="http://schemas.microsoft.com/office/drawing/2014/main" id="{D0E04D78-99E4-94D9-A87C-6505DF8767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3645024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辅助线">
              <a:extLst>
                <a:ext uri="{FF2B5EF4-FFF2-40B4-BE49-F238E27FC236}">
                  <a16:creationId xmlns:a16="http://schemas.microsoft.com/office/drawing/2014/main" id="{324864F6-0271-CCB1-A9A5-0614772676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4149080"/>
              <a:ext cx="972108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辅助线">
              <a:extLst>
                <a:ext uri="{FF2B5EF4-FFF2-40B4-BE49-F238E27FC236}">
                  <a16:creationId xmlns:a16="http://schemas.microsoft.com/office/drawing/2014/main" id="{38775B08-7EFA-544A-A0DC-42D533E3E2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4653136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辅助线">
              <a:extLst>
                <a:ext uri="{FF2B5EF4-FFF2-40B4-BE49-F238E27FC236}">
                  <a16:creationId xmlns:a16="http://schemas.microsoft.com/office/drawing/2014/main" id="{9F7EE278-816A-CB39-3048-EEAEA6D99C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5157192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辅助线">
              <a:extLst>
                <a:ext uri="{FF2B5EF4-FFF2-40B4-BE49-F238E27FC236}">
                  <a16:creationId xmlns:a16="http://schemas.microsoft.com/office/drawing/2014/main" id="{FE3CA9C5-3448-01F2-BE7D-11D04F63DA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5661248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辅助线">
              <a:extLst>
                <a:ext uri="{FF2B5EF4-FFF2-40B4-BE49-F238E27FC236}">
                  <a16:creationId xmlns:a16="http://schemas.microsoft.com/office/drawing/2014/main" id="{D850756E-D2E6-29A1-0E14-D69228530F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6165304"/>
              <a:ext cx="871296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418F8F66-BBF3-061C-0EFA-AD7EBFE0749E}"/>
                </a:ext>
              </a:extLst>
            </p:cNvPr>
            <p:cNvGrpSpPr/>
            <p:nvPr/>
          </p:nvGrpSpPr>
          <p:grpSpPr>
            <a:xfrm>
              <a:off x="1486694" y="1052736"/>
              <a:ext cx="8707412" cy="5112568"/>
              <a:chOff x="1486694" y="1052736"/>
              <a:chExt cx="8707412" cy="5112568"/>
            </a:xfrm>
          </p:grpSpPr>
          <p:cxnSp>
            <p:nvCxnSpPr>
              <p:cNvPr id="173" name="辅助线">
                <a:extLst>
                  <a:ext uri="{FF2B5EF4-FFF2-40B4-BE49-F238E27FC236}">
                    <a16:creationId xmlns:a16="http://schemas.microsoft.com/office/drawing/2014/main" id="{F3104B32-8BD3-2075-AB3F-327A50AC589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86694" y="1052736"/>
                <a:ext cx="0" cy="511256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辅助线">
                <a:extLst>
                  <a:ext uri="{FF2B5EF4-FFF2-40B4-BE49-F238E27FC236}">
                    <a16:creationId xmlns:a16="http://schemas.microsoft.com/office/drawing/2014/main" id="{7416AAE0-D6DF-2461-1AE1-5DE9A3D7AD8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辅助线">
                <a:extLst>
                  <a:ext uri="{FF2B5EF4-FFF2-40B4-BE49-F238E27FC236}">
                    <a16:creationId xmlns:a16="http://schemas.microsoft.com/office/drawing/2014/main" id="{18ACBD28-8C2D-AF44-885A-9705D9C352B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辅助线">
                <a:extLst>
                  <a:ext uri="{FF2B5EF4-FFF2-40B4-BE49-F238E27FC236}">
                    <a16:creationId xmlns:a16="http://schemas.microsoft.com/office/drawing/2014/main" id="{E190683D-F545-BDC3-0EEB-8D337C43E9E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6" name="组合 115">
              <a:extLst>
                <a:ext uri="{FF2B5EF4-FFF2-40B4-BE49-F238E27FC236}">
                  <a16:creationId xmlns:a16="http://schemas.microsoft.com/office/drawing/2014/main" id="{6299400A-C6F2-6CF1-71ED-40053ECF7E3D}"/>
                </a:ext>
              </a:extLst>
            </p:cNvPr>
            <p:cNvGrpSpPr/>
            <p:nvPr/>
          </p:nvGrpSpPr>
          <p:grpSpPr>
            <a:xfrm>
              <a:off x="4306471" y="1628800"/>
              <a:ext cx="5804941" cy="4536504"/>
              <a:chOff x="4389165" y="1628800"/>
              <a:chExt cx="5804941" cy="4536504"/>
            </a:xfrm>
          </p:grpSpPr>
          <p:cxnSp>
            <p:nvCxnSpPr>
              <p:cNvPr id="170" name="辅助线">
                <a:extLst>
                  <a:ext uri="{FF2B5EF4-FFF2-40B4-BE49-F238E27FC236}">
                    <a16:creationId xmlns:a16="http://schemas.microsoft.com/office/drawing/2014/main" id="{01F4DD59-6754-3AB0-A148-7B23DC62204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辅助线">
                <a:extLst>
                  <a:ext uri="{FF2B5EF4-FFF2-40B4-BE49-F238E27FC236}">
                    <a16:creationId xmlns:a16="http://schemas.microsoft.com/office/drawing/2014/main" id="{8FEA52D1-1055-B4D9-A3BA-1489E5E4AEE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辅助线">
                <a:extLst>
                  <a:ext uri="{FF2B5EF4-FFF2-40B4-BE49-F238E27FC236}">
                    <a16:creationId xmlns:a16="http://schemas.microsoft.com/office/drawing/2014/main" id="{3CB33751-650F-E0F8-9525-8F5395024FB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7" name="组合 116">
              <a:extLst>
                <a:ext uri="{FF2B5EF4-FFF2-40B4-BE49-F238E27FC236}">
                  <a16:creationId xmlns:a16="http://schemas.microsoft.com/office/drawing/2014/main" id="{25DA21A2-4CAE-53D9-7A6E-1AEC619559F0}"/>
                </a:ext>
              </a:extLst>
            </p:cNvPr>
            <p:cNvGrpSpPr/>
            <p:nvPr/>
          </p:nvGrpSpPr>
          <p:grpSpPr>
            <a:xfrm>
              <a:off x="4203727" y="1641500"/>
              <a:ext cx="5804941" cy="4536504"/>
              <a:chOff x="4389165" y="1628800"/>
              <a:chExt cx="5804941" cy="4536504"/>
            </a:xfrm>
          </p:grpSpPr>
          <p:cxnSp>
            <p:nvCxnSpPr>
              <p:cNvPr id="167" name="辅助线">
                <a:extLst>
                  <a:ext uri="{FF2B5EF4-FFF2-40B4-BE49-F238E27FC236}">
                    <a16:creationId xmlns:a16="http://schemas.microsoft.com/office/drawing/2014/main" id="{BF369F97-F5C5-EBC4-02C3-6DCB17F6C3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辅助线">
                <a:extLst>
                  <a:ext uri="{FF2B5EF4-FFF2-40B4-BE49-F238E27FC236}">
                    <a16:creationId xmlns:a16="http://schemas.microsoft.com/office/drawing/2014/main" id="{EC1E9BF1-E338-DE75-C48E-B39E31BC7A8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辅助线">
                <a:extLst>
                  <a:ext uri="{FF2B5EF4-FFF2-40B4-BE49-F238E27FC236}">
                    <a16:creationId xmlns:a16="http://schemas.microsoft.com/office/drawing/2014/main" id="{B09CF5A5-ED17-1838-CBED-D2D1C8623B2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8" name="组合 117">
              <a:extLst>
                <a:ext uri="{FF2B5EF4-FFF2-40B4-BE49-F238E27FC236}">
                  <a16:creationId xmlns:a16="http://schemas.microsoft.com/office/drawing/2014/main" id="{4566D69D-8180-F855-E995-F082D5930512}"/>
                </a:ext>
              </a:extLst>
            </p:cNvPr>
            <p:cNvGrpSpPr/>
            <p:nvPr/>
          </p:nvGrpSpPr>
          <p:grpSpPr>
            <a:xfrm>
              <a:off x="4060227" y="1635150"/>
              <a:ext cx="5804941" cy="4536504"/>
              <a:chOff x="4389165" y="1628800"/>
              <a:chExt cx="5804941" cy="4536504"/>
            </a:xfrm>
          </p:grpSpPr>
          <p:cxnSp>
            <p:nvCxnSpPr>
              <p:cNvPr id="164" name="辅助线">
                <a:extLst>
                  <a:ext uri="{FF2B5EF4-FFF2-40B4-BE49-F238E27FC236}">
                    <a16:creationId xmlns:a16="http://schemas.microsoft.com/office/drawing/2014/main" id="{70AD0D80-DBB0-DAC6-694D-BAB660907D2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辅助线">
                <a:extLst>
                  <a:ext uri="{FF2B5EF4-FFF2-40B4-BE49-F238E27FC236}">
                    <a16:creationId xmlns:a16="http://schemas.microsoft.com/office/drawing/2014/main" id="{2C5A04FC-D173-3A72-831D-B0707CD6E48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辅助线">
                <a:extLst>
                  <a:ext uri="{FF2B5EF4-FFF2-40B4-BE49-F238E27FC236}">
                    <a16:creationId xmlns:a16="http://schemas.microsoft.com/office/drawing/2014/main" id="{5AED157C-0015-0CBF-8F4E-6B134F5E70C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9" name="组合 118">
              <a:extLst>
                <a:ext uri="{FF2B5EF4-FFF2-40B4-BE49-F238E27FC236}">
                  <a16:creationId xmlns:a16="http://schemas.microsoft.com/office/drawing/2014/main" id="{101715AA-F1DD-31F3-F522-5F56DB690735}"/>
                </a:ext>
              </a:extLst>
            </p:cNvPr>
            <p:cNvGrpSpPr/>
            <p:nvPr/>
          </p:nvGrpSpPr>
          <p:grpSpPr>
            <a:xfrm>
              <a:off x="3874789" y="1641500"/>
              <a:ext cx="5804941" cy="4536504"/>
              <a:chOff x="4389165" y="1628800"/>
              <a:chExt cx="5804941" cy="4536504"/>
            </a:xfrm>
          </p:grpSpPr>
          <p:cxnSp>
            <p:nvCxnSpPr>
              <p:cNvPr id="161" name="辅助线">
                <a:extLst>
                  <a:ext uri="{FF2B5EF4-FFF2-40B4-BE49-F238E27FC236}">
                    <a16:creationId xmlns:a16="http://schemas.microsoft.com/office/drawing/2014/main" id="{F777129F-F623-4D38-BED1-A1C328D0E4B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辅助线">
                <a:extLst>
                  <a:ext uri="{FF2B5EF4-FFF2-40B4-BE49-F238E27FC236}">
                    <a16:creationId xmlns:a16="http://schemas.microsoft.com/office/drawing/2014/main" id="{29E8769D-B8D0-03DD-E29D-1197945A38F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辅助线">
                <a:extLst>
                  <a:ext uri="{FF2B5EF4-FFF2-40B4-BE49-F238E27FC236}">
                    <a16:creationId xmlns:a16="http://schemas.microsoft.com/office/drawing/2014/main" id="{8C7C6CF9-21E2-E6BC-2193-55F1BEACDC2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0" name="组合 119">
              <a:extLst>
                <a:ext uri="{FF2B5EF4-FFF2-40B4-BE49-F238E27FC236}">
                  <a16:creationId xmlns:a16="http://schemas.microsoft.com/office/drawing/2014/main" id="{4AEF6B25-B2E0-9BD9-2868-9E6D4E08E2E3}"/>
                </a:ext>
              </a:extLst>
            </p:cNvPr>
            <p:cNvGrpSpPr/>
            <p:nvPr/>
          </p:nvGrpSpPr>
          <p:grpSpPr>
            <a:xfrm>
              <a:off x="3595967" y="1635150"/>
              <a:ext cx="5804941" cy="4536504"/>
              <a:chOff x="4389165" y="1628800"/>
              <a:chExt cx="5804941" cy="4536504"/>
            </a:xfrm>
          </p:grpSpPr>
          <p:cxnSp>
            <p:nvCxnSpPr>
              <p:cNvPr id="158" name="辅助线">
                <a:extLst>
                  <a:ext uri="{FF2B5EF4-FFF2-40B4-BE49-F238E27FC236}">
                    <a16:creationId xmlns:a16="http://schemas.microsoft.com/office/drawing/2014/main" id="{B8E9E58D-9B3C-723D-093D-5A3C621D60A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辅助线">
                <a:extLst>
                  <a:ext uri="{FF2B5EF4-FFF2-40B4-BE49-F238E27FC236}">
                    <a16:creationId xmlns:a16="http://schemas.microsoft.com/office/drawing/2014/main" id="{7C52EF17-DE16-ED9D-E9BE-84728523725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辅助线">
                <a:extLst>
                  <a:ext uri="{FF2B5EF4-FFF2-40B4-BE49-F238E27FC236}">
                    <a16:creationId xmlns:a16="http://schemas.microsoft.com/office/drawing/2014/main" id="{85C095A7-E6A7-4B81-1610-E0322E529E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1" name="组合 120">
              <a:extLst>
                <a:ext uri="{FF2B5EF4-FFF2-40B4-BE49-F238E27FC236}">
                  <a16:creationId xmlns:a16="http://schemas.microsoft.com/office/drawing/2014/main" id="{E124B671-11F5-7DAB-D70F-A0A50A8EC7FA}"/>
                </a:ext>
              </a:extLst>
            </p:cNvPr>
            <p:cNvGrpSpPr/>
            <p:nvPr/>
          </p:nvGrpSpPr>
          <p:grpSpPr>
            <a:xfrm>
              <a:off x="3233200" y="1635151"/>
              <a:ext cx="5804941" cy="4536504"/>
              <a:chOff x="4389165" y="1628800"/>
              <a:chExt cx="5804941" cy="4536504"/>
            </a:xfrm>
          </p:grpSpPr>
          <p:cxnSp>
            <p:nvCxnSpPr>
              <p:cNvPr id="155" name="辅助线">
                <a:extLst>
                  <a:ext uri="{FF2B5EF4-FFF2-40B4-BE49-F238E27FC236}">
                    <a16:creationId xmlns:a16="http://schemas.microsoft.com/office/drawing/2014/main" id="{90A9856F-A156-0F45-2944-C39F72000D5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辅助线">
                <a:extLst>
                  <a:ext uri="{FF2B5EF4-FFF2-40B4-BE49-F238E27FC236}">
                    <a16:creationId xmlns:a16="http://schemas.microsoft.com/office/drawing/2014/main" id="{09D29BBA-7967-E013-E6F8-BAA188D6B1F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辅助线">
                <a:extLst>
                  <a:ext uri="{FF2B5EF4-FFF2-40B4-BE49-F238E27FC236}">
                    <a16:creationId xmlns:a16="http://schemas.microsoft.com/office/drawing/2014/main" id="{C14857B9-DB75-6842-1ACC-23C5E532DD1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2" name="组合 121">
              <a:extLst>
                <a:ext uri="{FF2B5EF4-FFF2-40B4-BE49-F238E27FC236}">
                  <a16:creationId xmlns:a16="http://schemas.microsoft.com/office/drawing/2014/main" id="{8715E790-D78A-10FD-36F7-EBD67D803417}"/>
                </a:ext>
              </a:extLst>
            </p:cNvPr>
            <p:cNvGrpSpPr/>
            <p:nvPr/>
          </p:nvGrpSpPr>
          <p:grpSpPr>
            <a:xfrm>
              <a:off x="2808321" y="1622450"/>
              <a:ext cx="5804941" cy="4536504"/>
              <a:chOff x="4389165" y="1628800"/>
              <a:chExt cx="5804941" cy="4536504"/>
            </a:xfrm>
          </p:grpSpPr>
          <p:cxnSp>
            <p:nvCxnSpPr>
              <p:cNvPr id="152" name="辅助线">
                <a:extLst>
                  <a:ext uri="{FF2B5EF4-FFF2-40B4-BE49-F238E27FC236}">
                    <a16:creationId xmlns:a16="http://schemas.microsoft.com/office/drawing/2014/main" id="{71769797-B928-5399-3A07-A1D1279A00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辅助线">
                <a:extLst>
                  <a:ext uri="{FF2B5EF4-FFF2-40B4-BE49-F238E27FC236}">
                    <a16:creationId xmlns:a16="http://schemas.microsoft.com/office/drawing/2014/main" id="{611A0C81-CF3A-150E-8836-87D2C27CB32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辅助线">
                <a:extLst>
                  <a:ext uri="{FF2B5EF4-FFF2-40B4-BE49-F238E27FC236}">
                    <a16:creationId xmlns:a16="http://schemas.microsoft.com/office/drawing/2014/main" id="{2D92845A-5AE9-9F73-4FFF-921BCB38523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3" name="组合 122">
              <a:extLst>
                <a:ext uri="{FF2B5EF4-FFF2-40B4-BE49-F238E27FC236}">
                  <a16:creationId xmlns:a16="http://schemas.microsoft.com/office/drawing/2014/main" id="{DD84C4EF-53CA-4D9C-74D6-E36DD58BBE47}"/>
                </a:ext>
              </a:extLst>
            </p:cNvPr>
            <p:cNvGrpSpPr/>
            <p:nvPr/>
          </p:nvGrpSpPr>
          <p:grpSpPr>
            <a:xfrm>
              <a:off x="2307198" y="1641501"/>
              <a:ext cx="5804941" cy="4536504"/>
              <a:chOff x="4389165" y="1628800"/>
              <a:chExt cx="5804941" cy="4536504"/>
            </a:xfrm>
          </p:grpSpPr>
          <p:cxnSp>
            <p:nvCxnSpPr>
              <p:cNvPr id="149" name="辅助线">
                <a:extLst>
                  <a:ext uri="{FF2B5EF4-FFF2-40B4-BE49-F238E27FC236}">
                    <a16:creationId xmlns:a16="http://schemas.microsoft.com/office/drawing/2014/main" id="{B6AE4EEB-78F9-DEC3-B105-B8E66E1B700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辅助线">
                <a:extLst>
                  <a:ext uri="{FF2B5EF4-FFF2-40B4-BE49-F238E27FC236}">
                    <a16:creationId xmlns:a16="http://schemas.microsoft.com/office/drawing/2014/main" id="{ABB3B48D-B9BB-EA7C-7031-51F6BD1FA34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辅助线">
                <a:extLst>
                  <a:ext uri="{FF2B5EF4-FFF2-40B4-BE49-F238E27FC236}">
                    <a16:creationId xmlns:a16="http://schemas.microsoft.com/office/drawing/2014/main" id="{98F9A0F8-7A13-A2F7-C553-95AFE8FDECC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Gs">
                  <a:extLst>
                    <a:ext uri="{FF2B5EF4-FFF2-40B4-BE49-F238E27FC236}">
                      <a16:creationId xmlns:a16="http://schemas.microsoft.com/office/drawing/2014/main" id="{A22B250A-0865-F040-A014-921D986890A8}"/>
                    </a:ext>
                  </a:extLst>
                </p:cNvPr>
                <p:cNvSpPr txBox="1"/>
                <p:nvPr/>
              </p:nvSpPr>
              <p:spPr>
                <a:xfrm>
                  <a:off x="1488412" y="1050911"/>
                  <a:ext cx="1549681" cy="67549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altLang="zh-CN" dirty="0">
                      <a:solidFill>
                        <a:schemeClr val="tx1"/>
                      </a:solidFill>
                    </a:rPr>
                    <a:t>dB</a:t>
                  </a:r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Gs">
                  <a:extLst>
                    <a:ext uri="{FF2B5EF4-FFF2-40B4-BE49-F238E27FC236}">
                      <a16:creationId xmlns:a16="http://schemas.microsoft.com/office/drawing/2014/main" id="{46C65E79-34D5-40DA-D2D2-2956FF9E83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8412" y="1050911"/>
                  <a:ext cx="1549681" cy="675490"/>
                </a:xfrm>
                <a:prstGeom prst="rect">
                  <a:avLst/>
                </a:prstGeom>
                <a:blipFill>
                  <a:blip r:embed="rId3"/>
                  <a:stretch>
                    <a:fillRect t="-10000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Gs">
                  <a:extLst>
                    <a:ext uri="{FF2B5EF4-FFF2-40B4-BE49-F238E27FC236}">
                      <a16:creationId xmlns:a16="http://schemas.microsoft.com/office/drawing/2014/main" id="{4E8CEC3F-A32A-ECB4-3C0D-C292359EDCBD}"/>
                    </a:ext>
                  </a:extLst>
                </p:cNvPr>
                <p:cNvSpPr txBox="1"/>
                <p:nvPr/>
              </p:nvSpPr>
              <p:spPr>
                <a:xfrm>
                  <a:off x="10902767" y="3608279"/>
                  <a:ext cx="4248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1" name="Gs">
                  <a:extLst>
                    <a:ext uri="{FF2B5EF4-FFF2-40B4-BE49-F238E27FC236}">
                      <a16:creationId xmlns:a16="http://schemas.microsoft.com/office/drawing/2014/main" id="{A5F3EF99-3630-0BF0-DB3A-7C787EF663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02767" y="3608279"/>
                  <a:ext cx="424844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18182" b="-6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Gs">
                  <a:extLst>
                    <a:ext uri="{FF2B5EF4-FFF2-40B4-BE49-F238E27FC236}">
                      <a16:creationId xmlns:a16="http://schemas.microsoft.com/office/drawing/2014/main" id="{7F3A2AB7-7A2D-A04F-098F-EB0524F3D4BA}"/>
                    </a:ext>
                  </a:extLst>
                </p:cNvPr>
                <p:cNvSpPr txBox="1"/>
                <p:nvPr/>
              </p:nvSpPr>
              <p:spPr>
                <a:xfrm>
                  <a:off x="10042497" y="3724861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2" name="Gs">
                  <a:extLst>
                    <a:ext uri="{FF2B5EF4-FFF2-40B4-BE49-F238E27FC236}">
                      <a16:creationId xmlns:a16="http://schemas.microsoft.com/office/drawing/2014/main" id="{AA1AF1CD-2EA4-F280-C3B3-8E2535C72C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42497" y="3724861"/>
                  <a:ext cx="703715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Gs">
                  <a:extLst>
                    <a:ext uri="{FF2B5EF4-FFF2-40B4-BE49-F238E27FC236}">
                      <a16:creationId xmlns:a16="http://schemas.microsoft.com/office/drawing/2014/main" id="{4C8F1766-9842-6FA9-289E-C6F7D0D15939}"/>
                    </a:ext>
                  </a:extLst>
                </p:cNvPr>
                <p:cNvSpPr txBox="1"/>
                <p:nvPr/>
              </p:nvSpPr>
              <p:spPr>
                <a:xfrm>
                  <a:off x="10143990" y="3346669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3" name="Gs">
                  <a:extLst>
                    <a:ext uri="{FF2B5EF4-FFF2-40B4-BE49-F238E27FC236}">
                      <a16:creationId xmlns:a16="http://schemas.microsoft.com/office/drawing/2014/main" id="{64BB0861-23C0-0809-44B7-CD3ADE6F9D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43990" y="3346669"/>
                  <a:ext cx="703715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16667" b="-687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Gs">
                  <a:extLst>
                    <a:ext uri="{FF2B5EF4-FFF2-40B4-BE49-F238E27FC236}">
                      <a16:creationId xmlns:a16="http://schemas.microsoft.com/office/drawing/2014/main" id="{C4083699-5629-5D15-2DF6-1E2714C60BD0}"/>
                    </a:ext>
                  </a:extLst>
                </p:cNvPr>
                <p:cNvSpPr txBox="1"/>
                <p:nvPr/>
              </p:nvSpPr>
              <p:spPr>
                <a:xfrm>
                  <a:off x="10137535" y="2865445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80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4" name="Gs">
                  <a:extLst>
                    <a:ext uri="{FF2B5EF4-FFF2-40B4-BE49-F238E27FC236}">
                      <a16:creationId xmlns:a16="http://schemas.microsoft.com/office/drawing/2014/main" id="{31EFE428-3724-078C-5F13-EC0C8E83C0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7535" y="2865445"/>
                  <a:ext cx="703715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41667" b="-5882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Gs">
                  <a:extLst>
                    <a:ext uri="{FF2B5EF4-FFF2-40B4-BE49-F238E27FC236}">
                      <a16:creationId xmlns:a16="http://schemas.microsoft.com/office/drawing/2014/main" id="{87CD055F-FAA2-7638-E642-77B04493C586}"/>
                    </a:ext>
                  </a:extLst>
                </p:cNvPr>
                <p:cNvSpPr txBox="1"/>
                <p:nvPr/>
              </p:nvSpPr>
              <p:spPr>
                <a:xfrm>
                  <a:off x="10160530" y="2361389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70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5" name="Gs">
                  <a:extLst>
                    <a:ext uri="{FF2B5EF4-FFF2-40B4-BE49-F238E27FC236}">
                      <a16:creationId xmlns:a16="http://schemas.microsoft.com/office/drawing/2014/main" id="{3DDED018-1863-90A1-03F8-1E0DE59AF4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0530" y="2361389"/>
                  <a:ext cx="703715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44444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Gs">
                  <a:extLst>
                    <a:ext uri="{FF2B5EF4-FFF2-40B4-BE49-F238E27FC236}">
                      <a16:creationId xmlns:a16="http://schemas.microsoft.com/office/drawing/2014/main" id="{270C9AF9-3BBA-8372-57B1-2A51F2FA4085}"/>
                    </a:ext>
                  </a:extLst>
                </p:cNvPr>
                <p:cNvSpPr txBox="1"/>
                <p:nvPr/>
              </p:nvSpPr>
              <p:spPr>
                <a:xfrm>
                  <a:off x="10137535" y="1857333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6" name="Gs">
                  <a:extLst>
                    <a:ext uri="{FF2B5EF4-FFF2-40B4-BE49-F238E27FC236}">
                      <a16:creationId xmlns:a16="http://schemas.microsoft.com/office/drawing/2014/main" id="{9CEEA585-E3E5-AF73-1BAF-A40F02E4D6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7535" y="1857333"/>
                  <a:ext cx="703715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41667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Gs">
                  <a:extLst>
                    <a:ext uri="{FF2B5EF4-FFF2-40B4-BE49-F238E27FC236}">
                      <a16:creationId xmlns:a16="http://schemas.microsoft.com/office/drawing/2014/main" id="{3D3ADBC9-A614-F103-5E55-CC67C0E44BDF}"/>
                    </a:ext>
                  </a:extLst>
                </p:cNvPr>
                <p:cNvSpPr txBox="1"/>
                <p:nvPr/>
              </p:nvSpPr>
              <p:spPr>
                <a:xfrm>
                  <a:off x="10176429" y="4369187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7" name="Gs">
                  <a:extLst>
                    <a:ext uri="{FF2B5EF4-FFF2-40B4-BE49-F238E27FC236}">
                      <a16:creationId xmlns:a16="http://schemas.microsoft.com/office/drawing/2014/main" id="{CC2955E8-8814-2E7B-3272-87B582BEAA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76429" y="4369187"/>
                  <a:ext cx="703715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52778" b="-5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Gs">
                  <a:extLst>
                    <a:ext uri="{FF2B5EF4-FFF2-40B4-BE49-F238E27FC236}">
                      <a16:creationId xmlns:a16="http://schemas.microsoft.com/office/drawing/2014/main" id="{A68F2A78-3AC4-C4BD-B377-2DD999BABCF7}"/>
                    </a:ext>
                  </a:extLst>
                </p:cNvPr>
                <p:cNvSpPr txBox="1"/>
                <p:nvPr/>
              </p:nvSpPr>
              <p:spPr>
                <a:xfrm>
                  <a:off x="10168599" y="4871770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80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8" name="Gs">
                  <a:extLst>
                    <a:ext uri="{FF2B5EF4-FFF2-40B4-BE49-F238E27FC236}">
                      <a16:creationId xmlns:a16="http://schemas.microsoft.com/office/drawing/2014/main" id="{C5CEAD9A-E5B8-DE4B-FC77-D5600FF178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8599" y="4871770"/>
                  <a:ext cx="703715" cy="369332"/>
                </a:xfrm>
                <a:prstGeom prst="rect">
                  <a:avLst/>
                </a:prstGeom>
                <a:blipFill>
                  <a:blip r:embed="rId11"/>
                  <a:stretch>
                    <a:fillRect r="-85714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Gs">
                  <a:extLst>
                    <a:ext uri="{FF2B5EF4-FFF2-40B4-BE49-F238E27FC236}">
                      <a16:creationId xmlns:a16="http://schemas.microsoft.com/office/drawing/2014/main" id="{517EC1C5-72ED-02B5-1553-80C7253B5B15}"/>
                    </a:ext>
                  </a:extLst>
                </p:cNvPr>
                <p:cNvSpPr txBox="1"/>
                <p:nvPr/>
              </p:nvSpPr>
              <p:spPr>
                <a:xfrm>
                  <a:off x="10156759" y="5383649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70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9" name="Gs">
                  <a:extLst>
                    <a:ext uri="{FF2B5EF4-FFF2-40B4-BE49-F238E27FC236}">
                      <a16:creationId xmlns:a16="http://schemas.microsoft.com/office/drawing/2014/main" id="{DDC6D7DD-847A-07ED-58B2-591D58DD44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6759" y="5383649"/>
                  <a:ext cx="703715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80556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Gs">
                  <a:extLst>
                    <a:ext uri="{FF2B5EF4-FFF2-40B4-BE49-F238E27FC236}">
                      <a16:creationId xmlns:a16="http://schemas.microsoft.com/office/drawing/2014/main" id="{94E63E43-66C2-5605-CA93-65FBBF46BD71}"/>
                    </a:ext>
                  </a:extLst>
                </p:cNvPr>
                <p:cNvSpPr txBox="1"/>
                <p:nvPr/>
              </p:nvSpPr>
              <p:spPr>
                <a:xfrm>
                  <a:off x="10152168" y="5860717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0" name="Gs">
                  <a:extLst>
                    <a:ext uri="{FF2B5EF4-FFF2-40B4-BE49-F238E27FC236}">
                      <a16:creationId xmlns:a16="http://schemas.microsoft.com/office/drawing/2014/main" id="{D82FD951-1A47-B9BA-5425-A22D445994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2168" y="5860717"/>
                  <a:ext cx="703715" cy="369332"/>
                </a:xfrm>
                <a:prstGeom prst="rect">
                  <a:avLst/>
                </a:prstGeom>
                <a:blipFill>
                  <a:blip r:embed="rId13"/>
                  <a:stretch>
                    <a:fillRect r="-85714" b="-687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Gs">
                  <a:extLst>
                    <a:ext uri="{FF2B5EF4-FFF2-40B4-BE49-F238E27FC236}">
                      <a16:creationId xmlns:a16="http://schemas.microsoft.com/office/drawing/2014/main" id="{938C2FCD-8EB6-BC53-47D4-713B65D98B60}"/>
                    </a:ext>
                  </a:extLst>
                </p:cNvPr>
                <p:cNvSpPr txBox="1"/>
                <p:nvPr/>
              </p:nvSpPr>
              <p:spPr>
                <a:xfrm>
                  <a:off x="1162826" y="6139789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.1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1" name="Gs">
                  <a:extLst>
                    <a:ext uri="{FF2B5EF4-FFF2-40B4-BE49-F238E27FC236}">
                      <a16:creationId xmlns:a16="http://schemas.microsoft.com/office/drawing/2014/main" id="{9FF3F21E-3E81-E5FA-0FD2-C2B49DF001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2826" y="6139789"/>
                  <a:ext cx="703715" cy="369332"/>
                </a:xfrm>
                <a:prstGeom prst="rect">
                  <a:avLst/>
                </a:prstGeom>
                <a:blipFill>
                  <a:blip r:embed="rId14"/>
                  <a:stretch>
                    <a:fillRect r="-5556" b="-687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Gs">
                  <a:extLst>
                    <a:ext uri="{FF2B5EF4-FFF2-40B4-BE49-F238E27FC236}">
                      <a16:creationId xmlns:a16="http://schemas.microsoft.com/office/drawing/2014/main" id="{A119FAA8-0427-0FC2-18B4-8E0ADC14593E}"/>
                    </a:ext>
                  </a:extLst>
                </p:cNvPr>
                <p:cNvSpPr txBox="1"/>
                <p:nvPr/>
              </p:nvSpPr>
              <p:spPr>
                <a:xfrm>
                  <a:off x="4034532" y="6115013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Gs">
                  <a:extLst>
                    <a:ext uri="{FF2B5EF4-FFF2-40B4-BE49-F238E27FC236}">
                      <a16:creationId xmlns:a16="http://schemas.microsoft.com/office/drawing/2014/main" id="{38A57277-A4D4-76FC-9EC9-A226002A96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4532" y="6115013"/>
                  <a:ext cx="703715" cy="369332"/>
                </a:xfrm>
                <a:prstGeom prst="rect">
                  <a:avLst/>
                </a:prstGeom>
                <a:blipFill>
                  <a:blip r:embed="rId15"/>
                  <a:stretch>
                    <a:fillRect b="-687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Gs">
                  <a:extLst>
                    <a:ext uri="{FF2B5EF4-FFF2-40B4-BE49-F238E27FC236}">
                      <a16:creationId xmlns:a16="http://schemas.microsoft.com/office/drawing/2014/main" id="{571AC967-6EF0-6FB5-A151-4C9C9E9FDA4E}"/>
                    </a:ext>
                  </a:extLst>
                </p:cNvPr>
                <p:cNvSpPr txBox="1"/>
                <p:nvPr/>
              </p:nvSpPr>
              <p:spPr>
                <a:xfrm>
                  <a:off x="6914552" y="6129973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3" name="Gs">
                  <a:extLst>
                    <a:ext uri="{FF2B5EF4-FFF2-40B4-BE49-F238E27FC236}">
                      <a16:creationId xmlns:a16="http://schemas.microsoft.com/office/drawing/2014/main" id="{5FF2F1F9-617E-7E56-A493-164265AED5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4552" y="6129973"/>
                  <a:ext cx="703715" cy="369332"/>
                </a:xfrm>
                <a:prstGeom prst="rect">
                  <a:avLst/>
                </a:prstGeom>
                <a:blipFill>
                  <a:blip r:embed="rId16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Gs">
                  <a:extLst>
                    <a:ext uri="{FF2B5EF4-FFF2-40B4-BE49-F238E27FC236}">
                      <a16:creationId xmlns:a16="http://schemas.microsoft.com/office/drawing/2014/main" id="{4C990F60-B3F4-344D-A833-22AE1140967E}"/>
                    </a:ext>
                  </a:extLst>
                </p:cNvPr>
                <p:cNvSpPr txBox="1"/>
                <p:nvPr/>
              </p:nvSpPr>
              <p:spPr>
                <a:xfrm>
                  <a:off x="9770042" y="6122327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4" name="Gs">
                  <a:extLst>
                    <a:ext uri="{FF2B5EF4-FFF2-40B4-BE49-F238E27FC236}">
                      <a16:creationId xmlns:a16="http://schemas.microsoft.com/office/drawing/2014/main" id="{BA014E11-6033-6173-B3C5-161F19234F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70042" y="6122327"/>
                  <a:ext cx="703715" cy="369332"/>
                </a:xfrm>
                <a:prstGeom prst="rect">
                  <a:avLst/>
                </a:prstGeom>
                <a:blipFill>
                  <a:blip r:embed="rId17"/>
                  <a:stretch>
                    <a:fillRect r="-25000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Gs">
                  <a:extLst>
                    <a:ext uri="{FF2B5EF4-FFF2-40B4-BE49-F238E27FC236}">
                      <a16:creationId xmlns:a16="http://schemas.microsoft.com/office/drawing/2014/main" id="{995C4695-59E0-A7FB-0BB3-A9642CAC9129}"/>
                    </a:ext>
                  </a:extLst>
                </p:cNvPr>
                <p:cNvSpPr txBox="1"/>
                <p:nvPr/>
              </p:nvSpPr>
              <p:spPr>
                <a:xfrm>
                  <a:off x="942670" y="3890702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5" name="Gs">
                  <a:extLst>
                    <a:ext uri="{FF2B5EF4-FFF2-40B4-BE49-F238E27FC236}">
                      <a16:creationId xmlns:a16="http://schemas.microsoft.com/office/drawing/2014/main" id="{E0B6FB99-33E5-6D93-6D25-6122EF2757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2670" y="3890702"/>
                  <a:ext cx="703715" cy="369332"/>
                </a:xfrm>
                <a:prstGeom prst="rect">
                  <a:avLst/>
                </a:prstGeom>
                <a:blipFill>
                  <a:blip r:embed="rId18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Gs">
                  <a:extLst>
                    <a:ext uri="{FF2B5EF4-FFF2-40B4-BE49-F238E27FC236}">
                      <a16:creationId xmlns:a16="http://schemas.microsoft.com/office/drawing/2014/main" id="{267FF291-BE68-426E-8D7A-D021BA3484AF}"/>
                    </a:ext>
                  </a:extLst>
                </p:cNvPr>
                <p:cNvSpPr txBox="1"/>
                <p:nvPr/>
              </p:nvSpPr>
              <p:spPr>
                <a:xfrm>
                  <a:off x="838651" y="3389765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6" name="Gs">
                  <a:extLst>
                    <a:ext uri="{FF2B5EF4-FFF2-40B4-BE49-F238E27FC236}">
                      <a16:creationId xmlns:a16="http://schemas.microsoft.com/office/drawing/2014/main" id="{721F23C8-D06B-BCF1-334D-2B97986868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651" y="3389765"/>
                  <a:ext cx="703715" cy="369332"/>
                </a:xfrm>
                <a:prstGeom prst="rect">
                  <a:avLst/>
                </a:prstGeom>
                <a:blipFill>
                  <a:blip r:embed="rId19"/>
                  <a:stretch>
                    <a:fillRect b="-687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Gs">
                  <a:extLst>
                    <a:ext uri="{FF2B5EF4-FFF2-40B4-BE49-F238E27FC236}">
                      <a16:creationId xmlns:a16="http://schemas.microsoft.com/office/drawing/2014/main" id="{886F4082-55DD-7E48-21CE-656CEC6B9715}"/>
                    </a:ext>
                  </a:extLst>
                </p:cNvPr>
                <p:cNvSpPr txBox="1"/>
                <p:nvPr/>
              </p:nvSpPr>
              <p:spPr>
                <a:xfrm>
                  <a:off x="843248" y="2892060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7" name="Gs">
                  <a:extLst>
                    <a:ext uri="{FF2B5EF4-FFF2-40B4-BE49-F238E27FC236}">
                      <a16:creationId xmlns:a16="http://schemas.microsoft.com/office/drawing/2014/main" id="{AD5FEE93-E6AE-1971-5C57-01128325C3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248" y="2892060"/>
                  <a:ext cx="703715" cy="369332"/>
                </a:xfrm>
                <a:prstGeom prst="rect">
                  <a:avLst/>
                </a:prstGeom>
                <a:blipFill>
                  <a:blip r:embed="rId20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Gs">
                  <a:extLst>
                    <a:ext uri="{FF2B5EF4-FFF2-40B4-BE49-F238E27FC236}">
                      <a16:creationId xmlns:a16="http://schemas.microsoft.com/office/drawing/2014/main" id="{958122C0-BCCE-B190-313D-86194ABF9E89}"/>
                    </a:ext>
                  </a:extLst>
                </p:cNvPr>
                <p:cNvSpPr txBox="1"/>
                <p:nvPr/>
              </p:nvSpPr>
              <p:spPr>
                <a:xfrm>
                  <a:off x="847845" y="2386303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9" name="Gs">
                  <a:extLst>
                    <a:ext uri="{FF2B5EF4-FFF2-40B4-BE49-F238E27FC236}">
                      <a16:creationId xmlns:a16="http://schemas.microsoft.com/office/drawing/2014/main" id="{62531CBA-00BF-33A5-B66A-647BAF7B71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845" y="2386303"/>
                  <a:ext cx="703715" cy="369332"/>
                </a:xfrm>
                <a:prstGeom prst="rect">
                  <a:avLst/>
                </a:prstGeom>
                <a:blipFill>
                  <a:blip r:embed="rId21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Gs">
                  <a:extLst>
                    <a:ext uri="{FF2B5EF4-FFF2-40B4-BE49-F238E27FC236}">
                      <a16:creationId xmlns:a16="http://schemas.microsoft.com/office/drawing/2014/main" id="{A318BEB2-C71A-81BE-84FE-00E958F9A6D5}"/>
                    </a:ext>
                  </a:extLst>
                </p:cNvPr>
                <p:cNvSpPr txBox="1"/>
                <p:nvPr/>
              </p:nvSpPr>
              <p:spPr>
                <a:xfrm>
                  <a:off x="860906" y="1875764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9" name="Gs">
                  <a:extLst>
                    <a:ext uri="{FF2B5EF4-FFF2-40B4-BE49-F238E27FC236}">
                      <a16:creationId xmlns:a16="http://schemas.microsoft.com/office/drawing/2014/main" id="{B7329D5B-9A0E-0787-C7D4-E1E78A457E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906" y="1875764"/>
                  <a:ext cx="703715" cy="369332"/>
                </a:xfrm>
                <a:prstGeom prst="rect">
                  <a:avLst/>
                </a:prstGeom>
                <a:blipFill>
                  <a:blip r:embed="rId22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Gs">
                  <a:extLst>
                    <a:ext uri="{FF2B5EF4-FFF2-40B4-BE49-F238E27FC236}">
                      <a16:creationId xmlns:a16="http://schemas.microsoft.com/office/drawing/2014/main" id="{8A8B7532-FB57-A2A5-EAB0-E223664C5003}"/>
                    </a:ext>
                  </a:extLst>
                </p:cNvPr>
                <p:cNvSpPr txBox="1"/>
                <p:nvPr/>
              </p:nvSpPr>
              <p:spPr>
                <a:xfrm>
                  <a:off x="626461" y="4369517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0" name="Gs">
                  <a:extLst>
                    <a:ext uri="{FF2B5EF4-FFF2-40B4-BE49-F238E27FC236}">
                      <a16:creationId xmlns:a16="http://schemas.microsoft.com/office/drawing/2014/main" id="{9DC94101-A208-99CA-28D8-1A0DEFD1E6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461" y="4369517"/>
                  <a:ext cx="703715" cy="369332"/>
                </a:xfrm>
                <a:prstGeom prst="rect">
                  <a:avLst/>
                </a:prstGeom>
                <a:blipFill>
                  <a:blip r:embed="rId23"/>
                  <a:stretch>
                    <a:fillRect r="-34286" b="-5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Gs">
                  <a:extLst>
                    <a:ext uri="{FF2B5EF4-FFF2-40B4-BE49-F238E27FC236}">
                      <a16:creationId xmlns:a16="http://schemas.microsoft.com/office/drawing/2014/main" id="{4BA96BE7-6C78-7F64-950F-5C8FF8ADFE97}"/>
                    </a:ext>
                  </a:extLst>
                </p:cNvPr>
                <p:cNvSpPr txBox="1"/>
                <p:nvPr/>
              </p:nvSpPr>
              <p:spPr>
                <a:xfrm>
                  <a:off x="621046" y="4899576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1" name="Gs">
                  <a:extLst>
                    <a:ext uri="{FF2B5EF4-FFF2-40B4-BE49-F238E27FC236}">
                      <a16:creationId xmlns:a16="http://schemas.microsoft.com/office/drawing/2014/main" id="{6E03AE20-887A-78C3-6239-65043CC951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046" y="4899576"/>
                  <a:ext cx="703715" cy="369332"/>
                </a:xfrm>
                <a:prstGeom prst="rect">
                  <a:avLst/>
                </a:prstGeom>
                <a:blipFill>
                  <a:blip r:embed="rId24"/>
                  <a:stretch>
                    <a:fillRect r="-33333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Gs">
                  <a:extLst>
                    <a:ext uri="{FF2B5EF4-FFF2-40B4-BE49-F238E27FC236}">
                      <a16:creationId xmlns:a16="http://schemas.microsoft.com/office/drawing/2014/main" id="{73573381-8F54-3EC2-0F62-3FF8195FC279}"/>
                    </a:ext>
                  </a:extLst>
                </p:cNvPr>
                <p:cNvSpPr txBox="1"/>
                <p:nvPr/>
              </p:nvSpPr>
              <p:spPr>
                <a:xfrm>
                  <a:off x="621046" y="5897344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−8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2" name="Gs">
                  <a:extLst>
                    <a:ext uri="{FF2B5EF4-FFF2-40B4-BE49-F238E27FC236}">
                      <a16:creationId xmlns:a16="http://schemas.microsoft.com/office/drawing/2014/main" id="{CC0BAFAC-2A81-EB7E-EDA7-03A6AAE59F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046" y="5897344"/>
                  <a:ext cx="703715" cy="369332"/>
                </a:xfrm>
                <a:prstGeom prst="rect">
                  <a:avLst/>
                </a:prstGeom>
                <a:blipFill>
                  <a:blip r:embed="rId25"/>
                  <a:stretch>
                    <a:fillRect r="-33333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Gs">
                  <a:extLst>
                    <a:ext uri="{FF2B5EF4-FFF2-40B4-BE49-F238E27FC236}">
                      <a16:creationId xmlns:a16="http://schemas.microsoft.com/office/drawing/2014/main" id="{94B8A453-91D3-13E8-1A15-23DDA9D67FA4}"/>
                    </a:ext>
                  </a:extLst>
                </p:cNvPr>
                <p:cNvSpPr txBox="1"/>
                <p:nvPr/>
              </p:nvSpPr>
              <p:spPr>
                <a:xfrm>
                  <a:off x="626461" y="5411690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−6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3" name="Gs">
                  <a:extLst>
                    <a:ext uri="{FF2B5EF4-FFF2-40B4-BE49-F238E27FC236}">
                      <a16:creationId xmlns:a16="http://schemas.microsoft.com/office/drawing/2014/main" id="{3DF69D0C-B4E8-7CA0-4FE8-9D7FD1C4B0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461" y="5411690"/>
                  <a:ext cx="703715" cy="369332"/>
                </a:xfrm>
                <a:prstGeom prst="rect">
                  <a:avLst/>
                </a:prstGeom>
                <a:blipFill>
                  <a:blip r:embed="rId26"/>
                  <a:stretch>
                    <a:fillRect r="-34286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Gs">
                  <a:extLst>
                    <a:ext uri="{FF2B5EF4-FFF2-40B4-BE49-F238E27FC236}">
                      <a16:creationId xmlns:a16="http://schemas.microsoft.com/office/drawing/2014/main" id="{219DB20E-6E3A-742F-E21F-DAE42228EE4D}"/>
                    </a:ext>
                  </a:extLst>
                </p:cNvPr>
                <p:cNvSpPr txBox="1"/>
                <p:nvPr/>
              </p:nvSpPr>
              <p:spPr>
                <a:xfrm>
                  <a:off x="10168598" y="1007428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4" name="Gs">
                  <a:extLst>
                    <a:ext uri="{FF2B5EF4-FFF2-40B4-BE49-F238E27FC236}">
                      <a16:creationId xmlns:a16="http://schemas.microsoft.com/office/drawing/2014/main" id="{8088DA75-558D-59B1-80CF-352BDF7FBD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8598" y="1007428"/>
                  <a:ext cx="703715" cy="369332"/>
                </a:xfrm>
                <a:prstGeom prst="rect">
                  <a:avLst/>
                </a:prstGeom>
                <a:blipFill>
                  <a:blip r:embed="rId27"/>
                  <a:stretch>
                    <a:fillRect l="-2857" r="-65714" b="-10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7" name="辅助线1">
            <a:extLst>
              <a:ext uri="{FF2B5EF4-FFF2-40B4-BE49-F238E27FC236}">
                <a16:creationId xmlns:a16="http://schemas.microsoft.com/office/drawing/2014/main" id="{4967AECF-D1B4-C900-0848-B0D1D7E894DA}"/>
              </a:ext>
            </a:extLst>
          </p:cNvPr>
          <p:cNvCxnSpPr>
            <a:cxnSpLocks/>
          </p:cNvCxnSpPr>
          <p:nvPr/>
        </p:nvCxnSpPr>
        <p:spPr>
          <a:xfrm>
            <a:off x="5834025" y="3390779"/>
            <a:ext cx="1786062" cy="264655"/>
          </a:xfrm>
          <a:prstGeom prst="line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标签0">
                <a:extLst>
                  <a:ext uri="{FF2B5EF4-FFF2-40B4-BE49-F238E27FC236}">
                    <a16:creationId xmlns:a16="http://schemas.microsoft.com/office/drawing/2014/main" id="{A18B6F5B-DC9E-10E2-3EA8-5EC63325D86B}"/>
                  </a:ext>
                </a:extLst>
              </p:cNvPr>
              <p:cNvSpPr txBox="1"/>
              <p:nvPr/>
            </p:nvSpPr>
            <p:spPr>
              <a:xfrm>
                <a:off x="7623562" y="3652489"/>
                <a:ext cx="122451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20</m:t>
                      </m:r>
                      <m:func>
                        <m:funcPr>
                          <m:ctrlPr>
                            <a:rPr kumimoji="1" lang="zh-CN" alt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lg</m:t>
                          </m:r>
                        </m:fName>
                        <m:e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𝐾</m:t>
                          </m:r>
                        </m:e>
                      </m:func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8" name="标签0">
                <a:extLst>
                  <a:ext uri="{FF2B5EF4-FFF2-40B4-BE49-F238E27FC236}">
                    <a16:creationId xmlns:a16="http://schemas.microsoft.com/office/drawing/2014/main" id="{A18B6F5B-DC9E-10E2-3EA8-5EC63325D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3562" y="3652489"/>
                <a:ext cx="1224518" cy="523220"/>
              </a:xfrm>
              <a:prstGeom prst="rect">
                <a:avLst/>
              </a:prstGeom>
              <a:blipFill>
                <a:blip r:embed="rId28"/>
                <a:stretch>
                  <a:fillRect l="-3093" r="-2062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9" name="标志">
            <a:extLst>
              <a:ext uri="{FF2B5EF4-FFF2-40B4-BE49-F238E27FC236}">
                <a16:creationId xmlns:a16="http://schemas.microsoft.com/office/drawing/2014/main" id="{4742C05E-99CB-D71B-82D9-6D9A4B7AEC5D}"/>
              </a:ext>
            </a:extLst>
          </p:cNvPr>
          <p:cNvGrpSpPr/>
          <p:nvPr/>
        </p:nvGrpSpPr>
        <p:grpSpPr>
          <a:xfrm>
            <a:off x="7401777" y="3659433"/>
            <a:ext cx="472470" cy="551197"/>
            <a:chOff x="7439102" y="2443462"/>
            <a:chExt cx="472470" cy="551197"/>
          </a:xfrm>
        </p:grpSpPr>
        <p:cxnSp>
          <p:nvCxnSpPr>
            <p:cNvPr id="180" name="双箭头">
              <a:extLst>
                <a:ext uri="{FF2B5EF4-FFF2-40B4-BE49-F238E27FC236}">
                  <a16:creationId xmlns:a16="http://schemas.microsoft.com/office/drawing/2014/main" id="{5513BC7D-882C-314C-2687-C2C03B838663}"/>
                </a:ext>
              </a:extLst>
            </p:cNvPr>
            <p:cNvCxnSpPr>
              <a:cxnSpLocks/>
            </p:cNvCxnSpPr>
            <p:nvPr/>
          </p:nvCxnSpPr>
          <p:spPr>
            <a:xfrm>
              <a:off x="7659233" y="2443462"/>
              <a:ext cx="0" cy="551197"/>
            </a:xfrm>
            <a:prstGeom prst="line">
              <a:avLst/>
            </a:prstGeom>
            <a:ln w="25400">
              <a:solidFill>
                <a:srgbClr val="0070C0"/>
              </a:solidFill>
              <a:prstDash val="solid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上横线">
              <a:extLst>
                <a:ext uri="{FF2B5EF4-FFF2-40B4-BE49-F238E27FC236}">
                  <a16:creationId xmlns:a16="http://schemas.microsoft.com/office/drawing/2014/main" id="{13791062-1861-00AA-B41F-273EFC1EAA76}"/>
                </a:ext>
              </a:extLst>
            </p:cNvPr>
            <p:cNvCxnSpPr>
              <a:cxnSpLocks/>
            </p:cNvCxnSpPr>
            <p:nvPr/>
          </p:nvCxnSpPr>
          <p:spPr>
            <a:xfrm>
              <a:off x="7439102" y="2443462"/>
              <a:ext cx="472470" cy="0"/>
            </a:xfrm>
            <a:prstGeom prst="line">
              <a:avLst/>
            </a:prstGeom>
            <a:ln w="25400">
              <a:solidFill>
                <a:srgbClr val="0070C0"/>
              </a:solidFill>
              <a:prstDash val="solid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下横线">
              <a:extLst>
                <a:ext uri="{FF2B5EF4-FFF2-40B4-BE49-F238E27FC236}">
                  <a16:creationId xmlns:a16="http://schemas.microsoft.com/office/drawing/2014/main" id="{AACAF430-897F-77F1-DE6D-618B971C957B}"/>
                </a:ext>
              </a:extLst>
            </p:cNvPr>
            <p:cNvCxnSpPr>
              <a:cxnSpLocks/>
            </p:cNvCxnSpPr>
            <p:nvPr/>
          </p:nvCxnSpPr>
          <p:spPr>
            <a:xfrm>
              <a:off x="7439102" y="2976060"/>
              <a:ext cx="472470" cy="0"/>
            </a:xfrm>
            <a:prstGeom prst="line">
              <a:avLst/>
            </a:prstGeom>
            <a:ln w="25400">
              <a:solidFill>
                <a:srgbClr val="0070C0"/>
              </a:solidFill>
              <a:prstDash val="solid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3" name="辅助线2">
            <a:extLst>
              <a:ext uri="{FF2B5EF4-FFF2-40B4-BE49-F238E27FC236}">
                <a16:creationId xmlns:a16="http://schemas.microsoft.com/office/drawing/2014/main" id="{64306656-6BA5-8948-D5F3-55084831BFF2}"/>
              </a:ext>
            </a:extLst>
          </p:cNvPr>
          <p:cNvCxnSpPr>
            <a:cxnSpLocks/>
          </p:cNvCxnSpPr>
          <p:nvPr/>
        </p:nvCxnSpPr>
        <p:spPr>
          <a:xfrm>
            <a:off x="6317111" y="3468461"/>
            <a:ext cx="1830222" cy="545133"/>
          </a:xfrm>
          <a:prstGeom prst="line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基准点1">
            <a:extLst>
              <a:ext uri="{FF2B5EF4-FFF2-40B4-BE49-F238E27FC236}">
                <a16:creationId xmlns:a16="http://schemas.microsoft.com/office/drawing/2014/main" id="{B1F5FD98-93FA-28C7-975A-FA697A2A1645}"/>
              </a:ext>
            </a:extLst>
          </p:cNvPr>
          <p:cNvSpPr/>
          <p:nvPr/>
        </p:nvSpPr>
        <p:spPr>
          <a:xfrm>
            <a:off x="7563489" y="3602524"/>
            <a:ext cx="122752" cy="122752"/>
          </a:xfrm>
          <a:prstGeom prst="ellipse">
            <a:avLst/>
          </a:prstGeom>
          <a:solidFill>
            <a:srgbClr val="159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85" name="幅频1">
            <a:extLst>
              <a:ext uri="{FF2B5EF4-FFF2-40B4-BE49-F238E27FC236}">
                <a16:creationId xmlns:a16="http://schemas.microsoft.com/office/drawing/2014/main" id="{2F594ED2-98BF-6EA9-5EC0-6D624810021F}"/>
              </a:ext>
            </a:extLst>
          </p:cNvPr>
          <p:cNvCxnSpPr>
            <a:cxnSpLocks/>
          </p:cNvCxnSpPr>
          <p:nvPr/>
        </p:nvCxnSpPr>
        <p:spPr>
          <a:xfrm>
            <a:off x="5821442" y="3390951"/>
            <a:ext cx="513284" cy="76395"/>
          </a:xfrm>
          <a:prstGeom prst="line">
            <a:avLst/>
          </a:prstGeom>
          <a:ln w="38100">
            <a:solidFill>
              <a:srgbClr val="E4486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幅频2">
            <a:extLst>
              <a:ext uri="{FF2B5EF4-FFF2-40B4-BE49-F238E27FC236}">
                <a16:creationId xmlns:a16="http://schemas.microsoft.com/office/drawing/2014/main" id="{5FAC96FF-1A13-5F09-9C3D-C0CCA67A7D7E}"/>
              </a:ext>
            </a:extLst>
          </p:cNvPr>
          <p:cNvCxnSpPr>
            <a:cxnSpLocks/>
          </p:cNvCxnSpPr>
          <p:nvPr/>
        </p:nvCxnSpPr>
        <p:spPr>
          <a:xfrm>
            <a:off x="6330449" y="3465388"/>
            <a:ext cx="807726" cy="250955"/>
          </a:xfrm>
          <a:prstGeom prst="line">
            <a:avLst/>
          </a:prstGeom>
          <a:ln w="38100">
            <a:solidFill>
              <a:srgbClr val="E4486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基准点2">
            <a:extLst>
              <a:ext uri="{FF2B5EF4-FFF2-40B4-BE49-F238E27FC236}">
                <a16:creationId xmlns:a16="http://schemas.microsoft.com/office/drawing/2014/main" id="{821B32E7-1F4C-869A-3C4B-4360174149DC}"/>
              </a:ext>
            </a:extLst>
          </p:cNvPr>
          <p:cNvSpPr/>
          <p:nvPr/>
        </p:nvSpPr>
        <p:spPr>
          <a:xfrm>
            <a:off x="8082920" y="3946256"/>
            <a:ext cx="122752" cy="122752"/>
          </a:xfrm>
          <a:prstGeom prst="ellipse">
            <a:avLst/>
          </a:prstGeom>
          <a:solidFill>
            <a:srgbClr val="159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8" name="基准点3">
            <a:extLst>
              <a:ext uri="{FF2B5EF4-FFF2-40B4-BE49-F238E27FC236}">
                <a16:creationId xmlns:a16="http://schemas.microsoft.com/office/drawing/2014/main" id="{BE6E50BE-68A5-D576-DF06-FB54C2F63EC6}"/>
              </a:ext>
            </a:extLst>
          </p:cNvPr>
          <p:cNvSpPr/>
          <p:nvPr/>
        </p:nvSpPr>
        <p:spPr>
          <a:xfrm>
            <a:off x="8883036" y="3927984"/>
            <a:ext cx="122752" cy="122752"/>
          </a:xfrm>
          <a:prstGeom prst="ellipse">
            <a:avLst/>
          </a:prstGeom>
          <a:solidFill>
            <a:srgbClr val="159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89" name="辅助线3">
            <a:extLst>
              <a:ext uri="{FF2B5EF4-FFF2-40B4-BE49-F238E27FC236}">
                <a16:creationId xmlns:a16="http://schemas.microsoft.com/office/drawing/2014/main" id="{DF405CAA-32FF-2B4D-08B2-A2A2B8815B4A}"/>
              </a:ext>
            </a:extLst>
          </p:cNvPr>
          <p:cNvCxnSpPr>
            <a:cxnSpLocks/>
            <a:endCxn id="188" idx="2"/>
          </p:cNvCxnSpPr>
          <p:nvPr/>
        </p:nvCxnSpPr>
        <p:spPr>
          <a:xfrm>
            <a:off x="7143522" y="3723060"/>
            <a:ext cx="1739514" cy="266300"/>
          </a:xfrm>
          <a:prstGeom prst="line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幅频3">
            <a:extLst>
              <a:ext uri="{FF2B5EF4-FFF2-40B4-BE49-F238E27FC236}">
                <a16:creationId xmlns:a16="http://schemas.microsoft.com/office/drawing/2014/main" id="{CF90F7CC-B0C4-00AF-1533-32EA9BACCEC6}"/>
              </a:ext>
            </a:extLst>
          </p:cNvPr>
          <p:cNvCxnSpPr>
            <a:cxnSpLocks/>
          </p:cNvCxnSpPr>
          <p:nvPr/>
        </p:nvCxnSpPr>
        <p:spPr>
          <a:xfrm>
            <a:off x="7122358" y="3704964"/>
            <a:ext cx="507727" cy="89061"/>
          </a:xfrm>
          <a:prstGeom prst="line">
            <a:avLst/>
          </a:prstGeom>
          <a:ln w="38100">
            <a:solidFill>
              <a:srgbClr val="E4486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基准点4">
            <a:extLst>
              <a:ext uri="{FF2B5EF4-FFF2-40B4-BE49-F238E27FC236}">
                <a16:creationId xmlns:a16="http://schemas.microsoft.com/office/drawing/2014/main" id="{61A5E4DD-6BC9-712D-5B49-6BC2128EDC72}"/>
              </a:ext>
            </a:extLst>
          </p:cNvPr>
          <p:cNvSpPr/>
          <p:nvPr/>
        </p:nvSpPr>
        <p:spPr>
          <a:xfrm>
            <a:off x="9380784" y="4544393"/>
            <a:ext cx="122752" cy="122752"/>
          </a:xfrm>
          <a:prstGeom prst="ellipse">
            <a:avLst/>
          </a:prstGeom>
          <a:solidFill>
            <a:srgbClr val="159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92" name="辅助线4">
            <a:extLst>
              <a:ext uri="{FF2B5EF4-FFF2-40B4-BE49-F238E27FC236}">
                <a16:creationId xmlns:a16="http://schemas.microsoft.com/office/drawing/2014/main" id="{2181AD2F-8DFF-868B-C12E-CEC3CA9474C7}"/>
              </a:ext>
            </a:extLst>
          </p:cNvPr>
          <p:cNvCxnSpPr>
            <a:cxnSpLocks/>
            <a:endCxn id="191" idx="2"/>
          </p:cNvCxnSpPr>
          <p:nvPr/>
        </p:nvCxnSpPr>
        <p:spPr>
          <a:xfrm>
            <a:off x="7619928" y="3793936"/>
            <a:ext cx="1760856" cy="811833"/>
          </a:xfrm>
          <a:prstGeom prst="line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幅频4">
            <a:extLst>
              <a:ext uri="{FF2B5EF4-FFF2-40B4-BE49-F238E27FC236}">
                <a16:creationId xmlns:a16="http://schemas.microsoft.com/office/drawing/2014/main" id="{E21238E0-E5DA-0EF0-C3C3-82B9E2E1E709}"/>
              </a:ext>
            </a:extLst>
          </p:cNvPr>
          <p:cNvCxnSpPr>
            <a:cxnSpLocks/>
          </p:cNvCxnSpPr>
          <p:nvPr/>
        </p:nvCxnSpPr>
        <p:spPr>
          <a:xfrm>
            <a:off x="7607453" y="3789646"/>
            <a:ext cx="3301379" cy="1510539"/>
          </a:xfrm>
          <a:prstGeom prst="line">
            <a:avLst/>
          </a:prstGeom>
          <a:ln w="38100">
            <a:solidFill>
              <a:srgbClr val="E4486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标签1">
                <a:extLst>
                  <a:ext uri="{FF2B5EF4-FFF2-40B4-BE49-F238E27FC236}">
                    <a16:creationId xmlns:a16="http://schemas.microsoft.com/office/drawing/2014/main" id="{77DCDA55-6780-098D-8A4C-319444452A82}"/>
                  </a:ext>
                </a:extLst>
              </p:cNvPr>
              <p:cNvSpPr txBox="1"/>
              <p:nvPr/>
            </p:nvSpPr>
            <p:spPr>
              <a:xfrm>
                <a:off x="5713328" y="2886834"/>
                <a:ext cx="8897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−20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4" name="标签1">
                <a:extLst>
                  <a:ext uri="{FF2B5EF4-FFF2-40B4-BE49-F238E27FC236}">
                    <a16:creationId xmlns:a16="http://schemas.microsoft.com/office/drawing/2014/main" id="{77DCDA55-6780-098D-8A4C-319444452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3328" y="2886834"/>
                <a:ext cx="889721" cy="523220"/>
              </a:xfrm>
              <a:prstGeom prst="rect">
                <a:avLst/>
              </a:prstGeom>
              <a:blipFill>
                <a:blip r:embed="rId29"/>
                <a:stretch>
                  <a:fillRect r="-14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5" name="标签2">
                <a:extLst>
                  <a:ext uri="{FF2B5EF4-FFF2-40B4-BE49-F238E27FC236}">
                    <a16:creationId xmlns:a16="http://schemas.microsoft.com/office/drawing/2014/main" id="{2335657A-F09F-A5D1-A9F1-B068C0FCE6B5}"/>
                  </a:ext>
                </a:extLst>
              </p:cNvPr>
              <p:cNvSpPr txBox="1"/>
              <p:nvPr/>
            </p:nvSpPr>
            <p:spPr>
              <a:xfrm>
                <a:off x="6202880" y="3629572"/>
                <a:ext cx="8897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−40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5" name="标签2">
                <a:extLst>
                  <a:ext uri="{FF2B5EF4-FFF2-40B4-BE49-F238E27FC236}">
                    <a16:creationId xmlns:a16="http://schemas.microsoft.com/office/drawing/2014/main" id="{2335657A-F09F-A5D1-A9F1-B068C0FCE6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2880" y="3629572"/>
                <a:ext cx="889721" cy="523220"/>
              </a:xfrm>
              <a:prstGeom prst="rect">
                <a:avLst/>
              </a:prstGeom>
              <a:blipFill>
                <a:blip r:embed="rId30"/>
                <a:stretch>
                  <a:fillRect r="-14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标签3">
                <a:extLst>
                  <a:ext uri="{FF2B5EF4-FFF2-40B4-BE49-F238E27FC236}">
                    <a16:creationId xmlns:a16="http://schemas.microsoft.com/office/drawing/2014/main" id="{4702E669-7C2A-BDFB-BBF7-77861FAAAE0F}"/>
                  </a:ext>
                </a:extLst>
              </p:cNvPr>
              <p:cNvSpPr txBox="1"/>
              <p:nvPr/>
            </p:nvSpPr>
            <p:spPr>
              <a:xfrm>
                <a:off x="6939758" y="3217366"/>
                <a:ext cx="8897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−20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6" name="标签3">
                <a:extLst>
                  <a:ext uri="{FF2B5EF4-FFF2-40B4-BE49-F238E27FC236}">
                    <a16:creationId xmlns:a16="http://schemas.microsoft.com/office/drawing/2014/main" id="{4702E669-7C2A-BDFB-BBF7-77861FAAA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9758" y="3217366"/>
                <a:ext cx="889721" cy="523220"/>
              </a:xfrm>
              <a:prstGeom prst="rect">
                <a:avLst/>
              </a:prstGeom>
              <a:blipFill>
                <a:blip r:embed="rId31"/>
                <a:stretch>
                  <a:fillRect r="-14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标签4">
                <a:extLst>
                  <a:ext uri="{FF2B5EF4-FFF2-40B4-BE49-F238E27FC236}">
                    <a16:creationId xmlns:a16="http://schemas.microsoft.com/office/drawing/2014/main" id="{DDAE8C83-5F86-1F65-1DA2-CF019C5AFB21}"/>
                  </a:ext>
                </a:extLst>
              </p:cNvPr>
              <p:cNvSpPr txBox="1"/>
              <p:nvPr/>
            </p:nvSpPr>
            <p:spPr>
              <a:xfrm>
                <a:off x="8539279" y="4531341"/>
                <a:ext cx="8897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−60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7" name="标签4">
                <a:extLst>
                  <a:ext uri="{FF2B5EF4-FFF2-40B4-BE49-F238E27FC236}">
                    <a16:creationId xmlns:a16="http://schemas.microsoft.com/office/drawing/2014/main" id="{DDAE8C83-5F86-1F65-1DA2-CF019C5AFB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9279" y="4531341"/>
                <a:ext cx="889721" cy="523220"/>
              </a:xfrm>
              <a:prstGeom prst="rect">
                <a:avLst/>
              </a:prstGeom>
              <a:blipFill>
                <a:blip r:embed="rId32"/>
                <a:stretch>
                  <a:fillRect r="-14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相频响应">
            <a:extLst>
              <a:ext uri="{FF2B5EF4-FFF2-40B4-BE49-F238E27FC236}">
                <a16:creationId xmlns:a16="http://schemas.microsoft.com/office/drawing/2014/main" id="{4B5817D7-F717-BF56-745E-4517F2C1F4CD}"/>
              </a:ext>
            </a:extLst>
          </p:cNvPr>
          <p:cNvSpPr/>
          <p:nvPr/>
        </p:nvSpPr>
        <p:spPr>
          <a:xfrm flipV="1">
            <a:off x="5814771" y="4517963"/>
            <a:ext cx="5428320" cy="216104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04310" h="330518">
                <a:moveTo>
                  <a:pt x="0" y="330514"/>
                </a:moveTo>
                <a:cubicBezTo>
                  <a:pt x="325304" y="331954"/>
                  <a:pt x="-731813" y="-25918"/>
                  <a:pt x="3104310" y="1499"/>
                </a:cubicBezTo>
              </a:path>
            </a:pathLst>
          </a:custGeom>
          <a:noFill/>
          <a:ln w="38100">
            <a:solidFill>
              <a:srgbClr val="159F84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9" name="微分相频">
            <a:extLst>
              <a:ext uri="{FF2B5EF4-FFF2-40B4-BE49-F238E27FC236}">
                <a16:creationId xmlns:a16="http://schemas.microsoft.com/office/drawing/2014/main" id="{941C7810-FFA8-8DFA-AD59-8563DE625D9B}"/>
              </a:ext>
            </a:extLst>
          </p:cNvPr>
          <p:cNvSpPr/>
          <p:nvPr/>
        </p:nvSpPr>
        <p:spPr>
          <a:xfrm flipV="1">
            <a:off x="5820905" y="3957875"/>
            <a:ext cx="5421971" cy="216951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100679"/>
              <a:gd name="connsiteY0" fmla="*/ 1 h 331397"/>
              <a:gd name="connsiteX1" fmla="*/ 3100679 w 3100679"/>
              <a:gd name="connsiteY1" fmla="*/ 331398 h 331397"/>
              <a:gd name="connsiteX0" fmla="*/ 0 w 3100679"/>
              <a:gd name="connsiteY0" fmla="*/ -1 h 331677"/>
              <a:gd name="connsiteX1" fmla="*/ 3100679 w 3100679"/>
              <a:gd name="connsiteY1" fmla="*/ 331396 h 331677"/>
              <a:gd name="connsiteX0" fmla="*/ 0 w 3100679"/>
              <a:gd name="connsiteY0" fmla="*/ 143 h 331813"/>
              <a:gd name="connsiteX1" fmla="*/ 3100679 w 3100679"/>
              <a:gd name="connsiteY1" fmla="*/ 331540 h 331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00679" h="331813">
                <a:moveTo>
                  <a:pt x="0" y="143"/>
                </a:moveTo>
                <a:cubicBezTo>
                  <a:pt x="666655" y="-8129"/>
                  <a:pt x="866000" y="342970"/>
                  <a:pt x="3100679" y="331540"/>
                </a:cubicBezTo>
              </a:path>
            </a:pathLst>
          </a:custGeom>
          <a:noFill/>
          <a:ln w="38100">
            <a:solidFill>
              <a:srgbClr val="159F84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2" name="节段17">
            <a:extLst>
              <a:ext uri="{FF2B5EF4-FFF2-40B4-BE49-F238E27FC236}">
                <a16:creationId xmlns:a16="http://schemas.microsoft.com/office/drawing/2014/main" id="{6DEC9F9C-3A74-2DF0-7D54-DC36BA9D31C5}"/>
              </a:ext>
            </a:extLst>
          </p:cNvPr>
          <p:cNvSpPr/>
          <p:nvPr/>
        </p:nvSpPr>
        <p:spPr bwMode="auto">
          <a:xfrm>
            <a:off x="528534" y="1296984"/>
            <a:ext cx="5551200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17.</a:t>
            </a:r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 近似叠加：绘制伯德图</a:t>
            </a:r>
          </a:p>
        </p:txBody>
      </p:sp>
    </p:spTree>
    <p:extLst>
      <p:ext uri="{BB962C8B-B14F-4D97-AF65-F5344CB8AC3E}">
        <p14:creationId xmlns:p14="http://schemas.microsoft.com/office/powerpoint/2010/main" val="2700024933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5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50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000"/>
                            </p:stCondLst>
                            <p:childTnLst>
                              <p:par>
                                <p:cTn id="6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70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7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" grpId="0"/>
      <p:bldP spid="184" grpId="0" animBg="1"/>
      <p:bldP spid="187" grpId="0" animBg="1"/>
      <p:bldP spid="188" grpId="0" animBg="1"/>
      <p:bldP spid="191" grpId="0" animBg="1"/>
      <p:bldP spid="194" grpId="0"/>
      <p:bldP spid="195" grpId="0"/>
      <p:bldP spid="196" grpId="0"/>
      <p:bldP spid="197" grpId="0"/>
      <p:bldP spid="198" grpId="0" animBg="1"/>
      <p:bldP spid="199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信息化教学设计"/>
</p:tagLst>
</file>

<file path=ppt/theme/theme1.xml><?xml version="1.0" encoding="utf-8"?>
<a:theme xmlns:a="http://schemas.openxmlformats.org/drawingml/2006/main" name="Office 主题​​">
  <a:themeElements>
    <a:clrScheme name="自定义 222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2980B9"/>
      </a:accent1>
      <a:accent2>
        <a:srgbClr val="159F84"/>
      </a:accent2>
      <a:accent3>
        <a:srgbClr val="9BBB59"/>
      </a:accent3>
      <a:accent4>
        <a:srgbClr val="F29B11"/>
      </a:accent4>
      <a:accent5>
        <a:srgbClr val="BF382A"/>
      </a:accent5>
      <a:accent6>
        <a:srgbClr val="A7459D"/>
      </a:accent6>
      <a:hlink>
        <a:srgbClr val="2980B9"/>
      </a:hlink>
      <a:folHlink>
        <a:srgbClr val="BFBFBF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淘宝店：章瑾图文</Template>
  <TotalTime>20361</TotalTime>
  <Words>2100</Words>
  <Application>Microsoft Macintosh PowerPoint</Application>
  <PresentationFormat>自定义</PresentationFormat>
  <Paragraphs>677</Paragraphs>
  <Slides>28</Slides>
  <Notes>25</Notes>
  <HiddenSlides>3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0" baseType="lpstr">
      <vt:lpstr>等线</vt:lpstr>
      <vt:lpstr>汉仪菱心体简</vt:lpstr>
      <vt:lpstr>微软雅黑</vt:lpstr>
      <vt:lpstr>微软雅黑</vt:lpstr>
      <vt:lpstr>Arial</vt:lpstr>
      <vt:lpstr>Calibri</vt:lpstr>
      <vt:lpstr>Cambria Math</vt:lpstr>
      <vt:lpstr>Gill Sans Ultra Bold</vt:lpstr>
      <vt:lpstr>Menlo</vt:lpstr>
      <vt:lpstr>Stencil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章瑾图文</dc:creator>
  <cp:keywords/>
  <dc:description/>
  <cp:lastModifiedBy>Yong-Wei Zhang</cp:lastModifiedBy>
  <cp:revision>571</cp:revision>
  <dcterms:created xsi:type="dcterms:W3CDTF">2012-09-21T08:06:35Z</dcterms:created>
  <dcterms:modified xsi:type="dcterms:W3CDTF">2023-05-19T05:42:16Z</dcterms:modified>
  <cp:category/>
</cp:coreProperties>
</file>