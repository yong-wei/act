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53" r:id="rId2"/>
    <p:sldId id="510" r:id="rId3"/>
    <p:sldId id="511" r:id="rId4"/>
    <p:sldId id="520" r:id="rId5"/>
    <p:sldId id="521" r:id="rId6"/>
    <p:sldId id="475" r:id="rId7"/>
    <p:sldId id="524" r:id="rId8"/>
    <p:sldId id="491" r:id="rId9"/>
    <p:sldId id="492" r:id="rId10"/>
    <p:sldId id="493" r:id="rId11"/>
    <p:sldId id="494" r:id="rId12"/>
    <p:sldId id="495" r:id="rId13"/>
    <p:sldId id="497" r:id="rId14"/>
    <p:sldId id="496" r:id="rId15"/>
    <p:sldId id="522" r:id="rId16"/>
    <p:sldId id="500" r:id="rId17"/>
    <p:sldId id="501" r:id="rId18"/>
    <p:sldId id="502" r:id="rId19"/>
    <p:sldId id="512" r:id="rId20"/>
    <p:sldId id="513" r:id="rId21"/>
    <p:sldId id="517" r:id="rId22"/>
    <p:sldId id="518" r:id="rId23"/>
    <p:sldId id="519" r:id="rId24"/>
  </p:sldIdLst>
  <p:sldSz cx="12190413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67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pos="3840">
          <p15:clr>
            <a:srgbClr val="A4A3A4"/>
          </p15:clr>
        </p15:guide>
        <p15:guide id="4" pos="165">
          <p15:clr>
            <a:srgbClr val="A4A3A4"/>
          </p15:clr>
        </p15:guide>
        <p15:guide id="5" pos="6788" userDrawn="1">
          <p15:clr>
            <a:srgbClr val="A4A3A4"/>
          </p15:clr>
        </p15:guide>
        <p15:guide id="6" pos="2025" userDrawn="1">
          <p15:clr>
            <a:srgbClr val="A4A3A4"/>
          </p15:clr>
        </p15:guide>
        <p15:guide id="7" pos="5881" userDrawn="1">
          <p15:clr>
            <a:srgbClr val="A4A3A4"/>
          </p15:clr>
        </p15:guide>
        <p15:guide id="8" orient="horz" pos="2614" userDrawn="1">
          <p15:clr>
            <a:srgbClr val="A4A3A4"/>
          </p15:clr>
        </p15:guide>
        <p15:guide id="9" pos="6334" userDrawn="1">
          <p15:clr>
            <a:srgbClr val="A4A3A4"/>
          </p15:clr>
        </p15:guide>
        <p15:guide id="11" orient="horz" pos="1706" userDrawn="1">
          <p15:clr>
            <a:srgbClr val="A4A3A4"/>
          </p15:clr>
        </p15:guide>
        <p15:guide id="13" pos="5427" userDrawn="1">
          <p15:clr>
            <a:srgbClr val="A4A3A4"/>
          </p15:clr>
        </p15:guide>
        <p15:guide id="14" pos="4973" userDrawn="1">
          <p15:clr>
            <a:srgbClr val="A4A3A4"/>
          </p15:clr>
        </p15:guide>
        <p15:guide id="15" orient="horz" pos="1253" userDrawn="1">
          <p15:clr>
            <a:srgbClr val="A4A3A4"/>
          </p15:clr>
        </p15:guide>
        <p15:guide id="16" orient="horz" pos="352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9F84"/>
    <a:srgbClr val="E44860"/>
    <a:srgbClr val="F29B11"/>
    <a:srgbClr val="768395"/>
    <a:srgbClr val="1C1C1C"/>
    <a:srgbClr val="9BBB59"/>
    <a:srgbClr val="2980B9"/>
    <a:srgbClr val="F6973B"/>
    <a:srgbClr val="FFFFFF"/>
    <a:srgbClr val="EFF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69" autoAdjust="0"/>
    <p:restoredTop sz="96197" autoAdjust="0"/>
  </p:normalViewPr>
  <p:slideViewPr>
    <p:cSldViewPr>
      <p:cViewPr varScale="1">
        <p:scale>
          <a:sx n="114" d="100"/>
          <a:sy n="114" d="100"/>
        </p:scale>
        <p:origin x="376" y="176"/>
      </p:cViewPr>
      <p:guideLst>
        <p:guide orient="horz" pos="3067"/>
        <p:guide orient="horz" pos="2160"/>
        <p:guide pos="3840"/>
        <p:guide pos="165"/>
        <p:guide pos="6788"/>
        <p:guide pos="2025"/>
        <p:guide pos="5881"/>
        <p:guide orient="horz" pos="2614"/>
        <p:guide pos="6334"/>
        <p:guide orient="horz" pos="1706"/>
        <p:guide pos="5427"/>
        <p:guide pos="4973"/>
        <p:guide orient="horz" pos="1253"/>
        <p:guide orient="horz" pos="3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336"/>
    </p:cViewPr>
  </p:sorterViewPr>
  <p:notesViewPr>
    <p:cSldViewPr>
      <p:cViewPr varScale="1">
        <p:scale>
          <a:sx n="118" d="100"/>
          <a:sy n="118" d="100"/>
        </p:scale>
        <p:origin x="375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8805445-DD02-4A4D-85F2-00571D19ED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41B0AF-3333-FD46-B79E-50FD8A79D1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A9F75-F87F-124E-A6E0-5AA7D52145C2}" type="datetimeFigureOut">
              <a:rPr kumimoji="1" lang="zh-CN" altLang="en-US" smtClean="0"/>
              <a:t>2024/4/17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F8CD6C-5D36-1743-972A-01D811956D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92A2E0-40E1-5149-9E4A-F475CD689D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A3159-7C85-5C48-9D59-18AED36800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6331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CC928-7A32-4383-8C66-886F513D06F6}" type="datetimeFigureOut">
              <a:rPr lang="zh-CN" altLang="en-US" smtClean="0"/>
              <a:t>2024/4/17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36B7B-B83E-48FC-9145-C5D7D2DAF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40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31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01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292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8385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703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111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7217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9403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42624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0428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6726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7476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4848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85064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0258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1654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6174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4983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3164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5335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1930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301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442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7CCF719-0B4D-4198-B5BC-2D0F73DC26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141282B4-7D1A-4CA4-B97C-AECB47C3A3B9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基本情况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7453" y="356166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8175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DAD0CA0-9EB6-46FD-A5D1-35CBE479CB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4869" y="353986"/>
            <a:ext cx="5059282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36B85F6-A5BC-46DF-8D38-ACEA958A78FA}"/>
              </a:ext>
            </a:extLst>
          </p:cNvPr>
          <p:cNvSpPr/>
          <p:nvPr userDrawn="1"/>
        </p:nvSpPr>
        <p:spPr>
          <a:xfrm>
            <a:off x="129898" y="356166"/>
            <a:ext cx="1512168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创新设计</a:t>
            </a:r>
          </a:p>
        </p:txBody>
      </p:sp>
      <p:sp>
        <p:nvSpPr>
          <p:cNvPr id="8" name="矩形: 圆角 17">
            <a:extLst>
              <a:ext uri="{FF2B5EF4-FFF2-40B4-BE49-F238E27FC236}">
                <a16:creationId xmlns:a16="http://schemas.microsoft.com/office/drawing/2014/main" id="{2C7DE445-257D-1547-A5A3-2C9ECB3DCED5}"/>
              </a:ext>
            </a:extLst>
          </p:cNvPr>
          <p:cNvSpPr/>
          <p:nvPr userDrawn="1"/>
        </p:nvSpPr>
        <p:spPr>
          <a:xfrm>
            <a:off x="6773974" y="353986"/>
            <a:ext cx="5286541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36408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8FC1B26-5F6B-454B-B6A7-6C43341F2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9234"/>
            <a:ext cx="5616623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4C1D17-F9AA-4AA7-B29E-EA7C89094028}"/>
              </a:ext>
            </a:extLst>
          </p:cNvPr>
          <p:cNvSpPr/>
          <p:nvPr userDrawn="1"/>
        </p:nvSpPr>
        <p:spPr>
          <a:xfrm>
            <a:off x="121965" y="359235"/>
            <a:ext cx="1512168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创新效果</a:t>
            </a:r>
          </a:p>
        </p:txBody>
      </p:sp>
    </p:spTree>
    <p:extLst>
      <p:ext uri="{BB962C8B-B14F-4D97-AF65-F5344CB8AC3E}">
        <p14:creationId xmlns:p14="http://schemas.microsoft.com/office/powerpoint/2010/main" val="2005898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E375F02-5481-4F79-8E14-2A5CA78A8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1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6166"/>
            <a:ext cx="5616623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3C5F6E7-E625-494B-89C2-3D62A6B97957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教学成果</a:t>
            </a:r>
          </a:p>
        </p:txBody>
      </p:sp>
    </p:spTree>
    <p:extLst>
      <p:ext uri="{BB962C8B-B14F-4D97-AF65-F5344CB8AC3E}">
        <p14:creationId xmlns:p14="http://schemas.microsoft.com/office/powerpoint/2010/main" val="2493030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003EC96-1FAD-E241-A4B7-1ED9CE341E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4" name="矩形: 圆角 17">
            <a:extLst>
              <a:ext uri="{FF2B5EF4-FFF2-40B4-BE49-F238E27FC236}">
                <a16:creationId xmlns:a16="http://schemas.microsoft.com/office/drawing/2014/main" id="{1EA45D98-DEC5-264D-BA21-59DABF9CB484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71413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91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1863972"/>
      </p:ext>
    </p:extLst>
  </p:cSld>
  <p:clrMapOvr>
    <a:masterClrMapping/>
  </p:clrMapOvr>
  <p:transition spd="slow">
    <p:strips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840991"/>
      </p:ext>
    </p:extLst>
  </p:cSld>
  <p:clrMapOvr>
    <a:masterClrMapping/>
  </p:clrMapOvr>
  <p:transition spd="slow">
    <p:strips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152828"/>
      </p:ext>
    </p:extLst>
  </p:cSld>
  <p:clrMapOvr>
    <a:masterClrMapping/>
  </p:clrMapOvr>
  <p:transition spd="slow">
    <p:strips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1762767"/>
      </p:ext>
    </p:extLst>
  </p:cSld>
  <p:clrMapOvr>
    <a:masterClrMapping/>
  </p:clrMapOvr>
  <p:transition spd="slow">
    <p:strips dir="r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231392"/>
      </p:ext>
    </p:extLst>
  </p:cSld>
  <p:clrMapOvr>
    <a:masterClrMapping/>
  </p:clrMapOvr>
  <p:transition spd="slow">
    <p:strips dir="r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435023"/>
      </p:ext>
    </p:extLst>
  </p:cSld>
  <p:clrMapOvr>
    <a:masterClrMapping/>
  </p:clrMapOvr>
  <p:transition spd="slow">
    <p:strips dir="r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532170"/>
      </p:ext>
    </p:extLst>
  </p:cSld>
  <p:clrMapOvr>
    <a:masterClrMapping/>
  </p:clrMapOvr>
  <p:transition spd="slow">
    <p:strips dir="r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634117"/>
      </p:ext>
    </p:extLst>
  </p:cSld>
  <p:clrMapOvr>
    <a:masterClrMapping/>
  </p:clrMapOvr>
  <p:transition spd="slow">
    <p:strips dir="r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617031"/>
      </p:ext>
    </p:extLst>
  </p:cSld>
  <p:clrMapOvr>
    <a:masterClrMapping/>
  </p:clrMapOvr>
  <p:transition spd="slow">
    <p:strips dir="r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4A263-5145-4800-9735-38896831F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93926514"/>
      </p:ext>
    </p:extLst>
  </p:cSld>
  <p:clrMapOvr>
    <a:masterClrMapping/>
  </p:clrMapOvr>
  <p:transition spd="slow">
    <p:strips dir="r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516710"/>
      </p:ext>
    </p:extLst>
  </p:cSld>
  <p:clrMapOvr>
    <a:masterClrMapping/>
  </p:clrMapOvr>
  <p:transition spd="slow">
    <p:strips dir="r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地图背景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344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绿条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54874470"/>
      </p:ext>
    </p:extLst>
  </p:cSld>
  <p:clrMapOvr>
    <a:masterClrMapping/>
  </p:clrMapOvr>
  <p:transition spd="slow"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4" y="-14371"/>
            <a:ext cx="2299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 dirty="0">
              <a:solidFill>
                <a:srgbClr val="333333"/>
              </a:solidFill>
              <a:latin typeface="Gill Sans Ultra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50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8" r:id="rId2"/>
    <p:sldLayoutId id="2147483671" r:id="rId3"/>
    <p:sldLayoutId id="2147483669" r:id="rId4"/>
    <p:sldLayoutId id="2147483670" r:id="rId5"/>
    <p:sldLayoutId id="2147483654" r:id="rId6"/>
    <p:sldLayoutId id="2147483663" r:id="rId7"/>
    <p:sldLayoutId id="2147483659" r:id="rId8"/>
    <p:sldLayoutId id="2147483667" r:id="rId9"/>
    <p:sldLayoutId id="2147483655" r:id="rId10"/>
    <p:sldLayoutId id="2147483651" r:id="rId11"/>
    <p:sldLayoutId id="2147483656" r:id="rId12"/>
    <p:sldLayoutId id="2147483652" r:id="rId13"/>
    <p:sldLayoutId id="2147483657" r:id="rId14"/>
    <p:sldLayoutId id="2147483653" r:id="rId15"/>
    <p:sldLayoutId id="2147483666" r:id="rId16"/>
    <p:sldLayoutId id="2147483665" r:id="rId17"/>
    <p:sldLayoutId id="2147483658" r:id="rId18"/>
    <p:sldLayoutId id="2147483672" r:id="rId19"/>
    <p:sldLayoutId id="2147483673" r:id="rId20"/>
  </p:sldLayoutIdLst>
  <p:transition spd="slow">
    <p:strips dir="r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7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6" Type="http://schemas.microsoft.com/office/2007/relationships/hdphoto" Target="../media/hdphoto4.wdp"/><Relationship Id="rId5" Type="http://schemas.openxmlformats.org/officeDocument/2006/relationships/image" Target="../media/image8.png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0.png"/><Relationship Id="rId7" Type="http://schemas.openxmlformats.org/officeDocument/2006/relationships/image" Target="../media/image1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10.png"/><Relationship Id="rId5" Type="http://schemas.openxmlformats.org/officeDocument/2006/relationships/image" Target="../media/image1210.png"/><Relationship Id="rId4" Type="http://schemas.openxmlformats.org/officeDocument/2006/relationships/image" Target="../media/image11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50.png"/><Relationship Id="rId21" Type="http://schemas.openxmlformats.org/officeDocument/2006/relationships/image" Target="../media/image33.png"/><Relationship Id="rId7" Type="http://schemas.openxmlformats.org/officeDocument/2006/relationships/image" Target="../media/image190.png"/><Relationship Id="rId12" Type="http://schemas.openxmlformats.org/officeDocument/2006/relationships/image" Target="../media/image240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0.png"/><Relationship Id="rId11" Type="http://schemas.openxmlformats.org/officeDocument/2006/relationships/image" Target="../media/image230.png"/><Relationship Id="rId5" Type="http://schemas.openxmlformats.org/officeDocument/2006/relationships/image" Target="../media/image170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10" Type="http://schemas.openxmlformats.org/officeDocument/2006/relationships/image" Target="../media/image220.png"/><Relationship Id="rId19" Type="http://schemas.openxmlformats.org/officeDocument/2006/relationships/image" Target="../media/image31.png"/><Relationship Id="rId4" Type="http://schemas.openxmlformats.org/officeDocument/2006/relationships/image" Target="../media/image160.png"/><Relationship Id="rId9" Type="http://schemas.openxmlformats.org/officeDocument/2006/relationships/image" Target="../media/image210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6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6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18" Type="http://schemas.openxmlformats.org/officeDocument/2006/relationships/image" Target="../media/image67.png"/><Relationship Id="rId3" Type="http://schemas.openxmlformats.org/officeDocument/2006/relationships/image" Target="../media/image52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10" Type="http://schemas.openxmlformats.org/officeDocument/2006/relationships/image" Target="../media/image58.png"/><Relationship Id="rId4" Type="http://schemas.openxmlformats.org/officeDocument/2006/relationships/image" Target="../media/image66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3.png"/><Relationship Id="rId7" Type="http://schemas.openxmlformats.org/officeDocument/2006/relationships/image" Target="../media/image70.png"/><Relationship Id="rId12" Type="http://schemas.openxmlformats.org/officeDocument/2006/relationships/image" Target="../media/image7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9.png"/><Relationship Id="rId11" Type="http://schemas.openxmlformats.org/officeDocument/2006/relationships/image" Target="../media/image73.png"/><Relationship Id="rId5" Type="http://schemas.openxmlformats.org/officeDocument/2006/relationships/image" Target="../media/image68.png"/><Relationship Id="rId10" Type="http://schemas.openxmlformats.org/officeDocument/2006/relationships/image" Target="../media/image72.png"/><Relationship Id="rId4" Type="http://schemas.openxmlformats.org/officeDocument/2006/relationships/image" Target="../media/image56.png"/><Relationship Id="rId9" Type="http://schemas.openxmlformats.org/officeDocument/2006/relationships/image" Target="../media/image7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18" Type="http://schemas.openxmlformats.org/officeDocument/2006/relationships/image" Target="../media/image90.png"/><Relationship Id="rId3" Type="http://schemas.openxmlformats.org/officeDocument/2006/relationships/image" Target="../media/image75.png"/><Relationship Id="rId21" Type="http://schemas.openxmlformats.org/officeDocument/2006/relationships/image" Target="../media/image93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17" Type="http://schemas.openxmlformats.org/officeDocument/2006/relationships/image" Target="../media/image89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88.png"/><Relationship Id="rId20" Type="http://schemas.openxmlformats.org/officeDocument/2006/relationships/image" Target="../media/image9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5" Type="http://schemas.openxmlformats.org/officeDocument/2006/relationships/image" Target="../media/image87.png"/><Relationship Id="rId10" Type="http://schemas.openxmlformats.org/officeDocument/2006/relationships/image" Target="../media/image82.png"/><Relationship Id="rId19" Type="http://schemas.openxmlformats.org/officeDocument/2006/relationships/image" Target="../media/image91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Relationship Id="rId22" Type="http://schemas.openxmlformats.org/officeDocument/2006/relationships/image" Target="../media/image94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10.png"/><Relationship Id="rId18" Type="http://schemas.openxmlformats.org/officeDocument/2006/relationships/image" Target="../media/image109.png"/><Relationship Id="rId26" Type="http://schemas.openxmlformats.org/officeDocument/2006/relationships/image" Target="../media/image116.png"/><Relationship Id="rId21" Type="http://schemas.openxmlformats.org/officeDocument/2006/relationships/image" Target="../media/image112.png"/><Relationship Id="rId34" Type="http://schemas.openxmlformats.org/officeDocument/2006/relationships/image" Target="../media/image124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17" Type="http://schemas.openxmlformats.org/officeDocument/2006/relationships/image" Target="../media/image108.png"/><Relationship Id="rId25" Type="http://schemas.openxmlformats.org/officeDocument/2006/relationships/image" Target="../media/image115.png"/><Relationship Id="rId33" Type="http://schemas.openxmlformats.org/officeDocument/2006/relationships/image" Target="../media/image123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07.png"/><Relationship Id="rId20" Type="http://schemas.openxmlformats.org/officeDocument/2006/relationships/image" Target="../media/image111.png"/><Relationship Id="rId29" Type="http://schemas.openxmlformats.org/officeDocument/2006/relationships/image" Target="../media/image11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24" Type="http://schemas.openxmlformats.org/officeDocument/2006/relationships/image" Target="../media/image114.png"/><Relationship Id="rId32" Type="http://schemas.openxmlformats.org/officeDocument/2006/relationships/image" Target="../media/image122.png"/><Relationship Id="rId37" Type="http://schemas.openxmlformats.org/officeDocument/2006/relationships/image" Target="../media/image127.png"/><Relationship Id="rId5" Type="http://schemas.openxmlformats.org/officeDocument/2006/relationships/image" Target="../media/image97.png"/><Relationship Id="rId15" Type="http://schemas.openxmlformats.org/officeDocument/2006/relationships/image" Target="../media/image106.png"/><Relationship Id="rId23" Type="http://schemas.openxmlformats.org/officeDocument/2006/relationships/image" Target="../media/image113.png"/><Relationship Id="rId28" Type="http://schemas.openxmlformats.org/officeDocument/2006/relationships/image" Target="../media/image118.png"/><Relationship Id="rId36" Type="http://schemas.openxmlformats.org/officeDocument/2006/relationships/image" Target="../media/image126.png"/><Relationship Id="rId10" Type="http://schemas.openxmlformats.org/officeDocument/2006/relationships/image" Target="../media/image102.png"/><Relationship Id="rId19" Type="http://schemas.openxmlformats.org/officeDocument/2006/relationships/image" Target="../media/image110.png"/><Relationship Id="rId31" Type="http://schemas.openxmlformats.org/officeDocument/2006/relationships/image" Target="../media/image121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05.png"/><Relationship Id="rId22" Type="http://schemas.openxmlformats.org/officeDocument/2006/relationships/image" Target="../media/image40.png"/><Relationship Id="rId27" Type="http://schemas.openxmlformats.org/officeDocument/2006/relationships/image" Target="../media/image117.png"/><Relationship Id="rId30" Type="http://schemas.openxmlformats.org/officeDocument/2006/relationships/image" Target="../media/image120.png"/><Relationship Id="rId35" Type="http://schemas.openxmlformats.org/officeDocument/2006/relationships/image" Target="../media/image125.png"/><Relationship Id="rId8" Type="http://schemas.openxmlformats.org/officeDocument/2006/relationships/image" Target="../media/image100.png"/><Relationship Id="rId3" Type="http://schemas.openxmlformats.org/officeDocument/2006/relationships/image" Target="../media/image9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39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12" Type="http://schemas.openxmlformats.org/officeDocument/2006/relationships/image" Target="../media/image1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5" Type="http://schemas.openxmlformats.org/officeDocument/2006/relationships/image" Target="../media/image131.png"/><Relationship Id="rId10" Type="http://schemas.openxmlformats.org/officeDocument/2006/relationships/image" Target="../media/image136.png"/><Relationship Id="rId4" Type="http://schemas.openxmlformats.org/officeDocument/2006/relationships/image" Target="../media/image130.png"/><Relationship Id="rId9" Type="http://schemas.openxmlformats.org/officeDocument/2006/relationships/image" Target="../media/image1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45.png"/><Relationship Id="rId5" Type="http://schemas.openxmlformats.org/officeDocument/2006/relationships/image" Target="../media/image144.png"/><Relationship Id="rId4" Type="http://schemas.openxmlformats.org/officeDocument/2006/relationships/image" Target="../media/image143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39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12" Type="http://schemas.openxmlformats.org/officeDocument/2006/relationships/image" Target="../media/image1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5" Type="http://schemas.openxmlformats.org/officeDocument/2006/relationships/image" Target="../media/image131.png"/><Relationship Id="rId10" Type="http://schemas.openxmlformats.org/officeDocument/2006/relationships/image" Target="../media/image136.png"/><Relationship Id="rId4" Type="http://schemas.openxmlformats.org/officeDocument/2006/relationships/image" Target="../media/image130.png"/><Relationship Id="rId9" Type="http://schemas.openxmlformats.org/officeDocument/2006/relationships/image" Target="../media/image1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B897A1C7-629A-B247-B7B1-EA7AC3797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44" y="828695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E323DC9A-B9F0-664E-8D8B-4D4B3CB163A9}"/>
              </a:ext>
            </a:extLst>
          </p:cNvPr>
          <p:cNvGrpSpPr/>
          <p:nvPr/>
        </p:nvGrpSpPr>
        <p:grpSpPr>
          <a:xfrm>
            <a:off x="3386174" y="828695"/>
            <a:ext cx="9221717" cy="3766808"/>
            <a:chOff x="1559098" y="1196752"/>
            <a:chExt cx="9221717" cy="3766808"/>
          </a:xfrm>
        </p:grpSpPr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6C5D6197-A7EB-4453-845C-A17502C9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59098" y="1196752"/>
              <a:ext cx="9221717" cy="3766808"/>
            </a:xfrm>
            <a:prstGeom prst="rect">
              <a:avLst/>
            </a:prstGeom>
          </p:spPr>
        </p:pic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FD70EB58-BC11-49B8-8525-EF7D1AAA3845}"/>
                </a:ext>
              </a:extLst>
            </p:cNvPr>
            <p:cNvSpPr/>
            <p:nvPr/>
          </p:nvSpPr>
          <p:spPr>
            <a:xfrm>
              <a:off x="3186339" y="2802637"/>
              <a:ext cx="5818976" cy="1015663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6000" dirty="0">
                  <a:solidFill>
                    <a:schemeClr val="bg1"/>
                  </a:solidFill>
                  <a:effectLst/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自动控制</a:t>
              </a:r>
              <a:r>
                <a:rPr lang="zh-CN" altLang="en-US" sz="6000" dirty="0">
                  <a:solidFill>
                    <a:schemeClr val="bg1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原理</a:t>
              </a:r>
              <a:endParaRPr lang="zh-CN" altLang="en-US" sz="6000" dirty="0">
                <a:solidFill>
                  <a:schemeClr val="bg1"/>
                </a:solidFill>
                <a:effectLst/>
                <a:latin typeface="汉仪菱心体简" panose="02010609000101010101" pitchFamily="49" charset="-122"/>
                <a:ea typeface="汉仪菱心体简" panose="02010609000101010101" pitchFamily="49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AE905FF0-A89B-0562-7AA8-6F05FA705617}"/>
              </a:ext>
            </a:extLst>
          </p:cNvPr>
          <p:cNvGrpSpPr/>
          <p:nvPr/>
        </p:nvGrpSpPr>
        <p:grpSpPr>
          <a:xfrm>
            <a:off x="6454025" y="320863"/>
            <a:ext cx="5300128" cy="1015663"/>
            <a:chOff x="6454025" y="320863"/>
            <a:chExt cx="5300128" cy="1015663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E0BCE4F2-5B8A-847C-0831-9144041573FC}"/>
                </a:ext>
              </a:extLst>
            </p:cNvPr>
            <p:cNvGrpSpPr/>
            <p:nvPr/>
          </p:nvGrpSpPr>
          <p:grpSpPr>
            <a:xfrm>
              <a:off x="6454025" y="320863"/>
              <a:ext cx="4143411" cy="1015663"/>
              <a:chOff x="8681781" y="504363"/>
              <a:chExt cx="3090550" cy="757578"/>
            </a:xfrm>
          </p:grpSpPr>
          <p:cxnSp>
            <p:nvCxnSpPr>
              <p:cNvPr id="5" name="直接连接符 12">
                <a:extLst>
                  <a:ext uri="{FF2B5EF4-FFF2-40B4-BE49-F238E27FC236}">
                    <a16:creationId xmlns:a16="http://schemas.microsoft.com/office/drawing/2014/main" id="{FF9A5E2D-BB82-B354-5016-FF97CFED2C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4041" y="528966"/>
                <a:ext cx="0" cy="702644"/>
              </a:xfrm>
              <a:prstGeom prst="line">
                <a:avLst/>
              </a:prstGeom>
              <a:ln w="76200">
                <a:solidFill>
                  <a:srgbClr val="F095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AB87B718-7AAD-D14E-B6F0-C7618B1B85ED}"/>
                  </a:ext>
                </a:extLst>
              </p:cNvPr>
              <p:cNvGrpSpPr/>
              <p:nvPr/>
            </p:nvGrpSpPr>
            <p:grpSpPr>
              <a:xfrm>
                <a:off x="8681781" y="504363"/>
                <a:ext cx="763836" cy="757578"/>
                <a:chOff x="8364926" y="513787"/>
                <a:chExt cx="817174" cy="810479"/>
              </a:xfrm>
            </p:grpSpPr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16CFAD58-F84D-6DFC-FF04-100D205DD832}"/>
                    </a:ext>
                  </a:extLst>
                </p:cNvPr>
                <p:cNvSpPr/>
                <p:nvPr/>
              </p:nvSpPr>
              <p:spPr>
                <a:xfrm>
                  <a:off x="8400771" y="544432"/>
                  <a:ext cx="756000" cy="756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50C78E8B-1F30-2BD9-8192-12605E19DFBC}"/>
                    </a:ext>
                  </a:extLst>
                </p:cNvPr>
                <p:cNvSpPr/>
                <p:nvPr/>
              </p:nvSpPr>
              <p:spPr>
                <a:xfrm>
                  <a:off x="8364926" y="513787"/>
                  <a:ext cx="817174" cy="810479"/>
                </a:xfrm>
                <a:prstGeom prst="rect">
                  <a:avLst/>
                </a:prstGeom>
                <a:blipFill>
                  <a:blip r:embed="rId5" cstate="print"/>
                  <a:stretch>
                    <a:fillRect l="-73502" t="-34930" r="-66194" b="-35851"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7F0E5712-893B-9596-4CCA-6762E6CC17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80"/>
              <a:stretch/>
            </p:blipFill>
            <p:spPr>
              <a:xfrm>
                <a:off x="9632991" y="593311"/>
                <a:ext cx="2139340" cy="571505"/>
              </a:xfrm>
              <a:prstGeom prst="rect">
                <a:avLst/>
              </a:prstGeom>
            </p:spPr>
          </p:pic>
        </p:grpSp>
        <p:pic>
          <p:nvPicPr>
            <p:cNvPr id="4" name="图片 3" descr="图片包含 房间, 标志, 桌子, 游戏机&#10;&#10;描述已自动生成">
              <a:extLst>
                <a:ext uri="{FF2B5EF4-FFF2-40B4-BE49-F238E27FC236}">
                  <a16:creationId xmlns:a16="http://schemas.microsoft.com/office/drawing/2014/main" id="{40780BA8-09F9-CDA6-9C21-8C97ED239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9775" y="338055"/>
              <a:ext cx="1024378" cy="998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3650723"/>
      </p:ext>
    </p:extLst>
  </p:cSld>
  <p:clrMapOvr>
    <a:masterClrMapping/>
  </p:clrMapOvr>
  <p:transition spd="slow">
    <p:strips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节段1">
            <a:extLst>
              <a:ext uri="{FF2B5EF4-FFF2-40B4-BE49-F238E27FC236}">
                <a16:creationId xmlns:a16="http://schemas.microsoft.com/office/drawing/2014/main" id="{326390C7-593C-216D-15DE-BC137E98C6F2}"/>
              </a:ext>
            </a:extLst>
          </p:cNvPr>
          <p:cNvSpPr/>
          <p:nvPr/>
        </p:nvSpPr>
        <p:spPr bwMode="auto">
          <a:xfrm>
            <a:off x="334963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反馈：控制原理的核心思想</a:t>
            </a:r>
          </a:p>
        </p:txBody>
      </p:sp>
      <p:sp>
        <p:nvSpPr>
          <p:cNvPr id="3" name="节段2">
            <a:extLst>
              <a:ext uri="{FF2B5EF4-FFF2-40B4-BE49-F238E27FC236}">
                <a16:creationId xmlns:a16="http://schemas.microsoft.com/office/drawing/2014/main" id="{6D0DC964-4888-22F0-0529-3ADBE19BCAC7}"/>
              </a:ext>
            </a:extLst>
          </p:cNvPr>
          <p:cNvSpPr/>
          <p:nvPr/>
        </p:nvSpPr>
        <p:spPr bwMode="auto">
          <a:xfrm>
            <a:off x="334963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传递函数：控制系统数学模型</a:t>
            </a:r>
          </a:p>
        </p:txBody>
      </p:sp>
      <p:sp>
        <p:nvSpPr>
          <p:cNvPr id="4" name="节段3">
            <a:extLst>
              <a:ext uri="{FF2B5EF4-FFF2-40B4-BE49-F238E27FC236}">
                <a16:creationId xmlns:a16="http://schemas.microsoft.com/office/drawing/2014/main" id="{2ED134D8-4396-5957-E553-8ABF4E57D6EF}"/>
              </a:ext>
            </a:extLst>
          </p:cNvPr>
          <p:cNvSpPr/>
          <p:nvPr/>
        </p:nvSpPr>
        <p:spPr bwMode="auto">
          <a:xfrm>
            <a:off x="334965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方框图：控制系统结构</a:t>
            </a:r>
          </a:p>
        </p:txBody>
      </p:sp>
      <p:sp>
        <p:nvSpPr>
          <p:cNvPr id="5" name="节段4">
            <a:extLst>
              <a:ext uri="{FF2B5EF4-FFF2-40B4-BE49-F238E27FC236}">
                <a16:creationId xmlns:a16="http://schemas.microsoft.com/office/drawing/2014/main" id="{4C7CB016-BBEE-BDEA-03F5-5613FC7FAF97}"/>
              </a:ext>
            </a:extLst>
          </p:cNvPr>
          <p:cNvSpPr/>
          <p:nvPr/>
        </p:nvSpPr>
        <p:spPr bwMode="auto">
          <a:xfrm>
            <a:off x="334965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信号流图：控制系统拓扑结</a:t>
            </a:r>
          </a:p>
        </p:txBody>
      </p:sp>
      <p:sp>
        <p:nvSpPr>
          <p:cNvPr id="6" name="节段5">
            <a:extLst>
              <a:ext uri="{FF2B5EF4-FFF2-40B4-BE49-F238E27FC236}">
                <a16:creationId xmlns:a16="http://schemas.microsoft.com/office/drawing/2014/main" id="{9B528F5E-5B56-04D6-8D5E-5117B2A82704}"/>
              </a:ext>
            </a:extLst>
          </p:cNvPr>
          <p:cNvSpPr/>
          <p:nvPr/>
        </p:nvSpPr>
        <p:spPr bwMode="auto">
          <a:xfrm>
            <a:off x="334965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梅森公式：数圈圈与消消乐</a:t>
            </a:r>
          </a:p>
        </p:txBody>
      </p:sp>
      <p:sp>
        <p:nvSpPr>
          <p:cNvPr id="7" name="节段6">
            <a:extLst>
              <a:ext uri="{FF2B5EF4-FFF2-40B4-BE49-F238E27FC236}">
                <a16:creationId xmlns:a16="http://schemas.microsoft.com/office/drawing/2014/main" id="{90E00070-848F-4C0E-5B96-BFE9A9C47D9C}"/>
              </a:ext>
            </a:extLst>
          </p:cNvPr>
          <p:cNvSpPr/>
          <p:nvPr/>
        </p:nvSpPr>
        <p:spPr bwMode="auto">
          <a:xfrm>
            <a:off x="334965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性能指标：控制效果评价</a:t>
            </a:r>
          </a:p>
        </p:txBody>
      </p:sp>
      <p:sp>
        <p:nvSpPr>
          <p:cNvPr id="8" name="节段7">
            <a:extLst>
              <a:ext uri="{FF2B5EF4-FFF2-40B4-BE49-F238E27FC236}">
                <a16:creationId xmlns:a16="http://schemas.microsoft.com/office/drawing/2014/main" id="{B1007742-24A6-63C8-03B7-1F283F0F1CF9}"/>
              </a:ext>
            </a:extLst>
          </p:cNvPr>
          <p:cNvSpPr/>
          <p:nvPr/>
        </p:nvSpPr>
        <p:spPr bwMode="auto">
          <a:xfrm>
            <a:off x="334965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衰减振荡：欠阻尼二阶系统</a:t>
            </a:r>
          </a:p>
        </p:txBody>
      </p:sp>
      <p:sp>
        <p:nvSpPr>
          <p:cNvPr id="9" name="节段8">
            <a:extLst>
              <a:ext uri="{FF2B5EF4-FFF2-40B4-BE49-F238E27FC236}">
                <a16:creationId xmlns:a16="http://schemas.microsoft.com/office/drawing/2014/main" id="{B78CDD92-DB86-441A-13AD-955229A45886}"/>
              </a:ext>
            </a:extLst>
          </p:cNvPr>
          <p:cNvSpPr/>
          <p:nvPr/>
        </p:nvSpPr>
        <p:spPr bwMode="auto">
          <a:xfrm>
            <a:off x="334965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稳定：控制系统首要任务</a:t>
            </a:r>
          </a:p>
        </p:txBody>
      </p:sp>
      <p:sp>
        <p:nvSpPr>
          <p:cNvPr id="10" name="节段9">
            <a:extLst>
              <a:ext uri="{FF2B5EF4-FFF2-40B4-BE49-F238E27FC236}">
                <a16:creationId xmlns:a16="http://schemas.microsoft.com/office/drawing/2014/main" id="{0F46DBF7-59DB-8E9C-851E-C9935EA9B4C8}"/>
              </a:ext>
            </a:extLst>
          </p:cNvPr>
          <p:cNvSpPr/>
          <p:nvPr/>
        </p:nvSpPr>
        <p:spPr bwMode="auto">
          <a:xfrm>
            <a:off x="334965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稳态误差：准确性的度量</a:t>
            </a:r>
          </a:p>
        </p:txBody>
      </p:sp>
      <p:sp>
        <p:nvSpPr>
          <p:cNvPr id="11" name="节段10">
            <a:extLst>
              <a:ext uri="{FF2B5EF4-FFF2-40B4-BE49-F238E27FC236}">
                <a16:creationId xmlns:a16="http://schemas.microsoft.com/office/drawing/2014/main" id="{557367C6-4C24-FCB2-4C28-DA0D4AAC94D9}"/>
              </a:ext>
            </a:extLst>
          </p:cNvPr>
          <p:cNvSpPr/>
          <p:nvPr/>
        </p:nvSpPr>
        <p:spPr bwMode="auto">
          <a:xfrm>
            <a:off x="334965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校正：实现控制的手段</a:t>
            </a:r>
          </a:p>
        </p:txBody>
      </p:sp>
      <p:sp>
        <p:nvSpPr>
          <p:cNvPr id="12" name="节段11">
            <a:extLst>
              <a:ext uri="{FF2B5EF4-FFF2-40B4-BE49-F238E27FC236}">
                <a16:creationId xmlns:a16="http://schemas.microsoft.com/office/drawing/2014/main" id="{4730885B-C9BD-725C-5B54-A3B36C6A83E6}"/>
              </a:ext>
            </a:extLst>
          </p:cNvPr>
          <p:cNvSpPr/>
          <p:nvPr/>
        </p:nvSpPr>
        <p:spPr bwMode="auto">
          <a:xfrm>
            <a:off x="6304250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放眼大局：根轨迹法</a:t>
            </a:r>
          </a:p>
        </p:txBody>
      </p:sp>
      <p:sp>
        <p:nvSpPr>
          <p:cNvPr id="13" name="节段12">
            <a:extLst>
              <a:ext uri="{FF2B5EF4-FFF2-40B4-BE49-F238E27FC236}">
                <a16:creationId xmlns:a16="http://schemas.microsoft.com/office/drawing/2014/main" id="{05520C60-051F-B4C9-EB2A-308DC70F4BFA}"/>
              </a:ext>
            </a:extLst>
          </p:cNvPr>
          <p:cNvSpPr/>
          <p:nvPr/>
        </p:nvSpPr>
        <p:spPr bwMode="auto">
          <a:xfrm>
            <a:off x="6304250" y="904947"/>
            <a:ext cx="5551200" cy="578882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根轨迹：基本形态</a:t>
            </a:r>
          </a:p>
        </p:txBody>
      </p:sp>
      <p:sp>
        <p:nvSpPr>
          <p:cNvPr id="14" name="节段13">
            <a:extLst>
              <a:ext uri="{FF2B5EF4-FFF2-40B4-BE49-F238E27FC236}">
                <a16:creationId xmlns:a16="http://schemas.microsoft.com/office/drawing/2014/main" id="{27219438-65AD-FDC9-1DA8-7FFE9BA859DA}"/>
              </a:ext>
            </a:extLst>
          </p:cNvPr>
          <p:cNvSpPr/>
          <p:nvPr/>
        </p:nvSpPr>
        <p:spPr bwMode="auto">
          <a:xfrm>
            <a:off x="6304250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根轨迹：细节修正</a:t>
            </a:r>
          </a:p>
        </p:txBody>
      </p:sp>
      <p:sp>
        <p:nvSpPr>
          <p:cNvPr id="15" name="节段14">
            <a:extLst>
              <a:ext uri="{FF2B5EF4-FFF2-40B4-BE49-F238E27FC236}">
                <a16:creationId xmlns:a16="http://schemas.microsoft.com/office/drawing/2014/main" id="{3FE30DB7-AAE2-AC3E-BDA2-5E92E22FCAFC}"/>
              </a:ext>
            </a:extLst>
          </p:cNvPr>
          <p:cNvSpPr/>
          <p:nvPr/>
        </p:nvSpPr>
        <p:spPr bwMode="auto">
          <a:xfrm>
            <a:off x="6304250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参数根轨迹：广义定义</a:t>
            </a:r>
          </a:p>
        </p:txBody>
      </p:sp>
      <p:sp>
        <p:nvSpPr>
          <p:cNvPr id="16" name="节段15">
            <a:extLst>
              <a:ext uri="{FF2B5EF4-FFF2-40B4-BE49-F238E27FC236}">
                <a16:creationId xmlns:a16="http://schemas.microsoft.com/office/drawing/2014/main" id="{44E77EBF-CB85-6E3D-429B-345397FD531D}"/>
              </a:ext>
            </a:extLst>
          </p:cNvPr>
          <p:cNvSpPr/>
          <p:nvPr/>
        </p:nvSpPr>
        <p:spPr bwMode="auto">
          <a:xfrm>
            <a:off x="6304250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根轨迹法：图形化思考</a:t>
            </a:r>
          </a:p>
        </p:txBody>
      </p:sp>
      <p:sp>
        <p:nvSpPr>
          <p:cNvPr id="17" name="节段16">
            <a:extLst>
              <a:ext uri="{FF2B5EF4-FFF2-40B4-BE49-F238E27FC236}">
                <a16:creationId xmlns:a16="http://schemas.microsoft.com/office/drawing/2014/main" id="{4FFAB4B2-AD9B-7207-955C-82823BE1A7DC}"/>
              </a:ext>
            </a:extLst>
          </p:cNvPr>
          <p:cNvSpPr/>
          <p:nvPr/>
        </p:nvSpPr>
        <p:spPr bwMode="auto">
          <a:xfrm>
            <a:off x="6304250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频率特性：换个角度看控制</a:t>
            </a:r>
          </a:p>
        </p:txBody>
      </p:sp>
      <p:sp>
        <p:nvSpPr>
          <p:cNvPr id="20" name="节段19">
            <a:extLst>
              <a:ext uri="{FF2B5EF4-FFF2-40B4-BE49-F238E27FC236}">
                <a16:creationId xmlns:a16="http://schemas.microsoft.com/office/drawing/2014/main" id="{DF2ADB47-5AEA-CD80-150C-0162DF80BE07}"/>
              </a:ext>
            </a:extLst>
          </p:cNvPr>
          <p:cNvSpPr/>
          <p:nvPr/>
        </p:nvSpPr>
        <p:spPr bwMode="auto">
          <a:xfrm>
            <a:off x="6304250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幅相特性：换个角度看频域</a:t>
            </a:r>
          </a:p>
        </p:txBody>
      </p:sp>
      <p:sp>
        <p:nvSpPr>
          <p:cNvPr id="21" name="节段20">
            <a:extLst>
              <a:ext uri="{FF2B5EF4-FFF2-40B4-BE49-F238E27FC236}">
                <a16:creationId xmlns:a16="http://schemas.microsoft.com/office/drawing/2014/main" id="{F9A31E65-9F86-1A47-9B88-A7D69C156BFC}"/>
              </a:ext>
            </a:extLst>
          </p:cNvPr>
          <p:cNvSpPr/>
          <p:nvPr/>
        </p:nvSpPr>
        <p:spPr bwMode="auto">
          <a:xfrm>
            <a:off x="6304250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宽备窄用：稳定裕度</a:t>
            </a:r>
          </a:p>
        </p:txBody>
      </p:sp>
      <p:pic>
        <p:nvPicPr>
          <p:cNvPr id="22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CB8E2FDB-E3D1-C271-FF75-70A28B3C0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68928" y="1579946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节段17">
            <a:extLst>
              <a:ext uri="{FF2B5EF4-FFF2-40B4-BE49-F238E27FC236}">
                <a16:creationId xmlns:a16="http://schemas.microsoft.com/office/drawing/2014/main" id="{B8FD9AFA-ED92-3EBA-F6E3-1D14AC519ED0}"/>
              </a:ext>
            </a:extLst>
          </p:cNvPr>
          <p:cNvSpPr/>
          <p:nvPr/>
        </p:nvSpPr>
        <p:spPr bwMode="auto">
          <a:xfrm>
            <a:off x="6304250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近似叠加：绘制伯德图</a:t>
            </a:r>
          </a:p>
        </p:txBody>
      </p:sp>
      <p:sp>
        <p:nvSpPr>
          <p:cNvPr id="24" name="节段18">
            <a:extLst>
              <a:ext uri="{FF2B5EF4-FFF2-40B4-BE49-F238E27FC236}">
                <a16:creationId xmlns:a16="http://schemas.microsoft.com/office/drawing/2014/main" id="{C47E5F69-7C16-7E57-55BF-521C6F82C1C1}"/>
              </a:ext>
            </a:extLst>
          </p:cNvPr>
          <p:cNvSpPr/>
          <p:nvPr/>
        </p:nvSpPr>
        <p:spPr bwMode="auto">
          <a:xfrm>
            <a:off x="6304250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按图索骥：伯德图求传递函数</a:t>
            </a:r>
          </a:p>
        </p:txBody>
      </p:sp>
    </p:spTree>
    <p:extLst>
      <p:ext uri="{BB962C8B-B14F-4D97-AF65-F5344CB8AC3E}">
        <p14:creationId xmlns:p14="http://schemas.microsoft.com/office/powerpoint/2010/main" val="10784581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DF15CB57-691D-80E9-32D3-AD4DADA3F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77" y="1592972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步骤1">
            <a:extLst>
              <a:ext uri="{FF2B5EF4-FFF2-40B4-BE49-F238E27FC236}">
                <a16:creationId xmlns:a16="http://schemas.microsoft.com/office/drawing/2014/main" id="{2334E117-E373-0616-6D0E-DD1101F13686}"/>
              </a:ext>
            </a:extLst>
          </p:cNvPr>
          <p:cNvGrpSpPr/>
          <p:nvPr/>
        </p:nvGrpSpPr>
        <p:grpSpPr>
          <a:xfrm>
            <a:off x="5735166" y="2516366"/>
            <a:ext cx="6120284" cy="725177"/>
            <a:chOff x="4943078" y="1700704"/>
            <a:chExt cx="6120284" cy="725177"/>
          </a:xfrm>
        </p:grpSpPr>
        <p:sp>
          <p:nvSpPr>
            <p:cNvPr id="6" name="标题">
              <a:extLst>
                <a:ext uri="{FF2B5EF4-FFF2-40B4-BE49-F238E27FC236}">
                  <a16:creationId xmlns:a16="http://schemas.microsoft.com/office/drawing/2014/main" id="{DCCBC4C8-E173-BC5A-8A28-F389626E647F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能列举根轨迹基本形态的法则</a:t>
              </a:r>
            </a:p>
          </p:txBody>
        </p:sp>
        <p:sp>
          <p:nvSpPr>
            <p:cNvPr id="7" name="序号">
              <a:extLst>
                <a:ext uri="{FF2B5EF4-FFF2-40B4-BE49-F238E27FC236}">
                  <a16:creationId xmlns:a16="http://schemas.microsoft.com/office/drawing/2014/main" id="{232BA269-03F5-04FE-0B57-13EFF01505B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" name="步骤2">
            <a:extLst>
              <a:ext uri="{FF2B5EF4-FFF2-40B4-BE49-F238E27FC236}">
                <a16:creationId xmlns:a16="http://schemas.microsoft.com/office/drawing/2014/main" id="{25C68FF5-996A-6B65-D290-8429DAC47274}"/>
              </a:ext>
            </a:extLst>
          </p:cNvPr>
          <p:cNvGrpSpPr/>
          <p:nvPr/>
        </p:nvGrpSpPr>
        <p:grpSpPr>
          <a:xfrm>
            <a:off x="5735166" y="3498606"/>
            <a:ext cx="6120284" cy="725177"/>
            <a:chOff x="4943078" y="1700704"/>
            <a:chExt cx="6120284" cy="725177"/>
          </a:xfrm>
        </p:grpSpPr>
        <p:sp>
          <p:nvSpPr>
            <p:cNvPr id="12" name="标题">
              <a:extLst>
                <a:ext uri="{FF2B5EF4-FFF2-40B4-BE49-F238E27FC236}">
                  <a16:creationId xmlns:a16="http://schemas.microsoft.com/office/drawing/2014/main" id="{173CCDD5-9C46-591E-DB05-E8BCD41337D0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能确定实轴上根轨迹及渐近线</a:t>
              </a:r>
            </a:p>
          </p:txBody>
        </p:sp>
        <p:sp>
          <p:nvSpPr>
            <p:cNvPr id="13" name="序号">
              <a:extLst>
                <a:ext uri="{FF2B5EF4-FFF2-40B4-BE49-F238E27FC236}">
                  <a16:creationId xmlns:a16="http://schemas.microsoft.com/office/drawing/2014/main" id="{4512248E-BA27-4F3B-BB37-D47B514523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4" name="步骤3">
            <a:extLst>
              <a:ext uri="{FF2B5EF4-FFF2-40B4-BE49-F238E27FC236}">
                <a16:creationId xmlns:a16="http://schemas.microsoft.com/office/drawing/2014/main" id="{B96B03B9-B2AB-DA88-5522-8E71F1F384AA}"/>
              </a:ext>
            </a:extLst>
          </p:cNvPr>
          <p:cNvGrpSpPr/>
          <p:nvPr/>
        </p:nvGrpSpPr>
        <p:grpSpPr>
          <a:xfrm>
            <a:off x="5735166" y="4480846"/>
            <a:ext cx="6120284" cy="725177"/>
            <a:chOff x="4943078" y="1700704"/>
            <a:chExt cx="6120284" cy="725177"/>
          </a:xfrm>
        </p:grpSpPr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EB9E02EF-7D2B-02DA-3C74-5B28CE440FEB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能够确定无穷远处根轨迹的走向</a:t>
              </a:r>
            </a:p>
          </p:txBody>
        </p:sp>
        <p:sp>
          <p:nvSpPr>
            <p:cNvPr id="16" name="序号">
              <a:extLst>
                <a:ext uri="{FF2B5EF4-FFF2-40B4-BE49-F238E27FC236}">
                  <a16:creationId xmlns:a16="http://schemas.microsoft.com/office/drawing/2014/main" id="{E749324C-E86E-7EF5-6347-DDC3A73466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7" name="步骤4">
            <a:extLst>
              <a:ext uri="{FF2B5EF4-FFF2-40B4-BE49-F238E27FC236}">
                <a16:creationId xmlns:a16="http://schemas.microsoft.com/office/drawing/2014/main" id="{74A91B15-9FD5-97BB-0766-BB3812A25282}"/>
              </a:ext>
            </a:extLst>
          </p:cNvPr>
          <p:cNvGrpSpPr/>
          <p:nvPr/>
        </p:nvGrpSpPr>
        <p:grpSpPr>
          <a:xfrm>
            <a:off x="5735166" y="5463087"/>
            <a:ext cx="6120284" cy="725177"/>
            <a:chOff x="4943078" y="1700704"/>
            <a:chExt cx="6120284" cy="725177"/>
          </a:xfrm>
        </p:grpSpPr>
        <p:sp>
          <p:nvSpPr>
            <p:cNvPr id="18" name="标题">
              <a:extLst>
                <a:ext uri="{FF2B5EF4-FFF2-40B4-BE49-F238E27FC236}">
                  <a16:creationId xmlns:a16="http://schemas.microsoft.com/office/drawing/2014/main" id="{8DEA9CB0-0441-88E1-21D6-8155790CAB78}"/>
                </a:ext>
              </a:extLst>
            </p:cNvPr>
            <p:cNvSpPr/>
            <p:nvPr/>
          </p:nvSpPr>
          <p:spPr bwMode="auto">
            <a:xfrm>
              <a:off x="5459860" y="1773850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能够使用计算机辅助绘制根轨迹</a:t>
              </a:r>
            </a:p>
          </p:txBody>
        </p:sp>
        <p:sp>
          <p:nvSpPr>
            <p:cNvPr id="19" name="序号">
              <a:extLst>
                <a:ext uri="{FF2B5EF4-FFF2-40B4-BE49-F238E27FC236}">
                  <a16:creationId xmlns:a16="http://schemas.microsoft.com/office/drawing/2014/main" id="{8221103E-E915-9992-911C-50C0B81E40C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26" name="学习目标">
            <a:extLst>
              <a:ext uri="{FF2B5EF4-FFF2-40B4-BE49-F238E27FC236}">
                <a16:creationId xmlns:a16="http://schemas.microsoft.com/office/drawing/2014/main" id="{75F2FD80-C54D-CDC7-7E54-494CB4F6BFF0}"/>
              </a:ext>
            </a:extLst>
          </p:cNvPr>
          <p:cNvSpPr/>
          <p:nvPr/>
        </p:nvSpPr>
        <p:spPr bwMode="auto">
          <a:xfrm>
            <a:off x="8257290" y="1279325"/>
            <a:ext cx="188803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学习目标</a:t>
            </a:r>
          </a:p>
        </p:txBody>
      </p:sp>
      <p:sp>
        <p:nvSpPr>
          <p:cNvPr id="2" name="燕尾形 1">
            <a:extLst>
              <a:ext uri="{FF2B5EF4-FFF2-40B4-BE49-F238E27FC236}">
                <a16:creationId xmlns:a16="http://schemas.microsoft.com/office/drawing/2014/main" id="{870C4953-2275-A95B-BFD3-F6796FC19636}"/>
              </a:ext>
            </a:extLst>
          </p:cNvPr>
          <p:cNvSpPr/>
          <p:nvPr/>
        </p:nvSpPr>
        <p:spPr>
          <a:xfrm>
            <a:off x="7097877" y="1350973"/>
            <a:ext cx="316556" cy="503689"/>
          </a:xfrm>
          <a:prstGeom prst="chevron">
            <a:avLst>
              <a:gd name="adj" fmla="val 4803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3" name="章节">
            <a:extLst>
              <a:ext uri="{FF2B5EF4-FFF2-40B4-BE49-F238E27FC236}">
                <a16:creationId xmlns:a16="http://schemas.microsoft.com/office/drawing/2014/main" id="{6816B119-56A5-89AC-69AF-B75726CA019A}"/>
              </a:ext>
            </a:extLst>
          </p:cNvPr>
          <p:cNvGraphicFramePr>
            <a:graphicFrameLocks noGrp="1"/>
          </p:cNvGraphicFramePr>
          <p:nvPr/>
        </p:nvGraphicFramePr>
        <p:xfrm>
          <a:off x="-1" y="0"/>
          <a:ext cx="12190416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1736">
                  <a:extLst>
                    <a:ext uri="{9D8B030D-6E8A-4147-A177-3AD203B41FA5}">
                      <a16:colId xmlns:a16="http://schemas.microsoft.com/office/drawing/2014/main" val="393247685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820694549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121986950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3167948240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4246396411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527655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第一章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第二章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第三章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第四章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第五章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第六章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99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基本概念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数学模型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时域分析法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根轨迹法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频域分析法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校正方法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605781"/>
                  </a:ext>
                </a:extLst>
              </a:tr>
            </a:tbl>
          </a:graphicData>
        </a:graphic>
      </p:graphicFrame>
      <p:sp>
        <p:nvSpPr>
          <p:cNvPr id="25" name="强调">
            <a:extLst>
              <a:ext uri="{FF2B5EF4-FFF2-40B4-BE49-F238E27FC236}">
                <a16:creationId xmlns:a16="http://schemas.microsoft.com/office/drawing/2014/main" id="{7A050445-FC6D-0973-47D8-556F335924C5}"/>
              </a:ext>
            </a:extLst>
          </p:cNvPr>
          <p:cNvSpPr/>
          <p:nvPr/>
        </p:nvSpPr>
        <p:spPr>
          <a:xfrm>
            <a:off x="6096000" y="-8070"/>
            <a:ext cx="2026800" cy="103632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重点">
            <a:extLst>
              <a:ext uri="{FF2B5EF4-FFF2-40B4-BE49-F238E27FC236}">
                <a16:creationId xmlns:a16="http://schemas.microsoft.com/office/drawing/2014/main" id="{E7AF913B-94CD-0D9E-9D1E-15E41E75B3A9}"/>
              </a:ext>
            </a:extLst>
          </p:cNvPr>
          <p:cNvSpPr/>
          <p:nvPr/>
        </p:nvSpPr>
        <p:spPr bwMode="auto">
          <a:xfrm>
            <a:off x="5735166" y="3498606"/>
            <a:ext cx="725177" cy="725177"/>
          </a:xfrm>
          <a:prstGeom prst="ellipse">
            <a:avLst/>
          </a:prstGeom>
          <a:solidFill>
            <a:srgbClr val="E44860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重</a:t>
            </a:r>
          </a:p>
        </p:txBody>
      </p:sp>
      <p:sp>
        <p:nvSpPr>
          <p:cNvPr id="30" name="难点">
            <a:extLst>
              <a:ext uri="{FF2B5EF4-FFF2-40B4-BE49-F238E27FC236}">
                <a16:creationId xmlns:a16="http://schemas.microsoft.com/office/drawing/2014/main" id="{76867F75-98E0-71CE-4432-9B760E5E57B4}"/>
              </a:ext>
            </a:extLst>
          </p:cNvPr>
          <p:cNvSpPr/>
          <p:nvPr/>
        </p:nvSpPr>
        <p:spPr bwMode="auto">
          <a:xfrm>
            <a:off x="5735166" y="4480845"/>
            <a:ext cx="725177" cy="725177"/>
          </a:xfrm>
          <a:prstGeom prst="ellipse">
            <a:avLst/>
          </a:prstGeom>
          <a:solidFill>
            <a:schemeClr val="tx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难</a:t>
            </a:r>
          </a:p>
        </p:txBody>
      </p:sp>
      <p:sp>
        <p:nvSpPr>
          <p:cNvPr id="22" name="节段12">
            <a:extLst>
              <a:ext uri="{FF2B5EF4-FFF2-40B4-BE49-F238E27FC236}">
                <a16:creationId xmlns:a16="http://schemas.microsoft.com/office/drawing/2014/main" id="{E88F36E8-1EF0-36AA-2A9D-0B62469A39B4}"/>
              </a:ext>
            </a:extLst>
          </p:cNvPr>
          <p:cNvSpPr/>
          <p:nvPr/>
        </p:nvSpPr>
        <p:spPr bwMode="auto">
          <a:xfrm>
            <a:off x="544800" y="1272316"/>
            <a:ext cx="5551200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12.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根轨迹：基本形态</a:t>
            </a:r>
          </a:p>
        </p:txBody>
      </p:sp>
    </p:spTree>
    <p:extLst>
      <p:ext uri="{BB962C8B-B14F-4D97-AF65-F5344CB8AC3E}">
        <p14:creationId xmlns:p14="http://schemas.microsoft.com/office/powerpoint/2010/main" val="2826082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" grpId="0" animBg="1"/>
      <p:bldP spid="25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手绘卡通保安免抠素材">
            <a:extLst>
              <a:ext uri="{FF2B5EF4-FFF2-40B4-BE49-F238E27FC236}">
                <a16:creationId xmlns:a16="http://schemas.microsoft.com/office/drawing/2014/main" id="{A6050565-2016-EF16-133C-FB123F9A7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000" b="93875" l="10000" r="90000">
                        <a14:foregroundMark x1="39375" y1="10375" x2="52250" y2="13625"/>
                        <a14:foregroundMark x1="52250" y1="13625" x2="40875" y2="7750"/>
                        <a14:foregroundMark x1="40875" y1="7750" x2="53375" y2="11250"/>
                        <a14:foregroundMark x1="53375" y1="11250" x2="46875" y2="9875"/>
                        <a14:foregroundMark x1="46875" y1="7125" x2="53250" y2="9250"/>
                        <a14:foregroundMark x1="51125" y1="24875" x2="54875" y2="25125"/>
                        <a14:foregroundMark x1="38375" y1="26375" x2="42750" y2="25375"/>
                        <a14:foregroundMark x1="49625" y1="36125" x2="54625" y2="35875"/>
                        <a14:foregroundMark x1="42750" y1="13625" x2="42000" y2="14625"/>
                        <a14:foregroundMark x1="43500" y1="13125" x2="53750" y2="13500"/>
                        <a14:foregroundMark x1="40375" y1="10125" x2="53625" y2="10875"/>
                        <a14:foregroundMark x1="50250" y1="91500" x2="53375" y2="91375"/>
                        <a14:foregroundMark x1="39125" y1="91250" x2="42250" y2="91750"/>
                        <a14:foregroundMark x1="41000" y1="93875" x2="38375" y2="93750"/>
                        <a14:foregroundMark x1="52375" y1="93000" x2="58500" y2="9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742" y="1628800"/>
            <a:ext cx="4821956" cy="4821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E63468B-26F1-0DCE-13F4-4AE03D0570E9}"/>
              </a:ext>
            </a:extLst>
          </p:cNvPr>
          <p:cNvSpPr txBox="1"/>
          <p:nvPr/>
        </p:nvSpPr>
        <p:spPr>
          <a:xfrm>
            <a:off x="4638465" y="980728"/>
            <a:ext cx="1816782" cy="578882"/>
          </a:xfrm>
          <a:prstGeom prst="wedgeRoundRectCallout">
            <a:avLst>
              <a:gd name="adj1" fmla="val -31738"/>
              <a:gd name="adj2" fmla="val 80284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/>
              <a:t>你是谁？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A27C0B-52A4-A741-42DF-BBD96113311C}"/>
              </a:ext>
            </a:extLst>
          </p:cNvPr>
          <p:cNvSpPr txBox="1"/>
          <p:nvPr/>
        </p:nvSpPr>
        <p:spPr>
          <a:xfrm>
            <a:off x="6013542" y="2276872"/>
            <a:ext cx="2227361" cy="578882"/>
          </a:xfrm>
          <a:prstGeom prst="wedgeRoundRectCallout">
            <a:avLst>
              <a:gd name="adj1" fmla="val 35055"/>
              <a:gd name="adj2" fmla="val 81131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227361"/>
                      <a:gd name="connsiteY0" fmla="*/ 175938 h 1055608"/>
                      <a:gd name="connsiteX1" fmla="*/ 175938 w 2227361"/>
                      <a:gd name="connsiteY1" fmla="*/ 0 h 1055608"/>
                      <a:gd name="connsiteX2" fmla="*/ 760083 w 2227361"/>
                      <a:gd name="connsiteY2" fmla="*/ 0 h 1055608"/>
                      <a:gd name="connsiteX3" fmla="*/ 1299294 w 2227361"/>
                      <a:gd name="connsiteY3" fmla="*/ 0 h 1055608"/>
                      <a:gd name="connsiteX4" fmla="*/ 1299294 w 2227361"/>
                      <a:gd name="connsiteY4" fmla="*/ 0 h 1055608"/>
                      <a:gd name="connsiteX5" fmla="*/ 1856134 w 2227361"/>
                      <a:gd name="connsiteY5" fmla="*/ 0 h 1055608"/>
                      <a:gd name="connsiteX6" fmla="*/ 2051423 w 2227361"/>
                      <a:gd name="connsiteY6" fmla="*/ 0 h 1055608"/>
                      <a:gd name="connsiteX7" fmla="*/ 2227361 w 2227361"/>
                      <a:gd name="connsiteY7" fmla="*/ 175938 h 1055608"/>
                      <a:gd name="connsiteX8" fmla="*/ 2227361 w 2227361"/>
                      <a:gd name="connsiteY8" fmla="*/ 615771 h 1055608"/>
                      <a:gd name="connsiteX9" fmla="*/ 2227361 w 2227361"/>
                      <a:gd name="connsiteY9" fmla="*/ 615771 h 1055608"/>
                      <a:gd name="connsiteX10" fmla="*/ 2227361 w 2227361"/>
                      <a:gd name="connsiteY10" fmla="*/ 879673 h 1055608"/>
                      <a:gd name="connsiteX11" fmla="*/ 2227361 w 2227361"/>
                      <a:gd name="connsiteY11" fmla="*/ 879670 h 1055608"/>
                      <a:gd name="connsiteX12" fmla="*/ 2051423 w 2227361"/>
                      <a:gd name="connsiteY12" fmla="*/ 1055608 h 1055608"/>
                      <a:gd name="connsiteX13" fmla="*/ 1856134 w 2227361"/>
                      <a:gd name="connsiteY13" fmla="*/ 1055608 h 1055608"/>
                      <a:gd name="connsiteX14" fmla="*/ 1894482 w 2227361"/>
                      <a:gd name="connsiteY14" fmla="*/ 1384229 h 1055608"/>
                      <a:gd name="connsiteX15" fmla="*/ 1584984 w 2227361"/>
                      <a:gd name="connsiteY15" fmla="*/ 1213346 h 1055608"/>
                      <a:gd name="connsiteX16" fmla="*/ 1299294 w 2227361"/>
                      <a:gd name="connsiteY16" fmla="*/ 1055608 h 1055608"/>
                      <a:gd name="connsiteX17" fmla="*/ 726382 w 2227361"/>
                      <a:gd name="connsiteY17" fmla="*/ 1055608 h 1055608"/>
                      <a:gd name="connsiteX18" fmla="*/ 175938 w 2227361"/>
                      <a:gd name="connsiteY18" fmla="*/ 1055608 h 1055608"/>
                      <a:gd name="connsiteX19" fmla="*/ 0 w 2227361"/>
                      <a:gd name="connsiteY19" fmla="*/ 879670 h 1055608"/>
                      <a:gd name="connsiteX20" fmla="*/ 0 w 2227361"/>
                      <a:gd name="connsiteY20" fmla="*/ 879673 h 1055608"/>
                      <a:gd name="connsiteX21" fmla="*/ 0 w 2227361"/>
                      <a:gd name="connsiteY21" fmla="*/ 615771 h 1055608"/>
                      <a:gd name="connsiteX22" fmla="*/ 0 w 2227361"/>
                      <a:gd name="connsiteY22" fmla="*/ 615771 h 1055608"/>
                      <a:gd name="connsiteX23" fmla="*/ 0 w 2227361"/>
                      <a:gd name="connsiteY23" fmla="*/ 175938 h 10556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2227361" h="1055608" extrusionOk="0">
                        <a:moveTo>
                          <a:pt x="0" y="175938"/>
                        </a:moveTo>
                        <a:cubicBezTo>
                          <a:pt x="-8379" y="73602"/>
                          <a:pt x="74941" y="1437"/>
                          <a:pt x="175938" y="0"/>
                        </a:cubicBezTo>
                        <a:cubicBezTo>
                          <a:pt x="327942" y="-64131"/>
                          <a:pt x="628761" y="41756"/>
                          <a:pt x="760083" y="0"/>
                        </a:cubicBezTo>
                        <a:cubicBezTo>
                          <a:pt x="891406" y="-41756"/>
                          <a:pt x="1042745" y="60515"/>
                          <a:pt x="1299294" y="0"/>
                        </a:cubicBezTo>
                        <a:lnTo>
                          <a:pt x="1299294" y="0"/>
                        </a:lnTo>
                        <a:cubicBezTo>
                          <a:pt x="1576136" y="-45227"/>
                          <a:pt x="1593192" y="37244"/>
                          <a:pt x="1856134" y="0"/>
                        </a:cubicBezTo>
                        <a:cubicBezTo>
                          <a:pt x="1944353" y="-22208"/>
                          <a:pt x="1965301" y="19537"/>
                          <a:pt x="2051423" y="0"/>
                        </a:cubicBezTo>
                        <a:cubicBezTo>
                          <a:pt x="2140350" y="7759"/>
                          <a:pt x="2224796" y="54311"/>
                          <a:pt x="2227361" y="175938"/>
                        </a:cubicBezTo>
                        <a:cubicBezTo>
                          <a:pt x="2276524" y="390928"/>
                          <a:pt x="2184921" y="466368"/>
                          <a:pt x="2227361" y="615771"/>
                        </a:cubicBezTo>
                        <a:lnTo>
                          <a:pt x="2227361" y="615771"/>
                        </a:lnTo>
                        <a:cubicBezTo>
                          <a:pt x="2248827" y="706418"/>
                          <a:pt x="2221537" y="783229"/>
                          <a:pt x="2227361" y="879673"/>
                        </a:cubicBezTo>
                        <a:lnTo>
                          <a:pt x="2227361" y="879670"/>
                        </a:lnTo>
                        <a:cubicBezTo>
                          <a:pt x="2240230" y="995995"/>
                          <a:pt x="2150225" y="1072535"/>
                          <a:pt x="2051423" y="1055608"/>
                        </a:cubicBezTo>
                        <a:cubicBezTo>
                          <a:pt x="1982194" y="1076160"/>
                          <a:pt x="1952681" y="1047161"/>
                          <a:pt x="1856134" y="1055608"/>
                        </a:cubicBezTo>
                        <a:cubicBezTo>
                          <a:pt x="1899636" y="1208407"/>
                          <a:pt x="1851762" y="1302045"/>
                          <a:pt x="1894482" y="1384229"/>
                        </a:cubicBezTo>
                        <a:cubicBezTo>
                          <a:pt x="1776915" y="1359032"/>
                          <a:pt x="1745915" y="1276643"/>
                          <a:pt x="1584984" y="1213346"/>
                        </a:cubicBezTo>
                        <a:cubicBezTo>
                          <a:pt x="1424053" y="1150049"/>
                          <a:pt x="1375528" y="1079930"/>
                          <a:pt x="1299294" y="1055608"/>
                        </a:cubicBezTo>
                        <a:cubicBezTo>
                          <a:pt x="1044726" y="1111011"/>
                          <a:pt x="1004272" y="1046688"/>
                          <a:pt x="726382" y="1055608"/>
                        </a:cubicBezTo>
                        <a:cubicBezTo>
                          <a:pt x="448492" y="1064528"/>
                          <a:pt x="349480" y="1055509"/>
                          <a:pt x="175938" y="1055608"/>
                        </a:cubicBezTo>
                        <a:cubicBezTo>
                          <a:pt x="90421" y="1048697"/>
                          <a:pt x="-14062" y="999163"/>
                          <a:pt x="0" y="879670"/>
                        </a:cubicBezTo>
                        <a:lnTo>
                          <a:pt x="0" y="879673"/>
                        </a:lnTo>
                        <a:cubicBezTo>
                          <a:pt x="-20358" y="791123"/>
                          <a:pt x="15951" y="681439"/>
                          <a:pt x="0" y="615771"/>
                        </a:cubicBezTo>
                        <a:lnTo>
                          <a:pt x="0" y="615771"/>
                        </a:lnTo>
                        <a:cubicBezTo>
                          <a:pt x="-48458" y="437856"/>
                          <a:pt x="23737" y="277093"/>
                          <a:pt x="0" y="17593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/>
              <a:t>根</a:t>
            </a:r>
            <a:r>
              <a:rPr kumimoji="1" lang="en-US" altLang="zh-CN" sz="2800" dirty="0"/>
              <a:t>……</a:t>
            </a:r>
            <a:r>
              <a:rPr kumimoji="1" lang="zh-CN" altLang="en-US" sz="2800" dirty="0"/>
              <a:t>根轨迹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2BABD55-0528-AD03-2BA4-74CDD561ACA7}"/>
              </a:ext>
            </a:extLst>
          </p:cNvPr>
          <p:cNvGrpSpPr/>
          <p:nvPr/>
        </p:nvGrpSpPr>
        <p:grpSpPr>
          <a:xfrm>
            <a:off x="6815286" y="3212976"/>
            <a:ext cx="3163788" cy="3163788"/>
            <a:chOff x="6815286" y="3212976"/>
            <a:chExt cx="3163788" cy="3163788"/>
          </a:xfrm>
        </p:grpSpPr>
        <p:pic>
          <p:nvPicPr>
            <p:cNvPr id="1028" name="Picture 4" descr="手绘卡通开学背书包的男学生">
              <a:extLst>
                <a:ext uri="{FF2B5EF4-FFF2-40B4-BE49-F238E27FC236}">
                  <a16:creationId xmlns:a16="http://schemas.microsoft.com/office/drawing/2014/main" id="{42084B29-BD1F-186E-D570-1EAA10C5D0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7436" b="92436" l="10000" r="90000">
                          <a14:foregroundMark x1="40000" y1="16410" x2="38718" y2="14231"/>
                          <a14:foregroundMark x1="40256" y1="13974" x2="52949" y2="9872"/>
                          <a14:foregroundMark x1="47051" y1="10513" x2="55641" y2="10513"/>
                          <a14:foregroundMark x1="55385" y1="12308" x2="58077" y2="15897"/>
                          <a14:foregroundMark x1="50256" y1="7436" x2="53846" y2="10513"/>
                          <a14:foregroundMark x1="53846" y1="91026" x2="58718" y2="92051"/>
                          <a14:foregroundMark x1="38718" y1="92436" x2="44359" y2="92051"/>
                          <a14:foregroundMark x1="40513" y1="91026" x2="45128" y2="91282"/>
                          <a14:foregroundMark x1="40256" y1="89615" x2="38718" y2="90513"/>
                          <a14:foregroundMark x1="57821" y1="90256" x2="54872" y2="90769"/>
                          <a14:foregroundMark x1="57821" y1="90000" x2="59744" y2="91538"/>
                          <a14:foregroundMark x1="57051" y1="89359" x2="59744" y2="90769"/>
                          <a14:foregroundMark x1="57051" y1="89103" x2="59487" y2="90256"/>
                          <a14:foregroundMark x1="46538" y1="8590" x2="50513" y2="1102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5286" y="3212976"/>
              <a:ext cx="3163788" cy="31637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44715F8F-1D52-B119-02E9-224C57BC535D}"/>
                    </a:ext>
                  </a:extLst>
                </p:cNvPr>
                <p:cNvSpPr txBox="1"/>
                <p:nvPr/>
              </p:nvSpPr>
              <p:spPr>
                <a:xfrm>
                  <a:off x="7679382" y="3309398"/>
                  <a:ext cx="1596217" cy="95410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=−1</m:t>
                        </m:r>
                      </m:oMath>
                    </m:oMathPara>
                  </a14:m>
                  <a:endPara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44715F8F-1D52-B119-02E9-224C57BC53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9382" y="3309398"/>
                  <a:ext cx="1596217" cy="954107"/>
                </a:xfrm>
                <a:prstGeom prst="rect">
                  <a:avLst/>
                </a:prstGeom>
                <a:blipFill>
                  <a:blip r:embed="rId7"/>
                  <a:stretch>
                    <a:fillRect l="-23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12366788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3743 0.00047 L -2.00807E-6 2.96296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6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手绘卡通保安免抠素材">
            <a:extLst>
              <a:ext uri="{FF2B5EF4-FFF2-40B4-BE49-F238E27FC236}">
                <a16:creationId xmlns:a16="http://schemas.microsoft.com/office/drawing/2014/main" id="{A6050565-2016-EF16-133C-FB123F9A7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000" b="93875" l="10000" r="90000">
                        <a14:foregroundMark x1="39375" y1="10375" x2="52250" y2="13625"/>
                        <a14:foregroundMark x1="52250" y1="13625" x2="40875" y2="7750"/>
                        <a14:foregroundMark x1="40875" y1="7750" x2="53375" y2="11250"/>
                        <a14:foregroundMark x1="53375" y1="11250" x2="46875" y2="9875"/>
                        <a14:foregroundMark x1="46875" y1="7125" x2="53250" y2="9250"/>
                        <a14:foregroundMark x1="51125" y1="24875" x2="54875" y2="25125"/>
                        <a14:foregroundMark x1="38375" y1="26375" x2="42750" y2="25375"/>
                        <a14:foregroundMark x1="49625" y1="36125" x2="54625" y2="35875"/>
                        <a14:foregroundMark x1="42750" y1="13625" x2="42000" y2="14625"/>
                        <a14:foregroundMark x1="43500" y1="13125" x2="53750" y2="13500"/>
                        <a14:foregroundMark x1="40375" y1="10125" x2="53625" y2="10875"/>
                        <a14:foregroundMark x1="50250" y1="91500" x2="53375" y2="91375"/>
                        <a14:foregroundMark x1="39125" y1="91250" x2="42250" y2="91750"/>
                        <a14:foregroundMark x1="41000" y1="93875" x2="38375" y2="93750"/>
                        <a14:foregroundMark x1="52375" y1="93000" x2="58500" y2="9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742" y="1628800"/>
            <a:ext cx="4821956" cy="4821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E63468B-26F1-0DCE-13F4-4AE03D0570E9}"/>
              </a:ext>
            </a:extLst>
          </p:cNvPr>
          <p:cNvSpPr txBox="1"/>
          <p:nvPr/>
        </p:nvSpPr>
        <p:spPr>
          <a:xfrm>
            <a:off x="4638464" y="980728"/>
            <a:ext cx="2176822" cy="1055608"/>
          </a:xfrm>
          <a:prstGeom prst="wedgeRoundRectCallout">
            <a:avLst>
              <a:gd name="adj1" fmla="val -31738"/>
              <a:gd name="adj2" fmla="val 80284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/>
              <a:t>从哪里来？到哪里去？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A27C0B-52A4-A741-42DF-BBD96113311C}"/>
              </a:ext>
            </a:extLst>
          </p:cNvPr>
          <p:cNvSpPr txBox="1"/>
          <p:nvPr/>
        </p:nvSpPr>
        <p:spPr>
          <a:xfrm>
            <a:off x="6023198" y="2514083"/>
            <a:ext cx="2673952" cy="578882"/>
          </a:xfrm>
          <a:prstGeom prst="wedgeRoundRectCallout">
            <a:avLst>
              <a:gd name="adj1" fmla="val 30543"/>
              <a:gd name="adj2" fmla="val 82228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227361"/>
                      <a:gd name="connsiteY0" fmla="*/ 175938 h 1055608"/>
                      <a:gd name="connsiteX1" fmla="*/ 175938 w 2227361"/>
                      <a:gd name="connsiteY1" fmla="*/ 0 h 1055608"/>
                      <a:gd name="connsiteX2" fmla="*/ 760083 w 2227361"/>
                      <a:gd name="connsiteY2" fmla="*/ 0 h 1055608"/>
                      <a:gd name="connsiteX3" fmla="*/ 1299294 w 2227361"/>
                      <a:gd name="connsiteY3" fmla="*/ 0 h 1055608"/>
                      <a:gd name="connsiteX4" fmla="*/ 1299294 w 2227361"/>
                      <a:gd name="connsiteY4" fmla="*/ 0 h 1055608"/>
                      <a:gd name="connsiteX5" fmla="*/ 1856134 w 2227361"/>
                      <a:gd name="connsiteY5" fmla="*/ 0 h 1055608"/>
                      <a:gd name="connsiteX6" fmla="*/ 2051423 w 2227361"/>
                      <a:gd name="connsiteY6" fmla="*/ 0 h 1055608"/>
                      <a:gd name="connsiteX7" fmla="*/ 2227361 w 2227361"/>
                      <a:gd name="connsiteY7" fmla="*/ 175938 h 1055608"/>
                      <a:gd name="connsiteX8" fmla="*/ 2227361 w 2227361"/>
                      <a:gd name="connsiteY8" fmla="*/ 615771 h 1055608"/>
                      <a:gd name="connsiteX9" fmla="*/ 2227361 w 2227361"/>
                      <a:gd name="connsiteY9" fmla="*/ 615771 h 1055608"/>
                      <a:gd name="connsiteX10" fmla="*/ 2227361 w 2227361"/>
                      <a:gd name="connsiteY10" fmla="*/ 879673 h 1055608"/>
                      <a:gd name="connsiteX11" fmla="*/ 2227361 w 2227361"/>
                      <a:gd name="connsiteY11" fmla="*/ 879670 h 1055608"/>
                      <a:gd name="connsiteX12" fmla="*/ 2051423 w 2227361"/>
                      <a:gd name="connsiteY12" fmla="*/ 1055608 h 1055608"/>
                      <a:gd name="connsiteX13" fmla="*/ 1856134 w 2227361"/>
                      <a:gd name="connsiteY13" fmla="*/ 1055608 h 1055608"/>
                      <a:gd name="connsiteX14" fmla="*/ 1894482 w 2227361"/>
                      <a:gd name="connsiteY14" fmla="*/ 1384229 h 1055608"/>
                      <a:gd name="connsiteX15" fmla="*/ 1584984 w 2227361"/>
                      <a:gd name="connsiteY15" fmla="*/ 1213346 h 1055608"/>
                      <a:gd name="connsiteX16" fmla="*/ 1299294 w 2227361"/>
                      <a:gd name="connsiteY16" fmla="*/ 1055608 h 1055608"/>
                      <a:gd name="connsiteX17" fmla="*/ 726382 w 2227361"/>
                      <a:gd name="connsiteY17" fmla="*/ 1055608 h 1055608"/>
                      <a:gd name="connsiteX18" fmla="*/ 175938 w 2227361"/>
                      <a:gd name="connsiteY18" fmla="*/ 1055608 h 1055608"/>
                      <a:gd name="connsiteX19" fmla="*/ 0 w 2227361"/>
                      <a:gd name="connsiteY19" fmla="*/ 879670 h 1055608"/>
                      <a:gd name="connsiteX20" fmla="*/ 0 w 2227361"/>
                      <a:gd name="connsiteY20" fmla="*/ 879673 h 1055608"/>
                      <a:gd name="connsiteX21" fmla="*/ 0 w 2227361"/>
                      <a:gd name="connsiteY21" fmla="*/ 615771 h 1055608"/>
                      <a:gd name="connsiteX22" fmla="*/ 0 w 2227361"/>
                      <a:gd name="connsiteY22" fmla="*/ 615771 h 1055608"/>
                      <a:gd name="connsiteX23" fmla="*/ 0 w 2227361"/>
                      <a:gd name="connsiteY23" fmla="*/ 175938 h 10556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2227361" h="1055608" extrusionOk="0">
                        <a:moveTo>
                          <a:pt x="0" y="175938"/>
                        </a:moveTo>
                        <a:cubicBezTo>
                          <a:pt x="-8379" y="73602"/>
                          <a:pt x="74941" y="1437"/>
                          <a:pt x="175938" y="0"/>
                        </a:cubicBezTo>
                        <a:cubicBezTo>
                          <a:pt x="327942" y="-64131"/>
                          <a:pt x="628761" y="41756"/>
                          <a:pt x="760083" y="0"/>
                        </a:cubicBezTo>
                        <a:cubicBezTo>
                          <a:pt x="891406" y="-41756"/>
                          <a:pt x="1042745" y="60515"/>
                          <a:pt x="1299294" y="0"/>
                        </a:cubicBezTo>
                        <a:lnTo>
                          <a:pt x="1299294" y="0"/>
                        </a:lnTo>
                        <a:cubicBezTo>
                          <a:pt x="1576136" y="-45227"/>
                          <a:pt x="1593192" y="37244"/>
                          <a:pt x="1856134" y="0"/>
                        </a:cubicBezTo>
                        <a:cubicBezTo>
                          <a:pt x="1944353" y="-22208"/>
                          <a:pt x="1965301" y="19537"/>
                          <a:pt x="2051423" y="0"/>
                        </a:cubicBezTo>
                        <a:cubicBezTo>
                          <a:pt x="2140350" y="7759"/>
                          <a:pt x="2224796" y="54311"/>
                          <a:pt x="2227361" y="175938"/>
                        </a:cubicBezTo>
                        <a:cubicBezTo>
                          <a:pt x="2276524" y="390928"/>
                          <a:pt x="2184921" y="466368"/>
                          <a:pt x="2227361" y="615771"/>
                        </a:cubicBezTo>
                        <a:lnTo>
                          <a:pt x="2227361" y="615771"/>
                        </a:lnTo>
                        <a:cubicBezTo>
                          <a:pt x="2248827" y="706418"/>
                          <a:pt x="2221537" y="783229"/>
                          <a:pt x="2227361" y="879673"/>
                        </a:cubicBezTo>
                        <a:lnTo>
                          <a:pt x="2227361" y="879670"/>
                        </a:lnTo>
                        <a:cubicBezTo>
                          <a:pt x="2240230" y="995995"/>
                          <a:pt x="2150225" y="1072535"/>
                          <a:pt x="2051423" y="1055608"/>
                        </a:cubicBezTo>
                        <a:cubicBezTo>
                          <a:pt x="1982194" y="1076160"/>
                          <a:pt x="1952681" y="1047161"/>
                          <a:pt x="1856134" y="1055608"/>
                        </a:cubicBezTo>
                        <a:cubicBezTo>
                          <a:pt x="1899636" y="1208407"/>
                          <a:pt x="1851762" y="1302045"/>
                          <a:pt x="1894482" y="1384229"/>
                        </a:cubicBezTo>
                        <a:cubicBezTo>
                          <a:pt x="1776915" y="1359032"/>
                          <a:pt x="1745915" y="1276643"/>
                          <a:pt x="1584984" y="1213346"/>
                        </a:cubicBezTo>
                        <a:cubicBezTo>
                          <a:pt x="1424053" y="1150049"/>
                          <a:pt x="1375528" y="1079930"/>
                          <a:pt x="1299294" y="1055608"/>
                        </a:cubicBezTo>
                        <a:cubicBezTo>
                          <a:pt x="1044726" y="1111011"/>
                          <a:pt x="1004272" y="1046688"/>
                          <a:pt x="726382" y="1055608"/>
                        </a:cubicBezTo>
                        <a:cubicBezTo>
                          <a:pt x="448492" y="1064528"/>
                          <a:pt x="349480" y="1055509"/>
                          <a:pt x="175938" y="1055608"/>
                        </a:cubicBezTo>
                        <a:cubicBezTo>
                          <a:pt x="90421" y="1048697"/>
                          <a:pt x="-14062" y="999163"/>
                          <a:pt x="0" y="879670"/>
                        </a:cubicBezTo>
                        <a:lnTo>
                          <a:pt x="0" y="879673"/>
                        </a:lnTo>
                        <a:cubicBezTo>
                          <a:pt x="-20358" y="791123"/>
                          <a:pt x="15951" y="681439"/>
                          <a:pt x="0" y="615771"/>
                        </a:cubicBezTo>
                        <a:lnTo>
                          <a:pt x="0" y="615771"/>
                        </a:lnTo>
                        <a:cubicBezTo>
                          <a:pt x="-48458" y="437856"/>
                          <a:pt x="23737" y="277093"/>
                          <a:pt x="0" y="17593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/>
              <a:t>老师</a:t>
            </a:r>
            <a:r>
              <a:rPr kumimoji="1" lang="en-US" altLang="zh-CN" sz="2800" dirty="0"/>
              <a:t>……</a:t>
            </a:r>
            <a:r>
              <a:rPr kumimoji="1" lang="zh-CN" altLang="en-US" sz="2800" dirty="0"/>
              <a:t>还没讲</a:t>
            </a:r>
          </a:p>
        </p:txBody>
      </p:sp>
      <p:pic>
        <p:nvPicPr>
          <p:cNvPr id="1028" name="Picture 4" descr="手绘卡通开学背书包的男学生">
            <a:extLst>
              <a:ext uri="{FF2B5EF4-FFF2-40B4-BE49-F238E27FC236}">
                <a16:creationId xmlns:a16="http://schemas.microsoft.com/office/drawing/2014/main" id="{42084B29-BD1F-186E-D570-1EAA10C5D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436" b="92436" l="10000" r="90000">
                        <a14:foregroundMark x1="40000" y1="16410" x2="38718" y2="14231"/>
                        <a14:foregroundMark x1="40256" y1="13974" x2="52949" y2="9872"/>
                        <a14:foregroundMark x1="47051" y1="10513" x2="55641" y2="10513"/>
                        <a14:foregroundMark x1="55385" y1="12308" x2="58077" y2="15897"/>
                        <a14:foregroundMark x1="50256" y1="7436" x2="53846" y2="10513"/>
                        <a14:foregroundMark x1="53846" y1="91026" x2="58718" y2="92051"/>
                        <a14:foregroundMark x1="38718" y1="92436" x2="44359" y2="92051"/>
                        <a14:foregroundMark x1="40513" y1="91026" x2="45128" y2="91282"/>
                        <a14:foregroundMark x1="40256" y1="89615" x2="38718" y2="90513"/>
                        <a14:foregroundMark x1="57821" y1="90256" x2="54872" y2="90769"/>
                        <a14:foregroundMark x1="57821" y1="90000" x2="59744" y2="91538"/>
                        <a14:foregroundMark x1="57051" y1="89359" x2="59744" y2="90769"/>
                        <a14:foregroundMark x1="57051" y1="89103" x2="59487" y2="90256"/>
                        <a14:foregroundMark x1="46538" y1="8590" x2="50513" y2="110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286" y="3212976"/>
            <a:ext cx="3163788" cy="316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4715F8F-1D52-B119-02E9-224C57BC535D}"/>
                  </a:ext>
                </a:extLst>
              </p:cNvPr>
              <p:cNvSpPr txBox="1"/>
              <p:nvPr/>
            </p:nvSpPr>
            <p:spPr>
              <a:xfrm>
                <a:off x="7679383" y="3309398"/>
                <a:ext cx="1584176" cy="95410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4715F8F-1D52-B119-02E9-224C57BC5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9383" y="3309398"/>
                <a:ext cx="1584176" cy="954107"/>
              </a:xfrm>
              <a:prstGeom prst="rect">
                <a:avLst/>
              </a:prstGeom>
              <a:blipFill>
                <a:blip r:embed="rId7"/>
                <a:stretch>
                  <a:fillRect l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298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绘制根轨迹的基本法则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FA167F4-2707-C0AF-5830-FE95267988D3}"/>
              </a:ext>
            </a:extLst>
          </p:cNvPr>
          <p:cNvGrpSpPr/>
          <p:nvPr/>
        </p:nvGrpSpPr>
        <p:grpSpPr>
          <a:xfrm>
            <a:off x="6096000" y="281940"/>
            <a:ext cx="4765133" cy="725177"/>
            <a:chOff x="4943078" y="1700704"/>
            <a:chExt cx="4765133" cy="725177"/>
          </a:xfrm>
        </p:grpSpPr>
        <p:sp>
          <p:nvSpPr>
            <p:cNvPr id="24" name="íŝlïďê">
              <a:extLst>
                <a:ext uri="{FF2B5EF4-FFF2-40B4-BE49-F238E27FC236}">
                  <a16:creationId xmlns:a16="http://schemas.microsoft.com/office/drawing/2014/main" id="{5950F111-9238-004C-E659-30389BC160D6}"/>
                </a:ext>
              </a:extLst>
            </p:cNvPr>
            <p:cNvSpPr/>
            <p:nvPr/>
          </p:nvSpPr>
          <p:spPr bwMode="auto">
            <a:xfrm>
              <a:off x="5375126" y="1769619"/>
              <a:ext cx="4333085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根轨迹的起点和终点</a:t>
              </a:r>
            </a:p>
          </p:txBody>
        </p:sp>
        <p:sp>
          <p:nvSpPr>
            <p:cNvPr id="26" name="ï$ľiďê">
              <a:extLst>
                <a:ext uri="{FF2B5EF4-FFF2-40B4-BE49-F238E27FC236}">
                  <a16:creationId xmlns:a16="http://schemas.microsoft.com/office/drawing/2014/main" id="{EF35A6C4-49B5-17AF-B23C-4174AB75D66C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742BD414-01AD-3EC2-3762-946AC7A63770}"/>
                  </a:ext>
                </a:extLst>
              </p:cNvPr>
              <p:cNvSpPr txBox="1"/>
              <p:nvPr/>
            </p:nvSpPr>
            <p:spPr>
              <a:xfrm>
                <a:off x="273101" y="3551433"/>
                <a:ext cx="384639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当</a:t>
                </a: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𝑠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𝑝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𝑖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=1,2,⋯,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742BD414-01AD-3EC2-3762-946AC7A63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101" y="3551433"/>
                <a:ext cx="3846399" cy="523220"/>
              </a:xfrm>
              <a:prstGeom prst="rect">
                <a:avLst/>
              </a:prstGeom>
              <a:blipFill>
                <a:blip r:embed="rId3"/>
                <a:stretch>
                  <a:fillRect l="-3289" t="-1190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564B7F1-5212-BC7F-1130-28A207AAAE42}"/>
                  </a:ext>
                </a:extLst>
              </p:cNvPr>
              <p:cNvSpPr txBox="1"/>
              <p:nvPr/>
            </p:nvSpPr>
            <p:spPr>
              <a:xfrm>
                <a:off x="273101" y="2561015"/>
                <a:ext cx="3941282" cy="998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kumimoji="1" lang="zh-CN" alt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564B7F1-5212-BC7F-1130-28A207AAA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101" y="2561015"/>
                <a:ext cx="3941282" cy="998158"/>
              </a:xfrm>
              <a:prstGeom prst="rect">
                <a:avLst/>
              </a:prstGeom>
              <a:blipFill>
                <a:blip r:embed="rId4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08432F3-B0EA-7ED4-CCB2-4099AA0F559F}"/>
                  </a:ext>
                </a:extLst>
              </p:cNvPr>
              <p:cNvSpPr txBox="1"/>
              <p:nvPr/>
            </p:nvSpPr>
            <p:spPr>
              <a:xfrm>
                <a:off x="138777" y="4221088"/>
                <a:ext cx="4732293" cy="14574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kumimoji="1" lang="zh-CN" alt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8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den>
                              </m:f>
                            </m:e>
                          </m:d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8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kumimoji="1" lang="en-US" altLang="zh-CN" sz="28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8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den>
                              </m:f>
                            </m:e>
                          </m:d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8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kumimoji="1" lang="en-US" altLang="zh-CN" sz="28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08432F3-B0EA-7ED4-CCB2-4099AA0F5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77" y="4221088"/>
                <a:ext cx="4732293" cy="1457450"/>
              </a:xfrm>
              <a:prstGeom prst="rect">
                <a:avLst/>
              </a:prstGeom>
              <a:blipFill>
                <a:blip r:embed="rId5"/>
                <a:stretch>
                  <a:fillRect b="-8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69B2B042-B021-A46E-19BB-B484FFC0EFF5}"/>
              </a:ext>
            </a:extLst>
          </p:cNvPr>
          <p:cNvGrpSpPr/>
          <p:nvPr/>
        </p:nvGrpSpPr>
        <p:grpSpPr>
          <a:xfrm>
            <a:off x="6821177" y="3474546"/>
            <a:ext cx="4854277" cy="599123"/>
            <a:chOff x="6821177" y="3474546"/>
            <a:chExt cx="4854277" cy="599123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7390133-DD2C-85D7-BB2D-990B09495A8D}"/>
                </a:ext>
              </a:extLst>
            </p:cNvPr>
            <p:cNvSpPr txBox="1"/>
            <p:nvPr/>
          </p:nvSpPr>
          <p:spPr>
            <a:xfrm>
              <a:off x="7319342" y="3474546"/>
              <a:ext cx="4356112" cy="599123"/>
            </a:xfrm>
            <a:prstGeom prst="roundRect">
              <a:avLst>
                <a:gd name="adj" fmla="val 22661"/>
              </a:avLst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2800" dirty="0">
                  <a:solidFill>
                    <a:schemeClr val="bg1"/>
                  </a:solidFill>
                </a:rPr>
                <a:t>开环极点是根轨迹的起点</a:t>
              </a:r>
            </a:p>
          </p:txBody>
        </p:sp>
        <p:sp>
          <p:nvSpPr>
            <p:cNvPr id="25" name="燕尾形 24">
              <a:extLst>
                <a:ext uri="{FF2B5EF4-FFF2-40B4-BE49-F238E27FC236}">
                  <a16:creationId xmlns:a16="http://schemas.microsoft.com/office/drawing/2014/main" id="{10034F06-42A0-CFE9-CF9C-BFE8B6899A04}"/>
                </a:ext>
              </a:extLst>
            </p:cNvPr>
            <p:cNvSpPr/>
            <p:nvPr/>
          </p:nvSpPr>
          <p:spPr>
            <a:xfrm>
              <a:off x="6821177" y="3558083"/>
              <a:ext cx="359074" cy="432048"/>
            </a:xfrm>
            <a:prstGeom prst="chevron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9CAB629A-0C65-2A07-B9FF-DDAE103D1377}"/>
                  </a:ext>
                </a:extLst>
              </p:cNvPr>
              <p:cNvSpPr txBox="1"/>
              <p:nvPr/>
            </p:nvSpPr>
            <p:spPr>
              <a:xfrm>
                <a:off x="0" y="5642026"/>
                <a:ext cx="4356113" cy="10534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1" lang="en-US" altLang="zh-CN" sz="2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=1,2,⋯,</m:t>
                                </m:r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=∞,</m:t>
                                </m:r>
                              </m:e>
                              <m:e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9CAB629A-0C65-2A07-B9FF-DDAE103D1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642026"/>
                <a:ext cx="4356113" cy="1053494"/>
              </a:xfrm>
              <a:prstGeom prst="rect">
                <a:avLst/>
              </a:prstGeom>
              <a:blipFill>
                <a:blip r:embed="rId6"/>
                <a:stretch>
                  <a:fillRect l="-31977" t="-201190" b="-29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13EEC5A6-F6E9-0AB3-DC43-8062BAE62261}"/>
              </a:ext>
            </a:extLst>
          </p:cNvPr>
          <p:cNvGrpSpPr/>
          <p:nvPr/>
        </p:nvGrpSpPr>
        <p:grpSpPr>
          <a:xfrm>
            <a:off x="6798672" y="5483542"/>
            <a:ext cx="4876782" cy="1092518"/>
            <a:chOff x="6798673" y="4949813"/>
            <a:chExt cx="4876782" cy="1092518"/>
          </a:xfrm>
        </p:grpSpPr>
        <p:sp>
          <p:nvSpPr>
            <p:cNvPr id="34" name="燕尾形 33">
              <a:extLst>
                <a:ext uri="{FF2B5EF4-FFF2-40B4-BE49-F238E27FC236}">
                  <a16:creationId xmlns:a16="http://schemas.microsoft.com/office/drawing/2014/main" id="{D56E8B37-0290-DDE9-B474-6095A15832A8}"/>
                </a:ext>
              </a:extLst>
            </p:cNvPr>
            <p:cNvSpPr/>
            <p:nvPr/>
          </p:nvSpPr>
          <p:spPr>
            <a:xfrm>
              <a:off x="6798673" y="5260394"/>
              <a:ext cx="359074" cy="432048"/>
            </a:xfrm>
            <a:prstGeom prst="chevron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6A11D6AC-3AF2-DC1B-3FEE-1C96BF6C41F8}"/>
                    </a:ext>
                  </a:extLst>
                </p:cNvPr>
                <p:cNvSpPr txBox="1"/>
                <p:nvPr/>
              </p:nvSpPr>
              <p:spPr>
                <a:xfrm>
                  <a:off x="7319343" y="4949813"/>
                  <a:ext cx="4356112" cy="1092518"/>
                </a:xfrm>
                <a:prstGeom prst="roundRect">
                  <a:avLst>
                    <a:gd name="adj" fmla="val 22661"/>
                  </a:avLst>
                </a:prstGeom>
                <a:solidFill>
                  <a:srgbClr val="E44860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kumimoji="1" lang="zh-CN" altLang="en-US" sz="2800" dirty="0">
                      <a:solidFill>
                        <a:schemeClr val="bg1"/>
                      </a:solidFill>
                    </a:rPr>
                    <a:t>开环零点是根轨迹的终点，还有 </a:t>
                  </a:r>
                  <a14:m>
                    <m:oMath xmlns:m="http://schemas.openxmlformats.org/officeDocument/2006/math">
                      <m:r>
                        <a:rPr kumimoji="1" lang="en" altLang="zh-CN" sz="2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kumimoji="1" lang="en" altLang="zh-CN" sz="2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" altLang="zh-CN" sz="2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a14:m>
                  <a:r>
                    <a:rPr kumimoji="1" lang="en" altLang="zh-CN" sz="2800" dirty="0">
                      <a:solidFill>
                        <a:schemeClr val="bg1"/>
                      </a:solidFill>
                    </a:rPr>
                    <a:t> </a:t>
                  </a:r>
                  <a:r>
                    <a:rPr kumimoji="1" lang="zh-CN" altLang="en-US" sz="2800" dirty="0">
                      <a:solidFill>
                        <a:schemeClr val="bg1"/>
                      </a:solidFill>
                    </a:rPr>
                    <a:t>无穷零点</a:t>
                  </a: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6A11D6AC-3AF2-DC1B-3FEE-1C96BF6C41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9343" y="4949813"/>
                  <a:ext cx="4356112" cy="1092518"/>
                </a:xfrm>
                <a:prstGeom prst="roundRect">
                  <a:avLst>
                    <a:gd name="adj" fmla="val 22661"/>
                  </a:avLst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D8047FF-D7FF-3E87-CFC7-DE2911575C6D}"/>
                  </a:ext>
                </a:extLst>
              </p:cNvPr>
              <p:cNvSpPr txBox="1"/>
              <p:nvPr/>
            </p:nvSpPr>
            <p:spPr>
              <a:xfrm>
                <a:off x="261938" y="1004006"/>
                <a:ext cx="273630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D8047FF-D7FF-3E87-CFC7-DE2911575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38" y="1004006"/>
                <a:ext cx="273630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E88D7287-86D1-C42D-9D9A-CAD559C53678}"/>
              </a:ext>
            </a:extLst>
          </p:cNvPr>
          <p:cNvGrpSpPr/>
          <p:nvPr/>
        </p:nvGrpSpPr>
        <p:grpSpPr>
          <a:xfrm>
            <a:off x="261938" y="1511511"/>
            <a:ext cx="9145636" cy="1092518"/>
            <a:chOff x="261938" y="1511511"/>
            <a:chExt cx="9145636" cy="1092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5A44B902-43E8-C00D-4C34-DF2DACA04644}"/>
                    </a:ext>
                  </a:extLst>
                </p:cNvPr>
                <p:cNvSpPr txBox="1"/>
                <p:nvPr/>
              </p:nvSpPr>
              <p:spPr>
                <a:xfrm>
                  <a:off x="261938" y="1545285"/>
                  <a:ext cx="6958373" cy="9981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" altLang="zh-CN" sz="2800" i="1" dirty="0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en" altLang="zh-CN" sz="28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" altLang="zh-CN" sz="2800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" altLang="zh-CN" sz="2800" i="1" dirty="0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en" altLang="zh-CN" sz="28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" altLang="zh-CN" sz="2800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p>
                                <m:r>
                                  <a:rPr kumimoji="1" lang="zh-CN" alt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d>
                              <m:dPr>
                                <m:begChr m:val="|"/>
                                <m:endChr m:val="|"/>
                                <m:ctrlP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zh-CN" sz="2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zh-CN" sz="2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kumimoji="1" lang="en-US" altLang="zh-CN" sz="28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zh-CN" sz="2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begChr m:val="|"/>
                                <m:endChr m:val="|"/>
                                <m:ctrlP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1" lang="en-US" altLang="zh-CN" sz="2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1" lang="en-US" altLang="zh-CN" sz="2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5A44B902-43E8-C00D-4C34-DF2DACA046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938" y="1545285"/>
                  <a:ext cx="6958373" cy="998158"/>
                </a:xfrm>
                <a:prstGeom prst="rect">
                  <a:avLst/>
                </a:prstGeom>
                <a:blipFill>
                  <a:blip r:embed="rId9"/>
                  <a:stretch>
                    <a:fillRect r="-182" b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94058E38-F19E-36D1-7D2A-0AA9C474E581}"/>
                </a:ext>
              </a:extLst>
            </p:cNvPr>
            <p:cNvGrpSpPr/>
            <p:nvPr/>
          </p:nvGrpSpPr>
          <p:grpSpPr>
            <a:xfrm>
              <a:off x="7752046" y="1511511"/>
              <a:ext cx="1655528" cy="1092518"/>
              <a:chOff x="7752046" y="1511511"/>
              <a:chExt cx="1655528" cy="1092518"/>
            </a:xfrm>
          </p:grpSpPr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1EE9A891-844A-830B-DB91-95D1056622BD}"/>
                  </a:ext>
                </a:extLst>
              </p:cNvPr>
              <p:cNvSpPr txBox="1"/>
              <p:nvPr/>
            </p:nvSpPr>
            <p:spPr>
              <a:xfrm>
                <a:off x="8183438" y="1511511"/>
                <a:ext cx="1224136" cy="1092518"/>
              </a:xfrm>
              <a:prstGeom prst="roundRect">
                <a:avLst>
                  <a:gd name="adj" fmla="val 22661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2800" dirty="0">
                    <a:solidFill>
                      <a:schemeClr val="bg1"/>
                    </a:solidFill>
                  </a:rPr>
                  <a:t>模值条件</a:t>
                </a:r>
              </a:p>
            </p:txBody>
          </p:sp>
          <p:sp>
            <p:nvSpPr>
              <p:cNvPr id="28" name="燕尾形 27">
                <a:extLst>
                  <a:ext uri="{FF2B5EF4-FFF2-40B4-BE49-F238E27FC236}">
                    <a16:creationId xmlns:a16="http://schemas.microsoft.com/office/drawing/2014/main" id="{F5B26456-D228-7A61-8C91-659C0286FB11}"/>
                  </a:ext>
                </a:extLst>
              </p:cNvPr>
              <p:cNvSpPr/>
              <p:nvPr/>
            </p:nvSpPr>
            <p:spPr>
              <a:xfrm>
                <a:off x="7752046" y="1841746"/>
                <a:ext cx="359074" cy="432048"/>
              </a:xfrm>
              <a:prstGeom prst="chevron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3C844A64-9965-5D1C-DD5F-7D287EBFBA21}"/>
                  </a:ext>
                </a:extLst>
              </p:cNvPr>
              <p:cNvSpPr txBox="1"/>
              <p:nvPr/>
            </p:nvSpPr>
            <p:spPr>
              <a:xfrm>
                <a:off x="4006974" y="2820001"/>
                <a:ext cx="10770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3C844A64-9965-5D1C-DD5F-7D287EBFB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974" y="2820001"/>
                <a:ext cx="107704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153A54C-37E2-0CDB-35F4-2DB8CB661760}"/>
                  </a:ext>
                </a:extLst>
              </p:cNvPr>
              <p:cNvSpPr txBox="1"/>
              <p:nvPr/>
            </p:nvSpPr>
            <p:spPr>
              <a:xfrm>
                <a:off x="4667051" y="4737174"/>
                <a:ext cx="90748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153A54C-37E2-0CDB-35F4-2DB8CB661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051" y="4737174"/>
                <a:ext cx="907485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4608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0" grpId="0"/>
      <p:bldP spid="20" grpId="0"/>
      <p:bldP spid="21" grpId="0"/>
      <p:bldP spid="33" grpId="0"/>
      <p:bldP spid="29" grpId="0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绘制根轨迹的基本法则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FA167F4-2707-C0AF-5830-FE95267988D3}"/>
              </a:ext>
            </a:extLst>
          </p:cNvPr>
          <p:cNvGrpSpPr/>
          <p:nvPr/>
        </p:nvGrpSpPr>
        <p:grpSpPr>
          <a:xfrm>
            <a:off x="6096000" y="281940"/>
            <a:ext cx="4765133" cy="725177"/>
            <a:chOff x="4943078" y="1700704"/>
            <a:chExt cx="4765133" cy="725177"/>
          </a:xfrm>
        </p:grpSpPr>
        <p:sp>
          <p:nvSpPr>
            <p:cNvPr id="24" name="íŝlïďê">
              <a:extLst>
                <a:ext uri="{FF2B5EF4-FFF2-40B4-BE49-F238E27FC236}">
                  <a16:creationId xmlns:a16="http://schemas.microsoft.com/office/drawing/2014/main" id="{5950F111-9238-004C-E659-30389BC160D6}"/>
                </a:ext>
              </a:extLst>
            </p:cNvPr>
            <p:cNvSpPr/>
            <p:nvPr/>
          </p:nvSpPr>
          <p:spPr bwMode="auto">
            <a:xfrm>
              <a:off x="5375126" y="1769619"/>
              <a:ext cx="4333085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根轨迹的起点和终点</a:t>
              </a:r>
            </a:p>
          </p:txBody>
        </p:sp>
        <p:sp>
          <p:nvSpPr>
            <p:cNvPr id="26" name="ï$ľiďê">
              <a:extLst>
                <a:ext uri="{FF2B5EF4-FFF2-40B4-BE49-F238E27FC236}">
                  <a16:creationId xmlns:a16="http://schemas.microsoft.com/office/drawing/2014/main" id="{EF35A6C4-49B5-17AF-B23C-4174AB75D66C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742BD414-01AD-3EC2-3762-946AC7A63770}"/>
                  </a:ext>
                </a:extLst>
              </p:cNvPr>
              <p:cNvSpPr txBox="1"/>
              <p:nvPr/>
            </p:nvSpPr>
            <p:spPr>
              <a:xfrm>
                <a:off x="334566" y="1915209"/>
                <a:ext cx="384639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当</a:t>
                </a: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𝑠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𝑝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𝑖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=1,2,⋯,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742BD414-01AD-3EC2-3762-946AC7A63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66" y="1915209"/>
                <a:ext cx="3846399" cy="523220"/>
              </a:xfrm>
              <a:prstGeom prst="rect">
                <a:avLst/>
              </a:prstGeom>
              <a:blipFill>
                <a:blip r:embed="rId3"/>
                <a:stretch>
                  <a:fillRect l="-3289" t="-1190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564B7F1-5212-BC7F-1130-28A207AAAE42}"/>
                  </a:ext>
                </a:extLst>
              </p:cNvPr>
              <p:cNvSpPr txBox="1"/>
              <p:nvPr/>
            </p:nvSpPr>
            <p:spPr>
              <a:xfrm>
                <a:off x="334566" y="924791"/>
                <a:ext cx="3941282" cy="998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kumimoji="1" lang="zh-CN" alt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564B7F1-5212-BC7F-1130-28A207AAA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66" y="924791"/>
                <a:ext cx="3941282" cy="998158"/>
              </a:xfrm>
              <a:prstGeom prst="rect">
                <a:avLst/>
              </a:prstGeom>
              <a:blipFill>
                <a:blip r:embed="rId4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08432F3-B0EA-7ED4-CCB2-4099AA0F559F}"/>
                  </a:ext>
                </a:extLst>
              </p:cNvPr>
              <p:cNvSpPr txBox="1"/>
              <p:nvPr/>
            </p:nvSpPr>
            <p:spPr>
              <a:xfrm>
                <a:off x="200242" y="2584864"/>
                <a:ext cx="4732293" cy="14574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kumimoji="1" lang="zh-CN" alt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8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den>
                              </m:f>
                            </m:e>
                          </m:d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8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kumimoji="1" lang="en-US" altLang="zh-CN" sz="28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8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den>
                              </m:f>
                            </m:e>
                          </m:d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8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kumimoji="1" lang="en-US" altLang="zh-CN" sz="28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08432F3-B0EA-7ED4-CCB2-4099AA0F5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242" y="2584864"/>
                <a:ext cx="4732293" cy="1457450"/>
              </a:xfrm>
              <a:prstGeom prst="rect">
                <a:avLst/>
              </a:prstGeom>
              <a:blipFill>
                <a:blip r:embed="rId5"/>
                <a:stretch>
                  <a:fillRect b="-8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69B2B042-B021-A46E-19BB-B484FFC0EFF5}"/>
              </a:ext>
            </a:extLst>
          </p:cNvPr>
          <p:cNvGrpSpPr/>
          <p:nvPr/>
        </p:nvGrpSpPr>
        <p:grpSpPr>
          <a:xfrm>
            <a:off x="6882642" y="1838322"/>
            <a:ext cx="4854277" cy="599123"/>
            <a:chOff x="6821177" y="3474546"/>
            <a:chExt cx="4854277" cy="599123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7390133-DD2C-85D7-BB2D-990B09495A8D}"/>
                </a:ext>
              </a:extLst>
            </p:cNvPr>
            <p:cNvSpPr txBox="1"/>
            <p:nvPr/>
          </p:nvSpPr>
          <p:spPr>
            <a:xfrm>
              <a:off x="7319342" y="3474546"/>
              <a:ext cx="4356112" cy="599123"/>
            </a:xfrm>
            <a:prstGeom prst="roundRect">
              <a:avLst>
                <a:gd name="adj" fmla="val 22661"/>
              </a:avLst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2800" dirty="0">
                  <a:solidFill>
                    <a:schemeClr val="bg1"/>
                  </a:solidFill>
                </a:rPr>
                <a:t>开环极点是根轨迹的起点</a:t>
              </a:r>
            </a:p>
          </p:txBody>
        </p:sp>
        <p:sp>
          <p:nvSpPr>
            <p:cNvPr id="25" name="燕尾形 24">
              <a:extLst>
                <a:ext uri="{FF2B5EF4-FFF2-40B4-BE49-F238E27FC236}">
                  <a16:creationId xmlns:a16="http://schemas.microsoft.com/office/drawing/2014/main" id="{10034F06-42A0-CFE9-CF9C-BFE8B6899A04}"/>
                </a:ext>
              </a:extLst>
            </p:cNvPr>
            <p:cNvSpPr/>
            <p:nvPr/>
          </p:nvSpPr>
          <p:spPr>
            <a:xfrm>
              <a:off x="6821177" y="3558083"/>
              <a:ext cx="359074" cy="432048"/>
            </a:xfrm>
            <a:prstGeom prst="chevron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9CAB629A-0C65-2A07-B9FF-DDAE103D1377}"/>
                  </a:ext>
                </a:extLst>
              </p:cNvPr>
              <p:cNvSpPr txBox="1"/>
              <p:nvPr/>
            </p:nvSpPr>
            <p:spPr>
              <a:xfrm>
                <a:off x="61465" y="4005802"/>
                <a:ext cx="4356113" cy="10534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1" lang="en-US" altLang="zh-CN" sz="2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=1,2,⋯,</m:t>
                                </m:r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=∞,</m:t>
                                </m:r>
                              </m:e>
                              <m:e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9CAB629A-0C65-2A07-B9FF-DDAE103D1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5" y="4005802"/>
                <a:ext cx="4356113" cy="1053494"/>
              </a:xfrm>
              <a:prstGeom prst="rect">
                <a:avLst/>
              </a:prstGeom>
              <a:blipFill>
                <a:blip r:embed="rId6"/>
                <a:stretch>
                  <a:fillRect l="-31977" t="-201190" b="-29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13EEC5A6-F6E9-0AB3-DC43-8062BAE62261}"/>
              </a:ext>
            </a:extLst>
          </p:cNvPr>
          <p:cNvGrpSpPr/>
          <p:nvPr/>
        </p:nvGrpSpPr>
        <p:grpSpPr>
          <a:xfrm>
            <a:off x="6860137" y="3847318"/>
            <a:ext cx="4876782" cy="1092518"/>
            <a:chOff x="6798673" y="4949813"/>
            <a:chExt cx="4876782" cy="1092518"/>
          </a:xfrm>
        </p:grpSpPr>
        <p:sp>
          <p:nvSpPr>
            <p:cNvPr id="34" name="燕尾形 33">
              <a:extLst>
                <a:ext uri="{FF2B5EF4-FFF2-40B4-BE49-F238E27FC236}">
                  <a16:creationId xmlns:a16="http://schemas.microsoft.com/office/drawing/2014/main" id="{D56E8B37-0290-DDE9-B474-6095A15832A8}"/>
                </a:ext>
              </a:extLst>
            </p:cNvPr>
            <p:cNvSpPr/>
            <p:nvPr/>
          </p:nvSpPr>
          <p:spPr>
            <a:xfrm>
              <a:off x="6798673" y="5260394"/>
              <a:ext cx="359074" cy="432048"/>
            </a:xfrm>
            <a:prstGeom prst="chevron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6A11D6AC-3AF2-DC1B-3FEE-1C96BF6C41F8}"/>
                    </a:ext>
                  </a:extLst>
                </p:cNvPr>
                <p:cNvSpPr txBox="1"/>
                <p:nvPr/>
              </p:nvSpPr>
              <p:spPr>
                <a:xfrm>
                  <a:off x="7319343" y="4949813"/>
                  <a:ext cx="4356112" cy="1092518"/>
                </a:xfrm>
                <a:prstGeom prst="roundRect">
                  <a:avLst>
                    <a:gd name="adj" fmla="val 22661"/>
                  </a:avLst>
                </a:prstGeom>
                <a:solidFill>
                  <a:srgbClr val="E44860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kumimoji="1" lang="zh-CN" altLang="en-US" sz="2800" dirty="0">
                      <a:solidFill>
                        <a:schemeClr val="bg1"/>
                      </a:solidFill>
                    </a:rPr>
                    <a:t>开环零点是根轨迹的终点，还有 </a:t>
                  </a:r>
                  <a14:m>
                    <m:oMath xmlns:m="http://schemas.openxmlformats.org/officeDocument/2006/math">
                      <m:r>
                        <a:rPr kumimoji="1" lang="en" altLang="zh-CN" sz="2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kumimoji="1" lang="en" altLang="zh-CN" sz="2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" altLang="zh-CN" sz="2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a14:m>
                  <a:r>
                    <a:rPr kumimoji="1" lang="en" altLang="zh-CN" sz="2800" dirty="0">
                      <a:solidFill>
                        <a:schemeClr val="bg1"/>
                      </a:solidFill>
                    </a:rPr>
                    <a:t> </a:t>
                  </a:r>
                  <a:r>
                    <a:rPr kumimoji="1" lang="zh-CN" altLang="en-US" sz="2800" dirty="0">
                      <a:solidFill>
                        <a:schemeClr val="bg1"/>
                      </a:solidFill>
                    </a:rPr>
                    <a:t>无穷零点</a:t>
                  </a: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6A11D6AC-3AF2-DC1B-3FEE-1C96BF6C41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9343" y="4949813"/>
                  <a:ext cx="4356112" cy="1092518"/>
                </a:xfrm>
                <a:prstGeom prst="roundRect">
                  <a:avLst>
                    <a:gd name="adj" fmla="val 22661"/>
                  </a:avLst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3C844A64-9965-5D1C-DD5F-7D287EBFBA21}"/>
                  </a:ext>
                </a:extLst>
              </p:cNvPr>
              <p:cNvSpPr txBox="1"/>
              <p:nvPr/>
            </p:nvSpPr>
            <p:spPr>
              <a:xfrm>
                <a:off x="4068439" y="1183777"/>
                <a:ext cx="10770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3C844A64-9965-5D1C-DD5F-7D287EBFB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439" y="1183777"/>
                <a:ext cx="107704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153A54C-37E2-0CDB-35F4-2DB8CB661760}"/>
                  </a:ext>
                </a:extLst>
              </p:cNvPr>
              <p:cNvSpPr txBox="1"/>
              <p:nvPr/>
            </p:nvSpPr>
            <p:spPr>
              <a:xfrm>
                <a:off x="4728516" y="3100950"/>
                <a:ext cx="90748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153A54C-37E2-0CDB-35F4-2DB8CB661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8516" y="3100950"/>
                <a:ext cx="907485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F0826971-BF39-76C5-CF6A-89552CA468A1}"/>
              </a:ext>
            </a:extLst>
          </p:cNvPr>
          <p:cNvGrpSpPr/>
          <p:nvPr/>
        </p:nvGrpSpPr>
        <p:grpSpPr>
          <a:xfrm>
            <a:off x="261938" y="5215311"/>
            <a:ext cx="11629626" cy="1532334"/>
            <a:chOff x="261938" y="5215311"/>
            <a:chExt cx="11629626" cy="15323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íŝlïďê">
                  <a:extLst>
                    <a:ext uri="{FF2B5EF4-FFF2-40B4-BE49-F238E27FC236}">
                      <a16:creationId xmlns:a16="http://schemas.microsoft.com/office/drawing/2014/main" id="{91833F8D-4BF9-2EBE-64CE-1D1C73AFC0F9}"/>
                    </a:ext>
                  </a:extLst>
                </p:cNvPr>
                <p:cNvSpPr/>
                <p:nvPr/>
              </p:nvSpPr>
              <p:spPr bwMode="auto">
                <a:xfrm>
                  <a:off x="261938" y="5215311"/>
                  <a:ext cx="11629626" cy="1532334"/>
                </a:xfrm>
                <a:prstGeom prst="roundRect">
                  <a:avLst/>
                </a:prstGeom>
                <a:noFill/>
                <a:ln w="25400">
                  <a:solidFill>
                    <a:srgbClr val="0070C0"/>
                  </a:solidFill>
                  <a:prstDash val="sysDash"/>
                </a:ln>
                <a:effectLst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r>
                    <a:rPr lang="zh-CN" altLang="en-US" sz="2800" dirty="0">
                      <a:solidFill>
                        <a:schemeClr val="accent1"/>
                      </a:solidFill>
                      <a:latin typeface="Stencil" panose="040409050D0802020404" pitchFamily="82" charset="0"/>
                    </a:rPr>
                    <a:t>根轨迹起始于开环极点    ，终止于开环零点     ；</a:t>
                  </a:r>
                  <a:endParaRPr lang="en-US" altLang="zh-CN" sz="2800" dirty="0">
                    <a:solidFill>
                      <a:schemeClr val="accent1"/>
                    </a:solidFill>
                    <a:latin typeface="Stencil" panose="040409050D0802020404" pitchFamily="82" charset="0"/>
                  </a:endParaRPr>
                </a:p>
                <a:p>
                  <a:r>
                    <a:rPr lang="zh-CN" altLang="en-US" sz="2800" dirty="0">
                      <a:solidFill>
                        <a:schemeClr val="accent1"/>
                      </a:solidFill>
                      <a:latin typeface="Stencil" panose="040409050D0802020404" pitchFamily="82" charset="0"/>
                    </a:rPr>
                    <a:t>如果开环零点个数 </a:t>
                  </a:r>
                  <a14:m>
                    <m:oMath xmlns:m="http://schemas.openxmlformats.org/officeDocument/2006/math">
                      <m:r>
                        <a:rPr lang="en" altLang="zh-CN" sz="2800" i="1" dirty="0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a14:m>
                  <a:r>
                    <a:rPr lang="en" altLang="zh-CN" sz="2800" dirty="0">
                      <a:solidFill>
                        <a:schemeClr val="accent1"/>
                      </a:solidFill>
                      <a:latin typeface="Stencil" panose="040409050D0802020404" pitchFamily="82" charset="0"/>
                    </a:rPr>
                    <a:t> </a:t>
                  </a:r>
                  <a:r>
                    <a:rPr lang="zh-CN" altLang="en-US" sz="2800" dirty="0">
                      <a:solidFill>
                        <a:schemeClr val="accent1"/>
                      </a:solidFill>
                      <a:latin typeface="Stencil" panose="040409050D0802020404" pitchFamily="82" charset="0"/>
                    </a:rPr>
                    <a:t>少于开环极点个数</a:t>
                  </a:r>
                  <a14:m>
                    <m:oMath xmlns:m="http://schemas.openxmlformats.org/officeDocument/2006/math">
                      <m:r>
                        <a:rPr lang="en" altLang="zh-CN" sz="2800" i="1" dirty="0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zh-CN" altLang="en" sz="2800" dirty="0">
                      <a:solidFill>
                        <a:schemeClr val="accent1"/>
                      </a:solidFill>
                      <a:latin typeface="Stencil" panose="040409050D0802020404" pitchFamily="82" charset="0"/>
                    </a:rPr>
                    <a:t>，</a:t>
                  </a:r>
                  <a:r>
                    <a:rPr lang="zh-CN" altLang="en-US" sz="2800" dirty="0">
                      <a:solidFill>
                        <a:schemeClr val="accent1"/>
                      </a:solidFill>
                      <a:latin typeface="Stencil" panose="040409050D0802020404" pitchFamily="82" charset="0"/>
                    </a:rPr>
                    <a:t>则有 </a:t>
                  </a:r>
                  <a14:m>
                    <m:oMath xmlns:m="http://schemas.openxmlformats.org/officeDocument/2006/math">
                      <m:r>
                        <a:rPr lang="en" altLang="zh-CN" sz="2800" i="1" dirty="0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" altLang="zh-CN" sz="2800" i="1" dirty="0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" altLang="zh-CN" sz="2800" i="1" dirty="0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" altLang="zh-CN" sz="2800" i="1" dirty="0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zh-CN" altLang="en-US" sz="2800" dirty="0">
                      <a:solidFill>
                        <a:schemeClr val="accent1"/>
                      </a:solidFill>
                      <a:latin typeface="Stencil" panose="040409050D0802020404" pitchFamily="82" charset="0"/>
                    </a:rPr>
                    <a:t>条根轨迹终止于无穷远处。</a:t>
                  </a:r>
                </a:p>
              </p:txBody>
            </p:sp>
          </mc:Choice>
          <mc:Fallback xmlns="">
            <p:sp>
              <p:nvSpPr>
                <p:cNvPr id="31" name="íŝlïďê">
                  <a:extLst>
                    <a:ext uri="{FF2B5EF4-FFF2-40B4-BE49-F238E27FC236}">
                      <a16:creationId xmlns:a16="http://schemas.microsoft.com/office/drawing/2014/main" id="{91833F8D-4BF9-2EBE-64CE-1D1C73AFC0F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1938" y="5215311"/>
                  <a:ext cx="11629626" cy="1532334"/>
                </a:xfrm>
                <a:prstGeom prst="roundRect">
                  <a:avLst/>
                </a:prstGeom>
                <a:blipFill>
                  <a:blip r:embed="rId10"/>
                  <a:stretch>
                    <a:fillRect l="-326" b="-4032"/>
                  </a:stretch>
                </a:blipFill>
                <a:ln w="25400">
                  <a:solidFill>
                    <a:srgbClr val="0070C0"/>
                  </a:solidFill>
                  <a:prstDash val="sysDash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乘 31">
              <a:extLst>
                <a:ext uri="{FF2B5EF4-FFF2-40B4-BE49-F238E27FC236}">
                  <a16:creationId xmlns:a16="http://schemas.microsoft.com/office/drawing/2014/main" id="{6C320C9A-C17C-A9A3-1FF2-5FC992C2613B}"/>
                </a:ext>
              </a:extLst>
            </p:cNvPr>
            <p:cNvSpPr/>
            <p:nvPr/>
          </p:nvSpPr>
          <p:spPr>
            <a:xfrm>
              <a:off x="4062687" y="5320831"/>
              <a:ext cx="426322" cy="42632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同心圆 35">
              <a:extLst>
                <a:ext uri="{FF2B5EF4-FFF2-40B4-BE49-F238E27FC236}">
                  <a16:creationId xmlns:a16="http://schemas.microsoft.com/office/drawing/2014/main" id="{57E21A75-66C3-7130-35FF-A619E1D3AEBE}"/>
                </a:ext>
              </a:extLst>
            </p:cNvPr>
            <p:cNvSpPr/>
            <p:nvPr/>
          </p:nvSpPr>
          <p:spPr>
            <a:xfrm>
              <a:off x="7303047" y="5389976"/>
              <a:ext cx="288032" cy="288032"/>
            </a:xfrm>
            <a:prstGeom prst="donut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5726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绘制根轨迹的基本法则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FA167F4-2707-C0AF-5830-FE95267988D3}"/>
              </a:ext>
            </a:extLst>
          </p:cNvPr>
          <p:cNvGrpSpPr/>
          <p:nvPr/>
        </p:nvGrpSpPr>
        <p:grpSpPr>
          <a:xfrm>
            <a:off x="232143" y="950172"/>
            <a:ext cx="7231214" cy="725177"/>
            <a:chOff x="4943078" y="1700704"/>
            <a:chExt cx="7231214" cy="725177"/>
          </a:xfrm>
        </p:grpSpPr>
        <p:sp>
          <p:nvSpPr>
            <p:cNvPr id="24" name="íŝlïďê">
              <a:extLst>
                <a:ext uri="{FF2B5EF4-FFF2-40B4-BE49-F238E27FC236}">
                  <a16:creationId xmlns:a16="http://schemas.microsoft.com/office/drawing/2014/main" id="{5950F111-9238-004C-E659-30389BC160D6}"/>
                </a:ext>
              </a:extLst>
            </p:cNvPr>
            <p:cNvSpPr/>
            <p:nvPr/>
          </p:nvSpPr>
          <p:spPr bwMode="auto">
            <a:xfrm>
              <a:off x="5375125" y="1769619"/>
              <a:ext cx="6799167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根轨迹的分支数，对称性和连续性</a:t>
              </a:r>
            </a:p>
          </p:txBody>
        </p:sp>
        <p:sp>
          <p:nvSpPr>
            <p:cNvPr id="26" name="ï$ľiďê">
              <a:extLst>
                <a:ext uri="{FF2B5EF4-FFF2-40B4-BE49-F238E27FC236}">
                  <a16:creationId xmlns:a16="http://schemas.microsoft.com/office/drawing/2014/main" id="{EF35A6C4-49B5-17AF-B23C-4174AB75D66C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íŝlïďê">
                <a:extLst>
                  <a:ext uri="{FF2B5EF4-FFF2-40B4-BE49-F238E27FC236}">
                    <a16:creationId xmlns:a16="http://schemas.microsoft.com/office/drawing/2014/main" id="{280C4485-10A3-65C8-D30E-C406063D4DD8}"/>
                  </a:ext>
                </a:extLst>
              </p:cNvPr>
              <p:cNvSpPr/>
              <p:nvPr/>
            </p:nvSpPr>
            <p:spPr bwMode="auto">
              <a:xfrm>
                <a:off x="280393" y="1745397"/>
                <a:ext cx="11629626" cy="578882"/>
              </a:xfrm>
              <a:prstGeom prst="roundRect">
                <a:avLst/>
              </a:prstGeom>
              <a:noFill/>
              <a:ln w="25400">
                <a:solidFill>
                  <a:srgbClr val="0070C0"/>
                </a:solidFill>
                <a:prstDash val="sysDash"/>
              </a:ln>
              <a:effec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spAutoFit/>
              </a:bodyPr>
              <a:lstStyle/>
              <a:p>
                <a:r>
                  <a:rPr lang="zh-CN" altLang="en-US" sz="2800" dirty="0">
                    <a:solidFill>
                      <a:schemeClr val="accent1"/>
                    </a:solidFill>
                    <a:latin typeface="Stencil" panose="040409050D0802020404" pitchFamily="82" charset="0"/>
                  </a:rPr>
                  <a:t>根轨迹的分支数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800" dirty="0">
                    <a:solidFill>
                      <a:schemeClr val="accent1"/>
                    </a:solidFill>
                    <a:latin typeface="Stencil" panose="040409050D0802020404" pitchFamily="82" charset="0"/>
                  </a:rPr>
                  <a:t> </a:t>
                </a:r>
                <a:r>
                  <a:rPr lang="zh-CN" altLang="en-US" sz="2800" dirty="0">
                    <a:solidFill>
                      <a:schemeClr val="accent1"/>
                    </a:solidFill>
                    <a:latin typeface="Stencil" panose="040409050D0802020404" pitchFamily="82" charset="0"/>
                  </a:rPr>
                  <a:t>开环极点数 </a:t>
                </a:r>
                <a14:m>
                  <m:oMath xmlns:m="http://schemas.openxmlformats.org/officeDocument/2006/math">
                    <m:r>
                      <a:rPr lang="en" altLang="zh-CN" sz="2800" i="1" dirty="0" smtClean="0">
                        <a:solidFill>
                          <a:srgbClr val="E4486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800" dirty="0">
                    <a:solidFill>
                      <a:schemeClr val="accent1"/>
                    </a:solidFill>
                    <a:latin typeface="Stencil" panose="040409050D0802020404" pitchFamily="82" charset="0"/>
                  </a:rPr>
                  <a:t>；根轨迹连续且对称于实轴。</a:t>
                </a:r>
              </a:p>
            </p:txBody>
          </p:sp>
        </mc:Choice>
        <mc:Fallback xmlns="">
          <p:sp>
            <p:nvSpPr>
              <p:cNvPr id="39" name="íŝlïďê">
                <a:extLst>
                  <a:ext uri="{FF2B5EF4-FFF2-40B4-BE49-F238E27FC236}">
                    <a16:creationId xmlns:a16="http://schemas.microsoft.com/office/drawing/2014/main" id="{280C4485-10A3-65C8-D30E-C406063D4D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0393" y="1745397"/>
                <a:ext cx="11629626" cy="578882"/>
              </a:xfrm>
              <a:prstGeom prst="roundRect">
                <a:avLst/>
              </a:prstGeom>
              <a:blipFill>
                <a:blip r:embed="rId3"/>
                <a:stretch>
                  <a:fillRect l="-763" t="-6250" b="-20833"/>
                </a:stretch>
              </a:blipFill>
              <a:ln w="25400">
                <a:solidFill>
                  <a:srgbClr val="0070C0"/>
                </a:solidFill>
                <a:prstDash val="sysDash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组合 16">
            <a:extLst>
              <a:ext uri="{FF2B5EF4-FFF2-40B4-BE49-F238E27FC236}">
                <a16:creationId xmlns:a16="http://schemas.microsoft.com/office/drawing/2014/main" id="{BF0F9108-CF35-9925-A0EF-43FF0E84446A}"/>
              </a:ext>
            </a:extLst>
          </p:cNvPr>
          <p:cNvGrpSpPr/>
          <p:nvPr/>
        </p:nvGrpSpPr>
        <p:grpSpPr>
          <a:xfrm>
            <a:off x="238913" y="2394327"/>
            <a:ext cx="7231214" cy="725177"/>
            <a:chOff x="4943078" y="1700704"/>
            <a:chExt cx="7231214" cy="725177"/>
          </a:xfrm>
        </p:grpSpPr>
        <p:sp>
          <p:nvSpPr>
            <p:cNvPr id="19" name="íŝlïďê">
              <a:extLst>
                <a:ext uri="{FF2B5EF4-FFF2-40B4-BE49-F238E27FC236}">
                  <a16:creationId xmlns:a16="http://schemas.microsoft.com/office/drawing/2014/main" id="{83512A9B-1A72-9119-D115-CF478A4FE1D6}"/>
                </a:ext>
              </a:extLst>
            </p:cNvPr>
            <p:cNvSpPr/>
            <p:nvPr/>
          </p:nvSpPr>
          <p:spPr bwMode="auto">
            <a:xfrm>
              <a:off x="5375126" y="1769619"/>
              <a:ext cx="6799166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实轴上的根轨迹 </a:t>
              </a:r>
              <a:r>
                <a:rPr lang="en-US" altLang="zh-CN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(</a:t>
              </a:r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根据相角条件</a:t>
              </a:r>
              <a:r>
                <a:rPr lang="en-US" altLang="zh-CN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)</a:t>
              </a:r>
              <a:endPara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  <p:sp>
          <p:nvSpPr>
            <p:cNvPr id="27" name="ï$ľiďê">
              <a:extLst>
                <a:ext uri="{FF2B5EF4-FFF2-40B4-BE49-F238E27FC236}">
                  <a16:creationId xmlns:a16="http://schemas.microsoft.com/office/drawing/2014/main" id="{C6265F1A-F07B-F009-81E0-46A3092342D6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28" name="íŝlïďê">
            <a:extLst>
              <a:ext uri="{FF2B5EF4-FFF2-40B4-BE49-F238E27FC236}">
                <a16:creationId xmlns:a16="http://schemas.microsoft.com/office/drawing/2014/main" id="{C2D18FDA-99D5-01CA-2194-155C0C7E8C5A}"/>
              </a:ext>
            </a:extLst>
          </p:cNvPr>
          <p:cNvSpPr/>
          <p:nvPr/>
        </p:nvSpPr>
        <p:spPr bwMode="auto">
          <a:xfrm>
            <a:off x="281187" y="3202844"/>
            <a:ext cx="11629626" cy="578882"/>
          </a:xfrm>
          <a:prstGeom prst="roundRect">
            <a:avLst/>
          </a:prstGeom>
          <a:noFill/>
          <a:ln w="25400">
            <a:solidFill>
              <a:srgbClr val="0070C0"/>
            </a:solidFill>
            <a:prstDash val="sysDash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Stencil" panose="040409050D0802020404" pitchFamily="82" charset="0"/>
              </a:rPr>
              <a:t>其右侧开环实零点与实极点数目之和为</a:t>
            </a:r>
            <a:r>
              <a:rPr lang="zh-CN" altLang="en-US" sz="2800" dirty="0">
                <a:solidFill>
                  <a:srgbClr val="E44860"/>
                </a:solidFill>
                <a:latin typeface="Stencil" panose="040409050D0802020404" pitchFamily="82" charset="0"/>
              </a:rPr>
              <a:t>奇数</a:t>
            </a:r>
            <a:r>
              <a:rPr lang="zh-CN" altLang="en-US" sz="2800" dirty="0">
                <a:solidFill>
                  <a:schemeClr val="accent1"/>
                </a:solidFill>
                <a:latin typeface="Stencil" panose="040409050D0802020404" pitchFamily="82" charset="0"/>
              </a:rPr>
              <a:t>的区域必是根轨迹。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8D5FDF9-F0E5-B6EB-7DCE-6B426A5D2D33}"/>
              </a:ext>
            </a:extLst>
          </p:cNvPr>
          <p:cNvGrpSpPr/>
          <p:nvPr/>
        </p:nvGrpSpPr>
        <p:grpSpPr>
          <a:xfrm>
            <a:off x="2255798" y="3781726"/>
            <a:ext cx="1611265" cy="2721472"/>
            <a:chOff x="3790950" y="3865066"/>
            <a:chExt cx="1611265" cy="27214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4280F42C-FF6B-0FFE-E87C-6C88A58AFC5E}"/>
                    </a:ext>
                  </a:extLst>
                </p:cNvPr>
                <p:cNvSpPr txBox="1"/>
                <p:nvPr/>
              </p:nvSpPr>
              <p:spPr>
                <a:xfrm>
                  <a:off x="4984330" y="3865066"/>
                  <a:ext cx="360740" cy="300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4280F42C-FF6B-0FFE-E87C-6C88A58AFC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4330" y="3865066"/>
                  <a:ext cx="360740" cy="300298"/>
                </a:xfrm>
                <a:prstGeom prst="rect">
                  <a:avLst/>
                </a:prstGeom>
                <a:blipFill>
                  <a:blip r:embed="rId4"/>
                  <a:stretch>
                    <a:fillRect l="-10345" r="-10345" b="-96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直线箭头连接符 29">
              <a:extLst>
                <a:ext uri="{FF2B5EF4-FFF2-40B4-BE49-F238E27FC236}">
                  <a16:creationId xmlns:a16="http://schemas.microsoft.com/office/drawing/2014/main" id="{7AA39DB1-A13A-91B4-C10A-362232B92653}"/>
                </a:ext>
              </a:extLst>
            </p:cNvPr>
            <p:cNvCxnSpPr>
              <a:cxnSpLocks/>
            </p:cNvCxnSpPr>
            <p:nvPr/>
          </p:nvCxnSpPr>
          <p:spPr>
            <a:xfrm>
              <a:off x="3790950" y="5289189"/>
              <a:ext cx="1511344" cy="1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线箭头连接符 30">
              <a:extLst>
                <a:ext uri="{FF2B5EF4-FFF2-40B4-BE49-F238E27FC236}">
                  <a16:creationId xmlns:a16="http://schemas.microsoft.com/office/drawing/2014/main" id="{51A34610-B81E-41AD-9056-976AAF0A7D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4330" y="4065502"/>
              <a:ext cx="0" cy="252103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乘 31">
              <a:extLst>
                <a:ext uri="{FF2B5EF4-FFF2-40B4-BE49-F238E27FC236}">
                  <a16:creationId xmlns:a16="http://schemas.microsoft.com/office/drawing/2014/main" id="{2309BA37-4116-A746-49D7-659E2FD21720}"/>
                </a:ext>
              </a:extLst>
            </p:cNvPr>
            <p:cNvSpPr/>
            <p:nvPr/>
          </p:nvSpPr>
          <p:spPr>
            <a:xfrm>
              <a:off x="3983827" y="5206545"/>
              <a:ext cx="199548" cy="165314"/>
            </a:xfrm>
            <a:prstGeom prst="mathMultiply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36" name="乘 35">
              <a:extLst>
                <a:ext uri="{FF2B5EF4-FFF2-40B4-BE49-F238E27FC236}">
                  <a16:creationId xmlns:a16="http://schemas.microsoft.com/office/drawing/2014/main" id="{CFD5624F-D0AF-4A06-23DD-45EDB85072DD}"/>
                </a:ext>
              </a:extLst>
            </p:cNvPr>
            <p:cNvSpPr/>
            <p:nvPr/>
          </p:nvSpPr>
          <p:spPr>
            <a:xfrm>
              <a:off x="4880017" y="5206545"/>
              <a:ext cx="199548" cy="165314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1FC7F535-0E62-3C41-3DD4-F6A63F711658}"/>
                    </a:ext>
                  </a:extLst>
                </p:cNvPr>
                <p:cNvSpPr txBox="1"/>
                <p:nvPr/>
              </p:nvSpPr>
              <p:spPr>
                <a:xfrm>
                  <a:off x="5041475" y="5471694"/>
                  <a:ext cx="360740" cy="30114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1FC7F535-0E62-3C41-3DD4-F6A63F7116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1475" y="5471694"/>
                  <a:ext cx="360740" cy="301145"/>
                </a:xfrm>
                <a:prstGeom prst="rect">
                  <a:avLst/>
                </a:prstGeom>
                <a:blipFill>
                  <a:blip r:embed="rId5"/>
                  <a:stretch>
                    <a:fillRect l="-10345" r="-13793" b="-6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直线箭头连接符 42">
              <a:extLst>
                <a:ext uri="{FF2B5EF4-FFF2-40B4-BE49-F238E27FC236}">
                  <a16:creationId xmlns:a16="http://schemas.microsoft.com/office/drawing/2014/main" id="{8BF0AB66-9A57-B2C0-65B4-0C925E69CAFB}"/>
                </a:ext>
              </a:extLst>
            </p:cNvPr>
            <p:cNvCxnSpPr>
              <a:cxnSpLocks/>
            </p:cNvCxnSpPr>
            <p:nvPr/>
          </p:nvCxnSpPr>
          <p:spPr>
            <a:xfrm>
              <a:off x="4987234" y="4217091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线箭头连接符 43">
              <a:extLst>
                <a:ext uri="{FF2B5EF4-FFF2-40B4-BE49-F238E27FC236}">
                  <a16:creationId xmlns:a16="http://schemas.microsoft.com/office/drawing/2014/main" id="{5D61E1EF-33DF-C87B-E3FF-0380FBD679A4}"/>
                </a:ext>
              </a:extLst>
            </p:cNvPr>
            <p:cNvCxnSpPr>
              <a:cxnSpLocks/>
            </p:cNvCxnSpPr>
            <p:nvPr/>
          </p:nvCxnSpPr>
          <p:spPr>
            <a:xfrm>
              <a:off x="4987234" y="4645935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线箭头连接符 45">
              <a:extLst>
                <a:ext uri="{FF2B5EF4-FFF2-40B4-BE49-F238E27FC236}">
                  <a16:creationId xmlns:a16="http://schemas.microsoft.com/office/drawing/2014/main" id="{038D9AA5-549C-6A78-22EF-6C8725B7C2D9}"/>
                </a:ext>
              </a:extLst>
            </p:cNvPr>
            <p:cNvCxnSpPr>
              <a:cxnSpLocks/>
            </p:cNvCxnSpPr>
            <p:nvPr/>
          </p:nvCxnSpPr>
          <p:spPr>
            <a:xfrm>
              <a:off x="4987234" y="4860357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线箭头连接符 46">
              <a:extLst>
                <a:ext uri="{FF2B5EF4-FFF2-40B4-BE49-F238E27FC236}">
                  <a16:creationId xmlns:a16="http://schemas.microsoft.com/office/drawing/2014/main" id="{D3B18A98-7B93-F1A0-21EF-DAFE6205B078}"/>
                </a:ext>
              </a:extLst>
            </p:cNvPr>
            <p:cNvCxnSpPr>
              <a:cxnSpLocks/>
            </p:cNvCxnSpPr>
            <p:nvPr/>
          </p:nvCxnSpPr>
          <p:spPr>
            <a:xfrm>
              <a:off x="4987234" y="5074779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线箭头连接符 47">
              <a:extLst>
                <a:ext uri="{FF2B5EF4-FFF2-40B4-BE49-F238E27FC236}">
                  <a16:creationId xmlns:a16="http://schemas.microsoft.com/office/drawing/2014/main" id="{2DFB5DC3-8DAC-6566-FA6B-8D3FFDC3D1BE}"/>
                </a:ext>
              </a:extLst>
            </p:cNvPr>
            <p:cNvCxnSpPr>
              <a:cxnSpLocks/>
            </p:cNvCxnSpPr>
            <p:nvPr/>
          </p:nvCxnSpPr>
          <p:spPr>
            <a:xfrm>
              <a:off x="4987234" y="5503624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线箭头连接符 48">
              <a:extLst>
                <a:ext uri="{FF2B5EF4-FFF2-40B4-BE49-F238E27FC236}">
                  <a16:creationId xmlns:a16="http://schemas.microsoft.com/office/drawing/2014/main" id="{FFD270A0-1A14-0211-8C95-0435C0AFC598}"/>
                </a:ext>
              </a:extLst>
            </p:cNvPr>
            <p:cNvCxnSpPr>
              <a:cxnSpLocks/>
            </p:cNvCxnSpPr>
            <p:nvPr/>
          </p:nvCxnSpPr>
          <p:spPr>
            <a:xfrm>
              <a:off x="4987234" y="5718046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线箭头连接符 49">
              <a:extLst>
                <a:ext uri="{FF2B5EF4-FFF2-40B4-BE49-F238E27FC236}">
                  <a16:creationId xmlns:a16="http://schemas.microsoft.com/office/drawing/2014/main" id="{93524643-92EF-BEDF-4F5E-A3D38D55B1F9}"/>
                </a:ext>
              </a:extLst>
            </p:cNvPr>
            <p:cNvCxnSpPr>
              <a:cxnSpLocks/>
            </p:cNvCxnSpPr>
            <p:nvPr/>
          </p:nvCxnSpPr>
          <p:spPr>
            <a:xfrm>
              <a:off x="4987234" y="5932468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线箭头连接符 50">
              <a:extLst>
                <a:ext uri="{FF2B5EF4-FFF2-40B4-BE49-F238E27FC236}">
                  <a16:creationId xmlns:a16="http://schemas.microsoft.com/office/drawing/2014/main" id="{68BC5885-F767-E584-1065-91C743CAF011}"/>
                </a:ext>
              </a:extLst>
            </p:cNvPr>
            <p:cNvCxnSpPr>
              <a:cxnSpLocks/>
            </p:cNvCxnSpPr>
            <p:nvPr/>
          </p:nvCxnSpPr>
          <p:spPr>
            <a:xfrm>
              <a:off x="4987234" y="6146890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线箭头连接符 51">
              <a:extLst>
                <a:ext uri="{FF2B5EF4-FFF2-40B4-BE49-F238E27FC236}">
                  <a16:creationId xmlns:a16="http://schemas.microsoft.com/office/drawing/2014/main" id="{75CE4D98-5B57-8AEA-2FC7-45682F7B227B}"/>
                </a:ext>
              </a:extLst>
            </p:cNvPr>
            <p:cNvCxnSpPr>
              <a:cxnSpLocks/>
            </p:cNvCxnSpPr>
            <p:nvPr/>
          </p:nvCxnSpPr>
          <p:spPr>
            <a:xfrm>
              <a:off x="4987234" y="6361310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线箭头连接符 52">
              <a:extLst>
                <a:ext uri="{FF2B5EF4-FFF2-40B4-BE49-F238E27FC236}">
                  <a16:creationId xmlns:a16="http://schemas.microsoft.com/office/drawing/2014/main" id="{B3D48673-90CC-992D-BC3E-29CB2C636F4D}"/>
                </a:ext>
              </a:extLst>
            </p:cNvPr>
            <p:cNvCxnSpPr>
              <a:cxnSpLocks/>
            </p:cNvCxnSpPr>
            <p:nvPr/>
          </p:nvCxnSpPr>
          <p:spPr>
            <a:xfrm>
              <a:off x="4987234" y="4431513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4肘形连接符">
              <a:extLst>
                <a:ext uri="{FF2B5EF4-FFF2-40B4-BE49-F238E27FC236}">
                  <a16:creationId xmlns:a16="http://schemas.microsoft.com/office/drawing/2014/main" id="{00DD00C9-FC4D-4E3B-395E-8EE3776AAE8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746631" y="5632987"/>
              <a:ext cx="1132035" cy="444440"/>
            </a:xfrm>
            <a:prstGeom prst="bentConnector3">
              <a:avLst>
                <a:gd name="adj1" fmla="val 263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4肘形连接符">
              <a:extLst>
                <a:ext uri="{FF2B5EF4-FFF2-40B4-BE49-F238E27FC236}">
                  <a16:creationId xmlns:a16="http://schemas.microsoft.com/office/drawing/2014/main" id="{3555DB8A-F29B-05B0-A5DA-D64D51EDFC20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4197874" y="4515118"/>
              <a:ext cx="1128503" cy="444413"/>
            </a:xfrm>
            <a:prstGeom prst="bentConnector3">
              <a:avLst>
                <a:gd name="adj1" fmla="val 723"/>
              </a:avLst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15C8683-E9EC-25C3-B174-7EC286282487}"/>
              </a:ext>
            </a:extLst>
          </p:cNvPr>
          <p:cNvGrpSpPr/>
          <p:nvPr/>
        </p:nvGrpSpPr>
        <p:grpSpPr>
          <a:xfrm>
            <a:off x="7708296" y="3857500"/>
            <a:ext cx="2851406" cy="2721472"/>
            <a:chOff x="7708296" y="3857500"/>
            <a:chExt cx="2851406" cy="27214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AA92F6C2-4C31-0B64-8CB8-B88866ABCE6D}"/>
                    </a:ext>
                  </a:extLst>
                </p:cNvPr>
                <p:cNvSpPr txBox="1"/>
                <p:nvPr/>
              </p:nvSpPr>
              <p:spPr>
                <a:xfrm>
                  <a:off x="9207944" y="3857500"/>
                  <a:ext cx="360740" cy="300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AA92F6C2-4C31-0B64-8CB8-B88866ABCE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07944" y="3857500"/>
                  <a:ext cx="360740" cy="300298"/>
                </a:xfrm>
                <a:prstGeom prst="rect">
                  <a:avLst/>
                </a:prstGeom>
                <a:blipFill>
                  <a:blip r:embed="rId6"/>
                  <a:stretch>
                    <a:fillRect l="-10000" r="-10000" b="-96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直线箭头连接符 74">
              <a:extLst>
                <a:ext uri="{FF2B5EF4-FFF2-40B4-BE49-F238E27FC236}">
                  <a16:creationId xmlns:a16="http://schemas.microsoft.com/office/drawing/2014/main" id="{E6E314B9-9F33-9E5C-C049-E4B947966B1A}"/>
                </a:ext>
              </a:extLst>
            </p:cNvPr>
            <p:cNvCxnSpPr>
              <a:cxnSpLocks/>
            </p:cNvCxnSpPr>
            <p:nvPr/>
          </p:nvCxnSpPr>
          <p:spPr>
            <a:xfrm>
              <a:off x="8014564" y="5281623"/>
              <a:ext cx="254513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线箭头连接符 75">
              <a:extLst>
                <a:ext uri="{FF2B5EF4-FFF2-40B4-BE49-F238E27FC236}">
                  <a16:creationId xmlns:a16="http://schemas.microsoft.com/office/drawing/2014/main" id="{8C12E5C7-A449-E383-9524-A923AD1646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7944" y="4057936"/>
              <a:ext cx="0" cy="252103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乘 77">
              <a:extLst>
                <a:ext uri="{FF2B5EF4-FFF2-40B4-BE49-F238E27FC236}">
                  <a16:creationId xmlns:a16="http://schemas.microsoft.com/office/drawing/2014/main" id="{8E250C26-4759-BB25-11BC-9F1C6F5FE9AD}"/>
                </a:ext>
              </a:extLst>
            </p:cNvPr>
            <p:cNvSpPr/>
            <p:nvPr/>
          </p:nvSpPr>
          <p:spPr>
            <a:xfrm>
              <a:off x="9623784" y="5198979"/>
              <a:ext cx="199548" cy="165314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EF44A372-5D7A-E2E0-6DA5-705E017ECDA7}"/>
                    </a:ext>
                  </a:extLst>
                </p:cNvPr>
                <p:cNvSpPr txBox="1"/>
                <p:nvPr/>
              </p:nvSpPr>
              <p:spPr>
                <a:xfrm>
                  <a:off x="9265089" y="5464128"/>
                  <a:ext cx="360740" cy="30114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EF44A372-5D7A-E2E0-6DA5-705E017ECD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5089" y="5464128"/>
                  <a:ext cx="360740" cy="301145"/>
                </a:xfrm>
                <a:prstGeom prst="rect">
                  <a:avLst/>
                </a:prstGeom>
                <a:blipFill>
                  <a:blip r:embed="rId7"/>
                  <a:stretch>
                    <a:fillRect l="-6897" r="-13793" b="-6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直线箭头连接符 79">
              <a:extLst>
                <a:ext uri="{FF2B5EF4-FFF2-40B4-BE49-F238E27FC236}">
                  <a16:creationId xmlns:a16="http://schemas.microsoft.com/office/drawing/2014/main" id="{6001C4F1-CADA-3FB5-055B-0BC23EF2B821}"/>
                </a:ext>
              </a:extLst>
            </p:cNvPr>
            <p:cNvCxnSpPr>
              <a:cxnSpLocks/>
            </p:cNvCxnSpPr>
            <p:nvPr/>
          </p:nvCxnSpPr>
          <p:spPr>
            <a:xfrm>
              <a:off x="9210848" y="4209525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箭头连接符 80">
              <a:extLst>
                <a:ext uri="{FF2B5EF4-FFF2-40B4-BE49-F238E27FC236}">
                  <a16:creationId xmlns:a16="http://schemas.microsoft.com/office/drawing/2014/main" id="{36B4608A-4A33-75FF-3BC8-CBA662D5A62C}"/>
                </a:ext>
              </a:extLst>
            </p:cNvPr>
            <p:cNvCxnSpPr>
              <a:cxnSpLocks/>
            </p:cNvCxnSpPr>
            <p:nvPr/>
          </p:nvCxnSpPr>
          <p:spPr>
            <a:xfrm>
              <a:off x="9210848" y="4638369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线箭头连接符 81">
              <a:extLst>
                <a:ext uri="{FF2B5EF4-FFF2-40B4-BE49-F238E27FC236}">
                  <a16:creationId xmlns:a16="http://schemas.microsoft.com/office/drawing/2014/main" id="{EEDF12BB-868D-15C2-ABB6-4F59030E4BC4}"/>
                </a:ext>
              </a:extLst>
            </p:cNvPr>
            <p:cNvCxnSpPr>
              <a:cxnSpLocks/>
            </p:cNvCxnSpPr>
            <p:nvPr/>
          </p:nvCxnSpPr>
          <p:spPr>
            <a:xfrm>
              <a:off x="9210848" y="4852791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箭头连接符 82">
              <a:extLst>
                <a:ext uri="{FF2B5EF4-FFF2-40B4-BE49-F238E27FC236}">
                  <a16:creationId xmlns:a16="http://schemas.microsoft.com/office/drawing/2014/main" id="{57A30143-82C4-C215-EDE9-6C1B3C71C780}"/>
                </a:ext>
              </a:extLst>
            </p:cNvPr>
            <p:cNvCxnSpPr>
              <a:cxnSpLocks/>
            </p:cNvCxnSpPr>
            <p:nvPr/>
          </p:nvCxnSpPr>
          <p:spPr>
            <a:xfrm>
              <a:off x="9210848" y="5067213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箭头连接符 83">
              <a:extLst>
                <a:ext uri="{FF2B5EF4-FFF2-40B4-BE49-F238E27FC236}">
                  <a16:creationId xmlns:a16="http://schemas.microsoft.com/office/drawing/2014/main" id="{98190D42-A79E-4E4A-C0C6-C1C1E17213CD}"/>
                </a:ext>
              </a:extLst>
            </p:cNvPr>
            <p:cNvCxnSpPr>
              <a:cxnSpLocks/>
            </p:cNvCxnSpPr>
            <p:nvPr/>
          </p:nvCxnSpPr>
          <p:spPr>
            <a:xfrm>
              <a:off x="9210848" y="5496058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箭头连接符 84">
              <a:extLst>
                <a:ext uri="{FF2B5EF4-FFF2-40B4-BE49-F238E27FC236}">
                  <a16:creationId xmlns:a16="http://schemas.microsoft.com/office/drawing/2014/main" id="{1429680B-1B81-986F-22F8-C62F36347AA9}"/>
                </a:ext>
              </a:extLst>
            </p:cNvPr>
            <p:cNvCxnSpPr>
              <a:cxnSpLocks/>
            </p:cNvCxnSpPr>
            <p:nvPr/>
          </p:nvCxnSpPr>
          <p:spPr>
            <a:xfrm>
              <a:off x="9210848" y="5710480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箭头连接符 85">
              <a:extLst>
                <a:ext uri="{FF2B5EF4-FFF2-40B4-BE49-F238E27FC236}">
                  <a16:creationId xmlns:a16="http://schemas.microsoft.com/office/drawing/2014/main" id="{98D38283-842C-28A0-3423-477677FD21DB}"/>
                </a:ext>
              </a:extLst>
            </p:cNvPr>
            <p:cNvCxnSpPr>
              <a:cxnSpLocks/>
            </p:cNvCxnSpPr>
            <p:nvPr/>
          </p:nvCxnSpPr>
          <p:spPr>
            <a:xfrm>
              <a:off x="9210848" y="5924902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箭头连接符 86">
              <a:extLst>
                <a:ext uri="{FF2B5EF4-FFF2-40B4-BE49-F238E27FC236}">
                  <a16:creationId xmlns:a16="http://schemas.microsoft.com/office/drawing/2014/main" id="{F82A3288-097C-38DE-A80A-7711BC8086FA}"/>
                </a:ext>
              </a:extLst>
            </p:cNvPr>
            <p:cNvCxnSpPr>
              <a:cxnSpLocks/>
            </p:cNvCxnSpPr>
            <p:nvPr/>
          </p:nvCxnSpPr>
          <p:spPr>
            <a:xfrm>
              <a:off x="9210848" y="6139324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箭头连接符 87">
              <a:extLst>
                <a:ext uri="{FF2B5EF4-FFF2-40B4-BE49-F238E27FC236}">
                  <a16:creationId xmlns:a16="http://schemas.microsoft.com/office/drawing/2014/main" id="{354DEB2F-16D5-D1CE-5433-1A585800527E}"/>
                </a:ext>
              </a:extLst>
            </p:cNvPr>
            <p:cNvCxnSpPr>
              <a:cxnSpLocks/>
            </p:cNvCxnSpPr>
            <p:nvPr/>
          </p:nvCxnSpPr>
          <p:spPr>
            <a:xfrm>
              <a:off x="9210848" y="6353744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线箭头连接符 88">
              <a:extLst>
                <a:ext uri="{FF2B5EF4-FFF2-40B4-BE49-F238E27FC236}">
                  <a16:creationId xmlns:a16="http://schemas.microsoft.com/office/drawing/2014/main" id="{C19CB9FE-D087-011A-B2DC-87D70C5897BE}"/>
                </a:ext>
              </a:extLst>
            </p:cNvPr>
            <p:cNvCxnSpPr>
              <a:cxnSpLocks/>
            </p:cNvCxnSpPr>
            <p:nvPr/>
          </p:nvCxnSpPr>
          <p:spPr>
            <a:xfrm>
              <a:off x="9210848" y="4423947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同心圆 91">
              <a:extLst>
                <a:ext uri="{FF2B5EF4-FFF2-40B4-BE49-F238E27FC236}">
                  <a16:creationId xmlns:a16="http://schemas.microsoft.com/office/drawing/2014/main" id="{94D07CED-378E-AB94-06B3-F438C0603BEB}"/>
                </a:ext>
              </a:extLst>
            </p:cNvPr>
            <p:cNvSpPr/>
            <p:nvPr/>
          </p:nvSpPr>
          <p:spPr>
            <a:xfrm>
              <a:off x="8369102" y="5223686"/>
              <a:ext cx="115874" cy="115874"/>
            </a:xfrm>
            <a:prstGeom prst="donut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3" name="乘 92">
              <a:extLst>
                <a:ext uri="{FF2B5EF4-FFF2-40B4-BE49-F238E27FC236}">
                  <a16:creationId xmlns:a16="http://schemas.microsoft.com/office/drawing/2014/main" id="{80BD1CD0-7619-D248-19E9-C7C7A74D8535}"/>
                </a:ext>
              </a:extLst>
            </p:cNvPr>
            <p:cNvSpPr/>
            <p:nvPr/>
          </p:nvSpPr>
          <p:spPr>
            <a:xfrm>
              <a:off x="7708296" y="5198979"/>
              <a:ext cx="199548" cy="165314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94" name="同心圆 93">
              <a:extLst>
                <a:ext uri="{FF2B5EF4-FFF2-40B4-BE49-F238E27FC236}">
                  <a16:creationId xmlns:a16="http://schemas.microsoft.com/office/drawing/2014/main" id="{AE0E2700-C995-68A2-4E97-1416B581C675}"/>
                </a:ext>
              </a:extLst>
            </p:cNvPr>
            <p:cNvSpPr/>
            <p:nvPr/>
          </p:nvSpPr>
          <p:spPr>
            <a:xfrm>
              <a:off x="8736868" y="5223686"/>
              <a:ext cx="115874" cy="115874"/>
            </a:xfrm>
            <a:prstGeom prst="donut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8" name="直线箭头连接符 7">
              <a:extLst>
                <a:ext uri="{FF2B5EF4-FFF2-40B4-BE49-F238E27FC236}">
                  <a16:creationId xmlns:a16="http://schemas.microsoft.com/office/drawing/2014/main" id="{D8DE8D20-E3D5-3DF5-873F-EF35FEF37103}"/>
                </a:ext>
              </a:extLst>
            </p:cNvPr>
            <p:cNvCxnSpPr>
              <a:cxnSpLocks/>
              <a:endCxn id="92" idx="2"/>
            </p:cNvCxnSpPr>
            <p:nvPr/>
          </p:nvCxnSpPr>
          <p:spPr>
            <a:xfrm>
              <a:off x="7793657" y="5281623"/>
              <a:ext cx="575445" cy="0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线箭头连接符 94">
              <a:extLst>
                <a:ext uri="{FF2B5EF4-FFF2-40B4-BE49-F238E27FC236}">
                  <a16:creationId xmlns:a16="http://schemas.microsoft.com/office/drawing/2014/main" id="{93A1B2C2-7A56-0783-5626-911C58F93EA5}"/>
                </a:ext>
              </a:extLst>
            </p:cNvPr>
            <p:cNvCxnSpPr>
              <a:cxnSpLocks/>
              <a:endCxn id="94" idx="6"/>
            </p:cNvCxnSpPr>
            <p:nvPr/>
          </p:nvCxnSpPr>
          <p:spPr>
            <a:xfrm flipH="1">
              <a:off x="8852742" y="5281623"/>
              <a:ext cx="869942" cy="0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D4B09FCB-302F-9B16-A934-2CD4DF48FDE5}"/>
              </a:ext>
            </a:extLst>
          </p:cNvPr>
          <p:cNvSpPr txBox="1"/>
          <p:nvPr/>
        </p:nvSpPr>
        <p:spPr>
          <a:xfrm>
            <a:off x="1969116" y="4911421"/>
            <a:ext cx="355531" cy="476933"/>
          </a:xfrm>
          <a:prstGeom prst="rect">
            <a:avLst/>
          </a:prstGeom>
          <a:noFill/>
        </p:spPr>
        <p:txBody>
          <a:bodyPr wrap="square" tIns="198000" bIns="0" rtlCol="0" anchor="t" anchorCtr="0">
            <a:spAutoFit/>
          </a:bodyPr>
          <a:lstStyle/>
          <a:p>
            <a:pPr algn="ctr"/>
            <a:r>
              <a:rPr kumimoji="1" lang="zh-CN" altLang="en-US" dirty="0"/>
              <a:t>🏀</a:t>
            </a:r>
          </a:p>
        </p:txBody>
      </p:sp>
    </p:spTree>
    <p:extLst>
      <p:ext uri="{BB962C8B-B14F-4D97-AF65-F5344CB8AC3E}">
        <p14:creationId xmlns:p14="http://schemas.microsoft.com/office/powerpoint/2010/main" val="611511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4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9174E-6 4.07407E-6 L 0.03634 4.07407E-6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10" y="0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8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3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634 4.07407E-6 L 0.11057 4.07407E-6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11" y="0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8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3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056 4.07407E-6 L 0.44798 4.07407E-6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33" y="0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8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6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63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4798 4.07407E-6 L 0.47259 4.07407E-6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4" y="0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8" presetClass="emph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7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63" presetClass="path" presetSubtype="0" accel="50000" decel="5000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7259 -4.07407E-6 L 0.51999 4.07407E-6 " pathEditMode="relative" rAng="0" ptsTypes="AA">
                                      <p:cBhvr>
                                        <p:cTn id="7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70" y="-856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8" presetClass="emph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8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63" presetClass="path" presetSubtype="0" accel="50000" decel="5000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1999 -4.07407E-6 L 0.54969 0.00926 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37" y="-69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8" presetClass="emph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8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3" presetClass="path" presetSubtype="0" accel="50000" decel="5000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4968 0.00926 L 0.62977 0.01111 " pathEditMode="relative" rAng="0" ptsTypes="AA">
                                      <p:cBhvr>
                                        <p:cTn id="9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2" y="0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8" presetClass="emph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9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28" grpId="0" animBg="1"/>
      <p:bldP spid="15" grpId="0"/>
      <p:bldP spid="15" grpId="1"/>
      <p:bldP spid="15" grpId="2"/>
      <p:bldP spid="15" grpId="3"/>
      <p:bldP spid="15" grpId="4"/>
      <p:bldP spid="15" grpId="5"/>
      <p:bldP spid="15" grpId="6"/>
      <p:bldP spid="15" grpId="7"/>
      <p:bldP spid="15" grpId="8"/>
      <p:bldP spid="15" grpId="9"/>
      <p:bldP spid="15" grpId="10"/>
      <p:bldP spid="15" grpId="11"/>
      <p:bldP spid="15" grpId="12"/>
      <p:bldP spid="15" grpId="13"/>
      <p:bldP spid="15" grpId="14"/>
      <p:bldP spid="15" grpId="15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绘制根轨迹的基本法则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97FF96E-B785-3BFC-ED60-7AC471B90823}"/>
              </a:ext>
            </a:extLst>
          </p:cNvPr>
          <p:cNvSpPr txBox="1"/>
          <p:nvPr/>
        </p:nvSpPr>
        <p:spPr>
          <a:xfrm>
            <a:off x="6120390" y="281749"/>
            <a:ext cx="1728192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</a:rPr>
              <a:t>向量运算</a:t>
            </a:r>
          </a:p>
        </p:txBody>
      </p:sp>
      <p:sp>
        <p:nvSpPr>
          <p:cNvPr id="55" name="íŝlïďê">
            <a:extLst>
              <a:ext uri="{FF2B5EF4-FFF2-40B4-BE49-F238E27FC236}">
                <a16:creationId xmlns:a16="http://schemas.microsoft.com/office/drawing/2014/main" id="{78FAC464-2F76-96E7-DA29-3CD8A5F50A2D}"/>
              </a:ext>
            </a:extLst>
          </p:cNvPr>
          <p:cNvSpPr/>
          <p:nvPr/>
        </p:nvSpPr>
        <p:spPr bwMode="auto">
          <a:xfrm>
            <a:off x="272686" y="1036350"/>
            <a:ext cx="3381740" cy="2009061"/>
          </a:xfrm>
          <a:prstGeom prst="roundRect">
            <a:avLst/>
          </a:prstGeom>
          <a:noFill/>
          <a:ln w="25400">
            <a:solidFill>
              <a:srgbClr val="0070C0"/>
            </a:solidFill>
            <a:prstDash val="sysDash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Stencil" panose="040409050D0802020404" pitchFamily="82" charset="0"/>
              </a:rPr>
              <a:t>向量加</a:t>
            </a:r>
            <a:r>
              <a:rPr lang="en-US" altLang="zh-CN" sz="2800" dirty="0">
                <a:solidFill>
                  <a:schemeClr val="accent1"/>
                </a:solidFill>
                <a:latin typeface="Stencil" panose="040409050D0802020404" pitchFamily="82" charset="0"/>
              </a:rPr>
              <a:t>:</a:t>
            </a:r>
            <a:r>
              <a:rPr lang="zh-CN" altLang="en-US" sz="2800" dirty="0">
                <a:solidFill>
                  <a:schemeClr val="accent1"/>
                </a:solidFill>
                <a:latin typeface="Stencil" panose="040409050D0802020404" pitchFamily="82" charset="0"/>
              </a:rPr>
              <a:t>两向量移动到公共起点，向量和指向平行四边形对角。</a:t>
            </a:r>
          </a:p>
        </p:txBody>
      </p:sp>
      <p:sp>
        <p:nvSpPr>
          <p:cNvPr id="56" name="íŝlïďê">
            <a:extLst>
              <a:ext uri="{FF2B5EF4-FFF2-40B4-BE49-F238E27FC236}">
                <a16:creationId xmlns:a16="http://schemas.microsoft.com/office/drawing/2014/main" id="{AA80DEE3-D1B0-77D6-4B88-1653BBB9EC63}"/>
              </a:ext>
            </a:extLst>
          </p:cNvPr>
          <p:cNvSpPr/>
          <p:nvPr/>
        </p:nvSpPr>
        <p:spPr bwMode="auto">
          <a:xfrm>
            <a:off x="6683560" y="1049143"/>
            <a:ext cx="2459546" cy="2009061"/>
          </a:xfrm>
          <a:prstGeom prst="roundRect">
            <a:avLst/>
          </a:prstGeom>
          <a:noFill/>
          <a:ln w="25400">
            <a:solidFill>
              <a:srgbClr val="0070C0"/>
            </a:solidFill>
            <a:prstDash val="sysDash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Stencil" panose="040409050D0802020404" pitchFamily="82" charset="0"/>
              </a:rPr>
              <a:t>向量减</a:t>
            </a:r>
            <a:r>
              <a:rPr lang="en-US" altLang="zh-CN" sz="2800" dirty="0">
                <a:solidFill>
                  <a:schemeClr val="accent1"/>
                </a:solidFill>
                <a:latin typeface="Stencil" panose="040409050D0802020404" pitchFamily="82" charset="0"/>
              </a:rPr>
              <a:t>:</a:t>
            </a:r>
            <a:r>
              <a:rPr lang="zh-CN" altLang="en-US" sz="2800" dirty="0">
                <a:solidFill>
                  <a:schemeClr val="accent1"/>
                </a:solidFill>
                <a:latin typeface="Stencil" panose="040409050D0802020404" pitchFamily="82" charset="0"/>
              </a:rPr>
              <a:t>移动到公共起点，向量差指向被减向量。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57CF808-8048-C400-4086-F1F753422E93}"/>
              </a:ext>
            </a:extLst>
          </p:cNvPr>
          <p:cNvGrpSpPr/>
          <p:nvPr/>
        </p:nvGrpSpPr>
        <p:grpSpPr>
          <a:xfrm>
            <a:off x="3780270" y="1253402"/>
            <a:ext cx="2661874" cy="1574956"/>
            <a:chOff x="4729464" y="3306773"/>
            <a:chExt cx="2661874" cy="1574956"/>
          </a:xfrm>
        </p:grpSpPr>
        <p:cxnSp>
          <p:nvCxnSpPr>
            <p:cNvPr id="3" name="直线箭头连接符 2">
              <a:extLst>
                <a:ext uri="{FF2B5EF4-FFF2-40B4-BE49-F238E27FC236}">
                  <a16:creationId xmlns:a16="http://schemas.microsoft.com/office/drawing/2014/main" id="{88440FBC-D287-F260-5E7A-E5ADB65BD9E2}"/>
                </a:ext>
              </a:extLst>
            </p:cNvPr>
            <p:cNvCxnSpPr/>
            <p:nvPr/>
          </p:nvCxnSpPr>
          <p:spPr>
            <a:xfrm flipV="1">
              <a:off x="5015086" y="3835474"/>
              <a:ext cx="648072" cy="588449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线箭头连接符 56">
              <a:extLst>
                <a:ext uri="{FF2B5EF4-FFF2-40B4-BE49-F238E27FC236}">
                  <a16:creationId xmlns:a16="http://schemas.microsoft.com/office/drawing/2014/main" id="{514DC6AD-92B8-1B21-EA0C-0B92A369C4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0204" y="4293096"/>
              <a:ext cx="714962" cy="130827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线箭头连接符 59">
              <a:extLst>
                <a:ext uri="{FF2B5EF4-FFF2-40B4-BE49-F238E27FC236}">
                  <a16:creationId xmlns:a16="http://schemas.microsoft.com/office/drawing/2014/main" id="{1236483F-50D5-BA16-D35D-8FBFDF8247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91150" y="3737963"/>
              <a:ext cx="714962" cy="130827"/>
            </a:xfrm>
            <a:prstGeom prst="straightConnector1">
              <a:avLst/>
            </a:prstGeom>
            <a:ln w="25400"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线箭头连接符 60">
              <a:extLst>
                <a:ext uri="{FF2B5EF4-FFF2-40B4-BE49-F238E27FC236}">
                  <a16:creationId xmlns:a16="http://schemas.microsoft.com/office/drawing/2014/main" id="{5089A011-A0C8-057F-475E-2D817C3A88C3}"/>
                </a:ext>
              </a:extLst>
            </p:cNvPr>
            <p:cNvCxnSpPr/>
            <p:nvPr/>
          </p:nvCxnSpPr>
          <p:spPr>
            <a:xfrm flipV="1">
              <a:off x="5668276" y="3725967"/>
              <a:ext cx="648072" cy="588449"/>
            </a:xfrm>
            <a:prstGeom prst="straightConnector1">
              <a:avLst/>
            </a:prstGeom>
            <a:ln w="25400"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线箭头连接符 63">
              <a:extLst>
                <a:ext uri="{FF2B5EF4-FFF2-40B4-BE49-F238E27FC236}">
                  <a16:creationId xmlns:a16="http://schemas.microsoft.com/office/drawing/2014/main" id="{8C8CAAB0-F728-C076-303B-CE61544175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7301" y="3737963"/>
              <a:ext cx="1288811" cy="68596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0D8E4BDA-79FF-F87E-8C72-A97EB2223DA9}"/>
                    </a:ext>
                  </a:extLst>
                </p:cNvPr>
                <p:cNvSpPr txBox="1"/>
                <p:nvPr/>
              </p:nvSpPr>
              <p:spPr>
                <a:xfrm>
                  <a:off x="4729464" y="3706927"/>
                  <a:ext cx="3607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0D8E4BDA-79FF-F87E-8C72-A97EB2223D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9464" y="3706927"/>
                  <a:ext cx="360740" cy="523220"/>
                </a:xfrm>
                <a:prstGeom prst="rect">
                  <a:avLst/>
                </a:prstGeom>
                <a:blipFill>
                  <a:blip r:embed="rId3"/>
                  <a:stretch>
                    <a:fillRect r="-68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88047FB1-B3A7-D3B7-6EA1-7FFD5E53DC16}"/>
                    </a:ext>
                  </a:extLst>
                </p:cNvPr>
                <p:cNvSpPr txBox="1"/>
                <p:nvPr/>
              </p:nvSpPr>
              <p:spPr>
                <a:xfrm>
                  <a:off x="5165236" y="4358509"/>
                  <a:ext cx="3607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88047FB1-B3A7-D3B7-6EA1-7FFD5E53DC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5236" y="4358509"/>
                  <a:ext cx="360740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3793" r="-137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90E90C8C-EE4A-CF75-002D-BE375B458CC7}"/>
                    </a:ext>
                  </a:extLst>
                </p:cNvPr>
                <p:cNvSpPr txBox="1"/>
                <p:nvPr/>
              </p:nvSpPr>
              <p:spPr>
                <a:xfrm>
                  <a:off x="6355631" y="3323276"/>
                  <a:ext cx="103570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90E90C8C-EE4A-CF75-002D-BE375B458C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5631" y="3323276"/>
                  <a:ext cx="1035707" cy="523220"/>
                </a:xfrm>
                <a:prstGeom prst="rect">
                  <a:avLst/>
                </a:prstGeom>
                <a:blipFill>
                  <a:blip r:embed="rId5"/>
                  <a:stretch>
                    <a:fillRect r="-12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A4EF5FDE-68BE-A6D5-7BF6-B3830729A0AD}"/>
                    </a:ext>
                  </a:extLst>
                </p:cNvPr>
                <p:cNvSpPr txBox="1"/>
                <p:nvPr/>
              </p:nvSpPr>
              <p:spPr>
                <a:xfrm>
                  <a:off x="5931705" y="3819333"/>
                  <a:ext cx="3607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A4EF5FDE-68BE-A6D5-7BF6-B3830729A0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1705" y="3819333"/>
                  <a:ext cx="360740" cy="523220"/>
                </a:xfrm>
                <a:prstGeom prst="rect">
                  <a:avLst/>
                </a:prstGeom>
                <a:blipFill>
                  <a:blip r:embed="rId6"/>
                  <a:stretch>
                    <a:fillRect r="-34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887260BA-9385-6EE2-79FA-E3B2ACB0F22C}"/>
                    </a:ext>
                  </a:extLst>
                </p:cNvPr>
                <p:cNvSpPr txBox="1"/>
                <p:nvPr/>
              </p:nvSpPr>
              <p:spPr>
                <a:xfrm>
                  <a:off x="5709708" y="3306773"/>
                  <a:ext cx="3607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887260BA-9385-6EE2-79FA-E3B2ACB0F2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9708" y="3306773"/>
                  <a:ext cx="360740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6667" r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3613FD9-96A0-A95F-B65C-02F2652F2C03}"/>
              </a:ext>
            </a:extLst>
          </p:cNvPr>
          <p:cNvGrpSpPr/>
          <p:nvPr/>
        </p:nvGrpSpPr>
        <p:grpSpPr>
          <a:xfrm>
            <a:off x="9403181" y="1241327"/>
            <a:ext cx="2097889" cy="1174802"/>
            <a:chOff x="4770642" y="3925834"/>
            <a:chExt cx="2097889" cy="1174802"/>
          </a:xfrm>
        </p:grpSpPr>
        <p:cxnSp>
          <p:nvCxnSpPr>
            <p:cNvPr id="71" name="直线箭头连接符 70">
              <a:extLst>
                <a:ext uri="{FF2B5EF4-FFF2-40B4-BE49-F238E27FC236}">
                  <a16:creationId xmlns:a16="http://schemas.microsoft.com/office/drawing/2014/main" id="{733C593F-9111-CF17-ED2E-66EE8F9A7E47}"/>
                </a:ext>
              </a:extLst>
            </p:cNvPr>
            <p:cNvCxnSpPr/>
            <p:nvPr/>
          </p:nvCxnSpPr>
          <p:spPr>
            <a:xfrm flipV="1">
              <a:off x="5056264" y="4054381"/>
              <a:ext cx="648072" cy="588449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线箭头连接符 71">
              <a:extLst>
                <a:ext uri="{FF2B5EF4-FFF2-40B4-BE49-F238E27FC236}">
                  <a16:creationId xmlns:a16="http://schemas.microsoft.com/office/drawing/2014/main" id="{6BB77756-B958-A8F1-8DB0-3850CEFA51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61382" y="4512003"/>
              <a:ext cx="714962" cy="130827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BD8F821B-3E8D-AB01-56C1-CD0F725C987B}"/>
                    </a:ext>
                  </a:extLst>
                </p:cNvPr>
                <p:cNvSpPr txBox="1"/>
                <p:nvPr/>
              </p:nvSpPr>
              <p:spPr>
                <a:xfrm>
                  <a:off x="4770642" y="3925834"/>
                  <a:ext cx="3607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BD8F821B-3E8D-AB01-56C1-CD0F725C98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0642" y="3925834"/>
                  <a:ext cx="360740" cy="523220"/>
                </a:xfrm>
                <a:prstGeom prst="rect">
                  <a:avLst/>
                </a:prstGeom>
                <a:blipFill>
                  <a:blip r:embed="rId8"/>
                  <a:stretch>
                    <a:fillRect r="-34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C6A50469-5EB8-978D-298D-355C23FAC6DC}"/>
                    </a:ext>
                  </a:extLst>
                </p:cNvPr>
                <p:cNvSpPr txBox="1"/>
                <p:nvPr/>
              </p:nvSpPr>
              <p:spPr>
                <a:xfrm>
                  <a:off x="5206414" y="4577416"/>
                  <a:ext cx="3607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C6A50469-5EB8-978D-298D-355C23FAC6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6414" y="4577416"/>
                  <a:ext cx="360740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10000" r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0" name="直线箭头连接符 89">
              <a:extLst>
                <a:ext uri="{FF2B5EF4-FFF2-40B4-BE49-F238E27FC236}">
                  <a16:creationId xmlns:a16="http://schemas.microsoft.com/office/drawing/2014/main" id="{CB0F2B23-96BB-0383-666E-8A50636B4A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85551" y="4064568"/>
              <a:ext cx="53436" cy="44642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AE3AA0B5-FBFE-F6E6-7327-9B59F668A05B}"/>
                    </a:ext>
                  </a:extLst>
                </p:cNvPr>
                <p:cNvSpPr txBox="1"/>
                <p:nvPr/>
              </p:nvSpPr>
              <p:spPr>
                <a:xfrm>
                  <a:off x="5826076" y="3978883"/>
                  <a:ext cx="104245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AE3AA0B5-FBFE-F6E6-7327-9B59F668A0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6076" y="3978883"/>
                  <a:ext cx="1042455" cy="523220"/>
                </a:xfrm>
                <a:prstGeom prst="rect">
                  <a:avLst/>
                </a:prstGeom>
                <a:blipFill>
                  <a:blip r:embed="rId10"/>
                  <a:stretch>
                    <a:fillRect r="-12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íŝlïďê">
                <a:extLst>
                  <a:ext uri="{FF2B5EF4-FFF2-40B4-BE49-F238E27FC236}">
                    <a16:creationId xmlns:a16="http://schemas.microsoft.com/office/drawing/2014/main" id="{9317D905-BF1C-6A91-6EBB-5C4A7D636B8E}"/>
                  </a:ext>
                </a:extLst>
              </p:cNvPr>
              <p:cNvSpPr/>
              <p:nvPr/>
            </p:nvSpPr>
            <p:spPr bwMode="auto">
              <a:xfrm>
                <a:off x="272686" y="3284546"/>
                <a:ext cx="8620248" cy="1532334"/>
              </a:xfrm>
              <a:prstGeom prst="roundRect">
                <a:avLst/>
              </a:prstGeom>
              <a:noFill/>
              <a:ln w="25400">
                <a:solidFill>
                  <a:srgbClr val="0070C0"/>
                </a:solidFill>
                <a:prstDash val="sysDash"/>
              </a:ln>
              <a:effec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spAutoFit/>
              </a:bodyPr>
              <a:lstStyle/>
              <a:p>
                <a:r>
                  <a:rPr lang="zh-CN" altLang="en-US" sz="2800" dirty="0">
                    <a:solidFill>
                      <a:schemeClr val="accent1"/>
                    </a:solidFill>
                    <a:latin typeface="Stencil" panose="040409050D0802020404" pitchFamily="82" charset="0"/>
                  </a:rPr>
                  <a:t>对于实轴上的任意点 </a:t>
                </a:r>
                <a14:m>
                  <m:oMath xmlns:m="http://schemas.openxmlformats.org/officeDocument/2006/math">
                    <m:r>
                      <a:rPr lang="en" altLang="zh-CN" sz="28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" sz="2800" dirty="0">
                    <a:solidFill>
                      <a:schemeClr val="accent1"/>
                    </a:solidFill>
                    <a:latin typeface="Stencil" panose="040409050D0802020404" pitchFamily="82" charset="0"/>
                  </a:rPr>
                  <a:t>，</a:t>
                </a:r>
                <a:r>
                  <a:rPr lang="zh-CN" altLang="en-US" sz="2800" dirty="0">
                    <a:solidFill>
                      <a:schemeClr val="accent1"/>
                    </a:solidFill>
                    <a:latin typeface="Stencil" panose="040409050D0802020404" pitchFamily="82" charset="0"/>
                  </a:rPr>
                  <a:t>由于极点与零点在实轴之外成对出现，共轭的零极点相角互补，按照幅角条件，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28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zh-CN" altLang="en-US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 lang="en-US" altLang="zh-CN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" altLang="zh-CN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" altLang="zh-CN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" altLang="zh-CN" sz="28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" altLang="zh-CN" sz="28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" altLang="zh-CN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zh-CN" altLang="en-US" sz="2800" dirty="0">
                    <a:solidFill>
                      <a:schemeClr val="accent1"/>
                    </a:solidFill>
                    <a:latin typeface="Stencil" panose="040409050D0802020404" pitchFamily="82" charset="0"/>
                  </a:rPr>
                  <a:t>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zh-CN" altLang="en-US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 lang="en-US" altLang="zh-CN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" altLang="zh-CN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" altLang="zh-CN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" altLang="zh-CN" sz="28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" altLang="zh-CN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zh-CN" altLang="en-US" sz="2800" dirty="0">
                    <a:solidFill>
                      <a:schemeClr val="accent1"/>
                    </a:solidFill>
                    <a:latin typeface="Stencil" panose="040409050D0802020404" pitchFamily="82" charset="0"/>
                  </a:rPr>
                  <a:t>均为零。</a:t>
                </a:r>
              </a:p>
            </p:txBody>
          </p:sp>
        </mc:Choice>
        <mc:Fallback xmlns="">
          <p:sp>
            <p:nvSpPr>
              <p:cNvPr id="96" name="íŝlïďê">
                <a:extLst>
                  <a:ext uri="{FF2B5EF4-FFF2-40B4-BE49-F238E27FC236}">
                    <a16:creationId xmlns:a16="http://schemas.microsoft.com/office/drawing/2014/main" id="{9317D905-BF1C-6A91-6EBB-5C4A7D636B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2686" y="3284546"/>
                <a:ext cx="8620248" cy="1532334"/>
              </a:xfrm>
              <a:prstGeom prst="roundRect">
                <a:avLst/>
              </a:prstGeom>
              <a:blipFill>
                <a:blip r:embed="rId11"/>
                <a:stretch>
                  <a:fillRect l="-5279" b="-58871"/>
                </a:stretch>
              </a:blipFill>
              <a:ln w="25400">
                <a:solidFill>
                  <a:srgbClr val="0070C0"/>
                </a:solidFill>
                <a:prstDash val="sysDash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1FDFE983-D4FE-215E-D67C-FC1AFDC6A8D6}"/>
                  </a:ext>
                </a:extLst>
              </p:cNvPr>
              <p:cNvSpPr txBox="1"/>
              <p:nvPr/>
            </p:nvSpPr>
            <p:spPr>
              <a:xfrm>
                <a:off x="182393" y="5094695"/>
                <a:ext cx="924233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800" i="1" dirty="0" smtClean="0">
                          <a:latin typeface="Cambria Math" panose="02040503050406030204" pitchFamily="18" charset="0"/>
                        </a:rPr>
                        <m:t>实轴上的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kumimoji="1" lang="zh-CN" altLang="en-US" sz="2800" i="1" dirty="0">
                          <a:latin typeface="Cambria Math" panose="02040503050406030204" pitchFamily="18" charset="0"/>
                        </a:rPr>
                        <m:t>在零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kumimoji="1" lang="zh-CN" altLang="en-US" sz="2800" i="1" dirty="0">
                          <a:latin typeface="Cambria Math" panose="02040503050406030204" pitchFamily="18" charset="0"/>
                        </a:rPr>
                        <m:t>极点</m:t>
                      </m:r>
                      <m:r>
                        <a:rPr kumimoji="1" lang="zh-CN" altLang="en-US" sz="2800" i="1" dirty="0" smtClean="0">
                          <a:solidFill>
                            <a:srgbClr val="159F84"/>
                          </a:solidFill>
                          <a:latin typeface="Cambria Math" panose="02040503050406030204" pitchFamily="18" charset="0"/>
                        </a:rPr>
                        <m:t>左</m:t>
                      </m:r>
                      <m:r>
                        <a:rPr kumimoji="1" lang="zh-CN" altLang="en-US" sz="2800" i="1" dirty="0">
                          <a:latin typeface="Cambria Math" panose="02040503050406030204" pitchFamily="18" charset="0"/>
                        </a:rPr>
                        <m:t>侧</m:t>
                      </m:r>
                      <m:r>
                        <a:rPr kumimoji="1" lang="zh-CN" altLang="en-US" sz="2800" i="1" dirty="0">
                          <a:latin typeface="Cambria Math" panose="02040503050406030204" pitchFamily="18" charset="0"/>
                        </a:rPr>
                        <m:t>→∠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2800" i="1" dirty="0">
                          <a:latin typeface="Cambria Math" panose="02040503050406030204" pitchFamily="18" charset="0"/>
                        </a:rPr>
                        <m:t>)=∠(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2800" i="1" dirty="0">
                          <a:latin typeface="Cambria Math" panose="02040503050406030204" pitchFamily="18" charset="0"/>
                        </a:rPr>
                        <m:t>)=180</m:t>
                      </m:r>
                      <m:r>
                        <a:rPr kumimoji="1" lang="en-US" altLang="zh-CN" sz="2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CN" altLang="en-US" sz="2800" dirty="0">
                  <a:latin typeface="+mn-ea"/>
                </a:endParaRPr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1FDFE983-D4FE-215E-D67C-FC1AFDC6A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393" y="5094695"/>
                <a:ext cx="9242334" cy="524695"/>
              </a:xfrm>
              <a:prstGeom prst="rect">
                <a:avLst/>
              </a:prstGeom>
              <a:blipFill>
                <a:blip r:embed="rId12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9B486742-0B4A-33E2-E3D8-9A3B60524B8D}"/>
                  </a:ext>
                </a:extLst>
              </p:cNvPr>
              <p:cNvSpPr txBox="1"/>
              <p:nvPr/>
            </p:nvSpPr>
            <p:spPr>
              <a:xfrm>
                <a:off x="-7840" y="5769866"/>
                <a:ext cx="924233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800" i="1" dirty="0" smtClean="0">
                          <a:latin typeface="Cambria Math" panose="02040503050406030204" pitchFamily="18" charset="0"/>
                        </a:rPr>
                        <m:t>实轴上的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kumimoji="1" lang="zh-CN" altLang="en-US" sz="2800" i="1" dirty="0">
                          <a:latin typeface="Cambria Math" panose="02040503050406030204" pitchFamily="18" charset="0"/>
                        </a:rPr>
                        <m:t>在零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kumimoji="1" lang="zh-CN" altLang="en-US" sz="2800" i="1" dirty="0">
                          <a:latin typeface="Cambria Math" panose="02040503050406030204" pitchFamily="18" charset="0"/>
                        </a:rPr>
                        <m:t>极点</m:t>
                      </m:r>
                      <m:r>
                        <a:rPr kumimoji="1" lang="zh-CN" altLang="en-US" sz="2800" i="1" dirty="0" smtClean="0">
                          <a:solidFill>
                            <a:srgbClr val="159F84"/>
                          </a:solidFill>
                          <a:latin typeface="Cambria Math" panose="02040503050406030204" pitchFamily="18" charset="0"/>
                        </a:rPr>
                        <m:t>右</m:t>
                      </m:r>
                      <m:r>
                        <a:rPr kumimoji="1" lang="zh-CN" altLang="en-US" sz="2800" i="1" dirty="0">
                          <a:latin typeface="Cambria Math" panose="02040503050406030204" pitchFamily="18" charset="0"/>
                        </a:rPr>
                        <m:t>侧</m:t>
                      </m:r>
                      <m:r>
                        <a:rPr kumimoji="1" lang="zh-CN" altLang="en-US" sz="2800" i="1" dirty="0">
                          <a:latin typeface="Cambria Math" panose="02040503050406030204" pitchFamily="18" charset="0"/>
                        </a:rPr>
                        <m:t>→∠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2800" i="1" dirty="0">
                          <a:latin typeface="Cambria Math" panose="02040503050406030204" pitchFamily="18" charset="0"/>
                        </a:rPr>
                        <m:t>)=∠(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2800" i="1" dirty="0">
                          <a:latin typeface="Cambria Math" panose="02040503050406030204" pitchFamily="18" charset="0"/>
                        </a:rPr>
                        <m:t>)=0</m:t>
                      </m:r>
                      <m:r>
                        <a:rPr kumimoji="1" lang="en-US" altLang="zh-CN" sz="2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CN" altLang="en-US" sz="2800" dirty="0">
                  <a:latin typeface="+mn-ea"/>
                </a:endParaRPr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9B486742-0B4A-33E2-E3D8-9A3B60524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840" y="5769866"/>
                <a:ext cx="9242334" cy="524695"/>
              </a:xfrm>
              <a:prstGeom prst="rect">
                <a:avLst/>
              </a:prstGeom>
              <a:blipFill>
                <a:blip r:embed="rId13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139F85BF-CFFC-30DE-5997-5226D7758971}"/>
              </a:ext>
            </a:extLst>
          </p:cNvPr>
          <p:cNvGrpSpPr/>
          <p:nvPr/>
        </p:nvGrpSpPr>
        <p:grpSpPr>
          <a:xfrm>
            <a:off x="8941707" y="3351982"/>
            <a:ext cx="2985181" cy="2950273"/>
            <a:chOff x="8941707" y="3351982"/>
            <a:chExt cx="2985181" cy="29502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AA92F6C2-4C31-0B64-8CB8-B88866ABCE6D}"/>
                    </a:ext>
                  </a:extLst>
                </p:cNvPr>
                <p:cNvSpPr txBox="1"/>
                <p:nvPr/>
              </p:nvSpPr>
              <p:spPr>
                <a:xfrm>
                  <a:off x="11063758" y="3439867"/>
                  <a:ext cx="360740" cy="300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AA92F6C2-4C31-0B64-8CB8-B88866ABCE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63758" y="3439867"/>
                  <a:ext cx="360740" cy="300298"/>
                </a:xfrm>
                <a:prstGeom prst="rect">
                  <a:avLst/>
                </a:prstGeom>
                <a:blipFill>
                  <a:blip r:embed="rId14"/>
                  <a:stretch>
                    <a:fillRect l="-13793" r="-10345" b="-96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直线箭头连接符 74">
              <a:extLst>
                <a:ext uri="{FF2B5EF4-FFF2-40B4-BE49-F238E27FC236}">
                  <a16:creationId xmlns:a16="http://schemas.microsoft.com/office/drawing/2014/main" id="{E6E314B9-9F33-9E5C-C049-E4B947966B1A}"/>
                </a:ext>
              </a:extLst>
            </p:cNvPr>
            <p:cNvCxnSpPr>
              <a:cxnSpLocks/>
            </p:cNvCxnSpPr>
            <p:nvPr/>
          </p:nvCxnSpPr>
          <p:spPr>
            <a:xfrm>
              <a:off x="9381750" y="4863990"/>
              <a:ext cx="254513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线箭头连接符 75">
              <a:extLst>
                <a:ext uri="{FF2B5EF4-FFF2-40B4-BE49-F238E27FC236}">
                  <a16:creationId xmlns:a16="http://schemas.microsoft.com/office/drawing/2014/main" id="{8C12E5C7-A449-E383-9524-A923AD1646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3758" y="3640303"/>
              <a:ext cx="0" cy="252103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乘 77">
              <a:extLst>
                <a:ext uri="{FF2B5EF4-FFF2-40B4-BE49-F238E27FC236}">
                  <a16:creationId xmlns:a16="http://schemas.microsoft.com/office/drawing/2014/main" id="{8E250C26-4759-BB25-11BC-9F1C6F5FE9AD}"/>
                </a:ext>
              </a:extLst>
            </p:cNvPr>
            <p:cNvSpPr/>
            <p:nvPr/>
          </p:nvSpPr>
          <p:spPr>
            <a:xfrm>
              <a:off x="10245034" y="4781346"/>
              <a:ext cx="199548" cy="165314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EF44A372-5D7A-E2E0-6DA5-705E017ECDA7}"/>
                    </a:ext>
                  </a:extLst>
                </p:cNvPr>
                <p:cNvSpPr txBox="1"/>
                <p:nvPr/>
              </p:nvSpPr>
              <p:spPr>
                <a:xfrm>
                  <a:off x="11127066" y="4836903"/>
                  <a:ext cx="360740" cy="30114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EF44A372-5D7A-E2E0-6DA5-705E017ECD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27066" y="4836903"/>
                  <a:ext cx="360740" cy="301145"/>
                </a:xfrm>
                <a:prstGeom prst="rect">
                  <a:avLst/>
                </a:prstGeom>
                <a:blipFill>
                  <a:blip r:embed="rId15"/>
                  <a:stretch>
                    <a:fillRect l="-10345" r="-13793" b="-6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直线箭头连接符 79">
              <a:extLst>
                <a:ext uri="{FF2B5EF4-FFF2-40B4-BE49-F238E27FC236}">
                  <a16:creationId xmlns:a16="http://schemas.microsoft.com/office/drawing/2014/main" id="{6001C4F1-CADA-3FB5-055B-0BC23EF2B821}"/>
                </a:ext>
              </a:extLst>
            </p:cNvPr>
            <p:cNvCxnSpPr>
              <a:cxnSpLocks/>
            </p:cNvCxnSpPr>
            <p:nvPr/>
          </p:nvCxnSpPr>
          <p:spPr>
            <a:xfrm>
              <a:off x="11066662" y="3791892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箭头连接符 80">
              <a:extLst>
                <a:ext uri="{FF2B5EF4-FFF2-40B4-BE49-F238E27FC236}">
                  <a16:creationId xmlns:a16="http://schemas.microsoft.com/office/drawing/2014/main" id="{36B4608A-4A33-75FF-3BC8-CBA662D5A62C}"/>
                </a:ext>
              </a:extLst>
            </p:cNvPr>
            <p:cNvCxnSpPr>
              <a:cxnSpLocks/>
            </p:cNvCxnSpPr>
            <p:nvPr/>
          </p:nvCxnSpPr>
          <p:spPr>
            <a:xfrm>
              <a:off x="11066662" y="4220736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线箭头连接符 81">
              <a:extLst>
                <a:ext uri="{FF2B5EF4-FFF2-40B4-BE49-F238E27FC236}">
                  <a16:creationId xmlns:a16="http://schemas.microsoft.com/office/drawing/2014/main" id="{EEDF12BB-868D-15C2-ABB6-4F59030E4BC4}"/>
                </a:ext>
              </a:extLst>
            </p:cNvPr>
            <p:cNvCxnSpPr>
              <a:cxnSpLocks/>
            </p:cNvCxnSpPr>
            <p:nvPr/>
          </p:nvCxnSpPr>
          <p:spPr>
            <a:xfrm>
              <a:off x="11066662" y="4435158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箭头连接符 82">
              <a:extLst>
                <a:ext uri="{FF2B5EF4-FFF2-40B4-BE49-F238E27FC236}">
                  <a16:creationId xmlns:a16="http://schemas.microsoft.com/office/drawing/2014/main" id="{57A30143-82C4-C215-EDE9-6C1B3C71C780}"/>
                </a:ext>
              </a:extLst>
            </p:cNvPr>
            <p:cNvCxnSpPr>
              <a:cxnSpLocks/>
            </p:cNvCxnSpPr>
            <p:nvPr/>
          </p:nvCxnSpPr>
          <p:spPr>
            <a:xfrm>
              <a:off x="11066662" y="4649580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箭头连接符 83">
              <a:extLst>
                <a:ext uri="{FF2B5EF4-FFF2-40B4-BE49-F238E27FC236}">
                  <a16:creationId xmlns:a16="http://schemas.microsoft.com/office/drawing/2014/main" id="{98190D42-A79E-4E4A-C0C6-C1C1E17213CD}"/>
                </a:ext>
              </a:extLst>
            </p:cNvPr>
            <p:cNvCxnSpPr>
              <a:cxnSpLocks/>
            </p:cNvCxnSpPr>
            <p:nvPr/>
          </p:nvCxnSpPr>
          <p:spPr>
            <a:xfrm>
              <a:off x="11066662" y="5078425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箭头连接符 84">
              <a:extLst>
                <a:ext uri="{FF2B5EF4-FFF2-40B4-BE49-F238E27FC236}">
                  <a16:creationId xmlns:a16="http://schemas.microsoft.com/office/drawing/2014/main" id="{1429680B-1B81-986F-22F8-C62F36347AA9}"/>
                </a:ext>
              </a:extLst>
            </p:cNvPr>
            <p:cNvCxnSpPr>
              <a:cxnSpLocks/>
            </p:cNvCxnSpPr>
            <p:nvPr/>
          </p:nvCxnSpPr>
          <p:spPr>
            <a:xfrm>
              <a:off x="11066662" y="5292847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箭头连接符 85">
              <a:extLst>
                <a:ext uri="{FF2B5EF4-FFF2-40B4-BE49-F238E27FC236}">
                  <a16:creationId xmlns:a16="http://schemas.microsoft.com/office/drawing/2014/main" id="{98D38283-842C-28A0-3423-477677FD21DB}"/>
                </a:ext>
              </a:extLst>
            </p:cNvPr>
            <p:cNvCxnSpPr>
              <a:cxnSpLocks/>
            </p:cNvCxnSpPr>
            <p:nvPr/>
          </p:nvCxnSpPr>
          <p:spPr>
            <a:xfrm>
              <a:off x="11066662" y="5507269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箭头连接符 86">
              <a:extLst>
                <a:ext uri="{FF2B5EF4-FFF2-40B4-BE49-F238E27FC236}">
                  <a16:creationId xmlns:a16="http://schemas.microsoft.com/office/drawing/2014/main" id="{F82A3288-097C-38DE-A80A-7711BC8086FA}"/>
                </a:ext>
              </a:extLst>
            </p:cNvPr>
            <p:cNvCxnSpPr>
              <a:cxnSpLocks/>
            </p:cNvCxnSpPr>
            <p:nvPr/>
          </p:nvCxnSpPr>
          <p:spPr>
            <a:xfrm>
              <a:off x="11066662" y="5721691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箭头连接符 87">
              <a:extLst>
                <a:ext uri="{FF2B5EF4-FFF2-40B4-BE49-F238E27FC236}">
                  <a16:creationId xmlns:a16="http://schemas.microsoft.com/office/drawing/2014/main" id="{354DEB2F-16D5-D1CE-5433-1A585800527E}"/>
                </a:ext>
              </a:extLst>
            </p:cNvPr>
            <p:cNvCxnSpPr>
              <a:cxnSpLocks/>
            </p:cNvCxnSpPr>
            <p:nvPr/>
          </p:nvCxnSpPr>
          <p:spPr>
            <a:xfrm>
              <a:off x="11066662" y="5936111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线箭头连接符 88">
              <a:extLst>
                <a:ext uri="{FF2B5EF4-FFF2-40B4-BE49-F238E27FC236}">
                  <a16:creationId xmlns:a16="http://schemas.microsoft.com/office/drawing/2014/main" id="{C19CB9FE-D087-011A-B2DC-87D70C5897BE}"/>
                </a:ext>
              </a:extLst>
            </p:cNvPr>
            <p:cNvCxnSpPr>
              <a:cxnSpLocks/>
            </p:cNvCxnSpPr>
            <p:nvPr/>
          </p:nvCxnSpPr>
          <p:spPr>
            <a:xfrm>
              <a:off x="11066662" y="4006314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同心圆 91">
              <a:extLst>
                <a:ext uri="{FF2B5EF4-FFF2-40B4-BE49-F238E27FC236}">
                  <a16:creationId xmlns:a16="http://schemas.microsoft.com/office/drawing/2014/main" id="{94D07CED-378E-AB94-06B3-F438C0603BEB}"/>
                </a:ext>
              </a:extLst>
            </p:cNvPr>
            <p:cNvSpPr/>
            <p:nvPr/>
          </p:nvSpPr>
          <p:spPr>
            <a:xfrm>
              <a:off x="9479582" y="4806053"/>
              <a:ext cx="115874" cy="115874"/>
            </a:xfrm>
            <a:prstGeom prst="donut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3" name="乘 92">
              <a:extLst>
                <a:ext uri="{FF2B5EF4-FFF2-40B4-BE49-F238E27FC236}">
                  <a16:creationId xmlns:a16="http://schemas.microsoft.com/office/drawing/2014/main" id="{80BD1CD0-7619-D248-19E9-C7C7A74D8535}"/>
                </a:ext>
              </a:extLst>
            </p:cNvPr>
            <p:cNvSpPr/>
            <p:nvPr/>
          </p:nvSpPr>
          <p:spPr>
            <a:xfrm>
              <a:off x="9075482" y="4781346"/>
              <a:ext cx="199548" cy="165314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94" name="同心圆 93">
              <a:extLst>
                <a:ext uri="{FF2B5EF4-FFF2-40B4-BE49-F238E27FC236}">
                  <a16:creationId xmlns:a16="http://schemas.microsoft.com/office/drawing/2014/main" id="{AE0E2700-C995-68A2-4E97-1416B581C675}"/>
                </a:ext>
              </a:extLst>
            </p:cNvPr>
            <p:cNvSpPr/>
            <p:nvPr/>
          </p:nvSpPr>
          <p:spPr>
            <a:xfrm>
              <a:off x="11369925" y="4804396"/>
              <a:ext cx="115874" cy="115874"/>
            </a:xfrm>
            <a:prstGeom prst="donut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8" name="直线箭头连接符 7">
              <a:extLst>
                <a:ext uri="{FF2B5EF4-FFF2-40B4-BE49-F238E27FC236}">
                  <a16:creationId xmlns:a16="http://schemas.microsoft.com/office/drawing/2014/main" id="{D8DE8D20-E3D5-3DF5-873F-EF35FEF37103}"/>
                </a:ext>
              </a:extLst>
            </p:cNvPr>
            <p:cNvCxnSpPr>
              <a:cxnSpLocks/>
            </p:cNvCxnSpPr>
            <p:nvPr/>
          </p:nvCxnSpPr>
          <p:spPr>
            <a:xfrm>
              <a:off x="9179999" y="4861996"/>
              <a:ext cx="648000" cy="0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线箭头连接符 94">
              <a:extLst>
                <a:ext uri="{FF2B5EF4-FFF2-40B4-BE49-F238E27FC236}">
                  <a16:creationId xmlns:a16="http://schemas.microsoft.com/office/drawing/2014/main" id="{93A1B2C2-7A56-0783-5626-911C58F93EA5}"/>
                </a:ext>
              </a:extLst>
            </p:cNvPr>
            <p:cNvCxnSpPr>
              <a:cxnSpLocks/>
              <a:stCxn id="94" idx="2"/>
            </p:cNvCxnSpPr>
            <p:nvPr/>
          </p:nvCxnSpPr>
          <p:spPr>
            <a:xfrm flipH="1">
              <a:off x="9939919" y="4862333"/>
              <a:ext cx="1430006" cy="3204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FB82F0A7-865A-EE52-D318-5159918B9194}"/>
                </a:ext>
              </a:extLst>
            </p:cNvPr>
            <p:cNvSpPr/>
            <p:nvPr/>
          </p:nvSpPr>
          <p:spPr>
            <a:xfrm>
              <a:off x="9826695" y="4804396"/>
              <a:ext cx="115200" cy="115200"/>
            </a:xfrm>
            <a:prstGeom prst="ellipse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0" name="乘 99">
              <a:extLst>
                <a:ext uri="{FF2B5EF4-FFF2-40B4-BE49-F238E27FC236}">
                  <a16:creationId xmlns:a16="http://schemas.microsoft.com/office/drawing/2014/main" id="{23FF0F35-D3AD-2D39-C315-9EB93E7A8A74}"/>
                </a:ext>
              </a:extLst>
            </p:cNvPr>
            <p:cNvSpPr/>
            <p:nvPr/>
          </p:nvSpPr>
          <p:spPr>
            <a:xfrm>
              <a:off x="10724007" y="4781346"/>
              <a:ext cx="199548" cy="165314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01" name="同心圆 100">
              <a:extLst>
                <a:ext uri="{FF2B5EF4-FFF2-40B4-BE49-F238E27FC236}">
                  <a16:creationId xmlns:a16="http://schemas.microsoft.com/office/drawing/2014/main" id="{64D3E1A4-A297-321E-C110-C98BF5847EC1}"/>
                </a:ext>
              </a:extLst>
            </p:cNvPr>
            <p:cNvSpPr/>
            <p:nvPr/>
          </p:nvSpPr>
          <p:spPr>
            <a:xfrm>
              <a:off x="9572929" y="3869775"/>
              <a:ext cx="115874" cy="115874"/>
            </a:xfrm>
            <a:prstGeom prst="donut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2" name="同心圆 101">
              <a:extLst>
                <a:ext uri="{FF2B5EF4-FFF2-40B4-BE49-F238E27FC236}">
                  <a16:creationId xmlns:a16="http://schemas.microsoft.com/office/drawing/2014/main" id="{5C9A1DFE-6E41-E4C3-E62E-EE9C65A6F394}"/>
                </a:ext>
              </a:extLst>
            </p:cNvPr>
            <p:cNvSpPr/>
            <p:nvPr/>
          </p:nvSpPr>
          <p:spPr>
            <a:xfrm>
              <a:off x="9572929" y="5684394"/>
              <a:ext cx="115874" cy="115874"/>
            </a:xfrm>
            <a:prstGeom prst="donut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3" name="乘 102">
              <a:extLst>
                <a:ext uri="{FF2B5EF4-FFF2-40B4-BE49-F238E27FC236}">
                  <a16:creationId xmlns:a16="http://schemas.microsoft.com/office/drawing/2014/main" id="{D95610DE-2580-F337-1A1E-B76B303DE4B7}"/>
                </a:ext>
              </a:extLst>
            </p:cNvPr>
            <p:cNvSpPr/>
            <p:nvPr/>
          </p:nvSpPr>
          <p:spPr>
            <a:xfrm>
              <a:off x="10432191" y="4006179"/>
              <a:ext cx="199548" cy="165314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04" name="乘 103">
              <a:extLst>
                <a:ext uri="{FF2B5EF4-FFF2-40B4-BE49-F238E27FC236}">
                  <a16:creationId xmlns:a16="http://schemas.microsoft.com/office/drawing/2014/main" id="{F48D7420-A909-226A-1103-454241464A22}"/>
                </a:ext>
              </a:extLst>
            </p:cNvPr>
            <p:cNvSpPr/>
            <p:nvPr/>
          </p:nvSpPr>
          <p:spPr>
            <a:xfrm>
              <a:off x="10438436" y="5554843"/>
              <a:ext cx="199548" cy="165314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cxnSp>
          <p:nvCxnSpPr>
            <p:cNvPr id="105" name="直线箭头连接符 104">
              <a:extLst>
                <a:ext uri="{FF2B5EF4-FFF2-40B4-BE49-F238E27FC236}">
                  <a16:creationId xmlns:a16="http://schemas.microsoft.com/office/drawing/2014/main" id="{52AB0B41-9E25-E939-8B8C-5A23BB8B3665}"/>
                </a:ext>
              </a:extLst>
            </p:cNvPr>
            <p:cNvCxnSpPr>
              <a:cxnSpLocks/>
              <a:stCxn id="101" idx="4"/>
              <a:endCxn id="20" idx="1"/>
            </p:cNvCxnSpPr>
            <p:nvPr/>
          </p:nvCxnSpPr>
          <p:spPr>
            <a:xfrm>
              <a:off x="9630866" y="3985649"/>
              <a:ext cx="212700" cy="835618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线箭头连接符 105">
              <a:extLst>
                <a:ext uri="{FF2B5EF4-FFF2-40B4-BE49-F238E27FC236}">
                  <a16:creationId xmlns:a16="http://schemas.microsoft.com/office/drawing/2014/main" id="{41A827F1-6EE5-6B26-31E4-F7BB54784C4E}"/>
                </a:ext>
              </a:extLst>
            </p:cNvPr>
            <p:cNvCxnSpPr>
              <a:cxnSpLocks/>
              <a:stCxn id="102" idx="7"/>
              <a:endCxn id="20" idx="3"/>
            </p:cNvCxnSpPr>
            <p:nvPr/>
          </p:nvCxnSpPr>
          <p:spPr>
            <a:xfrm flipV="1">
              <a:off x="9671834" y="4902725"/>
              <a:ext cx="171732" cy="798638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线箭头连接符 106">
              <a:extLst>
                <a:ext uri="{FF2B5EF4-FFF2-40B4-BE49-F238E27FC236}">
                  <a16:creationId xmlns:a16="http://schemas.microsoft.com/office/drawing/2014/main" id="{0E45FB9F-8AD5-A32A-4CEA-17E8C93D4D12}"/>
                </a:ext>
              </a:extLst>
            </p:cNvPr>
            <p:cNvCxnSpPr>
              <a:cxnSpLocks/>
              <a:stCxn id="103" idx="1"/>
              <a:endCxn id="20" idx="7"/>
            </p:cNvCxnSpPr>
            <p:nvPr/>
          </p:nvCxnSpPr>
          <p:spPr>
            <a:xfrm flipH="1">
              <a:off x="9925024" y="4045883"/>
              <a:ext cx="658789" cy="775384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线箭头连接符 107">
              <a:extLst>
                <a:ext uri="{FF2B5EF4-FFF2-40B4-BE49-F238E27FC236}">
                  <a16:creationId xmlns:a16="http://schemas.microsoft.com/office/drawing/2014/main" id="{6E8F92DF-3173-0A08-459C-E9D5DE560A4F}"/>
                </a:ext>
              </a:extLst>
            </p:cNvPr>
            <p:cNvCxnSpPr>
              <a:cxnSpLocks/>
              <a:stCxn id="104" idx="0"/>
              <a:endCxn id="20" idx="5"/>
            </p:cNvCxnSpPr>
            <p:nvPr/>
          </p:nvCxnSpPr>
          <p:spPr>
            <a:xfrm flipH="1" flipV="1">
              <a:off x="9925024" y="4902725"/>
              <a:ext cx="561338" cy="691822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6" name="组合 115">
              <a:extLst>
                <a:ext uri="{FF2B5EF4-FFF2-40B4-BE49-F238E27FC236}">
                  <a16:creationId xmlns:a16="http://schemas.microsoft.com/office/drawing/2014/main" id="{AA1504A4-EE66-411D-466B-82842D406984}"/>
                </a:ext>
              </a:extLst>
            </p:cNvPr>
            <p:cNvGrpSpPr/>
            <p:nvPr/>
          </p:nvGrpSpPr>
          <p:grpSpPr>
            <a:xfrm>
              <a:off x="9490672" y="3798276"/>
              <a:ext cx="336023" cy="258873"/>
              <a:chOff x="9490672" y="3798276"/>
              <a:chExt cx="336023" cy="258873"/>
            </a:xfrm>
          </p:grpSpPr>
          <p:sp>
            <p:nvSpPr>
              <p:cNvPr id="113" name="弧 112">
                <a:extLst>
                  <a:ext uri="{FF2B5EF4-FFF2-40B4-BE49-F238E27FC236}">
                    <a16:creationId xmlns:a16="http://schemas.microsoft.com/office/drawing/2014/main" id="{256E1030-C2DB-8653-F193-A5072D986584}"/>
                  </a:ext>
                </a:extLst>
              </p:cNvPr>
              <p:cNvSpPr/>
              <p:nvPr/>
            </p:nvSpPr>
            <p:spPr>
              <a:xfrm rot="5400000" flipH="1">
                <a:off x="9490672" y="3798276"/>
                <a:ext cx="258873" cy="258873"/>
              </a:xfrm>
              <a:prstGeom prst="arc">
                <a:avLst>
                  <a:gd name="adj1" fmla="val 16200000"/>
                  <a:gd name="adj2" fmla="val 11141737"/>
                </a:avLst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115" name="直线连接符 114">
                <a:extLst>
                  <a:ext uri="{FF2B5EF4-FFF2-40B4-BE49-F238E27FC236}">
                    <a16:creationId xmlns:a16="http://schemas.microsoft.com/office/drawing/2014/main" id="{3040406C-3EC9-92A8-C07E-4F8A6010FC48}"/>
                  </a:ext>
                </a:extLst>
              </p:cNvPr>
              <p:cNvCxnSpPr>
                <a:stCxn id="101" idx="6"/>
              </p:cNvCxnSpPr>
              <p:nvPr/>
            </p:nvCxnSpPr>
            <p:spPr>
              <a:xfrm>
                <a:off x="9688803" y="3927712"/>
                <a:ext cx="137892" cy="0"/>
              </a:xfrm>
              <a:prstGeom prst="line">
                <a:avLst/>
              </a:prstGeom>
              <a:ln w="127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A76BFABF-50F7-58DD-E7C6-6C18EFA50BCC}"/>
                    </a:ext>
                  </a:extLst>
                </p:cNvPr>
                <p:cNvSpPr txBox="1"/>
                <p:nvPr/>
              </p:nvSpPr>
              <p:spPr>
                <a:xfrm>
                  <a:off x="9254656" y="3351982"/>
                  <a:ext cx="3607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290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A76BFABF-50F7-58DD-E7C6-6C18EFA50B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54656" y="3351982"/>
                  <a:ext cx="360740" cy="523220"/>
                </a:xfrm>
                <a:prstGeom prst="rect">
                  <a:avLst/>
                </a:prstGeom>
                <a:blipFill>
                  <a:blip r:embed="rId16"/>
                  <a:stretch>
                    <a:fillRect l="-6897" r="-1586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B729200E-95E2-FE8E-9042-87A97D59EFE4}"/>
                </a:ext>
              </a:extLst>
            </p:cNvPr>
            <p:cNvGrpSpPr/>
            <p:nvPr/>
          </p:nvGrpSpPr>
          <p:grpSpPr>
            <a:xfrm>
              <a:off x="9489999" y="5608906"/>
              <a:ext cx="336023" cy="258873"/>
              <a:chOff x="9490672" y="3798276"/>
              <a:chExt cx="336023" cy="258873"/>
            </a:xfrm>
          </p:grpSpPr>
          <p:sp>
            <p:nvSpPr>
              <p:cNvPr id="119" name="弧 118">
                <a:extLst>
                  <a:ext uri="{FF2B5EF4-FFF2-40B4-BE49-F238E27FC236}">
                    <a16:creationId xmlns:a16="http://schemas.microsoft.com/office/drawing/2014/main" id="{66174018-0651-A250-2F10-328BC6AFBF22}"/>
                  </a:ext>
                </a:extLst>
              </p:cNvPr>
              <p:cNvSpPr/>
              <p:nvPr/>
            </p:nvSpPr>
            <p:spPr>
              <a:xfrm rot="5400000" flipH="1">
                <a:off x="9490672" y="3798276"/>
                <a:ext cx="258873" cy="258873"/>
              </a:xfrm>
              <a:prstGeom prst="arc">
                <a:avLst>
                  <a:gd name="adj1" fmla="val 16200000"/>
                  <a:gd name="adj2" fmla="val 19506732"/>
                </a:avLst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120" name="直线连接符 119">
                <a:extLst>
                  <a:ext uri="{FF2B5EF4-FFF2-40B4-BE49-F238E27FC236}">
                    <a16:creationId xmlns:a16="http://schemas.microsoft.com/office/drawing/2014/main" id="{7CD840D2-2C3F-5561-F2CB-9C628BDC1398}"/>
                  </a:ext>
                </a:extLst>
              </p:cNvPr>
              <p:cNvCxnSpPr/>
              <p:nvPr/>
            </p:nvCxnSpPr>
            <p:spPr>
              <a:xfrm>
                <a:off x="9688803" y="3927712"/>
                <a:ext cx="137892" cy="0"/>
              </a:xfrm>
              <a:prstGeom prst="line">
                <a:avLst/>
              </a:prstGeom>
              <a:ln w="127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2D4AF80F-315D-9BA4-C774-67CF6D723E7F}"/>
                    </a:ext>
                  </a:extLst>
                </p:cNvPr>
                <p:cNvSpPr txBox="1"/>
                <p:nvPr/>
              </p:nvSpPr>
              <p:spPr>
                <a:xfrm>
                  <a:off x="9315937" y="5779035"/>
                  <a:ext cx="3607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70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2D4AF80F-315D-9BA4-C774-67CF6D723E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5937" y="5779035"/>
                  <a:ext cx="360740" cy="523220"/>
                </a:xfrm>
                <a:prstGeom prst="rect">
                  <a:avLst/>
                </a:prstGeom>
                <a:blipFill>
                  <a:blip r:embed="rId17"/>
                  <a:stretch>
                    <a:fillRect l="-6897" r="-1034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3" name="组合 122">
              <a:extLst>
                <a:ext uri="{FF2B5EF4-FFF2-40B4-BE49-F238E27FC236}">
                  <a16:creationId xmlns:a16="http://schemas.microsoft.com/office/drawing/2014/main" id="{0E413279-4B0C-4ADD-EA8F-006C4D72BCF9}"/>
                </a:ext>
              </a:extLst>
            </p:cNvPr>
            <p:cNvGrpSpPr/>
            <p:nvPr/>
          </p:nvGrpSpPr>
          <p:grpSpPr>
            <a:xfrm>
              <a:off x="10387984" y="3964760"/>
              <a:ext cx="336023" cy="258873"/>
              <a:chOff x="9490672" y="3798276"/>
              <a:chExt cx="336023" cy="258873"/>
            </a:xfrm>
          </p:grpSpPr>
          <p:sp>
            <p:nvSpPr>
              <p:cNvPr id="124" name="弧 123">
                <a:extLst>
                  <a:ext uri="{FF2B5EF4-FFF2-40B4-BE49-F238E27FC236}">
                    <a16:creationId xmlns:a16="http://schemas.microsoft.com/office/drawing/2014/main" id="{1E204132-4592-27D5-6E6D-303BC3364B34}"/>
                  </a:ext>
                </a:extLst>
              </p:cNvPr>
              <p:cNvSpPr/>
              <p:nvPr/>
            </p:nvSpPr>
            <p:spPr>
              <a:xfrm rot="5400000" flipH="1">
                <a:off x="9490672" y="3798276"/>
                <a:ext cx="258873" cy="258873"/>
              </a:xfrm>
              <a:prstGeom prst="arc">
                <a:avLst>
                  <a:gd name="adj1" fmla="val 16200000"/>
                  <a:gd name="adj2" fmla="val 8792074"/>
                </a:avLst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125" name="直线连接符 124">
                <a:extLst>
                  <a:ext uri="{FF2B5EF4-FFF2-40B4-BE49-F238E27FC236}">
                    <a16:creationId xmlns:a16="http://schemas.microsoft.com/office/drawing/2014/main" id="{3BFA0ED2-A794-1615-FB12-2D903BAA3845}"/>
                  </a:ext>
                </a:extLst>
              </p:cNvPr>
              <p:cNvCxnSpPr/>
              <p:nvPr/>
            </p:nvCxnSpPr>
            <p:spPr>
              <a:xfrm>
                <a:off x="9688803" y="3927712"/>
                <a:ext cx="137892" cy="0"/>
              </a:xfrm>
              <a:prstGeom prst="line">
                <a:avLst/>
              </a:prstGeom>
              <a:ln w="127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6" name="组合 125">
              <a:extLst>
                <a:ext uri="{FF2B5EF4-FFF2-40B4-BE49-F238E27FC236}">
                  <a16:creationId xmlns:a16="http://schemas.microsoft.com/office/drawing/2014/main" id="{F45BB607-6F14-62FC-3F4E-3606832393E6}"/>
                </a:ext>
              </a:extLst>
            </p:cNvPr>
            <p:cNvGrpSpPr/>
            <p:nvPr/>
          </p:nvGrpSpPr>
          <p:grpSpPr>
            <a:xfrm>
              <a:off x="10395372" y="5510993"/>
              <a:ext cx="336023" cy="258873"/>
              <a:chOff x="9490672" y="3798276"/>
              <a:chExt cx="336023" cy="258873"/>
            </a:xfrm>
          </p:grpSpPr>
          <p:sp>
            <p:nvSpPr>
              <p:cNvPr id="127" name="弧 126">
                <a:extLst>
                  <a:ext uri="{FF2B5EF4-FFF2-40B4-BE49-F238E27FC236}">
                    <a16:creationId xmlns:a16="http://schemas.microsoft.com/office/drawing/2014/main" id="{74C6D474-621E-04A2-F05D-FE57462F4F38}"/>
                  </a:ext>
                </a:extLst>
              </p:cNvPr>
              <p:cNvSpPr/>
              <p:nvPr/>
            </p:nvSpPr>
            <p:spPr>
              <a:xfrm rot="5400000" flipH="1">
                <a:off x="9490672" y="3798276"/>
                <a:ext cx="258873" cy="258873"/>
              </a:xfrm>
              <a:prstGeom prst="arc">
                <a:avLst>
                  <a:gd name="adj1" fmla="val 16200000"/>
                  <a:gd name="adj2" fmla="val 2065774"/>
                </a:avLst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128" name="直线连接符 127">
                <a:extLst>
                  <a:ext uri="{FF2B5EF4-FFF2-40B4-BE49-F238E27FC236}">
                    <a16:creationId xmlns:a16="http://schemas.microsoft.com/office/drawing/2014/main" id="{FF4BD658-2867-9BF7-2E18-AA90EE48AF18}"/>
                  </a:ext>
                </a:extLst>
              </p:cNvPr>
              <p:cNvCxnSpPr/>
              <p:nvPr/>
            </p:nvCxnSpPr>
            <p:spPr>
              <a:xfrm>
                <a:off x="9688803" y="3927712"/>
                <a:ext cx="137892" cy="0"/>
              </a:xfrm>
              <a:prstGeom prst="line">
                <a:avLst/>
              </a:prstGeom>
              <a:ln w="127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C2F328DC-EF61-45B9-3F23-572ABE134E49}"/>
                    </a:ext>
                  </a:extLst>
                </p:cNvPr>
                <p:cNvSpPr txBox="1"/>
                <p:nvPr/>
              </p:nvSpPr>
              <p:spPr>
                <a:xfrm>
                  <a:off x="10168434" y="3513865"/>
                  <a:ext cx="3607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233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C2F328DC-EF61-45B9-3F23-572ABE134E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434" y="3513865"/>
                  <a:ext cx="360740" cy="523220"/>
                </a:xfrm>
                <a:prstGeom prst="rect">
                  <a:avLst/>
                </a:prstGeom>
                <a:blipFill>
                  <a:blip r:embed="rId18"/>
                  <a:stretch>
                    <a:fillRect l="-6897" r="-1586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7450182C-D212-A82B-87EE-D51305AC6DA1}"/>
                    </a:ext>
                  </a:extLst>
                </p:cNvPr>
                <p:cNvSpPr txBox="1"/>
                <p:nvPr/>
              </p:nvSpPr>
              <p:spPr>
                <a:xfrm>
                  <a:off x="10191156" y="5684394"/>
                  <a:ext cx="3607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7450182C-D212-A82B-87EE-D51305AC6D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1156" y="5684394"/>
                  <a:ext cx="360740" cy="523220"/>
                </a:xfrm>
                <a:prstGeom prst="rect">
                  <a:avLst/>
                </a:prstGeom>
                <a:blipFill>
                  <a:blip r:embed="rId19"/>
                  <a:stretch>
                    <a:fillRect l="-10345" r="-1586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" name="弧 130">
              <a:extLst>
                <a:ext uri="{FF2B5EF4-FFF2-40B4-BE49-F238E27FC236}">
                  <a16:creationId xmlns:a16="http://schemas.microsoft.com/office/drawing/2014/main" id="{8FA94AEC-6338-26EE-A39E-E7BBE6415D32}"/>
                </a:ext>
              </a:extLst>
            </p:cNvPr>
            <p:cNvSpPr/>
            <p:nvPr/>
          </p:nvSpPr>
          <p:spPr>
            <a:xfrm rot="5400000" flipH="1">
              <a:off x="10212532" y="4722153"/>
              <a:ext cx="258873" cy="258873"/>
            </a:xfrm>
            <a:prstGeom prst="arc">
              <a:avLst>
                <a:gd name="adj1" fmla="val 16200000"/>
                <a:gd name="adj2" fmla="val 5638763"/>
              </a:avLst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2" name="弧 131">
              <a:extLst>
                <a:ext uri="{FF2B5EF4-FFF2-40B4-BE49-F238E27FC236}">
                  <a16:creationId xmlns:a16="http://schemas.microsoft.com/office/drawing/2014/main" id="{3F61B168-6D74-B301-F258-B3ADC894A36E}"/>
                </a:ext>
              </a:extLst>
            </p:cNvPr>
            <p:cNvSpPr/>
            <p:nvPr/>
          </p:nvSpPr>
          <p:spPr>
            <a:xfrm rot="5400000" flipH="1">
              <a:off x="10694349" y="4722152"/>
              <a:ext cx="258873" cy="258873"/>
            </a:xfrm>
            <a:prstGeom prst="arc">
              <a:avLst>
                <a:gd name="adj1" fmla="val 16200000"/>
                <a:gd name="adj2" fmla="val 5638763"/>
              </a:avLst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3" name="弧 132">
              <a:extLst>
                <a:ext uri="{FF2B5EF4-FFF2-40B4-BE49-F238E27FC236}">
                  <a16:creationId xmlns:a16="http://schemas.microsoft.com/office/drawing/2014/main" id="{A17B4AF5-48CB-BCC8-4EAF-F30849D22D60}"/>
                </a:ext>
              </a:extLst>
            </p:cNvPr>
            <p:cNvSpPr/>
            <p:nvPr/>
          </p:nvSpPr>
          <p:spPr>
            <a:xfrm rot="5400000" flipH="1">
              <a:off x="11292973" y="4719967"/>
              <a:ext cx="258873" cy="258873"/>
            </a:xfrm>
            <a:prstGeom prst="arc">
              <a:avLst>
                <a:gd name="adj1" fmla="val 16200000"/>
                <a:gd name="adj2" fmla="val 5638763"/>
              </a:avLst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2B851362-39EA-B592-7BEC-CAE4C2FB1B19}"/>
                    </a:ext>
                  </a:extLst>
                </p:cNvPr>
                <p:cNvSpPr txBox="1"/>
                <p:nvPr/>
              </p:nvSpPr>
              <p:spPr>
                <a:xfrm>
                  <a:off x="10144421" y="4302980"/>
                  <a:ext cx="3607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180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2B851362-39EA-B592-7BEC-CAE4C2FB1B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4421" y="4302980"/>
                  <a:ext cx="360740" cy="523220"/>
                </a:xfrm>
                <a:prstGeom prst="rect">
                  <a:avLst/>
                </a:prstGeom>
                <a:blipFill>
                  <a:blip r:embed="rId20"/>
                  <a:stretch>
                    <a:fillRect l="-6667" r="-15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6CC25602-8608-CC4B-1797-7D3ADA4154A7}"/>
                    </a:ext>
                  </a:extLst>
                </p:cNvPr>
                <p:cNvSpPr txBox="1"/>
                <p:nvPr/>
              </p:nvSpPr>
              <p:spPr>
                <a:xfrm>
                  <a:off x="11223130" y="4275178"/>
                  <a:ext cx="3607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180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6CC25602-8608-CC4B-1797-7D3ADA4154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23130" y="4275178"/>
                  <a:ext cx="360740" cy="523220"/>
                </a:xfrm>
                <a:prstGeom prst="rect">
                  <a:avLst/>
                </a:prstGeom>
                <a:blipFill>
                  <a:blip r:embed="rId21"/>
                  <a:stretch>
                    <a:fillRect l="-6667" r="-15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E9DB9093-8BFA-2B48-339E-ED0BCEE6E9F9}"/>
                    </a:ext>
                  </a:extLst>
                </p:cNvPr>
                <p:cNvSpPr txBox="1"/>
                <p:nvPr/>
              </p:nvSpPr>
              <p:spPr>
                <a:xfrm>
                  <a:off x="9323248" y="4354335"/>
                  <a:ext cx="3607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E9DB9093-8BFA-2B48-339E-ED0BCEE6E9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23248" y="4354335"/>
                  <a:ext cx="360740" cy="523220"/>
                </a:xfrm>
                <a:prstGeom prst="rect">
                  <a:avLst/>
                </a:prstGeom>
                <a:blipFill>
                  <a:blip r:embed="rId22"/>
                  <a:stretch>
                    <a:fillRect l="-6667" r="-5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72C0E0A7-74A4-B188-88A2-471CE87D670E}"/>
                    </a:ext>
                  </a:extLst>
                </p:cNvPr>
                <p:cNvSpPr txBox="1"/>
                <p:nvPr/>
              </p:nvSpPr>
              <p:spPr>
                <a:xfrm>
                  <a:off x="8941707" y="4354335"/>
                  <a:ext cx="3607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72C0E0A7-74A4-B188-88A2-471CE87D67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1707" y="4354335"/>
                  <a:ext cx="360740" cy="523220"/>
                </a:xfrm>
                <a:prstGeom prst="rect">
                  <a:avLst/>
                </a:prstGeom>
                <a:blipFill>
                  <a:blip r:embed="rId23"/>
                  <a:stretch>
                    <a:fillRect l="-10345" r="-4827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68147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96" grpId="0" animBg="1"/>
      <p:bldP spid="98" grpId="0"/>
      <p:bldP spid="9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绘制根轨迹的基本法则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1FDFE983-D4FE-215E-D67C-FC1AFDC6A8D6}"/>
              </a:ext>
            </a:extLst>
          </p:cNvPr>
          <p:cNvSpPr txBox="1"/>
          <p:nvPr/>
        </p:nvSpPr>
        <p:spPr>
          <a:xfrm>
            <a:off x="190550" y="908720"/>
            <a:ext cx="63367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n-ea"/>
              </a:rPr>
              <a:t>如果 𝑠 右侧有偶数个零点和奇数个极点</a:t>
            </a: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9B486742-0B4A-33E2-E3D8-9A3B60524B8D}"/>
              </a:ext>
            </a:extLst>
          </p:cNvPr>
          <p:cNvSpPr txBox="1"/>
          <p:nvPr/>
        </p:nvSpPr>
        <p:spPr>
          <a:xfrm>
            <a:off x="178842" y="4583491"/>
            <a:ext cx="76445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n-ea"/>
              </a:rPr>
              <a:t>因此，在右侧有奇数个零极点的实轴位置都是满足相角条件的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75BF3CAD-3E2E-91BC-33FB-3ADFD499D528}"/>
                  </a:ext>
                </a:extLst>
              </p:cNvPr>
              <p:cNvSpPr txBox="1"/>
              <p:nvPr/>
            </p:nvSpPr>
            <p:spPr>
              <a:xfrm>
                <a:off x="325745" y="1546404"/>
                <a:ext cx="7992888" cy="1135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1" lang="en-US" altLang="zh-CN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∠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∠</m:t>
                          </m:r>
                          <m:d>
                            <m:dPr>
                              <m:ctrlP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0°−180°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=−180°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75BF3CAD-3E2E-91BC-33FB-3ADFD499D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45" y="1546404"/>
                <a:ext cx="7992888" cy="1135567"/>
              </a:xfrm>
              <a:prstGeom prst="rect">
                <a:avLst/>
              </a:prstGeom>
              <a:blipFill>
                <a:blip r:embed="rId3"/>
                <a:stretch>
                  <a:fillRect l="-15214" t="-128571" b="-1802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13F96081-6B16-A51D-B637-AE54C7463A04}"/>
                  </a:ext>
                </a:extLst>
              </p:cNvPr>
              <p:cNvSpPr txBox="1"/>
              <p:nvPr/>
            </p:nvSpPr>
            <p:spPr>
              <a:xfrm>
                <a:off x="206477" y="2649310"/>
                <a:ext cx="65368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latin typeface="+mn-ea"/>
                  </a:rPr>
                  <a:t>如果 </a:t>
                </a:r>
                <a14:m>
                  <m:oMath xmlns:m="http://schemas.openxmlformats.org/officeDocument/2006/math">
                    <m:r>
                      <a:rPr lang="en" altLang="zh-CN" sz="28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 右侧有奇数个零点和偶数个极点</a:t>
                </a:r>
              </a:p>
            </p:txBody>
          </p:sp>
        </mc:Choice>
        <mc:Fallback xmlns="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13F96081-6B16-A51D-B637-AE54C7463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477" y="2649310"/>
                <a:ext cx="6536801" cy="523220"/>
              </a:xfrm>
              <a:prstGeom prst="rect">
                <a:avLst/>
              </a:prstGeom>
              <a:blipFill>
                <a:blip r:embed="rId4"/>
                <a:stretch>
                  <a:fillRect l="-1942" t="-1190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0AF000A1-FE6F-19DC-6104-55F1C2EFA8EC}"/>
                  </a:ext>
                </a:extLst>
              </p:cNvPr>
              <p:cNvSpPr txBox="1"/>
              <p:nvPr/>
            </p:nvSpPr>
            <p:spPr>
              <a:xfrm>
                <a:off x="224638" y="3527871"/>
                <a:ext cx="7992888" cy="1135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∠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∠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=180°−0°=180°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0AF000A1-FE6F-19DC-6104-55F1C2EFA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38" y="3527871"/>
                <a:ext cx="7992888" cy="1135567"/>
              </a:xfrm>
              <a:prstGeom prst="rect">
                <a:avLst/>
              </a:prstGeom>
              <a:blipFill>
                <a:blip r:embed="rId5"/>
                <a:stretch>
                  <a:fillRect l="-13471" t="-128571" b="-1802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D6FDB86F-6F88-0ABB-4C58-301D81D8A5CC}"/>
              </a:ext>
            </a:extLst>
          </p:cNvPr>
          <p:cNvGrpSpPr/>
          <p:nvPr/>
        </p:nvGrpSpPr>
        <p:grpSpPr>
          <a:xfrm>
            <a:off x="8543478" y="2114188"/>
            <a:ext cx="2985181" cy="2950273"/>
            <a:chOff x="8941707" y="3351982"/>
            <a:chExt cx="2985181" cy="29502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BD6C6E4A-2A2B-95DA-087A-53985A6EE345}"/>
                    </a:ext>
                  </a:extLst>
                </p:cNvPr>
                <p:cNvSpPr txBox="1"/>
                <p:nvPr/>
              </p:nvSpPr>
              <p:spPr>
                <a:xfrm>
                  <a:off x="11063758" y="3439867"/>
                  <a:ext cx="360740" cy="300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BD6C6E4A-2A2B-95DA-087A-53985A6EE3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63758" y="3439867"/>
                  <a:ext cx="360740" cy="300298"/>
                </a:xfrm>
                <a:prstGeom prst="rect">
                  <a:avLst/>
                </a:prstGeom>
                <a:blipFill>
                  <a:blip r:embed="rId6"/>
                  <a:stretch>
                    <a:fillRect l="-13793" r="-10345" b="-1041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4" name="直线箭头连接符 113">
              <a:extLst>
                <a:ext uri="{FF2B5EF4-FFF2-40B4-BE49-F238E27FC236}">
                  <a16:creationId xmlns:a16="http://schemas.microsoft.com/office/drawing/2014/main" id="{ACD8F22B-9BD5-C143-81DC-65CFFFBB5E46}"/>
                </a:ext>
              </a:extLst>
            </p:cNvPr>
            <p:cNvCxnSpPr>
              <a:cxnSpLocks/>
            </p:cNvCxnSpPr>
            <p:nvPr/>
          </p:nvCxnSpPr>
          <p:spPr>
            <a:xfrm>
              <a:off x="9381750" y="4863990"/>
              <a:ext cx="254513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线箭头连接符 121">
              <a:extLst>
                <a:ext uri="{FF2B5EF4-FFF2-40B4-BE49-F238E27FC236}">
                  <a16:creationId xmlns:a16="http://schemas.microsoft.com/office/drawing/2014/main" id="{05611E75-C383-5E07-DF70-47FE3E8E30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3758" y="3640303"/>
              <a:ext cx="0" cy="252103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乘 137">
              <a:extLst>
                <a:ext uri="{FF2B5EF4-FFF2-40B4-BE49-F238E27FC236}">
                  <a16:creationId xmlns:a16="http://schemas.microsoft.com/office/drawing/2014/main" id="{1903BB6C-364D-13A9-1675-82A553A1D057}"/>
                </a:ext>
              </a:extLst>
            </p:cNvPr>
            <p:cNvSpPr/>
            <p:nvPr/>
          </p:nvSpPr>
          <p:spPr>
            <a:xfrm>
              <a:off x="10245034" y="4781346"/>
              <a:ext cx="199548" cy="165314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4D564F28-7AA3-5E33-5D1D-1C0B65C85E68}"/>
                    </a:ext>
                  </a:extLst>
                </p:cNvPr>
                <p:cNvSpPr txBox="1"/>
                <p:nvPr/>
              </p:nvSpPr>
              <p:spPr>
                <a:xfrm>
                  <a:off x="11127066" y="4836903"/>
                  <a:ext cx="360740" cy="30114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4D564F28-7AA3-5E33-5D1D-1C0B65C85E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27066" y="4836903"/>
                  <a:ext cx="360740" cy="301145"/>
                </a:xfrm>
                <a:prstGeom prst="rect">
                  <a:avLst/>
                </a:prstGeom>
                <a:blipFill>
                  <a:blip r:embed="rId7"/>
                  <a:stretch>
                    <a:fillRect l="-6667" r="-13333" b="-6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0" name="直线箭头连接符 139">
              <a:extLst>
                <a:ext uri="{FF2B5EF4-FFF2-40B4-BE49-F238E27FC236}">
                  <a16:creationId xmlns:a16="http://schemas.microsoft.com/office/drawing/2014/main" id="{141BB4CF-8933-3ABF-A205-FD2EEAE2D011}"/>
                </a:ext>
              </a:extLst>
            </p:cNvPr>
            <p:cNvCxnSpPr>
              <a:cxnSpLocks/>
            </p:cNvCxnSpPr>
            <p:nvPr/>
          </p:nvCxnSpPr>
          <p:spPr>
            <a:xfrm>
              <a:off x="11066662" y="3791892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线箭头连接符 140">
              <a:extLst>
                <a:ext uri="{FF2B5EF4-FFF2-40B4-BE49-F238E27FC236}">
                  <a16:creationId xmlns:a16="http://schemas.microsoft.com/office/drawing/2014/main" id="{21E203DF-0699-7F4C-E1C0-449BC2B18CBB}"/>
                </a:ext>
              </a:extLst>
            </p:cNvPr>
            <p:cNvCxnSpPr>
              <a:cxnSpLocks/>
            </p:cNvCxnSpPr>
            <p:nvPr/>
          </p:nvCxnSpPr>
          <p:spPr>
            <a:xfrm>
              <a:off x="11066662" y="4220736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线箭头连接符 141">
              <a:extLst>
                <a:ext uri="{FF2B5EF4-FFF2-40B4-BE49-F238E27FC236}">
                  <a16:creationId xmlns:a16="http://schemas.microsoft.com/office/drawing/2014/main" id="{0DEB3AAC-5A22-8AD0-C476-CD88BF8C4CC3}"/>
                </a:ext>
              </a:extLst>
            </p:cNvPr>
            <p:cNvCxnSpPr>
              <a:cxnSpLocks/>
            </p:cNvCxnSpPr>
            <p:nvPr/>
          </p:nvCxnSpPr>
          <p:spPr>
            <a:xfrm>
              <a:off x="11066662" y="4435158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线箭头连接符 142">
              <a:extLst>
                <a:ext uri="{FF2B5EF4-FFF2-40B4-BE49-F238E27FC236}">
                  <a16:creationId xmlns:a16="http://schemas.microsoft.com/office/drawing/2014/main" id="{A3D37168-B717-20B9-80FC-3D95DD621095}"/>
                </a:ext>
              </a:extLst>
            </p:cNvPr>
            <p:cNvCxnSpPr>
              <a:cxnSpLocks/>
            </p:cNvCxnSpPr>
            <p:nvPr/>
          </p:nvCxnSpPr>
          <p:spPr>
            <a:xfrm>
              <a:off x="11066662" y="4649580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线箭头连接符 143">
              <a:extLst>
                <a:ext uri="{FF2B5EF4-FFF2-40B4-BE49-F238E27FC236}">
                  <a16:creationId xmlns:a16="http://schemas.microsoft.com/office/drawing/2014/main" id="{1D45F342-C468-F655-CC29-4B126CDF4F5E}"/>
                </a:ext>
              </a:extLst>
            </p:cNvPr>
            <p:cNvCxnSpPr>
              <a:cxnSpLocks/>
            </p:cNvCxnSpPr>
            <p:nvPr/>
          </p:nvCxnSpPr>
          <p:spPr>
            <a:xfrm>
              <a:off x="11066662" y="5078425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线箭头连接符 144">
              <a:extLst>
                <a:ext uri="{FF2B5EF4-FFF2-40B4-BE49-F238E27FC236}">
                  <a16:creationId xmlns:a16="http://schemas.microsoft.com/office/drawing/2014/main" id="{8037C90C-A000-8290-3860-8193D5FAD36D}"/>
                </a:ext>
              </a:extLst>
            </p:cNvPr>
            <p:cNvCxnSpPr>
              <a:cxnSpLocks/>
            </p:cNvCxnSpPr>
            <p:nvPr/>
          </p:nvCxnSpPr>
          <p:spPr>
            <a:xfrm>
              <a:off x="11066662" y="5292847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线箭头连接符 145">
              <a:extLst>
                <a:ext uri="{FF2B5EF4-FFF2-40B4-BE49-F238E27FC236}">
                  <a16:creationId xmlns:a16="http://schemas.microsoft.com/office/drawing/2014/main" id="{A47134D5-8E8F-67D9-5FAB-757E5DEE101E}"/>
                </a:ext>
              </a:extLst>
            </p:cNvPr>
            <p:cNvCxnSpPr>
              <a:cxnSpLocks/>
            </p:cNvCxnSpPr>
            <p:nvPr/>
          </p:nvCxnSpPr>
          <p:spPr>
            <a:xfrm>
              <a:off x="11066662" y="5507269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线箭头连接符 146">
              <a:extLst>
                <a:ext uri="{FF2B5EF4-FFF2-40B4-BE49-F238E27FC236}">
                  <a16:creationId xmlns:a16="http://schemas.microsoft.com/office/drawing/2014/main" id="{071028A1-758A-3582-042F-CDD39B445E83}"/>
                </a:ext>
              </a:extLst>
            </p:cNvPr>
            <p:cNvCxnSpPr>
              <a:cxnSpLocks/>
            </p:cNvCxnSpPr>
            <p:nvPr/>
          </p:nvCxnSpPr>
          <p:spPr>
            <a:xfrm>
              <a:off x="11066662" y="5721691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线箭头连接符 147">
              <a:extLst>
                <a:ext uri="{FF2B5EF4-FFF2-40B4-BE49-F238E27FC236}">
                  <a16:creationId xmlns:a16="http://schemas.microsoft.com/office/drawing/2014/main" id="{C7BF3F03-1121-01AC-5CAF-1E3210A8B372}"/>
                </a:ext>
              </a:extLst>
            </p:cNvPr>
            <p:cNvCxnSpPr>
              <a:cxnSpLocks/>
            </p:cNvCxnSpPr>
            <p:nvPr/>
          </p:nvCxnSpPr>
          <p:spPr>
            <a:xfrm>
              <a:off x="11066662" y="5936111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线箭头连接符 148">
              <a:extLst>
                <a:ext uri="{FF2B5EF4-FFF2-40B4-BE49-F238E27FC236}">
                  <a16:creationId xmlns:a16="http://schemas.microsoft.com/office/drawing/2014/main" id="{9981904F-CA47-B62A-EEA1-D6669CBCEFFD}"/>
                </a:ext>
              </a:extLst>
            </p:cNvPr>
            <p:cNvCxnSpPr>
              <a:cxnSpLocks/>
            </p:cNvCxnSpPr>
            <p:nvPr/>
          </p:nvCxnSpPr>
          <p:spPr>
            <a:xfrm>
              <a:off x="11066662" y="4006314"/>
              <a:ext cx="93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同心圆 149">
              <a:extLst>
                <a:ext uri="{FF2B5EF4-FFF2-40B4-BE49-F238E27FC236}">
                  <a16:creationId xmlns:a16="http://schemas.microsoft.com/office/drawing/2014/main" id="{418A9FA9-9C72-11BA-899E-3A5B8AF9AA2D}"/>
                </a:ext>
              </a:extLst>
            </p:cNvPr>
            <p:cNvSpPr/>
            <p:nvPr/>
          </p:nvSpPr>
          <p:spPr>
            <a:xfrm>
              <a:off x="9479582" y="4806053"/>
              <a:ext cx="115874" cy="115874"/>
            </a:xfrm>
            <a:prstGeom prst="donut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1" name="乘 150">
              <a:extLst>
                <a:ext uri="{FF2B5EF4-FFF2-40B4-BE49-F238E27FC236}">
                  <a16:creationId xmlns:a16="http://schemas.microsoft.com/office/drawing/2014/main" id="{B77779D5-A6E0-6775-77BF-20A1AA136042}"/>
                </a:ext>
              </a:extLst>
            </p:cNvPr>
            <p:cNvSpPr/>
            <p:nvPr/>
          </p:nvSpPr>
          <p:spPr>
            <a:xfrm>
              <a:off x="9075482" y="4781346"/>
              <a:ext cx="199548" cy="165314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52" name="同心圆 151">
              <a:extLst>
                <a:ext uri="{FF2B5EF4-FFF2-40B4-BE49-F238E27FC236}">
                  <a16:creationId xmlns:a16="http://schemas.microsoft.com/office/drawing/2014/main" id="{6B9AEF33-9552-0D5F-51D8-F7F254CD0F8F}"/>
                </a:ext>
              </a:extLst>
            </p:cNvPr>
            <p:cNvSpPr/>
            <p:nvPr/>
          </p:nvSpPr>
          <p:spPr>
            <a:xfrm>
              <a:off x="11369925" y="4804396"/>
              <a:ext cx="115874" cy="115874"/>
            </a:xfrm>
            <a:prstGeom prst="donut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53" name="直线箭头连接符 152">
              <a:extLst>
                <a:ext uri="{FF2B5EF4-FFF2-40B4-BE49-F238E27FC236}">
                  <a16:creationId xmlns:a16="http://schemas.microsoft.com/office/drawing/2014/main" id="{5C48855E-4D80-AFAA-5517-797B1DC87908}"/>
                </a:ext>
              </a:extLst>
            </p:cNvPr>
            <p:cNvCxnSpPr>
              <a:cxnSpLocks/>
            </p:cNvCxnSpPr>
            <p:nvPr/>
          </p:nvCxnSpPr>
          <p:spPr>
            <a:xfrm>
              <a:off x="9179999" y="4861996"/>
              <a:ext cx="648000" cy="0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线箭头连接符 153">
              <a:extLst>
                <a:ext uri="{FF2B5EF4-FFF2-40B4-BE49-F238E27FC236}">
                  <a16:creationId xmlns:a16="http://schemas.microsoft.com/office/drawing/2014/main" id="{860FABEA-E99F-5FD7-07F4-40097BB43307}"/>
                </a:ext>
              </a:extLst>
            </p:cNvPr>
            <p:cNvCxnSpPr>
              <a:cxnSpLocks/>
              <a:stCxn id="152" idx="2"/>
            </p:cNvCxnSpPr>
            <p:nvPr/>
          </p:nvCxnSpPr>
          <p:spPr>
            <a:xfrm flipH="1">
              <a:off x="9939919" y="4862333"/>
              <a:ext cx="1430006" cy="3204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椭圆 154">
              <a:extLst>
                <a:ext uri="{FF2B5EF4-FFF2-40B4-BE49-F238E27FC236}">
                  <a16:creationId xmlns:a16="http://schemas.microsoft.com/office/drawing/2014/main" id="{40F6BF04-E87D-EFE2-F697-1C0C23E3E131}"/>
                </a:ext>
              </a:extLst>
            </p:cNvPr>
            <p:cNvSpPr/>
            <p:nvPr/>
          </p:nvSpPr>
          <p:spPr>
            <a:xfrm>
              <a:off x="9826695" y="4804396"/>
              <a:ext cx="115200" cy="115200"/>
            </a:xfrm>
            <a:prstGeom prst="ellipse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6" name="乘 155">
              <a:extLst>
                <a:ext uri="{FF2B5EF4-FFF2-40B4-BE49-F238E27FC236}">
                  <a16:creationId xmlns:a16="http://schemas.microsoft.com/office/drawing/2014/main" id="{8F3096CE-7EC4-6CD3-F852-A50C2F200BC8}"/>
                </a:ext>
              </a:extLst>
            </p:cNvPr>
            <p:cNvSpPr/>
            <p:nvPr/>
          </p:nvSpPr>
          <p:spPr>
            <a:xfrm>
              <a:off x="10724007" y="4781346"/>
              <a:ext cx="199548" cy="165314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57" name="同心圆 156">
              <a:extLst>
                <a:ext uri="{FF2B5EF4-FFF2-40B4-BE49-F238E27FC236}">
                  <a16:creationId xmlns:a16="http://schemas.microsoft.com/office/drawing/2014/main" id="{03A5CC61-1431-350D-7121-858A1D05C03E}"/>
                </a:ext>
              </a:extLst>
            </p:cNvPr>
            <p:cNvSpPr/>
            <p:nvPr/>
          </p:nvSpPr>
          <p:spPr>
            <a:xfrm>
              <a:off x="9572929" y="3869775"/>
              <a:ext cx="115874" cy="115874"/>
            </a:xfrm>
            <a:prstGeom prst="donut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8" name="同心圆 157">
              <a:extLst>
                <a:ext uri="{FF2B5EF4-FFF2-40B4-BE49-F238E27FC236}">
                  <a16:creationId xmlns:a16="http://schemas.microsoft.com/office/drawing/2014/main" id="{4C41A7E5-B7A9-3FCF-7BB8-4D688DB1C63D}"/>
                </a:ext>
              </a:extLst>
            </p:cNvPr>
            <p:cNvSpPr/>
            <p:nvPr/>
          </p:nvSpPr>
          <p:spPr>
            <a:xfrm>
              <a:off x="9572929" y="5684394"/>
              <a:ext cx="115874" cy="115874"/>
            </a:xfrm>
            <a:prstGeom prst="donut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9" name="乘 158">
              <a:extLst>
                <a:ext uri="{FF2B5EF4-FFF2-40B4-BE49-F238E27FC236}">
                  <a16:creationId xmlns:a16="http://schemas.microsoft.com/office/drawing/2014/main" id="{6ECFD091-489E-C56F-16CF-46530A2D516C}"/>
                </a:ext>
              </a:extLst>
            </p:cNvPr>
            <p:cNvSpPr/>
            <p:nvPr/>
          </p:nvSpPr>
          <p:spPr>
            <a:xfrm>
              <a:off x="10432191" y="4006179"/>
              <a:ext cx="199548" cy="165314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60" name="乘 159">
              <a:extLst>
                <a:ext uri="{FF2B5EF4-FFF2-40B4-BE49-F238E27FC236}">
                  <a16:creationId xmlns:a16="http://schemas.microsoft.com/office/drawing/2014/main" id="{3D7090BF-7F0B-FD6D-D4C3-A52550F39C47}"/>
                </a:ext>
              </a:extLst>
            </p:cNvPr>
            <p:cNvSpPr/>
            <p:nvPr/>
          </p:nvSpPr>
          <p:spPr>
            <a:xfrm>
              <a:off x="10438436" y="5554843"/>
              <a:ext cx="199548" cy="165314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cxnSp>
          <p:nvCxnSpPr>
            <p:cNvPr id="161" name="直线箭头连接符 160">
              <a:extLst>
                <a:ext uri="{FF2B5EF4-FFF2-40B4-BE49-F238E27FC236}">
                  <a16:creationId xmlns:a16="http://schemas.microsoft.com/office/drawing/2014/main" id="{75005150-7D5C-A3A2-072A-E1B15652CFC4}"/>
                </a:ext>
              </a:extLst>
            </p:cNvPr>
            <p:cNvCxnSpPr>
              <a:cxnSpLocks/>
              <a:stCxn id="157" idx="4"/>
              <a:endCxn id="155" idx="1"/>
            </p:cNvCxnSpPr>
            <p:nvPr/>
          </p:nvCxnSpPr>
          <p:spPr>
            <a:xfrm>
              <a:off x="9630866" y="3985649"/>
              <a:ext cx="212700" cy="835618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线箭头连接符 161">
              <a:extLst>
                <a:ext uri="{FF2B5EF4-FFF2-40B4-BE49-F238E27FC236}">
                  <a16:creationId xmlns:a16="http://schemas.microsoft.com/office/drawing/2014/main" id="{9CFD7B6D-96BB-71A5-D5DE-9CADE25BD078}"/>
                </a:ext>
              </a:extLst>
            </p:cNvPr>
            <p:cNvCxnSpPr>
              <a:cxnSpLocks/>
              <a:stCxn id="158" idx="7"/>
              <a:endCxn id="155" idx="3"/>
            </p:cNvCxnSpPr>
            <p:nvPr/>
          </p:nvCxnSpPr>
          <p:spPr>
            <a:xfrm flipV="1">
              <a:off x="9671834" y="4902725"/>
              <a:ext cx="171732" cy="798638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线箭头连接符 162">
              <a:extLst>
                <a:ext uri="{FF2B5EF4-FFF2-40B4-BE49-F238E27FC236}">
                  <a16:creationId xmlns:a16="http://schemas.microsoft.com/office/drawing/2014/main" id="{0463938F-D6C1-56FC-39AF-11BF979A9F70}"/>
                </a:ext>
              </a:extLst>
            </p:cNvPr>
            <p:cNvCxnSpPr>
              <a:cxnSpLocks/>
              <a:stCxn id="159" idx="1"/>
              <a:endCxn id="155" idx="7"/>
            </p:cNvCxnSpPr>
            <p:nvPr/>
          </p:nvCxnSpPr>
          <p:spPr>
            <a:xfrm flipH="1">
              <a:off x="9925024" y="4045883"/>
              <a:ext cx="658789" cy="775384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线箭头连接符 163">
              <a:extLst>
                <a:ext uri="{FF2B5EF4-FFF2-40B4-BE49-F238E27FC236}">
                  <a16:creationId xmlns:a16="http://schemas.microsoft.com/office/drawing/2014/main" id="{861C7520-270F-4B22-15F1-EDAE1D0F8282}"/>
                </a:ext>
              </a:extLst>
            </p:cNvPr>
            <p:cNvCxnSpPr>
              <a:cxnSpLocks/>
              <a:stCxn id="160" idx="0"/>
              <a:endCxn id="155" idx="5"/>
            </p:cNvCxnSpPr>
            <p:nvPr/>
          </p:nvCxnSpPr>
          <p:spPr>
            <a:xfrm flipH="1" flipV="1">
              <a:off x="9925024" y="4902725"/>
              <a:ext cx="561338" cy="691822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5" name="组合 164">
              <a:extLst>
                <a:ext uri="{FF2B5EF4-FFF2-40B4-BE49-F238E27FC236}">
                  <a16:creationId xmlns:a16="http://schemas.microsoft.com/office/drawing/2014/main" id="{E745C77C-7BF8-E3DA-B7E6-397327A5C8D2}"/>
                </a:ext>
              </a:extLst>
            </p:cNvPr>
            <p:cNvGrpSpPr/>
            <p:nvPr/>
          </p:nvGrpSpPr>
          <p:grpSpPr>
            <a:xfrm>
              <a:off x="9490672" y="3798276"/>
              <a:ext cx="336023" cy="258873"/>
              <a:chOff x="9490672" y="3798276"/>
              <a:chExt cx="336023" cy="258873"/>
            </a:xfrm>
          </p:grpSpPr>
          <p:sp>
            <p:nvSpPr>
              <p:cNvPr id="186" name="弧 185">
                <a:extLst>
                  <a:ext uri="{FF2B5EF4-FFF2-40B4-BE49-F238E27FC236}">
                    <a16:creationId xmlns:a16="http://schemas.microsoft.com/office/drawing/2014/main" id="{A745DA77-B4CD-5877-67A9-E529C9271536}"/>
                  </a:ext>
                </a:extLst>
              </p:cNvPr>
              <p:cNvSpPr/>
              <p:nvPr/>
            </p:nvSpPr>
            <p:spPr>
              <a:xfrm rot="5400000" flipH="1">
                <a:off x="9490672" y="3798276"/>
                <a:ext cx="258873" cy="258873"/>
              </a:xfrm>
              <a:prstGeom prst="arc">
                <a:avLst>
                  <a:gd name="adj1" fmla="val 16200000"/>
                  <a:gd name="adj2" fmla="val 11141737"/>
                </a:avLst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187" name="直线连接符 186">
                <a:extLst>
                  <a:ext uri="{FF2B5EF4-FFF2-40B4-BE49-F238E27FC236}">
                    <a16:creationId xmlns:a16="http://schemas.microsoft.com/office/drawing/2014/main" id="{3FB936A0-830F-E8F0-3742-0960E69E80A5}"/>
                  </a:ext>
                </a:extLst>
              </p:cNvPr>
              <p:cNvCxnSpPr>
                <a:stCxn id="157" idx="6"/>
              </p:cNvCxnSpPr>
              <p:nvPr/>
            </p:nvCxnSpPr>
            <p:spPr>
              <a:xfrm>
                <a:off x="9688803" y="3927712"/>
                <a:ext cx="137892" cy="0"/>
              </a:xfrm>
              <a:prstGeom prst="line">
                <a:avLst/>
              </a:prstGeom>
              <a:ln w="127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C7419C03-72A0-93DC-D80F-1F9F1F2C0F87}"/>
                    </a:ext>
                  </a:extLst>
                </p:cNvPr>
                <p:cNvSpPr txBox="1"/>
                <p:nvPr/>
              </p:nvSpPr>
              <p:spPr>
                <a:xfrm>
                  <a:off x="9254656" y="3351982"/>
                  <a:ext cx="3607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290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C7419C03-72A0-93DC-D80F-1F9F1F2C0F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54656" y="3351982"/>
                  <a:ext cx="360740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6897" r="-1586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7" name="组合 166">
              <a:extLst>
                <a:ext uri="{FF2B5EF4-FFF2-40B4-BE49-F238E27FC236}">
                  <a16:creationId xmlns:a16="http://schemas.microsoft.com/office/drawing/2014/main" id="{4B7C9F04-516D-6D2D-24BD-82C33C5A4E64}"/>
                </a:ext>
              </a:extLst>
            </p:cNvPr>
            <p:cNvGrpSpPr/>
            <p:nvPr/>
          </p:nvGrpSpPr>
          <p:grpSpPr>
            <a:xfrm>
              <a:off x="9489999" y="5608906"/>
              <a:ext cx="336023" cy="258873"/>
              <a:chOff x="9490672" y="3798276"/>
              <a:chExt cx="336023" cy="258873"/>
            </a:xfrm>
          </p:grpSpPr>
          <p:sp>
            <p:nvSpPr>
              <p:cNvPr id="184" name="弧 183">
                <a:extLst>
                  <a:ext uri="{FF2B5EF4-FFF2-40B4-BE49-F238E27FC236}">
                    <a16:creationId xmlns:a16="http://schemas.microsoft.com/office/drawing/2014/main" id="{A2D79ED8-268B-B853-F42D-79F953284917}"/>
                  </a:ext>
                </a:extLst>
              </p:cNvPr>
              <p:cNvSpPr/>
              <p:nvPr/>
            </p:nvSpPr>
            <p:spPr>
              <a:xfrm rot="5400000" flipH="1">
                <a:off x="9490672" y="3798276"/>
                <a:ext cx="258873" cy="258873"/>
              </a:xfrm>
              <a:prstGeom prst="arc">
                <a:avLst>
                  <a:gd name="adj1" fmla="val 16200000"/>
                  <a:gd name="adj2" fmla="val 19506732"/>
                </a:avLst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185" name="直线连接符 184">
                <a:extLst>
                  <a:ext uri="{FF2B5EF4-FFF2-40B4-BE49-F238E27FC236}">
                    <a16:creationId xmlns:a16="http://schemas.microsoft.com/office/drawing/2014/main" id="{AAF85A55-90C2-0EAC-9CA1-0FB9AF1607B9}"/>
                  </a:ext>
                </a:extLst>
              </p:cNvPr>
              <p:cNvCxnSpPr/>
              <p:nvPr/>
            </p:nvCxnSpPr>
            <p:spPr>
              <a:xfrm>
                <a:off x="9688803" y="3927712"/>
                <a:ext cx="137892" cy="0"/>
              </a:xfrm>
              <a:prstGeom prst="line">
                <a:avLst/>
              </a:prstGeom>
              <a:ln w="127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A01A6E44-D4D5-9153-E8D8-FD35AF6B5371}"/>
                    </a:ext>
                  </a:extLst>
                </p:cNvPr>
                <p:cNvSpPr txBox="1"/>
                <p:nvPr/>
              </p:nvSpPr>
              <p:spPr>
                <a:xfrm>
                  <a:off x="9315937" y="5779035"/>
                  <a:ext cx="3607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70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A01A6E44-D4D5-9153-E8D8-FD35AF6B53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5937" y="5779035"/>
                  <a:ext cx="360740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10345" r="-1034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9" name="组合 168">
              <a:extLst>
                <a:ext uri="{FF2B5EF4-FFF2-40B4-BE49-F238E27FC236}">
                  <a16:creationId xmlns:a16="http://schemas.microsoft.com/office/drawing/2014/main" id="{8590D8E0-B2F3-A72C-A2FC-F93F5760DEDB}"/>
                </a:ext>
              </a:extLst>
            </p:cNvPr>
            <p:cNvGrpSpPr/>
            <p:nvPr/>
          </p:nvGrpSpPr>
          <p:grpSpPr>
            <a:xfrm>
              <a:off x="10387984" y="3964760"/>
              <a:ext cx="336023" cy="258873"/>
              <a:chOff x="9490672" y="3798276"/>
              <a:chExt cx="336023" cy="258873"/>
            </a:xfrm>
          </p:grpSpPr>
          <p:sp>
            <p:nvSpPr>
              <p:cNvPr id="182" name="弧 181">
                <a:extLst>
                  <a:ext uri="{FF2B5EF4-FFF2-40B4-BE49-F238E27FC236}">
                    <a16:creationId xmlns:a16="http://schemas.microsoft.com/office/drawing/2014/main" id="{E53D91F9-95B5-B205-B237-1F94694FB0E5}"/>
                  </a:ext>
                </a:extLst>
              </p:cNvPr>
              <p:cNvSpPr/>
              <p:nvPr/>
            </p:nvSpPr>
            <p:spPr>
              <a:xfrm rot="5400000" flipH="1">
                <a:off x="9490672" y="3798276"/>
                <a:ext cx="258873" cy="258873"/>
              </a:xfrm>
              <a:prstGeom prst="arc">
                <a:avLst>
                  <a:gd name="adj1" fmla="val 16200000"/>
                  <a:gd name="adj2" fmla="val 8792074"/>
                </a:avLst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183" name="直线连接符 182">
                <a:extLst>
                  <a:ext uri="{FF2B5EF4-FFF2-40B4-BE49-F238E27FC236}">
                    <a16:creationId xmlns:a16="http://schemas.microsoft.com/office/drawing/2014/main" id="{CFA50602-3AED-8B61-3F12-6B901A5D7443}"/>
                  </a:ext>
                </a:extLst>
              </p:cNvPr>
              <p:cNvCxnSpPr/>
              <p:nvPr/>
            </p:nvCxnSpPr>
            <p:spPr>
              <a:xfrm>
                <a:off x="9688803" y="3927712"/>
                <a:ext cx="137892" cy="0"/>
              </a:xfrm>
              <a:prstGeom prst="line">
                <a:avLst/>
              </a:prstGeom>
              <a:ln w="127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0" name="组合 169">
              <a:extLst>
                <a:ext uri="{FF2B5EF4-FFF2-40B4-BE49-F238E27FC236}">
                  <a16:creationId xmlns:a16="http://schemas.microsoft.com/office/drawing/2014/main" id="{3F2B39D1-5796-1C94-5596-270D186241C0}"/>
                </a:ext>
              </a:extLst>
            </p:cNvPr>
            <p:cNvGrpSpPr/>
            <p:nvPr/>
          </p:nvGrpSpPr>
          <p:grpSpPr>
            <a:xfrm>
              <a:off x="10395372" y="5510993"/>
              <a:ext cx="336023" cy="258873"/>
              <a:chOff x="9490672" y="3798276"/>
              <a:chExt cx="336023" cy="258873"/>
            </a:xfrm>
          </p:grpSpPr>
          <p:sp>
            <p:nvSpPr>
              <p:cNvPr id="180" name="弧 179">
                <a:extLst>
                  <a:ext uri="{FF2B5EF4-FFF2-40B4-BE49-F238E27FC236}">
                    <a16:creationId xmlns:a16="http://schemas.microsoft.com/office/drawing/2014/main" id="{E44B7DB9-7C5D-45A6-9FE9-4BCA78C0B8A4}"/>
                  </a:ext>
                </a:extLst>
              </p:cNvPr>
              <p:cNvSpPr/>
              <p:nvPr/>
            </p:nvSpPr>
            <p:spPr>
              <a:xfrm rot="5400000" flipH="1">
                <a:off x="9490672" y="3798276"/>
                <a:ext cx="258873" cy="258873"/>
              </a:xfrm>
              <a:prstGeom prst="arc">
                <a:avLst>
                  <a:gd name="adj1" fmla="val 16200000"/>
                  <a:gd name="adj2" fmla="val 2065774"/>
                </a:avLst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181" name="直线连接符 180">
                <a:extLst>
                  <a:ext uri="{FF2B5EF4-FFF2-40B4-BE49-F238E27FC236}">
                    <a16:creationId xmlns:a16="http://schemas.microsoft.com/office/drawing/2014/main" id="{0AE70CD4-3B2F-99D9-0D64-DEEB1E891DD4}"/>
                  </a:ext>
                </a:extLst>
              </p:cNvPr>
              <p:cNvCxnSpPr/>
              <p:nvPr/>
            </p:nvCxnSpPr>
            <p:spPr>
              <a:xfrm>
                <a:off x="9688803" y="3927712"/>
                <a:ext cx="137892" cy="0"/>
              </a:xfrm>
              <a:prstGeom prst="line">
                <a:avLst/>
              </a:prstGeom>
              <a:ln w="127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文本框 170">
                  <a:extLst>
                    <a:ext uri="{FF2B5EF4-FFF2-40B4-BE49-F238E27FC236}">
                      <a16:creationId xmlns:a16="http://schemas.microsoft.com/office/drawing/2014/main" id="{D9D02AA5-D3CC-7DB1-2F13-5F72091C86C6}"/>
                    </a:ext>
                  </a:extLst>
                </p:cNvPr>
                <p:cNvSpPr txBox="1"/>
                <p:nvPr/>
              </p:nvSpPr>
              <p:spPr>
                <a:xfrm>
                  <a:off x="10168434" y="3513865"/>
                  <a:ext cx="3607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233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71" name="文本框 170">
                  <a:extLst>
                    <a:ext uri="{FF2B5EF4-FFF2-40B4-BE49-F238E27FC236}">
                      <a16:creationId xmlns:a16="http://schemas.microsoft.com/office/drawing/2014/main" id="{D9D02AA5-D3CC-7DB1-2F13-5F72091C86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434" y="3513865"/>
                  <a:ext cx="360740" cy="523220"/>
                </a:xfrm>
                <a:prstGeom prst="rect">
                  <a:avLst/>
                </a:prstGeom>
                <a:blipFill>
                  <a:blip r:embed="rId10"/>
                  <a:stretch>
                    <a:fillRect l="-10345" r="-1586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88C5D87B-0382-EF3D-4342-9FA89ED70186}"/>
                    </a:ext>
                  </a:extLst>
                </p:cNvPr>
                <p:cNvSpPr txBox="1"/>
                <p:nvPr/>
              </p:nvSpPr>
              <p:spPr>
                <a:xfrm>
                  <a:off x="10191156" y="5684394"/>
                  <a:ext cx="3607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88C5D87B-0382-EF3D-4342-9FA89ED701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1156" y="5684394"/>
                  <a:ext cx="360740" cy="523220"/>
                </a:xfrm>
                <a:prstGeom prst="rect">
                  <a:avLst/>
                </a:prstGeom>
                <a:blipFill>
                  <a:blip r:embed="rId11"/>
                  <a:stretch>
                    <a:fillRect l="-6667" r="-15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3" name="弧 172">
              <a:extLst>
                <a:ext uri="{FF2B5EF4-FFF2-40B4-BE49-F238E27FC236}">
                  <a16:creationId xmlns:a16="http://schemas.microsoft.com/office/drawing/2014/main" id="{AFA6AC3F-44A5-783A-F1D8-70D6BC789741}"/>
                </a:ext>
              </a:extLst>
            </p:cNvPr>
            <p:cNvSpPr/>
            <p:nvPr/>
          </p:nvSpPr>
          <p:spPr>
            <a:xfrm rot="5400000" flipH="1">
              <a:off x="10212532" y="4722153"/>
              <a:ext cx="258873" cy="258873"/>
            </a:xfrm>
            <a:prstGeom prst="arc">
              <a:avLst>
                <a:gd name="adj1" fmla="val 16200000"/>
                <a:gd name="adj2" fmla="val 5638763"/>
              </a:avLst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4" name="弧 173">
              <a:extLst>
                <a:ext uri="{FF2B5EF4-FFF2-40B4-BE49-F238E27FC236}">
                  <a16:creationId xmlns:a16="http://schemas.microsoft.com/office/drawing/2014/main" id="{0AC6F7E6-54C7-2BA3-2BFC-F14045A24A93}"/>
                </a:ext>
              </a:extLst>
            </p:cNvPr>
            <p:cNvSpPr/>
            <p:nvPr/>
          </p:nvSpPr>
          <p:spPr>
            <a:xfrm rot="5400000" flipH="1">
              <a:off x="10694349" y="4722152"/>
              <a:ext cx="258873" cy="258873"/>
            </a:xfrm>
            <a:prstGeom prst="arc">
              <a:avLst>
                <a:gd name="adj1" fmla="val 16200000"/>
                <a:gd name="adj2" fmla="val 5638763"/>
              </a:avLst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5" name="弧 174">
              <a:extLst>
                <a:ext uri="{FF2B5EF4-FFF2-40B4-BE49-F238E27FC236}">
                  <a16:creationId xmlns:a16="http://schemas.microsoft.com/office/drawing/2014/main" id="{AA612B7C-8C5B-07D5-B28C-C749AB824CC4}"/>
                </a:ext>
              </a:extLst>
            </p:cNvPr>
            <p:cNvSpPr/>
            <p:nvPr/>
          </p:nvSpPr>
          <p:spPr>
            <a:xfrm rot="5400000" flipH="1">
              <a:off x="11292973" y="4719967"/>
              <a:ext cx="258873" cy="258873"/>
            </a:xfrm>
            <a:prstGeom prst="arc">
              <a:avLst>
                <a:gd name="adj1" fmla="val 16200000"/>
                <a:gd name="adj2" fmla="val 5638763"/>
              </a:avLst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D5F01B56-8C2A-4EA8-7B84-EC71CD5D13B4}"/>
                    </a:ext>
                  </a:extLst>
                </p:cNvPr>
                <p:cNvSpPr txBox="1"/>
                <p:nvPr/>
              </p:nvSpPr>
              <p:spPr>
                <a:xfrm>
                  <a:off x="10144421" y="4302980"/>
                  <a:ext cx="3607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180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D5F01B56-8C2A-4EA8-7B84-EC71CD5D13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4421" y="4302980"/>
                  <a:ext cx="360740" cy="523220"/>
                </a:xfrm>
                <a:prstGeom prst="rect">
                  <a:avLst/>
                </a:prstGeom>
                <a:blipFill>
                  <a:blip r:embed="rId12"/>
                  <a:stretch>
                    <a:fillRect l="-10345" r="-1586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407FCDA3-2CD5-967B-B43E-1A8A50F02B34}"/>
                    </a:ext>
                  </a:extLst>
                </p:cNvPr>
                <p:cNvSpPr txBox="1"/>
                <p:nvPr/>
              </p:nvSpPr>
              <p:spPr>
                <a:xfrm>
                  <a:off x="11223130" y="4275178"/>
                  <a:ext cx="3607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180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407FCDA3-2CD5-967B-B43E-1A8A50F02B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23130" y="4275178"/>
                  <a:ext cx="360740" cy="523220"/>
                </a:xfrm>
                <a:prstGeom prst="rect">
                  <a:avLst/>
                </a:prstGeom>
                <a:blipFill>
                  <a:blip r:embed="rId13"/>
                  <a:stretch>
                    <a:fillRect l="-10345" r="-1586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9D9FBB58-F33C-C631-700E-4F859F653C25}"/>
                    </a:ext>
                  </a:extLst>
                </p:cNvPr>
                <p:cNvSpPr txBox="1"/>
                <p:nvPr/>
              </p:nvSpPr>
              <p:spPr>
                <a:xfrm>
                  <a:off x="9323248" y="4354335"/>
                  <a:ext cx="3607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9D9FBB58-F33C-C631-700E-4F859F653C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23248" y="4354335"/>
                  <a:ext cx="360740" cy="523220"/>
                </a:xfrm>
                <a:prstGeom prst="rect">
                  <a:avLst/>
                </a:prstGeom>
                <a:blipFill>
                  <a:blip r:embed="rId14"/>
                  <a:stretch>
                    <a:fillRect l="-6667" r="-4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文本框 178">
                  <a:extLst>
                    <a:ext uri="{FF2B5EF4-FFF2-40B4-BE49-F238E27FC236}">
                      <a16:creationId xmlns:a16="http://schemas.microsoft.com/office/drawing/2014/main" id="{0392B422-86F5-E084-DFDF-E19446D69885}"/>
                    </a:ext>
                  </a:extLst>
                </p:cNvPr>
                <p:cNvSpPr txBox="1"/>
                <p:nvPr/>
              </p:nvSpPr>
              <p:spPr>
                <a:xfrm>
                  <a:off x="8941707" y="4354335"/>
                  <a:ext cx="3607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79" name="文本框 178">
                  <a:extLst>
                    <a:ext uri="{FF2B5EF4-FFF2-40B4-BE49-F238E27FC236}">
                      <a16:creationId xmlns:a16="http://schemas.microsoft.com/office/drawing/2014/main" id="{0392B422-86F5-E084-DFDF-E19446D698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1707" y="4354335"/>
                  <a:ext cx="360740" cy="523220"/>
                </a:xfrm>
                <a:prstGeom prst="rect">
                  <a:avLst/>
                </a:prstGeom>
                <a:blipFill>
                  <a:blip r:embed="rId15"/>
                  <a:stretch>
                    <a:fillRect l="-6667" r="-4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38855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  <p:bldP spid="109" grpId="0"/>
      <p:bldP spid="1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绘制根轨迹的基本法则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FA167F4-2707-C0AF-5830-FE95267988D3}"/>
              </a:ext>
            </a:extLst>
          </p:cNvPr>
          <p:cNvGrpSpPr/>
          <p:nvPr/>
        </p:nvGrpSpPr>
        <p:grpSpPr>
          <a:xfrm>
            <a:off x="6096000" y="281940"/>
            <a:ext cx="4765133" cy="725177"/>
            <a:chOff x="4943078" y="1700704"/>
            <a:chExt cx="4765133" cy="725177"/>
          </a:xfrm>
        </p:grpSpPr>
        <p:sp>
          <p:nvSpPr>
            <p:cNvPr id="24" name="íŝlïďê">
              <a:extLst>
                <a:ext uri="{FF2B5EF4-FFF2-40B4-BE49-F238E27FC236}">
                  <a16:creationId xmlns:a16="http://schemas.microsoft.com/office/drawing/2014/main" id="{5950F111-9238-004C-E659-30389BC160D6}"/>
                </a:ext>
              </a:extLst>
            </p:cNvPr>
            <p:cNvSpPr/>
            <p:nvPr/>
          </p:nvSpPr>
          <p:spPr bwMode="auto">
            <a:xfrm>
              <a:off x="5375126" y="1769619"/>
              <a:ext cx="4333085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渐近线</a:t>
              </a:r>
            </a:p>
          </p:txBody>
        </p:sp>
        <p:sp>
          <p:nvSpPr>
            <p:cNvPr id="26" name="ï$ľiďê">
              <a:extLst>
                <a:ext uri="{FF2B5EF4-FFF2-40B4-BE49-F238E27FC236}">
                  <a16:creationId xmlns:a16="http://schemas.microsoft.com/office/drawing/2014/main" id="{EF35A6C4-49B5-17AF-B23C-4174AB75D66C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íŝlïďê">
                <a:extLst>
                  <a:ext uri="{FF2B5EF4-FFF2-40B4-BE49-F238E27FC236}">
                    <a16:creationId xmlns:a16="http://schemas.microsoft.com/office/drawing/2014/main" id="{280C4485-10A3-65C8-D30E-C406063D4DD8}"/>
                  </a:ext>
                </a:extLst>
              </p:cNvPr>
              <p:cNvSpPr/>
              <p:nvPr/>
            </p:nvSpPr>
            <p:spPr bwMode="auto">
              <a:xfrm>
                <a:off x="297262" y="1035199"/>
                <a:ext cx="11629626" cy="1532334"/>
              </a:xfrm>
              <a:prstGeom prst="roundRect">
                <a:avLst/>
              </a:prstGeom>
              <a:noFill/>
              <a:ln w="25400">
                <a:solidFill>
                  <a:srgbClr val="0070C0"/>
                </a:solidFill>
                <a:prstDash val="sysDash"/>
              </a:ln>
              <a:effec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" altLang="zh-CN" sz="28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" altLang="zh-CN" sz="28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" altLang="zh-CN" sz="28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" altLang="zh-CN" sz="28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chemeClr val="accent1"/>
                    </a:solidFill>
                    <a:latin typeface="Stencil" panose="040409050D0802020404" pitchFamily="82" charset="0"/>
                  </a:rPr>
                  <a:t>时，</a:t>
                </a:r>
                <a14:m>
                  <m:oMath xmlns:m="http://schemas.openxmlformats.org/officeDocument/2006/math">
                    <m:r>
                      <a:rPr lang="en" altLang="zh-CN" sz="28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" altLang="zh-CN" sz="28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" altLang="zh-CN" sz="28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" altLang="zh-CN" sz="28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chemeClr val="accent1"/>
                    </a:solidFill>
                    <a:latin typeface="Stencil" panose="040409050D0802020404" pitchFamily="82" charset="0"/>
                  </a:rPr>
                  <a:t>条根轨迹分支趋于无穷远处的规律。</a:t>
                </a:r>
              </a:p>
              <a:p>
                <a:r>
                  <a:rPr lang="zh-CN" altLang="en-US" sz="2800" dirty="0">
                    <a:solidFill>
                      <a:schemeClr val="accent1"/>
                    </a:solidFill>
                    <a:latin typeface="Stencil" panose="040409050D0802020404" pitchFamily="82" charset="0"/>
                  </a:rPr>
                  <a:t>这 </a:t>
                </a:r>
                <a14:m>
                  <m:oMath xmlns:m="http://schemas.openxmlformats.org/officeDocument/2006/math">
                    <m:r>
                      <a:rPr lang="en" altLang="zh-CN" sz="28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" altLang="zh-CN" sz="28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" altLang="zh-CN" sz="28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" altLang="zh-CN" sz="28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chemeClr val="accent1"/>
                    </a:solidFill>
                    <a:latin typeface="Stencil" panose="040409050D0802020404" pitchFamily="82" charset="0"/>
                  </a:rPr>
                  <a:t>条根轨迹变化趋向的直线叫做根轨迹的渐近线，因此，渐近线也有 </a:t>
                </a:r>
                <a14:m>
                  <m:oMath xmlns:m="http://schemas.openxmlformats.org/officeDocument/2006/math">
                    <m:r>
                      <a:rPr lang="en" altLang="zh-CN" sz="28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" altLang="zh-CN" sz="28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" altLang="zh-CN" sz="28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" altLang="zh-CN" sz="28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chemeClr val="accent1"/>
                    </a:solidFill>
                    <a:latin typeface="Stencil" panose="040409050D0802020404" pitchFamily="82" charset="0"/>
                  </a:rPr>
                  <a:t>条，且它们交于实轴上的一点。</a:t>
                </a:r>
              </a:p>
            </p:txBody>
          </p:sp>
        </mc:Choice>
        <mc:Fallback xmlns="">
          <p:sp>
            <p:nvSpPr>
              <p:cNvPr id="39" name="íŝlïďê">
                <a:extLst>
                  <a:ext uri="{FF2B5EF4-FFF2-40B4-BE49-F238E27FC236}">
                    <a16:creationId xmlns:a16="http://schemas.microsoft.com/office/drawing/2014/main" id="{280C4485-10A3-65C8-D30E-C406063D4D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7262" y="1035199"/>
                <a:ext cx="11629626" cy="1532334"/>
              </a:xfrm>
              <a:prstGeom prst="roundRect">
                <a:avLst/>
              </a:prstGeom>
              <a:blipFill>
                <a:blip r:embed="rId3"/>
                <a:stretch>
                  <a:fillRect l="-326" b="-4032"/>
                </a:stretch>
              </a:blipFill>
              <a:ln w="25400">
                <a:solidFill>
                  <a:srgbClr val="0070C0"/>
                </a:solidFill>
                <a:prstDash val="sysDash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08F0AF4D-0C4A-7D75-64B5-7D2BF5DB2872}"/>
              </a:ext>
            </a:extLst>
          </p:cNvPr>
          <p:cNvGrpSpPr/>
          <p:nvPr/>
        </p:nvGrpSpPr>
        <p:grpSpPr>
          <a:xfrm>
            <a:off x="-241498" y="3222930"/>
            <a:ext cx="11916952" cy="965329"/>
            <a:chOff x="-241498" y="3222930"/>
            <a:chExt cx="11916952" cy="9653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564B7F1-5212-BC7F-1130-28A207AAAE42}"/>
                    </a:ext>
                  </a:extLst>
                </p:cNvPr>
                <p:cNvSpPr txBox="1"/>
                <p:nvPr/>
              </p:nvSpPr>
              <p:spPr>
                <a:xfrm>
                  <a:off x="-241498" y="3222930"/>
                  <a:ext cx="6120680" cy="9653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m:rPr>
                            <m:aln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subSup"/>
                                <m:ctrlPr>
                                  <a:rPr kumimoji="1" lang="en-US" altLang="zh-CN" sz="28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kumimoji="1" lang="en-US" altLang="zh-CN" sz="2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1" lang="en-US" altLang="zh-CN" sz="2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num>
                          <m:den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564B7F1-5212-BC7F-1130-28A207AAAE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41498" y="3222930"/>
                  <a:ext cx="6120680" cy="965329"/>
                </a:xfrm>
                <a:prstGeom prst="rect">
                  <a:avLst/>
                </a:prstGeom>
                <a:blipFill>
                  <a:blip r:embed="rId4"/>
                  <a:stretch>
                    <a:fillRect t="-70130" b="-584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7390133-DD2C-85D7-BB2D-990B09495A8D}"/>
                </a:ext>
              </a:extLst>
            </p:cNvPr>
            <p:cNvSpPr txBox="1"/>
            <p:nvPr/>
          </p:nvSpPr>
          <p:spPr>
            <a:xfrm>
              <a:off x="7319342" y="3474546"/>
              <a:ext cx="4356112" cy="599123"/>
            </a:xfrm>
            <a:prstGeom prst="roundRect">
              <a:avLst>
                <a:gd name="adj" fmla="val 22661"/>
              </a:avLst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2800" dirty="0">
                  <a:solidFill>
                    <a:schemeClr val="bg1"/>
                  </a:solidFill>
                </a:rPr>
                <a:t>渐近线与实轴的交点坐标</a:t>
              </a:r>
            </a:p>
          </p:txBody>
        </p:sp>
        <p:sp>
          <p:nvSpPr>
            <p:cNvPr id="25" name="燕尾形 24">
              <a:extLst>
                <a:ext uri="{FF2B5EF4-FFF2-40B4-BE49-F238E27FC236}">
                  <a16:creationId xmlns:a16="http://schemas.microsoft.com/office/drawing/2014/main" id="{10034F06-42A0-CFE9-CF9C-BFE8B6899A04}"/>
                </a:ext>
              </a:extLst>
            </p:cNvPr>
            <p:cNvSpPr/>
            <p:nvPr/>
          </p:nvSpPr>
          <p:spPr>
            <a:xfrm>
              <a:off x="6821177" y="3558083"/>
              <a:ext cx="359074" cy="432048"/>
            </a:xfrm>
            <a:prstGeom prst="chevron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B9B263A8-C686-48A0-DA77-50E43AB7DFB8}"/>
              </a:ext>
            </a:extLst>
          </p:cNvPr>
          <p:cNvGrpSpPr/>
          <p:nvPr/>
        </p:nvGrpSpPr>
        <p:grpSpPr>
          <a:xfrm>
            <a:off x="-315329" y="4863037"/>
            <a:ext cx="11990783" cy="912942"/>
            <a:chOff x="-315329" y="4863037"/>
            <a:chExt cx="11990783" cy="9129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F08432F3-B0EA-7ED4-CCB2-4099AA0F559F}"/>
                    </a:ext>
                  </a:extLst>
                </p:cNvPr>
                <p:cNvSpPr txBox="1"/>
                <p:nvPr/>
              </p:nvSpPr>
              <p:spPr>
                <a:xfrm>
                  <a:off x="-315329" y="4863037"/>
                  <a:ext cx="6120680" cy="91294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m:rPr>
                            <m:aln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(2</m:t>
                            </m:r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+1)</m:t>
                            </m:r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F08432F3-B0EA-7ED4-CCB2-4099AA0F55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15329" y="4863037"/>
                  <a:ext cx="6120680" cy="912942"/>
                </a:xfrm>
                <a:prstGeom prst="rect">
                  <a:avLst/>
                </a:prstGeom>
                <a:blipFill>
                  <a:blip r:embed="rId5"/>
                  <a:stretch>
                    <a:fillRect b="-137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燕尾形 33">
              <a:extLst>
                <a:ext uri="{FF2B5EF4-FFF2-40B4-BE49-F238E27FC236}">
                  <a16:creationId xmlns:a16="http://schemas.microsoft.com/office/drawing/2014/main" id="{D56E8B37-0290-DDE9-B474-6095A15832A8}"/>
                </a:ext>
              </a:extLst>
            </p:cNvPr>
            <p:cNvSpPr/>
            <p:nvPr/>
          </p:nvSpPr>
          <p:spPr>
            <a:xfrm>
              <a:off x="6798673" y="5260394"/>
              <a:ext cx="359074" cy="432048"/>
            </a:xfrm>
            <a:prstGeom prst="chevron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6A11D6AC-3AF2-DC1B-3FEE-1C96BF6C41F8}"/>
                </a:ext>
              </a:extLst>
            </p:cNvPr>
            <p:cNvSpPr txBox="1"/>
            <p:nvPr/>
          </p:nvSpPr>
          <p:spPr>
            <a:xfrm>
              <a:off x="7319342" y="5176856"/>
              <a:ext cx="4356112" cy="599123"/>
            </a:xfrm>
            <a:prstGeom prst="roundRect">
              <a:avLst>
                <a:gd name="adj" fmla="val 22661"/>
              </a:avLst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2800" dirty="0">
                  <a:solidFill>
                    <a:schemeClr val="bg1"/>
                  </a:solidFill>
                </a:rPr>
                <a:t>渐近线与实轴的夹角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1216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根轨迹绘制例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564B7F1-5212-BC7F-1130-28A207AAAE42}"/>
                  </a:ext>
                </a:extLst>
              </p:cNvPr>
              <p:cNvSpPr txBox="1"/>
              <p:nvPr/>
            </p:nvSpPr>
            <p:spPr>
              <a:xfrm>
                <a:off x="5752746" y="137777"/>
                <a:ext cx="4261116" cy="9908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kumimoji="1" lang="zh-CN" alt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564B7F1-5212-BC7F-1130-28A207AAA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746" y="137777"/>
                <a:ext cx="4261116" cy="990849"/>
              </a:xfrm>
              <a:prstGeom prst="rect">
                <a:avLst/>
              </a:prstGeom>
              <a:blipFill>
                <a:blip r:embed="rId3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ADDA96AE-FE12-3D03-517A-23462BCC0CA6}"/>
              </a:ext>
            </a:extLst>
          </p:cNvPr>
          <p:cNvCxnSpPr>
            <a:cxnSpLocks/>
          </p:cNvCxnSpPr>
          <p:nvPr/>
        </p:nvCxnSpPr>
        <p:spPr>
          <a:xfrm>
            <a:off x="8957744" y="3678072"/>
            <a:ext cx="17768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B4F167F5-4B4A-3B66-66CF-556A7B339239}"/>
              </a:ext>
            </a:extLst>
          </p:cNvPr>
          <p:cNvCxnSpPr>
            <a:cxnSpLocks/>
          </p:cNvCxnSpPr>
          <p:nvPr/>
        </p:nvCxnSpPr>
        <p:spPr>
          <a:xfrm flipV="1">
            <a:off x="10275660" y="1545978"/>
            <a:ext cx="0" cy="43924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极点2">
            <a:extLst>
              <a:ext uri="{FF2B5EF4-FFF2-40B4-BE49-F238E27FC236}">
                <a16:creationId xmlns:a16="http://schemas.microsoft.com/office/drawing/2014/main" id="{B8370DAA-4D18-6947-7E55-A577D76E5765}"/>
              </a:ext>
            </a:extLst>
          </p:cNvPr>
          <p:cNvSpPr/>
          <p:nvPr/>
        </p:nvSpPr>
        <p:spPr>
          <a:xfrm>
            <a:off x="8831510" y="3534056"/>
            <a:ext cx="288032" cy="288032"/>
          </a:xfrm>
          <a:prstGeom prst="mathMultiply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47" name="极点1">
            <a:extLst>
              <a:ext uri="{FF2B5EF4-FFF2-40B4-BE49-F238E27FC236}">
                <a16:creationId xmlns:a16="http://schemas.microsoft.com/office/drawing/2014/main" id="{F990C884-C1D1-9728-B477-5393D0DC837B}"/>
              </a:ext>
            </a:extLst>
          </p:cNvPr>
          <p:cNvSpPr/>
          <p:nvPr/>
        </p:nvSpPr>
        <p:spPr>
          <a:xfrm>
            <a:off x="10125093" y="3534056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2F56F1F5-44F7-AF26-00A4-BAA5716ADDC0}"/>
                  </a:ext>
                </a:extLst>
              </p:cNvPr>
              <p:cNvSpPr txBox="1"/>
              <p:nvPr/>
            </p:nvSpPr>
            <p:spPr>
              <a:xfrm>
                <a:off x="10275660" y="1196752"/>
                <a:ext cx="5207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2F56F1F5-44F7-AF26-00A4-BAA5716AD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5660" y="1196752"/>
                <a:ext cx="520701" cy="523220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B1F05300-581C-6506-4892-987D9D4D2076}"/>
                  </a:ext>
                </a:extLst>
              </p:cNvPr>
              <p:cNvSpPr txBox="1"/>
              <p:nvPr/>
            </p:nvSpPr>
            <p:spPr>
              <a:xfrm>
                <a:off x="10456223" y="3053133"/>
                <a:ext cx="3221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B1F05300-581C-6506-4892-987D9D4D2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6223" y="3053133"/>
                <a:ext cx="322182" cy="523220"/>
              </a:xfrm>
              <a:prstGeom prst="rect">
                <a:avLst/>
              </a:prstGeom>
              <a:blipFill>
                <a:blip r:embed="rId5"/>
                <a:stretch>
                  <a:fillRect l="-11538" r="-26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590FA8CC-6052-7391-AEA3-832B248009C4}"/>
                  </a:ext>
                </a:extLst>
              </p:cNvPr>
              <p:cNvSpPr txBox="1"/>
              <p:nvPr/>
            </p:nvSpPr>
            <p:spPr>
              <a:xfrm>
                <a:off x="10422982" y="3776779"/>
                <a:ext cx="5207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590FA8CC-6052-7391-AEA3-832B24800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2982" y="3776779"/>
                <a:ext cx="520701" cy="523220"/>
              </a:xfrm>
              <a:prstGeom prst="rect">
                <a:avLst/>
              </a:prstGeom>
              <a:blipFill>
                <a:blip r:embed="rId6"/>
                <a:stretch>
                  <a:fillRect r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2E8DE49-E601-C1BF-A858-50CFF27EB174}"/>
                  </a:ext>
                </a:extLst>
              </p:cNvPr>
              <p:cNvSpPr txBox="1"/>
              <p:nvPr/>
            </p:nvSpPr>
            <p:spPr>
              <a:xfrm>
                <a:off x="10213916" y="3599910"/>
                <a:ext cx="520701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2E8DE49-E601-C1BF-A858-50CFF27EB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3916" y="3599910"/>
                <a:ext cx="520701" cy="5246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0BDAE0B4-17A7-A43F-17D5-540A4D8A3BF9}"/>
              </a:ext>
            </a:extLst>
          </p:cNvPr>
          <p:cNvCxnSpPr>
            <a:cxnSpLocks/>
          </p:cNvCxnSpPr>
          <p:nvPr/>
        </p:nvCxnSpPr>
        <p:spPr>
          <a:xfrm>
            <a:off x="10279852" y="1810097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9B56CBD4-70DE-9C93-CAA0-FD21E962EDE1}"/>
              </a:ext>
            </a:extLst>
          </p:cNvPr>
          <p:cNvCxnSpPr>
            <a:cxnSpLocks/>
          </p:cNvCxnSpPr>
          <p:nvPr/>
        </p:nvCxnSpPr>
        <p:spPr>
          <a:xfrm>
            <a:off x="10279852" y="2557287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BD642B27-0FBD-4E61-E0F6-67076E6F2D47}"/>
              </a:ext>
            </a:extLst>
          </p:cNvPr>
          <p:cNvCxnSpPr>
            <a:cxnSpLocks/>
          </p:cNvCxnSpPr>
          <p:nvPr/>
        </p:nvCxnSpPr>
        <p:spPr>
          <a:xfrm>
            <a:off x="10279852" y="2930882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381E76C7-D3E6-1731-3EA4-D2D4CC44D688}"/>
              </a:ext>
            </a:extLst>
          </p:cNvPr>
          <p:cNvCxnSpPr>
            <a:cxnSpLocks/>
          </p:cNvCxnSpPr>
          <p:nvPr/>
        </p:nvCxnSpPr>
        <p:spPr>
          <a:xfrm>
            <a:off x="10279852" y="3304477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A5EB4AB3-C49F-83DF-216F-7D03871C9826}"/>
              </a:ext>
            </a:extLst>
          </p:cNvPr>
          <p:cNvCxnSpPr>
            <a:cxnSpLocks/>
          </p:cNvCxnSpPr>
          <p:nvPr/>
        </p:nvCxnSpPr>
        <p:spPr>
          <a:xfrm>
            <a:off x="10279852" y="4051667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698CB20C-B1EE-9542-3826-004E8AD7B946}"/>
              </a:ext>
            </a:extLst>
          </p:cNvPr>
          <p:cNvCxnSpPr>
            <a:cxnSpLocks/>
          </p:cNvCxnSpPr>
          <p:nvPr/>
        </p:nvCxnSpPr>
        <p:spPr>
          <a:xfrm>
            <a:off x="10279852" y="4425262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箭头连接符 57">
            <a:extLst>
              <a:ext uri="{FF2B5EF4-FFF2-40B4-BE49-F238E27FC236}">
                <a16:creationId xmlns:a16="http://schemas.microsoft.com/office/drawing/2014/main" id="{FE1252BB-9F32-CB17-1151-7629A086554C}"/>
              </a:ext>
            </a:extLst>
          </p:cNvPr>
          <p:cNvCxnSpPr>
            <a:cxnSpLocks/>
          </p:cNvCxnSpPr>
          <p:nvPr/>
        </p:nvCxnSpPr>
        <p:spPr>
          <a:xfrm>
            <a:off x="10279852" y="4798857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EBD3A8E0-2B71-AC34-B21A-FBAB2A23E40E}"/>
              </a:ext>
            </a:extLst>
          </p:cNvPr>
          <p:cNvCxnSpPr>
            <a:cxnSpLocks/>
          </p:cNvCxnSpPr>
          <p:nvPr/>
        </p:nvCxnSpPr>
        <p:spPr>
          <a:xfrm>
            <a:off x="10279852" y="5172452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E900620D-333D-53FB-F614-0235000347BB}"/>
              </a:ext>
            </a:extLst>
          </p:cNvPr>
          <p:cNvCxnSpPr>
            <a:cxnSpLocks/>
          </p:cNvCxnSpPr>
          <p:nvPr/>
        </p:nvCxnSpPr>
        <p:spPr>
          <a:xfrm>
            <a:off x="10279852" y="5546043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线箭头连接符 60">
            <a:extLst>
              <a:ext uri="{FF2B5EF4-FFF2-40B4-BE49-F238E27FC236}">
                <a16:creationId xmlns:a16="http://schemas.microsoft.com/office/drawing/2014/main" id="{463577E2-6CBB-70F5-1604-62C737241813}"/>
              </a:ext>
            </a:extLst>
          </p:cNvPr>
          <p:cNvCxnSpPr>
            <a:cxnSpLocks/>
          </p:cNvCxnSpPr>
          <p:nvPr/>
        </p:nvCxnSpPr>
        <p:spPr>
          <a:xfrm>
            <a:off x="10279852" y="2183692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9CB1BFCC-5737-595F-A04A-49E1593A3955}"/>
                  </a:ext>
                </a:extLst>
              </p:cNvPr>
              <p:cNvSpPr txBox="1"/>
              <p:nvPr/>
            </p:nvSpPr>
            <p:spPr>
              <a:xfrm>
                <a:off x="10450938" y="2669272"/>
                <a:ext cx="3221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9CB1BFCC-5737-595F-A04A-49E1593A3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938" y="2669272"/>
                <a:ext cx="322182" cy="523220"/>
              </a:xfrm>
              <a:prstGeom prst="rect">
                <a:avLst/>
              </a:prstGeom>
              <a:blipFill>
                <a:blip r:embed="rId8"/>
                <a:stretch>
                  <a:fillRect l="-7407" r="-25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FBC68EFE-CD11-9F07-73F2-44B676E7B3F4}"/>
                  </a:ext>
                </a:extLst>
              </p:cNvPr>
              <p:cNvSpPr txBox="1"/>
              <p:nvPr/>
            </p:nvSpPr>
            <p:spPr>
              <a:xfrm>
                <a:off x="10458226" y="2290423"/>
                <a:ext cx="3221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FBC68EFE-CD11-9F07-73F2-44B676E7B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8226" y="2290423"/>
                <a:ext cx="322182" cy="523220"/>
              </a:xfrm>
              <a:prstGeom prst="rect">
                <a:avLst/>
              </a:prstGeom>
              <a:blipFill>
                <a:blip r:embed="rId9"/>
                <a:stretch>
                  <a:fillRect l="-11538" r="-26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9D7C0A6B-EB41-E864-C05F-98B92D5C0580}"/>
                  </a:ext>
                </a:extLst>
              </p:cNvPr>
              <p:cNvSpPr txBox="1"/>
              <p:nvPr/>
            </p:nvSpPr>
            <p:spPr>
              <a:xfrm>
                <a:off x="10456248" y="1928278"/>
                <a:ext cx="3221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9D7C0A6B-EB41-E864-C05F-98B92D5C0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6248" y="1928278"/>
                <a:ext cx="322182" cy="523220"/>
              </a:xfrm>
              <a:prstGeom prst="rect">
                <a:avLst/>
              </a:prstGeom>
              <a:blipFill>
                <a:blip r:embed="rId10"/>
                <a:stretch>
                  <a:fillRect l="-11538" r="-26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00DD36B1-2E07-9EF6-00C4-B5D18EDDC969}"/>
                  </a:ext>
                </a:extLst>
              </p:cNvPr>
              <p:cNvSpPr txBox="1"/>
              <p:nvPr/>
            </p:nvSpPr>
            <p:spPr>
              <a:xfrm>
                <a:off x="10450938" y="1552767"/>
                <a:ext cx="3221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00DD36B1-2E07-9EF6-00C4-B5D18EDDC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938" y="1552767"/>
                <a:ext cx="322182" cy="523220"/>
              </a:xfrm>
              <a:prstGeom prst="rect">
                <a:avLst/>
              </a:prstGeom>
              <a:blipFill>
                <a:blip r:embed="rId11"/>
                <a:stretch>
                  <a:fillRect l="-11111" r="-25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F2102832-36D4-C639-4E99-019C65F313EE}"/>
                  </a:ext>
                </a:extLst>
              </p:cNvPr>
              <p:cNvSpPr txBox="1"/>
              <p:nvPr/>
            </p:nvSpPr>
            <p:spPr>
              <a:xfrm>
                <a:off x="10416733" y="4159373"/>
                <a:ext cx="5207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F2102832-36D4-C639-4E99-019C65F31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6733" y="4159373"/>
                <a:ext cx="520701" cy="523220"/>
              </a:xfrm>
              <a:prstGeom prst="rect">
                <a:avLst/>
              </a:prstGeom>
              <a:blipFill>
                <a:blip r:embed="rId12"/>
                <a:stretch>
                  <a:fillRect r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06AAD508-7AB3-637F-29C6-411460EEAD7E}"/>
                  </a:ext>
                </a:extLst>
              </p:cNvPr>
              <p:cNvSpPr txBox="1"/>
              <p:nvPr/>
            </p:nvSpPr>
            <p:spPr>
              <a:xfrm>
                <a:off x="10416733" y="4519689"/>
                <a:ext cx="5207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06AAD508-7AB3-637F-29C6-411460EEA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6733" y="4519689"/>
                <a:ext cx="520701" cy="523220"/>
              </a:xfrm>
              <a:prstGeom prst="rect">
                <a:avLst/>
              </a:prstGeom>
              <a:blipFill>
                <a:blip r:embed="rId13"/>
                <a:stretch>
                  <a:fillRect r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7FB83E9A-2039-8046-0AA8-71238C3BB42B}"/>
                  </a:ext>
                </a:extLst>
              </p:cNvPr>
              <p:cNvSpPr txBox="1"/>
              <p:nvPr/>
            </p:nvSpPr>
            <p:spPr>
              <a:xfrm>
                <a:off x="10416733" y="4897563"/>
                <a:ext cx="5207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7FB83E9A-2039-8046-0AA8-71238C3BB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6733" y="4897563"/>
                <a:ext cx="520701" cy="523220"/>
              </a:xfrm>
              <a:prstGeom prst="rect">
                <a:avLst/>
              </a:prstGeom>
              <a:blipFill>
                <a:blip r:embed="rId14"/>
                <a:stretch>
                  <a:fillRect r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D5833602-9500-53DB-FB38-C6864090D311}"/>
                  </a:ext>
                </a:extLst>
              </p:cNvPr>
              <p:cNvSpPr txBox="1"/>
              <p:nvPr/>
            </p:nvSpPr>
            <p:spPr>
              <a:xfrm>
                <a:off x="10413125" y="5280157"/>
                <a:ext cx="5207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D5833602-9500-53DB-FB38-C6864090D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3125" y="5280157"/>
                <a:ext cx="520701" cy="523220"/>
              </a:xfrm>
              <a:prstGeom prst="rect">
                <a:avLst/>
              </a:prstGeom>
              <a:blipFill>
                <a:blip r:embed="rId15"/>
                <a:stretch>
                  <a:fillRect r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轨迹2">
            <a:extLst>
              <a:ext uri="{FF2B5EF4-FFF2-40B4-BE49-F238E27FC236}">
                <a16:creationId xmlns:a16="http://schemas.microsoft.com/office/drawing/2014/main" id="{6AEFC5D9-0973-E681-49B8-A52035788473}"/>
              </a:ext>
            </a:extLst>
          </p:cNvPr>
          <p:cNvCxnSpPr>
            <a:cxnSpLocks/>
          </p:cNvCxnSpPr>
          <p:nvPr/>
        </p:nvCxnSpPr>
        <p:spPr>
          <a:xfrm>
            <a:off x="8985381" y="3678052"/>
            <a:ext cx="206169" cy="1270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轨迹1">
            <a:extLst>
              <a:ext uri="{FF2B5EF4-FFF2-40B4-BE49-F238E27FC236}">
                <a16:creationId xmlns:a16="http://schemas.microsoft.com/office/drawing/2014/main" id="{92C978D3-A115-3F9E-D8F6-040B0BED62C1}"/>
              </a:ext>
            </a:extLst>
          </p:cNvPr>
          <p:cNvCxnSpPr>
            <a:cxnSpLocks/>
          </p:cNvCxnSpPr>
          <p:nvPr/>
        </p:nvCxnSpPr>
        <p:spPr>
          <a:xfrm rot="10800000">
            <a:off x="10055646" y="3690753"/>
            <a:ext cx="220018" cy="8881"/>
          </a:xfrm>
          <a:prstGeom prst="bentConnector3">
            <a:avLst>
              <a:gd name="adj1" fmla="val 50000"/>
            </a:avLst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íŝlïďê">
            <a:extLst>
              <a:ext uri="{FF2B5EF4-FFF2-40B4-BE49-F238E27FC236}">
                <a16:creationId xmlns:a16="http://schemas.microsoft.com/office/drawing/2014/main" id="{0B1C36B8-28A8-8F1C-1232-20032DA219B6}"/>
              </a:ext>
            </a:extLst>
          </p:cNvPr>
          <p:cNvSpPr/>
          <p:nvPr/>
        </p:nvSpPr>
        <p:spPr bwMode="auto">
          <a:xfrm>
            <a:off x="261938" y="1975681"/>
            <a:ext cx="3485225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实轴上的根轨迹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3E85C027-4014-1EC0-4348-21702EDA7BC3}"/>
                  </a:ext>
                </a:extLst>
              </p:cNvPr>
              <p:cNvSpPr txBox="1"/>
              <p:nvPr/>
            </p:nvSpPr>
            <p:spPr>
              <a:xfrm>
                <a:off x="3809651" y="1975681"/>
                <a:ext cx="159300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[−2,0]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3E85C027-4014-1EC0-4348-21702EDA7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651" y="1975681"/>
                <a:ext cx="1593003" cy="523220"/>
              </a:xfrm>
              <a:prstGeom prst="rect">
                <a:avLst/>
              </a:prstGeom>
              <a:blipFill>
                <a:blip r:embed="rId16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íŝlïďê">
            <a:extLst>
              <a:ext uri="{FF2B5EF4-FFF2-40B4-BE49-F238E27FC236}">
                <a16:creationId xmlns:a16="http://schemas.microsoft.com/office/drawing/2014/main" id="{9188FB87-E2C8-E530-5006-C850718ADCE1}"/>
              </a:ext>
            </a:extLst>
          </p:cNvPr>
          <p:cNvSpPr/>
          <p:nvPr/>
        </p:nvSpPr>
        <p:spPr bwMode="auto">
          <a:xfrm>
            <a:off x="253182" y="1103874"/>
            <a:ext cx="3493981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实轴上起点与终点</a:t>
            </a:r>
          </a:p>
        </p:txBody>
      </p:sp>
    </p:spTree>
    <p:extLst>
      <p:ext uri="{BB962C8B-B14F-4D97-AF65-F5344CB8AC3E}">
        <p14:creationId xmlns:p14="http://schemas.microsoft.com/office/powerpoint/2010/main" val="2576762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 animBg="1"/>
      <p:bldP spid="47" grpId="0" animBg="1"/>
      <p:bldP spid="81" grpId="0" animBg="1"/>
      <p:bldP spid="82" grpId="0"/>
      <p:bldP spid="8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根轨迹绘制例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564B7F1-5212-BC7F-1130-28A207AAAE42}"/>
                  </a:ext>
                </a:extLst>
              </p:cNvPr>
              <p:cNvSpPr txBox="1"/>
              <p:nvPr/>
            </p:nvSpPr>
            <p:spPr>
              <a:xfrm>
                <a:off x="5752746" y="137777"/>
                <a:ext cx="4261116" cy="9908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kumimoji="1" lang="zh-CN" alt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564B7F1-5212-BC7F-1130-28A207AAA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746" y="137777"/>
                <a:ext cx="4261116" cy="990849"/>
              </a:xfrm>
              <a:prstGeom prst="rect">
                <a:avLst/>
              </a:prstGeom>
              <a:blipFill>
                <a:blip r:embed="rId3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ADDA96AE-FE12-3D03-517A-23462BCC0CA6}"/>
              </a:ext>
            </a:extLst>
          </p:cNvPr>
          <p:cNvCxnSpPr>
            <a:cxnSpLocks/>
          </p:cNvCxnSpPr>
          <p:nvPr/>
        </p:nvCxnSpPr>
        <p:spPr>
          <a:xfrm>
            <a:off x="8957744" y="3678072"/>
            <a:ext cx="17768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B4F167F5-4B4A-3B66-66CF-556A7B339239}"/>
              </a:ext>
            </a:extLst>
          </p:cNvPr>
          <p:cNvCxnSpPr>
            <a:cxnSpLocks/>
          </p:cNvCxnSpPr>
          <p:nvPr/>
        </p:nvCxnSpPr>
        <p:spPr>
          <a:xfrm flipV="1">
            <a:off x="10275660" y="1545978"/>
            <a:ext cx="0" cy="43924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极点2">
            <a:extLst>
              <a:ext uri="{FF2B5EF4-FFF2-40B4-BE49-F238E27FC236}">
                <a16:creationId xmlns:a16="http://schemas.microsoft.com/office/drawing/2014/main" id="{B8370DAA-4D18-6947-7E55-A577D76E5765}"/>
              </a:ext>
            </a:extLst>
          </p:cNvPr>
          <p:cNvSpPr/>
          <p:nvPr/>
        </p:nvSpPr>
        <p:spPr>
          <a:xfrm>
            <a:off x="8831510" y="3534056"/>
            <a:ext cx="288032" cy="288032"/>
          </a:xfrm>
          <a:prstGeom prst="mathMultiply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47" name="极点1">
            <a:extLst>
              <a:ext uri="{FF2B5EF4-FFF2-40B4-BE49-F238E27FC236}">
                <a16:creationId xmlns:a16="http://schemas.microsoft.com/office/drawing/2014/main" id="{F990C884-C1D1-9728-B477-5393D0DC837B}"/>
              </a:ext>
            </a:extLst>
          </p:cNvPr>
          <p:cNvSpPr/>
          <p:nvPr/>
        </p:nvSpPr>
        <p:spPr>
          <a:xfrm>
            <a:off x="10125093" y="3534056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2F56F1F5-44F7-AF26-00A4-BAA5716ADDC0}"/>
                  </a:ext>
                </a:extLst>
              </p:cNvPr>
              <p:cNvSpPr txBox="1"/>
              <p:nvPr/>
            </p:nvSpPr>
            <p:spPr>
              <a:xfrm>
                <a:off x="10275660" y="1196752"/>
                <a:ext cx="5207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2F56F1F5-44F7-AF26-00A4-BAA5716AD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5660" y="1196752"/>
                <a:ext cx="520701" cy="523220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B1F05300-581C-6506-4892-987D9D4D2076}"/>
                  </a:ext>
                </a:extLst>
              </p:cNvPr>
              <p:cNvSpPr txBox="1"/>
              <p:nvPr/>
            </p:nvSpPr>
            <p:spPr>
              <a:xfrm>
                <a:off x="10456223" y="3053133"/>
                <a:ext cx="3221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B1F05300-581C-6506-4892-987D9D4D2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6223" y="3053133"/>
                <a:ext cx="322182" cy="523220"/>
              </a:xfrm>
              <a:prstGeom prst="rect">
                <a:avLst/>
              </a:prstGeom>
              <a:blipFill>
                <a:blip r:embed="rId5"/>
                <a:stretch>
                  <a:fillRect l="-11538" r="-26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590FA8CC-6052-7391-AEA3-832B248009C4}"/>
                  </a:ext>
                </a:extLst>
              </p:cNvPr>
              <p:cNvSpPr txBox="1"/>
              <p:nvPr/>
            </p:nvSpPr>
            <p:spPr>
              <a:xfrm>
                <a:off x="10422982" y="3776779"/>
                <a:ext cx="5207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590FA8CC-6052-7391-AEA3-832B24800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2982" y="3776779"/>
                <a:ext cx="520701" cy="523220"/>
              </a:xfrm>
              <a:prstGeom prst="rect">
                <a:avLst/>
              </a:prstGeom>
              <a:blipFill>
                <a:blip r:embed="rId6"/>
                <a:stretch>
                  <a:fillRect r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2E8DE49-E601-C1BF-A858-50CFF27EB174}"/>
                  </a:ext>
                </a:extLst>
              </p:cNvPr>
              <p:cNvSpPr txBox="1"/>
              <p:nvPr/>
            </p:nvSpPr>
            <p:spPr>
              <a:xfrm>
                <a:off x="10213916" y="3599910"/>
                <a:ext cx="520701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2E8DE49-E601-C1BF-A858-50CFF27EB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3916" y="3599910"/>
                <a:ext cx="520701" cy="5246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0BDAE0B4-17A7-A43F-17D5-540A4D8A3BF9}"/>
              </a:ext>
            </a:extLst>
          </p:cNvPr>
          <p:cNvCxnSpPr>
            <a:cxnSpLocks/>
          </p:cNvCxnSpPr>
          <p:nvPr/>
        </p:nvCxnSpPr>
        <p:spPr>
          <a:xfrm>
            <a:off x="10279852" y="1810097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9B56CBD4-70DE-9C93-CAA0-FD21E962EDE1}"/>
              </a:ext>
            </a:extLst>
          </p:cNvPr>
          <p:cNvCxnSpPr>
            <a:cxnSpLocks/>
          </p:cNvCxnSpPr>
          <p:nvPr/>
        </p:nvCxnSpPr>
        <p:spPr>
          <a:xfrm>
            <a:off x="10279852" y="2557287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BD642B27-0FBD-4E61-E0F6-67076E6F2D47}"/>
              </a:ext>
            </a:extLst>
          </p:cNvPr>
          <p:cNvCxnSpPr>
            <a:cxnSpLocks/>
          </p:cNvCxnSpPr>
          <p:nvPr/>
        </p:nvCxnSpPr>
        <p:spPr>
          <a:xfrm>
            <a:off x="10279852" y="2930882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381E76C7-D3E6-1731-3EA4-D2D4CC44D688}"/>
              </a:ext>
            </a:extLst>
          </p:cNvPr>
          <p:cNvCxnSpPr>
            <a:cxnSpLocks/>
          </p:cNvCxnSpPr>
          <p:nvPr/>
        </p:nvCxnSpPr>
        <p:spPr>
          <a:xfrm>
            <a:off x="10279852" y="3304477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A5EB4AB3-C49F-83DF-216F-7D03871C9826}"/>
              </a:ext>
            </a:extLst>
          </p:cNvPr>
          <p:cNvCxnSpPr>
            <a:cxnSpLocks/>
          </p:cNvCxnSpPr>
          <p:nvPr/>
        </p:nvCxnSpPr>
        <p:spPr>
          <a:xfrm>
            <a:off x="10279852" y="4051667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698CB20C-B1EE-9542-3826-004E8AD7B946}"/>
              </a:ext>
            </a:extLst>
          </p:cNvPr>
          <p:cNvCxnSpPr>
            <a:cxnSpLocks/>
          </p:cNvCxnSpPr>
          <p:nvPr/>
        </p:nvCxnSpPr>
        <p:spPr>
          <a:xfrm>
            <a:off x="10279852" y="4425262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箭头连接符 57">
            <a:extLst>
              <a:ext uri="{FF2B5EF4-FFF2-40B4-BE49-F238E27FC236}">
                <a16:creationId xmlns:a16="http://schemas.microsoft.com/office/drawing/2014/main" id="{FE1252BB-9F32-CB17-1151-7629A086554C}"/>
              </a:ext>
            </a:extLst>
          </p:cNvPr>
          <p:cNvCxnSpPr>
            <a:cxnSpLocks/>
          </p:cNvCxnSpPr>
          <p:nvPr/>
        </p:nvCxnSpPr>
        <p:spPr>
          <a:xfrm>
            <a:off x="10279852" y="4798857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EBD3A8E0-2B71-AC34-B21A-FBAB2A23E40E}"/>
              </a:ext>
            </a:extLst>
          </p:cNvPr>
          <p:cNvCxnSpPr>
            <a:cxnSpLocks/>
          </p:cNvCxnSpPr>
          <p:nvPr/>
        </p:nvCxnSpPr>
        <p:spPr>
          <a:xfrm>
            <a:off x="10279852" y="5172452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E900620D-333D-53FB-F614-0235000347BB}"/>
              </a:ext>
            </a:extLst>
          </p:cNvPr>
          <p:cNvCxnSpPr>
            <a:cxnSpLocks/>
          </p:cNvCxnSpPr>
          <p:nvPr/>
        </p:nvCxnSpPr>
        <p:spPr>
          <a:xfrm>
            <a:off x="10279852" y="5546043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线箭头连接符 60">
            <a:extLst>
              <a:ext uri="{FF2B5EF4-FFF2-40B4-BE49-F238E27FC236}">
                <a16:creationId xmlns:a16="http://schemas.microsoft.com/office/drawing/2014/main" id="{463577E2-6CBB-70F5-1604-62C737241813}"/>
              </a:ext>
            </a:extLst>
          </p:cNvPr>
          <p:cNvCxnSpPr>
            <a:cxnSpLocks/>
          </p:cNvCxnSpPr>
          <p:nvPr/>
        </p:nvCxnSpPr>
        <p:spPr>
          <a:xfrm>
            <a:off x="10279852" y="2183692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9CB1BFCC-5737-595F-A04A-49E1593A3955}"/>
                  </a:ext>
                </a:extLst>
              </p:cNvPr>
              <p:cNvSpPr txBox="1"/>
              <p:nvPr/>
            </p:nvSpPr>
            <p:spPr>
              <a:xfrm>
                <a:off x="10450938" y="2669272"/>
                <a:ext cx="3221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9CB1BFCC-5737-595F-A04A-49E1593A3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938" y="2669272"/>
                <a:ext cx="322182" cy="523220"/>
              </a:xfrm>
              <a:prstGeom prst="rect">
                <a:avLst/>
              </a:prstGeom>
              <a:blipFill>
                <a:blip r:embed="rId8"/>
                <a:stretch>
                  <a:fillRect l="-7407" r="-25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FBC68EFE-CD11-9F07-73F2-44B676E7B3F4}"/>
                  </a:ext>
                </a:extLst>
              </p:cNvPr>
              <p:cNvSpPr txBox="1"/>
              <p:nvPr/>
            </p:nvSpPr>
            <p:spPr>
              <a:xfrm>
                <a:off x="10458226" y="2290423"/>
                <a:ext cx="3221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FBC68EFE-CD11-9F07-73F2-44B676E7B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8226" y="2290423"/>
                <a:ext cx="322182" cy="523220"/>
              </a:xfrm>
              <a:prstGeom prst="rect">
                <a:avLst/>
              </a:prstGeom>
              <a:blipFill>
                <a:blip r:embed="rId9"/>
                <a:stretch>
                  <a:fillRect l="-11538" r="-26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9D7C0A6B-EB41-E864-C05F-98B92D5C0580}"/>
                  </a:ext>
                </a:extLst>
              </p:cNvPr>
              <p:cNvSpPr txBox="1"/>
              <p:nvPr/>
            </p:nvSpPr>
            <p:spPr>
              <a:xfrm>
                <a:off x="10456248" y="1928278"/>
                <a:ext cx="3221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9D7C0A6B-EB41-E864-C05F-98B92D5C0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6248" y="1928278"/>
                <a:ext cx="322182" cy="523220"/>
              </a:xfrm>
              <a:prstGeom prst="rect">
                <a:avLst/>
              </a:prstGeom>
              <a:blipFill>
                <a:blip r:embed="rId10"/>
                <a:stretch>
                  <a:fillRect l="-11538" r="-26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00DD36B1-2E07-9EF6-00C4-B5D18EDDC969}"/>
                  </a:ext>
                </a:extLst>
              </p:cNvPr>
              <p:cNvSpPr txBox="1"/>
              <p:nvPr/>
            </p:nvSpPr>
            <p:spPr>
              <a:xfrm>
                <a:off x="10450938" y="1552767"/>
                <a:ext cx="3221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00DD36B1-2E07-9EF6-00C4-B5D18EDDC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938" y="1552767"/>
                <a:ext cx="322182" cy="523220"/>
              </a:xfrm>
              <a:prstGeom prst="rect">
                <a:avLst/>
              </a:prstGeom>
              <a:blipFill>
                <a:blip r:embed="rId11"/>
                <a:stretch>
                  <a:fillRect l="-11111" r="-25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F2102832-36D4-C639-4E99-019C65F313EE}"/>
                  </a:ext>
                </a:extLst>
              </p:cNvPr>
              <p:cNvSpPr txBox="1"/>
              <p:nvPr/>
            </p:nvSpPr>
            <p:spPr>
              <a:xfrm>
                <a:off x="10416733" y="4159373"/>
                <a:ext cx="5207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F2102832-36D4-C639-4E99-019C65F31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6733" y="4159373"/>
                <a:ext cx="520701" cy="523220"/>
              </a:xfrm>
              <a:prstGeom prst="rect">
                <a:avLst/>
              </a:prstGeom>
              <a:blipFill>
                <a:blip r:embed="rId12"/>
                <a:stretch>
                  <a:fillRect r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06AAD508-7AB3-637F-29C6-411460EEAD7E}"/>
                  </a:ext>
                </a:extLst>
              </p:cNvPr>
              <p:cNvSpPr txBox="1"/>
              <p:nvPr/>
            </p:nvSpPr>
            <p:spPr>
              <a:xfrm>
                <a:off x="10416733" y="4519689"/>
                <a:ext cx="5207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06AAD508-7AB3-637F-29C6-411460EEA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6733" y="4519689"/>
                <a:ext cx="520701" cy="523220"/>
              </a:xfrm>
              <a:prstGeom prst="rect">
                <a:avLst/>
              </a:prstGeom>
              <a:blipFill>
                <a:blip r:embed="rId13"/>
                <a:stretch>
                  <a:fillRect r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7FB83E9A-2039-8046-0AA8-71238C3BB42B}"/>
                  </a:ext>
                </a:extLst>
              </p:cNvPr>
              <p:cNvSpPr txBox="1"/>
              <p:nvPr/>
            </p:nvSpPr>
            <p:spPr>
              <a:xfrm>
                <a:off x="10416733" y="4897563"/>
                <a:ext cx="5207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7FB83E9A-2039-8046-0AA8-71238C3BB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6733" y="4897563"/>
                <a:ext cx="520701" cy="523220"/>
              </a:xfrm>
              <a:prstGeom prst="rect">
                <a:avLst/>
              </a:prstGeom>
              <a:blipFill>
                <a:blip r:embed="rId14"/>
                <a:stretch>
                  <a:fillRect r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D5833602-9500-53DB-FB38-C6864090D311}"/>
                  </a:ext>
                </a:extLst>
              </p:cNvPr>
              <p:cNvSpPr txBox="1"/>
              <p:nvPr/>
            </p:nvSpPr>
            <p:spPr>
              <a:xfrm>
                <a:off x="10413125" y="5280157"/>
                <a:ext cx="5207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D5833602-9500-53DB-FB38-C6864090D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3125" y="5280157"/>
                <a:ext cx="520701" cy="523220"/>
              </a:xfrm>
              <a:prstGeom prst="rect">
                <a:avLst/>
              </a:prstGeom>
              <a:blipFill>
                <a:blip r:embed="rId15"/>
                <a:stretch>
                  <a:fillRect r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轨迹2">
            <a:extLst>
              <a:ext uri="{FF2B5EF4-FFF2-40B4-BE49-F238E27FC236}">
                <a16:creationId xmlns:a16="http://schemas.microsoft.com/office/drawing/2014/main" id="{6AEFC5D9-0973-E681-49B8-A52035788473}"/>
              </a:ext>
            </a:extLst>
          </p:cNvPr>
          <p:cNvCxnSpPr>
            <a:cxnSpLocks/>
          </p:cNvCxnSpPr>
          <p:nvPr/>
        </p:nvCxnSpPr>
        <p:spPr>
          <a:xfrm>
            <a:off x="8985381" y="3678052"/>
            <a:ext cx="638217" cy="12700"/>
          </a:xfrm>
          <a:prstGeom prst="bentConnector3">
            <a:avLst>
              <a:gd name="adj1" fmla="val 252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轨迹1">
            <a:extLst>
              <a:ext uri="{FF2B5EF4-FFF2-40B4-BE49-F238E27FC236}">
                <a16:creationId xmlns:a16="http://schemas.microsoft.com/office/drawing/2014/main" id="{92C978D3-A115-3F9E-D8F6-040B0BED62C1}"/>
              </a:ext>
            </a:extLst>
          </p:cNvPr>
          <p:cNvCxnSpPr>
            <a:cxnSpLocks/>
          </p:cNvCxnSpPr>
          <p:nvPr/>
        </p:nvCxnSpPr>
        <p:spPr>
          <a:xfrm rot="10800000">
            <a:off x="9623598" y="3690753"/>
            <a:ext cx="652066" cy="8883"/>
          </a:xfrm>
          <a:prstGeom prst="bentConnector3">
            <a:avLst>
              <a:gd name="adj1" fmla="val 335"/>
            </a:avLst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íŝlïďê">
            <a:extLst>
              <a:ext uri="{FF2B5EF4-FFF2-40B4-BE49-F238E27FC236}">
                <a16:creationId xmlns:a16="http://schemas.microsoft.com/office/drawing/2014/main" id="{0B1C36B8-28A8-8F1C-1232-20032DA219B6}"/>
              </a:ext>
            </a:extLst>
          </p:cNvPr>
          <p:cNvSpPr/>
          <p:nvPr/>
        </p:nvSpPr>
        <p:spPr bwMode="auto">
          <a:xfrm>
            <a:off x="261938" y="1975681"/>
            <a:ext cx="3485225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实轴上的根轨迹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3E85C027-4014-1EC0-4348-21702EDA7BC3}"/>
                  </a:ext>
                </a:extLst>
              </p:cNvPr>
              <p:cNvSpPr txBox="1"/>
              <p:nvPr/>
            </p:nvSpPr>
            <p:spPr>
              <a:xfrm>
                <a:off x="3809651" y="1975681"/>
                <a:ext cx="159300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[−2,0]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3E85C027-4014-1EC0-4348-21702EDA7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651" y="1975681"/>
                <a:ext cx="1593003" cy="523220"/>
              </a:xfrm>
              <a:prstGeom prst="rect">
                <a:avLst/>
              </a:prstGeom>
              <a:blipFill>
                <a:blip r:embed="rId16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íŝlïďê">
            <a:extLst>
              <a:ext uri="{FF2B5EF4-FFF2-40B4-BE49-F238E27FC236}">
                <a16:creationId xmlns:a16="http://schemas.microsoft.com/office/drawing/2014/main" id="{9188FB87-E2C8-E530-5006-C850718ADCE1}"/>
              </a:ext>
            </a:extLst>
          </p:cNvPr>
          <p:cNvSpPr/>
          <p:nvPr/>
        </p:nvSpPr>
        <p:spPr bwMode="auto">
          <a:xfrm>
            <a:off x="253182" y="1103874"/>
            <a:ext cx="3493981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实轴上起点与终点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3CB22C46-D534-6956-082B-9E47C73083BC}"/>
                  </a:ext>
                </a:extLst>
              </p:cNvPr>
              <p:cNvSpPr txBox="1"/>
              <p:nvPr/>
            </p:nvSpPr>
            <p:spPr>
              <a:xfrm>
                <a:off x="-155858" y="5154873"/>
                <a:ext cx="6120680" cy="9129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=±90°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3CB22C46-D534-6956-082B-9E47C7308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5858" y="5154873"/>
                <a:ext cx="6120680" cy="912942"/>
              </a:xfrm>
              <a:prstGeom prst="rect">
                <a:avLst/>
              </a:prstGeom>
              <a:blipFill>
                <a:blip r:embed="rId17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íŝlïďê">
            <a:extLst>
              <a:ext uri="{FF2B5EF4-FFF2-40B4-BE49-F238E27FC236}">
                <a16:creationId xmlns:a16="http://schemas.microsoft.com/office/drawing/2014/main" id="{AF8FB1F9-5CFD-22E8-269B-CEEE830BCF1A}"/>
              </a:ext>
            </a:extLst>
          </p:cNvPr>
          <p:cNvSpPr/>
          <p:nvPr/>
        </p:nvSpPr>
        <p:spPr bwMode="auto">
          <a:xfrm>
            <a:off x="261938" y="2820649"/>
            <a:ext cx="3485225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渐近线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DADE8DA8-D22B-0C90-53C1-39C12E7DF011}"/>
                  </a:ext>
                </a:extLst>
              </p:cNvPr>
              <p:cNvSpPr txBox="1"/>
              <p:nvPr/>
            </p:nvSpPr>
            <p:spPr>
              <a:xfrm>
                <a:off x="908401" y="4051667"/>
                <a:ext cx="6254750" cy="9653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1"/>
                                </m:r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−2−0</m:t>
                          </m:r>
                        </m:num>
                        <m:den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2−0</m:t>
                          </m:r>
                        </m:den>
                      </m:f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DADE8DA8-D22B-0C90-53C1-39C12E7DF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401" y="4051667"/>
                <a:ext cx="6254750" cy="965392"/>
              </a:xfrm>
              <a:prstGeom prst="rect">
                <a:avLst/>
              </a:prstGeom>
              <a:blipFill>
                <a:blip r:embed="rId18"/>
                <a:stretch>
                  <a:fillRect t="-71429" b="-584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85AB86D5-4CD7-8010-0907-E99F4D62FBBD}"/>
              </a:ext>
            </a:extLst>
          </p:cNvPr>
          <p:cNvCxnSpPr>
            <a:cxnSpLocks/>
          </p:cNvCxnSpPr>
          <p:nvPr/>
        </p:nvCxnSpPr>
        <p:spPr>
          <a:xfrm flipV="1">
            <a:off x="9623598" y="1580535"/>
            <a:ext cx="0" cy="4392488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6774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 animBg="1"/>
      <p:bldP spid="4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F70145A8-9304-D24A-790B-DDA14D9E28F1}"/>
              </a:ext>
            </a:extLst>
          </p:cNvPr>
          <p:cNvCxnSpPr>
            <a:cxnSpLocks/>
          </p:cNvCxnSpPr>
          <p:nvPr/>
        </p:nvCxnSpPr>
        <p:spPr>
          <a:xfrm flipV="1">
            <a:off x="9623598" y="1580535"/>
            <a:ext cx="0" cy="4392488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根轨迹绘制例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564B7F1-5212-BC7F-1130-28A207AAAE42}"/>
                  </a:ext>
                </a:extLst>
              </p:cNvPr>
              <p:cNvSpPr txBox="1"/>
              <p:nvPr/>
            </p:nvSpPr>
            <p:spPr>
              <a:xfrm>
                <a:off x="5752746" y="137777"/>
                <a:ext cx="4261116" cy="9908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kumimoji="1" lang="zh-CN" alt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564B7F1-5212-BC7F-1130-28A207AAA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746" y="137777"/>
                <a:ext cx="4261116" cy="990849"/>
              </a:xfrm>
              <a:prstGeom prst="rect">
                <a:avLst/>
              </a:prstGeom>
              <a:blipFill>
                <a:blip r:embed="rId3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08432F3-B0EA-7ED4-CCB2-4099AA0F559F}"/>
                  </a:ext>
                </a:extLst>
              </p:cNvPr>
              <p:cNvSpPr txBox="1"/>
              <p:nvPr/>
            </p:nvSpPr>
            <p:spPr>
              <a:xfrm>
                <a:off x="-155858" y="5154873"/>
                <a:ext cx="6120680" cy="9129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=±90°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08432F3-B0EA-7ED4-CCB2-4099AA0F5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5858" y="5154873"/>
                <a:ext cx="6120680" cy="912942"/>
              </a:xfrm>
              <a:prstGeom prst="rect">
                <a:avLst/>
              </a:prstGeom>
              <a:blipFill>
                <a:blip r:embed="rId4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ADDA96AE-FE12-3D03-517A-23462BCC0CA6}"/>
              </a:ext>
            </a:extLst>
          </p:cNvPr>
          <p:cNvCxnSpPr>
            <a:cxnSpLocks/>
          </p:cNvCxnSpPr>
          <p:nvPr/>
        </p:nvCxnSpPr>
        <p:spPr>
          <a:xfrm>
            <a:off x="8957744" y="3678072"/>
            <a:ext cx="17768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B4F167F5-4B4A-3B66-66CF-556A7B339239}"/>
              </a:ext>
            </a:extLst>
          </p:cNvPr>
          <p:cNvCxnSpPr>
            <a:cxnSpLocks/>
          </p:cNvCxnSpPr>
          <p:nvPr/>
        </p:nvCxnSpPr>
        <p:spPr>
          <a:xfrm flipV="1">
            <a:off x="10275660" y="1545978"/>
            <a:ext cx="0" cy="43924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乘 45">
            <a:extLst>
              <a:ext uri="{FF2B5EF4-FFF2-40B4-BE49-F238E27FC236}">
                <a16:creationId xmlns:a16="http://schemas.microsoft.com/office/drawing/2014/main" id="{B8370DAA-4D18-6947-7E55-A577D76E5765}"/>
              </a:ext>
            </a:extLst>
          </p:cNvPr>
          <p:cNvSpPr/>
          <p:nvPr/>
        </p:nvSpPr>
        <p:spPr>
          <a:xfrm>
            <a:off x="8831510" y="3534056"/>
            <a:ext cx="288032" cy="288032"/>
          </a:xfrm>
          <a:prstGeom prst="mathMultiply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47" name="乘 46">
            <a:extLst>
              <a:ext uri="{FF2B5EF4-FFF2-40B4-BE49-F238E27FC236}">
                <a16:creationId xmlns:a16="http://schemas.microsoft.com/office/drawing/2014/main" id="{F990C884-C1D1-9728-B477-5393D0DC837B}"/>
              </a:ext>
            </a:extLst>
          </p:cNvPr>
          <p:cNvSpPr/>
          <p:nvPr/>
        </p:nvSpPr>
        <p:spPr>
          <a:xfrm>
            <a:off x="10125093" y="3534056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2F56F1F5-44F7-AF26-00A4-BAA5716ADDC0}"/>
                  </a:ext>
                </a:extLst>
              </p:cNvPr>
              <p:cNvSpPr txBox="1"/>
              <p:nvPr/>
            </p:nvSpPr>
            <p:spPr>
              <a:xfrm>
                <a:off x="10275660" y="1196752"/>
                <a:ext cx="5207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2F56F1F5-44F7-AF26-00A4-BAA5716AD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5660" y="1196752"/>
                <a:ext cx="520701" cy="523220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B1F05300-581C-6506-4892-987D9D4D2076}"/>
                  </a:ext>
                </a:extLst>
              </p:cNvPr>
              <p:cNvSpPr txBox="1"/>
              <p:nvPr/>
            </p:nvSpPr>
            <p:spPr>
              <a:xfrm>
                <a:off x="10456223" y="3053133"/>
                <a:ext cx="3221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B1F05300-581C-6506-4892-987D9D4D2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6223" y="3053133"/>
                <a:ext cx="322182" cy="523220"/>
              </a:xfrm>
              <a:prstGeom prst="rect">
                <a:avLst/>
              </a:prstGeom>
              <a:blipFill>
                <a:blip r:embed="rId6"/>
                <a:stretch>
                  <a:fillRect l="-11538" r="-26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590FA8CC-6052-7391-AEA3-832B248009C4}"/>
                  </a:ext>
                </a:extLst>
              </p:cNvPr>
              <p:cNvSpPr txBox="1"/>
              <p:nvPr/>
            </p:nvSpPr>
            <p:spPr>
              <a:xfrm>
                <a:off x="10422982" y="3776779"/>
                <a:ext cx="5207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590FA8CC-6052-7391-AEA3-832B24800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2982" y="3776779"/>
                <a:ext cx="520701" cy="523220"/>
              </a:xfrm>
              <a:prstGeom prst="rect">
                <a:avLst/>
              </a:prstGeom>
              <a:blipFill>
                <a:blip r:embed="rId7"/>
                <a:stretch>
                  <a:fillRect r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2E8DE49-E601-C1BF-A858-50CFF27EB174}"/>
                  </a:ext>
                </a:extLst>
              </p:cNvPr>
              <p:cNvSpPr txBox="1"/>
              <p:nvPr/>
            </p:nvSpPr>
            <p:spPr>
              <a:xfrm>
                <a:off x="10213916" y="3599910"/>
                <a:ext cx="520701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2E8DE49-E601-C1BF-A858-50CFF27EB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3916" y="3599910"/>
                <a:ext cx="520701" cy="5246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0BDAE0B4-17A7-A43F-17D5-540A4D8A3BF9}"/>
              </a:ext>
            </a:extLst>
          </p:cNvPr>
          <p:cNvCxnSpPr>
            <a:cxnSpLocks/>
          </p:cNvCxnSpPr>
          <p:nvPr/>
        </p:nvCxnSpPr>
        <p:spPr>
          <a:xfrm>
            <a:off x="10279852" y="1810097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9B56CBD4-70DE-9C93-CAA0-FD21E962EDE1}"/>
              </a:ext>
            </a:extLst>
          </p:cNvPr>
          <p:cNvCxnSpPr>
            <a:cxnSpLocks/>
          </p:cNvCxnSpPr>
          <p:nvPr/>
        </p:nvCxnSpPr>
        <p:spPr>
          <a:xfrm>
            <a:off x="10279852" y="2557287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BD642B27-0FBD-4E61-E0F6-67076E6F2D47}"/>
              </a:ext>
            </a:extLst>
          </p:cNvPr>
          <p:cNvCxnSpPr>
            <a:cxnSpLocks/>
          </p:cNvCxnSpPr>
          <p:nvPr/>
        </p:nvCxnSpPr>
        <p:spPr>
          <a:xfrm>
            <a:off x="10279852" y="2930882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381E76C7-D3E6-1731-3EA4-D2D4CC44D688}"/>
              </a:ext>
            </a:extLst>
          </p:cNvPr>
          <p:cNvCxnSpPr>
            <a:cxnSpLocks/>
          </p:cNvCxnSpPr>
          <p:nvPr/>
        </p:nvCxnSpPr>
        <p:spPr>
          <a:xfrm>
            <a:off x="10279852" y="3304477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A5EB4AB3-C49F-83DF-216F-7D03871C9826}"/>
              </a:ext>
            </a:extLst>
          </p:cNvPr>
          <p:cNvCxnSpPr>
            <a:cxnSpLocks/>
          </p:cNvCxnSpPr>
          <p:nvPr/>
        </p:nvCxnSpPr>
        <p:spPr>
          <a:xfrm>
            <a:off x="10279852" y="4051667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698CB20C-B1EE-9542-3826-004E8AD7B946}"/>
              </a:ext>
            </a:extLst>
          </p:cNvPr>
          <p:cNvCxnSpPr>
            <a:cxnSpLocks/>
          </p:cNvCxnSpPr>
          <p:nvPr/>
        </p:nvCxnSpPr>
        <p:spPr>
          <a:xfrm>
            <a:off x="10279852" y="4425262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箭头连接符 57">
            <a:extLst>
              <a:ext uri="{FF2B5EF4-FFF2-40B4-BE49-F238E27FC236}">
                <a16:creationId xmlns:a16="http://schemas.microsoft.com/office/drawing/2014/main" id="{FE1252BB-9F32-CB17-1151-7629A086554C}"/>
              </a:ext>
            </a:extLst>
          </p:cNvPr>
          <p:cNvCxnSpPr>
            <a:cxnSpLocks/>
          </p:cNvCxnSpPr>
          <p:nvPr/>
        </p:nvCxnSpPr>
        <p:spPr>
          <a:xfrm>
            <a:off x="10279852" y="4798857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EBD3A8E0-2B71-AC34-B21A-FBAB2A23E40E}"/>
              </a:ext>
            </a:extLst>
          </p:cNvPr>
          <p:cNvCxnSpPr>
            <a:cxnSpLocks/>
          </p:cNvCxnSpPr>
          <p:nvPr/>
        </p:nvCxnSpPr>
        <p:spPr>
          <a:xfrm>
            <a:off x="10279852" y="5172452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E900620D-333D-53FB-F614-0235000347BB}"/>
              </a:ext>
            </a:extLst>
          </p:cNvPr>
          <p:cNvCxnSpPr>
            <a:cxnSpLocks/>
          </p:cNvCxnSpPr>
          <p:nvPr/>
        </p:nvCxnSpPr>
        <p:spPr>
          <a:xfrm>
            <a:off x="10279852" y="5546043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线箭头连接符 60">
            <a:extLst>
              <a:ext uri="{FF2B5EF4-FFF2-40B4-BE49-F238E27FC236}">
                <a16:creationId xmlns:a16="http://schemas.microsoft.com/office/drawing/2014/main" id="{463577E2-6CBB-70F5-1604-62C737241813}"/>
              </a:ext>
            </a:extLst>
          </p:cNvPr>
          <p:cNvCxnSpPr>
            <a:cxnSpLocks/>
          </p:cNvCxnSpPr>
          <p:nvPr/>
        </p:nvCxnSpPr>
        <p:spPr>
          <a:xfrm>
            <a:off x="10279852" y="2183692"/>
            <a:ext cx="135632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9CB1BFCC-5737-595F-A04A-49E1593A3955}"/>
                  </a:ext>
                </a:extLst>
              </p:cNvPr>
              <p:cNvSpPr txBox="1"/>
              <p:nvPr/>
            </p:nvSpPr>
            <p:spPr>
              <a:xfrm>
                <a:off x="10450938" y="2669272"/>
                <a:ext cx="3221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9CB1BFCC-5737-595F-A04A-49E1593A3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938" y="2669272"/>
                <a:ext cx="322182" cy="523220"/>
              </a:xfrm>
              <a:prstGeom prst="rect">
                <a:avLst/>
              </a:prstGeom>
              <a:blipFill>
                <a:blip r:embed="rId9"/>
                <a:stretch>
                  <a:fillRect l="-7407" r="-25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FBC68EFE-CD11-9F07-73F2-44B676E7B3F4}"/>
                  </a:ext>
                </a:extLst>
              </p:cNvPr>
              <p:cNvSpPr txBox="1"/>
              <p:nvPr/>
            </p:nvSpPr>
            <p:spPr>
              <a:xfrm>
                <a:off x="10458226" y="2290423"/>
                <a:ext cx="3221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FBC68EFE-CD11-9F07-73F2-44B676E7B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8226" y="2290423"/>
                <a:ext cx="322182" cy="523220"/>
              </a:xfrm>
              <a:prstGeom prst="rect">
                <a:avLst/>
              </a:prstGeom>
              <a:blipFill>
                <a:blip r:embed="rId10"/>
                <a:stretch>
                  <a:fillRect l="-11538" r="-26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9D7C0A6B-EB41-E864-C05F-98B92D5C0580}"/>
                  </a:ext>
                </a:extLst>
              </p:cNvPr>
              <p:cNvSpPr txBox="1"/>
              <p:nvPr/>
            </p:nvSpPr>
            <p:spPr>
              <a:xfrm>
                <a:off x="10456248" y="1928278"/>
                <a:ext cx="3221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9D7C0A6B-EB41-E864-C05F-98B92D5C0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6248" y="1928278"/>
                <a:ext cx="322182" cy="523220"/>
              </a:xfrm>
              <a:prstGeom prst="rect">
                <a:avLst/>
              </a:prstGeom>
              <a:blipFill>
                <a:blip r:embed="rId11"/>
                <a:stretch>
                  <a:fillRect l="-11538" r="-26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00DD36B1-2E07-9EF6-00C4-B5D18EDDC969}"/>
                  </a:ext>
                </a:extLst>
              </p:cNvPr>
              <p:cNvSpPr txBox="1"/>
              <p:nvPr/>
            </p:nvSpPr>
            <p:spPr>
              <a:xfrm>
                <a:off x="10450938" y="1552767"/>
                <a:ext cx="3221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00DD36B1-2E07-9EF6-00C4-B5D18EDDC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938" y="1552767"/>
                <a:ext cx="322182" cy="523220"/>
              </a:xfrm>
              <a:prstGeom prst="rect">
                <a:avLst/>
              </a:prstGeom>
              <a:blipFill>
                <a:blip r:embed="rId12"/>
                <a:stretch>
                  <a:fillRect l="-11111" r="-25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F2102832-36D4-C639-4E99-019C65F313EE}"/>
                  </a:ext>
                </a:extLst>
              </p:cNvPr>
              <p:cNvSpPr txBox="1"/>
              <p:nvPr/>
            </p:nvSpPr>
            <p:spPr>
              <a:xfrm>
                <a:off x="10416733" y="4159373"/>
                <a:ext cx="5207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F2102832-36D4-C639-4E99-019C65F31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6733" y="4159373"/>
                <a:ext cx="520701" cy="523220"/>
              </a:xfrm>
              <a:prstGeom prst="rect">
                <a:avLst/>
              </a:prstGeom>
              <a:blipFill>
                <a:blip r:embed="rId13"/>
                <a:stretch>
                  <a:fillRect r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06AAD508-7AB3-637F-29C6-411460EEAD7E}"/>
                  </a:ext>
                </a:extLst>
              </p:cNvPr>
              <p:cNvSpPr txBox="1"/>
              <p:nvPr/>
            </p:nvSpPr>
            <p:spPr>
              <a:xfrm>
                <a:off x="10416733" y="4519689"/>
                <a:ext cx="5207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06AAD508-7AB3-637F-29C6-411460EEA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6733" y="4519689"/>
                <a:ext cx="520701" cy="523220"/>
              </a:xfrm>
              <a:prstGeom prst="rect">
                <a:avLst/>
              </a:prstGeom>
              <a:blipFill>
                <a:blip r:embed="rId14"/>
                <a:stretch>
                  <a:fillRect r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7FB83E9A-2039-8046-0AA8-71238C3BB42B}"/>
                  </a:ext>
                </a:extLst>
              </p:cNvPr>
              <p:cNvSpPr txBox="1"/>
              <p:nvPr/>
            </p:nvSpPr>
            <p:spPr>
              <a:xfrm>
                <a:off x="10416733" y="4897563"/>
                <a:ext cx="5207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7FB83E9A-2039-8046-0AA8-71238C3BB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6733" y="4897563"/>
                <a:ext cx="520701" cy="523220"/>
              </a:xfrm>
              <a:prstGeom prst="rect">
                <a:avLst/>
              </a:prstGeom>
              <a:blipFill>
                <a:blip r:embed="rId15"/>
                <a:stretch>
                  <a:fillRect r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D5833602-9500-53DB-FB38-C6864090D311}"/>
                  </a:ext>
                </a:extLst>
              </p:cNvPr>
              <p:cNvSpPr txBox="1"/>
              <p:nvPr/>
            </p:nvSpPr>
            <p:spPr>
              <a:xfrm>
                <a:off x="10413125" y="5280157"/>
                <a:ext cx="5207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D5833602-9500-53DB-FB38-C6864090D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3125" y="5280157"/>
                <a:ext cx="520701" cy="523220"/>
              </a:xfrm>
              <a:prstGeom prst="rect">
                <a:avLst/>
              </a:prstGeom>
              <a:blipFill>
                <a:blip r:embed="rId16"/>
                <a:stretch>
                  <a:fillRect r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轨迹2">
            <a:extLst>
              <a:ext uri="{FF2B5EF4-FFF2-40B4-BE49-F238E27FC236}">
                <a16:creationId xmlns:a16="http://schemas.microsoft.com/office/drawing/2014/main" id="{6AEFC5D9-0973-E681-49B8-A52035788473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19947" y="4343486"/>
            <a:ext cx="1972384" cy="641516"/>
          </a:xfrm>
          <a:prstGeom prst="bentConnector3">
            <a:avLst>
              <a:gd name="adj1" fmla="val 263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轨迹1">
            <a:extLst>
              <a:ext uri="{FF2B5EF4-FFF2-40B4-BE49-F238E27FC236}">
                <a16:creationId xmlns:a16="http://schemas.microsoft.com/office/drawing/2014/main" id="{92C978D3-A115-3F9E-D8F6-040B0BED62C1}"/>
              </a:ext>
            </a:extLst>
          </p:cNvPr>
          <p:cNvCxnSpPr>
            <a:cxnSpLocks/>
          </p:cNvCxnSpPr>
          <p:nvPr/>
        </p:nvCxnSpPr>
        <p:spPr>
          <a:xfrm rot="16200000" flipV="1">
            <a:off x="8971810" y="2395780"/>
            <a:ext cx="1966229" cy="641477"/>
          </a:xfrm>
          <a:prstGeom prst="bentConnector3">
            <a:avLst>
              <a:gd name="adj1" fmla="val 723"/>
            </a:avLst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íŝlïďê">
            <a:extLst>
              <a:ext uri="{FF2B5EF4-FFF2-40B4-BE49-F238E27FC236}">
                <a16:creationId xmlns:a16="http://schemas.microsoft.com/office/drawing/2014/main" id="{0B1C36B8-28A8-8F1C-1232-20032DA219B6}"/>
              </a:ext>
            </a:extLst>
          </p:cNvPr>
          <p:cNvSpPr/>
          <p:nvPr/>
        </p:nvSpPr>
        <p:spPr bwMode="auto">
          <a:xfrm>
            <a:off x="261938" y="1975681"/>
            <a:ext cx="3485225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实轴上的根轨迹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3E85C027-4014-1EC0-4348-21702EDA7BC3}"/>
                  </a:ext>
                </a:extLst>
              </p:cNvPr>
              <p:cNvSpPr txBox="1"/>
              <p:nvPr/>
            </p:nvSpPr>
            <p:spPr>
              <a:xfrm>
                <a:off x="3809651" y="1975681"/>
                <a:ext cx="159300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[−2,0]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3E85C027-4014-1EC0-4348-21702EDA7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651" y="1975681"/>
                <a:ext cx="1593003" cy="523220"/>
              </a:xfrm>
              <a:prstGeom prst="rect">
                <a:avLst/>
              </a:prstGeom>
              <a:blipFill>
                <a:blip r:embed="rId17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íŝlïďê">
            <a:extLst>
              <a:ext uri="{FF2B5EF4-FFF2-40B4-BE49-F238E27FC236}">
                <a16:creationId xmlns:a16="http://schemas.microsoft.com/office/drawing/2014/main" id="{3261F758-1E58-A1BD-0E53-AA51B90DDBBC}"/>
              </a:ext>
            </a:extLst>
          </p:cNvPr>
          <p:cNvSpPr/>
          <p:nvPr/>
        </p:nvSpPr>
        <p:spPr bwMode="auto">
          <a:xfrm>
            <a:off x="261938" y="2820649"/>
            <a:ext cx="3485225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渐近线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CFE8A4C4-C02E-AD53-B0C0-9A50455A8675}"/>
                  </a:ext>
                </a:extLst>
              </p:cNvPr>
              <p:cNvSpPr txBox="1"/>
              <p:nvPr/>
            </p:nvSpPr>
            <p:spPr>
              <a:xfrm>
                <a:off x="908401" y="4051667"/>
                <a:ext cx="6254750" cy="9653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1"/>
                                </m:r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−2−0</m:t>
                          </m:r>
                        </m:num>
                        <m:den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2−0</m:t>
                          </m:r>
                        </m:den>
                      </m:f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CFE8A4C4-C02E-AD53-B0C0-9A50455A8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401" y="4051667"/>
                <a:ext cx="6254750" cy="965392"/>
              </a:xfrm>
              <a:prstGeom prst="rect">
                <a:avLst/>
              </a:prstGeom>
              <a:blipFill>
                <a:blip r:embed="rId18"/>
                <a:stretch>
                  <a:fillRect t="-71429" b="-584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íŝlïďê">
            <a:extLst>
              <a:ext uri="{FF2B5EF4-FFF2-40B4-BE49-F238E27FC236}">
                <a16:creationId xmlns:a16="http://schemas.microsoft.com/office/drawing/2014/main" id="{9188FB87-E2C8-E530-5006-C850718ADCE1}"/>
              </a:ext>
            </a:extLst>
          </p:cNvPr>
          <p:cNvSpPr/>
          <p:nvPr/>
        </p:nvSpPr>
        <p:spPr bwMode="auto">
          <a:xfrm>
            <a:off x="253182" y="1103874"/>
            <a:ext cx="3493981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实轴上起点与终点</a:t>
            </a:r>
          </a:p>
        </p:txBody>
      </p:sp>
    </p:spTree>
    <p:extLst>
      <p:ext uri="{BB962C8B-B14F-4D97-AF65-F5344CB8AC3E}">
        <p14:creationId xmlns:p14="http://schemas.microsoft.com/office/powerpoint/2010/main" val="3582166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根轨迹绘制例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564B7F1-5212-BC7F-1130-28A207AAAE42}"/>
                  </a:ext>
                </a:extLst>
              </p:cNvPr>
              <p:cNvSpPr txBox="1"/>
              <p:nvPr/>
            </p:nvSpPr>
            <p:spPr>
              <a:xfrm>
                <a:off x="5752746" y="137777"/>
                <a:ext cx="4261116" cy="9908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kumimoji="1" lang="zh-CN" alt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564B7F1-5212-BC7F-1130-28A207AAA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746" y="137777"/>
                <a:ext cx="4261116" cy="990849"/>
              </a:xfrm>
              <a:prstGeom prst="rect">
                <a:avLst/>
              </a:prstGeom>
              <a:blipFill>
                <a:blip r:embed="rId3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代码框">
            <a:extLst>
              <a:ext uri="{FF2B5EF4-FFF2-40B4-BE49-F238E27FC236}">
                <a16:creationId xmlns:a16="http://schemas.microsoft.com/office/drawing/2014/main" id="{6F7B21D4-CEFD-5E6E-101A-3ED13D4165AA}"/>
              </a:ext>
            </a:extLst>
          </p:cNvPr>
          <p:cNvGrpSpPr/>
          <p:nvPr/>
        </p:nvGrpSpPr>
        <p:grpSpPr>
          <a:xfrm>
            <a:off x="235858" y="891531"/>
            <a:ext cx="7658780" cy="1596374"/>
            <a:chOff x="2515563" y="3741795"/>
            <a:chExt cx="7658780" cy="1596374"/>
          </a:xfrm>
        </p:grpSpPr>
        <p:sp>
          <p:nvSpPr>
            <p:cNvPr id="40" name="代码">
              <a:extLst>
                <a:ext uri="{FF2B5EF4-FFF2-40B4-BE49-F238E27FC236}">
                  <a16:creationId xmlns:a16="http://schemas.microsoft.com/office/drawing/2014/main" id="{76A0DF06-3397-D875-44E9-A5378D1C60DD}"/>
                </a:ext>
              </a:extLst>
            </p:cNvPr>
            <p:cNvSpPr txBox="1"/>
            <p:nvPr/>
          </p:nvSpPr>
          <p:spPr>
            <a:xfrm>
              <a:off x="2515563" y="4101629"/>
              <a:ext cx="7658780" cy="1236540"/>
            </a:xfrm>
            <a:prstGeom prst="roundRect">
              <a:avLst>
                <a:gd name="adj" fmla="val 21830"/>
              </a:avLst>
            </a:prstGeom>
            <a:noFill/>
            <a:ln>
              <a:solidFill>
                <a:srgbClr val="E44860"/>
              </a:solidFill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tIns="108000" bIns="108000" rtlCol="0">
              <a:spAutoFit/>
            </a:bodyPr>
            <a:lstStyle/>
            <a:p>
              <a:r>
                <a:rPr lang="en" altLang="zh-CN" sz="2800" dirty="0">
                  <a:latin typeface="Menlo" panose="020B0609030804020204" pitchFamily="49" charset="0"/>
                </a:rPr>
                <a:t>G = </a:t>
              </a:r>
              <a:r>
                <a:rPr lang="en" altLang="zh-CN" sz="2800" dirty="0" err="1">
                  <a:latin typeface="Menlo" panose="020B0609030804020204" pitchFamily="49" charset="0"/>
                </a:rPr>
                <a:t>tf</a:t>
              </a:r>
              <a:r>
                <a:rPr lang="en" altLang="zh-CN" sz="2800" dirty="0">
                  <a:latin typeface="Menlo" panose="020B0609030804020204" pitchFamily="49" charset="0"/>
                </a:rPr>
                <a:t>(1,[1,2,0]); 	</a:t>
              </a:r>
              <a:r>
                <a:rPr lang="en" altLang="zh-CN" sz="28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800" dirty="0">
                  <a:solidFill>
                    <a:srgbClr val="028009"/>
                  </a:solidFill>
                  <a:latin typeface="Menlo" panose="020B0609030804020204" pitchFamily="49" charset="0"/>
                </a:rPr>
                <a:t>开环传递函数</a:t>
              </a:r>
              <a:endParaRPr lang="zh-CN" altLang="en-US" sz="2800" dirty="0">
                <a:latin typeface="Menlo" panose="020B0609030804020204" pitchFamily="49" charset="0"/>
              </a:endParaRPr>
            </a:p>
            <a:p>
              <a:r>
                <a:rPr lang="en" altLang="zh-CN" sz="2800" dirty="0" err="1">
                  <a:latin typeface="Menlo" panose="020B0609030804020204" pitchFamily="49" charset="0"/>
                </a:rPr>
                <a:t>rlocus</a:t>
              </a:r>
              <a:r>
                <a:rPr lang="en" altLang="zh-CN" sz="2800" dirty="0">
                  <a:latin typeface="Menlo" panose="020B0609030804020204" pitchFamily="49" charset="0"/>
                </a:rPr>
                <a:t>(G) 			</a:t>
              </a:r>
              <a:r>
                <a:rPr lang="en" altLang="zh-CN" sz="28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800" dirty="0">
                  <a:solidFill>
                    <a:srgbClr val="028009"/>
                  </a:solidFill>
                  <a:latin typeface="Menlo" panose="020B0609030804020204" pitchFamily="49" charset="0"/>
                </a:rPr>
                <a:t>绘制根轨迹</a:t>
              </a:r>
              <a:endParaRPr lang="zh-CN" altLang="en-US" sz="2800" dirty="0">
                <a:latin typeface="Menlo" panose="020B0609030804020204" pitchFamily="49" charset="0"/>
              </a:endParaRPr>
            </a:p>
          </p:txBody>
        </p:sp>
        <p:sp>
          <p:nvSpPr>
            <p:cNvPr id="41" name="标题">
              <a:extLst>
                <a:ext uri="{FF2B5EF4-FFF2-40B4-BE49-F238E27FC236}">
                  <a16:creationId xmlns:a16="http://schemas.microsoft.com/office/drawing/2014/main" id="{DA18162D-F807-2079-1BA3-EFB00B68850D}"/>
                </a:ext>
              </a:extLst>
            </p:cNvPr>
            <p:cNvSpPr/>
            <p:nvPr/>
          </p:nvSpPr>
          <p:spPr bwMode="auto">
            <a:xfrm>
              <a:off x="2783285" y="3741795"/>
              <a:ext cx="1152128" cy="576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tIns="46800" rtlCol="0" anchor="ctr"/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代码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51A24D8-D672-3023-19F9-61155FB65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42" y="2610644"/>
            <a:ext cx="5328592" cy="39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527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坐标轴">
            <a:extLst>
              <a:ext uri="{FF2B5EF4-FFF2-40B4-BE49-F238E27FC236}">
                <a16:creationId xmlns:a16="http://schemas.microsoft.com/office/drawing/2014/main" id="{BDD79F40-73D8-29EC-CA63-EC8D6616B1F4}"/>
              </a:ext>
            </a:extLst>
          </p:cNvPr>
          <p:cNvGrpSpPr/>
          <p:nvPr/>
        </p:nvGrpSpPr>
        <p:grpSpPr>
          <a:xfrm>
            <a:off x="8595127" y="1196752"/>
            <a:ext cx="2342307" cy="4741714"/>
            <a:chOff x="8595127" y="1196752"/>
            <a:chExt cx="2342307" cy="4741714"/>
          </a:xfrm>
        </p:grpSpPr>
        <p:cxnSp>
          <p:nvCxnSpPr>
            <p:cNvPr id="43" name="实轴">
              <a:extLst>
                <a:ext uri="{FF2B5EF4-FFF2-40B4-BE49-F238E27FC236}">
                  <a16:creationId xmlns:a16="http://schemas.microsoft.com/office/drawing/2014/main" id="{ADDA96AE-FE12-3D03-517A-23462BCC0CA6}"/>
                </a:ext>
              </a:extLst>
            </p:cNvPr>
            <p:cNvCxnSpPr>
              <a:cxnSpLocks/>
            </p:cNvCxnSpPr>
            <p:nvPr/>
          </p:nvCxnSpPr>
          <p:spPr>
            <a:xfrm>
              <a:off x="8595127" y="3678072"/>
              <a:ext cx="213949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虚轴">
              <a:extLst>
                <a:ext uri="{FF2B5EF4-FFF2-40B4-BE49-F238E27FC236}">
                  <a16:creationId xmlns:a16="http://schemas.microsoft.com/office/drawing/2014/main" id="{B4F167F5-4B4A-3B66-66CF-556A7B3392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75660" y="1545978"/>
              <a:ext cx="0" cy="43924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labelj">
                  <a:extLst>
                    <a:ext uri="{FF2B5EF4-FFF2-40B4-BE49-F238E27FC236}">
                      <a16:creationId xmlns:a16="http://schemas.microsoft.com/office/drawing/2014/main" id="{2F56F1F5-44F7-AF26-00A4-BAA5716ADDC0}"/>
                    </a:ext>
                  </a:extLst>
                </p:cNvPr>
                <p:cNvSpPr txBox="1"/>
                <p:nvPr/>
              </p:nvSpPr>
              <p:spPr>
                <a:xfrm>
                  <a:off x="10275660" y="1196752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8" name="labelj">
                  <a:extLst>
                    <a:ext uri="{FF2B5EF4-FFF2-40B4-BE49-F238E27FC236}">
                      <a16:creationId xmlns:a16="http://schemas.microsoft.com/office/drawing/2014/main" id="{2F56F1F5-44F7-AF26-00A4-BAA5716ADD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75660" y="1196752"/>
                  <a:ext cx="520701" cy="523220"/>
                </a:xfrm>
                <a:prstGeom prst="rect">
                  <a:avLst/>
                </a:prstGeom>
                <a:blipFill>
                  <a:blip r:embed="rId3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label0">
                  <a:extLst>
                    <a:ext uri="{FF2B5EF4-FFF2-40B4-BE49-F238E27FC236}">
                      <a16:creationId xmlns:a16="http://schemas.microsoft.com/office/drawing/2014/main" id="{52E8DE49-E601-C1BF-A858-50CFF27EB174}"/>
                    </a:ext>
                  </a:extLst>
                </p:cNvPr>
                <p:cNvSpPr txBox="1"/>
                <p:nvPr/>
              </p:nvSpPr>
              <p:spPr>
                <a:xfrm>
                  <a:off x="10213916" y="3599910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1" name="label0">
                  <a:extLst>
                    <a:ext uri="{FF2B5EF4-FFF2-40B4-BE49-F238E27FC236}">
                      <a16:creationId xmlns:a16="http://schemas.microsoft.com/office/drawing/2014/main" id="{52E8DE49-E601-C1BF-A858-50CFF27EB1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3916" y="3599910"/>
                  <a:ext cx="520701" cy="52469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tick1">
              <a:extLst>
                <a:ext uri="{FF2B5EF4-FFF2-40B4-BE49-F238E27FC236}">
                  <a16:creationId xmlns:a16="http://schemas.microsoft.com/office/drawing/2014/main" id="{BD642B27-0FBD-4E61-E0F6-67076E6F2D47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2930882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tick-1">
              <a:extLst>
                <a:ext uri="{FF2B5EF4-FFF2-40B4-BE49-F238E27FC236}">
                  <a16:creationId xmlns:a16="http://schemas.microsoft.com/office/drawing/2014/main" id="{698CB20C-B1EE-9542-3826-004E8AD7B946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4425262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tick-2">
              <a:extLst>
                <a:ext uri="{FF2B5EF4-FFF2-40B4-BE49-F238E27FC236}">
                  <a16:creationId xmlns:a16="http://schemas.microsoft.com/office/drawing/2014/main" id="{EBD3A8E0-2B71-AC34-B21A-FBAB2A23E40E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5172452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tick2">
              <a:extLst>
                <a:ext uri="{FF2B5EF4-FFF2-40B4-BE49-F238E27FC236}">
                  <a16:creationId xmlns:a16="http://schemas.microsoft.com/office/drawing/2014/main" id="{463577E2-6CBB-70F5-1604-62C737241813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2183692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label1">
                  <a:extLst>
                    <a:ext uri="{FF2B5EF4-FFF2-40B4-BE49-F238E27FC236}">
                      <a16:creationId xmlns:a16="http://schemas.microsoft.com/office/drawing/2014/main" id="{9CB1BFCC-5737-595F-A04A-49E1593A3955}"/>
                    </a:ext>
                  </a:extLst>
                </p:cNvPr>
                <p:cNvSpPr txBox="1"/>
                <p:nvPr/>
              </p:nvSpPr>
              <p:spPr>
                <a:xfrm>
                  <a:off x="10450938" y="2669272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2" name="label1">
                  <a:extLst>
                    <a:ext uri="{FF2B5EF4-FFF2-40B4-BE49-F238E27FC236}">
                      <a16:creationId xmlns:a16="http://schemas.microsoft.com/office/drawing/2014/main" id="{9CB1BFCC-5737-595F-A04A-49E1593A39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0938" y="2669272"/>
                  <a:ext cx="322182" cy="524695"/>
                </a:xfrm>
                <a:prstGeom prst="rect">
                  <a:avLst/>
                </a:prstGeom>
                <a:blipFill>
                  <a:blip r:embed="rId5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label2">
                  <a:extLst>
                    <a:ext uri="{FF2B5EF4-FFF2-40B4-BE49-F238E27FC236}">
                      <a16:creationId xmlns:a16="http://schemas.microsoft.com/office/drawing/2014/main" id="{9D7C0A6B-EB41-E864-C05F-98B92D5C0580}"/>
                    </a:ext>
                  </a:extLst>
                </p:cNvPr>
                <p:cNvSpPr txBox="1"/>
                <p:nvPr/>
              </p:nvSpPr>
              <p:spPr>
                <a:xfrm>
                  <a:off x="10456248" y="1928278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4" name="label2">
                  <a:extLst>
                    <a:ext uri="{FF2B5EF4-FFF2-40B4-BE49-F238E27FC236}">
                      <a16:creationId xmlns:a16="http://schemas.microsoft.com/office/drawing/2014/main" id="{9D7C0A6B-EB41-E864-C05F-98B92D5C05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6248" y="1928278"/>
                  <a:ext cx="322182" cy="524695"/>
                </a:xfrm>
                <a:prstGeom prst="rect">
                  <a:avLst/>
                </a:prstGeom>
                <a:blipFill>
                  <a:blip r:embed="rId6"/>
                  <a:stretch>
                    <a:fillRect l="-11538" r="-2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label-1">
                  <a:extLst>
                    <a:ext uri="{FF2B5EF4-FFF2-40B4-BE49-F238E27FC236}">
                      <a16:creationId xmlns:a16="http://schemas.microsoft.com/office/drawing/2014/main" id="{F2102832-36D4-C639-4E99-019C65F313EE}"/>
                    </a:ext>
                  </a:extLst>
                </p:cNvPr>
                <p:cNvSpPr txBox="1"/>
                <p:nvPr/>
              </p:nvSpPr>
              <p:spPr>
                <a:xfrm>
                  <a:off x="10416733" y="4159373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6" name="label-1">
                  <a:extLst>
                    <a:ext uri="{FF2B5EF4-FFF2-40B4-BE49-F238E27FC236}">
                      <a16:creationId xmlns:a16="http://schemas.microsoft.com/office/drawing/2014/main" id="{F2102832-36D4-C639-4E99-019C65F313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733" y="4159373"/>
                  <a:ext cx="520701" cy="523220"/>
                </a:xfrm>
                <a:prstGeom prst="rect">
                  <a:avLst/>
                </a:prstGeom>
                <a:blipFill>
                  <a:blip r:embed="rId7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label-2">
                  <a:extLst>
                    <a:ext uri="{FF2B5EF4-FFF2-40B4-BE49-F238E27FC236}">
                      <a16:creationId xmlns:a16="http://schemas.microsoft.com/office/drawing/2014/main" id="{7FB83E9A-2039-8046-0AA8-71238C3BB42B}"/>
                    </a:ext>
                  </a:extLst>
                </p:cNvPr>
                <p:cNvSpPr txBox="1"/>
                <p:nvPr/>
              </p:nvSpPr>
              <p:spPr>
                <a:xfrm>
                  <a:off x="10416733" y="4897563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8" name="label-2">
                  <a:extLst>
                    <a:ext uri="{FF2B5EF4-FFF2-40B4-BE49-F238E27FC236}">
                      <a16:creationId xmlns:a16="http://schemas.microsoft.com/office/drawing/2014/main" id="{7FB83E9A-2039-8046-0AA8-71238C3BB4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733" y="4897563"/>
                  <a:ext cx="520701" cy="523220"/>
                </a:xfrm>
                <a:prstGeom prst="rect">
                  <a:avLst/>
                </a:prstGeom>
                <a:blipFill>
                  <a:blip r:embed="rId8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渐近线">
            <a:extLst>
              <a:ext uri="{FF2B5EF4-FFF2-40B4-BE49-F238E27FC236}">
                <a16:creationId xmlns:a16="http://schemas.microsoft.com/office/drawing/2014/main" id="{A683D0EC-3F35-7D01-7745-4DDE0AD5CA2E}"/>
              </a:ext>
            </a:extLst>
          </p:cNvPr>
          <p:cNvGrpSpPr/>
          <p:nvPr/>
        </p:nvGrpSpPr>
        <p:grpSpPr>
          <a:xfrm>
            <a:off x="7670800" y="1679874"/>
            <a:ext cx="2999986" cy="3980911"/>
            <a:chOff x="7670800" y="1679874"/>
            <a:chExt cx="2999986" cy="3980911"/>
          </a:xfrm>
        </p:grpSpPr>
        <p:cxnSp>
          <p:nvCxnSpPr>
            <p:cNvPr id="72" name="渐近线3">
              <a:extLst>
                <a:ext uri="{FF2B5EF4-FFF2-40B4-BE49-F238E27FC236}">
                  <a16:creationId xmlns:a16="http://schemas.microsoft.com/office/drawing/2014/main" id="{264FE449-0CF6-1F0D-67C0-59BAE5736F01}"/>
                </a:ext>
              </a:extLst>
            </p:cNvPr>
            <p:cNvCxnSpPr>
              <a:cxnSpLocks/>
            </p:cNvCxnSpPr>
            <p:nvPr/>
          </p:nvCxnSpPr>
          <p:spPr>
            <a:xfrm>
              <a:off x="9510872" y="3670345"/>
              <a:ext cx="1159914" cy="199044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渐近线2">
              <a:extLst>
                <a:ext uri="{FF2B5EF4-FFF2-40B4-BE49-F238E27FC236}">
                  <a16:creationId xmlns:a16="http://schemas.microsoft.com/office/drawing/2014/main" id="{EB519B9F-D20A-C5FE-73B1-9B4E0FE76F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0872" y="1679874"/>
              <a:ext cx="1159914" cy="199044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渐近线1">
              <a:extLst>
                <a:ext uri="{FF2B5EF4-FFF2-40B4-BE49-F238E27FC236}">
                  <a16:creationId xmlns:a16="http://schemas.microsoft.com/office/drawing/2014/main" id="{F70145A8-9304-D24A-790B-DDA14D9E28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70800" y="3672000"/>
              <a:ext cx="1840072" cy="14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极点3">
            <a:extLst>
              <a:ext uri="{FF2B5EF4-FFF2-40B4-BE49-F238E27FC236}">
                <a16:creationId xmlns:a16="http://schemas.microsoft.com/office/drawing/2014/main" id="{B8370DAA-4D18-6947-7E55-A577D76E5765}"/>
              </a:ext>
            </a:extLst>
          </p:cNvPr>
          <p:cNvSpPr/>
          <p:nvPr/>
        </p:nvSpPr>
        <p:spPr>
          <a:xfrm>
            <a:off x="8652114" y="3524374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74" name="极点2">
            <a:extLst>
              <a:ext uri="{FF2B5EF4-FFF2-40B4-BE49-F238E27FC236}">
                <a16:creationId xmlns:a16="http://schemas.microsoft.com/office/drawing/2014/main" id="{570D5BFE-5973-CBA5-DD96-76697FECF3BC}"/>
              </a:ext>
            </a:extLst>
          </p:cNvPr>
          <p:cNvSpPr/>
          <p:nvPr/>
        </p:nvSpPr>
        <p:spPr>
          <a:xfrm>
            <a:off x="9394734" y="3524374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47" name="极点1">
            <a:extLst>
              <a:ext uri="{FF2B5EF4-FFF2-40B4-BE49-F238E27FC236}">
                <a16:creationId xmlns:a16="http://schemas.microsoft.com/office/drawing/2014/main" id="{F990C884-C1D1-9728-B477-5393D0DC837B}"/>
              </a:ext>
            </a:extLst>
          </p:cNvPr>
          <p:cNvSpPr/>
          <p:nvPr/>
        </p:nvSpPr>
        <p:spPr>
          <a:xfrm>
            <a:off x="10125093" y="3534056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cxnSp>
        <p:nvCxnSpPr>
          <p:cNvPr id="17" name="根轨迹3">
            <a:extLst>
              <a:ext uri="{FF2B5EF4-FFF2-40B4-BE49-F238E27FC236}">
                <a16:creationId xmlns:a16="http://schemas.microsoft.com/office/drawing/2014/main" id="{122468A5-3A2C-7B82-6071-8D9C1A88BAD0}"/>
              </a:ext>
            </a:extLst>
          </p:cNvPr>
          <p:cNvCxnSpPr/>
          <p:nvPr/>
        </p:nvCxnSpPr>
        <p:spPr>
          <a:xfrm flipH="1">
            <a:off x="7970123" y="3678072"/>
            <a:ext cx="864096" cy="0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根轨迹2">
            <a:extLst>
              <a:ext uri="{FF2B5EF4-FFF2-40B4-BE49-F238E27FC236}">
                <a16:creationId xmlns:a16="http://schemas.microsoft.com/office/drawing/2014/main" id="{EFA8894D-45ED-D569-07EA-20AE9ED206B3}"/>
              </a:ext>
            </a:extLst>
          </p:cNvPr>
          <p:cNvCxnSpPr>
            <a:cxnSpLocks/>
          </p:cNvCxnSpPr>
          <p:nvPr/>
        </p:nvCxnSpPr>
        <p:spPr>
          <a:xfrm>
            <a:off x="9551590" y="3678072"/>
            <a:ext cx="408115" cy="0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根轨迹1">
            <a:extLst>
              <a:ext uri="{FF2B5EF4-FFF2-40B4-BE49-F238E27FC236}">
                <a16:creationId xmlns:a16="http://schemas.microsoft.com/office/drawing/2014/main" id="{FF83B925-EBB0-41DF-6B38-1BF91B69350F}"/>
              </a:ext>
            </a:extLst>
          </p:cNvPr>
          <p:cNvCxnSpPr>
            <a:cxnSpLocks/>
          </p:cNvCxnSpPr>
          <p:nvPr/>
        </p:nvCxnSpPr>
        <p:spPr>
          <a:xfrm flipH="1" flipV="1">
            <a:off x="9926382" y="3670399"/>
            <a:ext cx="358938" cy="3201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mark">
            <a:extLst>
              <a:ext uri="{FF2B5EF4-FFF2-40B4-BE49-F238E27FC236}">
                <a16:creationId xmlns:a16="http://schemas.microsoft.com/office/drawing/2014/main" id="{825E9C3F-9270-2803-6022-26AFCFE670E6}"/>
              </a:ext>
            </a:extLst>
          </p:cNvPr>
          <p:cNvSpPr txBox="1"/>
          <p:nvPr/>
        </p:nvSpPr>
        <p:spPr>
          <a:xfrm>
            <a:off x="165629" y="5358285"/>
            <a:ext cx="928140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n-ea"/>
              </a:rPr>
              <a:t>三条从</a:t>
            </a:r>
            <a:r>
              <a:rPr lang="zh-CN" altLang="en-US" sz="2800" dirty="0">
                <a:solidFill>
                  <a:srgbClr val="159F84"/>
                </a:solidFill>
                <a:latin typeface="+mn-ea"/>
              </a:rPr>
              <a:t>开环极点</a:t>
            </a:r>
            <a:r>
              <a:rPr lang="zh-CN" altLang="en-US" sz="2800" dirty="0">
                <a:latin typeface="+mn-ea"/>
              </a:rPr>
              <a:t>出发的根轨迹沿着三条渐近线延伸至</a:t>
            </a:r>
            <a:r>
              <a:rPr lang="zh-CN" altLang="en-US" sz="2800" dirty="0">
                <a:solidFill>
                  <a:srgbClr val="E44860"/>
                </a:solidFill>
                <a:latin typeface="+mn-ea"/>
              </a:rPr>
              <a:t>无穷远</a:t>
            </a:r>
            <a:r>
              <a:rPr lang="zh-CN" altLang="en-US" sz="2800" dirty="0">
                <a:latin typeface="+mn-ea"/>
              </a:rPr>
              <a:t>处。 注意本例的实际根轨迹应该是在极点 </a:t>
            </a:r>
            <a:r>
              <a:rPr lang="en-US" altLang="zh-CN" sz="2800" dirty="0">
                <a:latin typeface="+mn-ea"/>
              </a:rPr>
              <a:t>(0,0) </a:t>
            </a:r>
            <a:r>
              <a:rPr lang="zh-CN" altLang="en-US" sz="2800" dirty="0">
                <a:latin typeface="+mn-ea"/>
              </a:rPr>
              <a:t>和 </a:t>
            </a:r>
            <a:r>
              <a:rPr lang="en-US" altLang="zh-CN" sz="2800" dirty="0">
                <a:latin typeface="+mn-ea"/>
              </a:rPr>
              <a:t>(-1,0) </a:t>
            </a:r>
            <a:r>
              <a:rPr lang="zh-CN" altLang="en-US" sz="2800" dirty="0">
                <a:latin typeface="+mn-ea"/>
              </a:rPr>
              <a:t>之间的某个位置</a:t>
            </a:r>
            <a:r>
              <a:rPr lang="zh-CN" altLang="en-US" sz="2800" dirty="0">
                <a:solidFill>
                  <a:srgbClr val="159F84"/>
                </a:solidFill>
                <a:latin typeface="+mn-ea"/>
              </a:rPr>
              <a:t>分离</a:t>
            </a:r>
            <a:r>
              <a:rPr lang="zh-CN" altLang="en-US" sz="2800" dirty="0">
                <a:latin typeface="+mn-ea"/>
              </a:rPr>
              <a:t>，并逐渐趋向于渐近线。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渐近线公式倾角">
                <a:extLst>
                  <a:ext uri="{FF2B5EF4-FFF2-40B4-BE49-F238E27FC236}">
                    <a16:creationId xmlns:a16="http://schemas.microsoft.com/office/drawing/2014/main" id="{F08432F3-B0EA-7ED4-CCB2-4099AA0F559F}"/>
                  </a:ext>
                </a:extLst>
              </p:cNvPr>
              <p:cNvSpPr txBox="1"/>
              <p:nvPr/>
            </p:nvSpPr>
            <p:spPr>
              <a:xfrm>
                <a:off x="-74499" y="4379024"/>
                <a:ext cx="5458975" cy="9129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=±60°,180°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1" name="渐近线公式倾角">
                <a:extLst>
                  <a:ext uri="{FF2B5EF4-FFF2-40B4-BE49-F238E27FC236}">
                    <a16:creationId xmlns:a16="http://schemas.microsoft.com/office/drawing/2014/main" id="{F08432F3-B0EA-7ED4-CCB2-4099AA0F5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4499" y="4379024"/>
                <a:ext cx="5458975" cy="912942"/>
              </a:xfrm>
              <a:prstGeom prst="rect">
                <a:avLst/>
              </a:prstGeom>
              <a:blipFill>
                <a:blip r:embed="rId9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渐近线交点">
                <a:extLst>
                  <a:ext uri="{FF2B5EF4-FFF2-40B4-BE49-F238E27FC236}">
                    <a16:creationId xmlns:a16="http://schemas.microsoft.com/office/drawing/2014/main" id="{CFE8A4C4-C02E-AD53-B0C0-9A50455A8675}"/>
                  </a:ext>
                </a:extLst>
              </p:cNvPr>
              <p:cNvSpPr txBox="1"/>
              <p:nvPr/>
            </p:nvSpPr>
            <p:spPr>
              <a:xfrm>
                <a:off x="163968" y="3534056"/>
                <a:ext cx="3672408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0−1−2</m:t>
                          </m:r>
                        </m:num>
                        <m:den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4" name="渐近线交点">
                <a:extLst>
                  <a:ext uri="{FF2B5EF4-FFF2-40B4-BE49-F238E27FC236}">
                    <a16:creationId xmlns:a16="http://schemas.microsoft.com/office/drawing/2014/main" id="{CFE8A4C4-C02E-AD53-B0C0-9A50455A8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68" y="3534056"/>
                <a:ext cx="3672408" cy="901785"/>
              </a:xfrm>
              <a:prstGeom prst="rect">
                <a:avLst/>
              </a:prstGeom>
              <a:blipFill>
                <a:blip r:embed="rId10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实轴根轨迹">
                <a:extLst>
                  <a:ext uri="{FF2B5EF4-FFF2-40B4-BE49-F238E27FC236}">
                    <a16:creationId xmlns:a16="http://schemas.microsoft.com/office/drawing/2014/main" id="{3E85C027-4014-1EC0-4348-21702EDA7BC3}"/>
                  </a:ext>
                </a:extLst>
              </p:cNvPr>
              <p:cNvSpPr txBox="1"/>
              <p:nvPr/>
            </p:nvSpPr>
            <p:spPr>
              <a:xfrm>
                <a:off x="3809651" y="1975681"/>
                <a:ext cx="31496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[−∞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]∪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[−1,0]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" name="实轴根轨迹">
                <a:extLst>
                  <a:ext uri="{FF2B5EF4-FFF2-40B4-BE49-F238E27FC236}">
                    <a16:creationId xmlns:a16="http://schemas.microsoft.com/office/drawing/2014/main" id="{3E85C027-4014-1EC0-4348-21702EDA7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651" y="1975681"/>
                <a:ext cx="3149651" cy="523220"/>
              </a:xfrm>
              <a:prstGeom prst="rect">
                <a:avLst/>
              </a:prstGeom>
              <a:blipFill>
                <a:blip r:embed="rId11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小标题3">
            <a:extLst>
              <a:ext uri="{FF2B5EF4-FFF2-40B4-BE49-F238E27FC236}">
                <a16:creationId xmlns:a16="http://schemas.microsoft.com/office/drawing/2014/main" id="{3261F758-1E58-A1BD-0E53-AA51B90DDBBC}"/>
              </a:ext>
            </a:extLst>
          </p:cNvPr>
          <p:cNvSpPr/>
          <p:nvPr/>
        </p:nvSpPr>
        <p:spPr bwMode="auto">
          <a:xfrm>
            <a:off x="261938" y="2820649"/>
            <a:ext cx="3485225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渐近线</a:t>
            </a:r>
          </a:p>
        </p:txBody>
      </p:sp>
      <p:sp>
        <p:nvSpPr>
          <p:cNvPr id="81" name="小标题2">
            <a:extLst>
              <a:ext uri="{FF2B5EF4-FFF2-40B4-BE49-F238E27FC236}">
                <a16:creationId xmlns:a16="http://schemas.microsoft.com/office/drawing/2014/main" id="{0B1C36B8-28A8-8F1C-1232-20032DA219B6}"/>
              </a:ext>
            </a:extLst>
          </p:cNvPr>
          <p:cNvSpPr/>
          <p:nvPr/>
        </p:nvSpPr>
        <p:spPr bwMode="auto">
          <a:xfrm>
            <a:off x="261938" y="1975681"/>
            <a:ext cx="3485225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实轴上的根轨迹</a:t>
            </a:r>
          </a:p>
        </p:txBody>
      </p:sp>
      <p:sp>
        <p:nvSpPr>
          <p:cNvPr id="85" name="小标题1">
            <a:extLst>
              <a:ext uri="{FF2B5EF4-FFF2-40B4-BE49-F238E27FC236}">
                <a16:creationId xmlns:a16="http://schemas.microsoft.com/office/drawing/2014/main" id="{9188FB87-E2C8-E530-5006-C850718ADCE1}"/>
              </a:ext>
            </a:extLst>
          </p:cNvPr>
          <p:cNvSpPr/>
          <p:nvPr/>
        </p:nvSpPr>
        <p:spPr bwMode="auto">
          <a:xfrm>
            <a:off x="253182" y="1103874"/>
            <a:ext cx="3493981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起点与终点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开环传函">
                <a:extLst>
                  <a:ext uri="{FF2B5EF4-FFF2-40B4-BE49-F238E27FC236}">
                    <a16:creationId xmlns:a16="http://schemas.microsoft.com/office/drawing/2014/main" id="{1564B7F1-5212-BC7F-1130-28A207AAAE42}"/>
                  </a:ext>
                </a:extLst>
              </p:cNvPr>
              <p:cNvSpPr txBox="1"/>
              <p:nvPr/>
            </p:nvSpPr>
            <p:spPr>
              <a:xfrm>
                <a:off x="5752746" y="137777"/>
                <a:ext cx="4261116" cy="9908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kumimoji="1" lang="zh-CN" alt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+1)(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" name="开环传函">
                <a:extLst>
                  <a:ext uri="{FF2B5EF4-FFF2-40B4-BE49-F238E27FC236}">
                    <a16:creationId xmlns:a16="http://schemas.microsoft.com/office/drawing/2014/main" id="{1564B7F1-5212-BC7F-1130-28A207AAA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746" y="137777"/>
                <a:ext cx="4261116" cy="990849"/>
              </a:xfrm>
              <a:prstGeom prst="rect">
                <a:avLst/>
              </a:prstGeom>
              <a:blipFill>
                <a:blip r:embed="rId12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根轨迹绘制例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35654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6" presetClass="emph" presetSubtype="0" repeatCount="3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 tmFilter="0, 0; .2, .5; .8, .5; 1, 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250" autoRev="1" fill="hold"/>
                                        <p:tgtEl>
                                          <p:spTgt spid="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74" grpId="0" animBg="1"/>
      <p:bldP spid="74" grpId="1" animBg="1"/>
      <p:bldP spid="47" grpId="0" animBg="1"/>
      <p:bldP spid="75" grpId="0"/>
      <p:bldP spid="21" grpId="0"/>
      <p:bldP spid="84" grpId="0"/>
      <p:bldP spid="82" grpId="0"/>
      <p:bldP spid="83" grpId="0" animBg="1"/>
      <p:bldP spid="81" grpId="0" animBg="1"/>
      <p:bldP spid="85" grpId="0" animBg="1"/>
      <p:bldP spid="4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坐标轴">
            <a:extLst>
              <a:ext uri="{FF2B5EF4-FFF2-40B4-BE49-F238E27FC236}">
                <a16:creationId xmlns:a16="http://schemas.microsoft.com/office/drawing/2014/main" id="{F018A8D0-113C-7D9E-027C-4BDFEE1878B2}"/>
              </a:ext>
            </a:extLst>
          </p:cNvPr>
          <p:cNvGrpSpPr/>
          <p:nvPr/>
        </p:nvGrpSpPr>
        <p:grpSpPr>
          <a:xfrm>
            <a:off x="7540495" y="2141358"/>
            <a:ext cx="3896536" cy="3519890"/>
            <a:chOff x="7540495" y="2141358"/>
            <a:chExt cx="3896536" cy="35198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labelj">
                  <a:extLst>
                    <a:ext uri="{FF2B5EF4-FFF2-40B4-BE49-F238E27FC236}">
                      <a16:creationId xmlns:a16="http://schemas.microsoft.com/office/drawing/2014/main" id="{2F56F1F5-44F7-AF26-00A4-BAA5716ADDC0}"/>
                    </a:ext>
                  </a:extLst>
                </p:cNvPr>
                <p:cNvSpPr txBox="1"/>
                <p:nvPr/>
              </p:nvSpPr>
              <p:spPr>
                <a:xfrm>
                  <a:off x="10784917" y="2141358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8" name="labelj">
                  <a:extLst>
                    <a:ext uri="{FF2B5EF4-FFF2-40B4-BE49-F238E27FC236}">
                      <a16:creationId xmlns:a16="http://schemas.microsoft.com/office/drawing/2014/main" id="{2F56F1F5-44F7-AF26-00A4-BAA5716ADD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84917" y="2141358"/>
                  <a:ext cx="520701" cy="523220"/>
                </a:xfrm>
                <a:prstGeom prst="rect">
                  <a:avLst/>
                </a:prstGeom>
                <a:blipFill>
                  <a:blip r:embed="rId3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label0">
                  <a:extLst>
                    <a:ext uri="{FF2B5EF4-FFF2-40B4-BE49-F238E27FC236}">
                      <a16:creationId xmlns:a16="http://schemas.microsoft.com/office/drawing/2014/main" id="{52E8DE49-E601-C1BF-A858-50CFF27EB174}"/>
                    </a:ext>
                  </a:extLst>
                </p:cNvPr>
                <p:cNvSpPr txBox="1"/>
                <p:nvPr/>
              </p:nvSpPr>
              <p:spPr>
                <a:xfrm>
                  <a:off x="10713513" y="4066837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1" name="label0">
                  <a:extLst>
                    <a:ext uri="{FF2B5EF4-FFF2-40B4-BE49-F238E27FC236}">
                      <a16:creationId xmlns:a16="http://schemas.microsoft.com/office/drawing/2014/main" id="{52E8DE49-E601-C1BF-A858-50CFF27EB1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13513" y="4066837"/>
                  <a:ext cx="520701" cy="52469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" name="虚轴">
              <a:extLst>
                <a:ext uri="{FF2B5EF4-FFF2-40B4-BE49-F238E27FC236}">
                  <a16:creationId xmlns:a16="http://schemas.microsoft.com/office/drawing/2014/main" id="{FD661F74-6E38-F18F-525C-09FB93B2044D}"/>
                </a:ext>
              </a:extLst>
            </p:cNvPr>
            <p:cNvGrpSpPr/>
            <p:nvPr/>
          </p:nvGrpSpPr>
          <p:grpSpPr>
            <a:xfrm>
              <a:off x="10775257" y="2565248"/>
              <a:ext cx="661774" cy="3096000"/>
              <a:chOff x="10775257" y="2565248"/>
              <a:chExt cx="661774" cy="3096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ylabel1">
                    <a:extLst>
                      <a:ext uri="{FF2B5EF4-FFF2-40B4-BE49-F238E27FC236}">
                        <a16:creationId xmlns:a16="http://schemas.microsoft.com/office/drawing/2014/main" id="{9CB1BFCC-5737-595F-A04A-49E1593A3955}"/>
                      </a:ext>
                    </a:extLst>
                  </p:cNvPr>
                  <p:cNvSpPr txBox="1"/>
                  <p:nvPr/>
                </p:nvSpPr>
                <p:spPr>
                  <a:xfrm>
                    <a:off x="10950535" y="3273609"/>
                    <a:ext cx="322182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2" name="ylabel1">
                    <a:extLst>
                      <a:ext uri="{FF2B5EF4-FFF2-40B4-BE49-F238E27FC236}">
                        <a16:creationId xmlns:a16="http://schemas.microsoft.com/office/drawing/2014/main" id="{9CB1BFCC-5737-595F-A04A-49E1593A39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50535" y="3273609"/>
                    <a:ext cx="322182" cy="52469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1538" r="-2692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ylabel2">
                    <a:extLst>
                      <a:ext uri="{FF2B5EF4-FFF2-40B4-BE49-F238E27FC236}">
                        <a16:creationId xmlns:a16="http://schemas.microsoft.com/office/drawing/2014/main" id="{9D7C0A6B-EB41-E864-C05F-98B92D5C0580}"/>
                      </a:ext>
                    </a:extLst>
                  </p:cNvPr>
                  <p:cNvSpPr txBox="1"/>
                  <p:nvPr/>
                </p:nvSpPr>
                <p:spPr>
                  <a:xfrm>
                    <a:off x="10955845" y="2625537"/>
                    <a:ext cx="322182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4" name="ylabel2">
                    <a:extLst>
                      <a:ext uri="{FF2B5EF4-FFF2-40B4-BE49-F238E27FC236}">
                        <a16:creationId xmlns:a16="http://schemas.microsoft.com/office/drawing/2014/main" id="{9D7C0A6B-EB41-E864-C05F-98B92D5C05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55845" y="2625537"/>
                    <a:ext cx="322182" cy="52469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7407" r="-2592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ylabel-2">
                    <a:extLst>
                      <a:ext uri="{FF2B5EF4-FFF2-40B4-BE49-F238E27FC236}">
                        <a16:creationId xmlns:a16="http://schemas.microsoft.com/office/drawing/2014/main" id="{7FB83E9A-2039-8046-0AA8-71238C3BB42B}"/>
                      </a:ext>
                    </a:extLst>
                  </p:cNvPr>
                  <p:cNvSpPr txBox="1"/>
                  <p:nvPr/>
                </p:nvSpPr>
                <p:spPr>
                  <a:xfrm>
                    <a:off x="10916330" y="5094448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8" name="ylabel-2">
                    <a:extLst>
                      <a:ext uri="{FF2B5EF4-FFF2-40B4-BE49-F238E27FC236}">
                        <a16:creationId xmlns:a16="http://schemas.microsoft.com/office/drawing/2014/main" id="{7FB83E9A-2039-8046-0AA8-71238C3BB4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16330" y="5094448"/>
                    <a:ext cx="520701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285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ylabel-1">
                    <a:extLst>
                      <a:ext uri="{FF2B5EF4-FFF2-40B4-BE49-F238E27FC236}">
                        <a16:creationId xmlns:a16="http://schemas.microsoft.com/office/drawing/2014/main" id="{F2102832-36D4-C639-4E99-019C65F313EE}"/>
                      </a:ext>
                    </a:extLst>
                  </p:cNvPr>
                  <p:cNvSpPr txBox="1"/>
                  <p:nvPr/>
                </p:nvSpPr>
                <p:spPr>
                  <a:xfrm>
                    <a:off x="10916330" y="4518384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6" name="ylabel-1">
                    <a:extLst>
                      <a:ext uri="{FF2B5EF4-FFF2-40B4-BE49-F238E27FC236}">
                        <a16:creationId xmlns:a16="http://schemas.microsoft.com/office/drawing/2014/main" id="{F2102832-36D4-C639-4E99-019C65F313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16330" y="4518384"/>
                    <a:ext cx="520701" cy="52322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285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4" name="ytick1">
                <a:extLst>
                  <a:ext uri="{FF2B5EF4-FFF2-40B4-BE49-F238E27FC236}">
                    <a16:creationId xmlns:a16="http://schemas.microsoft.com/office/drawing/2014/main" id="{BD642B27-0FBD-4E61-E0F6-67076E6F2D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79449" y="3535219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ytick-1">
                <a:extLst>
                  <a:ext uri="{FF2B5EF4-FFF2-40B4-BE49-F238E27FC236}">
                    <a16:creationId xmlns:a16="http://schemas.microsoft.com/office/drawing/2014/main" id="{698CB20C-B1EE-9542-3826-004E8AD7B9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79449" y="4784273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ytick-2">
                <a:extLst>
                  <a:ext uri="{FF2B5EF4-FFF2-40B4-BE49-F238E27FC236}">
                    <a16:creationId xmlns:a16="http://schemas.microsoft.com/office/drawing/2014/main" id="{EBD3A8E0-2B71-AC34-B21A-FBAB2A23E4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79449" y="5369337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ytick2">
                <a:extLst>
                  <a:ext uri="{FF2B5EF4-FFF2-40B4-BE49-F238E27FC236}">
                    <a16:creationId xmlns:a16="http://schemas.microsoft.com/office/drawing/2014/main" id="{463577E2-6CBB-70F5-1604-62C7372418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79449" y="2880951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y轴">
                <a:extLst>
                  <a:ext uri="{FF2B5EF4-FFF2-40B4-BE49-F238E27FC236}">
                    <a16:creationId xmlns:a16="http://schemas.microsoft.com/office/drawing/2014/main" id="{B4F167F5-4B4A-3B66-66CF-556A7B3392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257" y="2565248"/>
                <a:ext cx="0" cy="309600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实轴">
              <a:extLst>
                <a:ext uri="{FF2B5EF4-FFF2-40B4-BE49-F238E27FC236}">
                  <a16:creationId xmlns:a16="http://schemas.microsoft.com/office/drawing/2014/main" id="{CE1D5C5B-6DD4-E17C-54B7-D39134286116}"/>
                </a:ext>
              </a:extLst>
            </p:cNvPr>
            <p:cNvGrpSpPr/>
            <p:nvPr/>
          </p:nvGrpSpPr>
          <p:grpSpPr>
            <a:xfrm>
              <a:off x="7540495" y="4005604"/>
              <a:ext cx="3693719" cy="694724"/>
              <a:chOff x="7540495" y="4005604"/>
              <a:chExt cx="3693719" cy="6947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xlabel-4">
                    <a:extLst>
                      <a:ext uri="{FF2B5EF4-FFF2-40B4-BE49-F238E27FC236}">
                        <a16:creationId xmlns:a16="http://schemas.microsoft.com/office/drawing/2014/main" id="{1A2B8F6B-AE67-6B3E-25F3-3EE753A1B871}"/>
                      </a:ext>
                    </a:extLst>
                  </p:cNvPr>
                  <p:cNvSpPr txBox="1"/>
                  <p:nvPr/>
                </p:nvSpPr>
                <p:spPr>
                  <a:xfrm>
                    <a:off x="7540495" y="4177108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−4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3" name="xlabel-4">
                    <a:extLst>
                      <a:ext uri="{FF2B5EF4-FFF2-40B4-BE49-F238E27FC236}">
                        <a16:creationId xmlns:a16="http://schemas.microsoft.com/office/drawing/2014/main" id="{1A2B8F6B-AE67-6B3E-25F3-3EE753A1B8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40495" y="4177108"/>
                    <a:ext cx="520701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3095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xlabel-3">
                    <a:extLst>
                      <a:ext uri="{FF2B5EF4-FFF2-40B4-BE49-F238E27FC236}">
                        <a16:creationId xmlns:a16="http://schemas.microsoft.com/office/drawing/2014/main" id="{2714F925-8D4D-DD02-F301-051137790A9A}"/>
                      </a:ext>
                    </a:extLst>
                  </p:cNvPr>
                  <p:cNvSpPr txBox="1"/>
                  <p:nvPr/>
                </p:nvSpPr>
                <p:spPr>
                  <a:xfrm>
                    <a:off x="8276593" y="4165166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1" name="xlabel-3">
                    <a:extLst>
                      <a:ext uri="{FF2B5EF4-FFF2-40B4-BE49-F238E27FC236}">
                        <a16:creationId xmlns:a16="http://schemas.microsoft.com/office/drawing/2014/main" id="{2714F925-8D4D-DD02-F301-051137790A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76593" y="4165166"/>
                    <a:ext cx="520701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3095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xlabel-2">
                    <a:extLst>
                      <a:ext uri="{FF2B5EF4-FFF2-40B4-BE49-F238E27FC236}">
                        <a16:creationId xmlns:a16="http://schemas.microsoft.com/office/drawing/2014/main" id="{E3E98410-23C9-EA5F-7F29-CF63BA37C165}"/>
                      </a:ext>
                    </a:extLst>
                  </p:cNvPr>
                  <p:cNvSpPr txBox="1"/>
                  <p:nvPr/>
                </p:nvSpPr>
                <p:spPr>
                  <a:xfrm>
                    <a:off x="8996942" y="4171421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0" name="xlabel-2">
                    <a:extLst>
                      <a:ext uri="{FF2B5EF4-FFF2-40B4-BE49-F238E27FC236}">
                        <a16:creationId xmlns:a16="http://schemas.microsoft.com/office/drawing/2014/main" id="{E3E98410-23C9-EA5F-7F29-CF63BA37C16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96942" y="4171421"/>
                    <a:ext cx="520701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285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xlabel-1">
                    <a:extLst>
                      <a:ext uri="{FF2B5EF4-FFF2-40B4-BE49-F238E27FC236}">
                        <a16:creationId xmlns:a16="http://schemas.microsoft.com/office/drawing/2014/main" id="{852BBAF6-F033-FB3B-043A-6AB62E3277C9}"/>
                      </a:ext>
                    </a:extLst>
                  </p:cNvPr>
                  <p:cNvSpPr txBox="1"/>
                  <p:nvPr/>
                </p:nvSpPr>
                <p:spPr>
                  <a:xfrm>
                    <a:off x="9727397" y="4171421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9" name="xlabel-1">
                    <a:extLst>
                      <a:ext uri="{FF2B5EF4-FFF2-40B4-BE49-F238E27FC236}">
                        <a16:creationId xmlns:a16="http://schemas.microsoft.com/office/drawing/2014/main" id="{852BBAF6-F033-FB3B-043A-6AB62E3277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27397" y="4171421"/>
                    <a:ext cx="520701" cy="52322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3170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7" name="xtick-4">
                <a:extLst>
                  <a:ext uri="{FF2B5EF4-FFF2-40B4-BE49-F238E27FC236}">
                    <a16:creationId xmlns:a16="http://schemas.microsoft.com/office/drawing/2014/main" id="{907B8C26-4D9E-B479-7367-A5BE7EBF3E6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7826822" y="4075982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xtick-3">
                <a:extLst>
                  <a:ext uri="{FF2B5EF4-FFF2-40B4-BE49-F238E27FC236}">
                    <a16:creationId xmlns:a16="http://schemas.microsoft.com/office/drawing/2014/main" id="{3E8A0E2D-51A5-FE49-1C89-84163B0C8E4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8547547" y="4073420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xtick-2">
                <a:extLst>
                  <a:ext uri="{FF2B5EF4-FFF2-40B4-BE49-F238E27FC236}">
                    <a16:creationId xmlns:a16="http://schemas.microsoft.com/office/drawing/2014/main" id="{179E6879-09F0-21CB-02D4-125F9F24D4D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268272" y="4084906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xtick-1">
                <a:extLst>
                  <a:ext uri="{FF2B5EF4-FFF2-40B4-BE49-F238E27FC236}">
                    <a16:creationId xmlns:a16="http://schemas.microsoft.com/office/drawing/2014/main" id="{CFD2F26F-EEBF-F1AE-7A69-0AFA44E3C39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991528" y="4081909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x轴">
                <a:extLst>
                  <a:ext uri="{FF2B5EF4-FFF2-40B4-BE49-F238E27FC236}">
                    <a16:creationId xmlns:a16="http://schemas.microsoft.com/office/drawing/2014/main" id="{ADDA96AE-FE12-3D03-517A-23462BCC0C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79382" y="4144999"/>
                <a:ext cx="355483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8" name="渐近线">
            <a:extLst>
              <a:ext uri="{FF2B5EF4-FFF2-40B4-BE49-F238E27FC236}">
                <a16:creationId xmlns:a16="http://schemas.microsoft.com/office/drawing/2014/main" id="{F70145A8-9304-D24A-790B-DDA14D9E28F1}"/>
              </a:ext>
            </a:extLst>
          </p:cNvPr>
          <p:cNvCxnSpPr>
            <a:cxnSpLocks/>
          </p:cNvCxnSpPr>
          <p:nvPr/>
        </p:nvCxnSpPr>
        <p:spPr>
          <a:xfrm flipV="1">
            <a:off x="9699197" y="2708275"/>
            <a:ext cx="0" cy="2881313"/>
          </a:xfrm>
          <a:prstGeom prst="straightConnector1">
            <a:avLst/>
          </a:prstGeom>
          <a:ln w="25400">
            <a:solidFill>
              <a:srgbClr val="0070C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零点">
            <a:extLst>
              <a:ext uri="{FF2B5EF4-FFF2-40B4-BE49-F238E27FC236}">
                <a16:creationId xmlns:a16="http://schemas.microsoft.com/office/drawing/2014/main" id="{CE8BC490-DB9D-529D-7C11-969C3AFCE92B}"/>
              </a:ext>
            </a:extLst>
          </p:cNvPr>
          <p:cNvSpPr/>
          <p:nvPr/>
        </p:nvSpPr>
        <p:spPr>
          <a:xfrm>
            <a:off x="9228088" y="4035798"/>
            <a:ext cx="216000" cy="216000"/>
          </a:xfrm>
          <a:prstGeom prst="donut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6" name="极点3">
            <a:extLst>
              <a:ext uri="{FF2B5EF4-FFF2-40B4-BE49-F238E27FC236}">
                <a16:creationId xmlns:a16="http://schemas.microsoft.com/office/drawing/2014/main" id="{B8370DAA-4D18-6947-7E55-A577D76E5765}"/>
              </a:ext>
            </a:extLst>
          </p:cNvPr>
          <p:cNvSpPr/>
          <p:nvPr/>
        </p:nvSpPr>
        <p:spPr>
          <a:xfrm>
            <a:off x="7745790" y="4005709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74" name="极点2">
            <a:extLst>
              <a:ext uri="{FF2B5EF4-FFF2-40B4-BE49-F238E27FC236}">
                <a16:creationId xmlns:a16="http://schemas.microsoft.com/office/drawing/2014/main" id="{570D5BFE-5973-CBA5-DD96-76697FECF3BC}"/>
              </a:ext>
            </a:extLst>
          </p:cNvPr>
          <p:cNvSpPr/>
          <p:nvPr/>
        </p:nvSpPr>
        <p:spPr>
          <a:xfrm>
            <a:off x="9911237" y="3999782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47" name="极点1">
            <a:extLst>
              <a:ext uri="{FF2B5EF4-FFF2-40B4-BE49-F238E27FC236}">
                <a16:creationId xmlns:a16="http://schemas.microsoft.com/office/drawing/2014/main" id="{F990C884-C1D1-9728-B477-5393D0DC837B}"/>
              </a:ext>
            </a:extLst>
          </p:cNvPr>
          <p:cNvSpPr/>
          <p:nvPr/>
        </p:nvSpPr>
        <p:spPr>
          <a:xfrm>
            <a:off x="10624690" y="4000983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cxnSp>
        <p:nvCxnSpPr>
          <p:cNvPr id="17" name="根轨迹3">
            <a:extLst>
              <a:ext uri="{FF2B5EF4-FFF2-40B4-BE49-F238E27FC236}">
                <a16:creationId xmlns:a16="http://schemas.microsoft.com/office/drawing/2014/main" id="{122468A5-3A2C-7B82-6071-8D9C1A88BAD0}"/>
              </a:ext>
            </a:extLst>
          </p:cNvPr>
          <p:cNvCxnSpPr>
            <a:cxnSpLocks/>
          </p:cNvCxnSpPr>
          <p:nvPr/>
        </p:nvCxnSpPr>
        <p:spPr>
          <a:xfrm>
            <a:off x="7876454" y="4144608"/>
            <a:ext cx="1377123" cy="0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根轨迹2">
            <a:extLst>
              <a:ext uri="{FF2B5EF4-FFF2-40B4-BE49-F238E27FC236}">
                <a16:creationId xmlns:a16="http://schemas.microsoft.com/office/drawing/2014/main" id="{EFA8894D-45ED-D569-07EA-20AE9ED206B3}"/>
              </a:ext>
            </a:extLst>
          </p:cNvPr>
          <p:cNvCxnSpPr>
            <a:cxnSpLocks/>
          </p:cNvCxnSpPr>
          <p:nvPr/>
        </p:nvCxnSpPr>
        <p:spPr>
          <a:xfrm>
            <a:off x="10051187" y="4144999"/>
            <a:ext cx="408115" cy="0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根轨迹1">
            <a:extLst>
              <a:ext uri="{FF2B5EF4-FFF2-40B4-BE49-F238E27FC236}">
                <a16:creationId xmlns:a16="http://schemas.microsoft.com/office/drawing/2014/main" id="{FF83B925-EBB0-41DF-6B38-1BF91B69350F}"/>
              </a:ext>
            </a:extLst>
          </p:cNvPr>
          <p:cNvCxnSpPr>
            <a:cxnSpLocks/>
          </p:cNvCxnSpPr>
          <p:nvPr/>
        </p:nvCxnSpPr>
        <p:spPr>
          <a:xfrm flipH="1" flipV="1">
            <a:off x="10425979" y="4137326"/>
            <a:ext cx="358938" cy="3201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渐近线公式倾角">
                <a:extLst>
                  <a:ext uri="{FF2B5EF4-FFF2-40B4-BE49-F238E27FC236}">
                    <a16:creationId xmlns:a16="http://schemas.microsoft.com/office/drawing/2014/main" id="{F08432F3-B0EA-7ED4-CCB2-4099AA0F559F}"/>
                  </a:ext>
                </a:extLst>
              </p:cNvPr>
              <p:cNvSpPr txBox="1"/>
              <p:nvPr/>
            </p:nvSpPr>
            <p:spPr>
              <a:xfrm>
                <a:off x="-457522" y="5252861"/>
                <a:ext cx="5458975" cy="9129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3−1</m:t>
                          </m:r>
                        </m:den>
                      </m:f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=±90°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1" name="渐近线公式倾角">
                <a:extLst>
                  <a:ext uri="{FF2B5EF4-FFF2-40B4-BE49-F238E27FC236}">
                    <a16:creationId xmlns:a16="http://schemas.microsoft.com/office/drawing/2014/main" id="{F08432F3-B0EA-7ED4-CCB2-4099AA0F5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57522" y="5252861"/>
                <a:ext cx="5458975" cy="912942"/>
              </a:xfrm>
              <a:prstGeom prst="rect">
                <a:avLst/>
              </a:prstGeom>
              <a:blipFill>
                <a:blip r:embed="rId13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渐近线交点">
                <a:extLst>
                  <a:ext uri="{FF2B5EF4-FFF2-40B4-BE49-F238E27FC236}">
                    <a16:creationId xmlns:a16="http://schemas.microsoft.com/office/drawing/2014/main" id="{CFE8A4C4-C02E-AD53-B0C0-9A50455A8675}"/>
                  </a:ext>
                </a:extLst>
              </p:cNvPr>
              <p:cNvSpPr txBox="1"/>
              <p:nvPr/>
            </p:nvSpPr>
            <p:spPr>
              <a:xfrm>
                <a:off x="161726" y="4355113"/>
                <a:ext cx="4421312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0−1−4+2</m:t>
                          </m:r>
                        </m:num>
                        <m:den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3−1</m:t>
                          </m:r>
                        </m:den>
                      </m:f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4" name="渐近线交点">
                <a:extLst>
                  <a:ext uri="{FF2B5EF4-FFF2-40B4-BE49-F238E27FC236}">
                    <a16:creationId xmlns:a16="http://schemas.microsoft.com/office/drawing/2014/main" id="{CFE8A4C4-C02E-AD53-B0C0-9A50455A8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26" y="4355113"/>
                <a:ext cx="4421312" cy="901785"/>
              </a:xfrm>
              <a:prstGeom prst="rect">
                <a:avLst/>
              </a:prstGeom>
              <a:blipFill>
                <a:blip r:embed="rId1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实轴根轨迹">
                <a:extLst>
                  <a:ext uri="{FF2B5EF4-FFF2-40B4-BE49-F238E27FC236}">
                    <a16:creationId xmlns:a16="http://schemas.microsoft.com/office/drawing/2014/main" id="{3E85C027-4014-1EC0-4348-21702EDA7BC3}"/>
                  </a:ext>
                </a:extLst>
              </p:cNvPr>
              <p:cNvSpPr txBox="1"/>
              <p:nvPr/>
            </p:nvSpPr>
            <p:spPr>
              <a:xfrm>
                <a:off x="3807410" y="2721363"/>
                <a:ext cx="31496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]∪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[−1,0]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" name="实轴根轨迹">
                <a:extLst>
                  <a:ext uri="{FF2B5EF4-FFF2-40B4-BE49-F238E27FC236}">
                    <a16:creationId xmlns:a16="http://schemas.microsoft.com/office/drawing/2014/main" id="{3E85C027-4014-1EC0-4348-21702EDA7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410" y="2721363"/>
                <a:ext cx="3149651" cy="523220"/>
              </a:xfrm>
              <a:prstGeom prst="rect">
                <a:avLst/>
              </a:prstGeom>
              <a:blipFill>
                <a:blip r:embed="rId15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开环传函">
                <a:extLst>
                  <a:ext uri="{FF2B5EF4-FFF2-40B4-BE49-F238E27FC236}">
                    <a16:creationId xmlns:a16="http://schemas.microsoft.com/office/drawing/2014/main" id="{1564B7F1-5212-BC7F-1130-28A207AAAE42}"/>
                  </a:ext>
                </a:extLst>
              </p:cNvPr>
              <p:cNvSpPr txBox="1"/>
              <p:nvPr/>
            </p:nvSpPr>
            <p:spPr>
              <a:xfrm>
                <a:off x="3732126" y="896449"/>
                <a:ext cx="4506489" cy="9908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kumimoji="1" lang="zh-CN" alt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+2)</m:t>
                          </m:r>
                        </m:num>
                        <m:den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+1)(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+4)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" name="开环传函">
                <a:extLst>
                  <a:ext uri="{FF2B5EF4-FFF2-40B4-BE49-F238E27FC236}">
                    <a16:creationId xmlns:a16="http://schemas.microsoft.com/office/drawing/2014/main" id="{1564B7F1-5212-BC7F-1130-28A207AAA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2126" y="896449"/>
                <a:ext cx="4506489" cy="990849"/>
              </a:xfrm>
              <a:prstGeom prst="rect">
                <a:avLst/>
              </a:prstGeom>
              <a:blipFill>
                <a:blip r:embed="rId16"/>
                <a:stretch>
                  <a:fillRect r="-843" b="-10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小标题4">
            <a:extLst>
              <a:ext uri="{FF2B5EF4-FFF2-40B4-BE49-F238E27FC236}">
                <a16:creationId xmlns:a16="http://schemas.microsoft.com/office/drawing/2014/main" id="{3261F758-1E58-A1BD-0E53-AA51B90DDBBC}"/>
              </a:ext>
            </a:extLst>
          </p:cNvPr>
          <p:cNvSpPr/>
          <p:nvPr/>
        </p:nvSpPr>
        <p:spPr bwMode="auto">
          <a:xfrm>
            <a:off x="259697" y="3566331"/>
            <a:ext cx="3485225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渐近线</a:t>
            </a:r>
          </a:p>
        </p:txBody>
      </p:sp>
      <p:sp>
        <p:nvSpPr>
          <p:cNvPr id="81" name="小标题3">
            <a:extLst>
              <a:ext uri="{FF2B5EF4-FFF2-40B4-BE49-F238E27FC236}">
                <a16:creationId xmlns:a16="http://schemas.microsoft.com/office/drawing/2014/main" id="{0B1C36B8-28A8-8F1C-1232-20032DA219B6}"/>
              </a:ext>
            </a:extLst>
          </p:cNvPr>
          <p:cNvSpPr/>
          <p:nvPr/>
        </p:nvSpPr>
        <p:spPr bwMode="auto">
          <a:xfrm>
            <a:off x="246901" y="2754669"/>
            <a:ext cx="3485225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实轴上的根轨迹</a:t>
            </a:r>
          </a:p>
        </p:txBody>
      </p:sp>
      <p:sp>
        <p:nvSpPr>
          <p:cNvPr id="58" name="小标题2">
            <a:extLst>
              <a:ext uri="{FF2B5EF4-FFF2-40B4-BE49-F238E27FC236}">
                <a16:creationId xmlns:a16="http://schemas.microsoft.com/office/drawing/2014/main" id="{3EDD0B67-4FB7-18E7-3D02-BF367C5F82B6}"/>
              </a:ext>
            </a:extLst>
          </p:cNvPr>
          <p:cNvSpPr/>
          <p:nvPr/>
        </p:nvSpPr>
        <p:spPr bwMode="auto">
          <a:xfrm>
            <a:off x="250940" y="1915536"/>
            <a:ext cx="3493981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起点与终点</a:t>
            </a:r>
          </a:p>
        </p:txBody>
      </p:sp>
      <p:sp>
        <p:nvSpPr>
          <p:cNvPr id="85" name="小标题1">
            <a:extLst>
              <a:ext uri="{FF2B5EF4-FFF2-40B4-BE49-F238E27FC236}">
                <a16:creationId xmlns:a16="http://schemas.microsoft.com/office/drawing/2014/main" id="{9188FB87-E2C8-E530-5006-C850718ADCE1}"/>
              </a:ext>
            </a:extLst>
          </p:cNvPr>
          <p:cNvSpPr/>
          <p:nvPr/>
        </p:nvSpPr>
        <p:spPr bwMode="auto">
          <a:xfrm>
            <a:off x="253182" y="1103874"/>
            <a:ext cx="3493981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开环传函</a:t>
            </a:r>
          </a:p>
        </p:txBody>
      </p:sp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根轨迹绘制例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方框图">
            <a:extLst>
              <a:ext uri="{FF2B5EF4-FFF2-40B4-BE49-F238E27FC236}">
                <a16:creationId xmlns:a16="http://schemas.microsoft.com/office/drawing/2014/main" id="{831DB85E-06AE-B7D0-14ED-30ECC40FC843}"/>
              </a:ext>
            </a:extLst>
          </p:cNvPr>
          <p:cNvGrpSpPr/>
          <p:nvPr/>
        </p:nvGrpSpPr>
        <p:grpSpPr>
          <a:xfrm>
            <a:off x="7824228" y="114910"/>
            <a:ext cx="3965544" cy="1666692"/>
            <a:chOff x="7824228" y="114910"/>
            <a:chExt cx="3965544" cy="16666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G">
                  <a:extLst>
                    <a:ext uri="{FF2B5EF4-FFF2-40B4-BE49-F238E27FC236}">
                      <a16:creationId xmlns:a16="http://schemas.microsoft.com/office/drawing/2014/main" id="{65AB6944-F016-BB52-41BD-F416E8525895}"/>
                    </a:ext>
                  </a:extLst>
                </p:cNvPr>
                <p:cNvSpPr/>
                <p:nvPr/>
              </p:nvSpPr>
              <p:spPr>
                <a:xfrm>
                  <a:off x="9664021" y="268955"/>
                  <a:ext cx="1231736" cy="720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5" name="G">
                  <a:extLst>
                    <a:ext uri="{FF2B5EF4-FFF2-40B4-BE49-F238E27FC236}">
                      <a16:creationId xmlns:a16="http://schemas.microsoft.com/office/drawing/2014/main" id="{65AB6944-F016-BB52-41BD-F416E85258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64021" y="268955"/>
                  <a:ext cx="1231736" cy="720000"/>
                </a:xfrm>
                <a:prstGeom prst="rect">
                  <a:avLst/>
                </a:prstGeom>
                <a:blipFill>
                  <a:blip r:embed="rId17"/>
                  <a:stretch>
                    <a:fillRect b="-6780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R连接">
              <a:extLst>
                <a:ext uri="{FF2B5EF4-FFF2-40B4-BE49-F238E27FC236}">
                  <a16:creationId xmlns:a16="http://schemas.microsoft.com/office/drawing/2014/main" id="{7370B210-DE4F-FE18-4D8F-948EC7F9C2C6}"/>
                </a:ext>
              </a:extLst>
            </p:cNvPr>
            <p:cNvCxnSpPr>
              <a:cxnSpLocks/>
              <a:endCxn id="42" idx="2"/>
            </p:cNvCxnSpPr>
            <p:nvPr/>
          </p:nvCxnSpPr>
          <p:spPr>
            <a:xfrm>
              <a:off x="7993060" y="638130"/>
              <a:ext cx="59844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">
                  <a:extLst>
                    <a:ext uri="{FF2B5EF4-FFF2-40B4-BE49-F238E27FC236}">
                      <a16:creationId xmlns:a16="http://schemas.microsoft.com/office/drawing/2014/main" id="{484A9A53-9848-B4E2-0637-DE523ADF13EA}"/>
                    </a:ext>
                  </a:extLst>
                </p:cNvPr>
                <p:cNvSpPr txBox="1"/>
                <p:nvPr/>
              </p:nvSpPr>
              <p:spPr>
                <a:xfrm>
                  <a:off x="7824228" y="114910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">
                  <a:extLst>
                    <a:ext uri="{FF2B5EF4-FFF2-40B4-BE49-F238E27FC236}">
                      <a16:creationId xmlns:a16="http://schemas.microsoft.com/office/drawing/2014/main" id="{484A9A53-9848-B4E2-0637-DE523ADF13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4228" y="114910"/>
                  <a:ext cx="936104" cy="523220"/>
                </a:xfrm>
                <a:prstGeom prst="rect">
                  <a:avLst/>
                </a:prstGeom>
                <a:blipFill>
                  <a:blip r:embed="rId18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输出">
              <a:extLst>
                <a:ext uri="{FF2B5EF4-FFF2-40B4-BE49-F238E27FC236}">
                  <a16:creationId xmlns:a16="http://schemas.microsoft.com/office/drawing/2014/main" id="{7936DE12-D483-BA03-EA2B-1D504D09705C}"/>
                </a:ext>
              </a:extLst>
            </p:cNvPr>
            <p:cNvCxnSpPr>
              <a:cxnSpLocks/>
              <a:stCxn id="35" idx="3"/>
            </p:cNvCxnSpPr>
            <p:nvPr/>
          </p:nvCxnSpPr>
          <p:spPr>
            <a:xfrm flipV="1">
              <a:off x="10895757" y="628954"/>
              <a:ext cx="853475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C">
                  <a:extLst>
                    <a:ext uri="{FF2B5EF4-FFF2-40B4-BE49-F238E27FC236}">
                      <a16:creationId xmlns:a16="http://schemas.microsoft.com/office/drawing/2014/main" id="{F4CE3E11-0B61-D764-9285-8359702C9D0D}"/>
                    </a:ext>
                  </a:extLst>
                </p:cNvPr>
                <p:cNvSpPr txBox="1"/>
                <p:nvPr/>
              </p:nvSpPr>
              <p:spPr>
                <a:xfrm>
                  <a:off x="10853668" y="114910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C">
                  <a:extLst>
                    <a:ext uri="{FF2B5EF4-FFF2-40B4-BE49-F238E27FC236}">
                      <a16:creationId xmlns:a16="http://schemas.microsoft.com/office/drawing/2014/main" id="{F4CE3E11-0B61-D764-9285-8359702C9D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53668" y="114910"/>
                  <a:ext cx="936104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sum">
              <a:extLst>
                <a:ext uri="{FF2B5EF4-FFF2-40B4-BE49-F238E27FC236}">
                  <a16:creationId xmlns:a16="http://schemas.microsoft.com/office/drawing/2014/main" id="{A997501A-68EE-D71A-A745-FFCF80ADCEC2}"/>
                </a:ext>
              </a:extLst>
            </p:cNvPr>
            <p:cNvSpPr/>
            <p:nvPr/>
          </p:nvSpPr>
          <p:spPr>
            <a:xfrm>
              <a:off x="8591501" y="494130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负号">
                  <a:extLst>
                    <a:ext uri="{FF2B5EF4-FFF2-40B4-BE49-F238E27FC236}">
                      <a16:creationId xmlns:a16="http://schemas.microsoft.com/office/drawing/2014/main" id="{34220324-FD7B-5A89-5902-88E2D683791B}"/>
                    </a:ext>
                  </a:extLst>
                </p:cNvPr>
                <p:cNvSpPr txBox="1"/>
                <p:nvPr/>
              </p:nvSpPr>
              <p:spPr>
                <a:xfrm>
                  <a:off x="8320872" y="546422"/>
                  <a:ext cx="2441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9" name="负号">
                  <a:extLst>
                    <a:ext uri="{FF2B5EF4-FFF2-40B4-BE49-F238E27FC236}">
                      <a16:creationId xmlns:a16="http://schemas.microsoft.com/office/drawing/2014/main" id="{34220324-FD7B-5A89-5902-88E2D68379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0872" y="546422"/>
                  <a:ext cx="244144" cy="523220"/>
                </a:xfrm>
                <a:prstGeom prst="rect">
                  <a:avLst/>
                </a:prstGeom>
                <a:blipFill>
                  <a:blip r:embed="rId20"/>
                  <a:stretch>
                    <a:fillRect l="-45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C连接">
              <a:extLst>
                <a:ext uri="{FF2B5EF4-FFF2-40B4-BE49-F238E27FC236}">
                  <a16:creationId xmlns:a16="http://schemas.microsoft.com/office/drawing/2014/main" id="{6B154099-FAF0-92C4-E193-1A1D42E8BAB9}"/>
                </a:ext>
              </a:extLst>
            </p:cNvPr>
            <p:cNvCxnSpPr>
              <a:cxnSpLocks/>
              <a:stCxn id="41" idx="2"/>
              <a:endCxn id="55" idx="3"/>
            </p:cNvCxnSpPr>
            <p:nvPr/>
          </p:nvCxnSpPr>
          <p:spPr>
            <a:xfrm rot="5400000">
              <a:off x="10584293" y="684175"/>
              <a:ext cx="783472" cy="691382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E连接">
              <a:extLst>
                <a:ext uri="{FF2B5EF4-FFF2-40B4-BE49-F238E27FC236}">
                  <a16:creationId xmlns:a16="http://schemas.microsoft.com/office/drawing/2014/main" id="{EA90BD1C-F956-55C4-C184-1BA8E04C3A46}"/>
                </a:ext>
              </a:extLst>
            </p:cNvPr>
            <p:cNvCxnSpPr>
              <a:cxnSpLocks/>
              <a:stCxn id="42" idx="6"/>
              <a:endCxn id="35" idx="1"/>
            </p:cNvCxnSpPr>
            <p:nvPr/>
          </p:nvCxnSpPr>
          <p:spPr>
            <a:xfrm flipV="1">
              <a:off x="8879501" y="628955"/>
              <a:ext cx="784520" cy="9175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E">
                  <a:extLst>
                    <a:ext uri="{FF2B5EF4-FFF2-40B4-BE49-F238E27FC236}">
                      <a16:creationId xmlns:a16="http://schemas.microsoft.com/office/drawing/2014/main" id="{039B191C-386D-D838-5ADE-3F94096C9710}"/>
                    </a:ext>
                  </a:extLst>
                </p:cNvPr>
                <p:cNvSpPr txBox="1"/>
                <p:nvPr/>
              </p:nvSpPr>
              <p:spPr>
                <a:xfrm>
                  <a:off x="8792602" y="120777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E">
                  <a:extLst>
                    <a:ext uri="{FF2B5EF4-FFF2-40B4-BE49-F238E27FC236}">
                      <a16:creationId xmlns:a16="http://schemas.microsoft.com/office/drawing/2014/main" id="{039B191C-386D-D838-5ADE-3F94096C97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2602" y="120777"/>
                  <a:ext cx="936104" cy="523220"/>
                </a:xfrm>
                <a:prstGeom prst="rect">
                  <a:avLst/>
                </a:prstGeom>
                <a:blipFill>
                  <a:blip r:embed="rId21"/>
                  <a:stretch>
                    <a:fillRect l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H">
                  <a:extLst>
                    <a:ext uri="{FF2B5EF4-FFF2-40B4-BE49-F238E27FC236}">
                      <a16:creationId xmlns:a16="http://schemas.microsoft.com/office/drawing/2014/main" id="{7773F52D-EC54-B3C7-9233-3FBF24554563}"/>
                    </a:ext>
                  </a:extLst>
                </p:cNvPr>
                <p:cNvSpPr/>
                <p:nvPr/>
              </p:nvSpPr>
              <p:spPr>
                <a:xfrm>
                  <a:off x="9398602" y="1061602"/>
                  <a:ext cx="1231736" cy="720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</m:num>
                        <m:den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+4</m:t>
                          </m:r>
                        </m:den>
                      </m:f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5" name="H">
                  <a:extLst>
                    <a:ext uri="{FF2B5EF4-FFF2-40B4-BE49-F238E27FC236}">
                      <a16:creationId xmlns:a16="http://schemas.microsoft.com/office/drawing/2014/main" id="{7773F52D-EC54-B3C7-9233-3FBF2455456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8602" y="1061602"/>
                  <a:ext cx="1231736" cy="72000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反馈">
              <a:extLst>
                <a:ext uri="{FF2B5EF4-FFF2-40B4-BE49-F238E27FC236}">
                  <a16:creationId xmlns:a16="http://schemas.microsoft.com/office/drawing/2014/main" id="{D4AD07B4-49DC-F98E-5B3D-D28438E77B09}"/>
                </a:ext>
              </a:extLst>
            </p:cNvPr>
            <p:cNvCxnSpPr>
              <a:cxnSpLocks/>
              <a:stCxn id="55" idx="1"/>
              <a:endCxn id="42" idx="4"/>
            </p:cNvCxnSpPr>
            <p:nvPr/>
          </p:nvCxnSpPr>
          <p:spPr>
            <a:xfrm rot="10800000">
              <a:off x="8735502" y="782130"/>
              <a:ext cx="663101" cy="639472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23879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46" grpId="0" animBg="1"/>
      <p:bldP spid="74" grpId="0" animBg="1"/>
      <p:bldP spid="47" grpId="0" animBg="1"/>
      <p:bldP spid="21" grpId="0"/>
      <p:bldP spid="84" grpId="0"/>
      <p:bldP spid="82" grpId="0"/>
      <p:bldP spid="20" grpId="0"/>
      <p:bldP spid="83" grpId="0" animBg="1"/>
      <p:bldP spid="81" grpId="0" animBg="1"/>
      <p:bldP spid="58" grpId="0" animBg="1"/>
      <p:bldP spid="85" grpId="0" animBg="1"/>
      <p:bldP spid="4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mark">
            <a:extLst>
              <a:ext uri="{FF2B5EF4-FFF2-40B4-BE49-F238E27FC236}">
                <a16:creationId xmlns:a16="http://schemas.microsoft.com/office/drawing/2014/main" id="{1884E193-825B-0239-1811-1F5ED0DA6B30}"/>
              </a:ext>
            </a:extLst>
          </p:cNvPr>
          <p:cNvSpPr txBox="1"/>
          <p:nvPr/>
        </p:nvSpPr>
        <p:spPr>
          <a:xfrm>
            <a:off x="8296511" y="940796"/>
            <a:ext cx="348950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n-ea"/>
              </a:rPr>
              <a:t>其实根轨迹法是一 种近似方法，很难绘制特征根的精确走势，但是根轨迹上有些</a:t>
            </a:r>
            <a:r>
              <a:rPr lang="zh-CN" altLang="en-US" sz="2800" dirty="0">
                <a:solidFill>
                  <a:srgbClr val="E44860"/>
                </a:solidFill>
                <a:latin typeface="+mn-ea"/>
              </a:rPr>
              <a:t>关键点</a:t>
            </a:r>
            <a:r>
              <a:rPr lang="zh-CN" altLang="en-US" sz="2800" dirty="0">
                <a:latin typeface="+mn-ea"/>
              </a:rPr>
              <a:t>是可以求出来的，比如根轨迹</a:t>
            </a:r>
            <a:r>
              <a:rPr lang="zh-CN" altLang="en-US" sz="2800" dirty="0">
                <a:solidFill>
                  <a:srgbClr val="159F84"/>
                </a:solidFill>
                <a:latin typeface="+mn-ea"/>
              </a:rPr>
              <a:t>从实轴进入复平面的点</a:t>
            </a:r>
            <a:r>
              <a:rPr lang="zh-CN" altLang="en-US" sz="2800" dirty="0">
                <a:latin typeface="+mn-ea"/>
              </a:rPr>
              <a:t>以及</a:t>
            </a:r>
            <a:r>
              <a:rPr lang="zh-CN" altLang="en-US" sz="2800" dirty="0">
                <a:solidFill>
                  <a:srgbClr val="159F84"/>
                </a:solidFill>
                <a:latin typeface="+mn-ea"/>
              </a:rPr>
              <a:t>根轨迹与虚轴的交点</a:t>
            </a:r>
            <a:r>
              <a:rPr lang="zh-CN" altLang="en-US" sz="2800" dirty="0">
                <a:latin typeface="+mn-ea"/>
              </a:rPr>
              <a:t>等。当这些关键点求出来后，将关键点连起来就能绘制根轨迹的</a:t>
            </a:r>
            <a:r>
              <a:rPr lang="zh-CN" altLang="en-US" sz="2800" dirty="0">
                <a:solidFill>
                  <a:srgbClr val="159F84"/>
                </a:solidFill>
                <a:latin typeface="+mn-ea"/>
              </a:rPr>
              <a:t>大致走势</a:t>
            </a:r>
            <a:r>
              <a:rPr lang="zh-CN" altLang="en-US" sz="2800" dirty="0">
                <a:latin typeface="+mn-ea"/>
              </a:rPr>
              <a:t>。</a:t>
            </a:r>
          </a:p>
        </p:txBody>
      </p:sp>
      <p:grpSp>
        <p:nvGrpSpPr>
          <p:cNvPr id="145" name="根轨迹组合4">
            <a:extLst>
              <a:ext uri="{FF2B5EF4-FFF2-40B4-BE49-F238E27FC236}">
                <a16:creationId xmlns:a16="http://schemas.microsoft.com/office/drawing/2014/main" id="{42FFB932-BAC1-A753-FC17-398619D17341}"/>
              </a:ext>
            </a:extLst>
          </p:cNvPr>
          <p:cNvGrpSpPr/>
          <p:nvPr/>
        </p:nvGrpSpPr>
        <p:grpSpPr>
          <a:xfrm>
            <a:off x="4304428" y="3572877"/>
            <a:ext cx="3240360" cy="2927141"/>
            <a:chOff x="766614" y="1052736"/>
            <a:chExt cx="3896536" cy="3519890"/>
          </a:xfrm>
        </p:grpSpPr>
        <p:grpSp>
          <p:nvGrpSpPr>
            <p:cNvPr id="146" name="坐标轴">
              <a:extLst>
                <a:ext uri="{FF2B5EF4-FFF2-40B4-BE49-F238E27FC236}">
                  <a16:creationId xmlns:a16="http://schemas.microsoft.com/office/drawing/2014/main" id="{0D4F21DE-47DA-C137-5BE4-A8CE416CB0FC}"/>
                </a:ext>
              </a:extLst>
            </p:cNvPr>
            <p:cNvGrpSpPr/>
            <p:nvPr/>
          </p:nvGrpSpPr>
          <p:grpSpPr>
            <a:xfrm>
              <a:off x="766614" y="1052736"/>
              <a:ext cx="3896536" cy="3519890"/>
              <a:chOff x="7540495" y="2141358"/>
              <a:chExt cx="3896536" cy="351989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5" name="labelj">
                    <a:extLst>
                      <a:ext uri="{FF2B5EF4-FFF2-40B4-BE49-F238E27FC236}">
                        <a16:creationId xmlns:a16="http://schemas.microsoft.com/office/drawing/2014/main" id="{388E91C7-0AE8-F9A3-A7AB-5A32BD05EC8E}"/>
                      </a:ext>
                    </a:extLst>
                  </p:cNvPr>
                  <p:cNvSpPr txBox="1"/>
                  <p:nvPr/>
                </p:nvSpPr>
                <p:spPr>
                  <a:xfrm>
                    <a:off x="10784917" y="2141358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155" name="labelj">
                    <a:extLst>
                      <a:ext uri="{FF2B5EF4-FFF2-40B4-BE49-F238E27FC236}">
                        <a16:creationId xmlns:a16="http://schemas.microsoft.com/office/drawing/2014/main" id="{388E91C7-0AE8-F9A3-A7AB-5A32BD05EC8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84917" y="2141358"/>
                    <a:ext cx="520701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4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6" name="label0">
                    <a:extLst>
                      <a:ext uri="{FF2B5EF4-FFF2-40B4-BE49-F238E27FC236}">
                        <a16:creationId xmlns:a16="http://schemas.microsoft.com/office/drawing/2014/main" id="{13CCF18E-37DA-00A7-5C8E-61EDCDE2BCCE}"/>
                      </a:ext>
                    </a:extLst>
                  </p:cNvPr>
                  <p:cNvSpPr txBox="1"/>
                  <p:nvPr/>
                </p:nvSpPr>
                <p:spPr>
                  <a:xfrm>
                    <a:off x="10713513" y="4066837"/>
                    <a:ext cx="520701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156" name="label0">
                    <a:extLst>
                      <a:ext uri="{FF2B5EF4-FFF2-40B4-BE49-F238E27FC236}">
                        <a16:creationId xmlns:a16="http://schemas.microsoft.com/office/drawing/2014/main" id="{13CCF18E-37DA-00A7-5C8E-61EDCDE2BC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13513" y="4066837"/>
                    <a:ext cx="520701" cy="52469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2857" b="-1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57" name="虚轴">
                <a:extLst>
                  <a:ext uri="{FF2B5EF4-FFF2-40B4-BE49-F238E27FC236}">
                    <a16:creationId xmlns:a16="http://schemas.microsoft.com/office/drawing/2014/main" id="{9248969F-A0DD-45B1-AF00-8DE5A8BCD940}"/>
                  </a:ext>
                </a:extLst>
              </p:cNvPr>
              <p:cNvGrpSpPr/>
              <p:nvPr/>
            </p:nvGrpSpPr>
            <p:grpSpPr>
              <a:xfrm>
                <a:off x="10775257" y="2565248"/>
                <a:ext cx="661774" cy="3096000"/>
                <a:chOff x="10775257" y="2565248"/>
                <a:chExt cx="661774" cy="30960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8" name="ylabel1">
                      <a:extLst>
                        <a:ext uri="{FF2B5EF4-FFF2-40B4-BE49-F238E27FC236}">
                          <a16:creationId xmlns:a16="http://schemas.microsoft.com/office/drawing/2014/main" id="{8F5F35AE-B0F0-E536-C2B0-DEC047A92EB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950535" y="3273609"/>
                      <a:ext cx="322182" cy="5246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168" name="ylabel1">
                      <a:extLst>
                        <a:ext uri="{FF2B5EF4-FFF2-40B4-BE49-F238E27FC236}">
                          <a16:creationId xmlns:a16="http://schemas.microsoft.com/office/drawing/2014/main" id="{8F5F35AE-B0F0-E536-C2B0-DEC047A92EB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50535" y="3273609"/>
                      <a:ext cx="322182" cy="52469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13636" r="-50000" b="-171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9" name="ylabel2">
                      <a:extLst>
                        <a:ext uri="{FF2B5EF4-FFF2-40B4-BE49-F238E27FC236}">
                          <a16:creationId xmlns:a16="http://schemas.microsoft.com/office/drawing/2014/main" id="{C5400374-88AE-9EDA-DFDF-F15BA7FB750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955845" y="2625537"/>
                      <a:ext cx="322182" cy="5246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169" name="ylabel2">
                      <a:extLst>
                        <a:ext uri="{FF2B5EF4-FFF2-40B4-BE49-F238E27FC236}">
                          <a16:creationId xmlns:a16="http://schemas.microsoft.com/office/drawing/2014/main" id="{C5400374-88AE-9EDA-DFDF-F15BA7FB750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55845" y="2625537"/>
                      <a:ext cx="322182" cy="524695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9091" r="-54545" b="-13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0" name="ylabel-2">
                      <a:extLst>
                        <a:ext uri="{FF2B5EF4-FFF2-40B4-BE49-F238E27FC236}">
                          <a16:creationId xmlns:a16="http://schemas.microsoft.com/office/drawing/2014/main" id="{361C6039-8EA6-5B15-62EF-9B959FA489F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916330" y="5094448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170" name="ylabel-2">
                      <a:extLst>
                        <a:ext uri="{FF2B5EF4-FFF2-40B4-BE49-F238E27FC236}">
                          <a16:creationId xmlns:a16="http://schemas.microsoft.com/office/drawing/2014/main" id="{361C6039-8EA6-5B15-62EF-9B959FA489F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16330" y="5094448"/>
                      <a:ext cx="520701" cy="52322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r="-54286" b="-171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1" name="ylabel-1">
                      <a:extLst>
                        <a:ext uri="{FF2B5EF4-FFF2-40B4-BE49-F238E27FC236}">
                          <a16:creationId xmlns:a16="http://schemas.microsoft.com/office/drawing/2014/main" id="{18F2DDB2-1200-B48A-FD2D-35666A5E0CB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916330" y="4518384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171" name="ylabel-1">
                      <a:extLst>
                        <a:ext uri="{FF2B5EF4-FFF2-40B4-BE49-F238E27FC236}">
                          <a16:creationId xmlns:a16="http://schemas.microsoft.com/office/drawing/2014/main" id="{18F2DDB2-1200-B48A-FD2D-35666A5E0CB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16330" y="4518384"/>
                      <a:ext cx="520701" cy="52322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r="-54286" b="-13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72" name="ytick1">
                  <a:extLst>
                    <a:ext uri="{FF2B5EF4-FFF2-40B4-BE49-F238E27FC236}">
                      <a16:creationId xmlns:a16="http://schemas.microsoft.com/office/drawing/2014/main" id="{5DA5C416-2A11-D2CA-7F5B-BADC1F677B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779449" y="3535219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ytick-1">
                  <a:extLst>
                    <a:ext uri="{FF2B5EF4-FFF2-40B4-BE49-F238E27FC236}">
                      <a16:creationId xmlns:a16="http://schemas.microsoft.com/office/drawing/2014/main" id="{1FCA9B69-4735-FB31-6A8B-D7A6B2FCB0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779449" y="4784273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ytick-2">
                  <a:extLst>
                    <a:ext uri="{FF2B5EF4-FFF2-40B4-BE49-F238E27FC236}">
                      <a16:creationId xmlns:a16="http://schemas.microsoft.com/office/drawing/2014/main" id="{46B4BBDF-FCB3-957D-D1DE-A62BCD73D4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779449" y="5369337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ytick2">
                  <a:extLst>
                    <a:ext uri="{FF2B5EF4-FFF2-40B4-BE49-F238E27FC236}">
                      <a16:creationId xmlns:a16="http://schemas.microsoft.com/office/drawing/2014/main" id="{ECFA70EF-3B00-7F26-85A1-1268F4A5BC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779449" y="2880951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y轴">
                  <a:extLst>
                    <a:ext uri="{FF2B5EF4-FFF2-40B4-BE49-F238E27FC236}">
                      <a16:creationId xmlns:a16="http://schemas.microsoft.com/office/drawing/2014/main" id="{43077F95-0B14-5335-840D-26718A16BF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775257" y="2565248"/>
                  <a:ext cx="0" cy="309600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8" name="实轴">
                <a:extLst>
                  <a:ext uri="{FF2B5EF4-FFF2-40B4-BE49-F238E27FC236}">
                    <a16:creationId xmlns:a16="http://schemas.microsoft.com/office/drawing/2014/main" id="{E6AA102B-0849-53AF-37D9-A0E0418A6038}"/>
                  </a:ext>
                </a:extLst>
              </p:cNvPr>
              <p:cNvGrpSpPr/>
              <p:nvPr/>
            </p:nvGrpSpPr>
            <p:grpSpPr>
              <a:xfrm>
                <a:off x="7540495" y="4005604"/>
                <a:ext cx="3693719" cy="694724"/>
                <a:chOff x="7540495" y="4005604"/>
                <a:chExt cx="3693719" cy="69472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9" name="xlabel-4">
                      <a:extLst>
                        <a:ext uri="{FF2B5EF4-FFF2-40B4-BE49-F238E27FC236}">
                          <a16:creationId xmlns:a16="http://schemas.microsoft.com/office/drawing/2014/main" id="{E5F6A62D-9DAC-E228-CF4A-A2370B75FAB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40495" y="4177108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−4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159" name="xlabel-4">
                      <a:extLst>
                        <a:ext uri="{FF2B5EF4-FFF2-40B4-BE49-F238E27FC236}">
                          <a16:creationId xmlns:a16="http://schemas.microsoft.com/office/drawing/2014/main" id="{E5F6A62D-9DAC-E228-CF4A-A2370B75FAB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40495" y="4177108"/>
                      <a:ext cx="520701" cy="523220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r="-57143" b="-171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0" name="xlabel-3">
                      <a:extLst>
                        <a:ext uri="{FF2B5EF4-FFF2-40B4-BE49-F238E27FC236}">
                          <a16:creationId xmlns:a16="http://schemas.microsoft.com/office/drawing/2014/main" id="{E1B5194D-D9F7-B1B7-ACFE-D8FBFFA4D5F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76593" y="4165166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−3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160" name="xlabel-3">
                      <a:extLst>
                        <a:ext uri="{FF2B5EF4-FFF2-40B4-BE49-F238E27FC236}">
                          <a16:creationId xmlns:a16="http://schemas.microsoft.com/office/drawing/2014/main" id="{E1B5194D-D9F7-B1B7-ACFE-D8FBFFA4D5F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276593" y="4165166"/>
                      <a:ext cx="520701" cy="523220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r="-54286" b="-13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1" name="xlabel-2">
                      <a:extLst>
                        <a:ext uri="{FF2B5EF4-FFF2-40B4-BE49-F238E27FC236}">
                          <a16:creationId xmlns:a16="http://schemas.microsoft.com/office/drawing/2014/main" id="{DFD20271-08A2-D210-9442-03B430FFD7D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96942" y="4171421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161" name="xlabel-2">
                      <a:extLst>
                        <a:ext uri="{FF2B5EF4-FFF2-40B4-BE49-F238E27FC236}">
                          <a16:creationId xmlns:a16="http://schemas.microsoft.com/office/drawing/2014/main" id="{DFD20271-08A2-D210-9442-03B430FFD7D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996942" y="4171421"/>
                      <a:ext cx="520701" cy="523220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r="-54286" b="-1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2" name="xlabel-1">
                      <a:extLst>
                        <a:ext uri="{FF2B5EF4-FFF2-40B4-BE49-F238E27FC236}">
                          <a16:creationId xmlns:a16="http://schemas.microsoft.com/office/drawing/2014/main" id="{03278172-2A98-59C9-9FB9-11F1D0EEE07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727397" y="4171421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162" name="xlabel-1">
                      <a:extLst>
                        <a:ext uri="{FF2B5EF4-FFF2-40B4-BE49-F238E27FC236}">
                          <a16:creationId xmlns:a16="http://schemas.microsoft.com/office/drawing/2014/main" id="{03278172-2A98-59C9-9FB9-11F1D0EEE07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727397" y="4171421"/>
                      <a:ext cx="520701" cy="523220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r="-57143" b="-1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63" name="xtick-4">
                  <a:extLst>
                    <a:ext uri="{FF2B5EF4-FFF2-40B4-BE49-F238E27FC236}">
                      <a16:creationId xmlns:a16="http://schemas.microsoft.com/office/drawing/2014/main" id="{7927A2CF-593B-2A1D-D0D6-E9275238C1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7826822" y="4075982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xtick-3">
                  <a:extLst>
                    <a:ext uri="{FF2B5EF4-FFF2-40B4-BE49-F238E27FC236}">
                      <a16:creationId xmlns:a16="http://schemas.microsoft.com/office/drawing/2014/main" id="{70D7620C-0012-B5BA-5BD0-85D19A87E3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8547547" y="4073420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xtick-2">
                  <a:extLst>
                    <a:ext uri="{FF2B5EF4-FFF2-40B4-BE49-F238E27FC236}">
                      <a16:creationId xmlns:a16="http://schemas.microsoft.com/office/drawing/2014/main" id="{F39B136D-0EEA-F522-633E-D69A7BCF8F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9268272" y="4084906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xtick-1">
                  <a:extLst>
                    <a:ext uri="{FF2B5EF4-FFF2-40B4-BE49-F238E27FC236}">
                      <a16:creationId xmlns:a16="http://schemas.microsoft.com/office/drawing/2014/main" id="{AFB64FAC-7D9E-F532-34C4-7B10E79686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9991528" y="4081909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x轴">
                  <a:extLst>
                    <a:ext uri="{FF2B5EF4-FFF2-40B4-BE49-F238E27FC236}">
                      <a16:creationId xmlns:a16="http://schemas.microsoft.com/office/drawing/2014/main" id="{FD44539F-F4CF-59B3-3C53-6C13E7F4E5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79382" y="4144999"/>
                  <a:ext cx="3554832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47" name="渐近线">
              <a:extLst>
                <a:ext uri="{FF2B5EF4-FFF2-40B4-BE49-F238E27FC236}">
                  <a16:creationId xmlns:a16="http://schemas.microsoft.com/office/drawing/2014/main" id="{301602C6-87C0-BF71-2AB5-7AEF160470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5316" y="1619653"/>
              <a:ext cx="0" cy="2881313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零点">
              <a:extLst>
                <a:ext uri="{FF2B5EF4-FFF2-40B4-BE49-F238E27FC236}">
                  <a16:creationId xmlns:a16="http://schemas.microsoft.com/office/drawing/2014/main" id="{532C221B-A892-59AC-7597-93F63075787D}"/>
                </a:ext>
              </a:extLst>
            </p:cNvPr>
            <p:cNvSpPr/>
            <p:nvPr/>
          </p:nvSpPr>
          <p:spPr>
            <a:xfrm>
              <a:off x="2454207" y="2947176"/>
              <a:ext cx="216000" cy="216000"/>
            </a:xfrm>
            <a:prstGeom prst="donut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9" name="极点3">
              <a:extLst>
                <a:ext uri="{FF2B5EF4-FFF2-40B4-BE49-F238E27FC236}">
                  <a16:creationId xmlns:a16="http://schemas.microsoft.com/office/drawing/2014/main" id="{2147F910-27F0-445F-DDE5-1469AC1F88B4}"/>
                </a:ext>
              </a:extLst>
            </p:cNvPr>
            <p:cNvSpPr/>
            <p:nvPr/>
          </p:nvSpPr>
          <p:spPr>
            <a:xfrm>
              <a:off x="971909" y="2917087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50" name="极点2">
              <a:extLst>
                <a:ext uri="{FF2B5EF4-FFF2-40B4-BE49-F238E27FC236}">
                  <a16:creationId xmlns:a16="http://schemas.microsoft.com/office/drawing/2014/main" id="{F80CD65C-C991-1ECD-EBFC-269DCEC05891}"/>
                </a:ext>
              </a:extLst>
            </p:cNvPr>
            <p:cNvSpPr/>
            <p:nvPr/>
          </p:nvSpPr>
          <p:spPr>
            <a:xfrm>
              <a:off x="3137356" y="2911160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51" name="极点1">
              <a:extLst>
                <a:ext uri="{FF2B5EF4-FFF2-40B4-BE49-F238E27FC236}">
                  <a16:creationId xmlns:a16="http://schemas.microsoft.com/office/drawing/2014/main" id="{41DA9789-A3BD-CC5D-BE34-DACE8C367BC4}"/>
                </a:ext>
              </a:extLst>
            </p:cNvPr>
            <p:cNvSpPr/>
            <p:nvPr/>
          </p:nvSpPr>
          <p:spPr>
            <a:xfrm>
              <a:off x="3850809" y="2912361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cxnSp>
          <p:nvCxnSpPr>
            <p:cNvPr id="152" name="根轨迹3">
              <a:extLst>
                <a:ext uri="{FF2B5EF4-FFF2-40B4-BE49-F238E27FC236}">
                  <a16:creationId xmlns:a16="http://schemas.microsoft.com/office/drawing/2014/main" id="{D2A43E77-7B5E-4C52-A4B4-BDBE2640F643}"/>
                </a:ext>
              </a:extLst>
            </p:cNvPr>
            <p:cNvCxnSpPr>
              <a:cxnSpLocks/>
            </p:cNvCxnSpPr>
            <p:nvPr/>
          </p:nvCxnSpPr>
          <p:spPr>
            <a:xfrm>
              <a:off x="1102573" y="3055986"/>
              <a:ext cx="1377123" cy="0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根轨迹2">
              <a:extLst>
                <a:ext uri="{FF2B5EF4-FFF2-40B4-BE49-F238E27FC236}">
                  <a16:creationId xmlns:a16="http://schemas.microsoft.com/office/drawing/2014/main" id="{2B84CA28-669C-EDD6-B693-FBFA8559A5F7}"/>
                </a:ext>
              </a:extLst>
            </p:cNvPr>
            <p:cNvCxnSpPr>
              <a:cxnSpLocks/>
            </p:cNvCxnSpPr>
            <p:nvPr/>
          </p:nvCxnSpPr>
          <p:spPr>
            <a:xfrm>
              <a:off x="3277306" y="3056377"/>
              <a:ext cx="408115" cy="0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根轨迹1">
              <a:extLst>
                <a:ext uri="{FF2B5EF4-FFF2-40B4-BE49-F238E27FC236}">
                  <a16:creationId xmlns:a16="http://schemas.microsoft.com/office/drawing/2014/main" id="{B124E94A-8A66-05B7-096B-CDC53F13F7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52098" y="3048704"/>
              <a:ext cx="358938" cy="3201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2" name="根轨迹4-2">
            <a:extLst>
              <a:ext uri="{FF2B5EF4-FFF2-40B4-BE49-F238E27FC236}">
                <a16:creationId xmlns:a16="http://schemas.microsoft.com/office/drawing/2014/main" id="{2DA1237A-4CF9-547F-C5D8-B849A60C8809}"/>
              </a:ext>
            </a:extLst>
          </p:cNvPr>
          <p:cNvSpPr/>
          <p:nvPr/>
        </p:nvSpPr>
        <p:spPr>
          <a:xfrm flipV="1">
            <a:off x="6140096" y="5241784"/>
            <a:ext cx="582102" cy="1272117"/>
          </a:xfrm>
          <a:custGeom>
            <a:avLst/>
            <a:gdLst>
              <a:gd name="connsiteX0" fmla="*/ 596243 w 747942"/>
              <a:gd name="connsiteY0" fmla="*/ 1238250 h 1238250"/>
              <a:gd name="connsiteX1" fmla="*/ 608943 w 747942"/>
              <a:gd name="connsiteY1" fmla="*/ 1016000 h 1238250"/>
              <a:gd name="connsiteX2" fmla="*/ 704193 w 747942"/>
              <a:gd name="connsiteY2" fmla="*/ 876300 h 1238250"/>
              <a:gd name="connsiteX3" fmla="*/ 697843 w 747942"/>
              <a:gd name="connsiteY3" fmla="*/ 609600 h 1238250"/>
              <a:gd name="connsiteX4" fmla="*/ 100943 w 747942"/>
              <a:gd name="connsiteY4" fmla="*/ 368300 h 1238250"/>
              <a:gd name="connsiteX5" fmla="*/ 5693 w 747942"/>
              <a:gd name="connsiteY5" fmla="*/ 0 h 1238250"/>
              <a:gd name="connsiteX0" fmla="*/ 587776 w 747942"/>
              <a:gd name="connsiteY0" fmla="*/ 1272117 h 1272117"/>
              <a:gd name="connsiteX1" fmla="*/ 608943 w 747942"/>
              <a:gd name="connsiteY1" fmla="*/ 1016000 h 1272117"/>
              <a:gd name="connsiteX2" fmla="*/ 704193 w 747942"/>
              <a:gd name="connsiteY2" fmla="*/ 876300 h 1272117"/>
              <a:gd name="connsiteX3" fmla="*/ 697843 w 747942"/>
              <a:gd name="connsiteY3" fmla="*/ 609600 h 1272117"/>
              <a:gd name="connsiteX4" fmla="*/ 100943 w 747942"/>
              <a:gd name="connsiteY4" fmla="*/ 368300 h 1272117"/>
              <a:gd name="connsiteX5" fmla="*/ 5693 w 747942"/>
              <a:gd name="connsiteY5" fmla="*/ 0 h 1272117"/>
              <a:gd name="connsiteX0" fmla="*/ 587776 w 747942"/>
              <a:gd name="connsiteY0" fmla="*/ 1272117 h 1272117"/>
              <a:gd name="connsiteX1" fmla="*/ 608943 w 747942"/>
              <a:gd name="connsiteY1" fmla="*/ 1016000 h 1272117"/>
              <a:gd name="connsiteX2" fmla="*/ 704193 w 747942"/>
              <a:gd name="connsiteY2" fmla="*/ 876300 h 1272117"/>
              <a:gd name="connsiteX3" fmla="*/ 697843 w 747942"/>
              <a:gd name="connsiteY3" fmla="*/ 609600 h 1272117"/>
              <a:gd name="connsiteX4" fmla="*/ 100943 w 747942"/>
              <a:gd name="connsiteY4" fmla="*/ 368300 h 1272117"/>
              <a:gd name="connsiteX5" fmla="*/ 5693 w 747942"/>
              <a:gd name="connsiteY5" fmla="*/ 0 h 1272117"/>
              <a:gd name="connsiteX0" fmla="*/ 582083 w 742249"/>
              <a:gd name="connsiteY0" fmla="*/ 1272117 h 1272117"/>
              <a:gd name="connsiteX1" fmla="*/ 603250 w 742249"/>
              <a:gd name="connsiteY1" fmla="*/ 1016000 h 1272117"/>
              <a:gd name="connsiteX2" fmla="*/ 698500 w 742249"/>
              <a:gd name="connsiteY2" fmla="*/ 876300 h 1272117"/>
              <a:gd name="connsiteX3" fmla="*/ 692150 w 742249"/>
              <a:gd name="connsiteY3" fmla="*/ 609600 h 1272117"/>
              <a:gd name="connsiteX4" fmla="*/ 95250 w 742249"/>
              <a:gd name="connsiteY4" fmla="*/ 368300 h 1272117"/>
              <a:gd name="connsiteX5" fmla="*/ 0 w 742249"/>
              <a:gd name="connsiteY5" fmla="*/ 0 h 1272117"/>
              <a:gd name="connsiteX0" fmla="*/ 582083 w 732668"/>
              <a:gd name="connsiteY0" fmla="*/ 1272117 h 1272117"/>
              <a:gd name="connsiteX1" fmla="*/ 603250 w 732668"/>
              <a:gd name="connsiteY1" fmla="*/ 1016000 h 1272117"/>
              <a:gd name="connsiteX2" fmla="*/ 698500 w 732668"/>
              <a:gd name="connsiteY2" fmla="*/ 876300 h 1272117"/>
              <a:gd name="connsiteX3" fmla="*/ 692150 w 732668"/>
              <a:gd name="connsiteY3" fmla="*/ 609600 h 1272117"/>
              <a:gd name="connsiteX4" fmla="*/ 226484 w 732668"/>
              <a:gd name="connsiteY4" fmla="*/ 448733 h 1272117"/>
              <a:gd name="connsiteX5" fmla="*/ 0 w 732668"/>
              <a:gd name="connsiteY5" fmla="*/ 0 h 1272117"/>
              <a:gd name="connsiteX0" fmla="*/ 582083 w 732668"/>
              <a:gd name="connsiteY0" fmla="*/ 1272117 h 1272117"/>
              <a:gd name="connsiteX1" fmla="*/ 603250 w 732668"/>
              <a:gd name="connsiteY1" fmla="*/ 1016000 h 1272117"/>
              <a:gd name="connsiteX2" fmla="*/ 698500 w 732668"/>
              <a:gd name="connsiteY2" fmla="*/ 876300 h 1272117"/>
              <a:gd name="connsiteX3" fmla="*/ 692150 w 732668"/>
              <a:gd name="connsiteY3" fmla="*/ 609600 h 1272117"/>
              <a:gd name="connsiteX4" fmla="*/ 226484 w 732668"/>
              <a:gd name="connsiteY4" fmla="*/ 448733 h 1272117"/>
              <a:gd name="connsiteX5" fmla="*/ 0 w 732668"/>
              <a:gd name="connsiteY5" fmla="*/ 0 h 1272117"/>
              <a:gd name="connsiteX0" fmla="*/ 582083 w 732668"/>
              <a:gd name="connsiteY0" fmla="*/ 1272117 h 1272117"/>
              <a:gd name="connsiteX1" fmla="*/ 603250 w 732668"/>
              <a:gd name="connsiteY1" fmla="*/ 1016000 h 1272117"/>
              <a:gd name="connsiteX2" fmla="*/ 698500 w 732668"/>
              <a:gd name="connsiteY2" fmla="*/ 876300 h 1272117"/>
              <a:gd name="connsiteX3" fmla="*/ 692150 w 732668"/>
              <a:gd name="connsiteY3" fmla="*/ 609600 h 1272117"/>
              <a:gd name="connsiteX4" fmla="*/ 226484 w 732668"/>
              <a:gd name="connsiteY4" fmla="*/ 448733 h 1272117"/>
              <a:gd name="connsiteX5" fmla="*/ 0 w 732668"/>
              <a:gd name="connsiteY5" fmla="*/ 0 h 1272117"/>
              <a:gd name="connsiteX0" fmla="*/ 582083 w 754884"/>
              <a:gd name="connsiteY0" fmla="*/ 1272117 h 1272117"/>
              <a:gd name="connsiteX1" fmla="*/ 603250 w 754884"/>
              <a:gd name="connsiteY1" fmla="*/ 1016000 h 1272117"/>
              <a:gd name="connsiteX2" fmla="*/ 740833 w 754884"/>
              <a:gd name="connsiteY2" fmla="*/ 783167 h 1272117"/>
              <a:gd name="connsiteX3" fmla="*/ 692150 w 754884"/>
              <a:gd name="connsiteY3" fmla="*/ 609600 h 1272117"/>
              <a:gd name="connsiteX4" fmla="*/ 226484 w 754884"/>
              <a:gd name="connsiteY4" fmla="*/ 448733 h 1272117"/>
              <a:gd name="connsiteX5" fmla="*/ 0 w 754884"/>
              <a:gd name="connsiteY5" fmla="*/ 0 h 1272117"/>
              <a:gd name="connsiteX0" fmla="*/ 582083 w 756371"/>
              <a:gd name="connsiteY0" fmla="*/ 1272117 h 1272117"/>
              <a:gd name="connsiteX1" fmla="*/ 740833 w 756371"/>
              <a:gd name="connsiteY1" fmla="*/ 783167 h 1272117"/>
              <a:gd name="connsiteX2" fmla="*/ 692150 w 756371"/>
              <a:gd name="connsiteY2" fmla="*/ 609600 h 1272117"/>
              <a:gd name="connsiteX3" fmla="*/ 226484 w 756371"/>
              <a:gd name="connsiteY3" fmla="*/ 448733 h 1272117"/>
              <a:gd name="connsiteX4" fmla="*/ 0 w 756371"/>
              <a:gd name="connsiteY4" fmla="*/ 0 h 1272117"/>
              <a:gd name="connsiteX0" fmla="*/ 582083 w 756371"/>
              <a:gd name="connsiteY0" fmla="*/ 1272117 h 1272117"/>
              <a:gd name="connsiteX1" fmla="*/ 740833 w 756371"/>
              <a:gd name="connsiteY1" fmla="*/ 783167 h 1272117"/>
              <a:gd name="connsiteX2" fmla="*/ 692150 w 756371"/>
              <a:gd name="connsiteY2" fmla="*/ 609600 h 1272117"/>
              <a:gd name="connsiteX3" fmla="*/ 226484 w 756371"/>
              <a:gd name="connsiteY3" fmla="*/ 448733 h 1272117"/>
              <a:gd name="connsiteX4" fmla="*/ 0 w 756371"/>
              <a:gd name="connsiteY4" fmla="*/ 0 h 1272117"/>
              <a:gd name="connsiteX0" fmla="*/ 582083 w 747671"/>
              <a:gd name="connsiteY0" fmla="*/ 1272117 h 1272117"/>
              <a:gd name="connsiteX1" fmla="*/ 740833 w 747671"/>
              <a:gd name="connsiteY1" fmla="*/ 783167 h 1272117"/>
              <a:gd name="connsiteX2" fmla="*/ 692150 w 747671"/>
              <a:gd name="connsiteY2" fmla="*/ 609600 h 1272117"/>
              <a:gd name="connsiteX3" fmla="*/ 226484 w 747671"/>
              <a:gd name="connsiteY3" fmla="*/ 448733 h 1272117"/>
              <a:gd name="connsiteX4" fmla="*/ 0 w 747671"/>
              <a:gd name="connsiteY4" fmla="*/ 0 h 1272117"/>
              <a:gd name="connsiteX0" fmla="*/ 582083 w 751177"/>
              <a:gd name="connsiteY0" fmla="*/ 1272117 h 1272117"/>
              <a:gd name="connsiteX1" fmla="*/ 740833 w 751177"/>
              <a:gd name="connsiteY1" fmla="*/ 783167 h 1272117"/>
              <a:gd name="connsiteX2" fmla="*/ 226484 w 751177"/>
              <a:gd name="connsiteY2" fmla="*/ 448733 h 1272117"/>
              <a:gd name="connsiteX3" fmla="*/ 0 w 751177"/>
              <a:gd name="connsiteY3" fmla="*/ 0 h 1272117"/>
              <a:gd name="connsiteX0" fmla="*/ 582083 w 763021"/>
              <a:gd name="connsiteY0" fmla="*/ 1272117 h 1272117"/>
              <a:gd name="connsiteX1" fmla="*/ 740833 w 763021"/>
              <a:gd name="connsiteY1" fmla="*/ 783167 h 1272117"/>
              <a:gd name="connsiteX2" fmla="*/ 0 w 763021"/>
              <a:gd name="connsiteY2" fmla="*/ 0 h 1272117"/>
              <a:gd name="connsiteX0" fmla="*/ 582083 w 740859"/>
              <a:gd name="connsiteY0" fmla="*/ 1272117 h 1272117"/>
              <a:gd name="connsiteX1" fmla="*/ 740833 w 740859"/>
              <a:gd name="connsiteY1" fmla="*/ 783167 h 1272117"/>
              <a:gd name="connsiteX2" fmla="*/ 0 w 740859"/>
              <a:gd name="connsiteY2" fmla="*/ 0 h 1272117"/>
              <a:gd name="connsiteX0" fmla="*/ 582083 w 740855"/>
              <a:gd name="connsiteY0" fmla="*/ 1272117 h 1272117"/>
              <a:gd name="connsiteX1" fmla="*/ 740833 w 740855"/>
              <a:gd name="connsiteY1" fmla="*/ 783167 h 1272117"/>
              <a:gd name="connsiteX2" fmla="*/ 0 w 740855"/>
              <a:gd name="connsiteY2" fmla="*/ 0 h 1272117"/>
              <a:gd name="connsiteX0" fmla="*/ 582083 w 740855"/>
              <a:gd name="connsiteY0" fmla="*/ 1272117 h 1272117"/>
              <a:gd name="connsiteX1" fmla="*/ 740833 w 740855"/>
              <a:gd name="connsiteY1" fmla="*/ 783167 h 1272117"/>
              <a:gd name="connsiteX2" fmla="*/ 0 w 740855"/>
              <a:gd name="connsiteY2" fmla="*/ 0 h 1272117"/>
              <a:gd name="connsiteX0" fmla="*/ 582083 w 582107"/>
              <a:gd name="connsiteY0" fmla="*/ 1272117 h 1272117"/>
              <a:gd name="connsiteX1" fmla="*/ 228599 w 582107"/>
              <a:gd name="connsiteY1" fmla="*/ 872067 h 1272117"/>
              <a:gd name="connsiteX2" fmla="*/ 0 w 582107"/>
              <a:gd name="connsiteY2" fmla="*/ 0 h 1272117"/>
              <a:gd name="connsiteX0" fmla="*/ 582083 w 582107"/>
              <a:gd name="connsiteY0" fmla="*/ 1272117 h 1272117"/>
              <a:gd name="connsiteX1" fmla="*/ 228599 w 582107"/>
              <a:gd name="connsiteY1" fmla="*/ 872067 h 1272117"/>
              <a:gd name="connsiteX2" fmla="*/ 230541 w 582107"/>
              <a:gd name="connsiteY2" fmla="*/ 876537 h 1272117"/>
              <a:gd name="connsiteX3" fmla="*/ 0 w 582107"/>
              <a:gd name="connsiteY3" fmla="*/ 0 h 1272117"/>
              <a:gd name="connsiteX0" fmla="*/ 582083 w 582112"/>
              <a:gd name="connsiteY0" fmla="*/ 1272117 h 1272117"/>
              <a:gd name="connsiteX1" fmla="*/ 228599 w 582112"/>
              <a:gd name="connsiteY1" fmla="*/ 872067 h 1272117"/>
              <a:gd name="connsiteX2" fmla="*/ 234774 w 582112"/>
              <a:gd name="connsiteY2" fmla="*/ 550571 h 1272117"/>
              <a:gd name="connsiteX3" fmla="*/ 0 w 582112"/>
              <a:gd name="connsiteY3" fmla="*/ 0 h 1272117"/>
              <a:gd name="connsiteX0" fmla="*/ 582083 w 582111"/>
              <a:gd name="connsiteY0" fmla="*/ 1272117 h 1272117"/>
              <a:gd name="connsiteX1" fmla="*/ 228599 w 582111"/>
              <a:gd name="connsiteY1" fmla="*/ 872067 h 1272117"/>
              <a:gd name="connsiteX2" fmla="*/ 289807 w 582111"/>
              <a:gd name="connsiteY2" fmla="*/ 520938 h 1272117"/>
              <a:gd name="connsiteX3" fmla="*/ 0 w 582111"/>
              <a:gd name="connsiteY3" fmla="*/ 0 h 1272117"/>
              <a:gd name="connsiteX0" fmla="*/ 582083 w 582111"/>
              <a:gd name="connsiteY0" fmla="*/ 1272117 h 1272117"/>
              <a:gd name="connsiteX1" fmla="*/ 228599 w 582111"/>
              <a:gd name="connsiteY1" fmla="*/ 872067 h 1272117"/>
              <a:gd name="connsiteX2" fmla="*/ 289807 w 582111"/>
              <a:gd name="connsiteY2" fmla="*/ 520938 h 1272117"/>
              <a:gd name="connsiteX3" fmla="*/ 0 w 582111"/>
              <a:gd name="connsiteY3" fmla="*/ 0 h 1272117"/>
              <a:gd name="connsiteX0" fmla="*/ 582083 w 582111"/>
              <a:gd name="connsiteY0" fmla="*/ 1272117 h 1272117"/>
              <a:gd name="connsiteX1" fmla="*/ 228599 w 582111"/>
              <a:gd name="connsiteY1" fmla="*/ 872067 h 1272117"/>
              <a:gd name="connsiteX2" fmla="*/ 289807 w 582111"/>
              <a:gd name="connsiteY2" fmla="*/ 520938 h 1272117"/>
              <a:gd name="connsiteX3" fmla="*/ 0 w 582111"/>
              <a:gd name="connsiteY3" fmla="*/ 0 h 1272117"/>
              <a:gd name="connsiteX0" fmla="*/ 582083 w 582108"/>
              <a:gd name="connsiteY0" fmla="*/ 1272117 h 1272117"/>
              <a:gd name="connsiteX1" fmla="*/ 190499 w 582108"/>
              <a:gd name="connsiteY1" fmla="*/ 884767 h 1272117"/>
              <a:gd name="connsiteX2" fmla="*/ 289807 w 582108"/>
              <a:gd name="connsiteY2" fmla="*/ 520938 h 1272117"/>
              <a:gd name="connsiteX3" fmla="*/ 0 w 582108"/>
              <a:gd name="connsiteY3" fmla="*/ 0 h 1272117"/>
              <a:gd name="connsiteX0" fmla="*/ 582083 w 582101"/>
              <a:gd name="connsiteY0" fmla="*/ 1272117 h 1272117"/>
              <a:gd name="connsiteX1" fmla="*/ 71966 w 582101"/>
              <a:gd name="connsiteY1" fmla="*/ 872067 h 1272117"/>
              <a:gd name="connsiteX2" fmla="*/ 289807 w 582101"/>
              <a:gd name="connsiteY2" fmla="*/ 520938 h 1272117"/>
              <a:gd name="connsiteX3" fmla="*/ 0 w 582101"/>
              <a:gd name="connsiteY3" fmla="*/ 0 h 1272117"/>
              <a:gd name="connsiteX0" fmla="*/ 582083 w 582103"/>
              <a:gd name="connsiteY0" fmla="*/ 1272117 h 1272117"/>
              <a:gd name="connsiteX1" fmla="*/ 71966 w 582103"/>
              <a:gd name="connsiteY1" fmla="*/ 872067 h 1272117"/>
              <a:gd name="connsiteX2" fmla="*/ 137407 w 582103"/>
              <a:gd name="connsiteY2" fmla="*/ 389704 h 1272117"/>
              <a:gd name="connsiteX3" fmla="*/ 0 w 582103"/>
              <a:gd name="connsiteY3" fmla="*/ 0 h 1272117"/>
              <a:gd name="connsiteX0" fmla="*/ 582083 w 582103"/>
              <a:gd name="connsiteY0" fmla="*/ 1272117 h 1272117"/>
              <a:gd name="connsiteX1" fmla="*/ 71966 w 582103"/>
              <a:gd name="connsiteY1" fmla="*/ 872067 h 1272117"/>
              <a:gd name="connsiteX2" fmla="*/ 137407 w 582103"/>
              <a:gd name="connsiteY2" fmla="*/ 389704 h 1272117"/>
              <a:gd name="connsiteX3" fmla="*/ 0 w 582103"/>
              <a:gd name="connsiteY3" fmla="*/ 0 h 1272117"/>
              <a:gd name="connsiteX0" fmla="*/ 582083 w 582103"/>
              <a:gd name="connsiteY0" fmla="*/ 1272117 h 1272117"/>
              <a:gd name="connsiteX1" fmla="*/ 71966 w 582103"/>
              <a:gd name="connsiteY1" fmla="*/ 872067 h 1272117"/>
              <a:gd name="connsiteX2" fmla="*/ 137407 w 582103"/>
              <a:gd name="connsiteY2" fmla="*/ 389704 h 1272117"/>
              <a:gd name="connsiteX3" fmla="*/ 0 w 582103"/>
              <a:gd name="connsiteY3" fmla="*/ 0 h 1272117"/>
              <a:gd name="connsiteX0" fmla="*/ 582083 w 582101"/>
              <a:gd name="connsiteY0" fmla="*/ 1272117 h 1272117"/>
              <a:gd name="connsiteX1" fmla="*/ 71966 w 582101"/>
              <a:gd name="connsiteY1" fmla="*/ 872067 h 1272117"/>
              <a:gd name="connsiteX2" fmla="*/ 137407 w 582101"/>
              <a:gd name="connsiteY2" fmla="*/ 389704 h 1272117"/>
              <a:gd name="connsiteX3" fmla="*/ 0 w 582101"/>
              <a:gd name="connsiteY3" fmla="*/ 0 h 1272117"/>
              <a:gd name="connsiteX0" fmla="*/ 582083 w 582102"/>
              <a:gd name="connsiteY0" fmla="*/ 1272117 h 1272117"/>
              <a:gd name="connsiteX1" fmla="*/ 71966 w 582102"/>
              <a:gd name="connsiteY1" fmla="*/ 872067 h 1272117"/>
              <a:gd name="connsiteX2" fmla="*/ 137407 w 582102"/>
              <a:gd name="connsiteY2" fmla="*/ 389704 h 1272117"/>
              <a:gd name="connsiteX3" fmla="*/ 0 w 582102"/>
              <a:gd name="connsiteY3" fmla="*/ 0 h 1272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102" h="1272117">
                <a:moveTo>
                  <a:pt x="582083" y="1272117"/>
                </a:moveTo>
                <a:cubicBezTo>
                  <a:pt x="585522" y="975519"/>
                  <a:pt x="124913" y="1095335"/>
                  <a:pt x="71966" y="872067"/>
                </a:cubicBezTo>
                <a:cubicBezTo>
                  <a:pt x="19019" y="648799"/>
                  <a:pt x="128941" y="577381"/>
                  <a:pt x="137407" y="389704"/>
                </a:cubicBezTo>
                <a:cubicBezTo>
                  <a:pt x="141641" y="244360"/>
                  <a:pt x="25723" y="226522"/>
                  <a:pt x="0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1" name="根轨迹4-1">
            <a:extLst>
              <a:ext uri="{FF2B5EF4-FFF2-40B4-BE49-F238E27FC236}">
                <a16:creationId xmlns:a16="http://schemas.microsoft.com/office/drawing/2014/main" id="{4C523205-9E55-BC90-8B07-87573B47D622}"/>
              </a:ext>
            </a:extLst>
          </p:cNvPr>
          <p:cNvSpPr/>
          <p:nvPr/>
        </p:nvSpPr>
        <p:spPr>
          <a:xfrm>
            <a:off x="6140096" y="3956404"/>
            <a:ext cx="582102" cy="1272117"/>
          </a:xfrm>
          <a:custGeom>
            <a:avLst/>
            <a:gdLst>
              <a:gd name="connsiteX0" fmla="*/ 596243 w 747942"/>
              <a:gd name="connsiteY0" fmla="*/ 1238250 h 1238250"/>
              <a:gd name="connsiteX1" fmla="*/ 608943 w 747942"/>
              <a:gd name="connsiteY1" fmla="*/ 1016000 h 1238250"/>
              <a:gd name="connsiteX2" fmla="*/ 704193 w 747942"/>
              <a:gd name="connsiteY2" fmla="*/ 876300 h 1238250"/>
              <a:gd name="connsiteX3" fmla="*/ 697843 w 747942"/>
              <a:gd name="connsiteY3" fmla="*/ 609600 h 1238250"/>
              <a:gd name="connsiteX4" fmla="*/ 100943 w 747942"/>
              <a:gd name="connsiteY4" fmla="*/ 368300 h 1238250"/>
              <a:gd name="connsiteX5" fmla="*/ 5693 w 747942"/>
              <a:gd name="connsiteY5" fmla="*/ 0 h 1238250"/>
              <a:gd name="connsiteX0" fmla="*/ 587776 w 747942"/>
              <a:gd name="connsiteY0" fmla="*/ 1272117 h 1272117"/>
              <a:gd name="connsiteX1" fmla="*/ 608943 w 747942"/>
              <a:gd name="connsiteY1" fmla="*/ 1016000 h 1272117"/>
              <a:gd name="connsiteX2" fmla="*/ 704193 w 747942"/>
              <a:gd name="connsiteY2" fmla="*/ 876300 h 1272117"/>
              <a:gd name="connsiteX3" fmla="*/ 697843 w 747942"/>
              <a:gd name="connsiteY3" fmla="*/ 609600 h 1272117"/>
              <a:gd name="connsiteX4" fmla="*/ 100943 w 747942"/>
              <a:gd name="connsiteY4" fmla="*/ 368300 h 1272117"/>
              <a:gd name="connsiteX5" fmla="*/ 5693 w 747942"/>
              <a:gd name="connsiteY5" fmla="*/ 0 h 1272117"/>
              <a:gd name="connsiteX0" fmla="*/ 587776 w 747942"/>
              <a:gd name="connsiteY0" fmla="*/ 1272117 h 1272117"/>
              <a:gd name="connsiteX1" fmla="*/ 608943 w 747942"/>
              <a:gd name="connsiteY1" fmla="*/ 1016000 h 1272117"/>
              <a:gd name="connsiteX2" fmla="*/ 704193 w 747942"/>
              <a:gd name="connsiteY2" fmla="*/ 876300 h 1272117"/>
              <a:gd name="connsiteX3" fmla="*/ 697843 w 747942"/>
              <a:gd name="connsiteY3" fmla="*/ 609600 h 1272117"/>
              <a:gd name="connsiteX4" fmla="*/ 100943 w 747942"/>
              <a:gd name="connsiteY4" fmla="*/ 368300 h 1272117"/>
              <a:gd name="connsiteX5" fmla="*/ 5693 w 747942"/>
              <a:gd name="connsiteY5" fmla="*/ 0 h 1272117"/>
              <a:gd name="connsiteX0" fmla="*/ 582083 w 742249"/>
              <a:gd name="connsiteY0" fmla="*/ 1272117 h 1272117"/>
              <a:gd name="connsiteX1" fmla="*/ 603250 w 742249"/>
              <a:gd name="connsiteY1" fmla="*/ 1016000 h 1272117"/>
              <a:gd name="connsiteX2" fmla="*/ 698500 w 742249"/>
              <a:gd name="connsiteY2" fmla="*/ 876300 h 1272117"/>
              <a:gd name="connsiteX3" fmla="*/ 692150 w 742249"/>
              <a:gd name="connsiteY3" fmla="*/ 609600 h 1272117"/>
              <a:gd name="connsiteX4" fmla="*/ 95250 w 742249"/>
              <a:gd name="connsiteY4" fmla="*/ 368300 h 1272117"/>
              <a:gd name="connsiteX5" fmla="*/ 0 w 742249"/>
              <a:gd name="connsiteY5" fmla="*/ 0 h 1272117"/>
              <a:gd name="connsiteX0" fmla="*/ 582083 w 732668"/>
              <a:gd name="connsiteY0" fmla="*/ 1272117 h 1272117"/>
              <a:gd name="connsiteX1" fmla="*/ 603250 w 732668"/>
              <a:gd name="connsiteY1" fmla="*/ 1016000 h 1272117"/>
              <a:gd name="connsiteX2" fmla="*/ 698500 w 732668"/>
              <a:gd name="connsiteY2" fmla="*/ 876300 h 1272117"/>
              <a:gd name="connsiteX3" fmla="*/ 692150 w 732668"/>
              <a:gd name="connsiteY3" fmla="*/ 609600 h 1272117"/>
              <a:gd name="connsiteX4" fmla="*/ 226484 w 732668"/>
              <a:gd name="connsiteY4" fmla="*/ 448733 h 1272117"/>
              <a:gd name="connsiteX5" fmla="*/ 0 w 732668"/>
              <a:gd name="connsiteY5" fmla="*/ 0 h 1272117"/>
              <a:gd name="connsiteX0" fmla="*/ 582083 w 732668"/>
              <a:gd name="connsiteY0" fmla="*/ 1272117 h 1272117"/>
              <a:gd name="connsiteX1" fmla="*/ 603250 w 732668"/>
              <a:gd name="connsiteY1" fmla="*/ 1016000 h 1272117"/>
              <a:gd name="connsiteX2" fmla="*/ 698500 w 732668"/>
              <a:gd name="connsiteY2" fmla="*/ 876300 h 1272117"/>
              <a:gd name="connsiteX3" fmla="*/ 692150 w 732668"/>
              <a:gd name="connsiteY3" fmla="*/ 609600 h 1272117"/>
              <a:gd name="connsiteX4" fmla="*/ 226484 w 732668"/>
              <a:gd name="connsiteY4" fmla="*/ 448733 h 1272117"/>
              <a:gd name="connsiteX5" fmla="*/ 0 w 732668"/>
              <a:gd name="connsiteY5" fmla="*/ 0 h 1272117"/>
              <a:gd name="connsiteX0" fmla="*/ 582083 w 732668"/>
              <a:gd name="connsiteY0" fmla="*/ 1272117 h 1272117"/>
              <a:gd name="connsiteX1" fmla="*/ 603250 w 732668"/>
              <a:gd name="connsiteY1" fmla="*/ 1016000 h 1272117"/>
              <a:gd name="connsiteX2" fmla="*/ 698500 w 732668"/>
              <a:gd name="connsiteY2" fmla="*/ 876300 h 1272117"/>
              <a:gd name="connsiteX3" fmla="*/ 692150 w 732668"/>
              <a:gd name="connsiteY3" fmla="*/ 609600 h 1272117"/>
              <a:gd name="connsiteX4" fmla="*/ 226484 w 732668"/>
              <a:gd name="connsiteY4" fmla="*/ 448733 h 1272117"/>
              <a:gd name="connsiteX5" fmla="*/ 0 w 732668"/>
              <a:gd name="connsiteY5" fmla="*/ 0 h 1272117"/>
              <a:gd name="connsiteX0" fmla="*/ 582083 w 754884"/>
              <a:gd name="connsiteY0" fmla="*/ 1272117 h 1272117"/>
              <a:gd name="connsiteX1" fmla="*/ 603250 w 754884"/>
              <a:gd name="connsiteY1" fmla="*/ 1016000 h 1272117"/>
              <a:gd name="connsiteX2" fmla="*/ 740833 w 754884"/>
              <a:gd name="connsiteY2" fmla="*/ 783167 h 1272117"/>
              <a:gd name="connsiteX3" fmla="*/ 692150 w 754884"/>
              <a:gd name="connsiteY3" fmla="*/ 609600 h 1272117"/>
              <a:gd name="connsiteX4" fmla="*/ 226484 w 754884"/>
              <a:gd name="connsiteY4" fmla="*/ 448733 h 1272117"/>
              <a:gd name="connsiteX5" fmla="*/ 0 w 754884"/>
              <a:gd name="connsiteY5" fmla="*/ 0 h 1272117"/>
              <a:gd name="connsiteX0" fmla="*/ 582083 w 756371"/>
              <a:gd name="connsiteY0" fmla="*/ 1272117 h 1272117"/>
              <a:gd name="connsiteX1" fmla="*/ 740833 w 756371"/>
              <a:gd name="connsiteY1" fmla="*/ 783167 h 1272117"/>
              <a:gd name="connsiteX2" fmla="*/ 692150 w 756371"/>
              <a:gd name="connsiteY2" fmla="*/ 609600 h 1272117"/>
              <a:gd name="connsiteX3" fmla="*/ 226484 w 756371"/>
              <a:gd name="connsiteY3" fmla="*/ 448733 h 1272117"/>
              <a:gd name="connsiteX4" fmla="*/ 0 w 756371"/>
              <a:gd name="connsiteY4" fmla="*/ 0 h 1272117"/>
              <a:gd name="connsiteX0" fmla="*/ 582083 w 756371"/>
              <a:gd name="connsiteY0" fmla="*/ 1272117 h 1272117"/>
              <a:gd name="connsiteX1" fmla="*/ 740833 w 756371"/>
              <a:gd name="connsiteY1" fmla="*/ 783167 h 1272117"/>
              <a:gd name="connsiteX2" fmla="*/ 692150 w 756371"/>
              <a:gd name="connsiteY2" fmla="*/ 609600 h 1272117"/>
              <a:gd name="connsiteX3" fmla="*/ 226484 w 756371"/>
              <a:gd name="connsiteY3" fmla="*/ 448733 h 1272117"/>
              <a:gd name="connsiteX4" fmla="*/ 0 w 756371"/>
              <a:gd name="connsiteY4" fmla="*/ 0 h 1272117"/>
              <a:gd name="connsiteX0" fmla="*/ 582083 w 747671"/>
              <a:gd name="connsiteY0" fmla="*/ 1272117 h 1272117"/>
              <a:gd name="connsiteX1" fmla="*/ 740833 w 747671"/>
              <a:gd name="connsiteY1" fmla="*/ 783167 h 1272117"/>
              <a:gd name="connsiteX2" fmla="*/ 692150 w 747671"/>
              <a:gd name="connsiteY2" fmla="*/ 609600 h 1272117"/>
              <a:gd name="connsiteX3" fmla="*/ 226484 w 747671"/>
              <a:gd name="connsiteY3" fmla="*/ 448733 h 1272117"/>
              <a:gd name="connsiteX4" fmla="*/ 0 w 747671"/>
              <a:gd name="connsiteY4" fmla="*/ 0 h 1272117"/>
              <a:gd name="connsiteX0" fmla="*/ 582083 w 751177"/>
              <a:gd name="connsiteY0" fmla="*/ 1272117 h 1272117"/>
              <a:gd name="connsiteX1" fmla="*/ 740833 w 751177"/>
              <a:gd name="connsiteY1" fmla="*/ 783167 h 1272117"/>
              <a:gd name="connsiteX2" fmla="*/ 226484 w 751177"/>
              <a:gd name="connsiteY2" fmla="*/ 448733 h 1272117"/>
              <a:gd name="connsiteX3" fmla="*/ 0 w 751177"/>
              <a:gd name="connsiteY3" fmla="*/ 0 h 1272117"/>
              <a:gd name="connsiteX0" fmla="*/ 582083 w 763021"/>
              <a:gd name="connsiteY0" fmla="*/ 1272117 h 1272117"/>
              <a:gd name="connsiteX1" fmla="*/ 740833 w 763021"/>
              <a:gd name="connsiteY1" fmla="*/ 783167 h 1272117"/>
              <a:gd name="connsiteX2" fmla="*/ 0 w 763021"/>
              <a:gd name="connsiteY2" fmla="*/ 0 h 1272117"/>
              <a:gd name="connsiteX0" fmla="*/ 582083 w 740859"/>
              <a:gd name="connsiteY0" fmla="*/ 1272117 h 1272117"/>
              <a:gd name="connsiteX1" fmla="*/ 740833 w 740859"/>
              <a:gd name="connsiteY1" fmla="*/ 783167 h 1272117"/>
              <a:gd name="connsiteX2" fmla="*/ 0 w 740859"/>
              <a:gd name="connsiteY2" fmla="*/ 0 h 1272117"/>
              <a:gd name="connsiteX0" fmla="*/ 582083 w 740855"/>
              <a:gd name="connsiteY0" fmla="*/ 1272117 h 1272117"/>
              <a:gd name="connsiteX1" fmla="*/ 740833 w 740855"/>
              <a:gd name="connsiteY1" fmla="*/ 783167 h 1272117"/>
              <a:gd name="connsiteX2" fmla="*/ 0 w 740855"/>
              <a:gd name="connsiteY2" fmla="*/ 0 h 1272117"/>
              <a:gd name="connsiteX0" fmla="*/ 582083 w 740855"/>
              <a:gd name="connsiteY0" fmla="*/ 1272117 h 1272117"/>
              <a:gd name="connsiteX1" fmla="*/ 740833 w 740855"/>
              <a:gd name="connsiteY1" fmla="*/ 783167 h 1272117"/>
              <a:gd name="connsiteX2" fmla="*/ 0 w 740855"/>
              <a:gd name="connsiteY2" fmla="*/ 0 h 1272117"/>
              <a:gd name="connsiteX0" fmla="*/ 582083 w 582107"/>
              <a:gd name="connsiteY0" fmla="*/ 1272117 h 1272117"/>
              <a:gd name="connsiteX1" fmla="*/ 228599 w 582107"/>
              <a:gd name="connsiteY1" fmla="*/ 872067 h 1272117"/>
              <a:gd name="connsiteX2" fmla="*/ 0 w 582107"/>
              <a:gd name="connsiteY2" fmla="*/ 0 h 1272117"/>
              <a:gd name="connsiteX0" fmla="*/ 582083 w 582107"/>
              <a:gd name="connsiteY0" fmla="*/ 1272117 h 1272117"/>
              <a:gd name="connsiteX1" fmla="*/ 228599 w 582107"/>
              <a:gd name="connsiteY1" fmla="*/ 872067 h 1272117"/>
              <a:gd name="connsiteX2" fmla="*/ 230541 w 582107"/>
              <a:gd name="connsiteY2" fmla="*/ 876537 h 1272117"/>
              <a:gd name="connsiteX3" fmla="*/ 0 w 582107"/>
              <a:gd name="connsiteY3" fmla="*/ 0 h 1272117"/>
              <a:gd name="connsiteX0" fmla="*/ 582083 w 582112"/>
              <a:gd name="connsiteY0" fmla="*/ 1272117 h 1272117"/>
              <a:gd name="connsiteX1" fmla="*/ 228599 w 582112"/>
              <a:gd name="connsiteY1" fmla="*/ 872067 h 1272117"/>
              <a:gd name="connsiteX2" fmla="*/ 234774 w 582112"/>
              <a:gd name="connsiteY2" fmla="*/ 550571 h 1272117"/>
              <a:gd name="connsiteX3" fmla="*/ 0 w 582112"/>
              <a:gd name="connsiteY3" fmla="*/ 0 h 1272117"/>
              <a:gd name="connsiteX0" fmla="*/ 582083 w 582111"/>
              <a:gd name="connsiteY0" fmla="*/ 1272117 h 1272117"/>
              <a:gd name="connsiteX1" fmla="*/ 228599 w 582111"/>
              <a:gd name="connsiteY1" fmla="*/ 872067 h 1272117"/>
              <a:gd name="connsiteX2" fmla="*/ 289807 w 582111"/>
              <a:gd name="connsiteY2" fmla="*/ 520938 h 1272117"/>
              <a:gd name="connsiteX3" fmla="*/ 0 w 582111"/>
              <a:gd name="connsiteY3" fmla="*/ 0 h 1272117"/>
              <a:gd name="connsiteX0" fmla="*/ 582083 w 582111"/>
              <a:gd name="connsiteY0" fmla="*/ 1272117 h 1272117"/>
              <a:gd name="connsiteX1" fmla="*/ 228599 w 582111"/>
              <a:gd name="connsiteY1" fmla="*/ 872067 h 1272117"/>
              <a:gd name="connsiteX2" fmla="*/ 289807 w 582111"/>
              <a:gd name="connsiteY2" fmla="*/ 520938 h 1272117"/>
              <a:gd name="connsiteX3" fmla="*/ 0 w 582111"/>
              <a:gd name="connsiteY3" fmla="*/ 0 h 1272117"/>
              <a:gd name="connsiteX0" fmla="*/ 582083 w 582111"/>
              <a:gd name="connsiteY0" fmla="*/ 1272117 h 1272117"/>
              <a:gd name="connsiteX1" fmla="*/ 228599 w 582111"/>
              <a:gd name="connsiteY1" fmla="*/ 872067 h 1272117"/>
              <a:gd name="connsiteX2" fmla="*/ 289807 w 582111"/>
              <a:gd name="connsiteY2" fmla="*/ 520938 h 1272117"/>
              <a:gd name="connsiteX3" fmla="*/ 0 w 582111"/>
              <a:gd name="connsiteY3" fmla="*/ 0 h 1272117"/>
              <a:gd name="connsiteX0" fmla="*/ 582083 w 582108"/>
              <a:gd name="connsiteY0" fmla="*/ 1272117 h 1272117"/>
              <a:gd name="connsiteX1" fmla="*/ 190499 w 582108"/>
              <a:gd name="connsiteY1" fmla="*/ 884767 h 1272117"/>
              <a:gd name="connsiteX2" fmla="*/ 289807 w 582108"/>
              <a:gd name="connsiteY2" fmla="*/ 520938 h 1272117"/>
              <a:gd name="connsiteX3" fmla="*/ 0 w 582108"/>
              <a:gd name="connsiteY3" fmla="*/ 0 h 1272117"/>
              <a:gd name="connsiteX0" fmla="*/ 582083 w 582101"/>
              <a:gd name="connsiteY0" fmla="*/ 1272117 h 1272117"/>
              <a:gd name="connsiteX1" fmla="*/ 71966 w 582101"/>
              <a:gd name="connsiteY1" fmla="*/ 872067 h 1272117"/>
              <a:gd name="connsiteX2" fmla="*/ 289807 w 582101"/>
              <a:gd name="connsiteY2" fmla="*/ 520938 h 1272117"/>
              <a:gd name="connsiteX3" fmla="*/ 0 w 582101"/>
              <a:gd name="connsiteY3" fmla="*/ 0 h 1272117"/>
              <a:gd name="connsiteX0" fmla="*/ 582083 w 582103"/>
              <a:gd name="connsiteY0" fmla="*/ 1272117 h 1272117"/>
              <a:gd name="connsiteX1" fmla="*/ 71966 w 582103"/>
              <a:gd name="connsiteY1" fmla="*/ 872067 h 1272117"/>
              <a:gd name="connsiteX2" fmla="*/ 137407 w 582103"/>
              <a:gd name="connsiteY2" fmla="*/ 389704 h 1272117"/>
              <a:gd name="connsiteX3" fmla="*/ 0 w 582103"/>
              <a:gd name="connsiteY3" fmla="*/ 0 h 1272117"/>
              <a:gd name="connsiteX0" fmla="*/ 582083 w 582103"/>
              <a:gd name="connsiteY0" fmla="*/ 1272117 h 1272117"/>
              <a:gd name="connsiteX1" fmla="*/ 71966 w 582103"/>
              <a:gd name="connsiteY1" fmla="*/ 872067 h 1272117"/>
              <a:gd name="connsiteX2" fmla="*/ 137407 w 582103"/>
              <a:gd name="connsiteY2" fmla="*/ 389704 h 1272117"/>
              <a:gd name="connsiteX3" fmla="*/ 0 w 582103"/>
              <a:gd name="connsiteY3" fmla="*/ 0 h 1272117"/>
              <a:gd name="connsiteX0" fmla="*/ 582083 w 582103"/>
              <a:gd name="connsiteY0" fmla="*/ 1272117 h 1272117"/>
              <a:gd name="connsiteX1" fmla="*/ 71966 w 582103"/>
              <a:gd name="connsiteY1" fmla="*/ 872067 h 1272117"/>
              <a:gd name="connsiteX2" fmla="*/ 137407 w 582103"/>
              <a:gd name="connsiteY2" fmla="*/ 389704 h 1272117"/>
              <a:gd name="connsiteX3" fmla="*/ 0 w 582103"/>
              <a:gd name="connsiteY3" fmla="*/ 0 h 1272117"/>
              <a:gd name="connsiteX0" fmla="*/ 582083 w 582101"/>
              <a:gd name="connsiteY0" fmla="*/ 1272117 h 1272117"/>
              <a:gd name="connsiteX1" fmla="*/ 71966 w 582101"/>
              <a:gd name="connsiteY1" fmla="*/ 872067 h 1272117"/>
              <a:gd name="connsiteX2" fmla="*/ 137407 w 582101"/>
              <a:gd name="connsiteY2" fmla="*/ 389704 h 1272117"/>
              <a:gd name="connsiteX3" fmla="*/ 0 w 582101"/>
              <a:gd name="connsiteY3" fmla="*/ 0 h 1272117"/>
              <a:gd name="connsiteX0" fmla="*/ 582083 w 582102"/>
              <a:gd name="connsiteY0" fmla="*/ 1272117 h 1272117"/>
              <a:gd name="connsiteX1" fmla="*/ 71966 w 582102"/>
              <a:gd name="connsiteY1" fmla="*/ 872067 h 1272117"/>
              <a:gd name="connsiteX2" fmla="*/ 137407 w 582102"/>
              <a:gd name="connsiteY2" fmla="*/ 389704 h 1272117"/>
              <a:gd name="connsiteX3" fmla="*/ 0 w 582102"/>
              <a:gd name="connsiteY3" fmla="*/ 0 h 1272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102" h="1272117">
                <a:moveTo>
                  <a:pt x="582083" y="1272117"/>
                </a:moveTo>
                <a:cubicBezTo>
                  <a:pt x="585522" y="975519"/>
                  <a:pt x="124913" y="1095335"/>
                  <a:pt x="71966" y="872067"/>
                </a:cubicBezTo>
                <a:cubicBezTo>
                  <a:pt x="19019" y="648799"/>
                  <a:pt x="128941" y="577381"/>
                  <a:pt x="137407" y="389704"/>
                </a:cubicBezTo>
                <a:cubicBezTo>
                  <a:pt x="141641" y="244360"/>
                  <a:pt x="25723" y="226522"/>
                  <a:pt x="0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13" name="根轨迹组合3">
            <a:extLst>
              <a:ext uri="{FF2B5EF4-FFF2-40B4-BE49-F238E27FC236}">
                <a16:creationId xmlns:a16="http://schemas.microsoft.com/office/drawing/2014/main" id="{EA129280-9C7B-1674-B419-D3FEC28D21A4}"/>
              </a:ext>
            </a:extLst>
          </p:cNvPr>
          <p:cNvGrpSpPr/>
          <p:nvPr/>
        </p:nvGrpSpPr>
        <p:grpSpPr>
          <a:xfrm>
            <a:off x="625379" y="3572286"/>
            <a:ext cx="3240360" cy="2927141"/>
            <a:chOff x="766614" y="1052736"/>
            <a:chExt cx="3896536" cy="3519890"/>
          </a:xfrm>
        </p:grpSpPr>
        <p:grpSp>
          <p:nvGrpSpPr>
            <p:cNvPr id="114" name="坐标轴">
              <a:extLst>
                <a:ext uri="{FF2B5EF4-FFF2-40B4-BE49-F238E27FC236}">
                  <a16:creationId xmlns:a16="http://schemas.microsoft.com/office/drawing/2014/main" id="{D4A9675D-5A20-517B-C71D-1388519855B2}"/>
                </a:ext>
              </a:extLst>
            </p:cNvPr>
            <p:cNvGrpSpPr/>
            <p:nvPr/>
          </p:nvGrpSpPr>
          <p:grpSpPr>
            <a:xfrm>
              <a:off x="766614" y="1052736"/>
              <a:ext cx="3896536" cy="3519890"/>
              <a:chOff x="7540495" y="2141358"/>
              <a:chExt cx="3896536" cy="351989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3" name="labelj">
                    <a:extLst>
                      <a:ext uri="{FF2B5EF4-FFF2-40B4-BE49-F238E27FC236}">
                        <a16:creationId xmlns:a16="http://schemas.microsoft.com/office/drawing/2014/main" id="{C987B74F-7DE1-2859-E9E3-F70342271035}"/>
                      </a:ext>
                    </a:extLst>
                  </p:cNvPr>
                  <p:cNvSpPr txBox="1"/>
                  <p:nvPr/>
                </p:nvSpPr>
                <p:spPr>
                  <a:xfrm>
                    <a:off x="10784917" y="2141358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123" name="labelj">
                    <a:extLst>
                      <a:ext uri="{FF2B5EF4-FFF2-40B4-BE49-F238E27FC236}">
                        <a16:creationId xmlns:a16="http://schemas.microsoft.com/office/drawing/2014/main" id="{C987B74F-7DE1-2859-E9E3-F7034227103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84917" y="2141358"/>
                    <a:ext cx="520701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4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4" name="label0">
                    <a:extLst>
                      <a:ext uri="{FF2B5EF4-FFF2-40B4-BE49-F238E27FC236}">
                        <a16:creationId xmlns:a16="http://schemas.microsoft.com/office/drawing/2014/main" id="{734F7ADD-70F1-48D0-1614-750CFC4C6CF9}"/>
                      </a:ext>
                    </a:extLst>
                  </p:cNvPr>
                  <p:cNvSpPr txBox="1"/>
                  <p:nvPr/>
                </p:nvSpPr>
                <p:spPr>
                  <a:xfrm>
                    <a:off x="10713513" y="4066837"/>
                    <a:ext cx="520701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124" name="label0">
                    <a:extLst>
                      <a:ext uri="{FF2B5EF4-FFF2-40B4-BE49-F238E27FC236}">
                        <a16:creationId xmlns:a16="http://schemas.microsoft.com/office/drawing/2014/main" id="{734F7ADD-70F1-48D0-1614-750CFC4C6C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13513" y="4066837"/>
                    <a:ext cx="520701" cy="52469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2857" b="-1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25" name="虚轴">
                <a:extLst>
                  <a:ext uri="{FF2B5EF4-FFF2-40B4-BE49-F238E27FC236}">
                    <a16:creationId xmlns:a16="http://schemas.microsoft.com/office/drawing/2014/main" id="{3FD21C59-D891-5351-ACE9-10AC46142FA0}"/>
                  </a:ext>
                </a:extLst>
              </p:cNvPr>
              <p:cNvGrpSpPr/>
              <p:nvPr/>
            </p:nvGrpSpPr>
            <p:grpSpPr>
              <a:xfrm>
                <a:off x="10775257" y="2565248"/>
                <a:ext cx="661774" cy="3096000"/>
                <a:chOff x="10775257" y="2565248"/>
                <a:chExt cx="661774" cy="30960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6" name="ylabel1">
                      <a:extLst>
                        <a:ext uri="{FF2B5EF4-FFF2-40B4-BE49-F238E27FC236}">
                          <a16:creationId xmlns:a16="http://schemas.microsoft.com/office/drawing/2014/main" id="{41D28ADD-9DA8-D411-BAD9-CB7BD00AC2D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950535" y="3273609"/>
                      <a:ext cx="322182" cy="5246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136" name="ylabel1">
                      <a:extLst>
                        <a:ext uri="{FF2B5EF4-FFF2-40B4-BE49-F238E27FC236}">
                          <a16:creationId xmlns:a16="http://schemas.microsoft.com/office/drawing/2014/main" id="{41D28ADD-9DA8-D411-BAD9-CB7BD00AC2D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50535" y="3273609"/>
                      <a:ext cx="322182" cy="524695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13636" r="-50000" b="-1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7" name="ylabel2">
                      <a:extLst>
                        <a:ext uri="{FF2B5EF4-FFF2-40B4-BE49-F238E27FC236}">
                          <a16:creationId xmlns:a16="http://schemas.microsoft.com/office/drawing/2014/main" id="{513530CB-E3C6-78D1-2A1E-B490214381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955845" y="2625537"/>
                      <a:ext cx="322182" cy="5246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137" name="ylabel2">
                      <a:extLst>
                        <a:ext uri="{FF2B5EF4-FFF2-40B4-BE49-F238E27FC236}">
                          <a16:creationId xmlns:a16="http://schemas.microsoft.com/office/drawing/2014/main" id="{513530CB-E3C6-78D1-2A1E-B490214381A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55845" y="2625537"/>
                      <a:ext cx="322182" cy="524695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l="-14286" r="-57143" b="-13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8" name="ylabel-2">
                      <a:extLst>
                        <a:ext uri="{FF2B5EF4-FFF2-40B4-BE49-F238E27FC236}">
                          <a16:creationId xmlns:a16="http://schemas.microsoft.com/office/drawing/2014/main" id="{6FC7E318-AF23-830E-E5FF-17A65E9FE7C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916330" y="5094448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138" name="ylabel-2">
                      <a:extLst>
                        <a:ext uri="{FF2B5EF4-FFF2-40B4-BE49-F238E27FC236}">
                          <a16:creationId xmlns:a16="http://schemas.microsoft.com/office/drawing/2014/main" id="{6FC7E318-AF23-830E-E5FF-17A65E9FE7C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16330" y="5094448"/>
                      <a:ext cx="520701" cy="523220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r="-54286" b="-171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9" name="ylabel-1">
                      <a:extLst>
                        <a:ext uri="{FF2B5EF4-FFF2-40B4-BE49-F238E27FC236}">
                          <a16:creationId xmlns:a16="http://schemas.microsoft.com/office/drawing/2014/main" id="{35B5FD7F-36D4-5A69-67E9-28094A11471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916330" y="4518384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139" name="ylabel-1">
                      <a:extLst>
                        <a:ext uri="{FF2B5EF4-FFF2-40B4-BE49-F238E27FC236}">
                          <a16:creationId xmlns:a16="http://schemas.microsoft.com/office/drawing/2014/main" id="{35B5FD7F-36D4-5A69-67E9-28094A11471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16330" y="4518384"/>
                      <a:ext cx="520701" cy="523220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r="-54286" b="-13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40" name="ytick1">
                  <a:extLst>
                    <a:ext uri="{FF2B5EF4-FFF2-40B4-BE49-F238E27FC236}">
                      <a16:creationId xmlns:a16="http://schemas.microsoft.com/office/drawing/2014/main" id="{348B2717-C0B8-16A5-8E47-30BD4099F1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779449" y="3535219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ytick-1">
                  <a:extLst>
                    <a:ext uri="{FF2B5EF4-FFF2-40B4-BE49-F238E27FC236}">
                      <a16:creationId xmlns:a16="http://schemas.microsoft.com/office/drawing/2014/main" id="{B6E82D85-B4B9-6211-10EF-A28FB32DD0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779449" y="4784273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ytick-2">
                  <a:extLst>
                    <a:ext uri="{FF2B5EF4-FFF2-40B4-BE49-F238E27FC236}">
                      <a16:creationId xmlns:a16="http://schemas.microsoft.com/office/drawing/2014/main" id="{CE837E6B-BD66-26BC-770D-48DAC2908B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779449" y="5369337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ytick2">
                  <a:extLst>
                    <a:ext uri="{FF2B5EF4-FFF2-40B4-BE49-F238E27FC236}">
                      <a16:creationId xmlns:a16="http://schemas.microsoft.com/office/drawing/2014/main" id="{4928F6CE-684A-37F5-FE32-B9985F98E9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779449" y="2880951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y轴">
                  <a:extLst>
                    <a:ext uri="{FF2B5EF4-FFF2-40B4-BE49-F238E27FC236}">
                      <a16:creationId xmlns:a16="http://schemas.microsoft.com/office/drawing/2014/main" id="{CB965F10-9093-4CB3-3B8D-EA8F6CD35E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775257" y="2565248"/>
                  <a:ext cx="0" cy="309600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6" name="实轴">
                <a:extLst>
                  <a:ext uri="{FF2B5EF4-FFF2-40B4-BE49-F238E27FC236}">
                    <a16:creationId xmlns:a16="http://schemas.microsoft.com/office/drawing/2014/main" id="{B99F292A-9C5A-7109-0BDE-A71358E4BEE9}"/>
                  </a:ext>
                </a:extLst>
              </p:cNvPr>
              <p:cNvGrpSpPr/>
              <p:nvPr/>
            </p:nvGrpSpPr>
            <p:grpSpPr>
              <a:xfrm>
                <a:off x="7540495" y="4005604"/>
                <a:ext cx="3693719" cy="694724"/>
                <a:chOff x="7540495" y="4005604"/>
                <a:chExt cx="3693719" cy="69472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7" name="xlabel-4">
                      <a:extLst>
                        <a:ext uri="{FF2B5EF4-FFF2-40B4-BE49-F238E27FC236}">
                          <a16:creationId xmlns:a16="http://schemas.microsoft.com/office/drawing/2014/main" id="{633290A6-17B1-C289-71D5-776405229AF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40495" y="4177108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−4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127" name="xlabel-4">
                      <a:extLst>
                        <a:ext uri="{FF2B5EF4-FFF2-40B4-BE49-F238E27FC236}">
                          <a16:creationId xmlns:a16="http://schemas.microsoft.com/office/drawing/2014/main" id="{633290A6-17B1-C289-71D5-776405229AF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40495" y="4177108"/>
                      <a:ext cx="520701" cy="523220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r="-54286" b="-171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8" name="xlabel-3">
                      <a:extLst>
                        <a:ext uri="{FF2B5EF4-FFF2-40B4-BE49-F238E27FC236}">
                          <a16:creationId xmlns:a16="http://schemas.microsoft.com/office/drawing/2014/main" id="{89260DFB-9384-00F8-3E07-DCBFDF16AD4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76593" y="4165166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−3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128" name="xlabel-3">
                      <a:extLst>
                        <a:ext uri="{FF2B5EF4-FFF2-40B4-BE49-F238E27FC236}">
                          <a16:creationId xmlns:a16="http://schemas.microsoft.com/office/drawing/2014/main" id="{89260DFB-9384-00F8-3E07-DCBFDF16AD4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276593" y="4165166"/>
                      <a:ext cx="520701" cy="523220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 r="-54286" b="-171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9" name="xlabel-2">
                      <a:extLst>
                        <a:ext uri="{FF2B5EF4-FFF2-40B4-BE49-F238E27FC236}">
                          <a16:creationId xmlns:a16="http://schemas.microsoft.com/office/drawing/2014/main" id="{08C0D86E-9ED3-61A5-E726-4CAE9F406FD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96942" y="4171421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129" name="xlabel-2">
                      <a:extLst>
                        <a:ext uri="{FF2B5EF4-FFF2-40B4-BE49-F238E27FC236}">
                          <a16:creationId xmlns:a16="http://schemas.microsoft.com/office/drawing/2014/main" id="{08C0D86E-9ED3-61A5-E726-4CAE9F406FD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996942" y="4171421"/>
                      <a:ext cx="520701" cy="523220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 r="-54286" b="-1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0" name="xlabel-1">
                      <a:extLst>
                        <a:ext uri="{FF2B5EF4-FFF2-40B4-BE49-F238E27FC236}">
                          <a16:creationId xmlns:a16="http://schemas.microsoft.com/office/drawing/2014/main" id="{2A37E608-53BD-31EE-6229-869840B4A74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727397" y="4171421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130" name="xlabel-1">
                      <a:extLst>
                        <a:ext uri="{FF2B5EF4-FFF2-40B4-BE49-F238E27FC236}">
                          <a16:creationId xmlns:a16="http://schemas.microsoft.com/office/drawing/2014/main" id="{2A37E608-53BD-31EE-6229-869840B4A74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727397" y="4171421"/>
                      <a:ext cx="520701" cy="523220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 r="-54286" b="-1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31" name="xtick-4">
                  <a:extLst>
                    <a:ext uri="{FF2B5EF4-FFF2-40B4-BE49-F238E27FC236}">
                      <a16:creationId xmlns:a16="http://schemas.microsoft.com/office/drawing/2014/main" id="{B6013740-E234-3B4B-6210-2E65C545EC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7826822" y="4075982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xtick-3">
                  <a:extLst>
                    <a:ext uri="{FF2B5EF4-FFF2-40B4-BE49-F238E27FC236}">
                      <a16:creationId xmlns:a16="http://schemas.microsoft.com/office/drawing/2014/main" id="{B4E6FA5C-41E1-9184-B234-760B2382D1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8547547" y="4073420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xtick-2">
                  <a:extLst>
                    <a:ext uri="{FF2B5EF4-FFF2-40B4-BE49-F238E27FC236}">
                      <a16:creationId xmlns:a16="http://schemas.microsoft.com/office/drawing/2014/main" id="{EE927CFB-888B-38E0-ACE1-26AB2AA304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9268272" y="4084906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xtick-1">
                  <a:extLst>
                    <a:ext uri="{FF2B5EF4-FFF2-40B4-BE49-F238E27FC236}">
                      <a16:creationId xmlns:a16="http://schemas.microsoft.com/office/drawing/2014/main" id="{A570465A-06C4-1E3C-2933-385152ADE2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9991528" y="4081909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x轴">
                  <a:extLst>
                    <a:ext uri="{FF2B5EF4-FFF2-40B4-BE49-F238E27FC236}">
                      <a16:creationId xmlns:a16="http://schemas.microsoft.com/office/drawing/2014/main" id="{8D3CFC1A-D9FB-A4CF-B517-94E034885D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79382" y="4144999"/>
                  <a:ext cx="3554832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15" name="渐近线">
              <a:extLst>
                <a:ext uri="{FF2B5EF4-FFF2-40B4-BE49-F238E27FC236}">
                  <a16:creationId xmlns:a16="http://schemas.microsoft.com/office/drawing/2014/main" id="{4CE09985-A805-283C-61BC-2DA4687AF2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5316" y="1619653"/>
              <a:ext cx="0" cy="2881313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零点">
              <a:extLst>
                <a:ext uri="{FF2B5EF4-FFF2-40B4-BE49-F238E27FC236}">
                  <a16:creationId xmlns:a16="http://schemas.microsoft.com/office/drawing/2014/main" id="{047F0552-6767-E1D0-644D-04F5D7D103DF}"/>
                </a:ext>
              </a:extLst>
            </p:cNvPr>
            <p:cNvSpPr/>
            <p:nvPr/>
          </p:nvSpPr>
          <p:spPr>
            <a:xfrm>
              <a:off x="2454207" y="2947176"/>
              <a:ext cx="216000" cy="216000"/>
            </a:xfrm>
            <a:prstGeom prst="donut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7" name="极点3">
              <a:extLst>
                <a:ext uri="{FF2B5EF4-FFF2-40B4-BE49-F238E27FC236}">
                  <a16:creationId xmlns:a16="http://schemas.microsoft.com/office/drawing/2014/main" id="{66560AEB-4B91-D9B2-4F27-1D75FFE18B39}"/>
                </a:ext>
              </a:extLst>
            </p:cNvPr>
            <p:cNvSpPr/>
            <p:nvPr/>
          </p:nvSpPr>
          <p:spPr>
            <a:xfrm>
              <a:off x="971909" y="2917087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18" name="极点2">
              <a:extLst>
                <a:ext uri="{FF2B5EF4-FFF2-40B4-BE49-F238E27FC236}">
                  <a16:creationId xmlns:a16="http://schemas.microsoft.com/office/drawing/2014/main" id="{ADC80128-F612-3E8D-F9F3-84656DEC0A1D}"/>
                </a:ext>
              </a:extLst>
            </p:cNvPr>
            <p:cNvSpPr/>
            <p:nvPr/>
          </p:nvSpPr>
          <p:spPr>
            <a:xfrm>
              <a:off x="3137356" y="2911160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19" name="极点1">
              <a:extLst>
                <a:ext uri="{FF2B5EF4-FFF2-40B4-BE49-F238E27FC236}">
                  <a16:creationId xmlns:a16="http://schemas.microsoft.com/office/drawing/2014/main" id="{2C206FDB-6174-9B2A-E57D-7066E33574DC}"/>
                </a:ext>
              </a:extLst>
            </p:cNvPr>
            <p:cNvSpPr/>
            <p:nvPr/>
          </p:nvSpPr>
          <p:spPr>
            <a:xfrm>
              <a:off x="3850809" y="2912361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cxnSp>
          <p:nvCxnSpPr>
            <p:cNvPr id="120" name="根轨迹3">
              <a:extLst>
                <a:ext uri="{FF2B5EF4-FFF2-40B4-BE49-F238E27FC236}">
                  <a16:creationId xmlns:a16="http://schemas.microsoft.com/office/drawing/2014/main" id="{B720A2C1-052F-9B84-4865-A1E44920AA41}"/>
                </a:ext>
              </a:extLst>
            </p:cNvPr>
            <p:cNvCxnSpPr>
              <a:cxnSpLocks/>
            </p:cNvCxnSpPr>
            <p:nvPr/>
          </p:nvCxnSpPr>
          <p:spPr>
            <a:xfrm>
              <a:off x="1102573" y="3055986"/>
              <a:ext cx="1377123" cy="0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根轨迹2">
              <a:extLst>
                <a:ext uri="{FF2B5EF4-FFF2-40B4-BE49-F238E27FC236}">
                  <a16:creationId xmlns:a16="http://schemas.microsoft.com/office/drawing/2014/main" id="{607963BA-D61F-721E-3E03-96F8A16A62CE}"/>
                </a:ext>
              </a:extLst>
            </p:cNvPr>
            <p:cNvCxnSpPr>
              <a:cxnSpLocks/>
            </p:cNvCxnSpPr>
            <p:nvPr/>
          </p:nvCxnSpPr>
          <p:spPr>
            <a:xfrm>
              <a:off x="3277306" y="3056377"/>
              <a:ext cx="408115" cy="0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根轨迹1">
              <a:extLst>
                <a:ext uri="{FF2B5EF4-FFF2-40B4-BE49-F238E27FC236}">
                  <a16:creationId xmlns:a16="http://schemas.microsoft.com/office/drawing/2014/main" id="{B48436E2-C44D-BF7D-0ECA-B847DBFCF4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52098" y="3048704"/>
              <a:ext cx="358938" cy="3201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4" name="根轨迹3-2">
            <a:extLst>
              <a:ext uri="{FF2B5EF4-FFF2-40B4-BE49-F238E27FC236}">
                <a16:creationId xmlns:a16="http://schemas.microsoft.com/office/drawing/2014/main" id="{6E42A77B-B7EB-2570-2A77-0365627D05ED}"/>
              </a:ext>
            </a:extLst>
          </p:cNvPr>
          <p:cNvSpPr/>
          <p:nvPr/>
        </p:nvSpPr>
        <p:spPr>
          <a:xfrm flipV="1">
            <a:off x="2457936" y="5243548"/>
            <a:ext cx="582109" cy="1272117"/>
          </a:xfrm>
          <a:custGeom>
            <a:avLst/>
            <a:gdLst>
              <a:gd name="connsiteX0" fmla="*/ 596243 w 747942"/>
              <a:gd name="connsiteY0" fmla="*/ 1238250 h 1238250"/>
              <a:gd name="connsiteX1" fmla="*/ 608943 w 747942"/>
              <a:gd name="connsiteY1" fmla="*/ 1016000 h 1238250"/>
              <a:gd name="connsiteX2" fmla="*/ 704193 w 747942"/>
              <a:gd name="connsiteY2" fmla="*/ 876300 h 1238250"/>
              <a:gd name="connsiteX3" fmla="*/ 697843 w 747942"/>
              <a:gd name="connsiteY3" fmla="*/ 609600 h 1238250"/>
              <a:gd name="connsiteX4" fmla="*/ 100943 w 747942"/>
              <a:gd name="connsiteY4" fmla="*/ 368300 h 1238250"/>
              <a:gd name="connsiteX5" fmla="*/ 5693 w 747942"/>
              <a:gd name="connsiteY5" fmla="*/ 0 h 1238250"/>
              <a:gd name="connsiteX0" fmla="*/ 587776 w 747942"/>
              <a:gd name="connsiteY0" fmla="*/ 1272117 h 1272117"/>
              <a:gd name="connsiteX1" fmla="*/ 608943 w 747942"/>
              <a:gd name="connsiteY1" fmla="*/ 1016000 h 1272117"/>
              <a:gd name="connsiteX2" fmla="*/ 704193 w 747942"/>
              <a:gd name="connsiteY2" fmla="*/ 876300 h 1272117"/>
              <a:gd name="connsiteX3" fmla="*/ 697843 w 747942"/>
              <a:gd name="connsiteY3" fmla="*/ 609600 h 1272117"/>
              <a:gd name="connsiteX4" fmla="*/ 100943 w 747942"/>
              <a:gd name="connsiteY4" fmla="*/ 368300 h 1272117"/>
              <a:gd name="connsiteX5" fmla="*/ 5693 w 747942"/>
              <a:gd name="connsiteY5" fmla="*/ 0 h 1272117"/>
              <a:gd name="connsiteX0" fmla="*/ 587776 w 747942"/>
              <a:gd name="connsiteY0" fmla="*/ 1272117 h 1272117"/>
              <a:gd name="connsiteX1" fmla="*/ 608943 w 747942"/>
              <a:gd name="connsiteY1" fmla="*/ 1016000 h 1272117"/>
              <a:gd name="connsiteX2" fmla="*/ 704193 w 747942"/>
              <a:gd name="connsiteY2" fmla="*/ 876300 h 1272117"/>
              <a:gd name="connsiteX3" fmla="*/ 697843 w 747942"/>
              <a:gd name="connsiteY3" fmla="*/ 609600 h 1272117"/>
              <a:gd name="connsiteX4" fmla="*/ 100943 w 747942"/>
              <a:gd name="connsiteY4" fmla="*/ 368300 h 1272117"/>
              <a:gd name="connsiteX5" fmla="*/ 5693 w 747942"/>
              <a:gd name="connsiteY5" fmla="*/ 0 h 1272117"/>
              <a:gd name="connsiteX0" fmla="*/ 582083 w 742249"/>
              <a:gd name="connsiteY0" fmla="*/ 1272117 h 1272117"/>
              <a:gd name="connsiteX1" fmla="*/ 603250 w 742249"/>
              <a:gd name="connsiteY1" fmla="*/ 1016000 h 1272117"/>
              <a:gd name="connsiteX2" fmla="*/ 698500 w 742249"/>
              <a:gd name="connsiteY2" fmla="*/ 876300 h 1272117"/>
              <a:gd name="connsiteX3" fmla="*/ 692150 w 742249"/>
              <a:gd name="connsiteY3" fmla="*/ 609600 h 1272117"/>
              <a:gd name="connsiteX4" fmla="*/ 95250 w 742249"/>
              <a:gd name="connsiteY4" fmla="*/ 368300 h 1272117"/>
              <a:gd name="connsiteX5" fmla="*/ 0 w 742249"/>
              <a:gd name="connsiteY5" fmla="*/ 0 h 1272117"/>
              <a:gd name="connsiteX0" fmla="*/ 582083 w 732668"/>
              <a:gd name="connsiteY0" fmla="*/ 1272117 h 1272117"/>
              <a:gd name="connsiteX1" fmla="*/ 603250 w 732668"/>
              <a:gd name="connsiteY1" fmla="*/ 1016000 h 1272117"/>
              <a:gd name="connsiteX2" fmla="*/ 698500 w 732668"/>
              <a:gd name="connsiteY2" fmla="*/ 876300 h 1272117"/>
              <a:gd name="connsiteX3" fmla="*/ 692150 w 732668"/>
              <a:gd name="connsiteY3" fmla="*/ 609600 h 1272117"/>
              <a:gd name="connsiteX4" fmla="*/ 226484 w 732668"/>
              <a:gd name="connsiteY4" fmla="*/ 448733 h 1272117"/>
              <a:gd name="connsiteX5" fmla="*/ 0 w 732668"/>
              <a:gd name="connsiteY5" fmla="*/ 0 h 1272117"/>
              <a:gd name="connsiteX0" fmla="*/ 582083 w 732668"/>
              <a:gd name="connsiteY0" fmla="*/ 1272117 h 1272117"/>
              <a:gd name="connsiteX1" fmla="*/ 603250 w 732668"/>
              <a:gd name="connsiteY1" fmla="*/ 1016000 h 1272117"/>
              <a:gd name="connsiteX2" fmla="*/ 698500 w 732668"/>
              <a:gd name="connsiteY2" fmla="*/ 876300 h 1272117"/>
              <a:gd name="connsiteX3" fmla="*/ 692150 w 732668"/>
              <a:gd name="connsiteY3" fmla="*/ 609600 h 1272117"/>
              <a:gd name="connsiteX4" fmla="*/ 226484 w 732668"/>
              <a:gd name="connsiteY4" fmla="*/ 448733 h 1272117"/>
              <a:gd name="connsiteX5" fmla="*/ 0 w 732668"/>
              <a:gd name="connsiteY5" fmla="*/ 0 h 1272117"/>
              <a:gd name="connsiteX0" fmla="*/ 582083 w 732668"/>
              <a:gd name="connsiteY0" fmla="*/ 1272117 h 1272117"/>
              <a:gd name="connsiteX1" fmla="*/ 603250 w 732668"/>
              <a:gd name="connsiteY1" fmla="*/ 1016000 h 1272117"/>
              <a:gd name="connsiteX2" fmla="*/ 698500 w 732668"/>
              <a:gd name="connsiteY2" fmla="*/ 876300 h 1272117"/>
              <a:gd name="connsiteX3" fmla="*/ 692150 w 732668"/>
              <a:gd name="connsiteY3" fmla="*/ 609600 h 1272117"/>
              <a:gd name="connsiteX4" fmla="*/ 226484 w 732668"/>
              <a:gd name="connsiteY4" fmla="*/ 448733 h 1272117"/>
              <a:gd name="connsiteX5" fmla="*/ 0 w 732668"/>
              <a:gd name="connsiteY5" fmla="*/ 0 h 1272117"/>
              <a:gd name="connsiteX0" fmla="*/ 582083 w 754884"/>
              <a:gd name="connsiteY0" fmla="*/ 1272117 h 1272117"/>
              <a:gd name="connsiteX1" fmla="*/ 603250 w 754884"/>
              <a:gd name="connsiteY1" fmla="*/ 1016000 h 1272117"/>
              <a:gd name="connsiteX2" fmla="*/ 740833 w 754884"/>
              <a:gd name="connsiteY2" fmla="*/ 783167 h 1272117"/>
              <a:gd name="connsiteX3" fmla="*/ 692150 w 754884"/>
              <a:gd name="connsiteY3" fmla="*/ 609600 h 1272117"/>
              <a:gd name="connsiteX4" fmla="*/ 226484 w 754884"/>
              <a:gd name="connsiteY4" fmla="*/ 448733 h 1272117"/>
              <a:gd name="connsiteX5" fmla="*/ 0 w 754884"/>
              <a:gd name="connsiteY5" fmla="*/ 0 h 1272117"/>
              <a:gd name="connsiteX0" fmla="*/ 582083 w 756371"/>
              <a:gd name="connsiteY0" fmla="*/ 1272117 h 1272117"/>
              <a:gd name="connsiteX1" fmla="*/ 740833 w 756371"/>
              <a:gd name="connsiteY1" fmla="*/ 783167 h 1272117"/>
              <a:gd name="connsiteX2" fmla="*/ 692150 w 756371"/>
              <a:gd name="connsiteY2" fmla="*/ 609600 h 1272117"/>
              <a:gd name="connsiteX3" fmla="*/ 226484 w 756371"/>
              <a:gd name="connsiteY3" fmla="*/ 448733 h 1272117"/>
              <a:gd name="connsiteX4" fmla="*/ 0 w 756371"/>
              <a:gd name="connsiteY4" fmla="*/ 0 h 1272117"/>
              <a:gd name="connsiteX0" fmla="*/ 582083 w 756371"/>
              <a:gd name="connsiteY0" fmla="*/ 1272117 h 1272117"/>
              <a:gd name="connsiteX1" fmla="*/ 740833 w 756371"/>
              <a:gd name="connsiteY1" fmla="*/ 783167 h 1272117"/>
              <a:gd name="connsiteX2" fmla="*/ 692150 w 756371"/>
              <a:gd name="connsiteY2" fmla="*/ 609600 h 1272117"/>
              <a:gd name="connsiteX3" fmla="*/ 226484 w 756371"/>
              <a:gd name="connsiteY3" fmla="*/ 448733 h 1272117"/>
              <a:gd name="connsiteX4" fmla="*/ 0 w 756371"/>
              <a:gd name="connsiteY4" fmla="*/ 0 h 1272117"/>
              <a:gd name="connsiteX0" fmla="*/ 582083 w 747671"/>
              <a:gd name="connsiteY0" fmla="*/ 1272117 h 1272117"/>
              <a:gd name="connsiteX1" fmla="*/ 740833 w 747671"/>
              <a:gd name="connsiteY1" fmla="*/ 783167 h 1272117"/>
              <a:gd name="connsiteX2" fmla="*/ 692150 w 747671"/>
              <a:gd name="connsiteY2" fmla="*/ 609600 h 1272117"/>
              <a:gd name="connsiteX3" fmla="*/ 226484 w 747671"/>
              <a:gd name="connsiteY3" fmla="*/ 448733 h 1272117"/>
              <a:gd name="connsiteX4" fmla="*/ 0 w 747671"/>
              <a:gd name="connsiteY4" fmla="*/ 0 h 1272117"/>
              <a:gd name="connsiteX0" fmla="*/ 582083 w 751177"/>
              <a:gd name="connsiteY0" fmla="*/ 1272117 h 1272117"/>
              <a:gd name="connsiteX1" fmla="*/ 740833 w 751177"/>
              <a:gd name="connsiteY1" fmla="*/ 783167 h 1272117"/>
              <a:gd name="connsiteX2" fmla="*/ 226484 w 751177"/>
              <a:gd name="connsiteY2" fmla="*/ 448733 h 1272117"/>
              <a:gd name="connsiteX3" fmla="*/ 0 w 751177"/>
              <a:gd name="connsiteY3" fmla="*/ 0 h 1272117"/>
              <a:gd name="connsiteX0" fmla="*/ 582083 w 763021"/>
              <a:gd name="connsiteY0" fmla="*/ 1272117 h 1272117"/>
              <a:gd name="connsiteX1" fmla="*/ 740833 w 763021"/>
              <a:gd name="connsiteY1" fmla="*/ 783167 h 1272117"/>
              <a:gd name="connsiteX2" fmla="*/ 0 w 763021"/>
              <a:gd name="connsiteY2" fmla="*/ 0 h 1272117"/>
              <a:gd name="connsiteX0" fmla="*/ 582083 w 740859"/>
              <a:gd name="connsiteY0" fmla="*/ 1272117 h 1272117"/>
              <a:gd name="connsiteX1" fmla="*/ 740833 w 740859"/>
              <a:gd name="connsiteY1" fmla="*/ 783167 h 1272117"/>
              <a:gd name="connsiteX2" fmla="*/ 0 w 740859"/>
              <a:gd name="connsiteY2" fmla="*/ 0 h 1272117"/>
              <a:gd name="connsiteX0" fmla="*/ 582083 w 740855"/>
              <a:gd name="connsiteY0" fmla="*/ 1272117 h 1272117"/>
              <a:gd name="connsiteX1" fmla="*/ 740833 w 740855"/>
              <a:gd name="connsiteY1" fmla="*/ 783167 h 1272117"/>
              <a:gd name="connsiteX2" fmla="*/ 0 w 740855"/>
              <a:gd name="connsiteY2" fmla="*/ 0 h 1272117"/>
              <a:gd name="connsiteX0" fmla="*/ 582083 w 740855"/>
              <a:gd name="connsiteY0" fmla="*/ 1272117 h 1272117"/>
              <a:gd name="connsiteX1" fmla="*/ 740833 w 740855"/>
              <a:gd name="connsiteY1" fmla="*/ 783167 h 1272117"/>
              <a:gd name="connsiteX2" fmla="*/ 0 w 740855"/>
              <a:gd name="connsiteY2" fmla="*/ 0 h 1272117"/>
              <a:gd name="connsiteX0" fmla="*/ 582083 w 582107"/>
              <a:gd name="connsiteY0" fmla="*/ 1272117 h 1272117"/>
              <a:gd name="connsiteX1" fmla="*/ 228599 w 582107"/>
              <a:gd name="connsiteY1" fmla="*/ 872067 h 1272117"/>
              <a:gd name="connsiteX2" fmla="*/ 0 w 582107"/>
              <a:gd name="connsiteY2" fmla="*/ 0 h 1272117"/>
              <a:gd name="connsiteX0" fmla="*/ 582083 w 582107"/>
              <a:gd name="connsiteY0" fmla="*/ 1272117 h 1272117"/>
              <a:gd name="connsiteX1" fmla="*/ 228599 w 582107"/>
              <a:gd name="connsiteY1" fmla="*/ 872067 h 1272117"/>
              <a:gd name="connsiteX2" fmla="*/ 230541 w 582107"/>
              <a:gd name="connsiteY2" fmla="*/ 876537 h 1272117"/>
              <a:gd name="connsiteX3" fmla="*/ 0 w 582107"/>
              <a:gd name="connsiteY3" fmla="*/ 0 h 1272117"/>
              <a:gd name="connsiteX0" fmla="*/ 582083 w 582112"/>
              <a:gd name="connsiteY0" fmla="*/ 1272117 h 1272117"/>
              <a:gd name="connsiteX1" fmla="*/ 228599 w 582112"/>
              <a:gd name="connsiteY1" fmla="*/ 872067 h 1272117"/>
              <a:gd name="connsiteX2" fmla="*/ 234774 w 582112"/>
              <a:gd name="connsiteY2" fmla="*/ 550571 h 1272117"/>
              <a:gd name="connsiteX3" fmla="*/ 0 w 582112"/>
              <a:gd name="connsiteY3" fmla="*/ 0 h 1272117"/>
              <a:gd name="connsiteX0" fmla="*/ 582083 w 582111"/>
              <a:gd name="connsiteY0" fmla="*/ 1272117 h 1272117"/>
              <a:gd name="connsiteX1" fmla="*/ 228599 w 582111"/>
              <a:gd name="connsiteY1" fmla="*/ 872067 h 1272117"/>
              <a:gd name="connsiteX2" fmla="*/ 289807 w 582111"/>
              <a:gd name="connsiteY2" fmla="*/ 520938 h 1272117"/>
              <a:gd name="connsiteX3" fmla="*/ 0 w 582111"/>
              <a:gd name="connsiteY3" fmla="*/ 0 h 1272117"/>
              <a:gd name="connsiteX0" fmla="*/ 582083 w 582111"/>
              <a:gd name="connsiteY0" fmla="*/ 1272117 h 1272117"/>
              <a:gd name="connsiteX1" fmla="*/ 228599 w 582111"/>
              <a:gd name="connsiteY1" fmla="*/ 872067 h 1272117"/>
              <a:gd name="connsiteX2" fmla="*/ 289807 w 582111"/>
              <a:gd name="connsiteY2" fmla="*/ 520938 h 1272117"/>
              <a:gd name="connsiteX3" fmla="*/ 0 w 582111"/>
              <a:gd name="connsiteY3" fmla="*/ 0 h 1272117"/>
              <a:gd name="connsiteX0" fmla="*/ 582083 w 582111"/>
              <a:gd name="connsiteY0" fmla="*/ 1272117 h 1272117"/>
              <a:gd name="connsiteX1" fmla="*/ 228599 w 582111"/>
              <a:gd name="connsiteY1" fmla="*/ 872067 h 1272117"/>
              <a:gd name="connsiteX2" fmla="*/ 289807 w 582111"/>
              <a:gd name="connsiteY2" fmla="*/ 520938 h 1272117"/>
              <a:gd name="connsiteX3" fmla="*/ 0 w 582111"/>
              <a:gd name="connsiteY3" fmla="*/ 0 h 1272117"/>
              <a:gd name="connsiteX0" fmla="*/ 582083 w 582108"/>
              <a:gd name="connsiteY0" fmla="*/ 1272117 h 1272117"/>
              <a:gd name="connsiteX1" fmla="*/ 190499 w 582108"/>
              <a:gd name="connsiteY1" fmla="*/ 884767 h 1272117"/>
              <a:gd name="connsiteX2" fmla="*/ 289807 w 582108"/>
              <a:gd name="connsiteY2" fmla="*/ 520938 h 1272117"/>
              <a:gd name="connsiteX3" fmla="*/ 0 w 582108"/>
              <a:gd name="connsiteY3" fmla="*/ 0 h 1272117"/>
              <a:gd name="connsiteX0" fmla="*/ 582083 w 582101"/>
              <a:gd name="connsiteY0" fmla="*/ 1272117 h 1272117"/>
              <a:gd name="connsiteX1" fmla="*/ 71966 w 582101"/>
              <a:gd name="connsiteY1" fmla="*/ 872067 h 1272117"/>
              <a:gd name="connsiteX2" fmla="*/ 289807 w 582101"/>
              <a:gd name="connsiteY2" fmla="*/ 520938 h 1272117"/>
              <a:gd name="connsiteX3" fmla="*/ 0 w 582101"/>
              <a:gd name="connsiteY3" fmla="*/ 0 h 1272117"/>
              <a:gd name="connsiteX0" fmla="*/ 582083 w 582103"/>
              <a:gd name="connsiteY0" fmla="*/ 1272117 h 1272117"/>
              <a:gd name="connsiteX1" fmla="*/ 71966 w 582103"/>
              <a:gd name="connsiteY1" fmla="*/ 872067 h 1272117"/>
              <a:gd name="connsiteX2" fmla="*/ 137407 w 582103"/>
              <a:gd name="connsiteY2" fmla="*/ 389704 h 1272117"/>
              <a:gd name="connsiteX3" fmla="*/ 0 w 582103"/>
              <a:gd name="connsiteY3" fmla="*/ 0 h 1272117"/>
              <a:gd name="connsiteX0" fmla="*/ 582083 w 582103"/>
              <a:gd name="connsiteY0" fmla="*/ 1272117 h 1272117"/>
              <a:gd name="connsiteX1" fmla="*/ 71966 w 582103"/>
              <a:gd name="connsiteY1" fmla="*/ 872067 h 1272117"/>
              <a:gd name="connsiteX2" fmla="*/ 137407 w 582103"/>
              <a:gd name="connsiteY2" fmla="*/ 389704 h 1272117"/>
              <a:gd name="connsiteX3" fmla="*/ 0 w 582103"/>
              <a:gd name="connsiteY3" fmla="*/ 0 h 1272117"/>
              <a:gd name="connsiteX0" fmla="*/ 582083 w 582103"/>
              <a:gd name="connsiteY0" fmla="*/ 1272117 h 1272117"/>
              <a:gd name="connsiteX1" fmla="*/ 71966 w 582103"/>
              <a:gd name="connsiteY1" fmla="*/ 872067 h 1272117"/>
              <a:gd name="connsiteX2" fmla="*/ 137407 w 582103"/>
              <a:gd name="connsiteY2" fmla="*/ 389704 h 1272117"/>
              <a:gd name="connsiteX3" fmla="*/ 0 w 582103"/>
              <a:gd name="connsiteY3" fmla="*/ 0 h 1272117"/>
              <a:gd name="connsiteX0" fmla="*/ 582083 w 582101"/>
              <a:gd name="connsiteY0" fmla="*/ 1272117 h 1272117"/>
              <a:gd name="connsiteX1" fmla="*/ 71966 w 582101"/>
              <a:gd name="connsiteY1" fmla="*/ 872067 h 1272117"/>
              <a:gd name="connsiteX2" fmla="*/ 137407 w 582101"/>
              <a:gd name="connsiteY2" fmla="*/ 389704 h 1272117"/>
              <a:gd name="connsiteX3" fmla="*/ 0 w 582101"/>
              <a:gd name="connsiteY3" fmla="*/ 0 h 1272117"/>
              <a:gd name="connsiteX0" fmla="*/ 582083 w 582102"/>
              <a:gd name="connsiteY0" fmla="*/ 1272117 h 1272117"/>
              <a:gd name="connsiteX1" fmla="*/ 71966 w 582102"/>
              <a:gd name="connsiteY1" fmla="*/ 872067 h 1272117"/>
              <a:gd name="connsiteX2" fmla="*/ 137407 w 582102"/>
              <a:gd name="connsiteY2" fmla="*/ 389704 h 1272117"/>
              <a:gd name="connsiteX3" fmla="*/ 0 w 582102"/>
              <a:gd name="connsiteY3" fmla="*/ 0 h 1272117"/>
              <a:gd name="connsiteX0" fmla="*/ 582083 w 582102"/>
              <a:gd name="connsiteY0" fmla="*/ 1272117 h 1272117"/>
              <a:gd name="connsiteX1" fmla="*/ 71966 w 582102"/>
              <a:gd name="connsiteY1" fmla="*/ 872067 h 1272117"/>
              <a:gd name="connsiteX2" fmla="*/ 137407 w 582102"/>
              <a:gd name="connsiteY2" fmla="*/ 389704 h 1272117"/>
              <a:gd name="connsiteX3" fmla="*/ 133686 w 582102"/>
              <a:gd name="connsiteY3" fmla="*/ 391563 h 1272117"/>
              <a:gd name="connsiteX4" fmla="*/ 0 w 582102"/>
              <a:gd name="connsiteY4" fmla="*/ 0 h 1272117"/>
              <a:gd name="connsiteX0" fmla="*/ 582083 w 582102"/>
              <a:gd name="connsiteY0" fmla="*/ 1272117 h 1272117"/>
              <a:gd name="connsiteX1" fmla="*/ 71966 w 582102"/>
              <a:gd name="connsiteY1" fmla="*/ 872067 h 1272117"/>
              <a:gd name="connsiteX2" fmla="*/ 137407 w 582102"/>
              <a:gd name="connsiteY2" fmla="*/ 389704 h 1272117"/>
              <a:gd name="connsiteX3" fmla="*/ 44786 w 582102"/>
              <a:gd name="connsiteY3" fmla="*/ 281496 h 1272117"/>
              <a:gd name="connsiteX4" fmla="*/ 0 w 582102"/>
              <a:gd name="connsiteY4" fmla="*/ 0 h 1272117"/>
              <a:gd name="connsiteX0" fmla="*/ 582083 w 582102"/>
              <a:gd name="connsiteY0" fmla="*/ 1272117 h 1272117"/>
              <a:gd name="connsiteX1" fmla="*/ 71966 w 582102"/>
              <a:gd name="connsiteY1" fmla="*/ 872067 h 1272117"/>
              <a:gd name="connsiteX2" fmla="*/ 209374 w 582102"/>
              <a:gd name="connsiteY2" fmla="*/ 525171 h 1272117"/>
              <a:gd name="connsiteX3" fmla="*/ 44786 w 582102"/>
              <a:gd name="connsiteY3" fmla="*/ 281496 h 1272117"/>
              <a:gd name="connsiteX4" fmla="*/ 0 w 582102"/>
              <a:gd name="connsiteY4" fmla="*/ 0 h 1272117"/>
              <a:gd name="connsiteX0" fmla="*/ 582083 w 582113"/>
              <a:gd name="connsiteY0" fmla="*/ 1272117 h 1272117"/>
              <a:gd name="connsiteX1" fmla="*/ 237066 w 582113"/>
              <a:gd name="connsiteY1" fmla="*/ 952501 h 1272117"/>
              <a:gd name="connsiteX2" fmla="*/ 209374 w 582113"/>
              <a:gd name="connsiteY2" fmla="*/ 525171 h 1272117"/>
              <a:gd name="connsiteX3" fmla="*/ 44786 w 582113"/>
              <a:gd name="connsiteY3" fmla="*/ 281496 h 1272117"/>
              <a:gd name="connsiteX4" fmla="*/ 0 w 582113"/>
              <a:gd name="connsiteY4" fmla="*/ 0 h 1272117"/>
              <a:gd name="connsiteX0" fmla="*/ 582083 w 582109"/>
              <a:gd name="connsiteY0" fmla="*/ 1272117 h 1272117"/>
              <a:gd name="connsiteX1" fmla="*/ 190499 w 582109"/>
              <a:gd name="connsiteY1" fmla="*/ 960967 h 1272117"/>
              <a:gd name="connsiteX2" fmla="*/ 209374 w 582109"/>
              <a:gd name="connsiteY2" fmla="*/ 525171 h 1272117"/>
              <a:gd name="connsiteX3" fmla="*/ 44786 w 582109"/>
              <a:gd name="connsiteY3" fmla="*/ 281496 h 1272117"/>
              <a:gd name="connsiteX4" fmla="*/ 0 w 582109"/>
              <a:gd name="connsiteY4" fmla="*/ 0 h 1272117"/>
              <a:gd name="connsiteX0" fmla="*/ 582083 w 582108"/>
              <a:gd name="connsiteY0" fmla="*/ 1272117 h 1272117"/>
              <a:gd name="connsiteX1" fmla="*/ 190499 w 582108"/>
              <a:gd name="connsiteY1" fmla="*/ 960967 h 1272117"/>
              <a:gd name="connsiteX2" fmla="*/ 264407 w 582108"/>
              <a:gd name="connsiteY2" fmla="*/ 487071 h 1272117"/>
              <a:gd name="connsiteX3" fmla="*/ 44786 w 582108"/>
              <a:gd name="connsiteY3" fmla="*/ 281496 h 1272117"/>
              <a:gd name="connsiteX4" fmla="*/ 0 w 582108"/>
              <a:gd name="connsiteY4" fmla="*/ 0 h 1272117"/>
              <a:gd name="connsiteX0" fmla="*/ 582083 w 582108"/>
              <a:gd name="connsiteY0" fmla="*/ 1272117 h 1272117"/>
              <a:gd name="connsiteX1" fmla="*/ 190499 w 582108"/>
              <a:gd name="connsiteY1" fmla="*/ 960967 h 1272117"/>
              <a:gd name="connsiteX2" fmla="*/ 264407 w 582108"/>
              <a:gd name="connsiteY2" fmla="*/ 487071 h 1272117"/>
              <a:gd name="connsiteX3" fmla="*/ 32086 w 582108"/>
              <a:gd name="connsiteY3" fmla="*/ 383096 h 1272117"/>
              <a:gd name="connsiteX4" fmla="*/ 0 w 582108"/>
              <a:gd name="connsiteY4" fmla="*/ 0 h 1272117"/>
              <a:gd name="connsiteX0" fmla="*/ 582083 w 582108"/>
              <a:gd name="connsiteY0" fmla="*/ 1272117 h 1272117"/>
              <a:gd name="connsiteX1" fmla="*/ 190499 w 582108"/>
              <a:gd name="connsiteY1" fmla="*/ 960967 h 1272117"/>
              <a:gd name="connsiteX2" fmla="*/ 264407 w 582108"/>
              <a:gd name="connsiteY2" fmla="*/ 487071 h 1272117"/>
              <a:gd name="connsiteX3" fmla="*/ 32086 w 582108"/>
              <a:gd name="connsiteY3" fmla="*/ 383096 h 1272117"/>
              <a:gd name="connsiteX4" fmla="*/ 0 w 582108"/>
              <a:gd name="connsiteY4" fmla="*/ 0 h 1272117"/>
              <a:gd name="connsiteX0" fmla="*/ 582083 w 582108"/>
              <a:gd name="connsiteY0" fmla="*/ 1272117 h 1272117"/>
              <a:gd name="connsiteX1" fmla="*/ 190499 w 582108"/>
              <a:gd name="connsiteY1" fmla="*/ 960967 h 1272117"/>
              <a:gd name="connsiteX2" fmla="*/ 264407 w 582108"/>
              <a:gd name="connsiteY2" fmla="*/ 487071 h 1272117"/>
              <a:gd name="connsiteX3" fmla="*/ 32086 w 582108"/>
              <a:gd name="connsiteY3" fmla="*/ 383096 h 1272117"/>
              <a:gd name="connsiteX4" fmla="*/ 0 w 582108"/>
              <a:gd name="connsiteY4" fmla="*/ 0 h 1272117"/>
              <a:gd name="connsiteX0" fmla="*/ 582083 w 582108"/>
              <a:gd name="connsiteY0" fmla="*/ 1272117 h 1272117"/>
              <a:gd name="connsiteX1" fmla="*/ 190499 w 582108"/>
              <a:gd name="connsiteY1" fmla="*/ 960967 h 1272117"/>
              <a:gd name="connsiteX2" fmla="*/ 264407 w 582108"/>
              <a:gd name="connsiteY2" fmla="*/ 487071 h 1272117"/>
              <a:gd name="connsiteX3" fmla="*/ 32086 w 582108"/>
              <a:gd name="connsiteY3" fmla="*/ 383096 h 1272117"/>
              <a:gd name="connsiteX4" fmla="*/ 0 w 582108"/>
              <a:gd name="connsiteY4" fmla="*/ 0 h 1272117"/>
              <a:gd name="connsiteX0" fmla="*/ 582083 w 582108"/>
              <a:gd name="connsiteY0" fmla="*/ 1272117 h 1272117"/>
              <a:gd name="connsiteX1" fmla="*/ 190499 w 582108"/>
              <a:gd name="connsiteY1" fmla="*/ 960967 h 1272117"/>
              <a:gd name="connsiteX2" fmla="*/ 268640 w 582108"/>
              <a:gd name="connsiteY2" fmla="*/ 609837 h 1272117"/>
              <a:gd name="connsiteX3" fmla="*/ 32086 w 582108"/>
              <a:gd name="connsiteY3" fmla="*/ 383096 h 1272117"/>
              <a:gd name="connsiteX4" fmla="*/ 0 w 582108"/>
              <a:gd name="connsiteY4" fmla="*/ 0 h 1272117"/>
              <a:gd name="connsiteX0" fmla="*/ 582083 w 582108"/>
              <a:gd name="connsiteY0" fmla="*/ 1272117 h 1272117"/>
              <a:gd name="connsiteX1" fmla="*/ 190499 w 582108"/>
              <a:gd name="connsiteY1" fmla="*/ 960967 h 1272117"/>
              <a:gd name="connsiteX2" fmla="*/ 268640 w 582108"/>
              <a:gd name="connsiteY2" fmla="*/ 609837 h 1272117"/>
              <a:gd name="connsiteX3" fmla="*/ 32086 w 582108"/>
              <a:gd name="connsiteY3" fmla="*/ 383096 h 1272117"/>
              <a:gd name="connsiteX4" fmla="*/ 0 w 582108"/>
              <a:gd name="connsiteY4" fmla="*/ 0 h 1272117"/>
              <a:gd name="connsiteX0" fmla="*/ 582083 w 582108"/>
              <a:gd name="connsiteY0" fmla="*/ 1272117 h 1272117"/>
              <a:gd name="connsiteX1" fmla="*/ 190499 w 582108"/>
              <a:gd name="connsiteY1" fmla="*/ 960967 h 1272117"/>
              <a:gd name="connsiteX2" fmla="*/ 268640 w 582108"/>
              <a:gd name="connsiteY2" fmla="*/ 609837 h 1272117"/>
              <a:gd name="connsiteX3" fmla="*/ 32086 w 582108"/>
              <a:gd name="connsiteY3" fmla="*/ 383096 h 1272117"/>
              <a:gd name="connsiteX4" fmla="*/ 0 w 582108"/>
              <a:gd name="connsiteY4" fmla="*/ 0 h 1272117"/>
              <a:gd name="connsiteX0" fmla="*/ 582083 w 582109"/>
              <a:gd name="connsiteY0" fmla="*/ 1272117 h 1272117"/>
              <a:gd name="connsiteX1" fmla="*/ 190499 w 582109"/>
              <a:gd name="connsiteY1" fmla="*/ 960967 h 1272117"/>
              <a:gd name="connsiteX2" fmla="*/ 268640 w 582109"/>
              <a:gd name="connsiteY2" fmla="*/ 609837 h 1272117"/>
              <a:gd name="connsiteX3" fmla="*/ 32086 w 582109"/>
              <a:gd name="connsiteY3" fmla="*/ 383096 h 1272117"/>
              <a:gd name="connsiteX4" fmla="*/ 0 w 582109"/>
              <a:gd name="connsiteY4" fmla="*/ 0 h 1272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2109" h="1272117">
                <a:moveTo>
                  <a:pt x="582083" y="1272117"/>
                </a:moveTo>
                <a:cubicBezTo>
                  <a:pt x="585522" y="975519"/>
                  <a:pt x="251206" y="1160247"/>
                  <a:pt x="190499" y="960967"/>
                </a:cubicBezTo>
                <a:cubicBezTo>
                  <a:pt x="129792" y="761687"/>
                  <a:pt x="262587" y="757654"/>
                  <a:pt x="268640" y="609837"/>
                </a:cubicBezTo>
                <a:cubicBezTo>
                  <a:pt x="236594" y="432386"/>
                  <a:pt x="80387" y="528480"/>
                  <a:pt x="32086" y="383096"/>
                </a:cubicBezTo>
                <a:cubicBezTo>
                  <a:pt x="17652" y="267345"/>
                  <a:pt x="187381" y="238827"/>
                  <a:pt x="0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3" name="根轨迹3-1">
            <a:extLst>
              <a:ext uri="{FF2B5EF4-FFF2-40B4-BE49-F238E27FC236}">
                <a16:creationId xmlns:a16="http://schemas.microsoft.com/office/drawing/2014/main" id="{ADA3B2E8-44E9-5EA7-E26F-F77D4A657331}"/>
              </a:ext>
            </a:extLst>
          </p:cNvPr>
          <p:cNvSpPr/>
          <p:nvPr/>
        </p:nvSpPr>
        <p:spPr>
          <a:xfrm>
            <a:off x="2457114" y="3964537"/>
            <a:ext cx="582109" cy="1272117"/>
          </a:xfrm>
          <a:custGeom>
            <a:avLst/>
            <a:gdLst>
              <a:gd name="connsiteX0" fmla="*/ 596243 w 747942"/>
              <a:gd name="connsiteY0" fmla="*/ 1238250 h 1238250"/>
              <a:gd name="connsiteX1" fmla="*/ 608943 w 747942"/>
              <a:gd name="connsiteY1" fmla="*/ 1016000 h 1238250"/>
              <a:gd name="connsiteX2" fmla="*/ 704193 w 747942"/>
              <a:gd name="connsiteY2" fmla="*/ 876300 h 1238250"/>
              <a:gd name="connsiteX3" fmla="*/ 697843 w 747942"/>
              <a:gd name="connsiteY3" fmla="*/ 609600 h 1238250"/>
              <a:gd name="connsiteX4" fmla="*/ 100943 w 747942"/>
              <a:gd name="connsiteY4" fmla="*/ 368300 h 1238250"/>
              <a:gd name="connsiteX5" fmla="*/ 5693 w 747942"/>
              <a:gd name="connsiteY5" fmla="*/ 0 h 1238250"/>
              <a:gd name="connsiteX0" fmla="*/ 587776 w 747942"/>
              <a:gd name="connsiteY0" fmla="*/ 1272117 h 1272117"/>
              <a:gd name="connsiteX1" fmla="*/ 608943 w 747942"/>
              <a:gd name="connsiteY1" fmla="*/ 1016000 h 1272117"/>
              <a:gd name="connsiteX2" fmla="*/ 704193 w 747942"/>
              <a:gd name="connsiteY2" fmla="*/ 876300 h 1272117"/>
              <a:gd name="connsiteX3" fmla="*/ 697843 w 747942"/>
              <a:gd name="connsiteY3" fmla="*/ 609600 h 1272117"/>
              <a:gd name="connsiteX4" fmla="*/ 100943 w 747942"/>
              <a:gd name="connsiteY4" fmla="*/ 368300 h 1272117"/>
              <a:gd name="connsiteX5" fmla="*/ 5693 w 747942"/>
              <a:gd name="connsiteY5" fmla="*/ 0 h 1272117"/>
              <a:gd name="connsiteX0" fmla="*/ 587776 w 747942"/>
              <a:gd name="connsiteY0" fmla="*/ 1272117 h 1272117"/>
              <a:gd name="connsiteX1" fmla="*/ 608943 w 747942"/>
              <a:gd name="connsiteY1" fmla="*/ 1016000 h 1272117"/>
              <a:gd name="connsiteX2" fmla="*/ 704193 w 747942"/>
              <a:gd name="connsiteY2" fmla="*/ 876300 h 1272117"/>
              <a:gd name="connsiteX3" fmla="*/ 697843 w 747942"/>
              <a:gd name="connsiteY3" fmla="*/ 609600 h 1272117"/>
              <a:gd name="connsiteX4" fmla="*/ 100943 w 747942"/>
              <a:gd name="connsiteY4" fmla="*/ 368300 h 1272117"/>
              <a:gd name="connsiteX5" fmla="*/ 5693 w 747942"/>
              <a:gd name="connsiteY5" fmla="*/ 0 h 1272117"/>
              <a:gd name="connsiteX0" fmla="*/ 582083 w 742249"/>
              <a:gd name="connsiteY0" fmla="*/ 1272117 h 1272117"/>
              <a:gd name="connsiteX1" fmla="*/ 603250 w 742249"/>
              <a:gd name="connsiteY1" fmla="*/ 1016000 h 1272117"/>
              <a:gd name="connsiteX2" fmla="*/ 698500 w 742249"/>
              <a:gd name="connsiteY2" fmla="*/ 876300 h 1272117"/>
              <a:gd name="connsiteX3" fmla="*/ 692150 w 742249"/>
              <a:gd name="connsiteY3" fmla="*/ 609600 h 1272117"/>
              <a:gd name="connsiteX4" fmla="*/ 95250 w 742249"/>
              <a:gd name="connsiteY4" fmla="*/ 368300 h 1272117"/>
              <a:gd name="connsiteX5" fmla="*/ 0 w 742249"/>
              <a:gd name="connsiteY5" fmla="*/ 0 h 1272117"/>
              <a:gd name="connsiteX0" fmla="*/ 582083 w 732668"/>
              <a:gd name="connsiteY0" fmla="*/ 1272117 h 1272117"/>
              <a:gd name="connsiteX1" fmla="*/ 603250 w 732668"/>
              <a:gd name="connsiteY1" fmla="*/ 1016000 h 1272117"/>
              <a:gd name="connsiteX2" fmla="*/ 698500 w 732668"/>
              <a:gd name="connsiteY2" fmla="*/ 876300 h 1272117"/>
              <a:gd name="connsiteX3" fmla="*/ 692150 w 732668"/>
              <a:gd name="connsiteY3" fmla="*/ 609600 h 1272117"/>
              <a:gd name="connsiteX4" fmla="*/ 226484 w 732668"/>
              <a:gd name="connsiteY4" fmla="*/ 448733 h 1272117"/>
              <a:gd name="connsiteX5" fmla="*/ 0 w 732668"/>
              <a:gd name="connsiteY5" fmla="*/ 0 h 1272117"/>
              <a:gd name="connsiteX0" fmla="*/ 582083 w 732668"/>
              <a:gd name="connsiteY0" fmla="*/ 1272117 h 1272117"/>
              <a:gd name="connsiteX1" fmla="*/ 603250 w 732668"/>
              <a:gd name="connsiteY1" fmla="*/ 1016000 h 1272117"/>
              <a:gd name="connsiteX2" fmla="*/ 698500 w 732668"/>
              <a:gd name="connsiteY2" fmla="*/ 876300 h 1272117"/>
              <a:gd name="connsiteX3" fmla="*/ 692150 w 732668"/>
              <a:gd name="connsiteY3" fmla="*/ 609600 h 1272117"/>
              <a:gd name="connsiteX4" fmla="*/ 226484 w 732668"/>
              <a:gd name="connsiteY4" fmla="*/ 448733 h 1272117"/>
              <a:gd name="connsiteX5" fmla="*/ 0 w 732668"/>
              <a:gd name="connsiteY5" fmla="*/ 0 h 1272117"/>
              <a:gd name="connsiteX0" fmla="*/ 582083 w 732668"/>
              <a:gd name="connsiteY0" fmla="*/ 1272117 h 1272117"/>
              <a:gd name="connsiteX1" fmla="*/ 603250 w 732668"/>
              <a:gd name="connsiteY1" fmla="*/ 1016000 h 1272117"/>
              <a:gd name="connsiteX2" fmla="*/ 698500 w 732668"/>
              <a:gd name="connsiteY2" fmla="*/ 876300 h 1272117"/>
              <a:gd name="connsiteX3" fmla="*/ 692150 w 732668"/>
              <a:gd name="connsiteY3" fmla="*/ 609600 h 1272117"/>
              <a:gd name="connsiteX4" fmla="*/ 226484 w 732668"/>
              <a:gd name="connsiteY4" fmla="*/ 448733 h 1272117"/>
              <a:gd name="connsiteX5" fmla="*/ 0 w 732668"/>
              <a:gd name="connsiteY5" fmla="*/ 0 h 1272117"/>
              <a:gd name="connsiteX0" fmla="*/ 582083 w 754884"/>
              <a:gd name="connsiteY0" fmla="*/ 1272117 h 1272117"/>
              <a:gd name="connsiteX1" fmla="*/ 603250 w 754884"/>
              <a:gd name="connsiteY1" fmla="*/ 1016000 h 1272117"/>
              <a:gd name="connsiteX2" fmla="*/ 740833 w 754884"/>
              <a:gd name="connsiteY2" fmla="*/ 783167 h 1272117"/>
              <a:gd name="connsiteX3" fmla="*/ 692150 w 754884"/>
              <a:gd name="connsiteY3" fmla="*/ 609600 h 1272117"/>
              <a:gd name="connsiteX4" fmla="*/ 226484 w 754884"/>
              <a:gd name="connsiteY4" fmla="*/ 448733 h 1272117"/>
              <a:gd name="connsiteX5" fmla="*/ 0 w 754884"/>
              <a:gd name="connsiteY5" fmla="*/ 0 h 1272117"/>
              <a:gd name="connsiteX0" fmla="*/ 582083 w 756371"/>
              <a:gd name="connsiteY0" fmla="*/ 1272117 h 1272117"/>
              <a:gd name="connsiteX1" fmla="*/ 740833 w 756371"/>
              <a:gd name="connsiteY1" fmla="*/ 783167 h 1272117"/>
              <a:gd name="connsiteX2" fmla="*/ 692150 w 756371"/>
              <a:gd name="connsiteY2" fmla="*/ 609600 h 1272117"/>
              <a:gd name="connsiteX3" fmla="*/ 226484 w 756371"/>
              <a:gd name="connsiteY3" fmla="*/ 448733 h 1272117"/>
              <a:gd name="connsiteX4" fmla="*/ 0 w 756371"/>
              <a:gd name="connsiteY4" fmla="*/ 0 h 1272117"/>
              <a:gd name="connsiteX0" fmla="*/ 582083 w 756371"/>
              <a:gd name="connsiteY0" fmla="*/ 1272117 h 1272117"/>
              <a:gd name="connsiteX1" fmla="*/ 740833 w 756371"/>
              <a:gd name="connsiteY1" fmla="*/ 783167 h 1272117"/>
              <a:gd name="connsiteX2" fmla="*/ 692150 w 756371"/>
              <a:gd name="connsiteY2" fmla="*/ 609600 h 1272117"/>
              <a:gd name="connsiteX3" fmla="*/ 226484 w 756371"/>
              <a:gd name="connsiteY3" fmla="*/ 448733 h 1272117"/>
              <a:gd name="connsiteX4" fmla="*/ 0 w 756371"/>
              <a:gd name="connsiteY4" fmla="*/ 0 h 1272117"/>
              <a:gd name="connsiteX0" fmla="*/ 582083 w 747671"/>
              <a:gd name="connsiteY0" fmla="*/ 1272117 h 1272117"/>
              <a:gd name="connsiteX1" fmla="*/ 740833 w 747671"/>
              <a:gd name="connsiteY1" fmla="*/ 783167 h 1272117"/>
              <a:gd name="connsiteX2" fmla="*/ 692150 w 747671"/>
              <a:gd name="connsiteY2" fmla="*/ 609600 h 1272117"/>
              <a:gd name="connsiteX3" fmla="*/ 226484 w 747671"/>
              <a:gd name="connsiteY3" fmla="*/ 448733 h 1272117"/>
              <a:gd name="connsiteX4" fmla="*/ 0 w 747671"/>
              <a:gd name="connsiteY4" fmla="*/ 0 h 1272117"/>
              <a:gd name="connsiteX0" fmla="*/ 582083 w 751177"/>
              <a:gd name="connsiteY0" fmla="*/ 1272117 h 1272117"/>
              <a:gd name="connsiteX1" fmla="*/ 740833 w 751177"/>
              <a:gd name="connsiteY1" fmla="*/ 783167 h 1272117"/>
              <a:gd name="connsiteX2" fmla="*/ 226484 w 751177"/>
              <a:gd name="connsiteY2" fmla="*/ 448733 h 1272117"/>
              <a:gd name="connsiteX3" fmla="*/ 0 w 751177"/>
              <a:gd name="connsiteY3" fmla="*/ 0 h 1272117"/>
              <a:gd name="connsiteX0" fmla="*/ 582083 w 763021"/>
              <a:gd name="connsiteY0" fmla="*/ 1272117 h 1272117"/>
              <a:gd name="connsiteX1" fmla="*/ 740833 w 763021"/>
              <a:gd name="connsiteY1" fmla="*/ 783167 h 1272117"/>
              <a:gd name="connsiteX2" fmla="*/ 0 w 763021"/>
              <a:gd name="connsiteY2" fmla="*/ 0 h 1272117"/>
              <a:gd name="connsiteX0" fmla="*/ 582083 w 740859"/>
              <a:gd name="connsiteY0" fmla="*/ 1272117 h 1272117"/>
              <a:gd name="connsiteX1" fmla="*/ 740833 w 740859"/>
              <a:gd name="connsiteY1" fmla="*/ 783167 h 1272117"/>
              <a:gd name="connsiteX2" fmla="*/ 0 w 740859"/>
              <a:gd name="connsiteY2" fmla="*/ 0 h 1272117"/>
              <a:gd name="connsiteX0" fmla="*/ 582083 w 740855"/>
              <a:gd name="connsiteY0" fmla="*/ 1272117 h 1272117"/>
              <a:gd name="connsiteX1" fmla="*/ 740833 w 740855"/>
              <a:gd name="connsiteY1" fmla="*/ 783167 h 1272117"/>
              <a:gd name="connsiteX2" fmla="*/ 0 w 740855"/>
              <a:gd name="connsiteY2" fmla="*/ 0 h 1272117"/>
              <a:gd name="connsiteX0" fmla="*/ 582083 w 740855"/>
              <a:gd name="connsiteY0" fmla="*/ 1272117 h 1272117"/>
              <a:gd name="connsiteX1" fmla="*/ 740833 w 740855"/>
              <a:gd name="connsiteY1" fmla="*/ 783167 h 1272117"/>
              <a:gd name="connsiteX2" fmla="*/ 0 w 740855"/>
              <a:gd name="connsiteY2" fmla="*/ 0 h 1272117"/>
              <a:gd name="connsiteX0" fmla="*/ 582083 w 582107"/>
              <a:gd name="connsiteY0" fmla="*/ 1272117 h 1272117"/>
              <a:gd name="connsiteX1" fmla="*/ 228599 w 582107"/>
              <a:gd name="connsiteY1" fmla="*/ 872067 h 1272117"/>
              <a:gd name="connsiteX2" fmla="*/ 0 w 582107"/>
              <a:gd name="connsiteY2" fmla="*/ 0 h 1272117"/>
              <a:gd name="connsiteX0" fmla="*/ 582083 w 582107"/>
              <a:gd name="connsiteY0" fmla="*/ 1272117 h 1272117"/>
              <a:gd name="connsiteX1" fmla="*/ 228599 w 582107"/>
              <a:gd name="connsiteY1" fmla="*/ 872067 h 1272117"/>
              <a:gd name="connsiteX2" fmla="*/ 230541 w 582107"/>
              <a:gd name="connsiteY2" fmla="*/ 876537 h 1272117"/>
              <a:gd name="connsiteX3" fmla="*/ 0 w 582107"/>
              <a:gd name="connsiteY3" fmla="*/ 0 h 1272117"/>
              <a:gd name="connsiteX0" fmla="*/ 582083 w 582112"/>
              <a:gd name="connsiteY0" fmla="*/ 1272117 h 1272117"/>
              <a:gd name="connsiteX1" fmla="*/ 228599 w 582112"/>
              <a:gd name="connsiteY1" fmla="*/ 872067 h 1272117"/>
              <a:gd name="connsiteX2" fmla="*/ 234774 w 582112"/>
              <a:gd name="connsiteY2" fmla="*/ 550571 h 1272117"/>
              <a:gd name="connsiteX3" fmla="*/ 0 w 582112"/>
              <a:gd name="connsiteY3" fmla="*/ 0 h 1272117"/>
              <a:gd name="connsiteX0" fmla="*/ 582083 w 582111"/>
              <a:gd name="connsiteY0" fmla="*/ 1272117 h 1272117"/>
              <a:gd name="connsiteX1" fmla="*/ 228599 w 582111"/>
              <a:gd name="connsiteY1" fmla="*/ 872067 h 1272117"/>
              <a:gd name="connsiteX2" fmla="*/ 289807 w 582111"/>
              <a:gd name="connsiteY2" fmla="*/ 520938 h 1272117"/>
              <a:gd name="connsiteX3" fmla="*/ 0 w 582111"/>
              <a:gd name="connsiteY3" fmla="*/ 0 h 1272117"/>
              <a:gd name="connsiteX0" fmla="*/ 582083 w 582111"/>
              <a:gd name="connsiteY0" fmla="*/ 1272117 h 1272117"/>
              <a:gd name="connsiteX1" fmla="*/ 228599 w 582111"/>
              <a:gd name="connsiteY1" fmla="*/ 872067 h 1272117"/>
              <a:gd name="connsiteX2" fmla="*/ 289807 w 582111"/>
              <a:gd name="connsiteY2" fmla="*/ 520938 h 1272117"/>
              <a:gd name="connsiteX3" fmla="*/ 0 w 582111"/>
              <a:gd name="connsiteY3" fmla="*/ 0 h 1272117"/>
              <a:gd name="connsiteX0" fmla="*/ 582083 w 582111"/>
              <a:gd name="connsiteY0" fmla="*/ 1272117 h 1272117"/>
              <a:gd name="connsiteX1" fmla="*/ 228599 w 582111"/>
              <a:gd name="connsiteY1" fmla="*/ 872067 h 1272117"/>
              <a:gd name="connsiteX2" fmla="*/ 289807 w 582111"/>
              <a:gd name="connsiteY2" fmla="*/ 520938 h 1272117"/>
              <a:gd name="connsiteX3" fmla="*/ 0 w 582111"/>
              <a:gd name="connsiteY3" fmla="*/ 0 h 1272117"/>
              <a:gd name="connsiteX0" fmla="*/ 582083 w 582108"/>
              <a:gd name="connsiteY0" fmla="*/ 1272117 h 1272117"/>
              <a:gd name="connsiteX1" fmla="*/ 190499 w 582108"/>
              <a:gd name="connsiteY1" fmla="*/ 884767 h 1272117"/>
              <a:gd name="connsiteX2" fmla="*/ 289807 w 582108"/>
              <a:gd name="connsiteY2" fmla="*/ 520938 h 1272117"/>
              <a:gd name="connsiteX3" fmla="*/ 0 w 582108"/>
              <a:gd name="connsiteY3" fmla="*/ 0 h 1272117"/>
              <a:gd name="connsiteX0" fmla="*/ 582083 w 582101"/>
              <a:gd name="connsiteY0" fmla="*/ 1272117 h 1272117"/>
              <a:gd name="connsiteX1" fmla="*/ 71966 w 582101"/>
              <a:gd name="connsiteY1" fmla="*/ 872067 h 1272117"/>
              <a:gd name="connsiteX2" fmla="*/ 289807 w 582101"/>
              <a:gd name="connsiteY2" fmla="*/ 520938 h 1272117"/>
              <a:gd name="connsiteX3" fmla="*/ 0 w 582101"/>
              <a:gd name="connsiteY3" fmla="*/ 0 h 1272117"/>
              <a:gd name="connsiteX0" fmla="*/ 582083 w 582103"/>
              <a:gd name="connsiteY0" fmla="*/ 1272117 h 1272117"/>
              <a:gd name="connsiteX1" fmla="*/ 71966 w 582103"/>
              <a:gd name="connsiteY1" fmla="*/ 872067 h 1272117"/>
              <a:gd name="connsiteX2" fmla="*/ 137407 w 582103"/>
              <a:gd name="connsiteY2" fmla="*/ 389704 h 1272117"/>
              <a:gd name="connsiteX3" fmla="*/ 0 w 582103"/>
              <a:gd name="connsiteY3" fmla="*/ 0 h 1272117"/>
              <a:gd name="connsiteX0" fmla="*/ 582083 w 582103"/>
              <a:gd name="connsiteY0" fmla="*/ 1272117 h 1272117"/>
              <a:gd name="connsiteX1" fmla="*/ 71966 w 582103"/>
              <a:gd name="connsiteY1" fmla="*/ 872067 h 1272117"/>
              <a:gd name="connsiteX2" fmla="*/ 137407 w 582103"/>
              <a:gd name="connsiteY2" fmla="*/ 389704 h 1272117"/>
              <a:gd name="connsiteX3" fmla="*/ 0 w 582103"/>
              <a:gd name="connsiteY3" fmla="*/ 0 h 1272117"/>
              <a:gd name="connsiteX0" fmla="*/ 582083 w 582103"/>
              <a:gd name="connsiteY0" fmla="*/ 1272117 h 1272117"/>
              <a:gd name="connsiteX1" fmla="*/ 71966 w 582103"/>
              <a:gd name="connsiteY1" fmla="*/ 872067 h 1272117"/>
              <a:gd name="connsiteX2" fmla="*/ 137407 w 582103"/>
              <a:gd name="connsiteY2" fmla="*/ 389704 h 1272117"/>
              <a:gd name="connsiteX3" fmla="*/ 0 w 582103"/>
              <a:gd name="connsiteY3" fmla="*/ 0 h 1272117"/>
              <a:gd name="connsiteX0" fmla="*/ 582083 w 582101"/>
              <a:gd name="connsiteY0" fmla="*/ 1272117 h 1272117"/>
              <a:gd name="connsiteX1" fmla="*/ 71966 w 582101"/>
              <a:gd name="connsiteY1" fmla="*/ 872067 h 1272117"/>
              <a:gd name="connsiteX2" fmla="*/ 137407 w 582101"/>
              <a:gd name="connsiteY2" fmla="*/ 389704 h 1272117"/>
              <a:gd name="connsiteX3" fmla="*/ 0 w 582101"/>
              <a:gd name="connsiteY3" fmla="*/ 0 h 1272117"/>
              <a:gd name="connsiteX0" fmla="*/ 582083 w 582102"/>
              <a:gd name="connsiteY0" fmla="*/ 1272117 h 1272117"/>
              <a:gd name="connsiteX1" fmla="*/ 71966 w 582102"/>
              <a:gd name="connsiteY1" fmla="*/ 872067 h 1272117"/>
              <a:gd name="connsiteX2" fmla="*/ 137407 w 582102"/>
              <a:gd name="connsiteY2" fmla="*/ 389704 h 1272117"/>
              <a:gd name="connsiteX3" fmla="*/ 0 w 582102"/>
              <a:gd name="connsiteY3" fmla="*/ 0 h 1272117"/>
              <a:gd name="connsiteX0" fmla="*/ 582083 w 582102"/>
              <a:gd name="connsiteY0" fmla="*/ 1272117 h 1272117"/>
              <a:gd name="connsiteX1" fmla="*/ 71966 w 582102"/>
              <a:gd name="connsiteY1" fmla="*/ 872067 h 1272117"/>
              <a:gd name="connsiteX2" fmla="*/ 137407 w 582102"/>
              <a:gd name="connsiteY2" fmla="*/ 389704 h 1272117"/>
              <a:gd name="connsiteX3" fmla="*/ 133686 w 582102"/>
              <a:gd name="connsiteY3" fmla="*/ 391563 h 1272117"/>
              <a:gd name="connsiteX4" fmla="*/ 0 w 582102"/>
              <a:gd name="connsiteY4" fmla="*/ 0 h 1272117"/>
              <a:gd name="connsiteX0" fmla="*/ 582083 w 582102"/>
              <a:gd name="connsiteY0" fmla="*/ 1272117 h 1272117"/>
              <a:gd name="connsiteX1" fmla="*/ 71966 w 582102"/>
              <a:gd name="connsiteY1" fmla="*/ 872067 h 1272117"/>
              <a:gd name="connsiteX2" fmla="*/ 137407 w 582102"/>
              <a:gd name="connsiteY2" fmla="*/ 389704 h 1272117"/>
              <a:gd name="connsiteX3" fmla="*/ 44786 w 582102"/>
              <a:gd name="connsiteY3" fmla="*/ 281496 h 1272117"/>
              <a:gd name="connsiteX4" fmla="*/ 0 w 582102"/>
              <a:gd name="connsiteY4" fmla="*/ 0 h 1272117"/>
              <a:gd name="connsiteX0" fmla="*/ 582083 w 582102"/>
              <a:gd name="connsiteY0" fmla="*/ 1272117 h 1272117"/>
              <a:gd name="connsiteX1" fmla="*/ 71966 w 582102"/>
              <a:gd name="connsiteY1" fmla="*/ 872067 h 1272117"/>
              <a:gd name="connsiteX2" fmla="*/ 209374 w 582102"/>
              <a:gd name="connsiteY2" fmla="*/ 525171 h 1272117"/>
              <a:gd name="connsiteX3" fmla="*/ 44786 w 582102"/>
              <a:gd name="connsiteY3" fmla="*/ 281496 h 1272117"/>
              <a:gd name="connsiteX4" fmla="*/ 0 w 582102"/>
              <a:gd name="connsiteY4" fmla="*/ 0 h 1272117"/>
              <a:gd name="connsiteX0" fmla="*/ 582083 w 582113"/>
              <a:gd name="connsiteY0" fmla="*/ 1272117 h 1272117"/>
              <a:gd name="connsiteX1" fmla="*/ 237066 w 582113"/>
              <a:gd name="connsiteY1" fmla="*/ 952501 h 1272117"/>
              <a:gd name="connsiteX2" fmla="*/ 209374 w 582113"/>
              <a:gd name="connsiteY2" fmla="*/ 525171 h 1272117"/>
              <a:gd name="connsiteX3" fmla="*/ 44786 w 582113"/>
              <a:gd name="connsiteY3" fmla="*/ 281496 h 1272117"/>
              <a:gd name="connsiteX4" fmla="*/ 0 w 582113"/>
              <a:gd name="connsiteY4" fmla="*/ 0 h 1272117"/>
              <a:gd name="connsiteX0" fmla="*/ 582083 w 582109"/>
              <a:gd name="connsiteY0" fmla="*/ 1272117 h 1272117"/>
              <a:gd name="connsiteX1" fmla="*/ 190499 w 582109"/>
              <a:gd name="connsiteY1" fmla="*/ 960967 h 1272117"/>
              <a:gd name="connsiteX2" fmla="*/ 209374 w 582109"/>
              <a:gd name="connsiteY2" fmla="*/ 525171 h 1272117"/>
              <a:gd name="connsiteX3" fmla="*/ 44786 w 582109"/>
              <a:gd name="connsiteY3" fmla="*/ 281496 h 1272117"/>
              <a:gd name="connsiteX4" fmla="*/ 0 w 582109"/>
              <a:gd name="connsiteY4" fmla="*/ 0 h 1272117"/>
              <a:gd name="connsiteX0" fmla="*/ 582083 w 582108"/>
              <a:gd name="connsiteY0" fmla="*/ 1272117 h 1272117"/>
              <a:gd name="connsiteX1" fmla="*/ 190499 w 582108"/>
              <a:gd name="connsiteY1" fmla="*/ 960967 h 1272117"/>
              <a:gd name="connsiteX2" fmla="*/ 264407 w 582108"/>
              <a:gd name="connsiteY2" fmla="*/ 487071 h 1272117"/>
              <a:gd name="connsiteX3" fmla="*/ 44786 w 582108"/>
              <a:gd name="connsiteY3" fmla="*/ 281496 h 1272117"/>
              <a:gd name="connsiteX4" fmla="*/ 0 w 582108"/>
              <a:gd name="connsiteY4" fmla="*/ 0 h 1272117"/>
              <a:gd name="connsiteX0" fmla="*/ 582083 w 582108"/>
              <a:gd name="connsiteY0" fmla="*/ 1272117 h 1272117"/>
              <a:gd name="connsiteX1" fmla="*/ 190499 w 582108"/>
              <a:gd name="connsiteY1" fmla="*/ 960967 h 1272117"/>
              <a:gd name="connsiteX2" fmla="*/ 264407 w 582108"/>
              <a:gd name="connsiteY2" fmla="*/ 487071 h 1272117"/>
              <a:gd name="connsiteX3" fmla="*/ 32086 w 582108"/>
              <a:gd name="connsiteY3" fmla="*/ 383096 h 1272117"/>
              <a:gd name="connsiteX4" fmla="*/ 0 w 582108"/>
              <a:gd name="connsiteY4" fmla="*/ 0 h 1272117"/>
              <a:gd name="connsiteX0" fmla="*/ 582083 w 582108"/>
              <a:gd name="connsiteY0" fmla="*/ 1272117 h 1272117"/>
              <a:gd name="connsiteX1" fmla="*/ 190499 w 582108"/>
              <a:gd name="connsiteY1" fmla="*/ 960967 h 1272117"/>
              <a:gd name="connsiteX2" fmla="*/ 264407 w 582108"/>
              <a:gd name="connsiteY2" fmla="*/ 487071 h 1272117"/>
              <a:gd name="connsiteX3" fmla="*/ 32086 w 582108"/>
              <a:gd name="connsiteY3" fmla="*/ 383096 h 1272117"/>
              <a:gd name="connsiteX4" fmla="*/ 0 w 582108"/>
              <a:gd name="connsiteY4" fmla="*/ 0 h 1272117"/>
              <a:gd name="connsiteX0" fmla="*/ 582083 w 582108"/>
              <a:gd name="connsiteY0" fmla="*/ 1272117 h 1272117"/>
              <a:gd name="connsiteX1" fmla="*/ 190499 w 582108"/>
              <a:gd name="connsiteY1" fmla="*/ 960967 h 1272117"/>
              <a:gd name="connsiteX2" fmla="*/ 264407 w 582108"/>
              <a:gd name="connsiteY2" fmla="*/ 487071 h 1272117"/>
              <a:gd name="connsiteX3" fmla="*/ 32086 w 582108"/>
              <a:gd name="connsiteY3" fmla="*/ 383096 h 1272117"/>
              <a:gd name="connsiteX4" fmla="*/ 0 w 582108"/>
              <a:gd name="connsiteY4" fmla="*/ 0 h 1272117"/>
              <a:gd name="connsiteX0" fmla="*/ 582083 w 582108"/>
              <a:gd name="connsiteY0" fmla="*/ 1272117 h 1272117"/>
              <a:gd name="connsiteX1" fmla="*/ 190499 w 582108"/>
              <a:gd name="connsiteY1" fmla="*/ 960967 h 1272117"/>
              <a:gd name="connsiteX2" fmla="*/ 264407 w 582108"/>
              <a:gd name="connsiteY2" fmla="*/ 487071 h 1272117"/>
              <a:gd name="connsiteX3" fmla="*/ 32086 w 582108"/>
              <a:gd name="connsiteY3" fmla="*/ 383096 h 1272117"/>
              <a:gd name="connsiteX4" fmla="*/ 0 w 582108"/>
              <a:gd name="connsiteY4" fmla="*/ 0 h 1272117"/>
              <a:gd name="connsiteX0" fmla="*/ 582083 w 582108"/>
              <a:gd name="connsiteY0" fmla="*/ 1272117 h 1272117"/>
              <a:gd name="connsiteX1" fmla="*/ 190499 w 582108"/>
              <a:gd name="connsiteY1" fmla="*/ 960967 h 1272117"/>
              <a:gd name="connsiteX2" fmla="*/ 268640 w 582108"/>
              <a:gd name="connsiteY2" fmla="*/ 609837 h 1272117"/>
              <a:gd name="connsiteX3" fmla="*/ 32086 w 582108"/>
              <a:gd name="connsiteY3" fmla="*/ 383096 h 1272117"/>
              <a:gd name="connsiteX4" fmla="*/ 0 w 582108"/>
              <a:gd name="connsiteY4" fmla="*/ 0 h 1272117"/>
              <a:gd name="connsiteX0" fmla="*/ 582083 w 582108"/>
              <a:gd name="connsiteY0" fmla="*/ 1272117 h 1272117"/>
              <a:gd name="connsiteX1" fmla="*/ 190499 w 582108"/>
              <a:gd name="connsiteY1" fmla="*/ 960967 h 1272117"/>
              <a:gd name="connsiteX2" fmla="*/ 268640 w 582108"/>
              <a:gd name="connsiteY2" fmla="*/ 609837 h 1272117"/>
              <a:gd name="connsiteX3" fmla="*/ 32086 w 582108"/>
              <a:gd name="connsiteY3" fmla="*/ 383096 h 1272117"/>
              <a:gd name="connsiteX4" fmla="*/ 0 w 582108"/>
              <a:gd name="connsiteY4" fmla="*/ 0 h 1272117"/>
              <a:gd name="connsiteX0" fmla="*/ 582083 w 582108"/>
              <a:gd name="connsiteY0" fmla="*/ 1272117 h 1272117"/>
              <a:gd name="connsiteX1" fmla="*/ 190499 w 582108"/>
              <a:gd name="connsiteY1" fmla="*/ 960967 h 1272117"/>
              <a:gd name="connsiteX2" fmla="*/ 268640 w 582108"/>
              <a:gd name="connsiteY2" fmla="*/ 609837 h 1272117"/>
              <a:gd name="connsiteX3" fmla="*/ 32086 w 582108"/>
              <a:gd name="connsiteY3" fmla="*/ 383096 h 1272117"/>
              <a:gd name="connsiteX4" fmla="*/ 0 w 582108"/>
              <a:gd name="connsiteY4" fmla="*/ 0 h 1272117"/>
              <a:gd name="connsiteX0" fmla="*/ 582083 w 582109"/>
              <a:gd name="connsiteY0" fmla="*/ 1272117 h 1272117"/>
              <a:gd name="connsiteX1" fmla="*/ 190499 w 582109"/>
              <a:gd name="connsiteY1" fmla="*/ 960967 h 1272117"/>
              <a:gd name="connsiteX2" fmla="*/ 268640 w 582109"/>
              <a:gd name="connsiteY2" fmla="*/ 609837 h 1272117"/>
              <a:gd name="connsiteX3" fmla="*/ 32086 w 582109"/>
              <a:gd name="connsiteY3" fmla="*/ 383096 h 1272117"/>
              <a:gd name="connsiteX4" fmla="*/ 0 w 582109"/>
              <a:gd name="connsiteY4" fmla="*/ 0 h 1272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2109" h="1272117">
                <a:moveTo>
                  <a:pt x="582083" y="1272117"/>
                </a:moveTo>
                <a:cubicBezTo>
                  <a:pt x="585522" y="975519"/>
                  <a:pt x="251206" y="1160247"/>
                  <a:pt x="190499" y="960967"/>
                </a:cubicBezTo>
                <a:cubicBezTo>
                  <a:pt x="129792" y="761687"/>
                  <a:pt x="262587" y="757654"/>
                  <a:pt x="268640" y="609837"/>
                </a:cubicBezTo>
                <a:cubicBezTo>
                  <a:pt x="236594" y="432386"/>
                  <a:pt x="80387" y="528480"/>
                  <a:pt x="32086" y="383096"/>
                </a:cubicBezTo>
                <a:cubicBezTo>
                  <a:pt x="17652" y="267345"/>
                  <a:pt x="187381" y="238827"/>
                  <a:pt x="0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72" name="根轨迹组合2">
            <a:extLst>
              <a:ext uri="{FF2B5EF4-FFF2-40B4-BE49-F238E27FC236}">
                <a16:creationId xmlns:a16="http://schemas.microsoft.com/office/drawing/2014/main" id="{C6CB98E8-CF63-1D8A-D459-59C7207F7735}"/>
              </a:ext>
            </a:extLst>
          </p:cNvPr>
          <p:cNvGrpSpPr/>
          <p:nvPr/>
        </p:nvGrpSpPr>
        <p:grpSpPr>
          <a:xfrm>
            <a:off x="4304428" y="764704"/>
            <a:ext cx="3240360" cy="2927141"/>
            <a:chOff x="766614" y="1052736"/>
            <a:chExt cx="3896536" cy="3519890"/>
          </a:xfrm>
        </p:grpSpPr>
        <p:grpSp>
          <p:nvGrpSpPr>
            <p:cNvPr id="75" name="坐标轴">
              <a:extLst>
                <a:ext uri="{FF2B5EF4-FFF2-40B4-BE49-F238E27FC236}">
                  <a16:creationId xmlns:a16="http://schemas.microsoft.com/office/drawing/2014/main" id="{E8CD0F1D-E94A-E28A-578E-FDA8053A41CB}"/>
                </a:ext>
              </a:extLst>
            </p:cNvPr>
            <p:cNvGrpSpPr/>
            <p:nvPr/>
          </p:nvGrpSpPr>
          <p:grpSpPr>
            <a:xfrm>
              <a:off x="766614" y="1052736"/>
              <a:ext cx="3896536" cy="3519890"/>
              <a:chOff x="7540495" y="2141358"/>
              <a:chExt cx="3896536" cy="351989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labelj">
                    <a:extLst>
                      <a:ext uri="{FF2B5EF4-FFF2-40B4-BE49-F238E27FC236}">
                        <a16:creationId xmlns:a16="http://schemas.microsoft.com/office/drawing/2014/main" id="{89E67FF5-015A-B6BE-FC55-60C64E7759CB}"/>
                      </a:ext>
                    </a:extLst>
                  </p:cNvPr>
                  <p:cNvSpPr txBox="1"/>
                  <p:nvPr/>
                </p:nvSpPr>
                <p:spPr>
                  <a:xfrm>
                    <a:off x="10784917" y="2141358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91" name="labelj">
                    <a:extLst>
                      <a:ext uri="{FF2B5EF4-FFF2-40B4-BE49-F238E27FC236}">
                        <a16:creationId xmlns:a16="http://schemas.microsoft.com/office/drawing/2014/main" id="{89E67FF5-015A-B6BE-FC55-60C64E7759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84917" y="2141358"/>
                    <a:ext cx="520701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4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label0">
                    <a:extLst>
                      <a:ext uri="{FF2B5EF4-FFF2-40B4-BE49-F238E27FC236}">
                        <a16:creationId xmlns:a16="http://schemas.microsoft.com/office/drawing/2014/main" id="{1B9453BB-D651-7515-F332-153ADE9BA766}"/>
                      </a:ext>
                    </a:extLst>
                  </p:cNvPr>
                  <p:cNvSpPr txBox="1"/>
                  <p:nvPr/>
                </p:nvSpPr>
                <p:spPr>
                  <a:xfrm>
                    <a:off x="10713513" y="4066837"/>
                    <a:ext cx="520701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92" name="label0">
                    <a:extLst>
                      <a:ext uri="{FF2B5EF4-FFF2-40B4-BE49-F238E27FC236}">
                        <a16:creationId xmlns:a16="http://schemas.microsoft.com/office/drawing/2014/main" id="{1B9453BB-D651-7515-F332-153ADE9BA7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13513" y="4066837"/>
                    <a:ext cx="520701" cy="524695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r="-2857" b="-1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93" name="虚轴">
                <a:extLst>
                  <a:ext uri="{FF2B5EF4-FFF2-40B4-BE49-F238E27FC236}">
                    <a16:creationId xmlns:a16="http://schemas.microsoft.com/office/drawing/2014/main" id="{5CFDCBA7-ECC3-6CE7-CAA5-865947018CAB}"/>
                  </a:ext>
                </a:extLst>
              </p:cNvPr>
              <p:cNvGrpSpPr/>
              <p:nvPr/>
            </p:nvGrpSpPr>
            <p:grpSpPr>
              <a:xfrm>
                <a:off x="10775257" y="2565248"/>
                <a:ext cx="661774" cy="3096000"/>
                <a:chOff x="10775257" y="2565248"/>
                <a:chExt cx="661774" cy="30960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4" name="ylabel1">
                      <a:extLst>
                        <a:ext uri="{FF2B5EF4-FFF2-40B4-BE49-F238E27FC236}">
                          <a16:creationId xmlns:a16="http://schemas.microsoft.com/office/drawing/2014/main" id="{83533DEE-2189-207B-0255-F9A92A0B31E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950535" y="3273609"/>
                      <a:ext cx="322182" cy="5246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104" name="ylabel1">
                      <a:extLst>
                        <a:ext uri="{FF2B5EF4-FFF2-40B4-BE49-F238E27FC236}">
                          <a16:creationId xmlns:a16="http://schemas.microsoft.com/office/drawing/2014/main" id="{83533DEE-2189-207B-0255-F9A92A0B31E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50535" y="3273609"/>
                      <a:ext cx="322182" cy="524695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 l="-13636" r="-50000" b="-1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5" name="ylabel2">
                      <a:extLst>
                        <a:ext uri="{FF2B5EF4-FFF2-40B4-BE49-F238E27FC236}">
                          <a16:creationId xmlns:a16="http://schemas.microsoft.com/office/drawing/2014/main" id="{12F7D6F4-97FB-40B6-F2D2-436B731776B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955845" y="2625537"/>
                      <a:ext cx="322182" cy="5246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105" name="ylabel2">
                      <a:extLst>
                        <a:ext uri="{FF2B5EF4-FFF2-40B4-BE49-F238E27FC236}">
                          <a16:creationId xmlns:a16="http://schemas.microsoft.com/office/drawing/2014/main" id="{12F7D6F4-97FB-40B6-F2D2-436B731776B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55845" y="2625537"/>
                      <a:ext cx="322182" cy="524695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9091" r="-54545" b="-13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6" name="ylabel-2">
                      <a:extLst>
                        <a:ext uri="{FF2B5EF4-FFF2-40B4-BE49-F238E27FC236}">
                          <a16:creationId xmlns:a16="http://schemas.microsoft.com/office/drawing/2014/main" id="{863A00AA-7130-4F41-AEAE-C2ED04AC6F0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916330" y="5094448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106" name="ylabel-2">
                      <a:extLst>
                        <a:ext uri="{FF2B5EF4-FFF2-40B4-BE49-F238E27FC236}">
                          <a16:creationId xmlns:a16="http://schemas.microsoft.com/office/drawing/2014/main" id="{863A00AA-7130-4F41-AEAE-C2ED04AC6F0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16330" y="5094448"/>
                      <a:ext cx="520701" cy="523220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r="-54286" b="-1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7" name="ylabel-1">
                      <a:extLst>
                        <a:ext uri="{FF2B5EF4-FFF2-40B4-BE49-F238E27FC236}">
                          <a16:creationId xmlns:a16="http://schemas.microsoft.com/office/drawing/2014/main" id="{8A89783D-A182-488D-E111-F1D57DD506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916330" y="4518384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107" name="ylabel-1">
                      <a:extLst>
                        <a:ext uri="{FF2B5EF4-FFF2-40B4-BE49-F238E27FC236}">
                          <a16:creationId xmlns:a16="http://schemas.microsoft.com/office/drawing/2014/main" id="{8A89783D-A182-488D-E111-F1D57DD506D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16330" y="4518384"/>
                      <a:ext cx="520701" cy="523220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 r="-54286" b="-1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08" name="ytick1">
                  <a:extLst>
                    <a:ext uri="{FF2B5EF4-FFF2-40B4-BE49-F238E27FC236}">
                      <a16:creationId xmlns:a16="http://schemas.microsoft.com/office/drawing/2014/main" id="{5D7CD289-35BB-20A9-99C0-52F0E55C06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779449" y="3535219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ytick-1">
                  <a:extLst>
                    <a:ext uri="{FF2B5EF4-FFF2-40B4-BE49-F238E27FC236}">
                      <a16:creationId xmlns:a16="http://schemas.microsoft.com/office/drawing/2014/main" id="{767C8CF0-C745-1BD2-4AE4-14B463D2C4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779449" y="4784273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ytick-2">
                  <a:extLst>
                    <a:ext uri="{FF2B5EF4-FFF2-40B4-BE49-F238E27FC236}">
                      <a16:creationId xmlns:a16="http://schemas.microsoft.com/office/drawing/2014/main" id="{AD45F8B9-DBA8-0A83-40C4-D9347EE64F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779449" y="5369337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ytick2">
                  <a:extLst>
                    <a:ext uri="{FF2B5EF4-FFF2-40B4-BE49-F238E27FC236}">
                      <a16:creationId xmlns:a16="http://schemas.microsoft.com/office/drawing/2014/main" id="{EC3E274C-E7F0-CDEC-7946-C8522C01B8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779449" y="2880951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y轴">
                  <a:extLst>
                    <a:ext uri="{FF2B5EF4-FFF2-40B4-BE49-F238E27FC236}">
                      <a16:creationId xmlns:a16="http://schemas.microsoft.com/office/drawing/2014/main" id="{48B47C6E-3AB9-811F-1E53-490B281EFD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775257" y="2565248"/>
                  <a:ext cx="0" cy="309600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4" name="实轴">
                <a:extLst>
                  <a:ext uri="{FF2B5EF4-FFF2-40B4-BE49-F238E27FC236}">
                    <a16:creationId xmlns:a16="http://schemas.microsoft.com/office/drawing/2014/main" id="{B99F5926-FEC4-61C0-C114-0C1384F3D705}"/>
                  </a:ext>
                </a:extLst>
              </p:cNvPr>
              <p:cNvGrpSpPr/>
              <p:nvPr/>
            </p:nvGrpSpPr>
            <p:grpSpPr>
              <a:xfrm>
                <a:off x="7540495" y="4005604"/>
                <a:ext cx="3693719" cy="694724"/>
                <a:chOff x="7540495" y="4005604"/>
                <a:chExt cx="3693719" cy="69472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5" name="xlabel-4">
                      <a:extLst>
                        <a:ext uri="{FF2B5EF4-FFF2-40B4-BE49-F238E27FC236}">
                          <a16:creationId xmlns:a16="http://schemas.microsoft.com/office/drawing/2014/main" id="{30D8B452-0561-CE59-C91D-4AC3AE4039F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40495" y="4177108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−4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95" name="xlabel-4">
                      <a:extLst>
                        <a:ext uri="{FF2B5EF4-FFF2-40B4-BE49-F238E27FC236}">
                          <a16:creationId xmlns:a16="http://schemas.microsoft.com/office/drawing/2014/main" id="{30D8B452-0561-CE59-C91D-4AC3AE4039F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40495" y="4177108"/>
                      <a:ext cx="520701" cy="523220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 r="-57143" b="-111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6" name="xlabel-3">
                      <a:extLst>
                        <a:ext uri="{FF2B5EF4-FFF2-40B4-BE49-F238E27FC236}">
                          <a16:creationId xmlns:a16="http://schemas.microsoft.com/office/drawing/2014/main" id="{26744E5B-9E4C-143A-5A26-374879CEA1B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76593" y="4165166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−3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96" name="xlabel-3">
                      <a:extLst>
                        <a:ext uri="{FF2B5EF4-FFF2-40B4-BE49-F238E27FC236}">
                          <a16:creationId xmlns:a16="http://schemas.microsoft.com/office/drawing/2014/main" id="{26744E5B-9E4C-143A-5A26-374879CEA1B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276593" y="4165166"/>
                      <a:ext cx="520701" cy="523220"/>
                    </a:xfrm>
                    <a:prstGeom prst="rect">
                      <a:avLst/>
                    </a:prstGeom>
                    <a:blipFill>
                      <a:blip r:embed="rId27"/>
                      <a:stretch>
                        <a:fillRect r="-54286" b="-111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7" name="xlabel-2">
                      <a:extLst>
                        <a:ext uri="{FF2B5EF4-FFF2-40B4-BE49-F238E27FC236}">
                          <a16:creationId xmlns:a16="http://schemas.microsoft.com/office/drawing/2014/main" id="{159BD91D-3BAD-EC58-9178-4955321AB69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96942" y="4171421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97" name="xlabel-2">
                      <a:extLst>
                        <a:ext uri="{FF2B5EF4-FFF2-40B4-BE49-F238E27FC236}">
                          <a16:creationId xmlns:a16="http://schemas.microsoft.com/office/drawing/2014/main" id="{159BD91D-3BAD-EC58-9178-4955321AB69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996942" y="4171421"/>
                      <a:ext cx="520701" cy="523220"/>
                    </a:xfrm>
                    <a:prstGeom prst="rect">
                      <a:avLst/>
                    </a:prstGeom>
                    <a:blipFill>
                      <a:blip r:embed="rId28"/>
                      <a:stretch>
                        <a:fillRect r="-54286" b="-13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8" name="xlabel-1">
                      <a:extLst>
                        <a:ext uri="{FF2B5EF4-FFF2-40B4-BE49-F238E27FC236}">
                          <a16:creationId xmlns:a16="http://schemas.microsoft.com/office/drawing/2014/main" id="{9CD4460F-840C-E212-45C4-7FAA0A9801B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727397" y="4171421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98" name="xlabel-1">
                      <a:extLst>
                        <a:ext uri="{FF2B5EF4-FFF2-40B4-BE49-F238E27FC236}">
                          <a16:creationId xmlns:a16="http://schemas.microsoft.com/office/drawing/2014/main" id="{9CD4460F-840C-E212-45C4-7FAA0A9801B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727397" y="4171421"/>
                      <a:ext cx="520701" cy="523220"/>
                    </a:xfrm>
                    <a:prstGeom prst="rect">
                      <a:avLst/>
                    </a:prstGeom>
                    <a:blipFill>
                      <a:blip r:embed="rId29"/>
                      <a:stretch>
                        <a:fillRect r="-57143" b="-13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99" name="xtick-4">
                  <a:extLst>
                    <a:ext uri="{FF2B5EF4-FFF2-40B4-BE49-F238E27FC236}">
                      <a16:creationId xmlns:a16="http://schemas.microsoft.com/office/drawing/2014/main" id="{485465C8-CCDC-124B-4F33-8018C07598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7826822" y="4075982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xtick-3">
                  <a:extLst>
                    <a:ext uri="{FF2B5EF4-FFF2-40B4-BE49-F238E27FC236}">
                      <a16:creationId xmlns:a16="http://schemas.microsoft.com/office/drawing/2014/main" id="{0DB0DB9E-EDCE-FDB6-2A00-A665134849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8547547" y="4073420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xtick-2">
                  <a:extLst>
                    <a:ext uri="{FF2B5EF4-FFF2-40B4-BE49-F238E27FC236}">
                      <a16:creationId xmlns:a16="http://schemas.microsoft.com/office/drawing/2014/main" id="{60596280-F188-42C3-5853-DE0C32EAAE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9268272" y="4084906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xtick-1">
                  <a:extLst>
                    <a:ext uri="{FF2B5EF4-FFF2-40B4-BE49-F238E27FC236}">
                      <a16:creationId xmlns:a16="http://schemas.microsoft.com/office/drawing/2014/main" id="{1492AE60-1968-2EBB-4B57-55D7AFE931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9991528" y="4081909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x轴">
                  <a:extLst>
                    <a:ext uri="{FF2B5EF4-FFF2-40B4-BE49-F238E27FC236}">
                      <a16:creationId xmlns:a16="http://schemas.microsoft.com/office/drawing/2014/main" id="{340C140A-D1EA-407F-0960-EB478027A9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79382" y="4144999"/>
                  <a:ext cx="3554832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78" name="渐近线">
              <a:extLst>
                <a:ext uri="{FF2B5EF4-FFF2-40B4-BE49-F238E27FC236}">
                  <a16:creationId xmlns:a16="http://schemas.microsoft.com/office/drawing/2014/main" id="{E69872EF-5C32-994C-407C-74FE523F7D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5316" y="1619653"/>
              <a:ext cx="0" cy="2881313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零点">
              <a:extLst>
                <a:ext uri="{FF2B5EF4-FFF2-40B4-BE49-F238E27FC236}">
                  <a16:creationId xmlns:a16="http://schemas.microsoft.com/office/drawing/2014/main" id="{DA2C653E-C0A4-5EBE-7781-0204EE077924}"/>
                </a:ext>
              </a:extLst>
            </p:cNvPr>
            <p:cNvSpPr/>
            <p:nvPr/>
          </p:nvSpPr>
          <p:spPr>
            <a:xfrm>
              <a:off x="2454207" y="2947176"/>
              <a:ext cx="216000" cy="216000"/>
            </a:xfrm>
            <a:prstGeom prst="donut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极点3">
              <a:extLst>
                <a:ext uri="{FF2B5EF4-FFF2-40B4-BE49-F238E27FC236}">
                  <a16:creationId xmlns:a16="http://schemas.microsoft.com/office/drawing/2014/main" id="{C2A3CDC4-0EFD-0E6B-F905-C19634CDDE5E}"/>
                </a:ext>
              </a:extLst>
            </p:cNvPr>
            <p:cNvSpPr/>
            <p:nvPr/>
          </p:nvSpPr>
          <p:spPr>
            <a:xfrm>
              <a:off x="971909" y="2917087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86" name="极点2">
              <a:extLst>
                <a:ext uri="{FF2B5EF4-FFF2-40B4-BE49-F238E27FC236}">
                  <a16:creationId xmlns:a16="http://schemas.microsoft.com/office/drawing/2014/main" id="{7E6FF6CD-84D6-99ED-1ECD-33367E580D97}"/>
                </a:ext>
              </a:extLst>
            </p:cNvPr>
            <p:cNvSpPr/>
            <p:nvPr/>
          </p:nvSpPr>
          <p:spPr>
            <a:xfrm>
              <a:off x="3137356" y="2911160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87" name="极点1">
              <a:extLst>
                <a:ext uri="{FF2B5EF4-FFF2-40B4-BE49-F238E27FC236}">
                  <a16:creationId xmlns:a16="http://schemas.microsoft.com/office/drawing/2014/main" id="{4F7AD6CE-FE94-B1C1-8186-4CEB53AEB88D}"/>
                </a:ext>
              </a:extLst>
            </p:cNvPr>
            <p:cNvSpPr/>
            <p:nvPr/>
          </p:nvSpPr>
          <p:spPr>
            <a:xfrm>
              <a:off x="3850809" y="2912361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cxnSp>
          <p:nvCxnSpPr>
            <p:cNvPr id="88" name="根轨迹3">
              <a:extLst>
                <a:ext uri="{FF2B5EF4-FFF2-40B4-BE49-F238E27FC236}">
                  <a16:creationId xmlns:a16="http://schemas.microsoft.com/office/drawing/2014/main" id="{FE7CF191-AE82-4EAE-7408-874B195BCFBD}"/>
                </a:ext>
              </a:extLst>
            </p:cNvPr>
            <p:cNvCxnSpPr>
              <a:cxnSpLocks/>
            </p:cNvCxnSpPr>
            <p:nvPr/>
          </p:nvCxnSpPr>
          <p:spPr>
            <a:xfrm>
              <a:off x="1102573" y="3055986"/>
              <a:ext cx="1377123" cy="0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根轨迹2">
              <a:extLst>
                <a:ext uri="{FF2B5EF4-FFF2-40B4-BE49-F238E27FC236}">
                  <a16:creationId xmlns:a16="http://schemas.microsoft.com/office/drawing/2014/main" id="{E2322C91-F752-8564-4AAB-895537D743C5}"/>
                </a:ext>
              </a:extLst>
            </p:cNvPr>
            <p:cNvCxnSpPr>
              <a:cxnSpLocks/>
            </p:cNvCxnSpPr>
            <p:nvPr/>
          </p:nvCxnSpPr>
          <p:spPr>
            <a:xfrm>
              <a:off x="3277306" y="3056377"/>
              <a:ext cx="408115" cy="0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根轨迹1">
              <a:extLst>
                <a:ext uri="{FF2B5EF4-FFF2-40B4-BE49-F238E27FC236}">
                  <a16:creationId xmlns:a16="http://schemas.microsoft.com/office/drawing/2014/main" id="{FE97831D-9EB2-4F64-E770-52D7D891DB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52098" y="3048704"/>
              <a:ext cx="358938" cy="3201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根轨迹2-2">
            <a:extLst>
              <a:ext uri="{FF2B5EF4-FFF2-40B4-BE49-F238E27FC236}">
                <a16:creationId xmlns:a16="http://schemas.microsoft.com/office/drawing/2014/main" id="{15CDDFC8-F6A2-2AC8-6153-026AF5926E34}"/>
              </a:ext>
            </a:extLst>
          </p:cNvPr>
          <p:cNvSpPr/>
          <p:nvPr/>
        </p:nvSpPr>
        <p:spPr>
          <a:xfrm flipV="1">
            <a:off x="6136286" y="2423925"/>
            <a:ext cx="582083" cy="1272117"/>
          </a:xfrm>
          <a:custGeom>
            <a:avLst/>
            <a:gdLst>
              <a:gd name="connsiteX0" fmla="*/ 596243 w 747942"/>
              <a:gd name="connsiteY0" fmla="*/ 1238250 h 1238250"/>
              <a:gd name="connsiteX1" fmla="*/ 608943 w 747942"/>
              <a:gd name="connsiteY1" fmla="*/ 1016000 h 1238250"/>
              <a:gd name="connsiteX2" fmla="*/ 704193 w 747942"/>
              <a:gd name="connsiteY2" fmla="*/ 876300 h 1238250"/>
              <a:gd name="connsiteX3" fmla="*/ 697843 w 747942"/>
              <a:gd name="connsiteY3" fmla="*/ 609600 h 1238250"/>
              <a:gd name="connsiteX4" fmla="*/ 100943 w 747942"/>
              <a:gd name="connsiteY4" fmla="*/ 368300 h 1238250"/>
              <a:gd name="connsiteX5" fmla="*/ 5693 w 747942"/>
              <a:gd name="connsiteY5" fmla="*/ 0 h 1238250"/>
              <a:gd name="connsiteX0" fmla="*/ 587776 w 747942"/>
              <a:gd name="connsiteY0" fmla="*/ 1272117 h 1272117"/>
              <a:gd name="connsiteX1" fmla="*/ 608943 w 747942"/>
              <a:gd name="connsiteY1" fmla="*/ 1016000 h 1272117"/>
              <a:gd name="connsiteX2" fmla="*/ 704193 w 747942"/>
              <a:gd name="connsiteY2" fmla="*/ 876300 h 1272117"/>
              <a:gd name="connsiteX3" fmla="*/ 697843 w 747942"/>
              <a:gd name="connsiteY3" fmla="*/ 609600 h 1272117"/>
              <a:gd name="connsiteX4" fmla="*/ 100943 w 747942"/>
              <a:gd name="connsiteY4" fmla="*/ 368300 h 1272117"/>
              <a:gd name="connsiteX5" fmla="*/ 5693 w 747942"/>
              <a:gd name="connsiteY5" fmla="*/ 0 h 1272117"/>
              <a:gd name="connsiteX0" fmla="*/ 587776 w 747942"/>
              <a:gd name="connsiteY0" fmla="*/ 1272117 h 1272117"/>
              <a:gd name="connsiteX1" fmla="*/ 608943 w 747942"/>
              <a:gd name="connsiteY1" fmla="*/ 1016000 h 1272117"/>
              <a:gd name="connsiteX2" fmla="*/ 704193 w 747942"/>
              <a:gd name="connsiteY2" fmla="*/ 876300 h 1272117"/>
              <a:gd name="connsiteX3" fmla="*/ 697843 w 747942"/>
              <a:gd name="connsiteY3" fmla="*/ 609600 h 1272117"/>
              <a:gd name="connsiteX4" fmla="*/ 100943 w 747942"/>
              <a:gd name="connsiteY4" fmla="*/ 368300 h 1272117"/>
              <a:gd name="connsiteX5" fmla="*/ 5693 w 747942"/>
              <a:gd name="connsiteY5" fmla="*/ 0 h 1272117"/>
              <a:gd name="connsiteX0" fmla="*/ 582083 w 742249"/>
              <a:gd name="connsiteY0" fmla="*/ 1272117 h 1272117"/>
              <a:gd name="connsiteX1" fmla="*/ 603250 w 742249"/>
              <a:gd name="connsiteY1" fmla="*/ 1016000 h 1272117"/>
              <a:gd name="connsiteX2" fmla="*/ 698500 w 742249"/>
              <a:gd name="connsiteY2" fmla="*/ 876300 h 1272117"/>
              <a:gd name="connsiteX3" fmla="*/ 692150 w 742249"/>
              <a:gd name="connsiteY3" fmla="*/ 609600 h 1272117"/>
              <a:gd name="connsiteX4" fmla="*/ 95250 w 742249"/>
              <a:gd name="connsiteY4" fmla="*/ 368300 h 1272117"/>
              <a:gd name="connsiteX5" fmla="*/ 0 w 742249"/>
              <a:gd name="connsiteY5" fmla="*/ 0 h 1272117"/>
              <a:gd name="connsiteX0" fmla="*/ 582083 w 732668"/>
              <a:gd name="connsiteY0" fmla="*/ 1272117 h 1272117"/>
              <a:gd name="connsiteX1" fmla="*/ 603250 w 732668"/>
              <a:gd name="connsiteY1" fmla="*/ 1016000 h 1272117"/>
              <a:gd name="connsiteX2" fmla="*/ 698500 w 732668"/>
              <a:gd name="connsiteY2" fmla="*/ 876300 h 1272117"/>
              <a:gd name="connsiteX3" fmla="*/ 692150 w 732668"/>
              <a:gd name="connsiteY3" fmla="*/ 609600 h 1272117"/>
              <a:gd name="connsiteX4" fmla="*/ 226484 w 732668"/>
              <a:gd name="connsiteY4" fmla="*/ 448733 h 1272117"/>
              <a:gd name="connsiteX5" fmla="*/ 0 w 732668"/>
              <a:gd name="connsiteY5" fmla="*/ 0 h 1272117"/>
              <a:gd name="connsiteX0" fmla="*/ 582083 w 732668"/>
              <a:gd name="connsiteY0" fmla="*/ 1272117 h 1272117"/>
              <a:gd name="connsiteX1" fmla="*/ 603250 w 732668"/>
              <a:gd name="connsiteY1" fmla="*/ 1016000 h 1272117"/>
              <a:gd name="connsiteX2" fmla="*/ 698500 w 732668"/>
              <a:gd name="connsiteY2" fmla="*/ 876300 h 1272117"/>
              <a:gd name="connsiteX3" fmla="*/ 692150 w 732668"/>
              <a:gd name="connsiteY3" fmla="*/ 609600 h 1272117"/>
              <a:gd name="connsiteX4" fmla="*/ 226484 w 732668"/>
              <a:gd name="connsiteY4" fmla="*/ 448733 h 1272117"/>
              <a:gd name="connsiteX5" fmla="*/ 0 w 732668"/>
              <a:gd name="connsiteY5" fmla="*/ 0 h 1272117"/>
              <a:gd name="connsiteX0" fmla="*/ 582083 w 732668"/>
              <a:gd name="connsiteY0" fmla="*/ 1272117 h 1272117"/>
              <a:gd name="connsiteX1" fmla="*/ 603250 w 732668"/>
              <a:gd name="connsiteY1" fmla="*/ 1016000 h 1272117"/>
              <a:gd name="connsiteX2" fmla="*/ 698500 w 732668"/>
              <a:gd name="connsiteY2" fmla="*/ 876300 h 1272117"/>
              <a:gd name="connsiteX3" fmla="*/ 692150 w 732668"/>
              <a:gd name="connsiteY3" fmla="*/ 609600 h 1272117"/>
              <a:gd name="connsiteX4" fmla="*/ 226484 w 732668"/>
              <a:gd name="connsiteY4" fmla="*/ 448733 h 1272117"/>
              <a:gd name="connsiteX5" fmla="*/ 0 w 732668"/>
              <a:gd name="connsiteY5" fmla="*/ 0 h 1272117"/>
              <a:gd name="connsiteX0" fmla="*/ 582083 w 754884"/>
              <a:gd name="connsiteY0" fmla="*/ 1272117 h 1272117"/>
              <a:gd name="connsiteX1" fmla="*/ 603250 w 754884"/>
              <a:gd name="connsiteY1" fmla="*/ 1016000 h 1272117"/>
              <a:gd name="connsiteX2" fmla="*/ 740833 w 754884"/>
              <a:gd name="connsiteY2" fmla="*/ 783167 h 1272117"/>
              <a:gd name="connsiteX3" fmla="*/ 692150 w 754884"/>
              <a:gd name="connsiteY3" fmla="*/ 609600 h 1272117"/>
              <a:gd name="connsiteX4" fmla="*/ 226484 w 754884"/>
              <a:gd name="connsiteY4" fmla="*/ 448733 h 1272117"/>
              <a:gd name="connsiteX5" fmla="*/ 0 w 754884"/>
              <a:gd name="connsiteY5" fmla="*/ 0 h 1272117"/>
              <a:gd name="connsiteX0" fmla="*/ 582083 w 756371"/>
              <a:gd name="connsiteY0" fmla="*/ 1272117 h 1272117"/>
              <a:gd name="connsiteX1" fmla="*/ 740833 w 756371"/>
              <a:gd name="connsiteY1" fmla="*/ 783167 h 1272117"/>
              <a:gd name="connsiteX2" fmla="*/ 692150 w 756371"/>
              <a:gd name="connsiteY2" fmla="*/ 609600 h 1272117"/>
              <a:gd name="connsiteX3" fmla="*/ 226484 w 756371"/>
              <a:gd name="connsiteY3" fmla="*/ 448733 h 1272117"/>
              <a:gd name="connsiteX4" fmla="*/ 0 w 756371"/>
              <a:gd name="connsiteY4" fmla="*/ 0 h 1272117"/>
              <a:gd name="connsiteX0" fmla="*/ 582083 w 756371"/>
              <a:gd name="connsiteY0" fmla="*/ 1272117 h 1272117"/>
              <a:gd name="connsiteX1" fmla="*/ 740833 w 756371"/>
              <a:gd name="connsiteY1" fmla="*/ 783167 h 1272117"/>
              <a:gd name="connsiteX2" fmla="*/ 692150 w 756371"/>
              <a:gd name="connsiteY2" fmla="*/ 609600 h 1272117"/>
              <a:gd name="connsiteX3" fmla="*/ 226484 w 756371"/>
              <a:gd name="connsiteY3" fmla="*/ 448733 h 1272117"/>
              <a:gd name="connsiteX4" fmla="*/ 0 w 756371"/>
              <a:gd name="connsiteY4" fmla="*/ 0 h 1272117"/>
              <a:gd name="connsiteX0" fmla="*/ 582083 w 747671"/>
              <a:gd name="connsiteY0" fmla="*/ 1272117 h 1272117"/>
              <a:gd name="connsiteX1" fmla="*/ 740833 w 747671"/>
              <a:gd name="connsiteY1" fmla="*/ 783167 h 1272117"/>
              <a:gd name="connsiteX2" fmla="*/ 692150 w 747671"/>
              <a:gd name="connsiteY2" fmla="*/ 609600 h 1272117"/>
              <a:gd name="connsiteX3" fmla="*/ 226484 w 747671"/>
              <a:gd name="connsiteY3" fmla="*/ 448733 h 1272117"/>
              <a:gd name="connsiteX4" fmla="*/ 0 w 747671"/>
              <a:gd name="connsiteY4" fmla="*/ 0 h 1272117"/>
              <a:gd name="connsiteX0" fmla="*/ 582083 w 751177"/>
              <a:gd name="connsiteY0" fmla="*/ 1272117 h 1272117"/>
              <a:gd name="connsiteX1" fmla="*/ 740833 w 751177"/>
              <a:gd name="connsiteY1" fmla="*/ 783167 h 1272117"/>
              <a:gd name="connsiteX2" fmla="*/ 226484 w 751177"/>
              <a:gd name="connsiteY2" fmla="*/ 448733 h 1272117"/>
              <a:gd name="connsiteX3" fmla="*/ 0 w 751177"/>
              <a:gd name="connsiteY3" fmla="*/ 0 h 1272117"/>
              <a:gd name="connsiteX0" fmla="*/ 582083 w 763021"/>
              <a:gd name="connsiteY0" fmla="*/ 1272117 h 1272117"/>
              <a:gd name="connsiteX1" fmla="*/ 740833 w 763021"/>
              <a:gd name="connsiteY1" fmla="*/ 783167 h 1272117"/>
              <a:gd name="connsiteX2" fmla="*/ 0 w 763021"/>
              <a:gd name="connsiteY2" fmla="*/ 0 h 1272117"/>
              <a:gd name="connsiteX0" fmla="*/ 582083 w 740859"/>
              <a:gd name="connsiteY0" fmla="*/ 1272117 h 1272117"/>
              <a:gd name="connsiteX1" fmla="*/ 740833 w 740859"/>
              <a:gd name="connsiteY1" fmla="*/ 783167 h 1272117"/>
              <a:gd name="connsiteX2" fmla="*/ 0 w 740859"/>
              <a:gd name="connsiteY2" fmla="*/ 0 h 1272117"/>
              <a:gd name="connsiteX0" fmla="*/ 582083 w 740855"/>
              <a:gd name="connsiteY0" fmla="*/ 1272117 h 1272117"/>
              <a:gd name="connsiteX1" fmla="*/ 740833 w 740855"/>
              <a:gd name="connsiteY1" fmla="*/ 783167 h 1272117"/>
              <a:gd name="connsiteX2" fmla="*/ 0 w 740855"/>
              <a:gd name="connsiteY2" fmla="*/ 0 h 1272117"/>
              <a:gd name="connsiteX0" fmla="*/ 582083 w 740855"/>
              <a:gd name="connsiteY0" fmla="*/ 1272117 h 1272117"/>
              <a:gd name="connsiteX1" fmla="*/ 740833 w 740855"/>
              <a:gd name="connsiteY1" fmla="*/ 783167 h 1272117"/>
              <a:gd name="connsiteX2" fmla="*/ 0 w 740855"/>
              <a:gd name="connsiteY2" fmla="*/ 0 h 1272117"/>
              <a:gd name="connsiteX0" fmla="*/ 582083 w 582083"/>
              <a:gd name="connsiteY0" fmla="*/ 1272117 h 1272117"/>
              <a:gd name="connsiteX1" fmla="*/ 0 w 582083"/>
              <a:gd name="connsiteY1" fmla="*/ 0 h 1272117"/>
              <a:gd name="connsiteX0" fmla="*/ 582083 w 582083"/>
              <a:gd name="connsiteY0" fmla="*/ 1272117 h 1272117"/>
              <a:gd name="connsiteX1" fmla="*/ 0 w 582083"/>
              <a:gd name="connsiteY1" fmla="*/ 0 h 1272117"/>
              <a:gd name="connsiteX0" fmla="*/ 582083 w 582083"/>
              <a:gd name="connsiteY0" fmla="*/ 1272117 h 1272117"/>
              <a:gd name="connsiteX1" fmla="*/ 0 w 582083"/>
              <a:gd name="connsiteY1" fmla="*/ 0 h 1272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2083" h="1272117">
                <a:moveTo>
                  <a:pt x="582083" y="1272117"/>
                </a:moveTo>
                <a:cubicBezTo>
                  <a:pt x="578555" y="814212"/>
                  <a:pt x="58561" y="817739"/>
                  <a:pt x="0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9" name="根轨迹2-1">
            <a:extLst>
              <a:ext uri="{FF2B5EF4-FFF2-40B4-BE49-F238E27FC236}">
                <a16:creationId xmlns:a16="http://schemas.microsoft.com/office/drawing/2014/main" id="{2A6DEAD3-E956-21AA-5D0E-1794BB8755D2}"/>
              </a:ext>
            </a:extLst>
          </p:cNvPr>
          <p:cNvSpPr/>
          <p:nvPr/>
        </p:nvSpPr>
        <p:spPr>
          <a:xfrm>
            <a:off x="6136287" y="1161812"/>
            <a:ext cx="582083" cy="1272117"/>
          </a:xfrm>
          <a:custGeom>
            <a:avLst/>
            <a:gdLst>
              <a:gd name="connsiteX0" fmla="*/ 596243 w 747942"/>
              <a:gd name="connsiteY0" fmla="*/ 1238250 h 1238250"/>
              <a:gd name="connsiteX1" fmla="*/ 608943 w 747942"/>
              <a:gd name="connsiteY1" fmla="*/ 1016000 h 1238250"/>
              <a:gd name="connsiteX2" fmla="*/ 704193 w 747942"/>
              <a:gd name="connsiteY2" fmla="*/ 876300 h 1238250"/>
              <a:gd name="connsiteX3" fmla="*/ 697843 w 747942"/>
              <a:gd name="connsiteY3" fmla="*/ 609600 h 1238250"/>
              <a:gd name="connsiteX4" fmla="*/ 100943 w 747942"/>
              <a:gd name="connsiteY4" fmla="*/ 368300 h 1238250"/>
              <a:gd name="connsiteX5" fmla="*/ 5693 w 747942"/>
              <a:gd name="connsiteY5" fmla="*/ 0 h 1238250"/>
              <a:gd name="connsiteX0" fmla="*/ 587776 w 747942"/>
              <a:gd name="connsiteY0" fmla="*/ 1272117 h 1272117"/>
              <a:gd name="connsiteX1" fmla="*/ 608943 w 747942"/>
              <a:gd name="connsiteY1" fmla="*/ 1016000 h 1272117"/>
              <a:gd name="connsiteX2" fmla="*/ 704193 w 747942"/>
              <a:gd name="connsiteY2" fmla="*/ 876300 h 1272117"/>
              <a:gd name="connsiteX3" fmla="*/ 697843 w 747942"/>
              <a:gd name="connsiteY3" fmla="*/ 609600 h 1272117"/>
              <a:gd name="connsiteX4" fmla="*/ 100943 w 747942"/>
              <a:gd name="connsiteY4" fmla="*/ 368300 h 1272117"/>
              <a:gd name="connsiteX5" fmla="*/ 5693 w 747942"/>
              <a:gd name="connsiteY5" fmla="*/ 0 h 1272117"/>
              <a:gd name="connsiteX0" fmla="*/ 587776 w 747942"/>
              <a:gd name="connsiteY0" fmla="*/ 1272117 h 1272117"/>
              <a:gd name="connsiteX1" fmla="*/ 608943 w 747942"/>
              <a:gd name="connsiteY1" fmla="*/ 1016000 h 1272117"/>
              <a:gd name="connsiteX2" fmla="*/ 704193 w 747942"/>
              <a:gd name="connsiteY2" fmla="*/ 876300 h 1272117"/>
              <a:gd name="connsiteX3" fmla="*/ 697843 w 747942"/>
              <a:gd name="connsiteY3" fmla="*/ 609600 h 1272117"/>
              <a:gd name="connsiteX4" fmla="*/ 100943 w 747942"/>
              <a:gd name="connsiteY4" fmla="*/ 368300 h 1272117"/>
              <a:gd name="connsiteX5" fmla="*/ 5693 w 747942"/>
              <a:gd name="connsiteY5" fmla="*/ 0 h 1272117"/>
              <a:gd name="connsiteX0" fmla="*/ 582083 w 742249"/>
              <a:gd name="connsiteY0" fmla="*/ 1272117 h 1272117"/>
              <a:gd name="connsiteX1" fmla="*/ 603250 w 742249"/>
              <a:gd name="connsiteY1" fmla="*/ 1016000 h 1272117"/>
              <a:gd name="connsiteX2" fmla="*/ 698500 w 742249"/>
              <a:gd name="connsiteY2" fmla="*/ 876300 h 1272117"/>
              <a:gd name="connsiteX3" fmla="*/ 692150 w 742249"/>
              <a:gd name="connsiteY3" fmla="*/ 609600 h 1272117"/>
              <a:gd name="connsiteX4" fmla="*/ 95250 w 742249"/>
              <a:gd name="connsiteY4" fmla="*/ 368300 h 1272117"/>
              <a:gd name="connsiteX5" fmla="*/ 0 w 742249"/>
              <a:gd name="connsiteY5" fmla="*/ 0 h 1272117"/>
              <a:gd name="connsiteX0" fmla="*/ 582083 w 732668"/>
              <a:gd name="connsiteY0" fmla="*/ 1272117 h 1272117"/>
              <a:gd name="connsiteX1" fmla="*/ 603250 w 732668"/>
              <a:gd name="connsiteY1" fmla="*/ 1016000 h 1272117"/>
              <a:gd name="connsiteX2" fmla="*/ 698500 w 732668"/>
              <a:gd name="connsiteY2" fmla="*/ 876300 h 1272117"/>
              <a:gd name="connsiteX3" fmla="*/ 692150 w 732668"/>
              <a:gd name="connsiteY3" fmla="*/ 609600 h 1272117"/>
              <a:gd name="connsiteX4" fmla="*/ 226484 w 732668"/>
              <a:gd name="connsiteY4" fmla="*/ 448733 h 1272117"/>
              <a:gd name="connsiteX5" fmla="*/ 0 w 732668"/>
              <a:gd name="connsiteY5" fmla="*/ 0 h 1272117"/>
              <a:gd name="connsiteX0" fmla="*/ 582083 w 732668"/>
              <a:gd name="connsiteY0" fmla="*/ 1272117 h 1272117"/>
              <a:gd name="connsiteX1" fmla="*/ 603250 w 732668"/>
              <a:gd name="connsiteY1" fmla="*/ 1016000 h 1272117"/>
              <a:gd name="connsiteX2" fmla="*/ 698500 w 732668"/>
              <a:gd name="connsiteY2" fmla="*/ 876300 h 1272117"/>
              <a:gd name="connsiteX3" fmla="*/ 692150 w 732668"/>
              <a:gd name="connsiteY3" fmla="*/ 609600 h 1272117"/>
              <a:gd name="connsiteX4" fmla="*/ 226484 w 732668"/>
              <a:gd name="connsiteY4" fmla="*/ 448733 h 1272117"/>
              <a:gd name="connsiteX5" fmla="*/ 0 w 732668"/>
              <a:gd name="connsiteY5" fmla="*/ 0 h 1272117"/>
              <a:gd name="connsiteX0" fmla="*/ 582083 w 732668"/>
              <a:gd name="connsiteY0" fmla="*/ 1272117 h 1272117"/>
              <a:gd name="connsiteX1" fmla="*/ 603250 w 732668"/>
              <a:gd name="connsiteY1" fmla="*/ 1016000 h 1272117"/>
              <a:gd name="connsiteX2" fmla="*/ 698500 w 732668"/>
              <a:gd name="connsiteY2" fmla="*/ 876300 h 1272117"/>
              <a:gd name="connsiteX3" fmla="*/ 692150 w 732668"/>
              <a:gd name="connsiteY3" fmla="*/ 609600 h 1272117"/>
              <a:gd name="connsiteX4" fmla="*/ 226484 w 732668"/>
              <a:gd name="connsiteY4" fmla="*/ 448733 h 1272117"/>
              <a:gd name="connsiteX5" fmla="*/ 0 w 732668"/>
              <a:gd name="connsiteY5" fmla="*/ 0 h 1272117"/>
              <a:gd name="connsiteX0" fmla="*/ 582083 w 754884"/>
              <a:gd name="connsiteY0" fmla="*/ 1272117 h 1272117"/>
              <a:gd name="connsiteX1" fmla="*/ 603250 w 754884"/>
              <a:gd name="connsiteY1" fmla="*/ 1016000 h 1272117"/>
              <a:gd name="connsiteX2" fmla="*/ 740833 w 754884"/>
              <a:gd name="connsiteY2" fmla="*/ 783167 h 1272117"/>
              <a:gd name="connsiteX3" fmla="*/ 692150 w 754884"/>
              <a:gd name="connsiteY3" fmla="*/ 609600 h 1272117"/>
              <a:gd name="connsiteX4" fmla="*/ 226484 w 754884"/>
              <a:gd name="connsiteY4" fmla="*/ 448733 h 1272117"/>
              <a:gd name="connsiteX5" fmla="*/ 0 w 754884"/>
              <a:gd name="connsiteY5" fmla="*/ 0 h 1272117"/>
              <a:gd name="connsiteX0" fmla="*/ 582083 w 756371"/>
              <a:gd name="connsiteY0" fmla="*/ 1272117 h 1272117"/>
              <a:gd name="connsiteX1" fmla="*/ 740833 w 756371"/>
              <a:gd name="connsiteY1" fmla="*/ 783167 h 1272117"/>
              <a:gd name="connsiteX2" fmla="*/ 692150 w 756371"/>
              <a:gd name="connsiteY2" fmla="*/ 609600 h 1272117"/>
              <a:gd name="connsiteX3" fmla="*/ 226484 w 756371"/>
              <a:gd name="connsiteY3" fmla="*/ 448733 h 1272117"/>
              <a:gd name="connsiteX4" fmla="*/ 0 w 756371"/>
              <a:gd name="connsiteY4" fmla="*/ 0 h 1272117"/>
              <a:gd name="connsiteX0" fmla="*/ 582083 w 756371"/>
              <a:gd name="connsiteY0" fmla="*/ 1272117 h 1272117"/>
              <a:gd name="connsiteX1" fmla="*/ 740833 w 756371"/>
              <a:gd name="connsiteY1" fmla="*/ 783167 h 1272117"/>
              <a:gd name="connsiteX2" fmla="*/ 692150 w 756371"/>
              <a:gd name="connsiteY2" fmla="*/ 609600 h 1272117"/>
              <a:gd name="connsiteX3" fmla="*/ 226484 w 756371"/>
              <a:gd name="connsiteY3" fmla="*/ 448733 h 1272117"/>
              <a:gd name="connsiteX4" fmla="*/ 0 w 756371"/>
              <a:gd name="connsiteY4" fmla="*/ 0 h 1272117"/>
              <a:gd name="connsiteX0" fmla="*/ 582083 w 747671"/>
              <a:gd name="connsiteY0" fmla="*/ 1272117 h 1272117"/>
              <a:gd name="connsiteX1" fmla="*/ 740833 w 747671"/>
              <a:gd name="connsiteY1" fmla="*/ 783167 h 1272117"/>
              <a:gd name="connsiteX2" fmla="*/ 692150 w 747671"/>
              <a:gd name="connsiteY2" fmla="*/ 609600 h 1272117"/>
              <a:gd name="connsiteX3" fmla="*/ 226484 w 747671"/>
              <a:gd name="connsiteY3" fmla="*/ 448733 h 1272117"/>
              <a:gd name="connsiteX4" fmla="*/ 0 w 747671"/>
              <a:gd name="connsiteY4" fmla="*/ 0 h 1272117"/>
              <a:gd name="connsiteX0" fmla="*/ 582083 w 751177"/>
              <a:gd name="connsiteY0" fmla="*/ 1272117 h 1272117"/>
              <a:gd name="connsiteX1" fmla="*/ 740833 w 751177"/>
              <a:gd name="connsiteY1" fmla="*/ 783167 h 1272117"/>
              <a:gd name="connsiteX2" fmla="*/ 226484 w 751177"/>
              <a:gd name="connsiteY2" fmla="*/ 448733 h 1272117"/>
              <a:gd name="connsiteX3" fmla="*/ 0 w 751177"/>
              <a:gd name="connsiteY3" fmla="*/ 0 h 1272117"/>
              <a:gd name="connsiteX0" fmla="*/ 582083 w 763021"/>
              <a:gd name="connsiteY0" fmla="*/ 1272117 h 1272117"/>
              <a:gd name="connsiteX1" fmla="*/ 740833 w 763021"/>
              <a:gd name="connsiteY1" fmla="*/ 783167 h 1272117"/>
              <a:gd name="connsiteX2" fmla="*/ 0 w 763021"/>
              <a:gd name="connsiteY2" fmla="*/ 0 h 1272117"/>
              <a:gd name="connsiteX0" fmla="*/ 582083 w 740859"/>
              <a:gd name="connsiteY0" fmla="*/ 1272117 h 1272117"/>
              <a:gd name="connsiteX1" fmla="*/ 740833 w 740859"/>
              <a:gd name="connsiteY1" fmla="*/ 783167 h 1272117"/>
              <a:gd name="connsiteX2" fmla="*/ 0 w 740859"/>
              <a:gd name="connsiteY2" fmla="*/ 0 h 1272117"/>
              <a:gd name="connsiteX0" fmla="*/ 582083 w 740855"/>
              <a:gd name="connsiteY0" fmla="*/ 1272117 h 1272117"/>
              <a:gd name="connsiteX1" fmla="*/ 740833 w 740855"/>
              <a:gd name="connsiteY1" fmla="*/ 783167 h 1272117"/>
              <a:gd name="connsiteX2" fmla="*/ 0 w 740855"/>
              <a:gd name="connsiteY2" fmla="*/ 0 h 1272117"/>
              <a:gd name="connsiteX0" fmla="*/ 582083 w 740855"/>
              <a:gd name="connsiteY0" fmla="*/ 1272117 h 1272117"/>
              <a:gd name="connsiteX1" fmla="*/ 740833 w 740855"/>
              <a:gd name="connsiteY1" fmla="*/ 783167 h 1272117"/>
              <a:gd name="connsiteX2" fmla="*/ 0 w 740855"/>
              <a:gd name="connsiteY2" fmla="*/ 0 h 1272117"/>
              <a:gd name="connsiteX0" fmla="*/ 582083 w 582083"/>
              <a:gd name="connsiteY0" fmla="*/ 1272117 h 1272117"/>
              <a:gd name="connsiteX1" fmla="*/ 0 w 582083"/>
              <a:gd name="connsiteY1" fmla="*/ 0 h 1272117"/>
              <a:gd name="connsiteX0" fmla="*/ 582083 w 582083"/>
              <a:gd name="connsiteY0" fmla="*/ 1272117 h 1272117"/>
              <a:gd name="connsiteX1" fmla="*/ 0 w 582083"/>
              <a:gd name="connsiteY1" fmla="*/ 0 h 1272117"/>
              <a:gd name="connsiteX0" fmla="*/ 582083 w 582083"/>
              <a:gd name="connsiteY0" fmla="*/ 1272117 h 1272117"/>
              <a:gd name="connsiteX1" fmla="*/ 0 w 582083"/>
              <a:gd name="connsiteY1" fmla="*/ 0 h 1272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2083" h="1272117">
                <a:moveTo>
                  <a:pt x="582083" y="1272117"/>
                </a:moveTo>
                <a:cubicBezTo>
                  <a:pt x="578555" y="814212"/>
                  <a:pt x="58561" y="817739"/>
                  <a:pt x="0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6" name="根轨迹组合1">
            <a:extLst>
              <a:ext uri="{FF2B5EF4-FFF2-40B4-BE49-F238E27FC236}">
                <a16:creationId xmlns:a16="http://schemas.microsoft.com/office/drawing/2014/main" id="{40B52182-6538-7F44-3BA8-7E9E5C0F1CFD}"/>
              </a:ext>
            </a:extLst>
          </p:cNvPr>
          <p:cNvGrpSpPr/>
          <p:nvPr/>
        </p:nvGrpSpPr>
        <p:grpSpPr>
          <a:xfrm>
            <a:off x="633378" y="774180"/>
            <a:ext cx="3240360" cy="2927141"/>
            <a:chOff x="766614" y="1052736"/>
            <a:chExt cx="3896536" cy="3519890"/>
          </a:xfrm>
        </p:grpSpPr>
        <p:grpSp>
          <p:nvGrpSpPr>
            <p:cNvPr id="19" name="坐标轴">
              <a:extLst>
                <a:ext uri="{FF2B5EF4-FFF2-40B4-BE49-F238E27FC236}">
                  <a16:creationId xmlns:a16="http://schemas.microsoft.com/office/drawing/2014/main" id="{F018A8D0-113C-7D9E-027C-4BDFEE1878B2}"/>
                </a:ext>
              </a:extLst>
            </p:cNvPr>
            <p:cNvGrpSpPr/>
            <p:nvPr/>
          </p:nvGrpSpPr>
          <p:grpSpPr>
            <a:xfrm>
              <a:off x="766614" y="1052736"/>
              <a:ext cx="3896536" cy="3519890"/>
              <a:chOff x="7540495" y="2141358"/>
              <a:chExt cx="3896536" cy="351989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labelj">
                    <a:extLst>
                      <a:ext uri="{FF2B5EF4-FFF2-40B4-BE49-F238E27FC236}">
                        <a16:creationId xmlns:a16="http://schemas.microsoft.com/office/drawing/2014/main" id="{2F56F1F5-44F7-AF26-00A4-BAA5716ADDC0}"/>
                      </a:ext>
                    </a:extLst>
                  </p:cNvPr>
                  <p:cNvSpPr txBox="1"/>
                  <p:nvPr/>
                </p:nvSpPr>
                <p:spPr>
                  <a:xfrm>
                    <a:off x="10784917" y="2141358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48" name="labelj">
                    <a:extLst>
                      <a:ext uri="{FF2B5EF4-FFF2-40B4-BE49-F238E27FC236}">
                        <a16:creationId xmlns:a16="http://schemas.microsoft.com/office/drawing/2014/main" id="{2F56F1F5-44F7-AF26-00A4-BAA5716ADDC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84917" y="2141358"/>
                    <a:ext cx="520701" cy="523220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2857" b="-3611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label0">
                    <a:extLst>
                      <a:ext uri="{FF2B5EF4-FFF2-40B4-BE49-F238E27FC236}">
                        <a16:creationId xmlns:a16="http://schemas.microsoft.com/office/drawing/2014/main" id="{52E8DE49-E601-C1BF-A858-50CFF27EB174}"/>
                      </a:ext>
                    </a:extLst>
                  </p:cNvPr>
                  <p:cNvSpPr txBox="1"/>
                  <p:nvPr/>
                </p:nvSpPr>
                <p:spPr>
                  <a:xfrm>
                    <a:off x="10713513" y="4066837"/>
                    <a:ext cx="520701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51" name="label0">
                    <a:extLst>
                      <a:ext uri="{FF2B5EF4-FFF2-40B4-BE49-F238E27FC236}">
                        <a16:creationId xmlns:a16="http://schemas.microsoft.com/office/drawing/2014/main" id="{52E8DE49-E601-C1BF-A858-50CFF27EB1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13513" y="4066837"/>
                    <a:ext cx="520701" cy="524695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r="-2857" b="-1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8" name="虚轴">
                <a:extLst>
                  <a:ext uri="{FF2B5EF4-FFF2-40B4-BE49-F238E27FC236}">
                    <a16:creationId xmlns:a16="http://schemas.microsoft.com/office/drawing/2014/main" id="{FD661F74-6E38-F18F-525C-09FB93B2044D}"/>
                  </a:ext>
                </a:extLst>
              </p:cNvPr>
              <p:cNvGrpSpPr/>
              <p:nvPr/>
            </p:nvGrpSpPr>
            <p:grpSpPr>
              <a:xfrm>
                <a:off x="10775257" y="2565248"/>
                <a:ext cx="661774" cy="3096000"/>
                <a:chOff x="10775257" y="2565248"/>
                <a:chExt cx="661774" cy="30960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ylabel1">
                      <a:extLst>
                        <a:ext uri="{FF2B5EF4-FFF2-40B4-BE49-F238E27FC236}">
                          <a16:creationId xmlns:a16="http://schemas.microsoft.com/office/drawing/2014/main" id="{9CB1BFCC-5737-595F-A04A-49E1593A395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950535" y="3273609"/>
                      <a:ext cx="322182" cy="5246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62" name="ylabel1">
                      <a:extLst>
                        <a:ext uri="{FF2B5EF4-FFF2-40B4-BE49-F238E27FC236}">
                          <a16:creationId xmlns:a16="http://schemas.microsoft.com/office/drawing/2014/main" id="{9CB1BFCC-5737-595F-A04A-49E1593A395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50535" y="3273609"/>
                      <a:ext cx="322182" cy="524695"/>
                    </a:xfrm>
                    <a:prstGeom prst="rect">
                      <a:avLst/>
                    </a:prstGeom>
                    <a:blipFill>
                      <a:blip r:embed="rId31"/>
                      <a:stretch>
                        <a:fillRect l="-13636" r="-50000" b="-13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4" name="ylabel2">
                      <a:extLst>
                        <a:ext uri="{FF2B5EF4-FFF2-40B4-BE49-F238E27FC236}">
                          <a16:creationId xmlns:a16="http://schemas.microsoft.com/office/drawing/2014/main" id="{9D7C0A6B-EB41-E864-C05F-98B92D5C05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955845" y="2625537"/>
                      <a:ext cx="322182" cy="5246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64" name="ylabel2">
                      <a:extLst>
                        <a:ext uri="{FF2B5EF4-FFF2-40B4-BE49-F238E27FC236}">
                          <a16:creationId xmlns:a16="http://schemas.microsoft.com/office/drawing/2014/main" id="{9D7C0A6B-EB41-E864-C05F-98B92D5C058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55845" y="2625537"/>
                      <a:ext cx="322182" cy="524695"/>
                    </a:xfrm>
                    <a:prstGeom prst="rect">
                      <a:avLst/>
                    </a:prstGeom>
                    <a:blipFill>
                      <a:blip r:embed="rId32"/>
                      <a:stretch>
                        <a:fillRect l="-9091" r="-50000" b="-111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8" name="ylabel-2">
                      <a:extLst>
                        <a:ext uri="{FF2B5EF4-FFF2-40B4-BE49-F238E27FC236}">
                          <a16:creationId xmlns:a16="http://schemas.microsoft.com/office/drawing/2014/main" id="{7FB83E9A-2039-8046-0AA8-71238C3BB42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916330" y="5094448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68" name="ylabel-2">
                      <a:extLst>
                        <a:ext uri="{FF2B5EF4-FFF2-40B4-BE49-F238E27FC236}">
                          <a16:creationId xmlns:a16="http://schemas.microsoft.com/office/drawing/2014/main" id="{7FB83E9A-2039-8046-0AA8-71238C3BB42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16330" y="5094448"/>
                      <a:ext cx="520701" cy="523220"/>
                    </a:xfrm>
                    <a:prstGeom prst="rect">
                      <a:avLst/>
                    </a:prstGeom>
                    <a:blipFill>
                      <a:blip r:embed="rId33"/>
                      <a:stretch>
                        <a:fillRect r="-54286" b="-1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6" name="ylabel-1">
                      <a:extLst>
                        <a:ext uri="{FF2B5EF4-FFF2-40B4-BE49-F238E27FC236}">
                          <a16:creationId xmlns:a16="http://schemas.microsoft.com/office/drawing/2014/main" id="{F2102832-36D4-C639-4E99-019C65F313E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916330" y="4518384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66" name="ylabel-1">
                      <a:extLst>
                        <a:ext uri="{FF2B5EF4-FFF2-40B4-BE49-F238E27FC236}">
                          <a16:creationId xmlns:a16="http://schemas.microsoft.com/office/drawing/2014/main" id="{F2102832-36D4-C639-4E99-019C65F313E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16330" y="4518384"/>
                      <a:ext cx="520701" cy="523220"/>
                    </a:xfrm>
                    <a:prstGeom prst="rect">
                      <a:avLst/>
                    </a:prstGeom>
                    <a:blipFill>
                      <a:blip r:embed="rId34"/>
                      <a:stretch>
                        <a:fillRect r="-54286" b="-111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4" name="ytick1">
                  <a:extLst>
                    <a:ext uri="{FF2B5EF4-FFF2-40B4-BE49-F238E27FC236}">
                      <a16:creationId xmlns:a16="http://schemas.microsoft.com/office/drawing/2014/main" id="{BD642B27-0FBD-4E61-E0F6-67076E6F2D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779449" y="3535219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ytick-1">
                  <a:extLst>
                    <a:ext uri="{FF2B5EF4-FFF2-40B4-BE49-F238E27FC236}">
                      <a16:creationId xmlns:a16="http://schemas.microsoft.com/office/drawing/2014/main" id="{698CB20C-B1EE-9542-3826-004E8AD7B9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779449" y="4784273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ytick-2">
                  <a:extLst>
                    <a:ext uri="{FF2B5EF4-FFF2-40B4-BE49-F238E27FC236}">
                      <a16:creationId xmlns:a16="http://schemas.microsoft.com/office/drawing/2014/main" id="{EBD3A8E0-2B71-AC34-B21A-FBAB2A23E4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779449" y="5369337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ytick2">
                  <a:extLst>
                    <a:ext uri="{FF2B5EF4-FFF2-40B4-BE49-F238E27FC236}">
                      <a16:creationId xmlns:a16="http://schemas.microsoft.com/office/drawing/2014/main" id="{463577E2-6CBB-70F5-1604-62C7372418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779449" y="2880951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y轴">
                  <a:extLst>
                    <a:ext uri="{FF2B5EF4-FFF2-40B4-BE49-F238E27FC236}">
                      <a16:creationId xmlns:a16="http://schemas.microsoft.com/office/drawing/2014/main" id="{B4F167F5-4B4A-3B66-66CF-556A7B3392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775257" y="2565248"/>
                  <a:ext cx="0" cy="309600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" name="实轴">
                <a:extLst>
                  <a:ext uri="{FF2B5EF4-FFF2-40B4-BE49-F238E27FC236}">
                    <a16:creationId xmlns:a16="http://schemas.microsoft.com/office/drawing/2014/main" id="{CE1D5C5B-6DD4-E17C-54B7-D39134286116}"/>
                  </a:ext>
                </a:extLst>
              </p:cNvPr>
              <p:cNvGrpSpPr/>
              <p:nvPr/>
            </p:nvGrpSpPr>
            <p:grpSpPr>
              <a:xfrm>
                <a:off x="7540495" y="4005604"/>
                <a:ext cx="3693719" cy="694724"/>
                <a:chOff x="7540495" y="4005604"/>
                <a:chExt cx="3693719" cy="69472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3" name="xlabel-4">
                      <a:extLst>
                        <a:ext uri="{FF2B5EF4-FFF2-40B4-BE49-F238E27FC236}">
                          <a16:creationId xmlns:a16="http://schemas.microsoft.com/office/drawing/2014/main" id="{1A2B8F6B-AE67-6B3E-25F3-3EE753A1B87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40495" y="4177108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−4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73" name="xlabel-4">
                      <a:extLst>
                        <a:ext uri="{FF2B5EF4-FFF2-40B4-BE49-F238E27FC236}">
                          <a16:creationId xmlns:a16="http://schemas.microsoft.com/office/drawing/2014/main" id="{1A2B8F6B-AE67-6B3E-25F3-3EE753A1B87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40495" y="4177108"/>
                      <a:ext cx="520701" cy="523220"/>
                    </a:xfrm>
                    <a:prstGeom prst="rect">
                      <a:avLst/>
                    </a:prstGeom>
                    <a:blipFill>
                      <a:blip r:embed="rId35"/>
                      <a:stretch>
                        <a:fillRect r="-57143" b="-1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1" name="xlabel-3">
                      <a:extLst>
                        <a:ext uri="{FF2B5EF4-FFF2-40B4-BE49-F238E27FC236}">
                          <a16:creationId xmlns:a16="http://schemas.microsoft.com/office/drawing/2014/main" id="{2714F925-8D4D-DD02-F301-051137790A9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76593" y="4165166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−3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71" name="xlabel-3">
                      <a:extLst>
                        <a:ext uri="{FF2B5EF4-FFF2-40B4-BE49-F238E27FC236}">
                          <a16:creationId xmlns:a16="http://schemas.microsoft.com/office/drawing/2014/main" id="{2714F925-8D4D-DD02-F301-051137790A9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276593" y="4165166"/>
                      <a:ext cx="520701" cy="523220"/>
                    </a:xfrm>
                    <a:prstGeom prst="rect">
                      <a:avLst/>
                    </a:prstGeom>
                    <a:blipFill>
                      <a:blip r:embed="rId36"/>
                      <a:stretch>
                        <a:fillRect r="-57143" b="-1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0" name="xlabel-2">
                      <a:extLst>
                        <a:ext uri="{FF2B5EF4-FFF2-40B4-BE49-F238E27FC236}">
                          <a16:creationId xmlns:a16="http://schemas.microsoft.com/office/drawing/2014/main" id="{E3E98410-23C9-EA5F-7F29-CF63BA37C16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96942" y="4171421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70" name="xlabel-2">
                      <a:extLst>
                        <a:ext uri="{FF2B5EF4-FFF2-40B4-BE49-F238E27FC236}">
                          <a16:creationId xmlns:a16="http://schemas.microsoft.com/office/drawing/2014/main" id="{E3E98410-23C9-EA5F-7F29-CF63BA37C16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996942" y="4171421"/>
                      <a:ext cx="520701" cy="523220"/>
                    </a:xfrm>
                    <a:prstGeom prst="rect">
                      <a:avLst/>
                    </a:prstGeom>
                    <a:blipFill>
                      <a:blip r:embed="rId37"/>
                      <a:stretch>
                        <a:fillRect r="-54286" b="-13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9" name="xlabel-1">
                      <a:extLst>
                        <a:ext uri="{FF2B5EF4-FFF2-40B4-BE49-F238E27FC236}">
                          <a16:creationId xmlns:a16="http://schemas.microsoft.com/office/drawing/2014/main" id="{852BBAF6-F033-FB3B-043A-6AB62E3277C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727397" y="4171421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69" name="xlabel-1">
                      <a:extLst>
                        <a:ext uri="{FF2B5EF4-FFF2-40B4-BE49-F238E27FC236}">
                          <a16:creationId xmlns:a16="http://schemas.microsoft.com/office/drawing/2014/main" id="{852BBAF6-F033-FB3B-043A-6AB62E3277C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727397" y="4171421"/>
                      <a:ext cx="520701" cy="523220"/>
                    </a:xfrm>
                    <a:prstGeom prst="rect">
                      <a:avLst/>
                    </a:prstGeom>
                    <a:blipFill>
                      <a:blip r:embed="rId29"/>
                      <a:stretch>
                        <a:fillRect r="-52778" b="-13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67" name="xtick-4">
                  <a:extLst>
                    <a:ext uri="{FF2B5EF4-FFF2-40B4-BE49-F238E27FC236}">
                      <a16:creationId xmlns:a16="http://schemas.microsoft.com/office/drawing/2014/main" id="{907B8C26-4D9E-B479-7367-A5BE7EBF3E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7826822" y="4075982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xtick-3">
                  <a:extLst>
                    <a:ext uri="{FF2B5EF4-FFF2-40B4-BE49-F238E27FC236}">
                      <a16:creationId xmlns:a16="http://schemas.microsoft.com/office/drawing/2014/main" id="{3E8A0E2D-51A5-FE49-1C89-84163B0C8E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8547547" y="4073420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xtick-2">
                  <a:extLst>
                    <a:ext uri="{FF2B5EF4-FFF2-40B4-BE49-F238E27FC236}">
                      <a16:creationId xmlns:a16="http://schemas.microsoft.com/office/drawing/2014/main" id="{179E6879-09F0-21CB-02D4-125F9F24D4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9268272" y="4084906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xtick-1">
                  <a:extLst>
                    <a:ext uri="{FF2B5EF4-FFF2-40B4-BE49-F238E27FC236}">
                      <a16:creationId xmlns:a16="http://schemas.microsoft.com/office/drawing/2014/main" id="{CFD2F26F-EEBF-F1AE-7A69-0AFA44E3C3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9991528" y="4081909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x轴">
                  <a:extLst>
                    <a:ext uri="{FF2B5EF4-FFF2-40B4-BE49-F238E27FC236}">
                      <a16:creationId xmlns:a16="http://schemas.microsoft.com/office/drawing/2014/main" id="{ADDA96AE-FE12-3D03-517A-23462BCC0C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79382" y="4144999"/>
                  <a:ext cx="3554832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8" name="渐近线">
              <a:extLst>
                <a:ext uri="{FF2B5EF4-FFF2-40B4-BE49-F238E27FC236}">
                  <a16:creationId xmlns:a16="http://schemas.microsoft.com/office/drawing/2014/main" id="{F70145A8-9304-D24A-790B-DDA14D9E28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5316" y="1619653"/>
              <a:ext cx="0" cy="2881313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零点">
              <a:extLst>
                <a:ext uri="{FF2B5EF4-FFF2-40B4-BE49-F238E27FC236}">
                  <a16:creationId xmlns:a16="http://schemas.microsoft.com/office/drawing/2014/main" id="{CE8BC490-DB9D-529D-7C11-969C3AFCE92B}"/>
                </a:ext>
              </a:extLst>
            </p:cNvPr>
            <p:cNvSpPr/>
            <p:nvPr/>
          </p:nvSpPr>
          <p:spPr>
            <a:xfrm>
              <a:off x="2454207" y="2947176"/>
              <a:ext cx="216000" cy="216000"/>
            </a:xfrm>
            <a:prstGeom prst="donut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极点3">
              <a:extLst>
                <a:ext uri="{FF2B5EF4-FFF2-40B4-BE49-F238E27FC236}">
                  <a16:creationId xmlns:a16="http://schemas.microsoft.com/office/drawing/2014/main" id="{B8370DAA-4D18-6947-7E55-A577D76E5765}"/>
                </a:ext>
              </a:extLst>
            </p:cNvPr>
            <p:cNvSpPr/>
            <p:nvPr/>
          </p:nvSpPr>
          <p:spPr>
            <a:xfrm>
              <a:off x="971909" y="2917087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74" name="极点2">
              <a:extLst>
                <a:ext uri="{FF2B5EF4-FFF2-40B4-BE49-F238E27FC236}">
                  <a16:creationId xmlns:a16="http://schemas.microsoft.com/office/drawing/2014/main" id="{570D5BFE-5973-CBA5-DD96-76697FECF3BC}"/>
                </a:ext>
              </a:extLst>
            </p:cNvPr>
            <p:cNvSpPr/>
            <p:nvPr/>
          </p:nvSpPr>
          <p:spPr>
            <a:xfrm>
              <a:off x="3137356" y="2911160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47" name="极点1">
              <a:extLst>
                <a:ext uri="{FF2B5EF4-FFF2-40B4-BE49-F238E27FC236}">
                  <a16:creationId xmlns:a16="http://schemas.microsoft.com/office/drawing/2014/main" id="{F990C884-C1D1-9728-B477-5393D0DC837B}"/>
                </a:ext>
              </a:extLst>
            </p:cNvPr>
            <p:cNvSpPr/>
            <p:nvPr/>
          </p:nvSpPr>
          <p:spPr>
            <a:xfrm>
              <a:off x="3850809" y="2912361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cxnSp>
          <p:nvCxnSpPr>
            <p:cNvPr id="17" name="根轨迹3">
              <a:extLst>
                <a:ext uri="{FF2B5EF4-FFF2-40B4-BE49-F238E27FC236}">
                  <a16:creationId xmlns:a16="http://schemas.microsoft.com/office/drawing/2014/main" id="{122468A5-3A2C-7B82-6071-8D9C1A88BAD0}"/>
                </a:ext>
              </a:extLst>
            </p:cNvPr>
            <p:cNvCxnSpPr>
              <a:cxnSpLocks/>
            </p:cNvCxnSpPr>
            <p:nvPr/>
          </p:nvCxnSpPr>
          <p:spPr>
            <a:xfrm>
              <a:off x="1102573" y="3055986"/>
              <a:ext cx="1377123" cy="0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根轨迹2">
              <a:extLst>
                <a:ext uri="{FF2B5EF4-FFF2-40B4-BE49-F238E27FC236}">
                  <a16:creationId xmlns:a16="http://schemas.microsoft.com/office/drawing/2014/main" id="{EFA8894D-45ED-D569-07EA-20AE9ED206B3}"/>
                </a:ext>
              </a:extLst>
            </p:cNvPr>
            <p:cNvCxnSpPr>
              <a:cxnSpLocks/>
            </p:cNvCxnSpPr>
            <p:nvPr/>
          </p:nvCxnSpPr>
          <p:spPr>
            <a:xfrm>
              <a:off x="3277306" y="3056377"/>
              <a:ext cx="408115" cy="0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根轨迹1">
              <a:extLst>
                <a:ext uri="{FF2B5EF4-FFF2-40B4-BE49-F238E27FC236}">
                  <a16:creationId xmlns:a16="http://schemas.microsoft.com/office/drawing/2014/main" id="{FF83B925-EBB0-41DF-6B38-1BF91B6935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52098" y="3048704"/>
              <a:ext cx="358938" cy="3201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8" name="根轨迹1-2">
            <a:extLst>
              <a:ext uri="{FF2B5EF4-FFF2-40B4-BE49-F238E27FC236}">
                <a16:creationId xmlns:a16="http://schemas.microsoft.com/office/drawing/2014/main" id="{1AC70F9B-6DC8-1F92-E6EB-3C37035ED8E3}"/>
              </a:ext>
            </a:extLst>
          </p:cNvPr>
          <p:cNvSpPr/>
          <p:nvPr/>
        </p:nvSpPr>
        <p:spPr>
          <a:xfrm flipV="1">
            <a:off x="2465887" y="2419521"/>
            <a:ext cx="740855" cy="1272117"/>
          </a:xfrm>
          <a:custGeom>
            <a:avLst/>
            <a:gdLst>
              <a:gd name="connsiteX0" fmla="*/ 596243 w 747942"/>
              <a:gd name="connsiteY0" fmla="*/ 1238250 h 1238250"/>
              <a:gd name="connsiteX1" fmla="*/ 608943 w 747942"/>
              <a:gd name="connsiteY1" fmla="*/ 1016000 h 1238250"/>
              <a:gd name="connsiteX2" fmla="*/ 704193 w 747942"/>
              <a:gd name="connsiteY2" fmla="*/ 876300 h 1238250"/>
              <a:gd name="connsiteX3" fmla="*/ 697843 w 747942"/>
              <a:gd name="connsiteY3" fmla="*/ 609600 h 1238250"/>
              <a:gd name="connsiteX4" fmla="*/ 100943 w 747942"/>
              <a:gd name="connsiteY4" fmla="*/ 368300 h 1238250"/>
              <a:gd name="connsiteX5" fmla="*/ 5693 w 747942"/>
              <a:gd name="connsiteY5" fmla="*/ 0 h 1238250"/>
              <a:gd name="connsiteX0" fmla="*/ 587776 w 747942"/>
              <a:gd name="connsiteY0" fmla="*/ 1272117 h 1272117"/>
              <a:gd name="connsiteX1" fmla="*/ 608943 w 747942"/>
              <a:gd name="connsiteY1" fmla="*/ 1016000 h 1272117"/>
              <a:gd name="connsiteX2" fmla="*/ 704193 w 747942"/>
              <a:gd name="connsiteY2" fmla="*/ 876300 h 1272117"/>
              <a:gd name="connsiteX3" fmla="*/ 697843 w 747942"/>
              <a:gd name="connsiteY3" fmla="*/ 609600 h 1272117"/>
              <a:gd name="connsiteX4" fmla="*/ 100943 w 747942"/>
              <a:gd name="connsiteY4" fmla="*/ 368300 h 1272117"/>
              <a:gd name="connsiteX5" fmla="*/ 5693 w 747942"/>
              <a:gd name="connsiteY5" fmla="*/ 0 h 1272117"/>
              <a:gd name="connsiteX0" fmla="*/ 587776 w 747942"/>
              <a:gd name="connsiteY0" fmla="*/ 1272117 h 1272117"/>
              <a:gd name="connsiteX1" fmla="*/ 608943 w 747942"/>
              <a:gd name="connsiteY1" fmla="*/ 1016000 h 1272117"/>
              <a:gd name="connsiteX2" fmla="*/ 704193 w 747942"/>
              <a:gd name="connsiteY2" fmla="*/ 876300 h 1272117"/>
              <a:gd name="connsiteX3" fmla="*/ 697843 w 747942"/>
              <a:gd name="connsiteY3" fmla="*/ 609600 h 1272117"/>
              <a:gd name="connsiteX4" fmla="*/ 100943 w 747942"/>
              <a:gd name="connsiteY4" fmla="*/ 368300 h 1272117"/>
              <a:gd name="connsiteX5" fmla="*/ 5693 w 747942"/>
              <a:gd name="connsiteY5" fmla="*/ 0 h 1272117"/>
              <a:gd name="connsiteX0" fmla="*/ 582083 w 742249"/>
              <a:gd name="connsiteY0" fmla="*/ 1272117 h 1272117"/>
              <a:gd name="connsiteX1" fmla="*/ 603250 w 742249"/>
              <a:gd name="connsiteY1" fmla="*/ 1016000 h 1272117"/>
              <a:gd name="connsiteX2" fmla="*/ 698500 w 742249"/>
              <a:gd name="connsiteY2" fmla="*/ 876300 h 1272117"/>
              <a:gd name="connsiteX3" fmla="*/ 692150 w 742249"/>
              <a:gd name="connsiteY3" fmla="*/ 609600 h 1272117"/>
              <a:gd name="connsiteX4" fmla="*/ 95250 w 742249"/>
              <a:gd name="connsiteY4" fmla="*/ 368300 h 1272117"/>
              <a:gd name="connsiteX5" fmla="*/ 0 w 742249"/>
              <a:gd name="connsiteY5" fmla="*/ 0 h 1272117"/>
              <a:gd name="connsiteX0" fmla="*/ 582083 w 732668"/>
              <a:gd name="connsiteY0" fmla="*/ 1272117 h 1272117"/>
              <a:gd name="connsiteX1" fmla="*/ 603250 w 732668"/>
              <a:gd name="connsiteY1" fmla="*/ 1016000 h 1272117"/>
              <a:gd name="connsiteX2" fmla="*/ 698500 w 732668"/>
              <a:gd name="connsiteY2" fmla="*/ 876300 h 1272117"/>
              <a:gd name="connsiteX3" fmla="*/ 692150 w 732668"/>
              <a:gd name="connsiteY3" fmla="*/ 609600 h 1272117"/>
              <a:gd name="connsiteX4" fmla="*/ 226484 w 732668"/>
              <a:gd name="connsiteY4" fmla="*/ 448733 h 1272117"/>
              <a:gd name="connsiteX5" fmla="*/ 0 w 732668"/>
              <a:gd name="connsiteY5" fmla="*/ 0 h 1272117"/>
              <a:gd name="connsiteX0" fmla="*/ 582083 w 732668"/>
              <a:gd name="connsiteY0" fmla="*/ 1272117 h 1272117"/>
              <a:gd name="connsiteX1" fmla="*/ 603250 w 732668"/>
              <a:gd name="connsiteY1" fmla="*/ 1016000 h 1272117"/>
              <a:gd name="connsiteX2" fmla="*/ 698500 w 732668"/>
              <a:gd name="connsiteY2" fmla="*/ 876300 h 1272117"/>
              <a:gd name="connsiteX3" fmla="*/ 692150 w 732668"/>
              <a:gd name="connsiteY3" fmla="*/ 609600 h 1272117"/>
              <a:gd name="connsiteX4" fmla="*/ 226484 w 732668"/>
              <a:gd name="connsiteY4" fmla="*/ 448733 h 1272117"/>
              <a:gd name="connsiteX5" fmla="*/ 0 w 732668"/>
              <a:gd name="connsiteY5" fmla="*/ 0 h 1272117"/>
              <a:gd name="connsiteX0" fmla="*/ 582083 w 732668"/>
              <a:gd name="connsiteY0" fmla="*/ 1272117 h 1272117"/>
              <a:gd name="connsiteX1" fmla="*/ 603250 w 732668"/>
              <a:gd name="connsiteY1" fmla="*/ 1016000 h 1272117"/>
              <a:gd name="connsiteX2" fmla="*/ 698500 w 732668"/>
              <a:gd name="connsiteY2" fmla="*/ 876300 h 1272117"/>
              <a:gd name="connsiteX3" fmla="*/ 692150 w 732668"/>
              <a:gd name="connsiteY3" fmla="*/ 609600 h 1272117"/>
              <a:gd name="connsiteX4" fmla="*/ 226484 w 732668"/>
              <a:gd name="connsiteY4" fmla="*/ 448733 h 1272117"/>
              <a:gd name="connsiteX5" fmla="*/ 0 w 732668"/>
              <a:gd name="connsiteY5" fmla="*/ 0 h 1272117"/>
              <a:gd name="connsiteX0" fmla="*/ 582083 w 754884"/>
              <a:gd name="connsiteY0" fmla="*/ 1272117 h 1272117"/>
              <a:gd name="connsiteX1" fmla="*/ 603250 w 754884"/>
              <a:gd name="connsiteY1" fmla="*/ 1016000 h 1272117"/>
              <a:gd name="connsiteX2" fmla="*/ 740833 w 754884"/>
              <a:gd name="connsiteY2" fmla="*/ 783167 h 1272117"/>
              <a:gd name="connsiteX3" fmla="*/ 692150 w 754884"/>
              <a:gd name="connsiteY3" fmla="*/ 609600 h 1272117"/>
              <a:gd name="connsiteX4" fmla="*/ 226484 w 754884"/>
              <a:gd name="connsiteY4" fmla="*/ 448733 h 1272117"/>
              <a:gd name="connsiteX5" fmla="*/ 0 w 754884"/>
              <a:gd name="connsiteY5" fmla="*/ 0 h 1272117"/>
              <a:gd name="connsiteX0" fmla="*/ 582083 w 756371"/>
              <a:gd name="connsiteY0" fmla="*/ 1272117 h 1272117"/>
              <a:gd name="connsiteX1" fmla="*/ 740833 w 756371"/>
              <a:gd name="connsiteY1" fmla="*/ 783167 h 1272117"/>
              <a:gd name="connsiteX2" fmla="*/ 692150 w 756371"/>
              <a:gd name="connsiteY2" fmla="*/ 609600 h 1272117"/>
              <a:gd name="connsiteX3" fmla="*/ 226484 w 756371"/>
              <a:gd name="connsiteY3" fmla="*/ 448733 h 1272117"/>
              <a:gd name="connsiteX4" fmla="*/ 0 w 756371"/>
              <a:gd name="connsiteY4" fmla="*/ 0 h 1272117"/>
              <a:gd name="connsiteX0" fmla="*/ 582083 w 756371"/>
              <a:gd name="connsiteY0" fmla="*/ 1272117 h 1272117"/>
              <a:gd name="connsiteX1" fmla="*/ 740833 w 756371"/>
              <a:gd name="connsiteY1" fmla="*/ 783167 h 1272117"/>
              <a:gd name="connsiteX2" fmla="*/ 692150 w 756371"/>
              <a:gd name="connsiteY2" fmla="*/ 609600 h 1272117"/>
              <a:gd name="connsiteX3" fmla="*/ 226484 w 756371"/>
              <a:gd name="connsiteY3" fmla="*/ 448733 h 1272117"/>
              <a:gd name="connsiteX4" fmla="*/ 0 w 756371"/>
              <a:gd name="connsiteY4" fmla="*/ 0 h 1272117"/>
              <a:gd name="connsiteX0" fmla="*/ 582083 w 747671"/>
              <a:gd name="connsiteY0" fmla="*/ 1272117 h 1272117"/>
              <a:gd name="connsiteX1" fmla="*/ 740833 w 747671"/>
              <a:gd name="connsiteY1" fmla="*/ 783167 h 1272117"/>
              <a:gd name="connsiteX2" fmla="*/ 692150 w 747671"/>
              <a:gd name="connsiteY2" fmla="*/ 609600 h 1272117"/>
              <a:gd name="connsiteX3" fmla="*/ 226484 w 747671"/>
              <a:gd name="connsiteY3" fmla="*/ 448733 h 1272117"/>
              <a:gd name="connsiteX4" fmla="*/ 0 w 747671"/>
              <a:gd name="connsiteY4" fmla="*/ 0 h 1272117"/>
              <a:gd name="connsiteX0" fmla="*/ 582083 w 751177"/>
              <a:gd name="connsiteY0" fmla="*/ 1272117 h 1272117"/>
              <a:gd name="connsiteX1" fmla="*/ 740833 w 751177"/>
              <a:gd name="connsiteY1" fmla="*/ 783167 h 1272117"/>
              <a:gd name="connsiteX2" fmla="*/ 226484 w 751177"/>
              <a:gd name="connsiteY2" fmla="*/ 448733 h 1272117"/>
              <a:gd name="connsiteX3" fmla="*/ 0 w 751177"/>
              <a:gd name="connsiteY3" fmla="*/ 0 h 1272117"/>
              <a:gd name="connsiteX0" fmla="*/ 582083 w 763021"/>
              <a:gd name="connsiteY0" fmla="*/ 1272117 h 1272117"/>
              <a:gd name="connsiteX1" fmla="*/ 740833 w 763021"/>
              <a:gd name="connsiteY1" fmla="*/ 783167 h 1272117"/>
              <a:gd name="connsiteX2" fmla="*/ 0 w 763021"/>
              <a:gd name="connsiteY2" fmla="*/ 0 h 1272117"/>
              <a:gd name="connsiteX0" fmla="*/ 582083 w 740859"/>
              <a:gd name="connsiteY0" fmla="*/ 1272117 h 1272117"/>
              <a:gd name="connsiteX1" fmla="*/ 740833 w 740859"/>
              <a:gd name="connsiteY1" fmla="*/ 783167 h 1272117"/>
              <a:gd name="connsiteX2" fmla="*/ 0 w 740859"/>
              <a:gd name="connsiteY2" fmla="*/ 0 h 1272117"/>
              <a:gd name="connsiteX0" fmla="*/ 582083 w 740855"/>
              <a:gd name="connsiteY0" fmla="*/ 1272117 h 1272117"/>
              <a:gd name="connsiteX1" fmla="*/ 740833 w 740855"/>
              <a:gd name="connsiteY1" fmla="*/ 783167 h 1272117"/>
              <a:gd name="connsiteX2" fmla="*/ 0 w 740855"/>
              <a:gd name="connsiteY2" fmla="*/ 0 h 1272117"/>
              <a:gd name="connsiteX0" fmla="*/ 582083 w 740855"/>
              <a:gd name="connsiteY0" fmla="*/ 1272117 h 1272117"/>
              <a:gd name="connsiteX1" fmla="*/ 740833 w 740855"/>
              <a:gd name="connsiteY1" fmla="*/ 783167 h 1272117"/>
              <a:gd name="connsiteX2" fmla="*/ 0 w 740855"/>
              <a:gd name="connsiteY2" fmla="*/ 0 h 1272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0855" h="1272117">
                <a:moveTo>
                  <a:pt x="582083" y="1272117"/>
                </a:moveTo>
                <a:cubicBezTo>
                  <a:pt x="585522" y="975519"/>
                  <a:pt x="736247" y="1126420"/>
                  <a:pt x="740833" y="783167"/>
                </a:cubicBezTo>
                <a:cubicBezTo>
                  <a:pt x="745419" y="439914"/>
                  <a:pt x="56973" y="510293"/>
                  <a:pt x="0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根轨迹1-1">
            <a:extLst>
              <a:ext uri="{FF2B5EF4-FFF2-40B4-BE49-F238E27FC236}">
                <a16:creationId xmlns:a16="http://schemas.microsoft.com/office/drawing/2014/main" id="{2E3FFD41-7491-F144-02CF-DBACB0ACF228}"/>
              </a:ext>
            </a:extLst>
          </p:cNvPr>
          <p:cNvSpPr/>
          <p:nvPr/>
        </p:nvSpPr>
        <p:spPr>
          <a:xfrm>
            <a:off x="2470150" y="1168400"/>
            <a:ext cx="740855" cy="1272117"/>
          </a:xfrm>
          <a:custGeom>
            <a:avLst/>
            <a:gdLst>
              <a:gd name="connsiteX0" fmla="*/ 596243 w 747942"/>
              <a:gd name="connsiteY0" fmla="*/ 1238250 h 1238250"/>
              <a:gd name="connsiteX1" fmla="*/ 608943 w 747942"/>
              <a:gd name="connsiteY1" fmla="*/ 1016000 h 1238250"/>
              <a:gd name="connsiteX2" fmla="*/ 704193 w 747942"/>
              <a:gd name="connsiteY2" fmla="*/ 876300 h 1238250"/>
              <a:gd name="connsiteX3" fmla="*/ 697843 w 747942"/>
              <a:gd name="connsiteY3" fmla="*/ 609600 h 1238250"/>
              <a:gd name="connsiteX4" fmla="*/ 100943 w 747942"/>
              <a:gd name="connsiteY4" fmla="*/ 368300 h 1238250"/>
              <a:gd name="connsiteX5" fmla="*/ 5693 w 747942"/>
              <a:gd name="connsiteY5" fmla="*/ 0 h 1238250"/>
              <a:gd name="connsiteX0" fmla="*/ 587776 w 747942"/>
              <a:gd name="connsiteY0" fmla="*/ 1272117 h 1272117"/>
              <a:gd name="connsiteX1" fmla="*/ 608943 w 747942"/>
              <a:gd name="connsiteY1" fmla="*/ 1016000 h 1272117"/>
              <a:gd name="connsiteX2" fmla="*/ 704193 w 747942"/>
              <a:gd name="connsiteY2" fmla="*/ 876300 h 1272117"/>
              <a:gd name="connsiteX3" fmla="*/ 697843 w 747942"/>
              <a:gd name="connsiteY3" fmla="*/ 609600 h 1272117"/>
              <a:gd name="connsiteX4" fmla="*/ 100943 w 747942"/>
              <a:gd name="connsiteY4" fmla="*/ 368300 h 1272117"/>
              <a:gd name="connsiteX5" fmla="*/ 5693 w 747942"/>
              <a:gd name="connsiteY5" fmla="*/ 0 h 1272117"/>
              <a:gd name="connsiteX0" fmla="*/ 587776 w 747942"/>
              <a:gd name="connsiteY0" fmla="*/ 1272117 h 1272117"/>
              <a:gd name="connsiteX1" fmla="*/ 608943 w 747942"/>
              <a:gd name="connsiteY1" fmla="*/ 1016000 h 1272117"/>
              <a:gd name="connsiteX2" fmla="*/ 704193 w 747942"/>
              <a:gd name="connsiteY2" fmla="*/ 876300 h 1272117"/>
              <a:gd name="connsiteX3" fmla="*/ 697843 w 747942"/>
              <a:gd name="connsiteY3" fmla="*/ 609600 h 1272117"/>
              <a:gd name="connsiteX4" fmla="*/ 100943 w 747942"/>
              <a:gd name="connsiteY4" fmla="*/ 368300 h 1272117"/>
              <a:gd name="connsiteX5" fmla="*/ 5693 w 747942"/>
              <a:gd name="connsiteY5" fmla="*/ 0 h 1272117"/>
              <a:gd name="connsiteX0" fmla="*/ 582083 w 742249"/>
              <a:gd name="connsiteY0" fmla="*/ 1272117 h 1272117"/>
              <a:gd name="connsiteX1" fmla="*/ 603250 w 742249"/>
              <a:gd name="connsiteY1" fmla="*/ 1016000 h 1272117"/>
              <a:gd name="connsiteX2" fmla="*/ 698500 w 742249"/>
              <a:gd name="connsiteY2" fmla="*/ 876300 h 1272117"/>
              <a:gd name="connsiteX3" fmla="*/ 692150 w 742249"/>
              <a:gd name="connsiteY3" fmla="*/ 609600 h 1272117"/>
              <a:gd name="connsiteX4" fmla="*/ 95250 w 742249"/>
              <a:gd name="connsiteY4" fmla="*/ 368300 h 1272117"/>
              <a:gd name="connsiteX5" fmla="*/ 0 w 742249"/>
              <a:gd name="connsiteY5" fmla="*/ 0 h 1272117"/>
              <a:gd name="connsiteX0" fmla="*/ 582083 w 732668"/>
              <a:gd name="connsiteY0" fmla="*/ 1272117 h 1272117"/>
              <a:gd name="connsiteX1" fmla="*/ 603250 w 732668"/>
              <a:gd name="connsiteY1" fmla="*/ 1016000 h 1272117"/>
              <a:gd name="connsiteX2" fmla="*/ 698500 w 732668"/>
              <a:gd name="connsiteY2" fmla="*/ 876300 h 1272117"/>
              <a:gd name="connsiteX3" fmla="*/ 692150 w 732668"/>
              <a:gd name="connsiteY3" fmla="*/ 609600 h 1272117"/>
              <a:gd name="connsiteX4" fmla="*/ 226484 w 732668"/>
              <a:gd name="connsiteY4" fmla="*/ 448733 h 1272117"/>
              <a:gd name="connsiteX5" fmla="*/ 0 w 732668"/>
              <a:gd name="connsiteY5" fmla="*/ 0 h 1272117"/>
              <a:gd name="connsiteX0" fmla="*/ 582083 w 732668"/>
              <a:gd name="connsiteY0" fmla="*/ 1272117 h 1272117"/>
              <a:gd name="connsiteX1" fmla="*/ 603250 w 732668"/>
              <a:gd name="connsiteY1" fmla="*/ 1016000 h 1272117"/>
              <a:gd name="connsiteX2" fmla="*/ 698500 w 732668"/>
              <a:gd name="connsiteY2" fmla="*/ 876300 h 1272117"/>
              <a:gd name="connsiteX3" fmla="*/ 692150 w 732668"/>
              <a:gd name="connsiteY3" fmla="*/ 609600 h 1272117"/>
              <a:gd name="connsiteX4" fmla="*/ 226484 w 732668"/>
              <a:gd name="connsiteY4" fmla="*/ 448733 h 1272117"/>
              <a:gd name="connsiteX5" fmla="*/ 0 w 732668"/>
              <a:gd name="connsiteY5" fmla="*/ 0 h 1272117"/>
              <a:gd name="connsiteX0" fmla="*/ 582083 w 732668"/>
              <a:gd name="connsiteY0" fmla="*/ 1272117 h 1272117"/>
              <a:gd name="connsiteX1" fmla="*/ 603250 w 732668"/>
              <a:gd name="connsiteY1" fmla="*/ 1016000 h 1272117"/>
              <a:gd name="connsiteX2" fmla="*/ 698500 w 732668"/>
              <a:gd name="connsiteY2" fmla="*/ 876300 h 1272117"/>
              <a:gd name="connsiteX3" fmla="*/ 692150 w 732668"/>
              <a:gd name="connsiteY3" fmla="*/ 609600 h 1272117"/>
              <a:gd name="connsiteX4" fmla="*/ 226484 w 732668"/>
              <a:gd name="connsiteY4" fmla="*/ 448733 h 1272117"/>
              <a:gd name="connsiteX5" fmla="*/ 0 w 732668"/>
              <a:gd name="connsiteY5" fmla="*/ 0 h 1272117"/>
              <a:gd name="connsiteX0" fmla="*/ 582083 w 754884"/>
              <a:gd name="connsiteY0" fmla="*/ 1272117 h 1272117"/>
              <a:gd name="connsiteX1" fmla="*/ 603250 w 754884"/>
              <a:gd name="connsiteY1" fmla="*/ 1016000 h 1272117"/>
              <a:gd name="connsiteX2" fmla="*/ 740833 w 754884"/>
              <a:gd name="connsiteY2" fmla="*/ 783167 h 1272117"/>
              <a:gd name="connsiteX3" fmla="*/ 692150 w 754884"/>
              <a:gd name="connsiteY3" fmla="*/ 609600 h 1272117"/>
              <a:gd name="connsiteX4" fmla="*/ 226484 w 754884"/>
              <a:gd name="connsiteY4" fmla="*/ 448733 h 1272117"/>
              <a:gd name="connsiteX5" fmla="*/ 0 w 754884"/>
              <a:gd name="connsiteY5" fmla="*/ 0 h 1272117"/>
              <a:gd name="connsiteX0" fmla="*/ 582083 w 756371"/>
              <a:gd name="connsiteY0" fmla="*/ 1272117 h 1272117"/>
              <a:gd name="connsiteX1" fmla="*/ 740833 w 756371"/>
              <a:gd name="connsiteY1" fmla="*/ 783167 h 1272117"/>
              <a:gd name="connsiteX2" fmla="*/ 692150 w 756371"/>
              <a:gd name="connsiteY2" fmla="*/ 609600 h 1272117"/>
              <a:gd name="connsiteX3" fmla="*/ 226484 w 756371"/>
              <a:gd name="connsiteY3" fmla="*/ 448733 h 1272117"/>
              <a:gd name="connsiteX4" fmla="*/ 0 w 756371"/>
              <a:gd name="connsiteY4" fmla="*/ 0 h 1272117"/>
              <a:gd name="connsiteX0" fmla="*/ 582083 w 756371"/>
              <a:gd name="connsiteY0" fmla="*/ 1272117 h 1272117"/>
              <a:gd name="connsiteX1" fmla="*/ 740833 w 756371"/>
              <a:gd name="connsiteY1" fmla="*/ 783167 h 1272117"/>
              <a:gd name="connsiteX2" fmla="*/ 692150 w 756371"/>
              <a:gd name="connsiteY2" fmla="*/ 609600 h 1272117"/>
              <a:gd name="connsiteX3" fmla="*/ 226484 w 756371"/>
              <a:gd name="connsiteY3" fmla="*/ 448733 h 1272117"/>
              <a:gd name="connsiteX4" fmla="*/ 0 w 756371"/>
              <a:gd name="connsiteY4" fmla="*/ 0 h 1272117"/>
              <a:gd name="connsiteX0" fmla="*/ 582083 w 747671"/>
              <a:gd name="connsiteY0" fmla="*/ 1272117 h 1272117"/>
              <a:gd name="connsiteX1" fmla="*/ 740833 w 747671"/>
              <a:gd name="connsiteY1" fmla="*/ 783167 h 1272117"/>
              <a:gd name="connsiteX2" fmla="*/ 692150 w 747671"/>
              <a:gd name="connsiteY2" fmla="*/ 609600 h 1272117"/>
              <a:gd name="connsiteX3" fmla="*/ 226484 w 747671"/>
              <a:gd name="connsiteY3" fmla="*/ 448733 h 1272117"/>
              <a:gd name="connsiteX4" fmla="*/ 0 w 747671"/>
              <a:gd name="connsiteY4" fmla="*/ 0 h 1272117"/>
              <a:gd name="connsiteX0" fmla="*/ 582083 w 751177"/>
              <a:gd name="connsiteY0" fmla="*/ 1272117 h 1272117"/>
              <a:gd name="connsiteX1" fmla="*/ 740833 w 751177"/>
              <a:gd name="connsiteY1" fmla="*/ 783167 h 1272117"/>
              <a:gd name="connsiteX2" fmla="*/ 226484 w 751177"/>
              <a:gd name="connsiteY2" fmla="*/ 448733 h 1272117"/>
              <a:gd name="connsiteX3" fmla="*/ 0 w 751177"/>
              <a:gd name="connsiteY3" fmla="*/ 0 h 1272117"/>
              <a:gd name="connsiteX0" fmla="*/ 582083 w 763021"/>
              <a:gd name="connsiteY0" fmla="*/ 1272117 h 1272117"/>
              <a:gd name="connsiteX1" fmla="*/ 740833 w 763021"/>
              <a:gd name="connsiteY1" fmla="*/ 783167 h 1272117"/>
              <a:gd name="connsiteX2" fmla="*/ 0 w 763021"/>
              <a:gd name="connsiteY2" fmla="*/ 0 h 1272117"/>
              <a:gd name="connsiteX0" fmla="*/ 582083 w 740859"/>
              <a:gd name="connsiteY0" fmla="*/ 1272117 h 1272117"/>
              <a:gd name="connsiteX1" fmla="*/ 740833 w 740859"/>
              <a:gd name="connsiteY1" fmla="*/ 783167 h 1272117"/>
              <a:gd name="connsiteX2" fmla="*/ 0 w 740859"/>
              <a:gd name="connsiteY2" fmla="*/ 0 h 1272117"/>
              <a:gd name="connsiteX0" fmla="*/ 582083 w 740855"/>
              <a:gd name="connsiteY0" fmla="*/ 1272117 h 1272117"/>
              <a:gd name="connsiteX1" fmla="*/ 740833 w 740855"/>
              <a:gd name="connsiteY1" fmla="*/ 783167 h 1272117"/>
              <a:gd name="connsiteX2" fmla="*/ 0 w 740855"/>
              <a:gd name="connsiteY2" fmla="*/ 0 h 1272117"/>
              <a:gd name="connsiteX0" fmla="*/ 582083 w 740855"/>
              <a:gd name="connsiteY0" fmla="*/ 1272117 h 1272117"/>
              <a:gd name="connsiteX1" fmla="*/ 740833 w 740855"/>
              <a:gd name="connsiteY1" fmla="*/ 783167 h 1272117"/>
              <a:gd name="connsiteX2" fmla="*/ 0 w 740855"/>
              <a:gd name="connsiteY2" fmla="*/ 0 h 1272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0855" h="1272117">
                <a:moveTo>
                  <a:pt x="582083" y="1272117"/>
                </a:moveTo>
                <a:cubicBezTo>
                  <a:pt x="585522" y="975519"/>
                  <a:pt x="736247" y="1126420"/>
                  <a:pt x="740833" y="783167"/>
                </a:cubicBezTo>
                <a:cubicBezTo>
                  <a:pt x="745419" y="439914"/>
                  <a:pt x="56973" y="510293"/>
                  <a:pt x="0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根轨迹绘制例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5205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1"/>
      <p:bldP spid="182" grpId="0" animBg="1"/>
      <p:bldP spid="181" grpId="0" animBg="1"/>
      <p:bldP spid="184" grpId="0" animBg="1"/>
      <p:bldP spid="183" grpId="0" animBg="1"/>
      <p:bldP spid="180" grpId="0" animBg="1"/>
      <p:bldP spid="179" grpId="0" animBg="1"/>
      <p:bldP spid="178" grpId="0" animBg="1"/>
      <p:bldP spid="8" grpId="0" animBg="1"/>
      <p:bldP spid="4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grpSp>
        <p:nvGrpSpPr>
          <p:cNvPr id="19" name="步骤1">
            <a:extLst>
              <a:ext uri="{FF2B5EF4-FFF2-40B4-BE49-F238E27FC236}">
                <a16:creationId xmlns:a16="http://schemas.microsoft.com/office/drawing/2014/main" id="{1DF0A6FF-1D67-2486-36F5-E5EF1E2707D0}"/>
              </a:ext>
            </a:extLst>
          </p:cNvPr>
          <p:cNvGrpSpPr/>
          <p:nvPr/>
        </p:nvGrpSpPr>
        <p:grpSpPr>
          <a:xfrm>
            <a:off x="277241" y="955919"/>
            <a:ext cx="2937447" cy="725177"/>
            <a:chOff x="4943078" y="1700704"/>
            <a:chExt cx="2937447" cy="725177"/>
          </a:xfrm>
        </p:grpSpPr>
        <p:sp>
          <p:nvSpPr>
            <p:cNvPr id="20" name="标题">
              <a:extLst>
                <a:ext uri="{FF2B5EF4-FFF2-40B4-BE49-F238E27FC236}">
                  <a16:creationId xmlns:a16="http://schemas.microsoft.com/office/drawing/2014/main" id="{AE7B35A2-1941-E8EB-D7BB-FC3B4E479557}"/>
                </a:ext>
              </a:extLst>
            </p:cNvPr>
            <p:cNvSpPr/>
            <p:nvPr/>
          </p:nvSpPr>
          <p:spPr bwMode="auto">
            <a:xfrm>
              <a:off x="5502818" y="1739799"/>
              <a:ext cx="2377707" cy="646986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起点终点</a:t>
              </a:r>
            </a:p>
          </p:txBody>
        </p:sp>
        <p:sp>
          <p:nvSpPr>
            <p:cNvPr id="21" name="序号">
              <a:extLst>
                <a:ext uri="{FF2B5EF4-FFF2-40B4-BE49-F238E27FC236}">
                  <a16:creationId xmlns:a16="http://schemas.microsoft.com/office/drawing/2014/main" id="{4EDD4ABB-AC59-9BDE-7217-79A45D20B45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2" name="步骤2">
            <a:extLst>
              <a:ext uri="{FF2B5EF4-FFF2-40B4-BE49-F238E27FC236}">
                <a16:creationId xmlns:a16="http://schemas.microsoft.com/office/drawing/2014/main" id="{F45F4F54-5A48-9DFF-111A-9147948CD157}"/>
              </a:ext>
            </a:extLst>
          </p:cNvPr>
          <p:cNvGrpSpPr/>
          <p:nvPr/>
        </p:nvGrpSpPr>
        <p:grpSpPr>
          <a:xfrm>
            <a:off x="277241" y="1769012"/>
            <a:ext cx="4161781" cy="725177"/>
            <a:chOff x="4943078" y="1700704"/>
            <a:chExt cx="4161781" cy="725177"/>
          </a:xfrm>
        </p:grpSpPr>
        <p:sp>
          <p:nvSpPr>
            <p:cNvPr id="23" name="标题">
              <a:extLst>
                <a:ext uri="{FF2B5EF4-FFF2-40B4-BE49-F238E27FC236}">
                  <a16:creationId xmlns:a16="http://schemas.microsoft.com/office/drawing/2014/main" id="{5D13C6C9-7135-610B-8953-ACD7A4A4E4DE}"/>
                </a:ext>
              </a:extLst>
            </p:cNvPr>
            <p:cNvSpPr/>
            <p:nvPr/>
          </p:nvSpPr>
          <p:spPr bwMode="auto">
            <a:xfrm>
              <a:off x="5417690" y="1750121"/>
              <a:ext cx="3687169" cy="646986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实</a:t>
              </a:r>
              <a:r>
                <a:rPr lang="zh-CN" altLang="en-US" sz="3200" b="1">
                  <a:solidFill>
                    <a:schemeClr val="bg1"/>
                  </a:solidFill>
                  <a:latin typeface="Stencil" panose="040409050D0802020404" pitchFamily="82" charset="0"/>
                </a:rPr>
                <a:t>轴上的根</a:t>
              </a:r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轨迹</a:t>
              </a:r>
            </a:p>
          </p:txBody>
        </p:sp>
        <p:sp>
          <p:nvSpPr>
            <p:cNvPr id="24" name="序号">
              <a:extLst>
                <a:ext uri="{FF2B5EF4-FFF2-40B4-BE49-F238E27FC236}">
                  <a16:creationId xmlns:a16="http://schemas.microsoft.com/office/drawing/2014/main" id="{E0E52B47-7B51-9B94-226B-1EA55CBB8F2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5" name="步骤4">
            <a:extLst>
              <a:ext uri="{FF2B5EF4-FFF2-40B4-BE49-F238E27FC236}">
                <a16:creationId xmlns:a16="http://schemas.microsoft.com/office/drawing/2014/main" id="{BDBAFAA3-6448-7C50-7AAD-79F36CB67C04}"/>
              </a:ext>
            </a:extLst>
          </p:cNvPr>
          <p:cNvGrpSpPr/>
          <p:nvPr/>
        </p:nvGrpSpPr>
        <p:grpSpPr>
          <a:xfrm>
            <a:off x="259126" y="3449784"/>
            <a:ext cx="2955561" cy="725177"/>
            <a:chOff x="4943078" y="1700704"/>
            <a:chExt cx="2955561" cy="725177"/>
          </a:xfrm>
        </p:grpSpPr>
        <p:sp>
          <p:nvSpPr>
            <p:cNvPr id="26" name="标题">
              <a:extLst>
                <a:ext uri="{FF2B5EF4-FFF2-40B4-BE49-F238E27FC236}">
                  <a16:creationId xmlns:a16="http://schemas.microsoft.com/office/drawing/2014/main" id="{32490998-B565-963D-5F2D-0D864334F9A5}"/>
                </a:ext>
              </a:extLst>
            </p:cNvPr>
            <p:cNvSpPr/>
            <p:nvPr/>
          </p:nvSpPr>
          <p:spPr bwMode="auto">
            <a:xfrm>
              <a:off x="5459860" y="1739799"/>
              <a:ext cx="2438779" cy="646986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细致形态</a:t>
              </a:r>
            </a:p>
          </p:txBody>
        </p:sp>
        <p:sp>
          <p:nvSpPr>
            <p:cNvPr id="27" name="序号">
              <a:extLst>
                <a:ext uri="{FF2B5EF4-FFF2-40B4-BE49-F238E27FC236}">
                  <a16:creationId xmlns:a16="http://schemas.microsoft.com/office/drawing/2014/main" id="{3B15418C-5D46-25FB-A87A-B9F63D5A2F0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8" name="步骤3">
            <a:extLst>
              <a:ext uri="{FF2B5EF4-FFF2-40B4-BE49-F238E27FC236}">
                <a16:creationId xmlns:a16="http://schemas.microsoft.com/office/drawing/2014/main" id="{DCDEE8DC-BA56-0318-6930-FF7101B52CFD}"/>
              </a:ext>
            </a:extLst>
          </p:cNvPr>
          <p:cNvGrpSpPr/>
          <p:nvPr/>
        </p:nvGrpSpPr>
        <p:grpSpPr>
          <a:xfrm>
            <a:off x="271299" y="2582105"/>
            <a:ext cx="2913390" cy="725177"/>
            <a:chOff x="4943078" y="1700704"/>
            <a:chExt cx="2913390" cy="725177"/>
          </a:xfrm>
        </p:grpSpPr>
        <p:sp>
          <p:nvSpPr>
            <p:cNvPr id="29" name="标题">
              <a:extLst>
                <a:ext uri="{FF2B5EF4-FFF2-40B4-BE49-F238E27FC236}">
                  <a16:creationId xmlns:a16="http://schemas.microsoft.com/office/drawing/2014/main" id="{173D9534-8EDB-7E86-ABE3-A8D0FCFCEE3F}"/>
                </a:ext>
              </a:extLst>
            </p:cNvPr>
            <p:cNvSpPr/>
            <p:nvPr/>
          </p:nvSpPr>
          <p:spPr bwMode="auto">
            <a:xfrm>
              <a:off x="5417689" y="1736097"/>
              <a:ext cx="2438779" cy="646986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渐近线</a:t>
              </a:r>
            </a:p>
          </p:txBody>
        </p:sp>
        <p:sp>
          <p:nvSpPr>
            <p:cNvPr id="30" name="序号">
              <a:extLst>
                <a:ext uri="{FF2B5EF4-FFF2-40B4-BE49-F238E27FC236}">
                  <a16:creationId xmlns:a16="http://schemas.microsoft.com/office/drawing/2014/main" id="{4EE3A3FD-9421-CBFA-EC5C-9B49F910783C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1" name="说明1">
            <a:extLst>
              <a:ext uri="{FF2B5EF4-FFF2-40B4-BE49-F238E27FC236}">
                <a16:creationId xmlns:a16="http://schemas.microsoft.com/office/drawing/2014/main" id="{13AD52AC-E7E6-2895-D13B-B9CCA570C548}"/>
              </a:ext>
            </a:extLst>
          </p:cNvPr>
          <p:cNvSpPr txBox="1"/>
          <p:nvPr/>
        </p:nvSpPr>
        <p:spPr>
          <a:xfrm>
            <a:off x="3388374" y="1056897"/>
            <a:ext cx="74593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起点在开环极点，终点在开环零点和无穷远处</a:t>
            </a:r>
          </a:p>
        </p:txBody>
      </p:sp>
      <p:sp>
        <p:nvSpPr>
          <p:cNvPr id="32" name="说明2">
            <a:extLst>
              <a:ext uri="{FF2B5EF4-FFF2-40B4-BE49-F238E27FC236}">
                <a16:creationId xmlns:a16="http://schemas.microsoft.com/office/drawing/2014/main" id="{0EDA0FB0-9D8E-9B10-C08B-BDCA8A371C06}"/>
              </a:ext>
            </a:extLst>
          </p:cNvPr>
          <p:cNvSpPr txBox="1"/>
          <p:nvPr/>
        </p:nvSpPr>
        <p:spPr>
          <a:xfrm>
            <a:off x="4727054" y="1880312"/>
            <a:ext cx="61208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零极点之和为奇数的部分</a:t>
            </a:r>
          </a:p>
        </p:txBody>
      </p:sp>
      <p:sp>
        <p:nvSpPr>
          <p:cNvPr id="33" name="说明3">
            <a:extLst>
              <a:ext uri="{FF2B5EF4-FFF2-40B4-BE49-F238E27FC236}">
                <a16:creationId xmlns:a16="http://schemas.microsoft.com/office/drawing/2014/main" id="{E8BCF822-C15C-BA20-871E-7C7CF6373C52}"/>
              </a:ext>
            </a:extLst>
          </p:cNvPr>
          <p:cNvSpPr txBox="1"/>
          <p:nvPr/>
        </p:nvSpPr>
        <p:spPr>
          <a:xfrm>
            <a:off x="3388374" y="2703727"/>
            <a:ext cx="74593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(</a:t>
            </a:r>
            <a:r>
              <a:rPr lang="zh-CN" altLang="en-US" sz="2800" dirty="0"/>
              <a:t>极点和</a:t>
            </a:r>
            <a:r>
              <a:rPr lang="en-US" altLang="zh-CN" sz="2800" dirty="0"/>
              <a:t>-</a:t>
            </a:r>
            <a:r>
              <a:rPr lang="zh-CN" altLang="en-US" sz="2800" dirty="0"/>
              <a:t>零点和</a:t>
            </a:r>
            <a:r>
              <a:rPr lang="en-US" altLang="zh-CN" sz="2800" dirty="0"/>
              <a:t>)/</a:t>
            </a:r>
            <a:r>
              <a:rPr lang="zh-CN" altLang="en-US" sz="2800" dirty="0"/>
              <a:t>极点零点数量差</a:t>
            </a:r>
          </a:p>
        </p:txBody>
      </p:sp>
      <p:sp>
        <p:nvSpPr>
          <p:cNvPr id="34" name="说明4">
            <a:extLst>
              <a:ext uri="{FF2B5EF4-FFF2-40B4-BE49-F238E27FC236}">
                <a16:creationId xmlns:a16="http://schemas.microsoft.com/office/drawing/2014/main" id="{24F65A02-B530-F2F0-2530-2B36E7D9C5CA}"/>
              </a:ext>
            </a:extLst>
          </p:cNvPr>
          <p:cNvSpPr txBox="1"/>
          <p:nvPr/>
        </p:nvSpPr>
        <p:spPr>
          <a:xfrm>
            <a:off x="3388373" y="3577006"/>
            <a:ext cx="74593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受零点影响，需要进一步确定</a:t>
            </a:r>
          </a:p>
        </p:txBody>
      </p:sp>
      <p:pic>
        <p:nvPicPr>
          <p:cNvPr id="35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E6F94E93-458A-E75F-9A2F-B14498086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49" y="4100226"/>
            <a:ext cx="2619277" cy="261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小标题2">
            <a:extLst>
              <a:ext uri="{FF2B5EF4-FFF2-40B4-BE49-F238E27FC236}">
                <a16:creationId xmlns:a16="http://schemas.microsoft.com/office/drawing/2014/main" id="{6609E773-FB04-4285-ADEF-66294E9673E3}"/>
              </a:ext>
            </a:extLst>
          </p:cNvPr>
          <p:cNvSpPr/>
          <p:nvPr/>
        </p:nvSpPr>
        <p:spPr bwMode="auto">
          <a:xfrm>
            <a:off x="7905182" y="5099056"/>
            <a:ext cx="2758995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把握全局走向</a:t>
            </a:r>
          </a:p>
        </p:txBody>
      </p:sp>
      <p:sp>
        <p:nvSpPr>
          <p:cNvPr id="37" name="小标题1">
            <a:extLst>
              <a:ext uri="{FF2B5EF4-FFF2-40B4-BE49-F238E27FC236}">
                <a16:creationId xmlns:a16="http://schemas.microsoft.com/office/drawing/2014/main" id="{B67F9E3C-9AEE-BB33-36C7-7B2CF23F4CF4}"/>
              </a:ext>
            </a:extLst>
          </p:cNvPr>
          <p:cNvSpPr/>
          <p:nvPr/>
        </p:nvSpPr>
        <p:spPr bwMode="auto">
          <a:xfrm>
            <a:off x="4943078" y="5099056"/>
            <a:ext cx="2758996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发掘变化趋势</a:t>
            </a:r>
          </a:p>
        </p:txBody>
      </p:sp>
    </p:spTree>
    <p:extLst>
      <p:ext uri="{BB962C8B-B14F-4D97-AF65-F5344CB8AC3E}">
        <p14:creationId xmlns:p14="http://schemas.microsoft.com/office/powerpoint/2010/main" val="513621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6" grpId="0" animBg="1"/>
      <p:bldP spid="3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课后思考</a:t>
            </a:r>
          </a:p>
        </p:txBody>
      </p:sp>
      <p:grpSp>
        <p:nvGrpSpPr>
          <p:cNvPr id="3" name="问题">
            <a:extLst>
              <a:ext uri="{FF2B5EF4-FFF2-40B4-BE49-F238E27FC236}">
                <a16:creationId xmlns:a16="http://schemas.microsoft.com/office/drawing/2014/main" id="{D06D3F1D-D77A-CF55-27C3-5010FE1F3D41}"/>
              </a:ext>
            </a:extLst>
          </p:cNvPr>
          <p:cNvGrpSpPr/>
          <p:nvPr/>
        </p:nvGrpSpPr>
        <p:grpSpPr>
          <a:xfrm>
            <a:off x="690338" y="1548606"/>
            <a:ext cx="6193332" cy="1142595"/>
            <a:chOff x="5348307" y="5538470"/>
            <a:chExt cx="6193332" cy="1142595"/>
          </a:xfrm>
        </p:grpSpPr>
        <p:sp>
          <p:nvSpPr>
            <p:cNvPr id="4" name="问号">
              <a:extLst>
                <a:ext uri="{FF2B5EF4-FFF2-40B4-BE49-F238E27FC236}">
                  <a16:creationId xmlns:a16="http://schemas.microsoft.com/office/drawing/2014/main" id="{D1612918-97F0-8B94-875C-DFD8D3439BA3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5" name="文本">
              <a:extLst>
                <a:ext uri="{FF2B5EF4-FFF2-40B4-BE49-F238E27FC236}">
                  <a16:creationId xmlns:a16="http://schemas.microsoft.com/office/drawing/2014/main" id="{B40EDE9D-B618-037F-57F9-2304DF45231C}"/>
                </a:ext>
              </a:extLst>
            </p:cNvPr>
            <p:cNvSpPr txBox="1"/>
            <p:nvPr/>
          </p:nvSpPr>
          <p:spPr>
            <a:xfrm>
              <a:off x="6306264" y="5726958"/>
              <a:ext cx="523537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试在例</a:t>
              </a:r>
              <a:r>
                <a: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基础上，讨论添加极点或零点对根轨迹形态的影响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6" name="问题">
            <a:extLst>
              <a:ext uri="{FF2B5EF4-FFF2-40B4-BE49-F238E27FC236}">
                <a16:creationId xmlns:a16="http://schemas.microsoft.com/office/drawing/2014/main" id="{A0B720D9-BC69-5FCB-17E3-944714F91B50}"/>
              </a:ext>
            </a:extLst>
          </p:cNvPr>
          <p:cNvGrpSpPr/>
          <p:nvPr/>
        </p:nvGrpSpPr>
        <p:grpSpPr>
          <a:xfrm>
            <a:off x="690338" y="3281907"/>
            <a:ext cx="6194665" cy="954107"/>
            <a:chOff x="5348307" y="5538470"/>
            <a:chExt cx="6194665" cy="954107"/>
          </a:xfrm>
        </p:grpSpPr>
        <p:sp>
          <p:nvSpPr>
            <p:cNvPr id="7" name="问号">
              <a:extLst>
                <a:ext uri="{FF2B5EF4-FFF2-40B4-BE49-F238E27FC236}">
                  <a16:creationId xmlns:a16="http://schemas.microsoft.com/office/drawing/2014/main" id="{5F8C0436-D4D3-D94B-D4E1-58302854E7DA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8" name="文本">
              <a:extLst>
                <a:ext uri="{FF2B5EF4-FFF2-40B4-BE49-F238E27FC236}">
                  <a16:creationId xmlns:a16="http://schemas.microsoft.com/office/drawing/2014/main" id="{68096BCF-DEFA-1880-5BBB-61F51FEEEE7E}"/>
                </a:ext>
              </a:extLst>
            </p:cNvPr>
            <p:cNvSpPr txBox="1"/>
            <p:nvPr/>
          </p:nvSpPr>
          <p:spPr>
            <a:xfrm>
              <a:off x="6307597" y="5538470"/>
              <a:ext cx="523537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试补全例</a:t>
              </a:r>
              <a:r>
                <a: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</a:t>
              </a:r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中的根轨迹，并使用计算机验证正确性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2" name="坐标轴">
            <a:extLst>
              <a:ext uri="{FF2B5EF4-FFF2-40B4-BE49-F238E27FC236}">
                <a16:creationId xmlns:a16="http://schemas.microsoft.com/office/drawing/2014/main" id="{2AA39A0C-83E5-2D38-DD82-C90C78323B1D}"/>
              </a:ext>
            </a:extLst>
          </p:cNvPr>
          <p:cNvGrpSpPr/>
          <p:nvPr/>
        </p:nvGrpSpPr>
        <p:grpSpPr>
          <a:xfrm>
            <a:off x="8957744" y="1545978"/>
            <a:ext cx="1985939" cy="4427045"/>
            <a:chOff x="8957744" y="1545978"/>
            <a:chExt cx="1985939" cy="4427045"/>
          </a:xfrm>
        </p:grpSpPr>
        <p:cxnSp>
          <p:nvCxnSpPr>
            <p:cNvPr id="10" name="直线箭头连接符 9">
              <a:extLst>
                <a:ext uri="{FF2B5EF4-FFF2-40B4-BE49-F238E27FC236}">
                  <a16:creationId xmlns:a16="http://schemas.microsoft.com/office/drawing/2014/main" id="{AE43F4CD-EBB6-AD18-AE0A-1C854285E1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598" y="1580535"/>
              <a:ext cx="0" cy="4392488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箭头连接符 10">
              <a:extLst>
                <a:ext uri="{FF2B5EF4-FFF2-40B4-BE49-F238E27FC236}">
                  <a16:creationId xmlns:a16="http://schemas.microsoft.com/office/drawing/2014/main" id="{E4B0467A-5FB3-A5DB-41AD-232FBF999481}"/>
                </a:ext>
              </a:extLst>
            </p:cNvPr>
            <p:cNvCxnSpPr>
              <a:cxnSpLocks/>
            </p:cNvCxnSpPr>
            <p:nvPr/>
          </p:nvCxnSpPr>
          <p:spPr>
            <a:xfrm>
              <a:off x="8957744" y="3678072"/>
              <a:ext cx="177687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箭头连接符 11">
              <a:extLst>
                <a:ext uri="{FF2B5EF4-FFF2-40B4-BE49-F238E27FC236}">
                  <a16:creationId xmlns:a16="http://schemas.microsoft.com/office/drawing/2014/main" id="{82084EC8-65E9-539F-68FC-F6A54FE009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75660" y="1545978"/>
              <a:ext cx="0" cy="43924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4A74B79-B160-8F00-B083-B2115389EDEC}"/>
                    </a:ext>
                  </a:extLst>
                </p:cNvPr>
                <p:cNvSpPr txBox="1"/>
                <p:nvPr/>
              </p:nvSpPr>
              <p:spPr>
                <a:xfrm>
                  <a:off x="10456223" y="3053133"/>
                  <a:ext cx="32218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4A74B79-B160-8F00-B083-B2115389ED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6223" y="3053133"/>
                  <a:ext cx="322182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11538" r="-2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68D3211C-2566-CBB4-45D8-B41BC71ED44C}"/>
                    </a:ext>
                  </a:extLst>
                </p:cNvPr>
                <p:cNvSpPr txBox="1"/>
                <p:nvPr/>
              </p:nvSpPr>
              <p:spPr>
                <a:xfrm>
                  <a:off x="10422982" y="3776779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68D3211C-2566-CBB4-45D8-B41BC71ED4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2982" y="3776779"/>
                  <a:ext cx="520701" cy="523220"/>
                </a:xfrm>
                <a:prstGeom prst="rect">
                  <a:avLst/>
                </a:prstGeom>
                <a:blipFill>
                  <a:blip r:embed="rId4"/>
                  <a:stretch>
                    <a:fillRect r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19AD2B5-4462-45FA-4E50-6EF53B6F97E9}"/>
                    </a:ext>
                  </a:extLst>
                </p:cNvPr>
                <p:cNvSpPr txBox="1"/>
                <p:nvPr/>
              </p:nvSpPr>
              <p:spPr>
                <a:xfrm>
                  <a:off x="10213916" y="3599910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19AD2B5-4462-45FA-4E50-6EF53B6F97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3916" y="3599910"/>
                  <a:ext cx="520701" cy="52469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直线箭头连接符 17">
              <a:extLst>
                <a:ext uri="{FF2B5EF4-FFF2-40B4-BE49-F238E27FC236}">
                  <a16:creationId xmlns:a16="http://schemas.microsoft.com/office/drawing/2014/main" id="{6EE609CE-5ADA-B524-7FAA-9B21CCDFE602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1810097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线箭头连接符 18">
              <a:extLst>
                <a:ext uri="{FF2B5EF4-FFF2-40B4-BE49-F238E27FC236}">
                  <a16:creationId xmlns:a16="http://schemas.microsoft.com/office/drawing/2014/main" id="{D029428C-8CCA-2B67-DF39-2A7E2EDD6CDF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2557287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线箭头连接符 19">
              <a:extLst>
                <a:ext uri="{FF2B5EF4-FFF2-40B4-BE49-F238E27FC236}">
                  <a16:creationId xmlns:a16="http://schemas.microsoft.com/office/drawing/2014/main" id="{459BD9F5-D7AB-0964-D705-076C1B522E4A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2930882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线箭头连接符 20">
              <a:extLst>
                <a:ext uri="{FF2B5EF4-FFF2-40B4-BE49-F238E27FC236}">
                  <a16:creationId xmlns:a16="http://schemas.microsoft.com/office/drawing/2014/main" id="{BC69A540-AEA8-E2D4-EBD2-7855E1EC735F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3304477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箭头连接符 21">
              <a:extLst>
                <a:ext uri="{FF2B5EF4-FFF2-40B4-BE49-F238E27FC236}">
                  <a16:creationId xmlns:a16="http://schemas.microsoft.com/office/drawing/2014/main" id="{909815AF-061D-E7B0-6016-C489D783C76F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4051667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线箭头连接符 22">
              <a:extLst>
                <a:ext uri="{FF2B5EF4-FFF2-40B4-BE49-F238E27FC236}">
                  <a16:creationId xmlns:a16="http://schemas.microsoft.com/office/drawing/2014/main" id="{91FAF9EB-3F8D-2FD1-20FB-2A4D75391C0A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4425262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线箭头连接符 23">
              <a:extLst>
                <a:ext uri="{FF2B5EF4-FFF2-40B4-BE49-F238E27FC236}">
                  <a16:creationId xmlns:a16="http://schemas.microsoft.com/office/drawing/2014/main" id="{F1548708-A798-ECE4-A04A-D09D4AF13C04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4798857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箭头连接符 24">
              <a:extLst>
                <a:ext uri="{FF2B5EF4-FFF2-40B4-BE49-F238E27FC236}">
                  <a16:creationId xmlns:a16="http://schemas.microsoft.com/office/drawing/2014/main" id="{41F06E64-B88F-7B28-4A09-427A82A4ED90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5172452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箭头连接符 25">
              <a:extLst>
                <a:ext uri="{FF2B5EF4-FFF2-40B4-BE49-F238E27FC236}">
                  <a16:creationId xmlns:a16="http://schemas.microsoft.com/office/drawing/2014/main" id="{7547A635-7BAB-0CE6-8F17-0FD52A2CF6B7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5546043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箭头连接符 26">
              <a:extLst>
                <a:ext uri="{FF2B5EF4-FFF2-40B4-BE49-F238E27FC236}">
                  <a16:creationId xmlns:a16="http://schemas.microsoft.com/office/drawing/2014/main" id="{0E402AC5-2EE6-84F0-5A83-6D19847CB68E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2183692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E25A28F3-1C07-CC9B-2C50-3B6BE5CDE881}"/>
                    </a:ext>
                  </a:extLst>
                </p:cNvPr>
                <p:cNvSpPr txBox="1"/>
                <p:nvPr/>
              </p:nvSpPr>
              <p:spPr>
                <a:xfrm>
                  <a:off x="10450938" y="2669272"/>
                  <a:ext cx="32218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E25A28F3-1C07-CC9B-2C50-3B6BE5CDE8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0938" y="2669272"/>
                  <a:ext cx="322182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13909B0D-F870-80D9-D348-E40CFAC2A6B0}"/>
                    </a:ext>
                  </a:extLst>
                </p:cNvPr>
                <p:cNvSpPr txBox="1"/>
                <p:nvPr/>
              </p:nvSpPr>
              <p:spPr>
                <a:xfrm>
                  <a:off x="10458226" y="2290423"/>
                  <a:ext cx="32218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13909B0D-F870-80D9-D348-E40CFAC2A6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8226" y="2290423"/>
                  <a:ext cx="322182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11538" r="-2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A406880B-AC0E-4EB1-9B5D-1DB0E120FD35}"/>
                    </a:ext>
                  </a:extLst>
                </p:cNvPr>
                <p:cNvSpPr txBox="1"/>
                <p:nvPr/>
              </p:nvSpPr>
              <p:spPr>
                <a:xfrm>
                  <a:off x="10456248" y="1928278"/>
                  <a:ext cx="32218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A406880B-AC0E-4EB1-9B5D-1DB0E120FD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6248" y="1928278"/>
                  <a:ext cx="322182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11538" r="-2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61C3B310-0646-3D5B-17F3-182002565F8E}"/>
                    </a:ext>
                  </a:extLst>
                </p:cNvPr>
                <p:cNvSpPr txBox="1"/>
                <p:nvPr/>
              </p:nvSpPr>
              <p:spPr>
                <a:xfrm>
                  <a:off x="10450938" y="1552767"/>
                  <a:ext cx="32218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61C3B310-0646-3D5B-17F3-182002565F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0938" y="1552767"/>
                  <a:ext cx="322182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11111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2BF0F952-E98D-A520-26C9-7A112A02E53F}"/>
                    </a:ext>
                  </a:extLst>
                </p:cNvPr>
                <p:cNvSpPr txBox="1"/>
                <p:nvPr/>
              </p:nvSpPr>
              <p:spPr>
                <a:xfrm>
                  <a:off x="10416733" y="4159373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2BF0F952-E98D-A520-26C9-7A112A02E5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733" y="4159373"/>
                  <a:ext cx="520701" cy="523220"/>
                </a:xfrm>
                <a:prstGeom prst="rect">
                  <a:avLst/>
                </a:prstGeom>
                <a:blipFill>
                  <a:blip r:embed="rId10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8A866008-0D6C-7119-C794-6B1CAF204D9C}"/>
                    </a:ext>
                  </a:extLst>
                </p:cNvPr>
                <p:cNvSpPr txBox="1"/>
                <p:nvPr/>
              </p:nvSpPr>
              <p:spPr>
                <a:xfrm>
                  <a:off x="10416733" y="4519689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8A866008-0D6C-7119-C794-6B1CAF204D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733" y="4519689"/>
                  <a:ext cx="520701" cy="523220"/>
                </a:xfrm>
                <a:prstGeom prst="rect">
                  <a:avLst/>
                </a:prstGeom>
                <a:blipFill>
                  <a:blip r:embed="rId11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36DFF3AC-42B7-E0B6-0D9E-D60C6140632C}"/>
                    </a:ext>
                  </a:extLst>
                </p:cNvPr>
                <p:cNvSpPr txBox="1"/>
                <p:nvPr/>
              </p:nvSpPr>
              <p:spPr>
                <a:xfrm>
                  <a:off x="10416733" y="4897563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36DFF3AC-42B7-E0B6-0D9E-D60C614063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733" y="4897563"/>
                  <a:ext cx="520701" cy="523220"/>
                </a:xfrm>
                <a:prstGeom prst="rect">
                  <a:avLst/>
                </a:prstGeom>
                <a:blipFill>
                  <a:blip r:embed="rId12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04BC62EE-0436-0C90-AACA-750EC7955D78}"/>
                    </a:ext>
                  </a:extLst>
                </p:cNvPr>
                <p:cNvSpPr txBox="1"/>
                <p:nvPr/>
              </p:nvSpPr>
              <p:spPr>
                <a:xfrm>
                  <a:off x="10413125" y="5280157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−5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04BC62EE-0436-0C90-AACA-750EC7955D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3125" y="5280157"/>
                  <a:ext cx="520701" cy="523220"/>
                </a:xfrm>
                <a:prstGeom prst="rect">
                  <a:avLst/>
                </a:prstGeom>
                <a:blipFill>
                  <a:blip r:embed="rId13"/>
                  <a:stretch>
                    <a:fillRect r="-279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03EDA0F-67C6-D730-A385-D7FCA80D8DDD}"/>
              </a:ext>
            </a:extLst>
          </p:cNvPr>
          <p:cNvGrpSpPr/>
          <p:nvPr/>
        </p:nvGrpSpPr>
        <p:grpSpPr>
          <a:xfrm>
            <a:off x="8831510" y="3534056"/>
            <a:ext cx="795387" cy="2116380"/>
            <a:chOff x="8831510" y="3534056"/>
            <a:chExt cx="795387" cy="2116380"/>
          </a:xfrm>
        </p:grpSpPr>
        <p:sp>
          <p:nvSpPr>
            <p:cNvPr id="13" name="乘 12">
              <a:extLst>
                <a:ext uri="{FF2B5EF4-FFF2-40B4-BE49-F238E27FC236}">
                  <a16:creationId xmlns:a16="http://schemas.microsoft.com/office/drawing/2014/main" id="{79FACFF3-74EE-8AAC-710A-84F5418141AD}"/>
                </a:ext>
              </a:extLst>
            </p:cNvPr>
            <p:cNvSpPr/>
            <p:nvPr/>
          </p:nvSpPr>
          <p:spPr>
            <a:xfrm>
              <a:off x="8831510" y="3534056"/>
              <a:ext cx="288032" cy="288032"/>
            </a:xfrm>
            <a:prstGeom prst="mathMultiply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cxnSp>
          <p:nvCxnSpPr>
            <p:cNvPr id="36" name="轨迹2">
              <a:extLst>
                <a:ext uri="{FF2B5EF4-FFF2-40B4-BE49-F238E27FC236}">
                  <a16:creationId xmlns:a16="http://schemas.microsoft.com/office/drawing/2014/main" id="{92065AF9-C7D2-39DB-C138-C4CB774FDBB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319947" y="4343486"/>
              <a:ext cx="1972384" cy="641516"/>
            </a:xfrm>
            <a:prstGeom prst="bentConnector3">
              <a:avLst>
                <a:gd name="adj1" fmla="val 263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9E624CD7-439E-5156-FB85-394D7A7DDD41}"/>
              </a:ext>
            </a:extLst>
          </p:cNvPr>
          <p:cNvGrpSpPr/>
          <p:nvPr/>
        </p:nvGrpSpPr>
        <p:grpSpPr>
          <a:xfrm>
            <a:off x="9634186" y="1733404"/>
            <a:ext cx="778939" cy="2088684"/>
            <a:chOff x="9634186" y="1733404"/>
            <a:chExt cx="778939" cy="2088684"/>
          </a:xfrm>
        </p:grpSpPr>
        <p:sp>
          <p:nvSpPr>
            <p:cNvPr id="14" name="乘 13">
              <a:extLst>
                <a:ext uri="{FF2B5EF4-FFF2-40B4-BE49-F238E27FC236}">
                  <a16:creationId xmlns:a16="http://schemas.microsoft.com/office/drawing/2014/main" id="{89AC4648-CD36-A052-51C5-67E8082F56A0}"/>
                </a:ext>
              </a:extLst>
            </p:cNvPr>
            <p:cNvSpPr/>
            <p:nvPr/>
          </p:nvSpPr>
          <p:spPr>
            <a:xfrm>
              <a:off x="10125093" y="3534056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cxnSp>
          <p:nvCxnSpPr>
            <p:cNvPr id="37" name="轨迹1">
              <a:extLst>
                <a:ext uri="{FF2B5EF4-FFF2-40B4-BE49-F238E27FC236}">
                  <a16:creationId xmlns:a16="http://schemas.microsoft.com/office/drawing/2014/main" id="{CDC0FFC6-66F1-887B-D14F-D40A7941DB0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8971810" y="2395780"/>
              <a:ext cx="1966229" cy="641477"/>
            </a:xfrm>
            <a:prstGeom prst="bentConnector3">
              <a:avLst>
                <a:gd name="adj1" fmla="val 723"/>
              </a:avLst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26800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sp>
        <p:nvSpPr>
          <p:cNvPr id="6" name="说明1">
            <a:extLst>
              <a:ext uri="{FF2B5EF4-FFF2-40B4-BE49-F238E27FC236}">
                <a16:creationId xmlns:a16="http://schemas.microsoft.com/office/drawing/2014/main" id="{EAEF012D-62CA-5326-65BE-0E9657263C8A}"/>
              </a:ext>
            </a:extLst>
          </p:cNvPr>
          <p:cNvSpPr txBox="1"/>
          <p:nvPr/>
        </p:nvSpPr>
        <p:spPr>
          <a:xfrm>
            <a:off x="3935413" y="2749986"/>
            <a:ext cx="777437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[1]</a:t>
            </a:r>
            <a:r>
              <a:rPr lang="zh-CN" altLang="en-US" sz="2800" dirty="0"/>
              <a:t> </a:t>
            </a:r>
            <a:r>
              <a:rPr lang="en" altLang="zh-CN" sz="2800" dirty="0"/>
              <a:t>Krall, Allan M. "The root locus method: a survey." SIAM Review 12.1 (1970): 64-72.</a:t>
            </a:r>
          </a:p>
          <a:p>
            <a:r>
              <a:rPr lang="en-US" altLang="zh-CN" sz="2800" dirty="0"/>
              <a:t>[2]</a:t>
            </a:r>
            <a:r>
              <a:rPr lang="zh-CN" altLang="en-US" sz="2800" dirty="0"/>
              <a:t> </a:t>
            </a:r>
            <a:r>
              <a:rPr lang="en" altLang="zh-CN" sz="2800" dirty="0" err="1"/>
              <a:t>Jalali</a:t>
            </a:r>
            <a:r>
              <a:rPr lang="en" altLang="zh-CN" sz="2800" dirty="0"/>
              <a:t>, S., &amp; </a:t>
            </a:r>
            <a:r>
              <a:rPr lang="en" altLang="zh-CN" sz="2800" dirty="0" err="1"/>
              <a:t>Shahgholian</a:t>
            </a:r>
            <a:r>
              <a:rPr lang="en" altLang="zh-CN" sz="2800" dirty="0"/>
              <a:t>, G. (2018). Designing of power system stabilizer based on the root locus method with lead-lag controller and comparing it with PI controller in multi-machine power system. Journal of Power Technologies, 98(1), 45.</a:t>
            </a:r>
            <a:endParaRPr lang="zh-CN" altLang="en-US" sz="28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D9E5F30-83F7-321B-A7BA-3C248BB48738}"/>
              </a:ext>
            </a:extLst>
          </p:cNvPr>
          <p:cNvGrpSpPr/>
          <p:nvPr/>
        </p:nvGrpSpPr>
        <p:grpSpPr>
          <a:xfrm>
            <a:off x="790906" y="1263266"/>
            <a:ext cx="10608601" cy="3376178"/>
            <a:chOff x="790906" y="1263266"/>
            <a:chExt cx="10608601" cy="3376178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zh-CN" sz="2800" dirty="0"/>
                <a:t>DR_CAN</a:t>
              </a:r>
              <a:r>
                <a:rPr lang="zh-CN" altLang="en-US" sz="2800" dirty="0"/>
                <a:t>根轨迹</a:t>
              </a:r>
              <a:r>
                <a:rPr lang="en-US" altLang="zh-CN" sz="2800" dirty="0"/>
                <a:t>_</a:t>
              </a:r>
              <a:r>
                <a:rPr lang="en" altLang="zh-CN" sz="2800" dirty="0"/>
                <a:t>Part2_</a:t>
              </a:r>
              <a:r>
                <a:rPr lang="zh-CN" altLang="en-US" sz="2800" dirty="0"/>
                <a:t>根轨迹手绘技巧：</a:t>
              </a:r>
              <a:r>
                <a:rPr lang="en" altLang="zh-CN" sz="2800" dirty="0"/>
                <a:t>https://</a:t>
              </a:r>
              <a:r>
                <a:rPr lang="en" altLang="zh-CN" sz="2800" dirty="0" err="1"/>
                <a:t>www.bilibili.com</a:t>
              </a:r>
              <a:r>
                <a:rPr lang="en" altLang="zh-CN" sz="2800" dirty="0"/>
                <a:t>/video/BV19E411a7jk?share_source=</a:t>
              </a:r>
              <a:r>
                <a:rPr lang="en" altLang="zh-CN" sz="2800" dirty="0" err="1"/>
                <a:t>copy_web</a:t>
              </a:r>
              <a:endParaRPr lang="zh-CN" altLang="en-US" sz="2800" dirty="0"/>
            </a:p>
          </p:txBody>
        </p:sp>
        <p:pic>
          <p:nvPicPr>
            <p:cNvPr id="5" name="图片 4" descr="图片包含 图示&#10;&#10;描述已自动生成">
              <a:extLst>
                <a:ext uri="{FF2B5EF4-FFF2-40B4-BE49-F238E27FC236}">
                  <a16:creationId xmlns:a16="http://schemas.microsoft.com/office/drawing/2014/main" id="{F649851E-B8F0-AEDD-B38B-2C09562512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0906" y="1263266"/>
              <a:ext cx="2146300" cy="1435100"/>
            </a:xfrm>
            <a:prstGeom prst="rect">
              <a:avLst/>
            </a:prstGeom>
          </p:spPr>
        </p:pic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4FA9E165-9F1B-BB47-A32E-32F85C06C9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6806" y="2924944"/>
              <a:ext cx="1714500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87039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pic>
        <p:nvPicPr>
          <p:cNvPr id="12" name="图形 11" descr="翻开的书、台灯、书、钢笔和铅笔">
            <a:extLst>
              <a:ext uri="{FF2B5EF4-FFF2-40B4-BE49-F238E27FC236}">
                <a16:creationId xmlns:a16="http://schemas.microsoft.com/office/drawing/2014/main" id="{E4D2B8AC-B004-AD54-F56D-CBCCEF246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48226"/>
            <a:ext cx="4148932" cy="4148932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A898460F-B659-9221-12A1-BDB9965F118D}"/>
              </a:ext>
            </a:extLst>
          </p:cNvPr>
          <p:cNvGrpSpPr/>
          <p:nvPr/>
        </p:nvGrpSpPr>
        <p:grpSpPr>
          <a:xfrm>
            <a:off x="994874" y="993120"/>
            <a:ext cx="10404633" cy="2952764"/>
            <a:chOff x="994874" y="993120"/>
            <a:chExt cx="10404633" cy="2952764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控制之美，王天威著，清华大学出版社，</a:t>
              </a:r>
              <a:r>
                <a:rPr lang="en-US" altLang="zh-CN" sz="2800" dirty="0"/>
                <a:t>2022</a:t>
              </a:r>
              <a:endParaRPr lang="zh-CN" altLang="en-US" sz="2800" dirty="0"/>
            </a:p>
          </p:txBody>
        </p:sp>
        <p:pic>
          <p:nvPicPr>
            <p:cNvPr id="13" name="图片 12" descr="图片包含 文本&#10;&#10;描述已自动生成">
              <a:extLst>
                <a:ext uri="{FF2B5EF4-FFF2-40B4-BE49-F238E27FC236}">
                  <a16:creationId xmlns:a16="http://schemas.microsoft.com/office/drawing/2014/main" id="{8FD22F2E-5A35-F8FB-3E4E-6F97DF4C3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874" y="993120"/>
              <a:ext cx="2148003" cy="2952764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314174C2-0720-59D1-85F2-D963CE2FD691}"/>
              </a:ext>
            </a:extLst>
          </p:cNvPr>
          <p:cNvGrpSpPr/>
          <p:nvPr/>
        </p:nvGrpSpPr>
        <p:grpSpPr>
          <a:xfrm>
            <a:off x="4654550" y="4868863"/>
            <a:ext cx="6511214" cy="1320800"/>
            <a:chOff x="4654550" y="4868863"/>
            <a:chExt cx="6511214" cy="1320800"/>
          </a:xfrm>
        </p:grpSpPr>
        <p:sp>
          <p:nvSpPr>
            <p:cNvPr id="9" name="说明1">
              <a:extLst>
                <a:ext uri="{FF2B5EF4-FFF2-40B4-BE49-F238E27FC236}">
                  <a16:creationId xmlns:a16="http://schemas.microsoft.com/office/drawing/2014/main" id="{75AF8125-108A-60BC-B6E2-2AAF0040A830}"/>
                </a:ext>
              </a:extLst>
            </p:cNvPr>
            <p:cNvSpPr txBox="1"/>
            <p:nvPr/>
          </p:nvSpPr>
          <p:spPr>
            <a:xfrm>
              <a:off x="4654550" y="4955833"/>
              <a:ext cx="352671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在线视频</a:t>
              </a:r>
              <a:r>
                <a:rPr lang="en-US" altLang="zh-CN" sz="2800" dirty="0"/>
                <a:t>063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参与在线讨论</a:t>
              </a:r>
            </a:p>
          </p:txBody>
        </p:sp>
        <p:pic>
          <p:nvPicPr>
            <p:cNvPr id="4" name="图片 3" descr="文本&#10;&#10;描述已自动生成">
              <a:extLst>
                <a:ext uri="{FF2B5EF4-FFF2-40B4-BE49-F238E27FC236}">
                  <a16:creationId xmlns:a16="http://schemas.microsoft.com/office/drawing/2014/main" id="{A8A20184-A24E-0D81-A3C2-817019FC3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81264" y="4868863"/>
              <a:ext cx="2984500" cy="1320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8103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>
            <a:extLst>
              <a:ext uri="{FF2B5EF4-FFF2-40B4-BE49-F238E27FC236}">
                <a16:creationId xmlns:a16="http://schemas.microsoft.com/office/drawing/2014/main" id="{A6FE66DB-1AB0-C7CA-D208-21EB02C2064D}"/>
              </a:ext>
            </a:extLst>
          </p:cNvPr>
          <p:cNvSpPr/>
          <p:nvPr/>
        </p:nvSpPr>
        <p:spPr bwMode="auto">
          <a:xfrm>
            <a:off x="2062560" y="4077072"/>
            <a:ext cx="230425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感谢聆听！</a:t>
            </a:r>
          </a:p>
        </p:txBody>
      </p:sp>
      <p:sp>
        <p:nvSpPr>
          <p:cNvPr id="5" name="节段12">
            <a:extLst>
              <a:ext uri="{FF2B5EF4-FFF2-40B4-BE49-F238E27FC236}">
                <a16:creationId xmlns:a16="http://schemas.microsoft.com/office/drawing/2014/main" id="{5EE27704-8AFE-CC4E-DD45-6402D2C5D741}"/>
              </a:ext>
            </a:extLst>
          </p:cNvPr>
          <p:cNvSpPr/>
          <p:nvPr/>
        </p:nvSpPr>
        <p:spPr bwMode="auto">
          <a:xfrm>
            <a:off x="544800" y="1272316"/>
            <a:ext cx="5551200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12.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根轨迹：基本形态</a:t>
            </a:r>
          </a:p>
        </p:txBody>
      </p:sp>
      <p:grpSp>
        <p:nvGrpSpPr>
          <p:cNvPr id="6" name="坐标轴">
            <a:extLst>
              <a:ext uri="{FF2B5EF4-FFF2-40B4-BE49-F238E27FC236}">
                <a16:creationId xmlns:a16="http://schemas.microsoft.com/office/drawing/2014/main" id="{CC741783-8A25-68F6-31D6-9549AA58FEB1}"/>
              </a:ext>
            </a:extLst>
          </p:cNvPr>
          <p:cNvGrpSpPr/>
          <p:nvPr/>
        </p:nvGrpSpPr>
        <p:grpSpPr>
          <a:xfrm>
            <a:off x="8957744" y="1545978"/>
            <a:ext cx="1985939" cy="4427045"/>
            <a:chOff x="8957744" y="1545978"/>
            <a:chExt cx="1985939" cy="4427045"/>
          </a:xfrm>
        </p:grpSpPr>
        <p:cxnSp>
          <p:nvCxnSpPr>
            <p:cNvPr id="7" name="直线箭头连接符 6">
              <a:extLst>
                <a:ext uri="{FF2B5EF4-FFF2-40B4-BE49-F238E27FC236}">
                  <a16:creationId xmlns:a16="http://schemas.microsoft.com/office/drawing/2014/main" id="{E7452FA6-7493-9435-6732-6EDE5FD4D6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598" y="1580535"/>
              <a:ext cx="0" cy="4392488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线箭头连接符 7">
              <a:extLst>
                <a:ext uri="{FF2B5EF4-FFF2-40B4-BE49-F238E27FC236}">
                  <a16:creationId xmlns:a16="http://schemas.microsoft.com/office/drawing/2014/main" id="{B1ADB287-1FF4-F3EA-54D4-693DEC45A2DA}"/>
                </a:ext>
              </a:extLst>
            </p:cNvPr>
            <p:cNvCxnSpPr>
              <a:cxnSpLocks/>
            </p:cNvCxnSpPr>
            <p:nvPr/>
          </p:nvCxnSpPr>
          <p:spPr>
            <a:xfrm>
              <a:off x="8957744" y="3678072"/>
              <a:ext cx="177687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箭头连接符 8">
              <a:extLst>
                <a:ext uri="{FF2B5EF4-FFF2-40B4-BE49-F238E27FC236}">
                  <a16:creationId xmlns:a16="http://schemas.microsoft.com/office/drawing/2014/main" id="{05994751-E107-2644-B4CF-A2E1B7FD3E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75660" y="1545978"/>
              <a:ext cx="0" cy="43924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AF848518-535F-828D-B736-94428260E4E5}"/>
                    </a:ext>
                  </a:extLst>
                </p:cNvPr>
                <p:cNvSpPr txBox="1"/>
                <p:nvPr/>
              </p:nvSpPr>
              <p:spPr>
                <a:xfrm>
                  <a:off x="10456223" y="3053133"/>
                  <a:ext cx="32218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AF848518-535F-828D-B736-94428260E4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6223" y="3053133"/>
                  <a:ext cx="322182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11538" r="-2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34EEEDA-78FB-B0FD-7152-7EC9C33896ED}"/>
                    </a:ext>
                  </a:extLst>
                </p:cNvPr>
                <p:cNvSpPr txBox="1"/>
                <p:nvPr/>
              </p:nvSpPr>
              <p:spPr>
                <a:xfrm>
                  <a:off x="10422982" y="3776779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34EEEDA-78FB-B0FD-7152-7EC9C33896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2982" y="3776779"/>
                  <a:ext cx="520701" cy="523220"/>
                </a:xfrm>
                <a:prstGeom prst="rect">
                  <a:avLst/>
                </a:prstGeom>
                <a:blipFill>
                  <a:blip r:embed="rId4"/>
                  <a:stretch>
                    <a:fillRect r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C324AFDE-3734-2819-C1B1-25E1417DB7D5}"/>
                    </a:ext>
                  </a:extLst>
                </p:cNvPr>
                <p:cNvSpPr txBox="1"/>
                <p:nvPr/>
              </p:nvSpPr>
              <p:spPr>
                <a:xfrm>
                  <a:off x="10213916" y="3599910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C324AFDE-3734-2819-C1B1-25E1417DB7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3916" y="3599910"/>
                  <a:ext cx="520701" cy="52469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直线箭头连接符 12">
              <a:extLst>
                <a:ext uri="{FF2B5EF4-FFF2-40B4-BE49-F238E27FC236}">
                  <a16:creationId xmlns:a16="http://schemas.microsoft.com/office/drawing/2014/main" id="{37E3B222-C46E-9588-9F16-8614E17507EF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1810097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箭头连接符 13">
              <a:extLst>
                <a:ext uri="{FF2B5EF4-FFF2-40B4-BE49-F238E27FC236}">
                  <a16:creationId xmlns:a16="http://schemas.microsoft.com/office/drawing/2014/main" id="{EBCFBD8C-06A4-257D-38D4-4D201F444990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2557287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箭头连接符 14">
              <a:extLst>
                <a:ext uri="{FF2B5EF4-FFF2-40B4-BE49-F238E27FC236}">
                  <a16:creationId xmlns:a16="http://schemas.microsoft.com/office/drawing/2014/main" id="{1FE95D5B-F8DB-9E33-FF8B-79E4E2A19A54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2930882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箭头连接符 15">
              <a:extLst>
                <a:ext uri="{FF2B5EF4-FFF2-40B4-BE49-F238E27FC236}">
                  <a16:creationId xmlns:a16="http://schemas.microsoft.com/office/drawing/2014/main" id="{43BECC19-35AD-7D8A-3A77-A39F0664AAB1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3304477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箭头连接符 16">
              <a:extLst>
                <a:ext uri="{FF2B5EF4-FFF2-40B4-BE49-F238E27FC236}">
                  <a16:creationId xmlns:a16="http://schemas.microsoft.com/office/drawing/2014/main" id="{C5B12319-1C6F-EBD1-9BE5-3C6FA9C6F515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4051667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箭头连接符 17">
              <a:extLst>
                <a:ext uri="{FF2B5EF4-FFF2-40B4-BE49-F238E27FC236}">
                  <a16:creationId xmlns:a16="http://schemas.microsoft.com/office/drawing/2014/main" id="{CAC487A4-F8FB-D56D-89F0-4AE25729F65F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4425262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线箭头连接符 18">
              <a:extLst>
                <a:ext uri="{FF2B5EF4-FFF2-40B4-BE49-F238E27FC236}">
                  <a16:creationId xmlns:a16="http://schemas.microsoft.com/office/drawing/2014/main" id="{9E8C12A6-5D54-58D9-7091-26879DCF55CE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4798857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线箭头连接符 19">
              <a:extLst>
                <a:ext uri="{FF2B5EF4-FFF2-40B4-BE49-F238E27FC236}">
                  <a16:creationId xmlns:a16="http://schemas.microsoft.com/office/drawing/2014/main" id="{AD90D670-3196-C77C-F72A-EB43485376D9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5172452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线箭头连接符 20">
              <a:extLst>
                <a:ext uri="{FF2B5EF4-FFF2-40B4-BE49-F238E27FC236}">
                  <a16:creationId xmlns:a16="http://schemas.microsoft.com/office/drawing/2014/main" id="{F6EDC941-C25B-12EC-33B8-1B6DBDBE35E6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5546043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箭头连接符 21">
              <a:extLst>
                <a:ext uri="{FF2B5EF4-FFF2-40B4-BE49-F238E27FC236}">
                  <a16:creationId xmlns:a16="http://schemas.microsoft.com/office/drawing/2014/main" id="{CD0BF42F-0000-96D6-CF1F-CABF04740FDA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2183692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89EE722B-8452-6289-CCF5-B09DBFC7577F}"/>
                    </a:ext>
                  </a:extLst>
                </p:cNvPr>
                <p:cNvSpPr txBox="1"/>
                <p:nvPr/>
              </p:nvSpPr>
              <p:spPr>
                <a:xfrm>
                  <a:off x="10450938" y="2669272"/>
                  <a:ext cx="32218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89EE722B-8452-6289-CCF5-B09DBFC757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0938" y="2669272"/>
                  <a:ext cx="322182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8C2FB84E-B98D-A7E9-79AD-70812A2F9D75}"/>
                    </a:ext>
                  </a:extLst>
                </p:cNvPr>
                <p:cNvSpPr txBox="1"/>
                <p:nvPr/>
              </p:nvSpPr>
              <p:spPr>
                <a:xfrm>
                  <a:off x="10458226" y="2290423"/>
                  <a:ext cx="32218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8C2FB84E-B98D-A7E9-79AD-70812A2F9D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8226" y="2290423"/>
                  <a:ext cx="322182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11538" r="-2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E92CC2C-ABB2-BA17-4CDF-927200DB7B42}"/>
                    </a:ext>
                  </a:extLst>
                </p:cNvPr>
                <p:cNvSpPr txBox="1"/>
                <p:nvPr/>
              </p:nvSpPr>
              <p:spPr>
                <a:xfrm>
                  <a:off x="10456248" y="1928278"/>
                  <a:ext cx="32218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E92CC2C-ABB2-BA17-4CDF-927200DB7B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6248" y="1928278"/>
                  <a:ext cx="322182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11538" r="-2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AC54DA2-4797-4BE2-4929-B83E3D8BA7A9}"/>
                    </a:ext>
                  </a:extLst>
                </p:cNvPr>
                <p:cNvSpPr txBox="1"/>
                <p:nvPr/>
              </p:nvSpPr>
              <p:spPr>
                <a:xfrm>
                  <a:off x="10450938" y="1552767"/>
                  <a:ext cx="32218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AC54DA2-4797-4BE2-4929-B83E3D8BA7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0938" y="1552767"/>
                  <a:ext cx="322182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11111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DEF46C54-579C-2972-84AF-E463EE647EBC}"/>
                    </a:ext>
                  </a:extLst>
                </p:cNvPr>
                <p:cNvSpPr txBox="1"/>
                <p:nvPr/>
              </p:nvSpPr>
              <p:spPr>
                <a:xfrm>
                  <a:off x="10416733" y="4159373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DEF46C54-579C-2972-84AF-E463EE647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733" y="4159373"/>
                  <a:ext cx="520701" cy="523220"/>
                </a:xfrm>
                <a:prstGeom prst="rect">
                  <a:avLst/>
                </a:prstGeom>
                <a:blipFill>
                  <a:blip r:embed="rId10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355956B3-29D3-0C56-A4A3-1C9195643BE3}"/>
                    </a:ext>
                  </a:extLst>
                </p:cNvPr>
                <p:cNvSpPr txBox="1"/>
                <p:nvPr/>
              </p:nvSpPr>
              <p:spPr>
                <a:xfrm>
                  <a:off x="10416733" y="4519689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355956B3-29D3-0C56-A4A3-1C9195643B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733" y="4519689"/>
                  <a:ext cx="520701" cy="523220"/>
                </a:xfrm>
                <a:prstGeom prst="rect">
                  <a:avLst/>
                </a:prstGeom>
                <a:blipFill>
                  <a:blip r:embed="rId11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4FD99583-32C0-733D-D5F5-6B2B0905C87A}"/>
                    </a:ext>
                  </a:extLst>
                </p:cNvPr>
                <p:cNvSpPr txBox="1"/>
                <p:nvPr/>
              </p:nvSpPr>
              <p:spPr>
                <a:xfrm>
                  <a:off x="10416733" y="4897563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4FD99583-32C0-733D-D5F5-6B2B0905C8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733" y="4897563"/>
                  <a:ext cx="520701" cy="523220"/>
                </a:xfrm>
                <a:prstGeom prst="rect">
                  <a:avLst/>
                </a:prstGeom>
                <a:blipFill>
                  <a:blip r:embed="rId12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BF1CCD16-26F0-8E26-BC1B-A64B0066FF70}"/>
                    </a:ext>
                  </a:extLst>
                </p:cNvPr>
                <p:cNvSpPr txBox="1"/>
                <p:nvPr/>
              </p:nvSpPr>
              <p:spPr>
                <a:xfrm>
                  <a:off x="10413125" y="5280157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−5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BF1CCD16-26F0-8E26-BC1B-A64B0066FF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3125" y="5280157"/>
                  <a:ext cx="520701" cy="523220"/>
                </a:xfrm>
                <a:prstGeom prst="rect">
                  <a:avLst/>
                </a:prstGeom>
                <a:blipFill>
                  <a:blip r:embed="rId13"/>
                  <a:stretch>
                    <a:fillRect r="-279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2FE4057B-AC16-BB10-0816-73EE5D62DCA1}"/>
              </a:ext>
            </a:extLst>
          </p:cNvPr>
          <p:cNvGrpSpPr/>
          <p:nvPr/>
        </p:nvGrpSpPr>
        <p:grpSpPr>
          <a:xfrm>
            <a:off x="8831510" y="3534056"/>
            <a:ext cx="795387" cy="2116380"/>
            <a:chOff x="8831510" y="3534056"/>
            <a:chExt cx="795387" cy="2116380"/>
          </a:xfrm>
        </p:grpSpPr>
        <p:sp>
          <p:nvSpPr>
            <p:cNvPr id="32" name="乘 31">
              <a:extLst>
                <a:ext uri="{FF2B5EF4-FFF2-40B4-BE49-F238E27FC236}">
                  <a16:creationId xmlns:a16="http://schemas.microsoft.com/office/drawing/2014/main" id="{DA118749-E53A-9E7B-EBFC-04993D4D1932}"/>
                </a:ext>
              </a:extLst>
            </p:cNvPr>
            <p:cNvSpPr/>
            <p:nvPr/>
          </p:nvSpPr>
          <p:spPr>
            <a:xfrm>
              <a:off x="8831510" y="3534056"/>
              <a:ext cx="288032" cy="288032"/>
            </a:xfrm>
            <a:prstGeom prst="mathMultiply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cxnSp>
          <p:nvCxnSpPr>
            <p:cNvPr id="33" name="轨迹2">
              <a:extLst>
                <a:ext uri="{FF2B5EF4-FFF2-40B4-BE49-F238E27FC236}">
                  <a16:creationId xmlns:a16="http://schemas.microsoft.com/office/drawing/2014/main" id="{40A7258A-C65A-5068-CCDA-52CF3804E21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319947" y="4343486"/>
              <a:ext cx="1972384" cy="641516"/>
            </a:xfrm>
            <a:prstGeom prst="bentConnector3">
              <a:avLst>
                <a:gd name="adj1" fmla="val 263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3E7DC4DD-C9BB-6280-7C3A-C6388CFD3BEC}"/>
              </a:ext>
            </a:extLst>
          </p:cNvPr>
          <p:cNvGrpSpPr/>
          <p:nvPr/>
        </p:nvGrpSpPr>
        <p:grpSpPr>
          <a:xfrm>
            <a:off x="9634186" y="1733404"/>
            <a:ext cx="778939" cy="2088684"/>
            <a:chOff x="9634186" y="1733404"/>
            <a:chExt cx="778939" cy="2088684"/>
          </a:xfrm>
        </p:grpSpPr>
        <p:sp>
          <p:nvSpPr>
            <p:cNvPr id="35" name="乘 34">
              <a:extLst>
                <a:ext uri="{FF2B5EF4-FFF2-40B4-BE49-F238E27FC236}">
                  <a16:creationId xmlns:a16="http://schemas.microsoft.com/office/drawing/2014/main" id="{444759CB-EC77-0BA3-5F8D-3A735D0D58B0}"/>
                </a:ext>
              </a:extLst>
            </p:cNvPr>
            <p:cNvSpPr/>
            <p:nvPr/>
          </p:nvSpPr>
          <p:spPr>
            <a:xfrm>
              <a:off x="10125093" y="3534056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cxnSp>
          <p:nvCxnSpPr>
            <p:cNvPr id="36" name="轨迹1">
              <a:extLst>
                <a:ext uri="{FF2B5EF4-FFF2-40B4-BE49-F238E27FC236}">
                  <a16:creationId xmlns:a16="http://schemas.microsoft.com/office/drawing/2014/main" id="{E099A948-2BEA-1EE9-59D3-488A8252A561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8971810" y="2395780"/>
              <a:ext cx="1966229" cy="641477"/>
            </a:xfrm>
            <a:prstGeom prst="bentConnector3">
              <a:avLst>
                <a:gd name="adj1" fmla="val 723"/>
              </a:avLst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00024933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信息化教学设计"/>
</p:tagLst>
</file>

<file path=ppt/theme/theme1.xml><?xml version="1.0" encoding="utf-8"?>
<a:theme xmlns:a="http://schemas.openxmlformats.org/drawingml/2006/main" name="Office 主题​​">
  <a:themeElements>
    <a:clrScheme name="自定义 22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2980B9"/>
      </a:accent1>
      <a:accent2>
        <a:srgbClr val="159F84"/>
      </a:accent2>
      <a:accent3>
        <a:srgbClr val="9BBB59"/>
      </a:accent3>
      <a:accent4>
        <a:srgbClr val="F29B11"/>
      </a:accent4>
      <a:accent5>
        <a:srgbClr val="BF382A"/>
      </a:accent5>
      <a:accent6>
        <a:srgbClr val="A7459D"/>
      </a:accent6>
      <a:hlink>
        <a:srgbClr val="2980B9"/>
      </a:hlink>
      <a:folHlink>
        <a:srgbClr val="BFBFBF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淘宝店：章瑾图文</Template>
  <TotalTime>16225</TotalTime>
  <Words>1710</Words>
  <Application>Microsoft Macintosh PowerPoint</Application>
  <PresentationFormat>自定义</PresentationFormat>
  <Paragraphs>359</Paragraphs>
  <Slides>23</Slides>
  <Notes>22</Notes>
  <HiddenSlides>2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等线</vt:lpstr>
      <vt:lpstr>汉仪菱心体简</vt:lpstr>
      <vt:lpstr>Microsoft YaHei</vt:lpstr>
      <vt:lpstr>Microsoft YaHei</vt:lpstr>
      <vt:lpstr>Arial</vt:lpstr>
      <vt:lpstr>Calibri</vt:lpstr>
      <vt:lpstr>Cambria Math</vt:lpstr>
      <vt:lpstr>Gill Sans Ultra Bold</vt:lpstr>
      <vt:lpstr>Menlo</vt:lpstr>
      <vt:lpstr>Stencil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章瑾图文</dc:creator>
  <cp:keywords/>
  <dc:description/>
  <cp:lastModifiedBy>Yong-Wei Zhang</cp:lastModifiedBy>
  <cp:revision>544</cp:revision>
  <dcterms:created xsi:type="dcterms:W3CDTF">2012-09-21T08:06:35Z</dcterms:created>
  <dcterms:modified xsi:type="dcterms:W3CDTF">2024-04-17T14:45:45Z</dcterms:modified>
  <cp:category/>
</cp:coreProperties>
</file>