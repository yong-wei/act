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53" r:id="rId2"/>
    <p:sldId id="514" r:id="rId3"/>
    <p:sldId id="515" r:id="rId4"/>
    <p:sldId id="521" r:id="rId5"/>
    <p:sldId id="522" r:id="rId6"/>
    <p:sldId id="475" r:id="rId7"/>
    <p:sldId id="509" r:id="rId8"/>
    <p:sldId id="510" r:id="rId9"/>
    <p:sldId id="511" r:id="rId10"/>
    <p:sldId id="512" r:id="rId11"/>
    <p:sldId id="513" r:id="rId12"/>
    <p:sldId id="516" r:id="rId13"/>
    <p:sldId id="517" r:id="rId14"/>
    <p:sldId id="518" r:id="rId15"/>
    <p:sldId id="519" r:id="rId16"/>
    <p:sldId id="520" r:id="rId17"/>
  </p:sldIdLst>
  <p:sldSz cx="12190413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6788" userDrawn="1">
          <p15:clr>
            <a:srgbClr val="A4A3A4"/>
          </p15:clr>
        </p15:guide>
        <p15:guide id="6" pos="3613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6334" userDrawn="1">
          <p15:clr>
            <a:srgbClr val="A4A3A4"/>
          </p15:clr>
        </p15:guide>
        <p15:guide id="11" orient="horz" pos="1706" userDrawn="1">
          <p15:clr>
            <a:srgbClr val="A4A3A4"/>
          </p15:clr>
        </p15:guide>
        <p15:guide id="13" pos="5427" userDrawn="1">
          <p15:clr>
            <a:srgbClr val="A4A3A4"/>
          </p15:clr>
        </p15:guide>
        <p15:guide id="14" pos="4973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4065" userDrawn="1">
          <p15:clr>
            <a:srgbClr val="A4A3A4"/>
          </p15:clr>
        </p15:guide>
        <p15:guide id="18" orient="horz" pos="3974" userDrawn="1">
          <p15:clr>
            <a:srgbClr val="A4A3A4"/>
          </p15:clr>
        </p15:guide>
        <p15:guide id="19" orient="horz" pos="346" userDrawn="1">
          <p15:clr>
            <a:srgbClr val="A4A3A4"/>
          </p15:clr>
        </p15:guide>
        <p15:guide id="20" pos="4520" userDrawn="1">
          <p15:clr>
            <a:srgbClr val="A4A3A4"/>
          </p15:clr>
        </p15:guide>
        <p15:guide id="21" pos="4066" userDrawn="1">
          <p15:clr>
            <a:srgbClr val="A4A3A4"/>
          </p15:clr>
        </p15:guide>
        <p15:guide id="22" pos="7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60"/>
    <a:srgbClr val="159F84"/>
    <a:srgbClr val="F29B11"/>
    <a:srgbClr val="768395"/>
    <a:srgbClr val="1C1C1C"/>
    <a:srgbClr val="9BBB59"/>
    <a:srgbClr val="2980B9"/>
    <a:srgbClr val="F6973B"/>
    <a:srgbClr val="FFFFFF"/>
    <a:srgbClr val="EF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 autoAdjust="0"/>
    <p:restoredTop sz="92324" autoAdjust="0"/>
  </p:normalViewPr>
  <p:slideViewPr>
    <p:cSldViewPr>
      <p:cViewPr varScale="1">
        <p:scale>
          <a:sx n="109" d="100"/>
          <a:sy n="109" d="100"/>
        </p:scale>
        <p:origin x="632" y="184"/>
      </p:cViewPr>
      <p:guideLst>
        <p:guide orient="horz" pos="3067"/>
        <p:guide orient="horz" pos="2160"/>
        <p:guide pos="3840"/>
        <p:guide pos="211"/>
        <p:guide pos="6788"/>
        <p:guide pos="3613"/>
        <p:guide pos="5881"/>
        <p:guide orient="horz" pos="2614"/>
        <p:guide pos="6334"/>
        <p:guide orient="horz" pos="1706"/>
        <p:guide pos="5427"/>
        <p:guide pos="4973"/>
        <p:guide orient="horz" pos="1253"/>
        <p:guide orient="horz" pos="3521"/>
        <p:guide orient="horz" pos="4065"/>
        <p:guide orient="horz" pos="3974"/>
        <p:guide orient="horz" pos="346"/>
        <p:guide pos="4520"/>
        <p:guide pos="4066"/>
        <p:guide pos="7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2024/4/24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2024/4/24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292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838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739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zh-CN" altLang="en-US" sz="1800" dirty="0"/>
                  <a:t>微分时间常数增大使得阻尼增大，最终达到过阻尼。在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1800" dirty="0"/>
                  <a:t>时，系统相当于处于单位负反馈状态。在没有添加校正的时候系统的阻尼较小，可以预见具有较大的超调，逐步增大微分时间就可以增大阻尼。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zh-CN" altLang="en-US" sz="1800" dirty="0"/>
                  <a:t>微分时间常数增大使得阻尼增大，最终达到过阻尼。在</a:t>
                </a:r>
                <a:r>
                  <a:rPr kumimoji="1" lang="en-US" altLang="zh-CN" sz="1800" b="0" i="0">
                    <a:latin typeface="Cambria Math" panose="02040503050406030204" pitchFamily="18" charset="0"/>
                  </a:rPr>
                  <a:t>𝑇_𝑎=0</a:t>
                </a:r>
                <a:r>
                  <a:rPr kumimoji="1" lang="zh-CN" altLang="en-US" sz="1800" dirty="0"/>
                  <a:t>时，系统相当于处于单位负反馈状态。在没有添加校正的时候系统的阻尼较小，可以预见具有较大的超调，逐步增大微分时间就可以增大阻尼。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414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zh-CN" altLang="en-US" sz="1800" dirty="0"/>
                  <a:t>微分时间常数增大使得阻尼增大，最终达到过阻尼。在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1800" dirty="0"/>
                  <a:t>时，系统相当于处于单位负反馈状态。在没有添加校正的时候系统的阻尼较小，可以预见具有较大的超调，逐步增大微分时间就可以增大阻尼。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zh-CN" altLang="en-US" sz="1800" dirty="0"/>
                  <a:t>微分时间常数增大使得阻尼增大，最终达到过阻尼。在</a:t>
                </a:r>
                <a:r>
                  <a:rPr kumimoji="1" lang="en-US" altLang="zh-CN" sz="1800" b="0" i="0">
                    <a:latin typeface="Cambria Math" panose="02040503050406030204" pitchFamily="18" charset="0"/>
                  </a:rPr>
                  <a:t>𝑇_𝑎=0</a:t>
                </a:r>
                <a:r>
                  <a:rPr kumimoji="1" lang="zh-CN" altLang="en-US" sz="1800" dirty="0"/>
                  <a:t>时，系统相当于处于单位负反馈状态。在没有添加校正的时候系统的阻尼较小，可以预见具有较大的超调，逐步增大微分时间就可以增大阻尼。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010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587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62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归纳法和演绎法在认识论中的辩证关系：归纳法是由认识个别到认识一般；演绎法是由认识一般进而认识个别。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0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348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66634318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microsoft.com/office/2007/relationships/hdphoto" Target="../media/hdphoto4.wdp"/><Relationship Id="rId5" Type="http://schemas.openxmlformats.org/officeDocument/2006/relationships/image" Target="../media/image8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410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710.png"/><Relationship Id="rId10" Type="http://schemas.openxmlformats.org/officeDocument/2006/relationships/image" Target="../media/image38.png"/><Relationship Id="rId4" Type="http://schemas.openxmlformats.org/officeDocument/2006/relationships/image" Target="../media/image510.png"/><Relationship Id="rId9" Type="http://schemas.openxmlformats.org/officeDocument/2006/relationships/image" Target="../media/image37.png"/><Relationship Id="rId1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18" Type="http://schemas.openxmlformats.org/officeDocument/2006/relationships/image" Target="../media/image90.png"/><Relationship Id="rId26" Type="http://schemas.openxmlformats.org/officeDocument/2006/relationships/image" Target="../media/image9.emf"/><Relationship Id="rId3" Type="http://schemas.openxmlformats.org/officeDocument/2006/relationships/image" Target="../media/image10.png"/><Relationship Id="rId21" Type="http://schemas.openxmlformats.org/officeDocument/2006/relationships/image" Target="../media/image93.png"/><Relationship Id="rId34" Type="http://schemas.openxmlformats.org/officeDocument/2006/relationships/image" Target="../media/image24.png"/><Relationship Id="rId25" Type="http://schemas.openxmlformats.org/officeDocument/2006/relationships/image" Target="../media/image16.png"/><Relationship Id="rId3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20" Type="http://schemas.openxmlformats.org/officeDocument/2006/relationships/image" Target="../media/image92.png"/><Relationship Id="rId29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24" Type="http://schemas.openxmlformats.org/officeDocument/2006/relationships/image" Target="../media/image15.png"/><Relationship Id="rId32" Type="http://schemas.openxmlformats.org/officeDocument/2006/relationships/image" Target="../media/image22.png"/><Relationship Id="rId5" Type="http://schemas.openxmlformats.org/officeDocument/2006/relationships/image" Target="../media/image12.png"/><Relationship Id="rId23" Type="http://schemas.openxmlformats.org/officeDocument/2006/relationships/image" Target="../media/image14.png"/><Relationship Id="rId28" Type="http://schemas.openxmlformats.org/officeDocument/2006/relationships/image" Target="../media/image18.png"/><Relationship Id="rId19" Type="http://schemas.openxmlformats.org/officeDocument/2006/relationships/image" Target="../media/image91.png"/><Relationship Id="rId31" Type="http://schemas.openxmlformats.org/officeDocument/2006/relationships/image" Target="../media/image21.png"/><Relationship Id="rId4" Type="http://schemas.openxmlformats.org/officeDocument/2006/relationships/image" Target="../media/image11.png"/><Relationship Id="rId22" Type="http://schemas.openxmlformats.org/officeDocument/2006/relationships/image" Target="../media/image13.png"/><Relationship Id="rId27" Type="http://schemas.openxmlformats.org/officeDocument/2006/relationships/image" Target="../media/image17.png"/><Relationship Id="rId30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610.png"/><Relationship Id="rId18" Type="http://schemas.openxmlformats.org/officeDocument/2006/relationships/image" Target="../media/image90.png"/><Relationship Id="rId3" Type="http://schemas.openxmlformats.org/officeDocument/2006/relationships/image" Target="../media/image25.png"/><Relationship Id="rId21" Type="http://schemas.openxmlformats.org/officeDocument/2006/relationships/image" Target="../media/image93.png"/><Relationship Id="rId7" Type="http://schemas.openxmlformats.org/officeDocument/2006/relationships/image" Target="../media/image29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4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11" Type="http://schemas.openxmlformats.org/officeDocument/2006/relationships/image" Target="../media/image42.png"/><Relationship Id="rId5" Type="http://schemas.openxmlformats.org/officeDocument/2006/relationships/image" Target="../media/image27.png"/><Relationship Id="rId15" Type="http://schemas.openxmlformats.org/officeDocument/2006/relationships/image" Target="../media/image46.png"/><Relationship Id="rId23" Type="http://schemas.openxmlformats.org/officeDocument/2006/relationships/image" Target="../media/image47.png"/><Relationship Id="rId10" Type="http://schemas.openxmlformats.org/officeDocument/2006/relationships/image" Target="../media/image32.png"/><Relationship Id="rId19" Type="http://schemas.openxmlformats.org/officeDocument/2006/relationships/image" Target="../media/image9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45.png"/><Relationship Id="rId22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90.png"/><Relationship Id="rId3" Type="http://schemas.openxmlformats.org/officeDocument/2006/relationships/image" Target="../media/image25.png"/><Relationship Id="rId21" Type="http://schemas.openxmlformats.org/officeDocument/2006/relationships/image" Target="../media/image93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5" Type="http://schemas.openxmlformats.org/officeDocument/2006/relationships/image" Target="../media/image58.png"/><Relationship Id="rId23" Type="http://schemas.openxmlformats.org/officeDocument/2006/relationships/image" Target="../media/image60.png"/><Relationship Id="rId10" Type="http://schemas.openxmlformats.org/officeDocument/2006/relationships/image" Target="../media/image53.png"/><Relationship Id="rId19" Type="http://schemas.openxmlformats.org/officeDocument/2006/relationships/image" Target="../media/image91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25.png"/><Relationship Id="rId21" Type="http://schemas.openxmlformats.org/officeDocument/2006/relationships/image" Target="../media/image91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2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11" Type="http://schemas.openxmlformats.org/officeDocument/2006/relationships/image" Target="../media/image67.png"/><Relationship Id="rId24" Type="http://schemas.openxmlformats.org/officeDocument/2006/relationships/image" Target="../media/image76.png"/><Relationship Id="rId5" Type="http://schemas.openxmlformats.org/officeDocument/2006/relationships/image" Target="../media/image62.png"/><Relationship Id="rId15" Type="http://schemas.openxmlformats.org/officeDocument/2006/relationships/image" Target="../media/image71.png"/><Relationship Id="rId23" Type="http://schemas.openxmlformats.org/officeDocument/2006/relationships/image" Target="../media/image93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9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75.png"/><Relationship Id="rId18" Type="http://schemas.openxmlformats.org/officeDocument/2006/relationships/image" Target="../media/image90.png"/><Relationship Id="rId26" Type="http://schemas.openxmlformats.org/officeDocument/2006/relationships/image" Target="../media/image89.png"/><Relationship Id="rId3" Type="http://schemas.openxmlformats.org/officeDocument/2006/relationships/image" Target="../media/image77.png"/><Relationship Id="rId21" Type="http://schemas.openxmlformats.org/officeDocument/2006/relationships/image" Target="../media/image93.png"/><Relationship Id="rId7" Type="http://schemas.openxmlformats.org/officeDocument/2006/relationships/image" Target="../media/image81.png"/><Relationship Id="rId12" Type="http://schemas.openxmlformats.org/officeDocument/2006/relationships/image" Target="../media/image85.png"/><Relationship Id="rId25" Type="http://schemas.openxmlformats.org/officeDocument/2006/relationships/image" Target="../media/image88.png"/><Relationship Id="rId2" Type="http://schemas.openxmlformats.org/officeDocument/2006/relationships/notesSlide" Target="../notesSlides/notesSlide10.xml"/><Relationship Id="rId20" Type="http://schemas.openxmlformats.org/officeDocument/2006/relationships/image" Target="../media/image92.png"/><Relationship Id="rId29" Type="http://schemas.openxmlformats.org/officeDocument/2006/relationships/image" Target="../media/image9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0.png"/><Relationship Id="rId11" Type="http://schemas.openxmlformats.org/officeDocument/2006/relationships/image" Target="../media/image84.png"/><Relationship Id="rId24" Type="http://schemas.openxmlformats.org/officeDocument/2006/relationships/image" Target="../media/image87.png"/><Relationship Id="rId5" Type="http://schemas.openxmlformats.org/officeDocument/2006/relationships/image" Target="../media/image79.png"/><Relationship Id="rId23" Type="http://schemas.openxmlformats.org/officeDocument/2006/relationships/image" Target="../media/image86.png"/><Relationship Id="rId28" Type="http://schemas.openxmlformats.org/officeDocument/2006/relationships/image" Target="../media/image95.png"/><Relationship Id="rId10" Type="http://schemas.openxmlformats.org/officeDocument/2006/relationships/image" Target="../media/image83.png"/><Relationship Id="rId19" Type="http://schemas.openxmlformats.org/officeDocument/2006/relationships/image" Target="../media/image91.png"/><Relationship Id="rId31" Type="http://schemas.openxmlformats.org/officeDocument/2006/relationships/image" Target="../media/image98.png"/><Relationship Id="rId4" Type="http://schemas.openxmlformats.org/officeDocument/2006/relationships/image" Target="../media/image78.png"/><Relationship Id="rId9" Type="http://schemas.openxmlformats.org/officeDocument/2006/relationships/image" Target="../media/image65.png"/><Relationship Id="rId22" Type="http://schemas.openxmlformats.org/officeDocument/2006/relationships/image" Target="../media/image76.png"/><Relationship Id="rId27" Type="http://schemas.openxmlformats.org/officeDocument/2006/relationships/image" Target="../media/image94.png"/><Relationship Id="rId30" Type="http://schemas.openxmlformats.org/officeDocument/2006/relationships/image" Target="../media/image9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0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02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sv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9.png"/><Relationship Id="rId25" Type="http://schemas.openxmlformats.org/officeDocument/2006/relationships/image" Target="../media/image88.png"/><Relationship Id="rId2" Type="http://schemas.openxmlformats.org/officeDocument/2006/relationships/notesSlide" Target="../notesSlides/notesSlide15.xml"/><Relationship Id="rId29" Type="http://schemas.openxmlformats.org/officeDocument/2006/relationships/image" Target="../media/image111.png"/><Relationship Id="rId1" Type="http://schemas.openxmlformats.org/officeDocument/2006/relationships/slideLayout" Target="../slideLayouts/slideLayout19.xml"/><Relationship Id="rId24" Type="http://schemas.openxmlformats.org/officeDocument/2006/relationships/image" Target="../media/image87.png"/><Relationship Id="rId23" Type="http://schemas.openxmlformats.org/officeDocument/2006/relationships/image" Target="../media/image86.png"/><Relationship Id="rId28" Type="http://schemas.openxmlformats.org/officeDocument/2006/relationships/image" Target="../media/image110.png"/><Relationship Id="rId31" Type="http://schemas.openxmlformats.org/officeDocument/2006/relationships/image" Target="../media/image113.png"/><Relationship Id="rId27" Type="http://schemas.openxmlformats.org/officeDocument/2006/relationships/image" Target="../media/image109.png"/><Relationship Id="rId30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 dirty="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DEC52AA-137B-8CC9-AE12-6B9B78B6603E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5BD7C0A-8D28-1E05-061C-6B5417CC2706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B2D37571-1494-71F4-C276-D69F037A3B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E76BF317-D69F-8FC0-C770-59E91AB4A618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DC9E331D-84F9-68EF-C0E4-DFF3210C3283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547E4C68-898C-F758-2BD0-62BC15258FC6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179F709C-5814-488C-7FB1-789195E1AB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7EE130BA-E515-D9A6-E156-B10F479C4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17">
            <a:extLst>
              <a:ext uri="{FF2B5EF4-FFF2-40B4-BE49-F238E27FC236}">
                <a16:creationId xmlns:a16="http://schemas.microsoft.com/office/drawing/2014/main" id="{BDADBA30-6CD8-DBDF-7E96-ABDFE9CE42AC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24" name="节段18">
            <a:extLst>
              <a:ext uri="{FF2B5EF4-FFF2-40B4-BE49-F238E27FC236}">
                <a16:creationId xmlns:a16="http://schemas.microsoft.com/office/drawing/2014/main" id="{15E1B401-9924-4AE1-E8E8-3B0820C99DB2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能理解参数根轨迹的含义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807903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能转化任意开环传函为等效开环传函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能够应用参数根轨迹分析系统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807902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能够通过计算机验证参数根轨迹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6096000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5166" y="448084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4" name="节段14">
            <a:extLst>
              <a:ext uri="{FF2B5EF4-FFF2-40B4-BE49-F238E27FC236}">
                <a16:creationId xmlns:a16="http://schemas.microsoft.com/office/drawing/2014/main" id="{C3CB43E6-24D1-008F-4FC8-07A44F3DDFB5}"/>
              </a:ext>
            </a:extLst>
          </p:cNvPr>
          <p:cNvSpPr/>
          <p:nvPr/>
        </p:nvSpPr>
        <p:spPr bwMode="auto">
          <a:xfrm>
            <a:off x="544800" y="1279324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手绘卡通保安免抠素材">
            <a:extLst>
              <a:ext uri="{FF2B5EF4-FFF2-40B4-BE49-F238E27FC236}">
                <a16:creationId xmlns:a16="http://schemas.microsoft.com/office/drawing/2014/main" id="{A6050565-2016-EF16-133C-FB123F9A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000" b="93875" l="10000" r="90000">
                        <a14:foregroundMark x1="39375" y1="10375" x2="52250" y2="13625"/>
                        <a14:foregroundMark x1="52250" y1="13625" x2="40875" y2="7750"/>
                        <a14:foregroundMark x1="40875" y1="7750" x2="53375" y2="11250"/>
                        <a14:foregroundMark x1="53375" y1="11250" x2="46875" y2="9875"/>
                        <a14:foregroundMark x1="46875" y1="7125" x2="53250" y2="9250"/>
                        <a14:foregroundMark x1="51125" y1="24875" x2="54875" y2="25125"/>
                        <a14:foregroundMark x1="38375" y1="26375" x2="42750" y2="25375"/>
                        <a14:foregroundMark x1="49625" y1="36125" x2="54625" y2="35875"/>
                        <a14:foregroundMark x1="42750" y1="13625" x2="42000" y2="14625"/>
                        <a14:foregroundMark x1="43500" y1="13125" x2="53750" y2="13500"/>
                        <a14:foregroundMark x1="40375" y1="10125" x2="53625" y2="10875"/>
                        <a14:foregroundMark x1="50250" y1="91500" x2="53375" y2="91375"/>
                        <a14:foregroundMark x1="39125" y1="91250" x2="42250" y2="91750"/>
                        <a14:foregroundMark x1="41000" y1="93875" x2="38375" y2="93750"/>
                        <a14:foregroundMark x1="52375" y1="93000" x2="58500" y2="9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42" y="1628800"/>
            <a:ext cx="4821956" cy="482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E63468B-26F1-0DCE-13F4-4AE03D0570E9}"/>
              </a:ext>
            </a:extLst>
          </p:cNvPr>
          <p:cNvSpPr txBox="1"/>
          <p:nvPr/>
        </p:nvSpPr>
        <p:spPr>
          <a:xfrm>
            <a:off x="4304664" y="381251"/>
            <a:ext cx="1816782" cy="1055608"/>
          </a:xfrm>
          <a:prstGeom prst="wedgeRoundRectCallout">
            <a:avLst>
              <a:gd name="adj1" fmla="val -31738"/>
              <a:gd name="adj2" fmla="val 80284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你是谁？</a:t>
            </a:r>
            <a:endParaRPr kumimoji="1" lang="en-US" altLang="zh-CN" sz="2800" dirty="0"/>
          </a:p>
          <a:p>
            <a:pPr algn="ctr"/>
            <a:r>
              <a:rPr kumimoji="1" lang="zh-CN" altLang="en-US" sz="2800" dirty="0"/>
              <a:t>你从</a:t>
            </a:r>
            <a:r>
              <a:rPr kumimoji="1" lang="en-US" altLang="zh-CN" sz="2800" dirty="0"/>
              <a:t>……</a:t>
            </a:r>
            <a:endParaRPr kumimoji="1"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A27C0B-52A4-A741-42DF-BBD96113311C}"/>
              </a:ext>
            </a:extLst>
          </p:cNvPr>
          <p:cNvSpPr txBox="1"/>
          <p:nvPr/>
        </p:nvSpPr>
        <p:spPr>
          <a:xfrm>
            <a:off x="6671270" y="1628800"/>
            <a:ext cx="4405436" cy="1055608"/>
          </a:xfrm>
          <a:prstGeom prst="wedgeRoundRectCallout">
            <a:avLst>
              <a:gd name="adj1" fmla="val 1066"/>
              <a:gd name="adj2" fmla="val 87849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我是根轨迹，绘制根轨迹有</a:t>
            </a:r>
            <a:r>
              <a:rPr kumimoji="1" lang="en-US" altLang="zh-CN" sz="2800" dirty="0"/>
              <a:t>8</a:t>
            </a:r>
            <a:r>
              <a:rPr kumimoji="1" lang="zh-CN" altLang="en-US" sz="2800" dirty="0"/>
              <a:t>条法则。第一是</a:t>
            </a:r>
            <a:r>
              <a:rPr kumimoji="1" lang="en-US" altLang="zh-CN" sz="2800" dirty="0"/>
              <a:t>……</a:t>
            </a:r>
            <a:endParaRPr kumimoji="1" lang="zh-CN" altLang="en-US" sz="28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BABD55-0528-AD03-2BA4-74CDD561ACA7}"/>
              </a:ext>
            </a:extLst>
          </p:cNvPr>
          <p:cNvGrpSpPr/>
          <p:nvPr/>
        </p:nvGrpSpPr>
        <p:grpSpPr>
          <a:xfrm>
            <a:off x="6815286" y="3212976"/>
            <a:ext cx="3163788" cy="3163788"/>
            <a:chOff x="6815286" y="3212976"/>
            <a:chExt cx="3163788" cy="3163788"/>
          </a:xfrm>
        </p:grpSpPr>
        <p:pic>
          <p:nvPicPr>
            <p:cNvPr id="1028" name="Picture 4" descr="手绘卡通开学背书包的男学生">
              <a:extLst>
                <a:ext uri="{FF2B5EF4-FFF2-40B4-BE49-F238E27FC236}">
                  <a16:creationId xmlns:a16="http://schemas.microsoft.com/office/drawing/2014/main" id="{42084B29-BD1F-186E-D570-1EAA10C5D0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7436" b="92436" l="10000" r="90000">
                          <a14:foregroundMark x1="40000" y1="16410" x2="38718" y2="14231"/>
                          <a14:foregroundMark x1="40256" y1="13974" x2="52949" y2="9872"/>
                          <a14:foregroundMark x1="47051" y1="10513" x2="55641" y2="10513"/>
                          <a14:foregroundMark x1="55385" y1="12308" x2="58077" y2="15897"/>
                          <a14:foregroundMark x1="50256" y1="7436" x2="53846" y2="10513"/>
                          <a14:foregroundMark x1="53846" y1="91026" x2="58718" y2="92051"/>
                          <a14:foregroundMark x1="38718" y1="92436" x2="44359" y2="92051"/>
                          <a14:foregroundMark x1="40513" y1="91026" x2="45128" y2="91282"/>
                          <a14:foregroundMark x1="40256" y1="89615" x2="38718" y2="90513"/>
                          <a14:foregroundMark x1="57821" y1="90256" x2="54872" y2="90769"/>
                          <a14:foregroundMark x1="57821" y1="90000" x2="59744" y2="91538"/>
                          <a14:foregroundMark x1="57051" y1="89359" x2="59744" y2="90769"/>
                          <a14:foregroundMark x1="57051" y1="89103" x2="59487" y2="90256"/>
                          <a14:foregroundMark x1="46538" y1="8590" x2="50513" y2="1102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5286" y="3212976"/>
              <a:ext cx="3163788" cy="3163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4715F8F-1D52-B119-02E9-224C57BC535D}"/>
                    </a:ext>
                  </a:extLst>
                </p:cNvPr>
                <p:cNvSpPr txBox="1"/>
                <p:nvPr/>
              </p:nvSpPr>
              <p:spPr>
                <a:xfrm>
                  <a:off x="7679382" y="3309398"/>
                  <a:ext cx="1596217" cy="95410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4715F8F-1D52-B119-02E9-224C57BC5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9382" y="3309398"/>
                  <a:ext cx="1596217" cy="954107"/>
                </a:xfrm>
                <a:prstGeom prst="rect">
                  <a:avLst/>
                </a:prstGeom>
                <a:blipFill>
                  <a:blip r:embed="rId7"/>
                  <a:stretch>
                    <a:fillRect l="-23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12366788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743 0.00047 L -2.00807E-6 2.9629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手绘卡通保安免抠素材">
            <a:extLst>
              <a:ext uri="{FF2B5EF4-FFF2-40B4-BE49-F238E27FC236}">
                <a16:creationId xmlns:a16="http://schemas.microsoft.com/office/drawing/2014/main" id="{A6050565-2016-EF16-133C-FB123F9A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000" b="93875" l="10000" r="90000">
                        <a14:foregroundMark x1="39375" y1="10375" x2="52250" y2="13625"/>
                        <a14:foregroundMark x1="52250" y1="13625" x2="40875" y2="7750"/>
                        <a14:foregroundMark x1="40875" y1="7750" x2="53375" y2="11250"/>
                        <a14:foregroundMark x1="53375" y1="11250" x2="46875" y2="9875"/>
                        <a14:foregroundMark x1="46875" y1="7125" x2="53250" y2="9250"/>
                        <a14:foregroundMark x1="51125" y1="24875" x2="54875" y2="25125"/>
                        <a14:foregroundMark x1="38375" y1="26375" x2="42750" y2="25375"/>
                        <a14:foregroundMark x1="49625" y1="36125" x2="54625" y2="35875"/>
                        <a14:foregroundMark x1="42750" y1="13625" x2="42000" y2="14625"/>
                        <a14:foregroundMark x1="43500" y1="13125" x2="53750" y2="13500"/>
                        <a14:foregroundMark x1="40375" y1="10125" x2="53625" y2="10875"/>
                        <a14:foregroundMark x1="50250" y1="91500" x2="53375" y2="91375"/>
                        <a14:foregroundMark x1="39125" y1="91250" x2="42250" y2="91750"/>
                        <a14:foregroundMark x1="41000" y1="93875" x2="38375" y2="93750"/>
                        <a14:foregroundMark x1="52375" y1="93000" x2="58500" y2="9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42" y="1628800"/>
            <a:ext cx="4821956" cy="482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E63468B-26F1-0DCE-13F4-4AE03D0570E9}"/>
              </a:ext>
            </a:extLst>
          </p:cNvPr>
          <p:cNvSpPr txBox="1"/>
          <p:nvPr/>
        </p:nvSpPr>
        <p:spPr>
          <a:xfrm>
            <a:off x="4583038" y="95186"/>
            <a:ext cx="5340610" cy="2009061"/>
          </a:xfrm>
          <a:prstGeom prst="wedgeRoundRectCallout">
            <a:avLst>
              <a:gd name="adj1" fmla="val -38872"/>
              <a:gd name="adj2" fmla="val 66693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我认得你，就是上次抢答的那个根轨迹吧？那我问你，如果除了开环增益之外的其他参数改变了，怎么画根轨迹呢？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A27C0B-52A4-A741-42DF-BBD96113311C}"/>
              </a:ext>
            </a:extLst>
          </p:cNvPr>
          <p:cNvSpPr txBox="1"/>
          <p:nvPr/>
        </p:nvSpPr>
        <p:spPr>
          <a:xfrm>
            <a:off x="6023198" y="2514083"/>
            <a:ext cx="2673952" cy="578882"/>
          </a:xfrm>
          <a:prstGeom prst="wedgeRoundRectCallout">
            <a:avLst>
              <a:gd name="adj1" fmla="val 30543"/>
              <a:gd name="adj2" fmla="val 82228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老师</a:t>
            </a:r>
            <a:r>
              <a:rPr kumimoji="1" lang="en-US" altLang="zh-CN" sz="2800" dirty="0"/>
              <a:t>……</a:t>
            </a:r>
            <a:r>
              <a:rPr kumimoji="1" lang="zh-CN" altLang="en-US" sz="2800" dirty="0"/>
              <a:t>还没讲</a:t>
            </a:r>
          </a:p>
        </p:txBody>
      </p:sp>
      <p:pic>
        <p:nvPicPr>
          <p:cNvPr id="1028" name="Picture 4" descr="手绘卡通开学背书包的男学生">
            <a:extLst>
              <a:ext uri="{FF2B5EF4-FFF2-40B4-BE49-F238E27FC236}">
                <a16:creationId xmlns:a16="http://schemas.microsoft.com/office/drawing/2014/main" id="{42084B29-BD1F-186E-D570-1EAA10C5D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436" b="92436" l="10000" r="90000">
                        <a14:foregroundMark x1="40000" y1="16410" x2="38718" y2="14231"/>
                        <a14:foregroundMark x1="40256" y1="13974" x2="52949" y2="9872"/>
                        <a14:foregroundMark x1="47051" y1="10513" x2="55641" y2="10513"/>
                        <a14:foregroundMark x1="55385" y1="12308" x2="58077" y2="15897"/>
                        <a14:foregroundMark x1="50256" y1="7436" x2="53846" y2="10513"/>
                        <a14:foregroundMark x1="53846" y1="91026" x2="58718" y2="92051"/>
                        <a14:foregroundMark x1="38718" y1="92436" x2="44359" y2="92051"/>
                        <a14:foregroundMark x1="40513" y1="91026" x2="45128" y2="91282"/>
                        <a14:foregroundMark x1="40256" y1="89615" x2="38718" y2="90513"/>
                        <a14:foregroundMark x1="57821" y1="90256" x2="54872" y2="90769"/>
                        <a14:foregroundMark x1="57821" y1="90000" x2="59744" y2="91538"/>
                        <a14:foregroundMark x1="57051" y1="89359" x2="59744" y2="90769"/>
                        <a14:foregroundMark x1="57051" y1="89103" x2="59487" y2="90256"/>
                        <a14:foregroundMark x1="46538" y1="8590" x2="50513" y2="110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286" y="3212976"/>
            <a:ext cx="3163788" cy="316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4715F8F-1D52-B119-02E9-224C57BC535D}"/>
                  </a:ext>
                </a:extLst>
              </p:cNvPr>
              <p:cNvSpPr txBox="1"/>
              <p:nvPr/>
            </p:nvSpPr>
            <p:spPr>
              <a:xfrm>
                <a:off x="7679383" y="3309398"/>
                <a:ext cx="1584176" cy="9541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4715F8F-1D52-B119-02E9-224C57BC5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383" y="3309398"/>
                <a:ext cx="1584176" cy="954107"/>
              </a:xfrm>
              <a:prstGeom prst="rect">
                <a:avLst/>
              </a:prstGeom>
              <a:blipFill>
                <a:blip r:embed="rId7"/>
                <a:stretch>
                  <a:fillRect l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98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参数根轨迹</a:t>
            </a:r>
          </a:p>
        </p:txBody>
      </p:sp>
      <p:grpSp>
        <p:nvGrpSpPr>
          <p:cNvPr id="15" name="问题">
            <a:extLst>
              <a:ext uri="{FF2B5EF4-FFF2-40B4-BE49-F238E27FC236}">
                <a16:creationId xmlns:a16="http://schemas.microsoft.com/office/drawing/2014/main" id="{9CB83DE1-B101-BF77-7FDA-83E74B711CE2}"/>
              </a:ext>
            </a:extLst>
          </p:cNvPr>
          <p:cNvGrpSpPr/>
          <p:nvPr/>
        </p:nvGrpSpPr>
        <p:grpSpPr>
          <a:xfrm>
            <a:off x="259800" y="4030189"/>
            <a:ext cx="7632848" cy="881063"/>
            <a:chOff x="5348307" y="5538470"/>
            <a:chExt cx="7632848" cy="881063"/>
          </a:xfrm>
        </p:grpSpPr>
        <p:sp>
          <p:nvSpPr>
            <p:cNvPr id="16" name="问号">
              <a:extLst>
                <a:ext uri="{FF2B5EF4-FFF2-40B4-BE49-F238E27FC236}">
                  <a16:creationId xmlns:a16="http://schemas.microsoft.com/office/drawing/2014/main" id="{AAB96B49-133E-4289-6D2C-C5D9D2118D31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">
                  <a:extLst>
                    <a:ext uri="{FF2B5EF4-FFF2-40B4-BE49-F238E27FC236}">
                      <a16:creationId xmlns:a16="http://schemas.microsoft.com/office/drawing/2014/main" id="{0D8C7454-2869-576F-CD14-1FAB02E1BB99}"/>
                    </a:ext>
                  </a:extLst>
                </p:cNvPr>
                <p:cNvSpPr txBox="1"/>
                <p:nvPr/>
              </p:nvSpPr>
              <p:spPr>
                <a:xfrm>
                  <a:off x="6306265" y="5726958"/>
                  <a:ext cx="667489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如果是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</m:e>
                        <m:sup>
                          <m: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之外的参数变化，该如何分析？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文本">
                  <a:extLst>
                    <a:ext uri="{FF2B5EF4-FFF2-40B4-BE49-F238E27FC236}">
                      <a16:creationId xmlns:a16="http://schemas.microsoft.com/office/drawing/2014/main" id="{0D8C7454-2869-576F-CD14-1FAB02E1BB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6265" y="5726958"/>
                  <a:ext cx="6674890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2091" t="-14286" r="-1331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52C968E0-7F06-E0AD-AFA7-C6D8130069F0}"/>
              </a:ext>
            </a:extLst>
          </p:cNvPr>
          <p:cNvSpPr txBox="1"/>
          <p:nvPr/>
        </p:nvSpPr>
        <p:spPr>
          <a:xfrm>
            <a:off x="261939" y="1052736"/>
            <a:ext cx="1368772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根轨迹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">
                <a:extLst>
                  <a:ext uri="{FF2B5EF4-FFF2-40B4-BE49-F238E27FC236}">
                    <a16:creationId xmlns:a16="http://schemas.microsoft.com/office/drawing/2014/main" id="{05549A3C-0599-B394-A800-87256E9BA4CC}"/>
                  </a:ext>
                </a:extLst>
              </p:cNvPr>
              <p:cNvSpPr txBox="1"/>
              <p:nvPr/>
            </p:nvSpPr>
            <p:spPr>
              <a:xfrm>
                <a:off x="1739516" y="1128639"/>
                <a:ext cx="3136054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根轨迹增益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p>
                        <m:r>
                          <a:rPr kumimoji="1" lang="zh-CN" altLang="en-US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从</a:t>
                </a:r>
                <a:r>
                  <a: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变化到无穷大时闭环特征根的轨迹。</a:t>
                </a:r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" name="文本">
                <a:extLst>
                  <a:ext uri="{FF2B5EF4-FFF2-40B4-BE49-F238E27FC236}">
                    <a16:creationId xmlns:a16="http://schemas.microsoft.com/office/drawing/2014/main" id="{05549A3C-0599-B394-A800-87256E9BA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516" y="1128639"/>
                <a:ext cx="3136054" cy="1384995"/>
              </a:xfrm>
              <a:prstGeom prst="rect">
                <a:avLst/>
              </a:prstGeom>
              <a:blipFill>
                <a:blip r:embed="rId4"/>
                <a:stretch>
                  <a:fillRect l="-4032" t="-4545" r="-806" b="-1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0B93FC9B-1EDD-8B24-AE94-44423CD7BFAA}"/>
              </a:ext>
            </a:extLst>
          </p:cNvPr>
          <p:cNvGrpSpPr/>
          <p:nvPr/>
        </p:nvGrpSpPr>
        <p:grpSpPr>
          <a:xfrm>
            <a:off x="7444800" y="230400"/>
            <a:ext cx="3277378" cy="4741714"/>
            <a:chOff x="8166128" y="188640"/>
            <a:chExt cx="3277378" cy="4741714"/>
          </a:xfrm>
        </p:grpSpPr>
        <p:grpSp>
          <p:nvGrpSpPr>
            <p:cNvPr id="29" name="坐标轴">
              <a:extLst>
                <a:ext uri="{FF2B5EF4-FFF2-40B4-BE49-F238E27FC236}">
                  <a16:creationId xmlns:a16="http://schemas.microsoft.com/office/drawing/2014/main" id="{FDAEB545-8867-7548-60A2-763894A3ED20}"/>
                </a:ext>
              </a:extLst>
            </p:cNvPr>
            <p:cNvGrpSpPr/>
            <p:nvPr/>
          </p:nvGrpSpPr>
          <p:grpSpPr>
            <a:xfrm>
              <a:off x="8255446" y="188640"/>
              <a:ext cx="3188060" cy="4741714"/>
              <a:chOff x="8276593" y="1678087"/>
              <a:chExt cx="3188060" cy="4741714"/>
            </a:xfrm>
          </p:grpSpPr>
          <p:grpSp>
            <p:nvGrpSpPr>
              <p:cNvPr id="30" name="虚轴">
                <a:extLst>
                  <a:ext uri="{FF2B5EF4-FFF2-40B4-BE49-F238E27FC236}">
                    <a16:creationId xmlns:a16="http://schemas.microsoft.com/office/drawing/2014/main" id="{A1EA47E3-1ECD-4CBE-B638-790445DF7512}"/>
                  </a:ext>
                </a:extLst>
              </p:cNvPr>
              <p:cNvGrpSpPr/>
              <p:nvPr/>
            </p:nvGrpSpPr>
            <p:grpSpPr>
              <a:xfrm>
                <a:off x="10787944" y="1678087"/>
                <a:ext cx="676709" cy="4741714"/>
                <a:chOff x="10787944" y="1678087"/>
                <a:chExt cx="676709" cy="474171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labelj">
                      <a:extLst>
                        <a:ext uri="{FF2B5EF4-FFF2-40B4-BE49-F238E27FC236}">
                          <a16:creationId xmlns:a16="http://schemas.microsoft.com/office/drawing/2014/main" id="{023ECD5B-9C89-DB26-B9EF-53CDD11E40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92135" y="1678087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48" name="labelj">
                      <a:extLst>
                        <a:ext uri="{FF2B5EF4-FFF2-40B4-BE49-F238E27FC236}">
                          <a16:creationId xmlns:a16="http://schemas.microsoft.com/office/drawing/2014/main" id="{2F56F1F5-44F7-AF26-00A4-BAA5716ADDC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92135" y="1678087"/>
                      <a:ext cx="520701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ylabel2">
                      <a:extLst>
                        <a:ext uri="{FF2B5EF4-FFF2-40B4-BE49-F238E27FC236}">
                          <a16:creationId xmlns:a16="http://schemas.microsoft.com/office/drawing/2014/main" id="{AE8DBA84-2B62-6A9F-46A9-5AC00E85FE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80864" y="2458571"/>
                      <a:ext cx="322182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64" name="ylabel2">
                      <a:extLst>
                        <a:ext uri="{FF2B5EF4-FFF2-40B4-BE49-F238E27FC236}">
                          <a16:creationId xmlns:a16="http://schemas.microsoft.com/office/drawing/2014/main" id="{9D7C0A6B-EB41-E864-C05F-98B92D5C05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80864" y="2458571"/>
                      <a:ext cx="322182" cy="52469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7692" r="-3076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6" name="ytick2">
                  <a:extLst>
                    <a:ext uri="{FF2B5EF4-FFF2-40B4-BE49-F238E27FC236}">
                      <a16:creationId xmlns:a16="http://schemas.microsoft.com/office/drawing/2014/main" id="{F48F2E6E-55E1-4B9B-965B-5D7C8615EA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04468" y="2713985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ylabel1">
                      <a:extLst>
                        <a:ext uri="{FF2B5EF4-FFF2-40B4-BE49-F238E27FC236}">
                          <a16:creationId xmlns:a16="http://schemas.microsoft.com/office/drawing/2014/main" id="{BDB47BAA-F728-E3F5-91A7-2F0BA3977D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59030" y="3167390"/>
                      <a:ext cx="322182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62" name="ylabel1">
                      <a:extLst>
                        <a:ext uri="{FF2B5EF4-FFF2-40B4-BE49-F238E27FC236}">
                          <a16:creationId xmlns:a16="http://schemas.microsoft.com/office/drawing/2014/main" id="{9CB1BFCC-5737-595F-A04A-49E1593A395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9030" y="3167390"/>
                      <a:ext cx="322182" cy="52469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1538" r="-2692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8" name="ytick1">
                  <a:extLst>
                    <a:ext uri="{FF2B5EF4-FFF2-40B4-BE49-F238E27FC236}">
                      <a16:creationId xmlns:a16="http://schemas.microsoft.com/office/drawing/2014/main" id="{024DBD85-5BBA-2FBF-1059-C9E8231466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87944" y="3429000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ylabel-1">
                      <a:extLst>
                        <a:ext uri="{FF2B5EF4-FFF2-40B4-BE49-F238E27FC236}">
                          <a16:creationId xmlns:a16="http://schemas.microsoft.com/office/drawing/2014/main" id="{26E033BE-23F4-E7CD-D962-E37FA7906C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43952" y="4610305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66" name="ylabel-1">
                      <a:extLst>
                        <a:ext uri="{FF2B5EF4-FFF2-40B4-BE49-F238E27FC236}">
                          <a16:creationId xmlns:a16="http://schemas.microsoft.com/office/drawing/2014/main" id="{F2102832-36D4-C639-4E99-019C65F313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43952" y="4610305"/>
                      <a:ext cx="520701" cy="52322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2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0" name="ytick-1">
                  <a:extLst>
                    <a:ext uri="{FF2B5EF4-FFF2-40B4-BE49-F238E27FC236}">
                      <a16:creationId xmlns:a16="http://schemas.microsoft.com/office/drawing/2014/main" id="{8A7B4399-B2A6-9DDF-03F1-4C93D5CFBA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07071" y="4876194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ylabel-2">
                      <a:extLst>
                        <a:ext uri="{FF2B5EF4-FFF2-40B4-BE49-F238E27FC236}">
                          <a16:creationId xmlns:a16="http://schemas.microsoft.com/office/drawing/2014/main" id="{EA3B46A8-454D-F872-86A1-6B8BFC74C4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43952" y="5317102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68" name="ylabel-2">
                      <a:extLst>
                        <a:ext uri="{FF2B5EF4-FFF2-40B4-BE49-F238E27FC236}">
                          <a16:creationId xmlns:a16="http://schemas.microsoft.com/office/drawing/2014/main" id="{7FB83E9A-2039-8046-0AA8-71238C3BB42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43952" y="5317102"/>
                      <a:ext cx="520701" cy="52322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2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2" name="ytick-2">
                  <a:extLst>
                    <a:ext uri="{FF2B5EF4-FFF2-40B4-BE49-F238E27FC236}">
                      <a16:creationId xmlns:a16="http://schemas.microsoft.com/office/drawing/2014/main" id="{BCB8AF83-68B6-6AC4-A508-24A382BD52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07071" y="5591991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y轴">
                  <a:extLst>
                    <a:ext uri="{FF2B5EF4-FFF2-40B4-BE49-F238E27FC236}">
                      <a16:creationId xmlns:a16="http://schemas.microsoft.com/office/drawing/2014/main" id="{975F2F75-1FAC-5171-FA9C-A8A7442706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792135" y="2027313"/>
                  <a:ext cx="0" cy="439248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实轴">
                <a:extLst>
                  <a:ext uri="{FF2B5EF4-FFF2-40B4-BE49-F238E27FC236}">
                    <a16:creationId xmlns:a16="http://schemas.microsoft.com/office/drawing/2014/main" id="{9B19BAB2-F2A2-85F6-5E31-F7D83D9AD1FE}"/>
                  </a:ext>
                </a:extLst>
              </p:cNvPr>
              <p:cNvGrpSpPr/>
              <p:nvPr/>
            </p:nvGrpSpPr>
            <p:grpSpPr>
              <a:xfrm>
                <a:off x="8276593" y="4005604"/>
                <a:ext cx="2974499" cy="689037"/>
                <a:chOff x="8276593" y="4005604"/>
                <a:chExt cx="2974499" cy="68903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label0">
                      <a:extLst>
                        <a:ext uri="{FF2B5EF4-FFF2-40B4-BE49-F238E27FC236}">
                          <a16:creationId xmlns:a16="http://schemas.microsoft.com/office/drawing/2014/main" id="{79B7F15D-3B9B-EC22-3F38-BBBD57994B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30391" y="4081245"/>
                      <a:ext cx="520701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51" name="label0">
                      <a:extLst>
                        <a:ext uri="{FF2B5EF4-FFF2-40B4-BE49-F238E27FC236}">
                          <a16:creationId xmlns:a16="http://schemas.microsoft.com/office/drawing/2014/main" id="{52E8DE49-E601-C1BF-A858-50CFF27EB17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30391" y="4081245"/>
                      <a:ext cx="520701" cy="524695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xlabel-3">
                      <a:extLst>
                        <a:ext uri="{FF2B5EF4-FFF2-40B4-BE49-F238E27FC236}">
                          <a16:creationId xmlns:a16="http://schemas.microsoft.com/office/drawing/2014/main" id="{DFAADBDE-1F61-E1F4-7815-F89D4AEA2B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76593" y="4165166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78" name="xlabel-3">
                      <a:extLst>
                        <a:ext uri="{FF2B5EF4-FFF2-40B4-BE49-F238E27FC236}">
                          <a16:creationId xmlns:a16="http://schemas.microsoft.com/office/drawing/2014/main" id="{E78AFEE6-C94E-0F2F-2D91-50B360D251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76593" y="4165166"/>
                      <a:ext cx="520701" cy="52322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r="-309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6" name="xtick-3">
                  <a:extLst>
                    <a:ext uri="{FF2B5EF4-FFF2-40B4-BE49-F238E27FC236}">
                      <a16:creationId xmlns:a16="http://schemas.microsoft.com/office/drawing/2014/main" id="{C8739BDA-58E9-D7E3-3C27-33E9071D9C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8547547" y="4073420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xlabel-2">
                      <a:extLst>
                        <a:ext uri="{FF2B5EF4-FFF2-40B4-BE49-F238E27FC236}">
                          <a16:creationId xmlns:a16="http://schemas.microsoft.com/office/drawing/2014/main" id="{3FBC16A5-27DF-F849-668B-94977872FF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96942" y="4171421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79" name="xlabel-2">
                      <a:extLst>
                        <a:ext uri="{FF2B5EF4-FFF2-40B4-BE49-F238E27FC236}">
                          <a16:creationId xmlns:a16="http://schemas.microsoft.com/office/drawing/2014/main" id="{E2DCFA7D-1488-76C2-EE35-EF05B14D0CD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96942" y="4171421"/>
                      <a:ext cx="520701" cy="523220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r="-2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8" name="xtick-2">
                  <a:extLst>
                    <a:ext uri="{FF2B5EF4-FFF2-40B4-BE49-F238E27FC236}">
                      <a16:creationId xmlns:a16="http://schemas.microsoft.com/office/drawing/2014/main" id="{82F3EEDE-DF7F-2EBD-DB74-1028407350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268272" y="4084906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xlabel-1">
                      <a:extLst>
                        <a:ext uri="{FF2B5EF4-FFF2-40B4-BE49-F238E27FC236}">
                          <a16:creationId xmlns:a16="http://schemas.microsoft.com/office/drawing/2014/main" id="{D82A979A-A2E5-D0E9-62FB-0343222E30A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27397" y="4171421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80" name="xlabel-1">
                      <a:extLst>
                        <a:ext uri="{FF2B5EF4-FFF2-40B4-BE49-F238E27FC236}">
                          <a16:creationId xmlns:a16="http://schemas.microsoft.com/office/drawing/2014/main" id="{DF1EB158-4C5D-C070-2DF9-90CA8A9229B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727397" y="4171421"/>
                      <a:ext cx="520701" cy="523220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r="-3170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xtick-1">
                  <a:extLst>
                    <a:ext uri="{FF2B5EF4-FFF2-40B4-BE49-F238E27FC236}">
                      <a16:creationId xmlns:a16="http://schemas.microsoft.com/office/drawing/2014/main" id="{0202EFF6-93D3-B958-873A-50C2A96973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991528" y="4081909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x轴">
                  <a:extLst>
                    <a:ext uri="{FF2B5EF4-FFF2-40B4-BE49-F238E27FC236}">
                      <a16:creationId xmlns:a16="http://schemas.microsoft.com/office/drawing/2014/main" id="{28F4B74F-5C96-0BDE-AFD1-B43ED200AC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11602" y="4159407"/>
                  <a:ext cx="213949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4" name="渐近线">
              <a:extLst>
                <a:ext uri="{FF2B5EF4-FFF2-40B4-BE49-F238E27FC236}">
                  <a16:creationId xmlns:a16="http://schemas.microsoft.com/office/drawing/2014/main" id="{D5D3BEF0-AEEF-9C77-4893-4525BEA83F27}"/>
                </a:ext>
              </a:extLst>
            </p:cNvPr>
            <p:cNvGrpSpPr/>
            <p:nvPr/>
          </p:nvGrpSpPr>
          <p:grpSpPr>
            <a:xfrm>
              <a:off x="8166128" y="671762"/>
              <a:ext cx="2999986" cy="3980911"/>
              <a:chOff x="7670800" y="1679874"/>
              <a:chExt cx="2999986" cy="3980911"/>
            </a:xfrm>
          </p:grpSpPr>
          <p:cxnSp>
            <p:nvCxnSpPr>
              <p:cNvPr id="55" name="渐近线3">
                <a:extLst>
                  <a:ext uri="{FF2B5EF4-FFF2-40B4-BE49-F238E27FC236}">
                    <a16:creationId xmlns:a16="http://schemas.microsoft.com/office/drawing/2014/main" id="{0FFF2E55-C2E1-A4F0-6879-CF599E4D4C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0872" y="3670345"/>
                <a:ext cx="1159914" cy="19904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渐近线2">
                <a:extLst>
                  <a:ext uri="{FF2B5EF4-FFF2-40B4-BE49-F238E27FC236}">
                    <a16:creationId xmlns:a16="http://schemas.microsoft.com/office/drawing/2014/main" id="{860FAA70-8E27-190A-F5AE-73336F1114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10872" y="1679874"/>
                <a:ext cx="1159914" cy="19904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渐近线1">
                <a:extLst>
                  <a:ext uri="{FF2B5EF4-FFF2-40B4-BE49-F238E27FC236}">
                    <a16:creationId xmlns:a16="http://schemas.microsoft.com/office/drawing/2014/main" id="{C54CD1E2-5B6D-3D28-B1D8-8631ABDA73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70800" y="3672000"/>
                <a:ext cx="1840072" cy="1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极点3">
              <a:extLst>
                <a:ext uri="{FF2B5EF4-FFF2-40B4-BE49-F238E27FC236}">
                  <a16:creationId xmlns:a16="http://schemas.microsoft.com/office/drawing/2014/main" id="{A402EB88-EA43-9331-0F13-91CF0BEA894B}"/>
                </a:ext>
              </a:extLst>
            </p:cNvPr>
            <p:cNvSpPr/>
            <p:nvPr/>
          </p:nvSpPr>
          <p:spPr>
            <a:xfrm>
              <a:off x="9147442" y="2516262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59" name="极点2">
              <a:extLst>
                <a:ext uri="{FF2B5EF4-FFF2-40B4-BE49-F238E27FC236}">
                  <a16:creationId xmlns:a16="http://schemas.microsoft.com/office/drawing/2014/main" id="{67F82A4E-ADC3-32B2-7D40-1F0ECB6FDB25}"/>
                </a:ext>
              </a:extLst>
            </p:cNvPr>
            <p:cNvSpPr/>
            <p:nvPr/>
          </p:nvSpPr>
          <p:spPr>
            <a:xfrm>
              <a:off x="9890062" y="2516262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60" name="极点1">
              <a:extLst>
                <a:ext uri="{FF2B5EF4-FFF2-40B4-BE49-F238E27FC236}">
                  <a16:creationId xmlns:a16="http://schemas.microsoft.com/office/drawing/2014/main" id="{38C857FA-1E75-AA08-0DA5-C85771938A2A}"/>
                </a:ext>
              </a:extLst>
            </p:cNvPr>
            <p:cNvSpPr/>
            <p:nvPr/>
          </p:nvSpPr>
          <p:spPr>
            <a:xfrm>
              <a:off x="10620421" y="2525944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61" name="根轨迹5">
              <a:extLst>
                <a:ext uri="{FF2B5EF4-FFF2-40B4-BE49-F238E27FC236}">
                  <a16:creationId xmlns:a16="http://schemas.microsoft.com/office/drawing/2014/main" id="{8B7F4BE3-50B1-44B8-3342-39997F0431D8}"/>
                </a:ext>
              </a:extLst>
            </p:cNvPr>
            <p:cNvSpPr/>
            <p:nvPr/>
          </p:nvSpPr>
          <p:spPr>
            <a:xfrm flipV="1">
              <a:off x="10416397" y="2659634"/>
              <a:ext cx="886607" cy="2140438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56 w 886614"/>
                <a:gd name="connsiteY0" fmla="*/ 2140438 h 2140438"/>
                <a:gd name="connsiteX1" fmla="*/ 886614 w 886614"/>
                <a:gd name="connsiteY1" fmla="*/ 0 h 2140438"/>
                <a:gd name="connsiteX0" fmla="*/ 49 w 886607"/>
                <a:gd name="connsiteY0" fmla="*/ 2140438 h 2140438"/>
                <a:gd name="connsiteX1" fmla="*/ 886607 w 886607"/>
                <a:gd name="connsiteY1" fmla="*/ 0 h 214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6607" h="2140438">
                  <a:moveTo>
                    <a:pt x="49" y="2140438"/>
                  </a:moveTo>
                  <a:cubicBezTo>
                    <a:pt x="-4998" y="1733875"/>
                    <a:pt x="383654" y="1054263"/>
                    <a:pt x="886607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2" name="根轨迹4">
              <a:extLst>
                <a:ext uri="{FF2B5EF4-FFF2-40B4-BE49-F238E27FC236}">
                  <a16:creationId xmlns:a16="http://schemas.microsoft.com/office/drawing/2014/main" id="{DFC544F6-9494-DED2-41E0-925C8F2282FD}"/>
                </a:ext>
              </a:extLst>
            </p:cNvPr>
            <p:cNvSpPr/>
            <p:nvPr/>
          </p:nvSpPr>
          <p:spPr>
            <a:xfrm>
              <a:off x="10416446" y="535207"/>
              <a:ext cx="886558" cy="2140438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6558" h="2140438">
                  <a:moveTo>
                    <a:pt x="0" y="2140438"/>
                  </a:moveTo>
                  <a:cubicBezTo>
                    <a:pt x="7653" y="1657675"/>
                    <a:pt x="383605" y="1073313"/>
                    <a:pt x="886558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63" name="根轨迹3">
              <a:extLst>
                <a:ext uri="{FF2B5EF4-FFF2-40B4-BE49-F238E27FC236}">
                  <a16:creationId xmlns:a16="http://schemas.microsoft.com/office/drawing/2014/main" id="{A7AD3560-6620-EEAD-403F-97F7EADE5356}"/>
                </a:ext>
              </a:extLst>
            </p:cNvPr>
            <p:cNvCxnSpPr/>
            <p:nvPr/>
          </p:nvCxnSpPr>
          <p:spPr>
            <a:xfrm flipH="1">
              <a:off x="8465451" y="2669960"/>
              <a:ext cx="864096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根轨迹2">
              <a:extLst>
                <a:ext uri="{FF2B5EF4-FFF2-40B4-BE49-F238E27FC236}">
                  <a16:creationId xmlns:a16="http://schemas.microsoft.com/office/drawing/2014/main" id="{C2E7E746-46D3-BF00-88AD-54A4F25524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46918" y="2669960"/>
              <a:ext cx="408115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根轨迹1">
              <a:extLst>
                <a:ext uri="{FF2B5EF4-FFF2-40B4-BE49-F238E27FC236}">
                  <a16:creationId xmlns:a16="http://schemas.microsoft.com/office/drawing/2014/main" id="{7CBA7DA7-A3B7-481E-D01F-8FBF32C156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21710" y="2662287"/>
              <a:ext cx="358938" cy="3201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虚轴交点2">
              <a:extLst>
                <a:ext uri="{FF2B5EF4-FFF2-40B4-BE49-F238E27FC236}">
                  <a16:creationId xmlns:a16="http://schemas.microsoft.com/office/drawing/2014/main" id="{400065DF-9651-A1B9-DD0F-BC38B8AF99E4}"/>
                </a:ext>
              </a:extLst>
            </p:cNvPr>
            <p:cNvSpPr/>
            <p:nvPr/>
          </p:nvSpPr>
          <p:spPr>
            <a:xfrm>
              <a:off x="10703061" y="1576982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虚轴交点1">
              <a:extLst>
                <a:ext uri="{FF2B5EF4-FFF2-40B4-BE49-F238E27FC236}">
                  <a16:creationId xmlns:a16="http://schemas.microsoft.com/office/drawing/2014/main" id="{ED3039D5-ED65-81BD-4FC6-74FBFD6A87F3}"/>
                </a:ext>
              </a:extLst>
            </p:cNvPr>
            <p:cNvSpPr/>
            <p:nvPr/>
          </p:nvSpPr>
          <p:spPr>
            <a:xfrm>
              <a:off x="10703506" y="3621204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分离点">
              <a:extLst>
                <a:ext uri="{FF2B5EF4-FFF2-40B4-BE49-F238E27FC236}">
                  <a16:creationId xmlns:a16="http://schemas.microsoft.com/office/drawing/2014/main" id="{A3FAD42C-C560-F226-5034-4748E9DCDB72}"/>
                </a:ext>
              </a:extLst>
            </p:cNvPr>
            <p:cNvSpPr/>
            <p:nvPr/>
          </p:nvSpPr>
          <p:spPr>
            <a:xfrm>
              <a:off x="10362873" y="2607286"/>
              <a:ext cx="122752" cy="122752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69" name="图片 68">
            <a:extLst>
              <a:ext uri="{FF2B5EF4-FFF2-40B4-BE49-F238E27FC236}">
                <a16:creationId xmlns:a16="http://schemas.microsoft.com/office/drawing/2014/main" id="{94630597-9B85-7163-543E-AD68415DFB8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441539" flipH="1">
            <a:off x="7649034" y="2211081"/>
            <a:ext cx="1013724" cy="1207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69DE7B61-2BD3-8513-461B-F8A687DD00B5}"/>
                  </a:ext>
                </a:extLst>
              </p:cNvPr>
              <p:cNvSpPr txBox="1"/>
              <p:nvPr/>
            </p:nvSpPr>
            <p:spPr>
              <a:xfrm>
                <a:off x="6908515" y="1435795"/>
                <a:ext cx="12676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</m:e>
                        <m:sup>
                          <m: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69DE7B61-2BD3-8513-461B-F8A687DD0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515" y="1435795"/>
                <a:ext cx="1267656" cy="523220"/>
              </a:xfrm>
              <a:prstGeom prst="rect">
                <a:avLst/>
              </a:prstGeom>
              <a:blipFill>
                <a:blip r:embed="rId15"/>
                <a:stretch>
                  <a:fillRect l="-1980" r="-1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图片 70">
            <a:extLst>
              <a:ext uri="{FF2B5EF4-FFF2-40B4-BE49-F238E27FC236}">
                <a16:creationId xmlns:a16="http://schemas.microsoft.com/office/drawing/2014/main" id="{474FC31E-E89E-268D-1C92-B7C509EFDE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605227" flipH="1">
            <a:off x="9038693" y="1516235"/>
            <a:ext cx="1013724" cy="1207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E8343419-D2C0-323A-5BCF-E003CD6D2B6D}"/>
                  </a:ext>
                </a:extLst>
              </p:cNvPr>
              <p:cNvSpPr txBox="1"/>
              <p:nvPr/>
            </p:nvSpPr>
            <p:spPr>
              <a:xfrm>
                <a:off x="8084630" y="950491"/>
                <a:ext cx="12676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</m:e>
                        <m:sup>
                          <m: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=6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E8343419-D2C0-323A-5BCF-E003CD6D2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630" y="950491"/>
                <a:ext cx="1267656" cy="523220"/>
              </a:xfrm>
              <a:prstGeom prst="rect">
                <a:avLst/>
              </a:prstGeom>
              <a:blipFill>
                <a:blip r:embed="rId16"/>
                <a:stretch>
                  <a:fillRect l="-1980" r="-1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4325EA0-D07A-B203-9C12-2ED3205E6483}"/>
                  </a:ext>
                </a:extLst>
              </p:cNvPr>
              <p:cNvSpPr txBox="1"/>
              <p:nvPr/>
            </p:nvSpPr>
            <p:spPr>
              <a:xfrm>
                <a:off x="10416827" y="1431893"/>
                <a:ext cx="15188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</m:e>
                        <m:sup>
                          <m: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4325EA0-D07A-B203-9C12-2ED3205E6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827" y="1431893"/>
                <a:ext cx="1518818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图片 73">
            <a:extLst>
              <a:ext uri="{FF2B5EF4-FFF2-40B4-BE49-F238E27FC236}">
                <a16:creationId xmlns:a16="http://schemas.microsoft.com/office/drawing/2014/main" id="{349FDDEA-DEB3-BDBF-0E51-F13C6DE1D5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011930" flipH="1">
            <a:off x="10430364" y="889074"/>
            <a:ext cx="1013724" cy="12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0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70" grpId="0"/>
      <p:bldP spid="72" grpId="0"/>
      <p:bldP spid="7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614452" y="332656"/>
                <a:ext cx="4261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参数根轨迹：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𝑻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sub>
                    </m:sSub>
                  </m:oMath>
                </a14:m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52" y="332656"/>
                <a:ext cx="4261118" cy="523220"/>
              </a:xfrm>
              <a:prstGeom prst="rect">
                <a:avLst/>
              </a:prstGeom>
              <a:blipFill>
                <a:blip r:embed="rId3"/>
                <a:stretch>
                  <a:fillRect l="-2976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问题">
            <a:extLst>
              <a:ext uri="{FF2B5EF4-FFF2-40B4-BE49-F238E27FC236}">
                <a16:creationId xmlns:a16="http://schemas.microsoft.com/office/drawing/2014/main" id="{9CB83DE1-B101-BF77-7FDA-83E74B711CE2}"/>
              </a:ext>
            </a:extLst>
          </p:cNvPr>
          <p:cNvGrpSpPr/>
          <p:nvPr/>
        </p:nvGrpSpPr>
        <p:grpSpPr>
          <a:xfrm>
            <a:off x="226855" y="962461"/>
            <a:ext cx="6588431" cy="881063"/>
            <a:chOff x="5348307" y="5538470"/>
            <a:chExt cx="6588431" cy="881063"/>
          </a:xfrm>
        </p:grpSpPr>
        <p:sp>
          <p:nvSpPr>
            <p:cNvPr id="16" name="问号">
              <a:extLst>
                <a:ext uri="{FF2B5EF4-FFF2-40B4-BE49-F238E27FC236}">
                  <a16:creationId xmlns:a16="http://schemas.microsoft.com/office/drawing/2014/main" id="{AAB96B49-133E-4289-6D2C-C5D9D2118D31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">
                  <a:extLst>
                    <a:ext uri="{FF2B5EF4-FFF2-40B4-BE49-F238E27FC236}">
                      <a16:creationId xmlns:a16="http://schemas.microsoft.com/office/drawing/2014/main" id="{0D8C7454-2869-576F-CD14-1FAB02E1BB99}"/>
                    </a:ext>
                  </a:extLst>
                </p:cNvPr>
                <p:cNvSpPr txBox="1"/>
                <p:nvPr/>
              </p:nvSpPr>
              <p:spPr>
                <a:xfrm>
                  <a:off x="6306265" y="5726958"/>
                  <a:ext cx="563047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如何确定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𝑎</m:t>
                          </m:r>
                        </m:sub>
                      </m:sSub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从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0→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时的根轨迹？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文本">
                  <a:extLst>
                    <a:ext uri="{FF2B5EF4-FFF2-40B4-BE49-F238E27FC236}">
                      <a16:creationId xmlns:a16="http://schemas.microsoft.com/office/drawing/2014/main" id="{0D8C7454-2869-576F-CD14-1FAB02E1BB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6265" y="5726958"/>
                  <a:ext cx="5630473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2252" t="-11905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方框图">
            <a:extLst>
              <a:ext uri="{FF2B5EF4-FFF2-40B4-BE49-F238E27FC236}">
                <a16:creationId xmlns:a16="http://schemas.microsoft.com/office/drawing/2014/main" id="{FA6CE6E9-8EC9-4C50-7D8B-7739EC4E3505}"/>
              </a:ext>
            </a:extLst>
          </p:cNvPr>
          <p:cNvGrpSpPr/>
          <p:nvPr/>
        </p:nvGrpSpPr>
        <p:grpSpPr>
          <a:xfrm>
            <a:off x="7175500" y="204301"/>
            <a:ext cx="3965544" cy="1450692"/>
            <a:chOff x="7824228" y="114910"/>
            <a:chExt cx="3965544" cy="14506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G">
                  <a:extLst>
                    <a:ext uri="{FF2B5EF4-FFF2-40B4-BE49-F238E27FC236}">
                      <a16:creationId xmlns:a16="http://schemas.microsoft.com/office/drawing/2014/main" id="{B3604898-1F72-383A-1B16-E9816386E927}"/>
                    </a:ext>
                  </a:extLst>
                </p:cNvPr>
                <p:cNvSpPr/>
                <p:nvPr/>
              </p:nvSpPr>
              <p:spPr>
                <a:xfrm>
                  <a:off x="9664021" y="268955"/>
                  <a:ext cx="123173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5(5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6" name="G">
                  <a:extLst>
                    <a:ext uri="{FF2B5EF4-FFF2-40B4-BE49-F238E27FC236}">
                      <a16:creationId xmlns:a16="http://schemas.microsoft.com/office/drawing/2014/main" id="{B3604898-1F72-383A-1B16-E9816386E9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4021" y="268955"/>
                  <a:ext cx="1231736" cy="720000"/>
                </a:xfrm>
                <a:prstGeom prst="rect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R连接">
              <a:extLst>
                <a:ext uri="{FF2B5EF4-FFF2-40B4-BE49-F238E27FC236}">
                  <a16:creationId xmlns:a16="http://schemas.microsoft.com/office/drawing/2014/main" id="{CDE22EE2-C157-75DE-967D-9F8E36E8EC7A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7993060" y="638130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">
                  <a:extLst>
                    <a:ext uri="{FF2B5EF4-FFF2-40B4-BE49-F238E27FC236}">
                      <a16:creationId xmlns:a16="http://schemas.microsoft.com/office/drawing/2014/main" id="{6F81E302-25B7-B0C6-9667-2A6873C88265}"/>
                    </a:ext>
                  </a:extLst>
                </p:cNvPr>
                <p:cNvSpPr txBox="1"/>
                <p:nvPr/>
              </p:nvSpPr>
              <p:spPr>
                <a:xfrm>
                  <a:off x="7824228" y="11491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">
                  <a:extLst>
                    <a:ext uri="{FF2B5EF4-FFF2-40B4-BE49-F238E27FC236}">
                      <a16:creationId xmlns:a16="http://schemas.microsoft.com/office/drawing/2014/main" id="{484A9A53-9848-B4E2-0637-DE523ADF1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228" y="114910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输出">
              <a:extLst>
                <a:ext uri="{FF2B5EF4-FFF2-40B4-BE49-F238E27FC236}">
                  <a16:creationId xmlns:a16="http://schemas.microsoft.com/office/drawing/2014/main" id="{1D96F1C1-74BC-439F-8751-8F0F289464F4}"/>
                </a:ext>
              </a:extLst>
            </p:cNvPr>
            <p:cNvCxnSpPr>
              <a:cxnSpLocks/>
              <a:stCxn id="76" idx="3"/>
            </p:cNvCxnSpPr>
            <p:nvPr/>
          </p:nvCxnSpPr>
          <p:spPr>
            <a:xfrm flipV="1">
              <a:off x="10895757" y="628954"/>
              <a:ext cx="853475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C">
                  <a:extLst>
                    <a:ext uri="{FF2B5EF4-FFF2-40B4-BE49-F238E27FC236}">
                      <a16:creationId xmlns:a16="http://schemas.microsoft.com/office/drawing/2014/main" id="{3EAF87BB-77E8-A684-2293-152DA696300C}"/>
                    </a:ext>
                  </a:extLst>
                </p:cNvPr>
                <p:cNvSpPr txBox="1"/>
                <p:nvPr/>
              </p:nvSpPr>
              <p:spPr>
                <a:xfrm>
                  <a:off x="10853668" y="11491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C">
                  <a:extLst>
                    <a:ext uri="{FF2B5EF4-FFF2-40B4-BE49-F238E27FC236}">
                      <a16:creationId xmlns:a16="http://schemas.microsoft.com/office/drawing/2014/main" id="{F4CE3E11-0B61-D764-9285-8359702C9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3668" y="114910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sum">
              <a:extLst>
                <a:ext uri="{FF2B5EF4-FFF2-40B4-BE49-F238E27FC236}">
                  <a16:creationId xmlns:a16="http://schemas.microsoft.com/office/drawing/2014/main" id="{6A5C8986-7E6F-1829-D871-0C3E370EB009}"/>
                </a:ext>
              </a:extLst>
            </p:cNvPr>
            <p:cNvSpPr/>
            <p:nvPr/>
          </p:nvSpPr>
          <p:spPr>
            <a:xfrm>
              <a:off x="8591501" y="49413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负号">
                  <a:extLst>
                    <a:ext uri="{FF2B5EF4-FFF2-40B4-BE49-F238E27FC236}">
                      <a16:creationId xmlns:a16="http://schemas.microsoft.com/office/drawing/2014/main" id="{69B0E142-7D77-2F70-79A4-B8AF15A8609F}"/>
                    </a:ext>
                  </a:extLst>
                </p:cNvPr>
                <p:cNvSpPr txBox="1"/>
                <p:nvPr/>
              </p:nvSpPr>
              <p:spPr>
                <a:xfrm>
                  <a:off x="8320872" y="546422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9" name="负号">
                  <a:extLst>
                    <a:ext uri="{FF2B5EF4-FFF2-40B4-BE49-F238E27FC236}">
                      <a16:creationId xmlns:a16="http://schemas.microsoft.com/office/drawing/2014/main" id="{34220324-FD7B-5A89-5902-88E2D6837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0872" y="546422"/>
                  <a:ext cx="24414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C连接">
              <a:extLst>
                <a:ext uri="{FF2B5EF4-FFF2-40B4-BE49-F238E27FC236}">
                  <a16:creationId xmlns:a16="http://schemas.microsoft.com/office/drawing/2014/main" id="{C6AF1571-AC9B-6F61-1236-978528C2908D}"/>
                </a:ext>
              </a:extLst>
            </p:cNvPr>
            <p:cNvCxnSpPr>
              <a:cxnSpLocks/>
              <a:stCxn id="80" idx="2"/>
              <a:endCxn id="86" idx="3"/>
            </p:cNvCxnSpPr>
            <p:nvPr/>
          </p:nvCxnSpPr>
          <p:spPr>
            <a:xfrm rot="5400000">
              <a:off x="10706811" y="698693"/>
              <a:ext cx="675473" cy="554346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连接">
              <a:extLst>
                <a:ext uri="{FF2B5EF4-FFF2-40B4-BE49-F238E27FC236}">
                  <a16:creationId xmlns:a16="http://schemas.microsoft.com/office/drawing/2014/main" id="{7299B60E-DEC5-577B-512F-354C0B232E2F}"/>
                </a:ext>
              </a:extLst>
            </p:cNvPr>
            <p:cNvCxnSpPr>
              <a:cxnSpLocks/>
              <a:stCxn id="81" idx="6"/>
              <a:endCxn id="76" idx="1"/>
            </p:cNvCxnSpPr>
            <p:nvPr/>
          </p:nvCxnSpPr>
          <p:spPr>
            <a:xfrm flipV="1">
              <a:off x="8879501" y="628955"/>
              <a:ext cx="784520" cy="917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E">
                  <a:extLst>
                    <a:ext uri="{FF2B5EF4-FFF2-40B4-BE49-F238E27FC236}">
                      <a16:creationId xmlns:a16="http://schemas.microsoft.com/office/drawing/2014/main" id="{9EA68406-1569-E574-355A-A63767EF0027}"/>
                    </a:ext>
                  </a:extLst>
                </p:cNvPr>
                <p:cNvSpPr txBox="1"/>
                <p:nvPr/>
              </p:nvSpPr>
              <p:spPr>
                <a:xfrm>
                  <a:off x="8792602" y="12077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E">
                  <a:extLst>
                    <a:ext uri="{FF2B5EF4-FFF2-40B4-BE49-F238E27FC236}">
                      <a16:creationId xmlns:a16="http://schemas.microsoft.com/office/drawing/2014/main" id="{039B191C-386D-D838-5ADE-3F94096C9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2602" y="120777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H">
                  <a:extLst>
                    <a:ext uri="{FF2B5EF4-FFF2-40B4-BE49-F238E27FC236}">
                      <a16:creationId xmlns:a16="http://schemas.microsoft.com/office/drawing/2014/main" id="{0A179CD4-7BA8-A845-7585-161F88FFA216}"/>
                    </a:ext>
                  </a:extLst>
                </p:cNvPr>
                <p:cNvSpPr/>
                <p:nvPr/>
              </p:nvSpPr>
              <p:spPr>
                <a:xfrm>
                  <a:off x="9398602" y="1061603"/>
                  <a:ext cx="1368772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6" name="H">
                  <a:extLst>
                    <a:ext uri="{FF2B5EF4-FFF2-40B4-BE49-F238E27FC236}">
                      <a16:creationId xmlns:a16="http://schemas.microsoft.com/office/drawing/2014/main" id="{0A179CD4-7BA8-A845-7585-161F88FFA2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8602" y="1061603"/>
                  <a:ext cx="1368772" cy="503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反馈">
              <a:extLst>
                <a:ext uri="{FF2B5EF4-FFF2-40B4-BE49-F238E27FC236}">
                  <a16:creationId xmlns:a16="http://schemas.microsoft.com/office/drawing/2014/main" id="{DAA62D8C-C07E-E255-A101-D31D9C82B74A}"/>
                </a:ext>
              </a:extLst>
            </p:cNvPr>
            <p:cNvCxnSpPr>
              <a:cxnSpLocks/>
              <a:stCxn id="86" idx="1"/>
              <a:endCxn id="81" idx="4"/>
            </p:cNvCxnSpPr>
            <p:nvPr/>
          </p:nvCxnSpPr>
          <p:spPr>
            <a:xfrm rot="10800000">
              <a:off x="8735502" y="782131"/>
              <a:ext cx="663101" cy="53147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开环传函">
                <a:extLst>
                  <a:ext uri="{FF2B5EF4-FFF2-40B4-BE49-F238E27FC236}">
                    <a16:creationId xmlns:a16="http://schemas.microsoft.com/office/drawing/2014/main" id="{F3A668D6-7E6E-B9F0-D591-EA5D33A3E491}"/>
                  </a:ext>
                </a:extLst>
              </p:cNvPr>
              <p:cNvSpPr txBox="1"/>
              <p:nvPr/>
            </p:nvSpPr>
            <p:spPr>
              <a:xfrm>
                <a:off x="646955" y="1717426"/>
                <a:ext cx="5400591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5(</m:t>
                          </m:r>
                          <m:sSub>
                            <m:sSub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(5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 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8" name="开环传函">
                <a:extLst>
                  <a:ext uri="{FF2B5EF4-FFF2-40B4-BE49-F238E27FC236}">
                    <a16:creationId xmlns:a16="http://schemas.microsoft.com/office/drawing/2014/main" id="{F3A668D6-7E6E-B9F0-D591-EA5D33A3E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55" y="1717426"/>
                <a:ext cx="5400591" cy="990849"/>
              </a:xfrm>
              <a:prstGeom prst="rect">
                <a:avLst/>
              </a:prstGeom>
              <a:blipFill>
                <a:blip r:embed="rId23"/>
                <a:stretch>
                  <a:fillRect b="-12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C47A58AC-8D19-EAB6-BCDD-B01D9A516DA5}"/>
                  </a:ext>
                </a:extLst>
              </p:cNvPr>
              <p:cNvSpPr txBox="1"/>
              <p:nvPr/>
            </p:nvSpPr>
            <p:spPr>
              <a:xfrm>
                <a:off x="4360923" y="2765610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C47A58AC-8D19-EAB6-BCDD-B01D9A516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923" y="2765610"/>
                <a:ext cx="2952328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3A960FA7-60EE-9FFC-68C5-A43316C285B2}"/>
                  </a:ext>
                </a:extLst>
              </p:cNvPr>
              <p:cNvSpPr txBox="1"/>
              <p:nvPr/>
            </p:nvSpPr>
            <p:spPr>
              <a:xfrm>
                <a:off x="261938" y="2708275"/>
                <a:ext cx="4177084" cy="599123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bg1"/>
                    </a:solidFill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chemeClr val="bg1"/>
                    </a:solidFill>
                  </a:rPr>
                  <a:t>为参数的根轨迹方程</a:t>
                </a:r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3A960FA7-60EE-9FFC-68C5-A43316C28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8" y="2708275"/>
                <a:ext cx="4177084" cy="599123"/>
              </a:xfrm>
              <a:prstGeom prst="roundRect">
                <a:avLst>
                  <a:gd name="adj" fmla="val 22661"/>
                </a:avLst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疑问">
            <a:extLst>
              <a:ext uri="{FF2B5EF4-FFF2-40B4-BE49-F238E27FC236}">
                <a16:creationId xmlns:a16="http://schemas.microsoft.com/office/drawing/2014/main" id="{6C0CE4B9-6A5F-48CA-F244-D3DD8C9770EB}"/>
              </a:ext>
            </a:extLst>
          </p:cNvPr>
          <p:cNvGrpSpPr/>
          <p:nvPr/>
        </p:nvGrpSpPr>
        <p:grpSpPr>
          <a:xfrm>
            <a:off x="5208472" y="1752739"/>
            <a:ext cx="1720442" cy="881063"/>
            <a:chOff x="5208472" y="1752739"/>
            <a:chExt cx="1720442" cy="881063"/>
          </a:xfrm>
        </p:grpSpPr>
        <p:pic>
          <p:nvPicPr>
            <p:cNvPr id="94" name="图片 93">
              <a:extLst>
                <a:ext uri="{FF2B5EF4-FFF2-40B4-BE49-F238E27FC236}">
                  <a16:creationId xmlns:a16="http://schemas.microsoft.com/office/drawing/2014/main" id="{1CD7C78D-1364-9AD4-A17C-461EA8CBC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13194558" flipH="1">
              <a:off x="5208472" y="2348788"/>
              <a:ext cx="1013724" cy="120765"/>
            </a:xfrm>
            <a:prstGeom prst="rect">
              <a:avLst/>
            </a:prstGeom>
          </p:spPr>
        </p:pic>
        <p:sp>
          <p:nvSpPr>
            <p:cNvPr id="95" name="问号">
              <a:extLst>
                <a:ext uri="{FF2B5EF4-FFF2-40B4-BE49-F238E27FC236}">
                  <a16:creationId xmlns:a16="http://schemas.microsoft.com/office/drawing/2014/main" id="{15EA7074-8AB6-0DB2-1C51-F935D06D0BF1}"/>
                </a:ext>
              </a:extLst>
            </p:cNvPr>
            <p:cNvSpPr txBox="1"/>
            <p:nvPr/>
          </p:nvSpPr>
          <p:spPr>
            <a:xfrm>
              <a:off x="6068591" y="1752739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开环传函">
                <a:extLst>
                  <a:ext uri="{FF2B5EF4-FFF2-40B4-BE49-F238E27FC236}">
                    <a16:creationId xmlns:a16="http://schemas.microsoft.com/office/drawing/2014/main" id="{08D55C20-8D61-E114-A412-5DEEBECD9504}"/>
                  </a:ext>
                </a:extLst>
              </p:cNvPr>
              <p:cNvSpPr txBox="1"/>
              <p:nvPr/>
            </p:nvSpPr>
            <p:spPr>
              <a:xfrm>
                <a:off x="7005726" y="2505358"/>
                <a:ext cx="2414908" cy="1004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6" name="开环传函">
                <a:extLst>
                  <a:ext uri="{FF2B5EF4-FFF2-40B4-BE49-F238E27FC236}">
                    <a16:creationId xmlns:a16="http://schemas.microsoft.com/office/drawing/2014/main" id="{08D55C20-8D61-E114-A412-5DEEBECD9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726" y="2505358"/>
                <a:ext cx="2414908" cy="1004955"/>
              </a:xfrm>
              <a:prstGeom prst="rect">
                <a:avLst/>
              </a:prstGeom>
              <a:blipFill>
                <a:blip r:embed="rId27"/>
                <a:stretch>
                  <a:fillRect r="-524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开环传函">
                <a:extLst>
                  <a:ext uri="{FF2B5EF4-FFF2-40B4-BE49-F238E27FC236}">
                    <a16:creationId xmlns:a16="http://schemas.microsoft.com/office/drawing/2014/main" id="{617C278D-8A65-C2FA-44EE-D92D0A1E5373}"/>
                  </a:ext>
                </a:extLst>
              </p:cNvPr>
              <p:cNvSpPr txBox="1"/>
              <p:nvPr/>
            </p:nvSpPr>
            <p:spPr>
              <a:xfrm>
                <a:off x="9185978" y="2756519"/>
                <a:ext cx="29740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7" name="开环传函">
                <a:extLst>
                  <a:ext uri="{FF2B5EF4-FFF2-40B4-BE49-F238E27FC236}">
                    <a16:creationId xmlns:a16="http://schemas.microsoft.com/office/drawing/2014/main" id="{617C278D-8A65-C2FA-44EE-D92D0A1E5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5978" y="2756519"/>
                <a:ext cx="2974028" cy="523220"/>
              </a:xfrm>
              <a:prstGeom prst="rect">
                <a:avLst/>
              </a:prstGeom>
              <a:blipFill>
                <a:blip r:embed="rId28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括号">
            <a:extLst>
              <a:ext uri="{FF2B5EF4-FFF2-40B4-BE49-F238E27FC236}">
                <a16:creationId xmlns:a16="http://schemas.microsoft.com/office/drawing/2014/main" id="{1527416E-23FF-6441-6F63-8B8F36F8572B}"/>
              </a:ext>
            </a:extLst>
          </p:cNvPr>
          <p:cNvGrpSpPr/>
          <p:nvPr/>
        </p:nvGrpSpPr>
        <p:grpSpPr>
          <a:xfrm>
            <a:off x="9854892" y="3294822"/>
            <a:ext cx="1920768" cy="825394"/>
            <a:chOff x="9854892" y="3294822"/>
            <a:chExt cx="1920768" cy="825394"/>
          </a:xfrm>
        </p:grpSpPr>
        <p:sp>
          <p:nvSpPr>
            <p:cNvPr id="7" name="右大括号 6">
              <a:extLst>
                <a:ext uri="{FF2B5EF4-FFF2-40B4-BE49-F238E27FC236}">
                  <a16:creationId xmlns:a16="http://schemas.microsoft.com/office/drawing/2014/main" id="{2AD37E2F-DBB9-9D67-CE4F-9D284A1DDC39}"/>
                </a:ext>
              </a:extLst>
            </p:cNvPr>
            <p:cNvSpPr/>
            <p:nvPr/>
          </p:nvSpPr>
          <p:spPr>
            <a:xfrm rot="5400000">
              <a:off x="10664189" y="2485525"/>
              <a:ext cx="302174" cy="1920768"/>
            </a:xfrm>
            <a:prstGeom prst="rightBrace">
              <a:avLst>
                <a:gd name="adj1" fmla="val 37729"/>
                <a:gd name="adj2" fmla="val 49369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8" name="文本">
              <a:extLst>
                <a:ext uri="{FF2B5EF4-FFF2-40B4-BE49-F238E27FC236}">
                  <a16:creationId xmlns:a16="http://schemas.microsoft.com/office/drawing/2014/main" id="{3681FF2C-2A2F-95DC-15DE-4C47BC82E23D}"/>
                </a:ext>
              </a:extLst>
            </p:cNvPr>
            <p:cNvSpPr txBox="1"/>
            <p:nvPr/>
          </p:nvSpPr>
          <p:spPr>
            <a:xfrm>
              <a:off x="10042639" y="3596996"/>
              <a:ext cx="167803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特征方程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开环传函">
                <a:extLst>
                  <a:ext uri="{FF2B5EF4-FFF2-40B4-BE49-F238E27FC236}">
                    <a16:creationId xmlns:a16="http://schemas.microsoft.com/office/drawing/2014/main" id="{B66DC671-5101-E354-72A5-B2FF3F58CFBD}"/>
                  </a:ext>
                </a:extLst>
              </p:cNvPr>
              <p:cNvSpPr txBox="1"/>
              <p:nvPr/>
            </p:nvSpPr>
            <p:spPr>
              <a:xfrm>
                <a:off x="370467" y="3666295"/>
                <a:ext cx="6059853" cy="523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9" name="开环传函">
                <a:extLst>
                  <a:ext uri="{FF2B5EF4-FFF2-40B4-BE49-F238E27FC236}">
                    <a16:creationId xmlns:a16="http://schemas.microsoft.com/office/drawing/2014/main" id="{B66DC671-5101-E354-72A5-B2FF3F58C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67" y="3666295"/>
                <a:ext cx="6059853" cy="52328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6F035A3-E220-B9DC-9AA6-1A9CC2182FC5}"/>
                  </a:ext>
                </a:extLst>
              </p:cNvPr>
              <p:cNvSpPr txBox="1"/>
              <p:nvPr/>
            </p:nvSpPr>
            <p:spPr>
              <a:xfrm>
                <a:off x="1198662" y="4149725"/>
                <a:ext cx="39568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+5+5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6F035A3-E220-B9DC-9AA6-1A9CC2182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662" y="4149725"/>
                <a:ext cx="3956827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15746212-1CB9-001F-247E-F7742A3FFE0F}"/>
                  </a:ext>
                </a:extLst>
              </p:cNvPr>
              <p:cNvSpPr txBox="1"/>
              <p:nvPr/>
            </p:nvSpPr>
            <p:spPr>
              <a:xfrm>
                <a:off x="838622" y="4672945"/>
                <a:ext cx="47503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15746212-1CB9-001F-247E-F7742A3FF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22" y="4672945"/>
                <a:ext cx="4750323" cy="52322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93AE30C5-97AE-68D0-17C0-CEF19C40F7C8}"/>
                  </a:ext>
                </a:extLst>
              </p:cNvPr>
              <p:cNvSpPr txBox="1"/>
              <p:nvPr/>
            </p:nvSpPr>
            <p:spPr>
              <a:xfrm>
                <a:off x="1198662" y="5156310"/>
                <a:ext cx="3713257" cy="906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+0.2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93AE30C5-97AE-68D0-17C0-CEF19C40F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662" y="5156310"/>
                <a:ext cx="3713257" cy="906145"/>
              </a:xfrm>
              <a:prstGeom prst="rect">
                <a:avLst/>
              </a:prstGeom>
              <a:blipFill>
                <a:blip r:embed="rId32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6AA6EEC0-4862-2A2C-D53D-79358D67605A}"/>
              </a:ext>
            </a:extLst>
          </p:cNvPr>
          <p:cNvGrpSpPr/>
          <p:nvPr/>
        </p:nvGrpSpPr>
        <p:grpSpPr>
          <a:xfrm>
            <a:off x="2465365" y="5196165"/>
            <a:ext cx="7517815" cy="969139"/>
            <a:chOff x="2465365" y="5196165"/>
            <a:chExt cx="7517815" cy="969139"/>
          </a:xfrm>
        </p:grpSpPr>
        <p:sp>
          <p:nvSpPr>
            <p:cNvPr id="11" name="右箭头标注 10">
              <a:extLst>
                <a:ext uri="{FF2B5EF4-FFF2-40B4-BE49-F238E27FC236}">
                  <a16:creationId xmlns:a16="http://schemas.microsoft.com/office/drawing/2014/main" id="{87D9133B-EE53-E332-B6CE-9E94AE3761A1}"/>
                </a:ext>
              </a:extLst>
            </p:cNvPr>
            <p:cNvSpPr/>
            <p:nvPr/>
          </p:nvSpPr>
          <p:spPr>
            <a:xfrm>
              <a:off x="2465365" y="5196165"/>
              <a:ext cx="3270273" cy="969139"/>
            </a:xfrm>
            <a:prstGeom prst="rightArrowCallout">
              <a:avLst>
                <a:gd name="adj1" fmla="val 12503"/>
                <a:gd name="adj2" fmla="val 17502"/>
                <a:gd name="adj3" fmla="val 30624"/>
                <a:gd name="adj4" fmla="val 64977"/>
              </a:avLst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4505B0A1-0EB8-9D26-6FC6-D030ED57EC6C}"/>
                    </a:ext>
                  </a:extLst>
                </p:cNvPr>
                <p:cNvSpPr txBox="1"/>
                <p:nvPr/>
              </p:nvSpPr>
              <p:spPr>
                <a:xfrm>
                  <a:off x="5806096" y="5381172"/>
                  <a:ext cx="4177084" cy="599123"/>
                </a:xfrm>
                <a:prstGeom prst="roundRect">
                  <a:avLst>
                    <a:gd name="adj" fmla="val 22661"/>
                  </a:avLst>
                </a:prstGeom>
                <a:solidFill>
                  <a:srgbClr val="E44860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kumimoji="1" lang="zh-CN" altLang="en-US" sz="2800" dirty="0">
                      <a:solidFill>
                        <a:schemeClr val="bg1"/>
                      </a:solidFill>
                    </a:rPr>
                    <a:t>等效开环传函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kumimoji="1"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kumimoji="1" lang="zh-CN" altLang="en-US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4505B0A1-0EB8-9D26-6FC6-D030ED57E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6096" y="5381172"/>
                  <a:ext cx="4177084" cy="599123"/>
                </a:xfrm>
                <a:prstGeom prst="roundRect">
                  <a:avLst>
                    <a:gd name="adj" fmla="val 22661"/>
                  </a:avLst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FABABF13-C52A-F1F6-37E0-F8114FBF8C22}"/>
                  </a:ext>
                </a:extLst>
              </p:cNvPr>
              <p:cNvSpPr txBox="1"/>
              <p:nvPr/>
            </p:nvSpPr>
            <p:spPr>
              <a:xfrm>
                <a:off x="5806096" y="4634993"/>
                <a:ext cx="4177084" cy="599123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bg1"/>
                    </a:solidFill>
                  </a:rPr>
                  <a:t>等效根轨迹增益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kumimoji="1" lang="zh-CN" alt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zh-CN" altLang="en-US" sz="2800" dirty="0">
                    <a:solidFill>
                      <a:schemeClr val="bg1"/>
                    </a:solidFill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zh-CN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kumimoji="1" lang="zh-CN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FABABF13-C52A-F1F6-37E0-F8114FBF8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096" y="4634993"/>
                <a:ext cx="4177084" cy="599123"/>
              </a:xfrm>
              <a:prstGeom prst="roundRect">
                <a:avLst>
                  <a:gd name="adj" fmla="val 22661"/>
                </a:avLst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382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88" grpId="0"/>
      <p:bldP spid="92" grpId="0"/>
      <p:bldP spid="93" grpId="0" animBg="1"/>
      <p:bldP spid="96" grpId="0"/>
      <p:bldP spid="97" grpId="0"/>
      <p:bldP spid="99" grpId="0"/>
      <p:bldP spid="100" grpId="0"/>
      <p:bldP spid="101" grpId="0"/>
      <p:bldP spid="102" grpId="0"/>
      <p:bldP spid="10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坐标轴">
            <a:extLst>
              <a:ext uri="{FF2B5EF4-FFF2-40B4-BE49-F238E27FC236}">
                <a16:creationId xmlns:a16="http://schemas.microsoft.com/office/drawing/2014/main" id="{49FD37FA-EC2D-9E73-D7A8-5837E967C09B}"/>
              </a:ext>
            </a:extLst>
          </p:cNvPr>
          <p:cNvGrpSpPr/>
          <p:nvPr/>
        </p:nvGrpSpPr>
        <p:grpSpPr>
          <a:xfrm>
            <a:off x="8704885" y="1678087"/>
            <a:ext cx="2995657" cy="4741714"/>
            <a:chOff x="8704885" y="1678087"/>
            <a:chExt cx="2995657" cy="4741714"/>
          </a:xfrm>
        </p:grpSpPr>
        <p:grpSp>
          <p:nvGrpSpPr>
            <p:cNvPr id="39" name="虚轴">
              <a:extLst>
                <a:ext uri="{FF2B5EF4-FFF2-40B4-BE49-F238E27FC236}">
                  <a16:creationId xmlns:a16="http://schemas.microsoft.com/office/drawing/2014/main" id="{6F39C1F4-F4BC-4E29-BFA6-8215F5565DBF}"/>
                </a:ext>
              </a:extLst>
            </p:cNvPr>
            <p:cNvGrpSpPr/>
            <p:nvPr/>
          </p:nvGrpSpPr>
          <p:grpSpPr>
            <a:xfrm>
              <a:off x="10792135" y="1678087"/>
              <a:ext cx="672518" cy="4741714"/>
              <a:chOff x="10792135" y="1678087"/>
              <a:chExt cx="672518" cy="47417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labelj">
                    <a:extLst>
                      <a:ext uri="{FF2B5EF4-FFF2-40B4-BE49-F238E27FC236}">
                        <a16:creationId xmlns:a16="http://schemas.microsoft.com/office/drawing/2014/main" id="{E09D08AB-986E-E2D2-1DED-1C41C0567110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0" name="labelj">
                    <a:extLst>
                      <a:ext uri="{FF2B5EF4-FFF2-40B4-BE49-F238E27FC236}">
                        <a16:creationId xmlns:a16="http://schemas.microsoft.com/office/drawing/2014/main" id="{E09D08AB-986E-E2D2-1DED-1C41C05671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762" r="-2142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ylabel2">
                    <a:extLst>
                      <a:ext uri="{FF2B5EF4-FFF2-40B4-BE49-F238E27FC236}">
                        <a16:creationId xmlns:a16="http://schemas.microsoft.com/office/drawing/2014/main" id="{F6681086-62E9-45A4-B6AE-039BC774C3BD}"/>
                      </a:ext>
                    </a:extLst>
                  </p:cNvPr>
                  <p:cNvSpPr txBox="1"/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1" name="ylabel2">
                    <a:extLst>
                      <a:ext uri="{FF2B5EF4-FFF2-40B4-BE49-F238E27FC236}">
                        <a16:creationId xmlns:a16="http://schemas.microsoft.com/office/drawing/2014/main" id="{F6681086-62E9-45A4-B6AE-039BC774C3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692" r="-307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2" name="ytick2">
                <a:extLst>
                  <a:ext uri="{FF2B5EF4-FFF2-40B4-BE49-F238E27FC236}">
                    <a16:creationId xmlns:a16="http://schemas.microsoft.com/office/drawing/2014/main" id="{89450A59-1D2D-6BB4-7281-7A77335DEF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4468" y="2713985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ylabel-2">
                    <a:extLst>
                      <a:ext uri="{FF2B5EF4-FFF2-40B4-BE49-F238E27FC236}">
                        <a16:creationId xmlns:a16="http://schemas.microsoft.com/office/drawing/2014/main" id="{314BC2CC-6C0A-F73E-0CBE-B5915878443B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7" name="ylabel-2">
                    <a:extLst>
                      <a:ext uri="{FF2B5EF4-FFF2-40B4-BE49-F238E27FC236}">
                        <a16:creationId xmlns:a16="http://schemas.microsoft.com/office/drawing/2014/main" id="{314BC2CC-6C0A-F73E-0CBE-B591587844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ytick-2">
                <a:extLst>
                  <a:ext uri="{FF2B5EF4-FFF2-40B4-BE49-F238E27FC236}">
                    <a16:creationId xmlns:a16="http://schemas.microsoft.com/office/drawing/2014/main" id="{1C69A86A-C042-7A74-EBE6-33C330583C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5591991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y轴">
                <a:extLst>
                  <a:ext uri="{FF2B5EF4-FFF2-40B4-BE49-F238E27FC236}">
                    <a16:creationId xmlns:a16="http://schemas.microsoft.com/office/drawing/2014/main" id="{2586423C-B68E-1394-9886-823FB93397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92135" y="2027313"/>
                <a:ext cx="0" cy="43924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实轴">
              <a:extLst>
                <a:ext uri="{FF2B5EF4-FFF2-40B4-BE49-F238E27FC236}">
                  <a16:creationId xmlns:a16="http://schemas.microsoft.com/office/drawing/2014/main" id="{8541D06E-FFCC-4A45-84DF-5272D7F3CAB7}"/>
                </a:ext>
              </a:extLst>
            </p:cNvPr>
            <p:cNvGrpSpPr/>
            <p:nvPr/>
          </p:nvGrpSpPr>
          <p:grpSpPr>
            <a:xfrm>
              <a:off x="8704885" y="3655551"/>
              <a:ext cx="2995657" cy="1027076"/>
              <a:chOff x="8704885" y="3655551"/>
              <a:chExt cx="2995657" cy="1027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label0">
                    <a:extLst>
                      <a:ext uri="{FF2B5EF4-FFF2-40B4-BE49-F238E27FC236}">
                        <a16:creationId xmlns:a16="http://schemas.microsoft.com/office/drawing/2014/main" id="{0BFAA65A-5EA6-A6E7-6AA7-F59042234725}"/>
                      </a:ext>
                    </a:extLst>
                  </p:cNvPr>
                  <p:cNvSpPr txBox="1"/>
                  <p:nvPr/>
                </p:nvSpPr>
                <p:spPr>
                  <a:xfrm>
                    <a:off x="11179841" y="3655551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Re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1" name="label0">
                    <a:extLst>
                      <a:ext uri="{FF2B5EF4-FFF2-40B4-BE49-F238E27FC236}">
                        <a16:creationId xmlns:a16="http://schemas.microsoft.com/office/drawing/2014/main" id="{0BFAA65A-5EA6-A6E7-6AA7-F590422347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79841" y="3655551"/>
                    <a:ext cx="520701" cy="52469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7143" r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xlabel-2">
                    <a:extLst>
                      <a:ext uri="{FF2B5EF4-FFF2-40B4-BE49-F238E27FC236}">
                        <a16:creationId xmlns:a16="http://schemas.microsoft.com/office/drawing/2014/main" id="{3E55011F-FFAC-D08C-3F70-88D5C0FD32B6}"/>
                      </a:ext>
                    </a:extLst>
                  </p:cNvPr>
                  <p:cNvSpPr txBox="1"/>
                  <p:nvPr/>
                </p:nvSpPr>
                <p:spPr>
                  <a:xfrm>
                    <a:off x="8704885" y="415940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4" name="xlabel-2">
                    <a:extLst>
                      <a:ext uri="{FF2B5EF4-FFF2-40B4-BE49-F238E27FC236}">
                        <a16:creationId xmlns:a16="http://schemas.microsoft.com/office/drawing/2014/main" id="{3E55011F-FFAC-D08C-3F70-88D5C0FD32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4885" y="4159407"/>
                    <a:ext cx="520701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6" name="xtick-2">
                <a:extLst>
                  <a:ext uri="{FF2B5EF4-FFF2-40B4-BE49-F238E27FC236}">
                    <a16:creationId xmlns:a16="http://schemas.microsoft.com/office/drawing/2014/main" id="{E7676EB7-B4A5-F6CD-A98E-B61C788B91A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68272" y="4084906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x轴">
                <a:extLst>
                  <a:ext uri="{FF2B5EF4-FFF2-40B4-BE49-F238E27FC236}">
                    <a16:creationId xmlns:a16="http://schemas.microsoft.com/office/drawing/2014/main" id="{5F87D923-8890-B5DF-9C5A-5FDC978D81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1602" y="4159407"/>
                <a:ext cx="213949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3" name="出射角2">
            <a:extLst>
              <a:ext uri="{FF2B5EF4-FFF2-40B4-BE49-F238E27FC236}">
                <a16:creationId xmlns:a16="http://schemas.microsoft.com/office/drawing/2014/main" id="{3CE23611-FF51-D9B3-64FE-8EF6C76EC371}"/>
              </a:ext>
            </a:extLst>
          </p:cNvPr>
          <p:cNvCxnSpPr>
            <a:cxnSpLocks/>
          </p:cNvCxnSpPr>
          <p:nvPr/>
        </p:nvCxnSpPr>
        <p:spPr>
          <a:xfrm>
            <a:off x="8869074" y="5474120"/>
            <a:ext cx="1829784" cy="73267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出射角1">
            <a:extLst>
              <a:ext uri="{FF2B5EF4-FFF2-40B4-BE49-F238E27FC236}">
                <a16:creationId xmlns:a16="http://schemas.microsoft.com/office/drawing/2014/main" id="{79841FEB-607D-7044-625C-E00378B2D83D}"/>
              </a:ext>
            </a:extLst>
          </p:cNvPr>
          <p:cNvCxnSpPr>
            <a:cxnSpLocks/>
          </p:cNvCxnSpPr>
          <p:nvPr/>
        </p:nvCxnSpPr>
        <p:spPr>
          <a:xfrm flipV="1">
            <a:off x="8835163" y="2748656"/>
            <a:ext cx="1829784" cy="73267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渐近线1">
            <a:extLst>
              <a:ext uri="{FF2B5EF4-FFF2-40B4-BE49-F238E27FC236}">
                <a16:creationId xmlns:a16="http://schemas.microsoft.com/office/drawing/2014/main" id="{A2A4A479-6E44-DE38-42EE-8C28FABA243C}"/>
              </a:ext>
            </a:extLst>
          </p:cNvPr>
          <p:cNvCxnSpPr>
            <a:cxnSpLocks/>
          </p:cNvCxnSpPr>
          <p:nvPr/>
        </p:nvCxnSpPr>
        <p:spPr>
          <a:xfrm flipH="1" flipV="1">
            <a:off x="8187275" y="4153335"/>
            <a:ext cx="1840072" cy="14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零点">
            <a:extLst>
              <a:ext uri="{FF2B5EF4-FFF2-40B4-BE49-F238E27FC236}">
                <a16:creationId xmlns:a16="http://schemas.microsoft.com/office/drawing/2014/main" id="{323FE152-0182-6207-9B2C-12E5AB1C4885}"/>
              </a:ext>
            </a:extLst>
          </p:cNvPr>
          <p:cNvSpPr/>
          <p:nvPr/>
        </p:nvSpPr>
        <p:spPr>
          <a:xfrm>
            <a:off x="10676294" y="4050010"/>
            <a:ext cx="216000" cy="216000"/>
          </a:xfrm>
          <a:prstGeom prst="donut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5" name="极点2">
            <a:extLst>
              <a:ext uri="{FF2B5EF4-FFF2-40B4-BE49-F238E27FC236}">
                <a16:creationId xmlns:a16="http://schemas.microsoft.com/office/drawing/2014/main" id="{8359BDCE-328B-F16C-B3A8-343F70F06AC2}"/>
              </a:ext>
            </a:extLst>
          </p:cNvPr>
          <p:cNvSpPr/>
          <p:nvPr/>
        </p:nvSpPr>
        <p:spPr>
          <a:xfrm>
            <a:off x="10554842" y="539972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66" name="极点1">
            <a:extLst>
              <a:ext uri="{FF2B5EF4-FFF2-40B4-BE49-F238E27FC236}">
                <a16:creationId xmlns:a16="http://schemas.microsoft.com/office/drawing/2014/main" id="{AF3B0352-4D7E-975A-1095-3304238BD36E}"/>
              </a:ext>
            </a:extLst>
          </p:cNvPr>
          <p:cNvSpPr/>
          <p:nvPr/>
        </p:nvSpPr>
        <p:spPr>
          <a:xfrm>
            <a:off x="10520931" y="2604640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67" name="根轨迹2">
            <a:extLst>
              <a:ext uri="{FF2B5EF4-FFF2-40B4-BE49-F238E27FC236}">
                <a16:creationId xmlns:a16="http://schemas.microsoft.com/office/drawing/2014/main" id="{19F6A44B-6533-4FA3-A2F5-CA9AA3B6EF89}"/>
              </a:ext>
            </a:extLst>
          </p:cNvPr>
          <p:cNvSpPr/>
          <p:nvPr/>
        </p:nvSpPr>
        <p:spPr>
          <a:xfrm flipV="1">
            <a:off x="8072154" y="4154164"/>
            <a:ext cx="2619776" cy="1399823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56 w 886614"/>
              <a:gd name="connsiteY0" fmla="*/ 2140438 h 2140438"/>
              <a:gd name="connsiteX1" fmla="*/ 886614 w 886614"/>
              <a:gd name="connsiteY1" fmla="*/ 0 h 2140438"/>
              <a:gd name="connsiteX0" fmla="*/ 49 w 886607"/>
              <a:gd name="connsiteY0" fmla="*/ 2140438 h 2140438"/>
              <a:gd name="connsiteX1" fmla="*/ 886607 w 886607"/>
              <a:gd name="connsiteY1" fmla="*/ 0 h 2140438"/>
              <a:gd name="connsiteX0" fmla="*/ 136 w 632358"/>
              <a:gd name="connsiteY0" fmla="*/ 735532 h 735532"/>
              <a:gd name="connsiteX1" fmla="*/ 632358 w 632358"/>
              <a:gd name="connsiteY1" fmla="*/ 0 h 735532"/>
              <a:gd name="connsiteX0" fmla="*/ 2549488 w 2549488"/>
              <a:gd name="connsiteY0" fmla="*/ 39695 h 1687814"/>
              <a:gd name="connsiteX1" fmla="*/ 57006 w 2549488"/>
              <a:gd name="connsiteY1" fmla="*/ 1453911 h 1687814"/>
              <a:gd name="connsiteX0" fmla="*/ 2677146 w 2677146"/>
              <a:gd name="connsiteY0" fmla="*/ 39695 h 1687814"/>
              <a:gd name="connsiteX1" fmla="*/ 184664 w 2677146"/>
              <a:gd name="connsiteY1" fmla="*/ 1453911 h 1687814"/>
              <a:gd name="connsiteX2" fmla="*/ 184538 w 2677146"/>
              <a:gd name="connsiteY2" fmla="*/ 1463742 h 1687814"/>
              <a:gd name="connsiteX0" fmla="*/ 2591899 w 2591899"/>
              <a:gd name="connsiteY0" fmla="*/ 39695 h 1687814"/>
              <a:gd name="connsiteX1" fmla="*/ 99417 w 2591899"/>
              <a:gd name="connsiteY1" fmla="*/ 1453911 h 1687814"/>
              <a:gd name="connsiteX2" fmla="*/ 704854 w 2591899"/>
              <a:gd name="connsiteY2" fmla="*/ 1621188 h 1687814"/>
              <a:gd name="connsiteX0" fmla="*/ 2724167 w 2724167"/>
              <a:gd name="connsiteY0" fmla="*/ 39695 h 1687814"/>
              <a:gd name="connsiteX1" fmla="*/ 231685 w 2724167"/>
              <a:gd name="connsiteY1" fmla="*/ 1453911 h 1687814"/>
              <a:gd name="connsiteX2" fmla="*/ 86224 w 2724167"/>
              <a:gd name="connsiteY2" fmla="*/ 1451630 h 1687814"/>
              <a:gd name="connsiteX0" fmla="*/ 2637943 w 2637943"/>
              <a:gd name="connsiteY0" fmla="*/ 39928 h 1671085"/>
              <a:gd name="connsiteX1" fmla="*/ 1277864 w 2637943"/>
              <a:gd name="connsiteY1" fmla="*/ 1435977 h 1671085"/>
              <a:gd name="connsiteX2" fmla="*/ 0 w 2637943"/>
              <a:gd name="connsiteY2" fmla="*/ 1451863 h 1671085"/>
              <a:gd name="connsiteX0" fmla="*/ 2637943 w 2637943"/>
              <a:gd name="connsiteY0" fmla="*/ 75389 h 1580719"/>
              <a:gd name="connsiteX1" fmla="*/ 1277864 w 2637943"/>
              <a:gd name="connsiteY1" fmla="*/ 1471438 h 1580719"/>
              <a:gd name="connsiteX2" fmla="*/ 0 w 2637943"/>
              <a:gd name="connsiteY2" fmla="*/ 1487324 h 1580719"/>
              <a:gd name="connsiteX0" fmla="*/ 2637943 w 2637943"/>
              <a:gd name="connsiteY0" fmla="*/ 75389 h 1487324"/>
              <a:gd name="connsiteX1" fmla="*/ 1277864 w 2637943"/>
              <a:gd name="connsiteY1" fmla="*/ 1471438 h 1487324"/>
              <a:gd name="connsiteX2" fmla="*/ 0 w 2637943"/>
              <a:gd name="connsiteY2" fmla="*/ 1487324 h 1487324"/>
              <a:gd name="connsiteX0" fmla="*/ 2601609 w 2601609"/>
              <a:gd name="connsiteY0" fmla="*/ 75389 h 1471438"/>
              <a:gd name="connsiteX1" fmla="*/ 1241530 w 2601609"/>
              <a:gd name="connsiteY1" fmla="*/ 1471438 h 1471438"/>
              <a:gd name="connsiteX2" fmla="*/ 0 w 2601609"/>
              <a:gd name="connsiteY2" fmla="*/ 1463101 h 1471438"/>
              <a:gd name="connsiteX0" fmla="*/ 2619776 w 2619776"/>
              <a:gd name="connsiteY0" fmla="*/ 75389 h 1475212"/>
              <a:gd name="connsiteX1" fmla="*/ 1259697 w 2619776"/>
              <a:gd name="connsiteY1" fmla="*/ 1471438 h 1475212"/>
              <a:gd name="connsiteX2" fmla="*/ 0 w 2619776"/>
              <a:gd name="connsiteY2" fmla="*/ 1475212 h 1475212"/>
              <a:gd name="connsiteX0" fmla="*/ 2619776 w 2619776"/>
              <a:gd name="connsiteY0" fmla="*/ 0 h 1399823"/>
              <a:gd name="connsiteX1" fmla="*/ 1259697 w 2619776"/>
              <a:gd name="connsiteY1" fmla="*/ 1396049 h 1399823"/>
              <a:gd name="connsiteX2" fmla="*/ 0 w 2619776"/>
              <a:gd name="connsiteY2" fmla="*/ 1399823 h 1399823"/>
              <a:gd name="connsiteX0" fmla="*/ 2619776 w 2619776"/>
              <a:gd name="connsiteY0" fmla="*/ 0 h 1399823"/>
              <a:gd name="connsiteX1" fmla="*/ 1259697 w 2619776"/>
              <a:gd name="connsiteY1" fmla="*/ 1396049 h 1399823"/>
              <a:gd name="connsiteX2" fmla="*/ 0 w 2619776"/>
              <a:gd name="connsiteY2" fmla="*/ 1399823 h 1399823"/>
              <a:gd name="connsiteX0" fmla="*/ 2619776 w 2619776"/>
              <a:gd name="connsiteY0" fmla="*/ 0 h 1399823"/>
              <a:gd name="connsiteX1" fmla="*/ 1259697 w 2619776"/>
              <a:gd name="connsiteY1" fmla="*/ 1396049 h 1399823"/>
              <a:gd name="connsiteX2" fmla="*/ 0 w 2619776"/>
              <a:gd name="connsiteY2" fmla="*/ 1399823 h 1399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19776" h="1399823">
                <a:moveTo>
                  <a:pt x="2619776" y="0"/>
                </a:moveTo>
                <a:cubicBezTo>
                  <a:pt x="1724551" y="47609"/>
                  <a:pt x="1271472" y="942460"/>
                  <a:pt x="1259697" y="1396049"/>
                </a:cubicBezTo>
                <a:lnTo>
                  <a:pt x="0" y="1399823"/>
                </a:ln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8" name="根轨迹1">
            <a:extLst>
              <a:ext uri="{FF2B5EF4-FFF2-40B4-BE49-F238E27FC236}">
                <a16:creationId xmlns:a16="http://schemas.microsoft.com/office/drawing/2014/main" id="{0691368B-43AA-FA48-0A35-54B52C16067E}"/>
              </a:ext>
            </a:extLst>
          </p:cNvPr>
          <p:cNvSpPr/>
          <p:nvPr/>
        </p:nvSpPr>
        <p:spPr>
          <a:xfrm>
            <a:off x="9330189" y="2754130"/>
            <a:ext cx="1356336" cy="140774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662500"/>
              <a:gd name="connsiteY0" fmla="*/ 729476 h 729476"/>
              <a:gd name="connsiteX1" fmla="*/ 662500 w 662500"/>
              <a:gd name="connsiteY1" fmla="*/ 0 h 729476"/>
              <a:gd name="connsiteX0" fmla="*/ 180480 w 237417"/>
              <a:gd name="connsiteY0" fmla="*/ 54238 h 1664400"/>
              <a:gd name="connsiteX1" fmla="*/ 237417 w 237417"/>
              <a:gd name="connsiteY1" fmla="*/ 1426065 h 1664400"/>
              <a:gd name="connsiteX0" fmla="*/ 180480 w 241599"/>
              <a:gd name="connsiteY0" fmla="*/ 54238 h 1664400"/>
              <a:gd name="connsiteX1" fmla="*/ 237417 w 241599"/>
              <a:gd name="connsiteY1" fmla="*/ 1426065 h 1664400"/>
              <a:gd name="connsiteX2" fmla="*/ 237294 w 241599"/>
              <a:gd name="connsiteY2" fmla="*/ 1417936 h 1664400"/>
              <a:gd name="connsiteX0" fmla="*/ 180480 w 249405"/>
              <a:gd name="connsiteY0" fmla="*/ 54238 h 1664400"/>
              <a:gd name="connsiteX1" fmla="*/ 237417 w 249405"/>
              <a:gd name="connsiteY1" fmla="*/ 1426065 h 1664400"/>
              <a:gd name="connsiteX2" fmla="*/ 249405 w 249405"/>
              <a:gd name="connsiteY2" fmla="*/ 1611716 h 1664400"/>
              <a:gd name="connsiteX0" fmla="*/ 673237 w 742162"/>
              <a:gd name="connsiteY0" fmla="*/ 58572 h 1616060"/>
              <a:gd name="connsiteX1" fmla="*/ 136722 w 742162"/>
              <a:gd name="connsiteY1" fmla="*/ 1194229 h 1616060"/>
              <a:gd name="connsiteX2" fmla="*/ 742162 w 742162"/>
              <a:gd name="connsiteY2" fmla="*/ 1616050 h 1616060"/>
              <a:gd name="connsiteX0" fmla="*/ 673237 w 687661"/>
              <a:gd name="connsiteY0" fmla="*/ 58572 h 1452608"/>
              <a:gd name="connsiteX1" fmla="*/ 136722 w 687661"/>
              <a:gd name="connsiteY1" fmla="*/ 1194229 h 1452608"/>
              <a:gd name="connsiteX2" fmla="*/ 687661 w 687661"/>
              <a:gd name="connsiteY2" fmla="*/ 1452548 h 1452608"/>
              <a:gd name="connsiteX0" fmla="*/ 1422690 w 1437114"/>
              <a:gd name="connsiteY0" fmla="*/ 53829 h 1686622"/>
              <a:gd name="connsiteX1" fmla="*/ 86832 w 1437114"/>
              <a:gd name="connsiteY1" fmla="*/ 1449878 h 1686622"/>
              <a:gd name="connsiteX2" fmla="*/ 1437114 w 1437114"/>
              <a:gd name="connsiteY2" fmla="*/ 1447805 h 1686622"/>
              <a:gd name="connsiteX0" fmla="*/ 1422690 w 1437114"/>
              <a:gd name="connsiteY0" fmla="*/ 53829 h 1686622"/>
              <a:gd name="connsiteX1" fmla="*/ 86832 w 1437114"/>
              <a:gd name="connsiteY1" fmla="*/ 1449878 h 1686622"/>
              <a:gd name="connsiteX2" fmla="*/ 1437114 w 1437114"/>
              <a:gd name="connsiteY2" fmla="*/ 1447805 h 1686622"/>
              <a:gd name="connsiteX0" fmla="*/ 1335858 w 1350282"/>
              <a:gd name="connsiteY0" fmla="*/ 102662 h 1505371"/>
              <a:gd name="connsiteX1" fmla="*/ 0 w 1350282"/>
              <a:gd name="connsiteY1" fmla="*/ 1498711 h 1505371"/>
              <a:gd name="connsiteX2" fmla="*/ 1350282 w 1350282"/>
              <a:gd name="connsiteY2" fmla="*/ 1496638 h 1505371"/>
              <a:gd name="connsiteX0" fmla="*/ 1335858 w 1350282"/>
              <a:gd name="connsiteY0" fmla="*/ 0 h 1402709"/>
              <a:gd name="connsiteX1" fmla="*/ 0 w 1350282"/>
              <a:gd name="connsiteY1" fmla="*/ 1396049 h 1402709"/>
              <a:gd name="connsiteX2" fmla="*/ 1350282 w 1350282"/>
              <a:gd name="connsiteY2" fmla="*/ 1393976 h 1402709"/>
              <a:gd name="connsiteX0" fmla="*/ 1335858 w 1350282"/>
              <a:gd name="connsiteY0" fmla="*/ 0 h 1402709"/>
              <a:gd name="connsiteX1" fmla="*/ 0 w 1350282"/>
              <a:gd name="connsiteY1" fmla="*/ 1396049 h 1402709"/>
              <a:gd name="connsiteX2" fmla="*/ 1350282 w 1350282"/>
              <a:gd name="connsiteY2" fmla="*/ 1393976 h 1402709"/>
              <a:gd name="connsiteX0" fmla="*/ 1335858 w 1356337"/>
              <a:gd name="connsiteY0" fmla="*/ 0 h 1412604"/>
              <a:gd name="connsiteX1" fmla="*/ 0 w 1356337"/>
              <a:gd name="connsiteY1" fmla="*/ 1396049 h 1412604"/>
              <a:gd name="connsiteX2" fmla="*/ 1356337 w 1356337"/>
              <a:gd name="connsiteY2" fmla="*/ 1412143 h 1412604"/>
              <a:gd name="connsiteX0" fmla="*/ 1335858 w 1356337"/>
              <a:gd name="connsiteY0" fmla="*/ 0 h 1402855"/>
              <a:gd name="connsiteX1" fmla="*/ 0 w 1356337"/>
              <a:gd name="connsiteY1" fmla="*/ 1396049 h 1402855"/>
              <a:gd name="connsiteX2" fmla="*/ 1356337 w 1356337"/>
              <a:gd name="connsiteY2" fmla="*/ 1394558 h 1402855"/>
              <a:gd name="connsiteX0" fmla="*/ 1327065 w 1347544"/>
              <a:gd name="connsiteY0" fmla="*/ 0 h 1417712"/>
              <a:gd name="connsiteX1" fmla="*/ 0 w 1347544"/>
              <a:gd name="connsiteY1" fmla="*/ 1413633 h 1417712"/>
              <a:gd name="connsiteX2" fmla="*/ 1347544 w 1347544"/>
              <a:gd name="connsiteY2" fmla="*/ 1394558 h 1417712"/>
              <a:gd name="connsiteX0" fmla="*/ 1327065 w 1347544"/>
              <a:gd name="connsiteY0" fmla="*/ 0 h 1413633"/>
              <a:gd name="connsiteX1" fmla="*/ 0 w 1347544"/>
              <a:gd name="connsiteY1" fmla="*/ 1413633 h 1413633"/>
              <a:gd name="connsiteX2" fmla="*/ 1347544 w 1347544"/>
              <a:gd name="connsiteY2" fmla="*/ 1394558 h 1413633"/>
              <a:gd name="connsiteX0" fmla="*/ 1331461 w 1351940"/>
              <a:gd name="connsiteY0" fmla="*/ 0 h 1404841"/>
              <a:gd name="connsiteX1" fmla="*/ 0 w 1351940"/>
              <a:gd name="connsiteY1" fmla="*/ 1404841 h 1404841"/>
              <a:gd name="connsiteX2" fmla="*/ 1351940 w 1351940"/>
              <a:gd name="connsiteY2" fmla="*/ 1394558 h 1404841"/>
              <a:gd name="connsiteX0" fmla="*/ 1331461 w 1351940"/>
              <a:gd name="connsiteY0" fmla="*/ 0 h 1404841"/>
              <a:gd name="connsiteX1" fmla="*/ 0 w 1351940"/>
              <a:gd name="connsiteY1" fmla="*/ 1404841 h 1404841"/>
              <a:gd name="connsiteX2" fmla="*/ 1351940 w 1351940"/>
              <a:gd name="connsiteY2" fmla="*/ 1394558 h 1404841"/>
              <a:gd name="connsiteX0" fmla="*/ 1331461 w 1351940"/>
              <a:gd name="connsiteY0" fmla="*/ 0 h 1404841"/>
              <a:gd name="connsiteX1" fmla="*/ 0 w 1351940"/>
              <a:gd name="connsiteY1" fmla="*/ 1404841 h 1404841"/>
              <a:gd name="connsiteX2" fmla="*/ 1351940 w 1351940"/>
              <a:gd name="connsiteY2" fmla="*/ 1394558 h 1404841"/>
              <a:gd name="connsiteX0" fmla="*/ 1331461 w 1356336"/>
              <a:gd name="connsiteY0" fmla="*/ 0 h 1407747"/>
              <a:gd name="connsiteX1" fmla="*/ 0 w 1356336"/>
              <a:gd name="connsiteY1" fmla="*/ 1404841 h 1407747"/>
              <a:gd name="connsiteX2" fmla="*/ 1356336 w 1356336"/>
              <a:gd name="connsiteY2" fmla="*/ 1407747 h 1407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6336" h="1407747">
                <a:moveTo>
                  <a:pt x="1331461" y="0"/>
                </a:moveTo>
                <a:cubicBezTo>
                  <a:pt x="364157" y="44076"/>
                  <a:pt x="11775" y="873412"/>
                  <a:pt x="0" y="1404841"/>
                </a:cubicBezTo>
                <a:lnTo>
                  <a:pt x="1356336" y="1407747"/>
                </a:ln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4" name="分离点">
            <a:extLst>
              <a:ext uri="{FF2B5EF4-FFF2-40B4-BE49-F238E27FC236}">
                <a16:creationId xmlns:a16="http://schemas.microsoft.com/office/drawing/2014/main" id="{541C979F-A4AE-18F0-6D61-6A5FA2ADB993}"/>
              </a:ext>
            </a:extLst>
          </p:cNvPr>
          <p:cNvSpPr/>
          <p:nvPr/>
        </p:nvSpPr>
        <p:spPr>
          <a:xfrm>
            <a:off x="9270896" y="4098031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开环极点">
                <a:extLst>
                  <a:ext uri="{FF2B5EF4-FFF2-40B4-BE49-F238E27FC236}">
                    <a16:creationId xmlns:a16="http://schemas.microsoft.com/office/drawing/2014/main" id="{C4A65ADF-1247-F5C2-92DA-B08227B73A71}"/>
                  </a:ext>
                </a:extLst>
              </p:cNvPr>
              <p:cNvSpPr txBox="1"/>
              <p:nvPr/>
            </p:nvSpPr>
            <p:spPr>
              <a:xfrm>
                <a:off x="1527886" y="1829776"/>
                <a:ext cx="4556055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=−0.1±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0.99,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5" name="开环极点">
                <a:extLst>
                  <a:ext uri="{FF2B5EF4-FFF2-40B4-BE49-F238E27FC236}">
                    <a16:creationId xmlns:a16="http://schemas.microsoft.com/office/drawing/2014/main" id="{C4A65ADF-1247-F5C2-92DA-B08227B73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886" y="1829776"/>
                <a:ext cx="4556055" cy="542136"/>
              </a:xfrm>
              <a:prstGeom prst="rect">
                <a:avLst/>
              </a:prstGeom>
              <a:blipFill>
                <a:blip r:embed="rId8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实轴轨迹">
                <a:extLst>
                  <a:ext uri="{FF2B5EF4-FFF2-40B4-BE49-F238E27FC236}">
                    <a16:creationId xmlns:a16="http://schemas.microsoft.com/office/drawing/2014/main" id="{7BFF412D-660C-D9B9-8AA9-76D4EE44383D}"/>
                  </a:ext>
                </a:extLst>
              </p:cNvPr>
              <p:cNvSpPr txBox="1"/>
              <p:nvPr/>
            </p:nvSpPr>
            <p:spPr>
              <a:xfrm>
                <a:off x="3153785" y="2776763"/>
                <a:ext cx="1480610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[−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∞,0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6" name="实轴轨迹">
                <a:extLst>
                  <a:ext uri="{FF2B5EF4-FFF2-40B4-BE49-F238E27FC236}">
                    <a16:creationId xmlns:a16="http://schemas.microsoft.com/office/drawing/2014/main" id="{7BFF412D-660C-D9B9-8AA9-76D4EE443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785" y="2776763"/>
                <a:ext cx="1480610" cy="542136"/>
              </a:xfrm>
              <a:prstGeom prst="rect">
                <a:avLst/>
              </a:prstGeom>
              <a:blipFill>
                <a:blip r:embed="rId9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渐近线">
                <a:extLst>
                  <a:ext uri="{FF2B5EF4-FFF2-40B4-BE49-F238E27FC236}">
                    <a16:creationId xmlns:a16="http://schemas.microsoft.com/office/drawing/2014/main" id="{E48D4F44-D32A-C8BC-FA5D-7DE7CAB4912E}"/>
                  </a:ext>
                </a:extLst>
              </p:cNvPr>
              <p:cNvSpPr txBox="1"/>
              <p:nvPr/>
            </p:nvSpPr>
            <p:spPr>
              <a:xfrm>
                <a:off x="3204398" y="3531189"/>
                <a:ext cx="3536664" cy="5933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box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sz="2800" dirty="0"/>
                  <a:t>：</a:t>
                </a:r>
                <a:r>
                  <a:rPr lang="zh-CN" altLang="en-US" sz="2800" dirty="0">
                    <a:solidFill>
                      <a:srgbClr val="159F84"/>
                    </a:solidFill>
                  </a:rPr>
                  <a:t>实轴</a:t>
                </a:r>
              </a:p>
            </p:txBody>
          </p:sp>
        </mc:Choice>
        <mc:Fallback xmlns="">
          <p:sp>
            <p:nvSpPr>
              <p:cNvPr id="117" name="渐近线">
                <a:extLst>
                  <a:ext uri="{FF2B5EF4-FFF2-40B4-BE49-F238E27FC236}">
                    <a16:creationId xmlns:a16="http://schemas.microsoft.com/office/drawing/2014/main" id="{E48D4F44-D32A-C8BC-FA5D-7DE7CAB49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398" y="3531189"/>
                <a:ext cx="3536664" cy="593304"/>
              </a:xfrm>
              <a:prstGeom prst="rect">
                <a:avLst/>
              </a:prstGeom>
              <a:blipFill>
                <a:blip r:embed="rId10"/>
                <a:stretch>
                  <a:fillRect l="-1075" t="-4167" r="-3226" b="-22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分离点公式">
                <a:extLst>
                  <a:ext uri="{FF2B5EF4-FFF2-40B4-BE49-F238E27FC236}">
                    <a16:creationId xmlns:a16="http://schemas.microsoft.com/office/drawing/2014/main" id="{35D5D448-E15E-C948-3514-462C1B11D48C}"/>
                  </a:ext>
                </a:extLst>
              </p:cNvPr>
              <p:cNvSpPr txBox="1"/>
              <p:nvPr/>
            </p:nvSpPr>
            <p:spPr>
              <a:xfrm>
                <a:off x="3230840" y="4400768"/>
                <a:ext cx="4667737" cy="645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+0.1+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0.99</m:t>
                              </m:r>
                            </m:den>
                          </m:f>
                        </m:e>
                      </m:box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box>
                        <m:box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+0.1−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0.99</m:t>
                              </m:r>
                            </m:den>
                          </m:f>
                        </m:e>
                      </m:box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8" name="分离点公式">
                <a:extLst>
                  <a:ext uri="{FF2B5EF4-FFF2-40B4-BE49-F238E27FC236}">
                    <a16:creationId xmlns:a16="http://schemas.microsoft.com/office/drawing/2014/main" id="{35D5D448-E15E-C948-3514-462C1B11D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840" y="4400768"/>
                <a:ext cx="4667737" cy="645946"/>
              </a:xfrm>
              <a:prstGeom prst="rect">
                <a:avLst/>
              </a:prstGeom>
              <a:blipFill>
                <a:blip r:embed="rId11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分离点">
                <a:extLst>
                  <a:ext uri="{FF2B5EF4-FFF2-40B4-BE49-F238E27FC236}">
                    <a16:creationId xmlns:a16="http://schemas.microsoft.com/office/drawing/2014/main" id="{9CA455C6-A2CA-13BA-CC7B-1E13CEB0B5E8}"/>
                  </a:ext>
                </a:extLst>
              </p:cNvPr>
              <p:cNvSpPr txBox="1"/>
              <p:nvPr/>
            </p:nvSpPr>
            <p:spPr>
              <a:xfrm>
                <a:off x="515044" y="5123034"/>
                <a:ext cx="5436146" cy="525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解得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𝑑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=−1,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𝑑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=1(</m:t>
                    </m:r>
                    <m:r>
                      <a:rPr kumimoji="1" lang="zh-CN" altLang="en-US" sz="2800" i="1" smtClean="0">
                        <a:solidFill>
                          <a:srgbClr val="E4486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舍去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</m:oMath>
                </a14:m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9" name="分离点">
                <a:extLst>
                  <a:ext uri="{FF2B5EF4-FFF2-40B4-BE49-F238E27FC236}">
                    <a16:creationId xmlns:a16="http://schemas.microsoft.com/office/drawing/2014/main" id="{9CA455C6-A2CA-13BA-CC7B-1E13CEB0B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44" y="5123034"/>
                <a:ext cx="5436146" cy="525016"/>
              </a:xfrm>
              <a:prstGeom prst="rect">
                <a:avLst/>
              </a:prstGeom>
              <a:blipFill>
                <a:blip r:embed="rId12"/>
                <a:stretch>
                  <a:fillRect l="-2331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出射角">
                <a:extLst>
                  <a:ext uri="{FF2B5EF4-FFF2-40B4-BE49-F238E27FC236}">
                    <a16:creationId xmlns:a16="http://schemas.microsoft.com/office/drawing/2014/main" id="{DC194CDE-CEB0-BDA2-3484-E43BB113C521}"/>
                  </a:ext>
                </a:extLst>
              </p:cNvPr>
              <p:cNvSpPr txBox="1"/>
              <p:nvPr/>
            </p:nvSpPr>
            <p:spPr>
              <a:xfrm>
                <a:off x="3213195" y="5766277"/>
                <a:ext cx="54916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=95.7°−90°+180°=185.7°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1" name="出射角">
                <a:extLst>
                  <a:ext uri="{FF2B5EF4-FFF2-40B4-BE49-F238E27FC236}">
                    <a16:creationId xmlns:a16="http://schemas.microsoft.com/office/drawing/2014/main" id="{DC194CDE-CEB0-BDA2-3484-E43BB113C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195" y="5766277"/>
                <a:ext cx="5491690" cy="523220"/>
              </a:xfrm>
              <a:prstGeom prst="rect">
                <a:avLst/>
              </a:prstGeom>
              <a:blipFill>
                <a:blip r:embed="rId1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开环传函">
            <a:extLst>
              <a:ext uri="{FF2B5EF4-FFF2-40B4-BE49-F238E27FC236}">
                <a16:creationId xmlns:a16="http://schemas.microsoft.com/office/drawing/2014/main" id="{4244D2AC-E5FB-2492-B1AA-0E8A4F4DF308}"/>
              </a:ext>
            </a:extLst>
          </p:cNvPr>
          <p:cNvGrpSpPr/>
          <p:nvPr/>
        </p:nvGrpSpPr>
        <p:grpSpPr>
          <a:xfrm>
            <a:off x="132010" y="895731"/>
            <a:ext cx="6677677" cy="906145"/>
            <a:chOff x="132010" y="895731"/>
            <a:chExt cx="6677677" cy="9061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开环传函">
                  <a:extLst>
                    <a:ext uri="{FF2B5EF4-FFF2-40B4-BE49-F238E27FC236}">
                      <a16:creationId xmlns:a16="http://schemas.microsoft.com/office/drawing/2014/main" id="{F3A668D6-7E6E-B9F0-D591-EA5D33A3E491}"/>
                    </a:ext>
                  </a:extLst>
                </p:cNvPr>
                <p:cNvSpPr txBox="1"/>
                <p:nvPr/>
              </p:nvSpPr>
              <p:spPr>
                <a:xfrm>
                  <a:off x="132010" y="895731"/>
                  <a:ext cx="5400591" cy="9061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aln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+0.2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8" name="开环传函">
                  <a:extLst>
                    <a:ext uri="{FF2B5EF4-FFF2-40B4-BE49-F238E27FC236}">
                      <a16:creationId xmlns:a16="http://schemas.microsoft.com/office/drawing/2014/main" id="{F3A668D6-7E6E-B9F0-D591-EA5D33A3E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10" y="895731"/>
                  <a:ext cx="5400591" cy="906145"/>
                </a:xfrm>
                <a:prstGeom prst="rect">
                  <a:avLst/>
                </a:prstGeom>
                <a:blipFill>
                  <a:blip r:embed="rId14"/>
                  <a:stretch>
                    <a:fillRect b="-54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F92880D2-0FB8-15E7-5A04-687F8210A4FA}"/>
                    </a:ext>
                  </a:extLst>
                </p:cNvPr>
                <p:cNvSpPr txBox="1"/>
                <p:nvPr/>
              </p:nvSpPr>
              <p:spPr>
                <a:xfrm>
                  <a:off x="5154297" y="1196752"/>
                  <a:ext cx="165539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F92880D2-0FB8-15E7-5A04-687F8210A4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4297" y="1196752"/>
                  <a:ext cx="1655390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步骤1">
            <a:extLst>
              <a:ext uri="{FF2B5EF4-FFF2-40B4-BE49-F238E27FC236}">
                <a16:creationId xmlns:a16="http://schemas.microsoft.com/office/drawing/2014/main" id="{18176D23-BE44-7ECB-39FB-C0289CA9D09B}"/>
              </a:ext>
            </a:extLst>
          </p:cNvPr>
          <p:cNvGrpSpPr/>
          <p:nvPr/>
        </p:nvGrpSpPr>
        <p:grpSpPr>
          <a:xfrm>
            <a:off x="314512" y="2708275"/>
            <a:ext cx="2682119" cy="725177"/>
            <a:chOff x="4943078" y="1700704"/>
            <a:chExt cx="2682119" cy="725177"/>
          </a:xfrm>
        </p:grpSpPr>
        <p:sp>
          <p:nvSpPr>
            <p:cNvPr id="91" name="标题">
              <a:extLst>
                <a:ext uri="{FF2B5EF4-FFF2-40B4-BE49-F238E27FC236}">
                  <a16:creationId xmlns:a16="http://schemas.microsoft.com/office/drawing/2014/main" id="{45AA9AA2-E457-4233-7707-A7EC6D8EA7BE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实轴轨迹</a:t>
              </a:r>
            </a:p>
          </p:txBody>
        </p:sp>
        <p:sp>
          <p:nvSpPr>
            <p:cNvPr id="104" name="序号">
              <a:extLst>
                <a:ext uri="{FF2B5EF4-FFF2-40B4-BE49-F238E27FC236}">
                  <a16:creationId xmlns:a16="http://schemas.microsoft.com/office/drawing/2014/main" id="{07E4D8E2-815F-333E-8919-E71CBB84814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5" name="步骤2">
            <a:extLst>
              <a:ext uri="{FF2B5EF4-FFF2-40B4-BE49-F238E27FC236}">
                <a16:creationId xmlns:a16="http://schemas.microsoft.com/office/drawing/2014/main" id="{78DF53FF-16D8-C388-6F78-7F143B1D18EA}"/>
              </a:ext>
            </a:extLst>
          </p:cNvPr>
          <p:cNvGrpSpPr/>
          <p:nvPr/>
        </p:nvGrpSpPr>
        <p:grpSpPr>
          <a:xfrm>
            <a:off x="314512" y="3521424"/>
            <a:ext cx="2682119" cy="725177"/>
            <a:chOff x="4943078" y="1700704"/>
            <a:chExt cx="2682119" cy="725177"/>
          </a:xfrm>
        </p:grpSpPr>
        <p:sp>
          <p:nvSpPr>
            <p:cNvPr id="107" name="标题">
              <a:extLst>
                <a:ext uri="{FF2B5EF4-FFF2-40B4-BE49-F238E27FC236}">
                  <a16:creationId xmlns:a16="http://schemas.microsoft.com/office/drawing/2014/main" id="{5AFDA47B-D458-3232-EC86-BB1A333FA699}"/>
                </a:ext>
              </a:extLst>
            </p:cNvPr>
            <p:cNvSpPr/>
            <p:nvPr/>
          </p:nvSpPr>
          <p:spPr bwMode="auto">
            <a:xfrm>
              <a:off x="5375127" y="1769619"/>
              <a:ext cx="2250070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渐近线</a:t>
              </a:r>
            </a:p>
          </p:txBody>
        </p:sp>
        <p:sp>
          <p:nvSpPr>
            <p:cNvPr id="108" name="序号">
              <a:extLst>
                <a:ext uri="{FF2B5EF4-FFF2-40B4-BE49-F238E27FC236}">
                  <a16:creationId xmlns:a16="http://schemas.microsoft.com/office/drawing/2014/main" id="{E667A16C-1A8D-C7EE-A65E-6922B11C89A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9" name="步骤3">
            <a:extLst>
              <a:ext uri="{FF2B5EF4-FFF2-40B4-BE49-F238E27FC236}">
                <a16:creationId xmlns:a16="http://schemas.microsoft.com/office/drawing/2014/main" id="{EBDBA58A-8CC5-721B-3779-2B5C8C003A42}"/>
              </a:ext>
            </a:extLst>
          </p:cNvPr>
          <p:cNvGrpSpPr/>
          <p:nvPr/>
        </p:nvGrpSpPr>
        <p:grpSpPr>
          <a:xfrm>
            <a:off x="314512" y="4382339"/>
            <a:ext cx="2682119" cy="725177"/>
            <a:chOff x="4943078" y="1700704"/>
            <a:chExt cx="2682119" cy="725177"/>
          </a:xfrm>
        </p:grpSpPr>
        <p:sp>
          <p:nvSpPr>
            <p:cNvPr id="110" name="标题">
              <a:extLst>
                <a:ext uri="{FF2B5EF4-FFF2-40B4-BE49-F238E27FC236}">
                  <a16:creationId xmlns:a16="http://schemas.microsoft.com/office/drawing/2014/main" id="{BF266B6B-9A88-2C19-B01C-771AA83C04EA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分离点</a:t>
              </a:r>
            </a:p>
          </p:txBody>
        </p:sp>
        <p:sp>
          <p:nvSpPr>
            <p:cNvPr id="111" name="序号">
              <a:extLst>
                <a:ext uri="{FF2B5EF4-FFF2-40B4-BE49-F238E27FC236}">
                  <a16:creationId xmlns:a16="http://schemas.microsoft.com/office/drawing/2014/main" id="{CE2A8C64-6D02-3C7E-AF11-654E5AABCAB7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2" name="步骤4">
            <a:extLst>
              <a:ext uri="{FF2B5EF4-FFF2-40B4-BE49-F238E27FC236}">
                <a16:creationId xmlns:a16="http://schemas.microsoft.com/office/drawing/2014/main" id="{0566F375-9096-C984-E9A2-A281CEC5CF7B}"/>
              </a:ext>
            </a:extLst>
          </p:cNvPr>
          <p:cNvGrpSpPr/>
          <p:nvPr/>
        </p:nvGrpSpPr>
        <p:grpSpPr>
          <a:xfrm>
            <a:off x="314512" y="5661906"/>
            <a:ext cx="2646219" cy="725177"/>
            <a:chOff x="4943078" y="1700704"/>
            <a:chExt cx="26462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2A7F04A4-0936-11A9-4123-CDF0E61AAAB2}"/>
                </a:ext>
              </a:extLst>
            </p:cNvPr>
            <p:cNvSpPr/>
            <p:nvPr/>
          </p:nvSpPr>
          <p:spPr bwMode="auto">
            <a:xfrm>
              <a:off x="5375127" y="1769619"/>
              <a:ext cx="2214170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出射角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0224D569-9577-63D3-10BE-F3F62BDD46C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75" name="方框图">
            <a:extLst>
              <a:ext uri="{FF2B5EF4-FFF2-40B4-BE49-F238E27FC236}">
                <a16:creationId xmlns:a16="http://schemas.microsoft.com/office/drawing/2014/main" id="{FA6CE6E9-8EC9-4C50-7D8B-7739EC4E3505}"/>
              </a:ext>
            </a:extLst>
          </p:cNvPr>
          <p:cNvGrpSpPr/>
          <p:nvPr/>
        </p:nvGrpSpPr>
        <p:grpSpPr>
          <a:xfrm>
            <a:off x="7175500" y="204301"/>
            <a:ext cx="3965544" cy="1450692"/>
            <a:chOff x="7824228" y="114910"/>
            <a:chExt cx="3965544" cy="14506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G">
                  <a:extLst>
                    <a:ext uri="{FF2B5EF4-FFF2-40B4-BE49-F238E27FC236}">
                      <a16:creationId xmlns:a16="http://schemas.microsoft.com/office/drawing/2014/main" id="{B3604898-1F72-383A-1B16-E9816386E927}"/>
                    </a:ext>
                  </a:extLst>
                </p:cNvPr>
                <p:cNvSpPr/>
                <p:nvPr/>
              </p:nvSpPr>
              <p:spPr>
                <a:xfrm>
                  <a:off x="9664021" y="268955"/>
                  <a:ext cx="123173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(5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6" name="G">
                  <a:extLst>
                    <a:ext uri="{FF2B5EF4-FFF2-40B4-BE49-F238E27FC236}">
                      <a16:creationId xmlns:a16="http://schemas.microsoft.com/office/drawing/2014/main" id="{B3604898-1F72-383A-1B16-E9816386E9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4021" y="268955"/>
                  <a:ext cx="1231736" cy="720000"/>
                </a:xfrm>
                <a:prstGeom prst="rect">
                  <a:avLst/>
                </a:prstGeom>
                <a:blipFill>
                  <a:blip r:embed="rId16"/>
                  <a:stretch>
                    <a:fillRect b="-8475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R连接">
              <a:extLst>
                <a:ext uri="{FF2B5EF4-FFF2-40B4-BE49-F238E27FC236}">
                  <a16:creationId xmlns:a16="http://schemas.microsoft.com/office/drawing/2014/main" id="{CDE22EE2-C157-75DE-967D-9F8E36E8EC7A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7993060" y="638130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">
                  <a:extLst>
                    <a:ext uri="{FF2B5EF4-FFF2-40B4-BE49-F238E27FC236}">
                      <a16:creationId xmlns:a16="http://schemas.microsoft.com/office/drawing/2014/main" id="{6F81E302-25B7-B0C6-9667-2A6873C88265}"/>
                    </a:ext>
                  </a:extLst>
                </p:cNvPr>
                <p:cNvSpPr txBox="1"/>
                <p:nvPr/>
              </p:nvSpPr>
              <p:spPr>
                <a:xfrm>
                  <a:off x="7824228" y="11491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">
                  <a:extLst>
                    <a:ext uri="{FF2B5EF4-FFF2-40B4-BE49-F238E27FC236}">
                      <a16:creationId xmlns:a16="http://schemas.microsoft.com/office/drawing/2014/main" id="{484A9A53-9848-B4E2-0637-DE523ADF1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228" y="114910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输出">
              <a:extLst>
                <a:ext uri="{FF2B5EF4-FFF2-40B4-BE49-F238E27FC236}">
                  <a16:creationId xmlns:a16="http://schemas.microsoft.com/office/drawing/2014/main" id="{1D96F1C1-74BC-439F-8751-8F0F289464F4}"/>
                </a:ext>
              </a:extLst>
            </p:cNvPr>
            <p:cNvCxnSpPr>
              <a:cxnSpLocks/>
              <a:stCxn id="76" idx="3"/>
            </p:cNvCxnSpPr>
            <p:nvPr/>
          </p:nvCxnSpPr>
          <p:spPr>
            <a:xfrm flipV="1">
              <a:off x="10895757" y="628954"/>
              <a:ext cx="853475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C">
                  <a:extLst>
                    <a:ext uri="{FF2B5EF4-FFF2-40B4-BE49-F238E27FC236}">
                      <a16:creationId xmlns:a16="http://schemas.microsoft.com/office/drawing/2014/main" id="{3EAF87BB-77E8-A684-2293-152DA696300C}"/>
                    </a:ext>
                  </a:extLst>
                </p:cNvPr>
                <p:cNvSpPr txBox="1"/>
                <p:nvPr/>
              </p:nvSpPr>
              <p:spPr>
                <a:xfrm>
                  <a:off x="10853668" y="11491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C">
                  <a:extLst>
                    <a:ext uri="{FF2B5EF4-FFF2-40B4-BE49-F238E27FC236}">
                      <a16:creationId xmlns:a16="http://schemas.microsoft.com/office/drawing/2014/main" id="{F4CE3E11-0B61-D764-9285-8359702C9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3668" y="114910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sum">
              <a:extLst>
                <a:ext uri="{FF2B5EF4-FFF2-40B4-BE49-F238E27FC236}">
                  <a16:creationId xmlns:a16="http://schemas.microsoft.com/office/drawing/2014/main" id="{6A5C8986-7E6F-1829-D871-0C3E370EB009}"/>
                </a:ext>
              </a:extLst>
            </p:cNvPr>
            <p:cNvSpPr/>
            <p:nvPr/>
          </p:nvSpPr>
          <p:spPr>
            <a:xfrm>
              <a:off x="8591501" y="49413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负号">
                  <a:extLst>
                    <a:ext uri="{FF2B5EF4-FFF2-40B4-BE49-F238E27FC236}">
                      <a16:creationId xmlns:a16="http://schemas.microsoft.com/office/drawing/2014/main" id="{69B0E142-7D77-2F70-79A4-B8AF15A8609F}"/>
                    </a:ext>
                  </a:extLst>
                </p:cNvPr>
                <p:cNvSpPr txBox="1"/>
                <p:nvPr/>
              </p:nvSpPr>
              <p:spPr>
                <a:xfrm>
                  <a:off x="8320872" y="546422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9" name="负号">
                  <a:extLst>
                    <a:ext uri="{FF2B5EF4-FFF2-40B4-BE49-F238E27FC236}">
                      <a16:creationId xmlns:a16="http://schemas.microsoft.com/office/drawing/2014/main" id="{34220324-FD7B-5A89-5902-88E2D6837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0872" y="546422"/>
                  <a:ext cx="24414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C连接">
              <a:extLst>
                <a:ext uri="{FF2B5EF4-FFF2-40B4-BE49-F238E27FC236}">
                  <a16:creationId xmlns:a16="http://schemas.microsoft.com/office/drawing/2014/main" id="{C6AF1571-AC9B-6F61-1236-978528C2908D}"/>
                </a:ext>
              </a:extLst>
            </p:cNvPr>
            <p:cNvCxnSpPr>
              <a:cxnSpLocks/>
              <a:stCxn id="80" idx="2"/>
              <a:endCxn id="86" idx="3"/>
            </p:cNvCxnSpPr>
            <p:nvPr/>
          </p:nvCxnSpPr>
          <p:spPr>
            <a:xfrm rot="5400000">
              <a:off x="10706811" y="698693"/>
              <a:ext cx="675473" cy="554346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连接">
              <a:extLst>
                <a:ext uri="{FF2B5EF4-FFF2-40B4-BE49-F238E27FC236}">
                  <a16:creationId xmlns:a16="http://schemas.microsoft.com/office/drawing/2014/main" id="{7299B60E-DEC5-577B-512F-354C0B232E2F}"/>
                </a:ext>
              </a:extLst>
            </p:cNvPr>
            <p:cNvCxnSpPr>
              <a:cxnSpLocks/>
              <a:stCxn id="81" idx="6"/>
              <a:endCxn id="76" idx="1"/>
            </p:cNvCxnSpPr>
            <p:nvPr/>
          </p:nvCxnSpPr>
          <p:spPr>
            <a:xfrm flipV="1">
              <a:off x="8879501" y="628955"/>
              <a:ext cx="784520" cy="917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E">
                  <a:extLst>
                    <a:ext uri="{FF2B5EF4-FFF2-40B4-BE49-F238E27FC236}">
                      <a16:creationId xmlns:a16="http://schemas.microsoft.com/office/drawing/2014/main" id="{9EA68406-1569-E574-355A-A63767EF0027}"/>
                    </a:ext>
                  </a:extLst>
                </p:cNvPr>
                <p:cNvSpPr txBox="1"/>
                <p:nvPr/>
              </p:nvSpPr>
              <p:spPr>
                <a:xfrm>
                  <a:off x="8792602" y="12077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E">
                  <a:extLst>
                    <a:ext uri="{FF2B5EF4-FFF2-40B4-BE49-F238E27FC236}">
                      <a16:creationId xmlns:a16="http://schemas.microsoft.com/office/drawing/2014/main" id="{039B191C-386D-D838-5ADE-3F94096C9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2602" y="120777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H">
                  <a:extLst>
                    <a:ext uri="{FF2B5EF4-FFF2-40B4-BE49-F238E27FC236}">
                      <a16:creationId xmlns:a16="http://schemas.microsoft.com/office/drawing/2014/main" id="{0A179CD4-7BA8-A845-7585-161F88FFA216}"/>
                    </a:ext>
                  </a:extLst>
                </p:cNvPr>
                <p:cNvSpPr/>
                <p:nvPr/>
              </p:nvSpPr>
              <p:spPr>
                <a:xfrm>
                  <a:off x="9398602" y="1061603"/>
                  <a:ext cx="1368772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6" name="H">
                  <a:extLst>
                    <a:ext uri="{FF2B5EF4-FFF2-40B4-BE49-F238E27FC236}">
                      <a16:creationId xmlns:a16="http://schemas.microsoft.com/office/drawing/2014/main" id="{0A179CD4-7BA8-A845-7585-161F88FFA2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8602" y="1061603"/>
                  <a:ext cx="1368772" cy="503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反馈">
              <a:extLst>
                <a:ext uri="{FF2B5EF4-FFF2-40B4-BE49-F238E27FC236}">
                  <a16:creationId xmlns:a16="http://schemas.microsoft.com/office/drawing/2014/main" id="{DAA62D8C-C07E-E255-A101-D31D9C82B74A}"/>
                </a:ext>
              </a:extLst>
            </p:cNvPr>
            <p:cNvCxnSpPr>
              <a:cxnSpLocks/>
              <a:stCxn id="86" idx="1"/>
              <a:endCxn id="81" idx="4"/>
            </p:cNvCxnSpPr>
            <p:nvPr/>
          </p:nvCxnSpPr>
          <p:spPr>
            <a:xfrm rot="10800000">
              <a:off x="8735502" y="782131"/>
              <a:ext cx="663101" cy="53147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614452" y="332656"/>
                <a:ext cx="4261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参数根轨迹：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𝑻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→∞</m:t>
                    </m:r>
                  </m:oMath>
                </a14:m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52" y="332656"/>
                <a:ext cx="4261118" cy="523220"/>
              </a:xfrm>
              <a:prstGeom prst="rect">
                <a:avLst/>
              </a:prstGeom>
              <a:blipFill>
                <a:blip r:embed="rId23"/>
                <a:stretch>
                  <a:fillRect l="-2976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022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65" grpId="0" animBg="1"/>
      <p:bldP spid="66" grpId="0" animBg="1"/>
      <p:bldP spid="67" grpId="0" animBg="1"/>
      <p:bldP spid="68" grpId="0" animBg="1"/>
      <p:bldP spid="74" grpId="0" animBg="1"/>
      <p:bldP spid="74" grpId="1" animBg="1"/>
      <p:bldP spid="115" grpId="0"/>
      <p:bldP spid="116" grpId="0"/>
      <p:bldP spid="117" grpId="0"/>
      <p:bldP spid="118" grpId="0"/>
      <p:bldP spid="119" grpId="0"/>
      <p:bldP spid="121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坐标轴">
            <a:extLst>
              <a:ext uri="{FF2B5EF4-FFF2-40B4-BE49-F238E27FC236}">
                <a16:creationId xmlns:a16="http://schemas.microsoft.com/office/drawing/2014/main" id="{49FD37FA-EC2D-9E73-D7A8-5837E967C09B}"/>
              </a:ext>
            </a:extLst>
          </p:cNvPr>
          <p:cNvGrpSpPr/>
          <p:nvPr/>
        </p:nvGrpSpPr>
        <p:grpSpPr>
          <a:xfrm>
            <a:off x="8704885" y="1678087"/>
            <a:ext cx="2995657" cy="4741714"/>
            <a:chOff x="8704885" y="1678087"/>
            <a:chExt cx="2995657" cy="4741714"/>
          </a:xfrm>
        </p:grpSpPr>
        <p:grpSp>
          <p:nvGrpSpPr>
            <p:cNvPr id="39" name="虚轴">
              <a:extLst>
                <a:ext uri="{FF2B5EF4-FFF2-40B4-BE49-F238E27FC236}">
                  <a16:creationId xmlns:a16="http://schemas.microsoft.com/office/drawing/2014/main" id="{6F39C1F4-F4BC-4E29-BFA6-8215F5565DBF}"/>
                </a:ext>
              </a:extLst>
            </p:cNvPr>
            <p:cNvGrpSpPr/>
            <p:nvPr/>
          </p:nvGrpSpPr>
          <p:grpSpPr>
            <a:xfrm>
              <a:off x="10792135" y="1678087"/>
              <a:ext cx="672518" cy="4741714"/>
              <a:chOff x="10792135" y="1678087"/>
              <a:chExt cx="672518" cy="47417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labelj">
                    <a:extLst>
                      <a:ext uri="{FF2B5EF4-FFF2-40B4-BE49-F238E27FC236}">
                        <a16:creationId xmlns:a16="http://schemas.microsoft.com/office/drawing/2014/main" id="{E09D08AB-986E-E2D2-1DED-1C41C0567110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0" name="labelj">
                    <a:extLst>
                      <a:ext uri="{FF2B5EF4-FFF2-40B4-BE49-F238E27FC236}">
                        <a16:creationId xmlns:a16="http://schemas.microsoft.com/office/drawing/2014/main" id="{E09D08AB-986E-E2D2-1DED-1C41C05671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762" r="-2142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ylabel2">
                    <a:extLst>
                      <a:ext uri="{FF2B5EF4-FFF2-40B4-BE49-F238E27FC236}">
                        <a16:creationId xmlns:a16="http://schemas.microsoft.com/office/drawing/2014/main" id="{F6681086-62E9-45A4-B6AE-039BC774C3BD}"/>
                      </a:ext>
                    </a:extLst>
                  </p:cNvPr>
                  <p:cNvSpPr txBox="1"/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1" name="ylabel2">
                    <a:extLst>
                      <a:ext uri="{FF2B5EF4-FFF2-40B4-BE49-F238E27FC236}">
                        <a16:creationId xmlns:a16="http://schemas.microsoft.com/office/drawing/2014/main" id="{F6681086-62E9-45A4-B6AE-039BC774C3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692" r="-11153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2" name="ytick2">
                <a:extLst>
                  <a:ext uri="{FF2B5EF4-FFF2-40B4-BE49-F238E27FC236}">
                    <a16:creationId xmlns:a16="http://schemas.microsoft.com/office/drawing/2014/main" id="{89450A59-1D2D-6BB4-7281-7A77335DEF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4468" y="2713985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ylabel-2">
                    <a:extLst>
                      <a:ext uri="{FF2B5EF4-FFF2-40B4-BE49-F238E27FC236}">
                        <a16:creationId xmlns:a16="http://schemas.microsoft.com/office/drawing/2014/main" id="{314BC2CC-6C0A-F73E-0CBE-B5915878443B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7" name="ylabel-2">
                    <a:extLst>
                      <a:ext uri="{FF2B5EF4-FFF2-40B4-BE49-F238E27FC236}">
                        <a16:creationId xmlns:a16="http://schemas.microsoft.com/office/drawing/2014/main" id="{314BC2CC-6C0A-F73E-0CBE-B591587844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8095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ytick-2">
                <a:extLst>
                  <a:ext uri="{FF2B5EF4-FFF2-40B4-BE49-F238E27FC236}">
                    <a16:creationId xmlns:a16="http://schemas.microsoft.com/office/drawing/2014/main" id="{1C69A86A-C042-7A74-EBE6-33C330583C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5591991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y轴">
                <a:extLst>
                  <a:ext uri="{FF2B5EF4-FFF2-40B4-BE49-F238E27FC236}">
                    <a16:creationId xmlns:a16="http://schemas.microsoft.com/office/drawing/2014/main" id="{2586423C-B68E-1394-9886-823FB93397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92135" y="2027313"/>
                <a:ext cx="0" cy="43924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实轴">
              <a:extLst>
                <a:ext uri="{FF2B5EF4-FFF2-40B4-BE49-F238E27FC236}">
                  <a16:creationId xmlns:a16="http://schemas.microsoft.com/office/drawing/2014/main" id="{8541D06E-FFCC-4A45-84DF-5272D7F3CAB7}"/>
                </a:ext>
              </a:extLst>
            </p:cNvPr>
            <p:cNvGrpSpPr/>
            <p:nvPr/>
          </p:nvGrpSpPr>
          <p:grpSpPr>
            <a:xfrm>
              <a:off x="8704885" y="3655551"/>
              <a:ext cx="2995657" cy="1027076"/>
              <a:chOff x="8704885" y="3655551"/>
              <a:chExt cx="2995657" cy="1027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label0">
                    <a:extLst>
                      <a:ext uri="{FF2B5EF4-FFF2-40B4-BE49-F238E27FC236}">
                        <a16:creationId xmlns:a16="http://schemas.microsoft.com/office/drawing/2014/main" id="{0BFAA65A-5EA6-A6E7-6AA7-F59042234725}"/>
                      </a:ext>
                    </a:extLst>
                  </p:cNvPr>
                  <p:cNvSpPr txBox="1"/>
                  <p:nvPr/>
                </p:nvSpPr>
                <p:spPr>
                  <a:xfrm>
                    <a:off x="11179841" y="3655551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Re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1" name="label0">
                    <a:extLst>
                      <a:ext uri="{FF2B5EF4-FFF2-40B4-BE49-F238E27FC236}">
                        <a16:creationId xmlns:a16="http://schemas.microsoft.com/office/drawing/2014/main" id="{0BFAA65A-5EA6-A6E7-6AA7-F590422347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79841" y="3655551"/>
                    <a:ext cx="520701" cy="52469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7143" r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xlabel-2">
                    <a:extLst>
                      <a:ext uri="{FF2B5EF4-FFF2-40B4-BE49-F238E27FC236}">
                        <a16:creationId xmlns:a16="http://schemas.microsoft.com/office/drawing/2014/main" id="{3E55011F-FFAC-D08C-3F70-88D5C0FD32B6}"/>
                      </a:ext>
                    </a:extLst>
                  </p:cNvPr>
                  <p:cNvSpPr txBox="1"/>
                  <p:nvPr/>
                </p:nvSpPr>
                <p:spPr>
                  <a:xfrm>
                    <a:off x="8704885" y="415940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4" name="xlabel-2">
                    <a:extLst>
                      <a:ext uri="{FF2B5EF4-FFF2-40B4-BE49-F238E27FC236}">
                        <a16:creationId xmlns:a16="http://schemas.microsoft.com/office/drawing/2014/main" id="{3E55011F-FFAC-D08C-3F70-88D5C0FD32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4885" y="4159407"/>
                    <a:ext cx="520701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8095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6" name="xtick-2">
                <a:extLst>
                  <a:ext uri="{FF2B5EF4-FFF2-40B4-BE49-F238E27FC236}">
                    <a16:creationId xmlns:a16="http://schemas.microsoft.com/office/drawing/2014/main" id="{E7676EB7-B4A5-F6CD-A98E-B61C788B91A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68272" y="4084906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x轴">
                <a:extLst>
                  <a:ext uri="{FF2B5EF4-FFF2-40B4-BE49-F238E27FC236}">
                    <a16:creationId xmlns:a16="http://schemas.microsoft.com/office/drawing/2014/main" id="{5F87D923-8890-B5DF-9C5A-5FDC978D81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1602" y="4159407"/>
                <a:ext cx="213949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实轴轨迹">
                <a:extLst>
                  <a:ext uri="{FF2B5EF4-FFF2-40B4-BE49-F238E27FC236}">
                    <a16:creationId xmlns:a16="http://schemas.microsoft.com/office/drawing/2014/main" id="{7BFF412D-660C-D9B9-8AA9-76D4EE44383D}"/>
                  </a:ext>
                </a:extLst>
              </p:cNvPr>
              <p:cNvSpPr txBox="1"/>
              <p:nvPr/>
            </p:nvSpPr>
            <p:spPr>
              <a:xfrm>
                <a:off x="3143374" y="2469746"/>
                <a:ext cx="1480610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[−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∞,0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6" name="实轴轨迹">
                <a:extLst>
                  <a:ext uri="{FF2B5EF4-FFF2-40B4-BE49-F238E27FC236}">
                    <a16:creationId xmlns:a16="http://schemas.microsoft.com/office/drawing/2014/main" id="{7BFF412D-660C-D9B9-8AA9-76D4EE443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374" y="2469746"/>
                <a:ext cx="1480610" cy="542136"/>
              </a:xfrm>
              <a:prstGeom prst="rect">
                <a:avLst/>
              </a:prstGeom>
              <a:blipFill>
                <a:blip r:embed="rId8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渐近线">
                <a:extLst>
                  <a:ext uri="{FF2B5EF4-FFF2-40B4-BE49-F238E27FC236}">
                    <a16:creationId xmlns:a16="http://schemas.microsoft.com/office/drawing/2014/main" id="{E48D4F44-D32A-C8BC-FA5D-7DE7CAB4912E}"/>
                  </a:ext>
                </a:extLst>
              </p:cNvPr>
              <p:cNvSpPr txBox="1"/>
              <p:nvPr/>
            </p:nvSpPr>
            <p:spPr>
              <a:xfrm>
                <a:off x="3156971" y="3188716"/>
                <a:ext cx="4347056" cy="702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=±60°,180°</m:t>
                    </m:r>
                  </m:oMath>
                </a14:m>
                <a:r>
                  <a:rPr lang="zh-CN" altLang="en-US" sz="2800" dirty="0">
                    <a:solidFill>
                      <a:srgbClr val="159F84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7" name="渐近线">
                <a:extLst>
                  <a:ext uri="{FF2B5EF4-FFF2-40B4-BE49-F238E27FC236}">
                    <a16:creationId xmlns:a16="http://schemas.microsoft.com/office/drawing/2014/main" id="{E48D4F44-D32A-C8BC-FA5D-7DE7CAB49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971" y="3188716"/>
                <a:ext cx="4347056" cy="702885"/>
              </a:xfrm>
              <a:prstGeom prst="rect">
                <a:avLst/>
              </a:prstGeom>
              <a:blipFill>
                <a:blip r:embed="rId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分离点公式">
                <a:extLst>
                  <a:ext uri="{FF2B5EF4-FFF2-40B4-BE49-F238E27FC236}">
                    <a16:creationId xmlns:a16="http://schemas.microsoft.com/office/drawing/2014/main" id="{35D5D448-E15E-C948-3514-462C1B11D48C}"/>
                  </a:ext>
                </a:extLst>
              </p:cNvPr>
              <p:cNvSpPr txBox="1"/>
              <p:nvPr/>
            </p:nvSpPr>
            <p:spPr>
              <a:xfrm>
                <a:off x="2957153" y="4062786"/>
                <a:ext cx="4667737" cy="598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box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box>
                        <m:box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+0.5</m:t>
                              </m:r>
                            </m:den>
                          </m:f>
                        </m:e>
                      </m:box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=−1/6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8" name="分离点公式">
                <a:extLst>
                  <a:ext uri="{FF2B5EF4-FFF2-40B4-BE49-F238E27FC236}">
                    <a16:creationId xmlns:a16="http://schemas.microsoft.com/office/drawing/2014/main" id="{35D5D448-E15E-C948-3514-462C1B11D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153" y="4062786"/>
                <a:ext cx="4667737" cy="598241"/>
              </a:xfrm>
              <a:prstGeom prst="rect">
                <a:avLst/>
              </a:prstGeom>
              <a:blipFill>
                <a:blip r:embed="rId10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分离点">
                <a:extLst>
                  <a:ext uri="{FF2B5EF4-FFF2-40B4-BE49-F238E27FC236}">
                    <a16:creationId xmlns:a16="http://schemas.microsoft.com/office/drawing/2014/main" id="{9CA455C6-A2CA-13BA-CC7B-1E13CEB0B5E8}"/>
                  </a:ext>
                </a:extLst>
              </p:cNvPr>
              <p:cNvSpPr txBox="1"/>
              <p:nvPr/>
            </p:nvSpPr>
            <p:spPr>
              <a:xfrm>
                <a:off x="533250" y="4786989"/>
                <a:ext cx="6948313" cy="703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  <m:sup>
                        <m:r>
                          <a:rPr kumimoji="1" lang="zh-CN" altLang="en-US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∗</m:t>
                        </m:r>
                      </m:sup>
                    </m:sSup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4</m:t>
                        </m:r>
                      </m:den>
                    </m:f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𝑑</m:t>
                        </m:r>
                      </m:e>
                    </m:d>
                    <m:sSup>
                      <m:sSup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𝑑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+0.5</m:t>
                            </m:r>
                          </m:e>
                        </m:d>
                      </m:e>
                      <m:sup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54</m:t>
                        </m:r>
                      </m:den>
                    </m:f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→</m:t>
                    </m:r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𝑑</m:t>
                        </m:r>
                      </m:sub>
                    </m:sSub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num>
                      <m:den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27</m:t>
                        </m:r>
                      </m:den>
                    </m:f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9" name="分离点">
                <a:extLst>
                  <a:ext uri="{FF2B5EF4-FFF2-40B4-BE49-F238E27FC236}">
                    <a16:creationId xmlns:a16="http://schemas.microsoft.com/office/drawing/2014/main" id="{9CA455C6-A2CA-13BA-CC7B-1E13CEB0B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50" y="4786989"/>
                <a:ext cx="6948313" cy="703398"/>
              </a:xfrm>
              <a:prstGeom prst="rect">
                <a:avLst/>
              </a:prstGeom>
              <a:blipFill>
                <a:blip r:embed="rId11"/>
                <a:stretch>
                  <a:fillRect l="-365" b="-3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出射角">
                <a:extLst>
                  <a:ext uri="{FF2B5EF4-FFF2-40B4-BE49-F238E27FC236}">
                    <a16:creationId xmlns:a16="http://schemas.microsoft.com/office/drawing/2014/main" id="{DC194CDE-CEB0-BDA2-3484-E43BB113C521}"/>
                  </a:ext>
                </a:extLst>
              </p:cNvPr>
              <p:cNvSpPr txBox="1"/>
              <p:nvPr/>
            </p:nvSpPr>
            <p:spPr>
              <a:xfrm>
                <a:off x="2745011" y="5507797"/>
                <a:ext cx="6814150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/4</m:t>
                              </m:r>
                            </m:e>
                          </m:eqAr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⇒</m:t>
                          </m:r>
                        </m:e>
                      </m:d>
                      <m:d>
                        <m:dPr>
                          <m:begChr m:val="{"/>
                          <m:endChr m:val="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=±1/2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1" name="出射角">
                <a:extLst>
                  <a:ext uri="{FF2B5EF4-FFF2-40B4-BE49-F238E27FC236}">
                    <a16:creationId xmlns:a16="http://schemas.microsoft.com/office/drawing/2014/main" id="{DC194CDE-CEB0-BDA2-3484-E43BB113C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011" y="5507797"/>
                <a:ext cx="6814150" cy="1053494"/>
              </a:xfrm>
              <a:prstGeom prst="rect">
                <a:avLst/>
              </a:prstGeom>
              <a:blipFill>
                <a:blip r:embed="rId12"/>
                <a:stretch>
                  <a:fillRect l="-22160" t="-201190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开环传函">
                <a:extLst>
                  <a:ext uri="{FF2B5EF4-FFF2-40B4-BE49-F238E27FC236}">
                    <a16:creationId xmlns:a16="http://schemas.microsoft.com/office/drawing/2014/main" id="{F3A668D6-7E6E-B9F0-D591-EA5D33A3E491}"/>
                  </a:ext>
                </a:extLst>
              </p:cNvPr>
              <p:cNvSpPr txBox="1"/>
              <p:nvPr/>
            </p:nvSpPr>
            <p:spPr>
              <a:xfrm>
                <a:off x="132010" y="895731"/>
                <a:ext cx="5400591" cy="700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88" name="开环传函">
                <a:extLst>
                  <a:ext uri="{FF2B5EF4-FFF2-40B4-BE49-F238E27FC236}">
                    <a16:creationId xmlns:a16="http://schemas.microsoft.com/office/drawing/2014/main" id="{F3A668D6-7E6E-B9F0-D591-EA5D33A3E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10" y="895731"/>
                <a:ext cx="5400591" cy="700705"/>
              </a:xfrm>
              <a:prstGeom prst="rect">
                <a:avLst/>
              </a:prstGeom>
              <a:blipFill>
                <a:blip r:embed="rId13"/>
                <a:stretch>
                  <a:fillRect l="-704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F92880D2-0FB8-15E7-5A04-687F8210A4FA}"/>
                  </a:ext>
                </a:extLst>
              </p:cNvPr>
              <p:cNvSpPr txBox="1"/>
              <p:nvPr/>
            </p:nvSpPr>
            <p:spPr>
              <a:xfrm>
                <a:off x="4818795" y="871394"/>
                <a:ext cx="3411978" cy="7740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→1+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/4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/4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F92880D2-0FB8-15E7-5A04-687F8210A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795" y="871394"/>
                <a:ext cx="3411978" cy="774058"/>
              </a:xfrm>
              <a:prstGeom prst="rect">
                <a:avLst/>
              </a:prstGeom>
              <a:blipFill>
                <a:blip r:embed="rId14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" name="步骤2">
            <a:extLst>
              <a:ext uri="{FF2B5EF4-FFF2-40B4-BE49-F238E27FC236}">
                <a16:creationId xmlns:a16="http://schemas.microsoft.com/office/drawing/2014/main" id="{18176D23-BE44-7ECB-39FB-C0289CA9D09B}"/>
              </a:ext>
            </a:extLst>
          </p:cNvPr>
          <p:cNvGrpSpPr/>
          <p:nvPr/>
        </p:nvGrpSpPr>
        <p:grpSpPr>
          <a:xfrm>
            <a:off x="327212" y="2447925"/>
            <a:ext cx="2682119" cy="725177"/>
            <a:chOff x="4943078" y="1700704"/>
            <a:chExt cx="2682119" cy="725177"/>
          </a:xfrm>
        </p:grpSpPr>
        <p:sp>
          <p:nvSpPr>
            <p:cNvPr id="91" name="标题">
              <a:extLst>
                <a:ext uri="{FF2B5EF4-FFF2-40B4-BE49-F238E27FC236}">
                  <a16:creationId xmlns:a16="http://schemas.microsoft.com/office/drawing/2014/main" id="{45AA9AA2-E457-4233-7707-A7EC6D8EA7BE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实轴轨迹</a:t>
              </a:r>
            </a:p>
          </p:txBody>
        </p:sp>
        <p:sp>
          <p:nvSpPr>
            <p:cNvPr id="104" name="序号">
              <a:extLst>
                <a:ext uri="{FF2B5EF4-FFF2-40B4-BE49-F238E27FC236}">
                  <a16:creationId xmlns:a16="http://schemas.microsoft.com/office/drawing/2014/main" id="{07E4D8E2-815F-333E-8919-E71CBB84814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5" name="步骤3">
            <a:extLst>
              <a:ext uri="{FF2B5EF4-FFF2-40B4-BE49-F238E27FC236}">
                <a16:creationId xmlns:a16="http://schemas.microsoft.com/office/drawing/2014/main" id="{78DF53FF-16D8-C388-6F78-7F143B1D18EA}"/>
              </a:ext>
            </a:extLst>
          </p:cNvPr>
          <p:cNvGrpSpPr/>
          <p:nvPr/>
        </p:nvGrpSpPr>
        <p:grpSpPr>
          <a:xfrm>
            <a:off x="334963" y="3249993"/>
            <a:ext cx="2682119" cy="725177"/>
            <a:chOff x="4943078" y="1700704"/>
            <a:chExt cx="2682119" cy="725177"/>
          </a:xfrm>
        </p:grpSpPr>
        <p:sp>
          <p:nvSpPr>
            <p:cNvPr id="107" name="标题">
              <a:extLst>
                <a:ext uri="{FF2B5EF4-FFF2-40B4-BE49-F238E27FC236}">
                  <a16:creationId xmlns:a16="http://schemas.microsoft.com/office/drawing/2014/main" id="{5AFDA47B-D458-3232-EC86-BB1A333FA699}"/>
                </a:ext>
              </a:extLst>
            </p:cNvPr>
            <p:cNvSpPr/>
            <p:nvPr/>
          </p:nvSpPr>
          <p:spPr bwMode="auto">
            <a:xfrm>
              <a:off x="5375127" y="1769619"/>
              <a:ext cx="2250070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渐近线</a:t>
              </a:r>
            </a:p>
          </p:txBody>
        </p:sp>
        <p:sp>
          <p:nvSpPr>
            <p:cNvPr id="108" name="序号">
              <a:extLst>
                <a:ext uri="{FF2B5EF4-FFF2-40B4-BE49-F238E27FC236}">
                  <a16:creationId xmlns:a16="http://schemas.microsoft.com/office/drawing/2014/main" id="{E667A16C-1A8D-C7EE-A65E-6922B11C89A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9" name="步骤4">
            <a:extLst>
              <a:ext uri="{FF2B5EF4-FFF2-40B4-BE49-F238E27FC236}">
                <a16:creationId xmlns:a16="http://schemas.microsoft.com/office/drawing/2014/main" id="{EBDBA58A-8CC5-721B-3779-2B5C8C003A42}"/>
              </a:ext>
            </a:extLst>
          </p:cNvPr>
          <p:cNvGrpSpPr/>
          <p:nvPr/>
        </p:nvGrpSpPr>
        <p:grpSpPr>
          <a:xfrm>
            <a:off x="327212" y="4073159"/>
            <a:ext cx="2682119" cy="725177"/>
            <a:chOff x="4943078" y="1700704"/>
            <a:chExt cx="2682119" cy="725177"/>
          </a:xfrm>
        </p:grpSpPr>
        <p:sp>
          <p:nvSpPr>
            <p:cNvPr id="110" name="标题">
              <a:extLst>
                <a:ext uri="{FF2B5EF4-FFF2-40B4-BE49-F238E27FC236}">
                  <a16:creationId xmlns:a16="http://schemas.microsoft.com/office/drawing/2014/main" id="{BF266B6B-9A88-2C19-B01C-771AA83C04EA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分离点</a:t>
              </a:r>
            </a:p>
          </p:txBody>
        </p:sp>
        <p:sp>
          <p:nvSpPr>
            <p:cNvPr id="111" name="序号">
              <a:extLst>
                <a:ext uri="{FF2B5EF4-FFF2-40B4-BE49-F238E27FC236}">
                  <a16:creationId xmlns:a16="http://schemas.microsoft.com/office/drawing/2014/main" id="{CE2A8C64-6D02-3C7E-AF11-654E5AABCAB7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2" name="步骤5">
            <a:extLst>
              <a:ext uri="{FF2B5EF4-FFF2-40B4-BE49-F238E27FC236}">
                <a16:creationId xmlns:a16="http://schemas.microsoft.com/office/drawing/2014/main" id="{0566F375-9096-C984-E9A2-A281CEC5CF7B}"/>
              </a:ext>
            </a:extLst>
          </p:cNvPr>
          <p:cNvGrpSpPr/>
          <p:nvPr/>
        </p:nvGrpSpPr>
        <p:grpSpPr>
          <a:xfrm>
            <a:off x="319871" y="5587065"/>
            <a:ext cx="2682105" cy="725177"/>
            <a:chOff x="4943078" y="1700704"/>
            <a:chExt cx="2682105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2A7F04A4-0936-11A9-4123-CDF0E61AAAB2}"/>
                </a:ext>
              </a:extLst>
            </p:cNvPr>
            <p:cNvSpPr/>
            <p:nvPr/>
          </p:nvSpPr>
          <p:spPr bwMode="auto">
            <a:xfrm>
              <a:off x="5375126" y="1769619"/>
              <a:ext cx="225005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虚轴交点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0224D569-9577-63D3-10BE-F3F62BDD46C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75" name="方框图">
            <a:extLst>
              <a:ext uri="{FF2B5EF4-FFF2-40B4-BE49-F238E27FC236}">
                <a16:creationId xmlns:a16="http://schemas.microsoft.com/office/drawing/2014/main" id="{FA6CE6E9-8EC9-4C50-7D8B-7739EC4E3505}"/>
              </a:ext>
            </a:extLst>
          </p:cNvPr>
          <p:cNvGrpSpPr/>
          <p:nvPr/>
        </p:nvGrpSpPr>
        <p:grpSpPr>
          <a:xfrm>
            <a:off x="7861920" y="235434"/>
            <a:ext cx="3965544" cy="954732"/>
            <a:chOff x="7824228" y="114910"/>
            <a:chExt cx="3965544" cy="95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G">
                  <a:extLst>
                    <a:ext uri="{FF2B5EF4-FFF2-40B4-BE49-F238E27FC236}">
                      <a16:creationId xmlns:a16="http://schemas.microsoft.com/office/drawing/2014/main" id="{B3604898-1F72-383A-1B16-E9816386E927}"/>
                    </a:ext>
                  </a:extLst>
                </p:cNvPr>
                <p:cNvSpPr/>
                <p:nvPr/>
              </p:nvSpPr>
              <p:spPr>
                <a:xfrm>
                  <a:off x="9664021" y="268955"/>
                  <a:ext cx="123173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)/4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6" name="G">
                  <a:extLst>
                    <a:ext uri="{FF2B5EF4-FFF2-40B4-BE49-F238E27FC236}">
                      <a16:creationId xmlns:a16="http://schemas.microsoft.com/office/drawing/2014/main" id="{B3604898-1F72-383A-1B16-E9816386E9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4021" y="268955"/>
                  <a:ext cx="1231736" cy="720000"/>
                </a:xfrm>
                <a:prstGeom prst="rect">
                  <a:avLst/>
                </a:prstGeom>
                <a:blipFill>
                  <a:blip r:embed="rId15"/>
                  <a:stretch>
                    <a:fillRect b="-833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R连接">
              <a:extLst>
                <a:ext uri="{FF2B5EF4-FFF2-40B4-BE49-F238E27FC236}">
                  <a16:creationId xmlns:a16="http://schemas.microsoft.com/office/drawing/2014/main" id="{CDE22EE2-C157-75DE-967D-9F8E36E8EC7A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7993060" y="638130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">
                  <a:extLst>
                    <a:ext uri="{FF2B5EF4-FFF2-40B4-BE49-F238E27FC236}">
                      <a16:creationId xmlns:a16="http://schemas.microsoft.com/office/drawing/2014/main" id="{6F81E302-25B7-B0C6-9667-2A6873C88265}"/>
                    </a:ext>
                  </a:extLst>
                </p:cNvPr>
                <p:cNvSpPr txBox="1"/>
                <p:nvPr/>
              </p:nvSpPr>
              <p:spPr>
                <a:xfrm>
                  <a:off x="7824228" y="11491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">
                  <a:extLst>
                    <a:ext uri="{FF2B5EF4-FFF2-40B4-BE49-F238E27FC236}">
                      <a16:creationId xmlns:a16="http://schemas.microsoft.com/office/drawing/2014/main" id="{484A9A53-9848-B4E2-0637-DE523ADF1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228" y="114910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输出">
              <a:extLst>
                <a:ext uri="{FF2B5EF4-FFF2-40B4-BE49-F238E27FC236}">
                  <a16:creationId xmlns:a16="http://schemas.microsoft.com/office/drawing/2014/main" id="{1D96F1C1-74BC-439F-8751-8F0F289464F4}"/>
                </a:ext>
              </a:extLst>
            </p:cNvPr>
            <p:cNvCxnSpPr>
              <a:cxnSpLocks/>
              <a:stCxn id="76" idx="3"/>
            </p:cNvCxnSpPr>
            <p:nvPr/>
          </p:nvCxnSpPr>
          <p:spPr>
            <a:xfrm flipV="1">
              <a:off x="10895757" y="628954"/>
              <a:ext cx="853475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C">
                  <a:extLst>
                    <a:ext uri="{FF2B5EF4-FFF2-40B4-BE49-F238E27FC236}">
                      <a16:creationId xmlns:a16="http://schemas.microsoft.com/office/drawing/2014/main" id="{3EAF87BB-77E8-A684-2293-152DA696300C}"/>
                    </a:ext>
                  </a:extLst>
                </p:cNvPr>
                <p:cNvSpPr txBox="1"/>
                <p:nvPr/>
              </p:nvSpPr>
              <p:spPr>
                <a:xfrm>
                  <a:off x="10853668" y="11491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C">
                  <a:extLst>
                    <a:ext uri="{FF2B5EF4-FFF2-40B4-BE49-F238E27FC236}">
                      <a16:creationId xmlns:a16="http://schemas.microsoft.com/office/drawing/2014/main" id="{F4CE3E11-0B61-D764-9285-8359702C9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3668" y="114910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sum">
              <a:extLst>
                <a:ext uri="{FF2B5EF4-FFF2-40B4-BE49-F238E27FC236}">
                  <a16:creationId xmlns:a16="http://schemas.microsoft.com/office/drawing/2014/main" id="{6A5C8986-7E6F-1829-D871-0C3E370EB009}"/>
                </a:ext>
              </a:extLst>
            </p:cNvPr>
            <p:cNvSpPr/>
            <p:nvPr/>
          </p:nvSpPr>
          <p:spPr>
            <a:xfrm>
              <a:off x="8591501" y="49413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负号">
                  <a:extLst>
                    <a:ext uri="{FF2B5EF4-FFF2-40B4-BE49-F238E27FC236}">
                      <a16:creationId xmlns:a16="http://schemas.microsoft.com/office/drawing/2014/main" id="{69B0E142-7D77-2F70-79A4-B8AF15A8609F}"/>
                    </a:ext>
                  </a:extLst>
                </p:cNvPr>
                <p:cNvSpPr txBox="1"/>
                <p:nvPr/>
              </p:nvSpPr>
              <p:spPr>
                <a:xfrm>
                  <a:off x="8320872" y="546422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9" name="负号">
                  <a:extLst>
                    <a:ext uri="{FF2B5EF4-FFF2-40B4-BE49-F238E27FC236}">
                      <a16:creationId xmlns:a16="http://schemas.microsoft.com/office/drawing/2014/main" id="{34220324-FD7B-5A89-5902-88E2D6837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0872" y="546422"/>
                  <a:ext cx="24414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C连接">
              <a:extLst>
                <a:ext uri="{FF2B5EF4-FFF2-40B4-BE49-F238E27FC236}">
                  <a16:creationId xmlns:a16="http://schemas.microsoft.com/office/drawing/2014/main" id="{C6AF1571-AC9B-6F61-1236-978528C2908D}"/>
                </a:ext>
              </a:extLst>
            </p:cNvPr>
            <p:cNvCxnSpPr>
              <a:cxnSpLocks/>
              <a:stCxn id="80" idx="2"/>
              <a:endCxn id="81" idx="4"/>
            </p:cNvCxnSpPr>
            <p:nvPr/>
          </p:nvCxnSpPr>
          <p:spPr>
            <a:xfrm rot="5400000">
              <a:off x="9956611" y="-582979"/>
              <a:ext cx="144000" cy="2586219"/>
            </a:xfrm>
            <a:prstGeom prst="bentConnector3">
              <a:avLst>
                <a:gd name="adj1" fmla="val 47482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连接">
              <a:extLst>
                <a:ext uri="{FF2B5EF4-FFF2-40B4-BE49-F238E27FC236}">
                  <a16:creationId xmlns:a16="http://schemas.microsoft.com/office/drawing/2014/main" id="{7299B60E-DEC5-577B-512F-354C0B232E2F}"/>
                </a:ext>
              </a:extLst>
            </p:cNvPr>
            <p:cNvCxnSpPr>
              <a:cxnSpLocks/>
              <a:stCxn id="81" idx="6"/>
              <a:endCxn id="76" idx="1"/>
            </p:cNvCxnSpPr>
            <p:nvPr/>
          </p:nvCxnSpPr>
          <p:spPr>
            <a:xfrm flipV="1">
              <a:off x="8879501" y="628955"/>
              <a:ext cx="784520" cy="917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E">
                  <a:extLst>
                    <a:ext uri="{FF2B5EF4-FFF2-40B4-BE49-F238E27FC236}">
                      <a16:creationId xmlns:a16="http://schemas.microsoft.com/office/drawing/2014/main" id="{9EA68406-1569-E574-355A-A63767EF0027}"/>
                    </a:ext>
                  </a:extLst>
                </p:cNvPr>
                <p:cNvSpPr txBox="1"/>
                <p:nvPr/>
              </p:nvSpPr>
              <p:spPr>
                <a:xfrm>
                  <a:off x="8792602" y="12077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E">
                  <a:extLst>
                    <a:ext uri="{FF2B5EF4-FFF2-40B4-BE49-F238E27FC236}">
                      <a16:creationId xmlns:a16="http://schemas.microsoft.com/office/drawing/2014/main" id="{039B191C-386D-D838-5ADE-3F94096C9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2602" y="120777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614452" y="332656"/>
                <a:ext cx="4261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参数根轨迹：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→∞</m:t>
                    </m:r>
                  </m:oMath>
                </a14:m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52" y="332656"/>
                <a:ext cx="4261118" cy="523220"/>
              </a:xfrm>
              <a:prstGeom prst="rect">
                <a:avLst/>
              </a:prstGeom>
              <a:blipFill>
                <a:blip r:embed="rId22"/>
                <a:stretch>
                  <a:fillRect l="-2976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步骤1">
            <a:extLst>
              <a:ext uri="{FF2B5EF4-FFF2-40B4-BE49-F238E27FC236}">
                <a16:creationId xmlns:a16="http://schemas.microsoft.com/office/drawing/2014/main" id="{CCE35F39-9CE2-BAA6-25A8-9D2950175F9F}"/>
              </a:ext>
            </a:extLst>
          </p:cNvPr>
          <p:cNvGrpSpPr/>
          <p:nvPr/>
        </p:nvGrpSpPr>
        <p:grpSpPr>
          <a:xfrm>
            <a:off x="314498" y="1617265"/>
            <a:ext cx="2682119" cy="725177"/>
            <a:chOff x="4943078" y="1700704"/>
            <a:chExt cx="2682119" cy="725177"/>
          </a:xfrm>
        </p:grpSpPr>
        <p:sp>
          <p:nvSpPr>
            <p:cNvPr id="64" name="标题">
              <a:extLst>
                <a:ext uri="{FF2B5EF4-FFF2-40B4-BE49-F238E27FC236}">
                  <a16:creationId xmlns:a16="http://schemas.microsoft.com/office/drawing/2014/main" id="{BBD9650D-6BF1-0803-2DCC-8E1464992B61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等效开环</a:t>
              </a:r>
            </a:p>
          </p:txBody>
        </p:sp>
        <p:sp>
          <p:nvSpPr>
            <p:cNvPr id="69" name="序号">
              <a:extLst>
                <a:ext uri="{FF2B5EF4-FFF2-40B4-BE49-F238E27FC236}">
                  <a16:creationId xmlns:a16="http://schemas.microsoft.com/office/drawing/2014/main" id="{F39CBA85-2F61-3DD7-6FC0-B9904442913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71" name="渐近线">
            <a:extLst>
              <a:ext uri="{FF2B5EF4-FFF2-40B4-BE49-F238E27FC236}">
                <a16:creationId xmlns:a16="http://schemas.microsoft.com/office/drawing/2014/main" id="{899727E7-9050-1A45-68CD-7118E5F70F31}"/>
              </a:ext>
            </a:extLst>
          </p:cNvPr>
          <p:cNvGrpSpPr/>
          <p:nvPr/>
        </p:nvGrpSpPr>
        <p:grpSpPr>
          <a:xfrm>
            <a:off x="8039422" y="2161209"/>
            <a:ext cx="2999986" cy="3980911"/>
            <a:chOff x="7670800" y="1679874"/>
            <a:chExt cx="2999986" cy="3980911"/>
          </a:xfrm>
        </p:grpSpPr>
        <p:cxnSp>
          <p:nvCxnSpPr>
            <p:cNvPr id="72" name="渐近线3">
              <a:extLst>
                <a:ext uri="{FF2B5EF4-FFF2-40B4-BE49-F238E27FC236}">
                  <a16:creationId xmlns:a16="http://schemas.microsoft.com/office/drawing/2014/main" id="{EDDC2F32-EACB-9D4F-4C25-BD601BD986B7}"/>
                </a:ext>
              </a:extLst>
            </p:cNvPr>
            <p:cNvCxnSpPr>
              <a:cxnSpLocks/>
            </p:cNvCxnSpPr>
            <p:nvPr/>
          </p:nvCxnSpPr>
          <p:spPr>
            <a:xfrm>
              <a:off x="9510872" y="3670345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渐近线2">
              <a:extLst>
                <a:ext uri="{FF2B5EF4-FFF2-40B4-BE49-F238E27FC236}">
                  <a16:creationId xmlns:a16="http://schemas.microsoft.com/office/drawing/2014/main" id="{AD91B4B1-3A0C-9E6D-81C2-9665123E85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0872" y="1679874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渐近线1">
              <a:extLst>
                <a:ext uri="{FF2B5EF4-FFF2-40B4-BE49-F238E27FC236}">
                  <a16:creationId xmlns:a16="http://schemas.microsoft.com/office/drawing/2014/main" id="{F2056A64-6FEC-F29C-6EE9-2531CB031B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70800" y="3672000"/>
              <a:ext cx="1840072" cy="14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实轴轨迹">
                <a:extLst>
                  <a:ext uri="{FF2B5EF4-FFF2-40B4-BE49-F238E27FC236}">
                    <a16:creationId xmlns:a16="http://schemas.microsoft.com/office/drawing/2014/main" id="{49629E81-2994-6C55-63C4-A970BF407AC2}"/>
                  </a:ext>
                </a:extLst>
              </p:cNvPr>
              <p:cNvSpPr txBox="1"/>
              <p:nvPr/>
            </p:nvSpPr>
            <p:spPr>
              <a:xfrm>
                <a:off x="3255490" y="1583618"/>
                <a:ext cx="3680915" cy="7740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/4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/4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/4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+0.5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70" name="实轴轨迹">
                <a:extLst>
                  <a:ext uri="{FF2B5EF4-FFF2-40B4-BE49-F238E27FC236}">
                    <a16:creationId xmlns:a16="http://schemas.microsoft.com/office/drawing/2014/main" id="{49629E81-2994-6C55-63C4-A970BF407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490" y="1583618"/>
                <a:ext cx="3680915" cy="774058"/>
              </a:xfrm>
              <a:prstGeom prst="rect">
                <a:avLst/>
              </a:prstGeom>
              <a:blipFill>
                <a:blip r:embed="rId23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根轨迹5">
            <a:extLst>
              <a:ext uri="{FF2B5EF4-FFF2-40B4-BE49-F238E27FC236}">
                <a16:creationId xmlns:a16="http://schemas.microsoft.com/office/drawing/2014/main" id="{C28F9745-51FB-08B8-850F-BF1193DDAE43}"/>
              </a:ext>
            </a:extLst>
          </p:cNvPr>
          <p:cNvSpPr/>
          <p:nvPr/>
        </p:nvSpPr>
        <p:spPr>
          <a:xfrm flipV="1">
            <a:off x="10437421" y="4149081"/>
            <a:ext cx="721630" cy="21340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56 w 886614"/>
              <a:gd name="connsiteY0" fmla="*/ 2140438 h 2140438"/>
              <a:gd name="connsiteX1" fmla="*/ 886614 w 886614"/>
              <a:gd name="connsiteY1" fmla="*/ 0 h 2140438"/>
              <a:gd name="connsiteX0" fmla="*/ 49 w 886607"/>
              <a:gd name="connsiteY0" fmla="*/ 2140438 h 2140438"/>
              <a:gd name="connsiteX1" fmla="*/ 886607 w 886607"/>
              <a:gd name="connsiteY1" fmla="*/ 0 h 2140438"/>
              <a:gd name="connsiteX0" fmla="*/ 83 w 721541"/>
              <a:gd name="connsiteY0" fmla="*/ 2134088 h 2134088"/>
              <a:gd name="connsiteX1" fmla="*/ 721541 w 721541"/>
              <a:gd name="connsiteY1" fmla="*/ 0 h 2134088"/>
              <a:gd name="connsiteX0" fmla="*/ 172 w 721630"/>
              <a:gd name="connsiteY0" fmla="*/ 2134088 h 2134088"/>
              <a:gd name="connsiteX1" fmla="*/ 721630 w 721630"/>
              <a:gd name="connsiteY1" fmla="*/ 0 h 2134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1630" h="2134088">
                <a:moveTo>
                  <a:pt x="172" y="2134088"/>
                </a:moveTo>
                <a:cubicBezTo>
                  <a:pt x="-4875" y="1727525"/>
                  <a:pt x="98027" y="1028863"/>
                  <a:pt x="721630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4" name="根轨迹4">
            <a:extLst>
              <a:ext uri="{FF2B5EF4-FFF2-40B4-BE49-F238E27FC236}">
                <a16:creationId xmlns:a16="http://schemas.microsoft.com/office/drawing/2014/main" id="{6508EEC5-C7C1-FE57-1472-F4CD166494E0}"/>
              </a:ext>
            </a:extLst>
          </p:cNvPr>
          <p:cNvSpPr/>
          <p:nvPr/>
        </p:nvSpPr>
        <p:spPr>
          <a:xfrm>
            <a:off x="10437593" y="1992904"/>
            <a:ext cx="721458" cy="21721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1458" h="2172188">
                <a:moveTo>
                  <a:pt x="0" y="2172188"/>
                </a:moveTo>
                <a:cubicBezTo>
                  <a:pt x="7653" y="1689425"/>
                  <a:pt x="142305" y="1105063"/>
                  <a:pt x="721458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5" name="极点3">
            <a:extLst>
              <a:ext uri="{FF2B5EF4-FFF2-40B4-BE49-F238E27FC236}">
                <a16:creationId xmlns:a16="http://schemas.microsoft.com/office/drawing/2014/main" id="{4FADB75A-A995-FF0B-5A68-282644B94BE9}"/>
              </a:ext>
            </a:extLst>
          </p:cNvPr>
          <p:cNvSpPr/>
          <p:nvPr/>
        </p:nvSpPr>
        <p:spPr>
          <a:xfrm>
            <a:off x="9191550" y="4005064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96" name="极点2">
            <a:extLst>
              <a:ext uri="{FF2B5EF4-FFF2-40B4-BE49-F238E27FC236}">
                <a16:creationId xmlns:a16="http://schemas.microsoft.com/office/drawing/2014/main" id="{1267484D-0BF3-90A7-4A37-5E46E2C5E0ED}"/>
              </a:ext>
            </a:extLst>
          </p:cNvPr>
          <p:cNvSpPr/>
          <p:nvPr/>
        </p:nvSpPr>
        <p:spPr>
          <a:xfrm>
            <a:off x="9197904" y="3954015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97" name="极点1">
            <a:extLst>
              <a:ext uri="{FF2B5EF4-FFF2-40B4-BE49-F238E27FC236}">
                <a16:creationId xmlns:a16="http://schemas.microsoft.com/office/drawing/2014/main" id="{6CFA6884-656D-5419-9E38-D4FC50B9A707}"/>
              </a:ext>
            </a:extLst>
          </p:cNvPr>
          <p:cNvSpPr/>
          <p:nvPr/>
        </p:nvSpPr>
        <p:spPr>
          <a:xfrm>
            <a:off x="10641568" y="4015391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98" name="根轨迹3">
            <a:extLst>
              <a:ext uri="{FF2B5EF4-FFF2-40B4-BE49-F238E27FC236}">
                <a16:creationId xmlns:a16="http://schemas.microsoft.com/office/drawing/2014/main" id="{C153293C-2CCB-921C-F18E-2867456B0779}"/>
              </a:ext>
            </a:extLst>
          </p:cNvPr>
          <p:cNvCxnSpPr/>
          <p:nvPr/>
        </p:nvCxnSpPr>
        <p:spPr>
          <a:xfrm flipH="1">
            <a:off x="8486598" y="4159407"/>
            <a:ext cx="864096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根轨迹2">
            <a:extLst>
              <a:ext uri="{FF2B5EF4-FFF2-40B4-BE49-F238E27FC236}">
                <a16:creationId xmlns:a16="http://schemas.microsoft.com/office/drawing/2014/main" id="{47EBF85D-A15E-832B-2EA4-B32DF6355B6E}"/>
              </a:ext>
            </a:extLst>
          </p:cNvPr>
          <p:cNvCxnSpPr>
            <a:cxnSpLocks/>
          </p:cNvCxnSpPr>
          <p:nvPr/>
        </p:nvCxnSpPr>
        <p:spPr>
          <a:xfrm>
            <a:off x="9107311" y="4159407"/>
            <a:ext cx="1368869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根轨迹1">
            <a:extLst>
              <a:ext uri="{FF2B5EF4-FFF2-40B4-BE49-F238E27FC236}">
                <a16:creationId xmlns:a16="http://schemas.microsoft.com/office/drawing/2014/main" id="{BEFFBDFB-880D-4162-376D-B34DB8709A6C}"/>
              </a:ext>
            </a:extLst>
          </p:cNvPr>
          <p:cNvCxnSpPr>
            <a:cxnSpLocks/>
          </p:cNvCxnSpPr>
          <p:nvPr/>
        </p:nvCxnSpPr>
        <p:spPr>
          <a:xfrm flipH="1" flipV="1">
            <a:off x="10442857" y="4151734"/>
            <a:ext cx="358938" cy="3201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分离点">
            <a:extLst>
              <a:ext uri="{FF2B5EF4-FFF2-40B4-BE49-F238E27FC236}">
                <a16:creationId xmlns:a16="http://schemas.microsoft.com/office/drawing/2014/main" id="{541C979F-A4AE-18F0-6D61-6A5FA2ADB993}"/>
              </a:ext>
            </a:extLst>
          </p:cNvPr>
          <p:cNvSpPr/>
          <p:nvPr/>
        </p:nvSpPr>
        <p:spPr>
          <a:xfrm>
            <a:off x="10375987" y="4098031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虚轴交点2">
            <a:extLst>
              <a:ext uri="{FF2B5EF4-FFF2-40B4-BE49-F238E27FC236}">
                <a16:creationId xmlns:a16="http://schemas.microsoft.com/office/drawing/2014/main" id="{38340FB8-1410-E2B8-0852-C5E71A3D26B3}"/>
              </a:ext>
            </a:extLst>
          </p:cNvPr>
          <p:cNvSpPr/>
          <p:nvPr/>
        </p:nvSpPr>
        <p:spPr>
          <a:xfrm>
            <a:off x="10730759" y="2659542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虚轴交点1">
            <a:extLst>
              <a:ext uri="{FF2B5EF4-FFF2-40B4-BE49-F238E27FC236}">
                <a16:creationId xmlns:a16="http://schemas.microsoft.com/office/drawing/2014/main" id="{112A4324-670C-C578-D8AF-56A0CB04F40B}"/>
              </a:ext>
            </a:extLst>
          </p:cNvPr>
          <p:cNvSpPr/>
          <p:nvPr/>
        </p:nvSpPr>
        <p:spPr>
          <a:xfrm>
            <a:off x="10724653" y="5525368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3538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9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 tmFilter="0, 0; .2, .5; .8, .5; 1, 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250" autoRev="1" fill="hold"/>
                                        <p:tgtEl>
                                          <p:spTgt spid="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 tmFilter="0, 0; .2, .5; .8, .5; 1, 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9" dur="250" autoRev="1" fill="hold"/>
                                        <p:tgtEl>
                                          <p:spTgt spid="1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2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7" grpId="0"/>
      <p:bldP spid="118" grpId="0"/>
      <p:bldP spid="119" grpId="0"/>
      <p:bldP spid="121" grpId="0"/>
      <p:bldP spid="88" grpId="0"/>
      <p:bldP spid="89" grpId="0"/>
      <p:bldP spid="45" grpId="0"/>
      <p:bldP spid="70" grpId="0"/>
      <p:bldP spid="93" grpId="0" animBg="1"/>
      <p:bldP spid="94" grpId="0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74" grpId="0" animBg="1"/>
      <p:bldP spid="74" grpId="1" animBg="1"/>
      <p:bldP spid="101" grpId="0" animBg="1"/>
      <p:bldP spid="101" grpId="1" animBg="1"/>
      <p:bldP spid="102" grpId="0" animBg="1"/>
      <p:bldP spid="10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 hidden="1">
            <a:extLst>
              <a:ext uri="{FF2B5EF4-FFF2-40B4-BE49-F238E27FC236}">
                <a16:creationId xmlns:a16="http://schemas.microsoft.com/office/drawing/2014/main" id="{E72E005C-0CBD-3C08-8E00-B86E1B10BE8D}"/>
              </a:ext>
            </a:extLst>
          </p:cNvPr>
          <p:cNvSpPr/>
          <p:nvPr/>
        </p:nvSpPr>
        <p:spPr>
          <a:xfrm>
            <a:off x="7903659" y="2653372"/>
            <a:ext cx="2973618" cy="297361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8" name="坐标轴">
            <a:extLst>
              <a:ext uri="{FF2B5EF4-FFF2-40B4-BE49-F238E27FC236}">
                <a16:creationId xmlns:a16="http://schemas.microsoft.com/office/drawing/2014/main" id="{49FD37FA-EC2D-9E73-D7A8-5837E967C09B}"/>
              </a:ext>
            </a:extLst>
          </p:cNvPr>
          <p:cNvGrpSpPr/>
          <p:nvPr/>
        </p:nvGrpSpPr>
        <p:grpSpPr>
          <a:xfrm>
            <a:off x="9111602" y="1678087"/>
            <a:ext cx="2588940" cy="4741714"/>
            <a:chOff x="9111602" y="1678087"/>
            <a:chExt cx="2588940" cy="4741714"/>
          </a:xfrm>
        </p:grpSpPr>
        <p:grpSp>
          <p:nvGrpSpPr>
            <p:cNvPr id="39" name="虚轴">
              <a:extLst>
                <a:ext uri="{FF2B5EF4-FFF2-40B4-BE49-F238E27FC236}">
                  <a16:creationId xmlns:a16="http://schemas.microsoft.com/office/drawing/2014/main" id="{6F39C1F4-F4BC-4E29-BFA6-8215F5565DBF}"/>
                </a:ext>
              </a:extLst>
            </p:cNvPr>
            <p:cNvGrpSpPr/>
            <p:nvPr/>
          </p:nvGrpSpPr>
          <p:grpSpPr>
            <a:xfrm>
              <a:off x="10792135" y="1678087"/>
              <a:ext cx="671269" cy="4741714"/>
              <a:chOff x="10792135" y="1678087"/>
              <a:chExt cx="671269" cy="47417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labelj">
                    <a:extLst>
                      <a:ext uri="{FF2B5EF4-FFF2-40B4-BE49-F238E27FC236}">
                        <a16:creationId xmlns:a16="http://schemas.microsoft.com/office/drawing/2014/main" id="{E09D08AB-986E-E2D2-1DED-1C41C0567110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0" name="labelj">
                    <a:extLst>
                      <a:ext uri="{FF2B5EF4-FFF2-40B4-BE49-F238E27FC236}">
                        <a16:creationId xmlns:a16="http://schemas.microsoft.com/office/drawing/2014/main" id="{E09D08AB-986E-E2D2-1DED-1C41C05671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762" r="-2142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ylabel2">
                    <a:extLst>
                      <a:ext uri="{FF2B5EF4-FFF2-40B4-BE49-F238E27FC236}">
                        <a16:creationId xmlns:a16="http://schemas.microsoft.com/office/drawing/2014/main" id="{F6681086-62E9-45A4-B6AE-039BC774C3BD}"/>
                      </a:ext>
                    </a:extLst>
                  </p:cNvPr>
                  <p:cNvSpPr txBox="1"/>
                  <p:nvPr/>
                </p:nvSpPr>
                <p:spPr>
                  <a:xfrm>
                    <a:off x="10975868" y="2523609"/>
                    <a:ext cx="32218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600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51" name="ylabel2">
                    <a:extLst>
                      <a:ext uri="{FF2B5EF4-FFF2-40B4-BE49-F238E27FC236}">
                        <a16:creationId xmlns:a16="http://schemas.microsoft.com/office/drawing/2014/main" id="{F6681086-62E9-45A4-B6AE-039BC774C3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75868" y="2523609"/>
                    <a:ext cx="322182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6923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2" name="ytick2">
                <a:extLst>
                  <a:ext uri="{FF2B5EF4-FFF2-40B4-BE49-F238E27FC236}">
                    <a16:creationId xmlns:a16="http://schemas.microsoft.com/office/drawing/2014/main" id="{89450A59-1D2D-6BB4-7281-7A77335DEF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4468" y="2713985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ylabel-2">
                    <a:extLst>
                      <a:ext uri="{FF2B5EF4-FFF2-40B4-BE49-F238E27FC236}">
                        <a16:creationId xmlns:a16="http://schemas.microsoft.com/office/drawing/2014/main" id="{314BC2CC-6C0A-F73E-0CBE-B5915878443B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2703" y="5392321"/>
                    <a:ext cx="52070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−600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57" name="ylabel-2">
                    <a:extLst>
                      <a:ext uri="{FF2B5EF4-FFF2-40B4-BE49-F238E27FC236}">
                        <a16:creationId xmlns:a16="http://schemas.microsoft.com/office/drawing/2014/main" id="{314BC2CC-6C0A-F73E-0CBE-B591587844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2703" y="5392321"/>
                    <a:ext cx="52070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3809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ytick-2">
                <a:extLst>
                  <a:ext uri="{FF2B5EF4-FFF2-40B4-BE49-F238E27FC236}">
                    <a16:creationId xmlns:a16="http://schemas.microsoft.com/office/drawing/2014/main" id="{1C69A86A-C042-7A74-EBE6-33C330583C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5591991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y轴">
                <a:extLst>
                  <a:ext uri="{FF2B5EF4-FFF2-40B4-BE49-F238E27FC236}">
                    <a16:creationId xmlns:a16="http://schemas.microsoft.com/office/drawing/2014/main" id="{2586423C-B68E-1394-9886-823FB93397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92135" y="2027313"/>
                <a:ext cx="0" cy="43924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实轴">
              <a:extLst>
                <a:ext uri="{FF2B5EF4-FFF2-40B4-BE49-F238E27FC236}">
                  <a16:creationId xmlns:a16="http://schemas.microsoft.com/office/drawing/2014/main" id="{8541D06E-FFCC-4A45-84DF-5272D7F3CAB7}"/>
                </a:ext>
              </a:extLst>
            </p:cNvPr>
            <p:cNvGrpSpPr/>
            <p:nvPr/>
          </p:nvGrpSpPr>
          <p:grpSpPr>
            <a:xfrm>
              <a:off x="9111602" y="3655551"/>
              <a:ext cx="2588940" cy="524695"/>
              <a:chOff x="9111602" y="3655551"/>
              <a:chExt cx="2588940" cy="5246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label0">
                    <a:extLst>
                      <a:ext uri="{FF2B5EF4-FFF2-40B4-BE49-F238E27FC236}">
                        <a16:creationId xmlns:a16="http://schemas.microsoft.com/office/drawing/2014/main" id="{0BFAA65A-5EA6-A6E7-6AA7-F59042234725}"/>
                      </a:ext>
                    </a:extLst>
                  </p:cNvPr>
                  <p:cNvSpPr txBox="1"/>
                  <p:nvPr/>
                </p:nvSpPr>
                <p:spPr>
                  <a:xfrm>
                    <a:off x="11179841" y="3655551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Re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1" name="label0">
                    <a:extLst>
                      <a:ext uri="{FF2B5EF4-FFF2-40B4-BE49-F238E27FC236}">
                        <a16:creationId xmlns:a16="http://schemas.microsoft.com/office/drawing/2014/main" id="{0BFAA65A-5EA6-A6E7-6AA7-F590422347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79841" y="3655551"/>
                    <a:ext cx="520701" cy="52469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7143" r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9" name="x轴">
                <a:extLst>
                  <a:ext uri="{FF2B5EF4-FFF2-40B4-BE49-F238E27FC236}">
                    <a16:creationId xmlns:a16="http://schemas.microsoft.com/office/drawing/2014/main" id="{5F87D923-8890-B5DF-9C5A-5FDC978D81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1602" y="4159407"/>
                <a:ext cx="213949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4" name="入射角2">
            <a:extLst>
              <a:ext uri="{FF2B5EF4-FFF2-40B4-BE49-F238E27FC236}">
                <a16:creationId xmlns:a16="http://schemas.microsoft.com/office/drawing/2014/main" id="{A82DB695-0486-861B-26CB-2474BA4BCAF4}"/>
              </a:ext>
            </a:extLst>
          </p:cNvPr>
          <p:cNvCxnSpPr>
            <a:cxnSpLocks/>
          </p:cNvCxnSpPr>
          <p:nvPr/>
        </p:nvCxnSpPr>
        <p:spPr>
          <a:xfrm flipV="1">
            <a:off x="10853511" y="3347428"/>
            <a:ext cx="444539" cy="721804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入射角1">
            <a:extLst>
              <a:ext uri="{FF2B5EF4-FFF2-40B4-BE49-F238E27FC236}">
                <a16:creationId xmlns:a16="http://schemas.microsoft.com/office/drawing/2014/main" id="{71F80DAD-4B49-D1AE-1A0E-11CBC130E52E}"/>
              </a:ext>
            </a:extLst>
          </p:cNvPr>
          <p:cNvCxnSpPr>
            <a:cxnSpLocks/>
          </p:cNvCxnSpPr>
          <p:nvPr/>
        </p:nvCxnSpPr>
        <p:spPr>
          <a:xfrm>
            <a:off x="10839996" y="4235705"/>
            <a:ext cx="444539" cy="721804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实轴根轨迹2">
            <a:extLst>
              <a:ext uri="{FF2B5EF4-FFF2-40B4-BE49-F238E27FC236}">
                <a16:creationId xmlns:a16="http://schemas.microsoft.com/office/drawing/2014/main" id="{7631150F-D926-C570-0CFC-4397ECC24F56}"/>
              </a:ext>
            </a:extLst>
          </p:cNvPr>
          <p:cNvCxnSpPr>
            <a:cxnSpLocks/>
          </p:cNvCxnSpPr>
          <p:nvPr/>
        </p:nvCxnSpPr>
        <p:spPr>
          <a:xfrm>
            <a:off x="7344166" y="4154935"/>
            <a:ext cx="2028796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实轴根轨迹1">
            <a:extLst>
              <a:ext uri="{FF2B5EF4-FFF2-40B4-BE49-F238E27FC236}">
                <a16:creationId xmlns:a16="http://schemas.microsoft.com/office/drawing/2014/main" id="{BEFFBDFB-880D-4162-376D-B34DB8709A6C}"/>
              </a:ext>
            </a:extLst>
          </p:cNvPr>
          <p:cNvCxnSpPr>
            <a:cxnSpLocks/>
          </p:cNvCxnSpPr>
          <p:nvPr/>
        </p:nvCxnSpPr>
        <p:spPr>
          <a:xfrm>
            <a:off x="10631710" y="4154935"/>
            <a:ext cx="162022" cy="1196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根轨迹3">
            <a:extLst>
              <a:ext uri="{FF2B5EF4-FFF2-40B4-BE49-F238E27FC236}">
                <a16:creationId xmlns:a16="http://schemas.microsoft.com/office/drawing/2014/main" id="{6508EEC5-C7C1-FE57-1472-F4CD166494E0}"/>
              </a:ext>
            </a:extLst>
          </p:cNvPr>
          <p:cNvSpPr/>
          <p:nvPr/>
        </p:nvSpPr>
        <p:spPr>
          <a:xfrm>
            <a:off x="7484846" y="4157879"/>
            <a:ext cx="3387674" cy="1468483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3674208"/>
              <a:gd name="connsiteY0" fmla="*/ 2165838 h 2165838"/>
              <a:gd name="connsiteX1" fmla="*/ 3674208 w 3674208"/>
              <a:gd name="connsiteY1" fmla="*/ 0 h 2165838"/>
              <a:gd name="connsiteX0" fmla="*/ 0 w 3369408"/>
              <a:gd name="connsiteY0" fmla="*/ 91215 h 537944"/>
              <a:gd name="connsiteX1" fmla="*/ 3369408 w 3369408"/>
              <a:gd name="connsiteY1" fmla="*/ 147877 h 537944"/>
              <a:gd name="connsiteX0" fmla="*/ 0 w 3620216"/>
              <a:gd name="connsiteY0" fmla="*/ 91215 h 537944"/>
              <a:gd name="connsiteX1" fmla="*/ 3369408 w 3620216"/>
              <a:gd name="connsiteY1" fmla="*/ 147877 h 537944"/>
              <a:gd name="connsiteX2" fmla="*/ 3373657 w 3620216"/>
              <a:gd name="connsiteY2" fmla="*/ 148872 h 537944"/>
              <a:gd name="connsiteX0" fmla="*/ 0 w 3630568"/>
              <a:gd name="connsiteY0" fmla="*/ 91215 h 537944"/>
              <a:gd name="connsiteX1" fmla="*/ 3369408 w 3630568"/>
              <a:gd name="connsiteY1" fmla="*/ 147877 h 537944"/>
              <a:gd name="connsiteX2" fmla="*/ 3411757 w 3630568"/>
              <a:gd name="connsiteY2" fmla="*/ 402872 h 537944"/>
              <a:gd name="connsiteX0" fmla="*/ 0 w 3411757"/>
              <a:gd name="connsiteY0" fmla="*/ 68132 h 1065862"/>
              <a:gd name="connsiteX1" fmla="*/ 1908908 w 3411757"/>
              <a:gd name="connsiteY1" fmla="*/ 759794 h 1065862"/>
              <a:gd name="connsiteX2" fmla="*/ 3411757 w 3411757"/>
              <a:gd name="connsiteY2" fmla="*/ 379789 h 1065862"/>
              <a:gd name="connsiteX0" fmla="*/ 0 w 3386357"/>
              <a:gd name="connsiteY0" fmla="*/ 68132 h 1065862"/>
              <a:gd name="connsiteX1" fmla="*/ 1908908 w 3386357"/>
              <a:gd name="connsiteY1" fmla="*/ 759794 h 1065862"/>
              <a:gd name="connsiteX2" fmla="*/ 3386357 w 3386357"/>
              <a:gd name="connsiteY2" fmla="*/ 132139 h 1065862"/>
              <a:gd name="connsiteX0" fmla="*/ 0 w 3386357"/>
              <a:gd name="connsiteY0" fmla="*/ 118004 h 809773"/>
              <a:gd name="connsiteX1" fmla="*/ 1908908 w 3386357"/>
              <a:gd name="connsiteY1" fmla="*/ 809666 h 809773"/>
              <a:gd name="connsiteX2" fmla="*/ 3386357 w 3386357"/>
              <a:gd name="connsiteY2" fmla="*/ 182011 h 809773"/>
              <a:gd name="connsiteX0" fmla="*/ 0 w 3386357"/>
              <a:gd name="connsiteY0" fmla="*/ 0 h 691769"/>
              <a:gd name="connsiteX1" fmla="*/ 1908908 w 3386357"/>
              <a:gd name="connsiteY1" fmla="*/ 691662 h 691769"/>
              <a:gd name="connsiteX2" fmla="*/ 3386357 w 3386357"/>
              <a:gd name="connsiteY2" fmla="*/ 64007 h 691769"/>
              <a:gd name="connsiteX0" fmla="*/ 0 w 3386357"/>
              <a:gd name="connsiteY0" fmla="*/ 0 h 691769"/>
              <a:gd name="connsiteX1" fmla="*/ 1908908 w 3386357"/>
              <a:gd name="connsiteY1" fmla="*/ 691662 h 691769"/>
              <a:gd name="connsiteX2" fmla="*/ 3386357 w 3386357"/>
              <a:gd name="connsiteY2" fmla="*/ 64007 h 691769"/>
              <a:gd name="connsiteX0" fmla="*/ 184224 w 3570581"/>
              <a:gd name="connsiteY0" fmla="*/ 8631 h 72638"/>
              <a:gd name="connsiteX1" fmla="*/ 613582 w 3570581"/>
              <a:gd name="connsiteY1" fmla="*/ 8143 h 72638"/>
              <a:gd name="connsiteX2" fmla="*/ 3570581 w 3570581"/>
              <a:gd name="connsiteY2" fmla="*/ 72638 h 72638"/>
              <a:gd name="connsiteX0" fmla="*/ 0 w 3386357"/>
              <a:gd name="connsiteY0" fmla="*/ 866 h 64873"/>
              <a:gd name="connsiteX1" fmla="*/ 429358 w 3386357"/>
              <a:gd name="connsiteY1" fmla="*/ 378 h 64873"/>
              <a:gd name="connsiteX2" fmla="*/ 3386357 w 3386357"/>
              <a:gd name="connsiteY2" fmla="*/ 64873 h 64873"/>
              <a:gd name="connsiteX0" fmla="*/ 0 w 3386357"/>
              <a:gd name="connsiteY0" fmla="*/ 866 h 631731"/>
              <a:gd name="connsiteX1" fmla="*/ 429358 w 3386357"/>
              <a:gd name="connsiteY1" fmla="*/ 378 h 631731"/>
              <a:gd name="connsiteX2" fmla="*/ 3386357 w 3386357"/>
              <a:gd name="connsiteY2" fmla="*/ 64873 h 631731"/>
              <a:gd name="connsiteX0" fmla="*/ 0 w 3386357"/>
              <a:gd name="connsiteY0" fmla="*/ 866 h 1277325"/>
              <a:gd name="connsiteX1" fmla="*/ 429358 w 3386357"/>
              <a:gd name="connsiteY1" fmla="*/ 378 h 1277325"/>
              <a:gd name="connsiteX2" fmla="*/ 3386357 w 3386357"/>
              <a:gd name="connsiteY2" fmla="*/ 64873 h 1277325"/>
              <a:gd name="connsiteX0" fmla="*/ 0 w 3386357"/>
              <a:gd name="connsiteY0" fmla="*/ 866 h 1283754"/>
              <a:gd name="connsiteX1" fmla="*/ 429358 w 3386357"/>
              <a:gd name="connsiteY1" fmla="*/ 378 h 1283754"/>
              <a:gd name="connsiteX2" fmla="*/ 3386357 w 3386357"/>
              <a:gd name="connsiteY2" fmla="*/ 64873 h 1283754"/>
              <a:gd name="connsiteX0" fmla="*/ 0 w 3407039"/>
              <a:gd name="connsiteY0" fmla="*/ 866 h 788562"/>
              <a:gd name="connsiteX1" fmla="*/ 429358 w 3407039"/>
              <a:gd name="connsiteY1" fmla="*/ 378 h 788562"/>
              <a:gd name="connsiteX2" fmla="*/ 3386357 w 3407039"/>
              <a:gd name="connsiteY2" fmla="*/ 64873 h 788562"/>
              <a:gd name="connsiteX0" fmla="*/ 0 w 3407039"/>
              <a:gd name="connsiteY0" fmla="*/ 866 h 788562"/>
              <a:gd name="connsiteX1" fmla="*/ 429358 w 3407039"/>
              <a:gd name="connsiteY1" fmla="*/ 378 h 788562"/>
              <a:gd name="connsiteX2" fmla="*/ 3386357 w 3407039"/>
              <a:gd name="connsiteY2" fmla="*/ 64873 h 788562"/>
              <a:gd name="connsiteX0" fmla="*/ 0 w 1843109"/>
              <a:gd name="connsiteY0" fmla="*/ 866 h 1382155"/>
              <a:gd name="connsiteX1" fmla="*/ 429358 w 1843109"/>
              <a:gd name="connsiteY1" fmla="*/ 378 h 1382155"/>
              <a:gd name="connsiteX2" fmla="*/ 1805207 w 1843109"/>
              <a:gd name="connsiteY2" fmla="*/ 1118973 h 1382155"/>
              <a:gd name="connsiteX0" fmla="*/ 0 w 1905317"/>
              <a:gd name="connsiteY0" fmla="*/ 866 h 1382155"/>
              <a:gd name="connsiteX1" fmla="*/ 429358 w 1905317"/>
              <a:gd name="connsiteY1" fmla="*/ 378 h 1382155"/>
              <a:gd name="connsiteX2" fmla="*/ 1805207 w 1905317"/>
              <a:gd name="connsiteY2" fmla="*/ 1118973 h 1382155"/>
              <a:gd name="connsiteX3" fmla="*/ 1798858 w 1905317"/>
              <a:gd name="connsiteY3" fmla="*/ 1106272 h 1382155"/>
              <a:gd name="connsiteX0" fmla="*/ 0 w 3380008"/>
              <a:gd name="connsiteY0" fmla="*/ 866 h 1382155"/>
              <a:gd name="connsiteX1" fmla="*/ 429358 w 3380008"/>
              <a:gd name="connsiteY1" fmla="*/ 378 h 1382155"/>
              <a:gd name="connsiteX2" fmla="*/ 1805207 w 3380008"/>
              <a:gd name="connsiteY2" fmla="*/ 1118973 h 1382155"/>
              <a:gd name="connsiteX3" fmla="*/ 3380008 w 3380008"/>
              <a:gd name="connsiteY3" fmla="*/ 90272 h 1382155"/>
              <a:gd name="connsiteX0" fmla="*/ 0 w 3380008"/>
              <a:gd name="connsiteY0" fmla="*/ 866 h 1138072"/>
              <a:gd name="connsiteX1" fmla="*/ 429358 w 3380008"/>
              <a:gd name="connsiteY1" fmla="*/ 378 h 1138072"/>
              <a:gd name="connsiteX2" fmla="*/ 1805207 w 3380008"/>
              <a:gd name="connsiteY2" fmla="*/ 1118973 h 1138072"/>
              <a:gd name="connsiteX3" fmla="*/ 3380008 w 3380008"/>
              <a:gd name="connsiteY3" fmla="*/ 90272 h 1138072"/>
              <a:gd name="connsiteX0" fmla="*/ 0 w 3380009"/>
              <a:gd name="connsiteY0" fmla="*/ 866 h 1138636"/>
              <a:gd name="connsiteX1" fmla="*/ 429358 w 3380009"/>
              <a:gd name="connsiteY1" fmla="*/ 378 h 1138636"/>
              <a:gd name="connsiteX2" fmla="*/ 1805207 w 3380009"/>
              <a:gd name="connsiteY2" fmla="*/ 1118973 h 1138636"/>
              <a:gd name="connsiteX3" fmla="*/ 3380008 w 3380009"/>
              <a:gd name="connsiteY3" fmla="*/ 90272 h 1138636"/>
              <a:gd name="connsiteX0" fmla="*/ 0 w 3411759"/>
              <a:gd name="connsiteY0" fmla="*/ 866 h 1131208"/>
              <a:gd name="connsiteX1" fmla="*/ 429358 w 3411759"/>
              <a:gd name="connsiteY1" fmla="*/ 378 h 1131208"/>
              <a:gd name="connsiteX2" fmla="*/ 1805207 w 3411759"/>
              <a:gd name="connsiteY2" fmla="*/ 1118973 h 1131208"/>
              <a:gd name="connsiteX3" fmla="*/ 3411758 w 3411759"/>
              <a:gd name="connsiteY3" fmla="*/ 179172 h 1131208"/>
              <a:gd name="connsiteX0" fmla="*/ 0 w 3411759"/>
              <a:gd name="connsiteY0" fmla="*/ 866 h 1131208"/>
              <a:gd name="connsiteX1" fmla="*/ 429358 w 3411759"/>
              <a:gd name="connsiteY1" fmla="*/ 378 h 1131208"/>
              <a:gd name="connsiteX2" fmla="*/ 1805207 w 3411759"/>
              <a:gd name="connsiteY2" fmla="*/ 1118973 h 1131208"/>
              <a:gd name="connsiteX3" fmla="*/ 3411758 w 3411759"/>
              <a:gd name="connsiteY3" fmla="*/ 179172 h 1131208"/>
              <a:gd name="connsiteX0" fmla="*/ 0 w 3411759"/>
              <a:gd name="connsiteY0" fmla="*/ 866 h 1150731"/>
              <a:gd name="connsiteX1" fmla="*/ 429358 w 3411759"/>
              <a:gd name="connsiteY1" fmla="*/ 378 h 1150731"/>
              <a:gd name="connsiteX2" fmla="*/ 1805207 w 3411759"/>
              <a:gd name="connsiteY2" fmla="*/ 1118973 h 1150731"/>
              <a:gd name="connsiteX3" fmla="*/ 3411758 w 3411759"/>
              <a:gd name="connsiteY3" fmla="*/ 179172 h 1150731"/>
              <a:gd name="connsiteX0" fmla="*/ 0 w 3411759"/>
              <a:gd name="connsiteY0" fmla="*/ 866 h 1298019"/>
              <a:gd name="connsiteX1" fmla="*/ 429358 w 3411759"/>
              <a:gd name="connsiteY1" fmla="*/ 378 h 1298019"/>
              <a:gd name="connsiteX2" fmla="*/ 1856007 w 3411759"/>
              <a:gd name="connsiteY2" fmla="*/ 1290423 h 1298019"/>
              <a:gd name="connsiteX3" fmla="*/ 3411758 w 3411759"/>
              <a:gd name="connsiteY3" fmla="*/ 179172 h 1298019"/>
              <a:gd name="connsiteX0" fmla="*/ 0 w 3411758"/>
              <a:gd name="connsiteY0" fmla="*/ 866 h 1295827"/>
              <a:gd name="connsiteX1" fmla="*/ 429358 w 3411758"/>
              <a:gd name="connsiteY1" fmla="*/ 378 h 1295827"/>
              <a:gd name="connsiteX2" fmla="*/ 1856007 w 3411758"/>
              <a:gd name="connsiteY2" fmla="*/ 1290423 h 1295827"/>
              <a:gd name="connsiteX3" fmla="*/ 3411758 w 3411758"/>
              <a:gd name="connsiteY3" fmla="*/ 179172 h 1295827"/>
              <a:gd name="connsiteX0" fmla="*/ 0 w 3411758"/>
              <a:gd name="connsiteY0" fmla="*/ 866 h 1295827"/>
              <a:gd name="connsiteX1" fmla="*/ 429358 w 3411758"/>
              <a:gd name="connsiteY1" fmla="*/ 378 h 1295827"/>
              <a:gd name="connsiteX2" fmla="*/ 1856007 w 3411758"/>
              <a:gd name="connsiteY2" fmla="*/ 1290423 h 1295827"/>
              <a:gd name="connsiteX3" fmla="*/ 3411758 w 3411758"/>
              <a:gd name="connsiteY3" fmla="*/ 179172 h 1295827"/>
              <a:gd name="connsiteX0" fmla="*/ 0 w 3608609"/>
              <a:gd name="connsiteY0" fmla="*/ 866 h 1291461"/>
              <a:gd name="connsiteX1" fmla="*/ 429358 w 3608609"/>
              <a:gd name="connsiteY1" fmla="*/ 378 h 1291461"/>
              <a:gd name="connsiteX2" fmla="*/ 1856007 w 3608609"/>
              <a:gd name="connsiteY2" fmla="*/ 1290423 h 1291461"/>
              <a:gd name="connsiteX3" fmla="*/ 3608608 w 3608609"/>
              <a:gd name="connsiteY3" fmla="*/ 236322 h 1291461"/>
              <a:gd name="connsiteX0" fmla="*/ 0 w 3653059"/>
              <a:gd name="connsiteY0" fmla="*/ 866 h 1293542"/>
              <a:gd name="connsiteX1" fmla="*/ 429358 w 3653059"/>
              <a:gd name="connsiteY1" fmla="*/ 378 h 1293542"/>
              <a:gd name="connsiteX2" fmla="*/ 1856007 w 3653059"/>
              <a:gd name="connsiteY2" fmla="*/ 1290423 h 1293542"/>
              <a:gd name="connsiteX3" fmla="*/ 3653058 w 3653059"/>
              <a:gd name="connsiteY3" fmla="*/ 388722 h 1293542"/>
              <a:gd name="connsiteX0" fmla="*/ 0 w 3653059"/>
              <a:gd name="connsiteY0" fmla="*/ 866 h 1293542"/>
              <a:gd name="connsiteX1" fmla="*/ 429358 w 3653059"/>
              <a:gd name="connsiteY1" fmla="*/ 378 h 1293542"/>
              <a:gd name="connsiteX2" fmla="*/ 1856007 w 3653059"/>
              <a:gd name="connsiteY2" fmla="*/ 1290423 h 1293542"/>
              <a:gd name="connsiteX3" fmla="*/ 3653058 w 3653059"/>
              <a:gd name="connsiteY3" fmla="*/ 388722 h 1293542"/>
              <a:gd name="connsiteX0" fmla="*/ 0 w 3494309"/>
              <a:gd name="connsiteY0" fmla="*/ 866 h 1296832"/>
              <a:gd name="connsiteX1" fmla="*/ 429358 w 3494309"/>
              <a:gd name="connsiteY1" fmla="*/ 378 h 1296832"/>
              <a:gd name="connsiteX2" fmla="*/ 1856007 w 3494309"/>
              <a:gd name="connsiteY2" fmla="*/ 1290423 h 1296832"/>
              <a:gd name="connsiteX3" fmla="*/ 3494308 w 3494309"/>
              <a:gd name="connsiteY3" fmla="*/ 528422 h 1296832"/>
              <a:gd name="connsiteX0" fmla="*/ 0 w 3437159"/>
              <a:gd name="connsiteY0" fmla="*/ 866 h 1291087"/>
              <a:gd name="connsiteX1" fmla="*/ 429358 w 3437159"/>
              <a:gd name="connsiteY1" fmla="*/ 378 h 1291087"/>
              <a:gd name="connsiteX2" fmla="*/ 1856007 w 3437159"/>
              <a:gd name="connsiteY2" fmla="*/ 1290423 h 1291087"/>
              <a:gd name="connsiteX3" fmla="*/ 3437158 w 3437159"/>
              <a:gd name="connsiteY3" fmla="*/ 191872 h 1291087"/>
              <a:gd name="connsiteX0" fmla="*/ 0 w 3552473"/>
              <a:gd name="connsiteY0" fmla="*/ 866 h 1291087"/>
              <a:gd name="connsiteX1" fmla="*/ 429358 w 3552473"/>
              <a:gd name="connsiteY1" fmla="*/ 378 h 1291087"/>
              <a:gd name="connsiteX2" fmla="*/ 1856007 w 3552473"/>
              <a:gd name="connsiteY2" fmla="*/ 1290423 h 1291087"/>
              <a:gd name="connsiteX3" fmla="*/ 3437158 w 3552473"/>
              <a:gd name="connsiteY3" fmla="*/ 191872 h 1291087"/>
              <a:gd name="connsiteX4" fmla="*/ 3430807 w 3552473"/>
              <a:gd name="connsiteY4" fmla="*/ 198222 h 1291087"/>
              <a:gd name="connsiteX0" fmla="*/ 0 w 3792770"/>
              <a:gd name="connsiteY0" fmla="*/ 866 h 1291087"/>
              <a:gd name="connsiteX1" fmla="*/ 429358 w 3792770"/>
              <a:gd name="connsiteY1" fmla="*/ 378 h 1291087"/>
              <a:gd name="connsiteX2" fmla="*/ 1856007 w 3792770"/>
              <a:gd name="connsiteY2" fmla="*/ 1290423 h 1291087"/>
              <a:gd name="connsiteX3" fmla="*/ 3437158 w 3792770"/>
              <a:gd name="connsiteY3" fmla="*/ 191872 h 1291087"/>
              <a:gd name="connsiteX4" fmla="*/ 3792757 w 3792770"/>
              <a:gd name="connsiteY4" fmla="*/ 407772 h 1291087"/>
              <a:gd name="connsiteX0" fmla="*/ 0 w 3976911"/>
              <a:gd name="connsiteY0" fmla="*/ 866 h 1291087"/>
              <a:gd name="connsiteX1" fmla="*/ 429358 w 3976911"/>
              <a:gd name="connsiteY1" fmla="*/ 378 h 1291087"/>
              <a:gd name="connsiteX2" fmla="*/ 1856007 w 3976911"/>
              <a:gd name="connsiteY2" fmla="*/ 1290423 h 1291087"/>
              <a:gd name="connsiteX3" fmla="*/ 3437158 w 3976911"/>
              <a:gd name="connsiteY3" fmla="*/ 191872 h 1291087"/>
              <a:gd name="connsiteX4" fmla="*/ 3976907 w 3976911"/>
              <a:gd name="connsiteY4" fmla="*/ 185522 h 1291087"/>
              <a:gd name="connsiteX0" fmla="*/ 0 w 3976911"/>
              <a:gd name="connsiteY0" fmla="*/ 866 h 1291087"/>
              <a:gd name="connsiteX1" fmla="*/ 429358 w 3976911"/>
              <a:gd name="connsiteY1" fmla="*/ 378 h 1291087"/>
              <a:gd name="connsiteX2" fmla="*/ 1856007 w 3976911"/>
              <a:gd name="connsiteY2" fmla="*/ 1290423 h 1291087"/>
              <a:gd name="connsiteX3" fmla="*/ 3437158 w 3976911"/>
              <a:gd name="connsiteY3" fmla="*/ 191872 h 1291087"/>
              <a:gd name="connsiteX4" fmla="*/ 3976907 w 3976911"/>
              <a:gd name="connsiteY4" fmla="*/ 185522 h 1291087"/>
              <a:gd name="connsiteX0" fmla="*/ 0 w 3437159"/>
              <a:gd name="connsiteY0" fmla="*/ 866 h 1291087"/>
              <a:gd name="connsiteX1" fmla="*/ 429358 w 3437159"/>
              <a:gd name="connsiteY1" fmla="*/ 378 h 1291087"/>
              <a:gd name="connsiteX2" fmla="*/ 1856007 w 3437159"/>
              <a:gd name="connsiteY2" fmla="*/ 1290423 h 1291087"/>
              <a:gd name="connsiteX3" fmla="*/ 3437158 w 3437159"/>
              <a:gd name="connsiteY3" fmla="*/ 191872 h 1291087"/>
              <a:gd name="connsiteX0" fmla="*/ 0 w 3386359"/>
              <a:gd name="connsiteY0" fmla="*/ 866 h 1290523"/>
              <a:gd name="connsiteX1" fmla="*/ 429358 w 3386359"/>
              <a:gd name="connsiteY1" fmla="*/ 378 h 1290523"/>
              <a:gd name="connsiteX2" fmla="*/ 1856007 w 3386359"/>
              <a:gd name="connsiteY2" fmla="*/ 1290423 h 1290523"/>
              <a:gd name="connsiteX3" fmla="*/ 3386358 w 3386359"/>
              <a:gd name="connsiteY3" fmla="*/ 77572 h 1290523"/>
              <a:gd name="connsiteX0" fmla="*/ 0 w 3386359"/>
              <a:gd name="connsiteY0" fmla="*/ 866 h 1290523"/>
              <a:gd name="connsiteX1" fmla="*/ 429358 w 3386359"/>
              <a:gd name="connsiteY1" fmla="*/ 378 h 1290523"/>
              <a:gd name="connsiteX2" fmla="*/ 1856007 w 3386359"/>
              <a:gd name="connsiteY2" fmla="*/ 1290423 h 1290523"/>
              <a:gd name="connsiteX3" fmla="*/ 3386358 w 3386359"/>
              <a:gd name="connsiteY3" fmla="*/ 77572 h 1290523"/>
              <a:gd name="connsiteX0" fmla="*/ 0 w 3513359"/>
              <a:gd name="connsiteY0" fmla="*/ 866 h 1291344"/>
              <a:gd name="connsiteX1" fmla="*/ 429358 w 3513359"/>
              <a:gd name="connsiteY1" fmla="*/ 378 h 1291344"/>
              <a:gd name="connsiteX2" fmla="*/ 1856007 w 3513359"/>
              <a:gd name="connsiteY2" fmla="*/ 1290423 h 1291344"/>
              <a:gd name="connsiteX3" fmla="*/ 3513358 w 3513359"/>
              <a:gd name="connsiteY3" fmla="*/ 223622 h 1291344"/>
              <a:gd name="connsiteX0" fmla="*/ 0 w 3636124"/>
              <a:gd name="connsiteY0" fmla="*/ 866 h 1291344"/>
              <a:gd name="connsiteX1" fmla="*/ 429358 w 3636124"/>
              <a:gd name="connsiteY1" fmla="*/ 378 h 1291344"/>
              <a:gd name="connsiteX2" fmla="*/ 1856007 w 3636124"/>
              <a:gd name="connsiteY2" fmla="*/ 1290423 h 1291344"/>
              <a:gd name="connsiteX3" fmla="*/ 3513358 w 3636124"/>
              <a:gd name="connsiteY3" fmla="*/ 223622 h 1291344"/>
              <a:gd name="connsiteX4" fmla="*/ 3513356 w 3636124"/>
              <a:gd name="connsiteY4" fmla="*/ 223621 h 1291344"/>
              <a:gd name="connsiteX0" fmla="*/ 0 w 3837206"/>
              <a:gd name="connsiteY0" fmla="*/ 866 h 1291344"/>
              <a:gd name="connsiteX1" fmla="*/ 429358 w 3837206"/>
              <a:gd name="connsiteY1" fmla="*/ 378 h 1291344"/>
              <a:gd name="connsiteX2" fmla="*/ 1856007 w 3837206"/>
              <a:gd name="connsiteY2" fmla="*/ 1290423 h 1291344"/>
              <a:gd name="connsiteX3" fmla="*/ 3513358 w 3837206"/>
              <a:gd name="connsiteY3" fmla="*/ 223622 h 1291344"/>
              <a:gd name="connsiteX4" fmla="*/ 3837206 w 3837206"/>
              <a:gd name="connsiteY4" fmla="*/ 185521 h 1291344"/>
              <a:gd name="connsiteX0" fmla="*/ 0 w 3983256"/>
              <a:gd name="connsiteY0" fmla="*/ 866 h 1291344"/>
              <a:gd name="connsiteX1" fmla="*/ 429358 w 3983256"/>
              <a:gd name="connsiteY1" fmla="*/ 378 h 1291344"/>
              <a:gd name="connsiteX2" fmla="*/ 1856007 w 3983256"/>
              <a:gd name="connsiteY2" fmla="*/ 1290423 h 1291344"/>
              <a:gd name="connsiteX3" fmla="*/ 3513358 w 3983256"/>
              <a:gd name="connsiteY3" fmla="*/ 223622 h 1291344"/>
              <a:gd name="connsiteX4" fmla="*/ 3983256 w 3983256"/>
              <a:gd name="connsiteY4" fmla="*/ 528421 h 1291344"/>
              <a:gd name="connsiteX0" fmla="*/ 0 w 3983266"/>
              <a:gd name="connsiteY0" fmla="*/ 866 h 1291344"/>
              <a:gd name="connsiteX1" fmla="*/ 429358 w 3983266"/>
              <a:gd name="connsiteY1" fmla="*/ 378 h 1291344"/>
              <a:gd name="connsiteX2" fmla="*/ 1856007 w 3983266"/>
              <a:gd name="connsiteY2" fmla="*/ 1290423 h 1291344"/>
              <a:gd name="connsiteX3" fmla="*/ 3513358 w 3983266"/>
              <a:gd name="connsiteY3" fmla="*/ 223622 h 1291344"/>
              <a:gd name="connsiteX4" fmla="*/ 3983256 w 3983266"/>
              <a:gd name="connsiteY4" fmla="*/ 528421 h 1291344"/>
              <a:gd name="connsiteX0" fmla="*/ 0 w 3983256"/>
              <a:gd name="connsiteY0" fmla="*/ 866 h 1298132"/>
              <a:gd name="connsiteX1" fmla="*/ 429358 w 3983256"/>
              <a:gd name="connsiteY1" fmla="*/ 378 h 1298132"/>
              <a:gd name="connsiteX2" fmla="*/ 1856007 w 3983256"/>
              <a:gd name="connsiteY2" fmla="*/ 1290423 h 1298132"/>
              <a:gd name="connsiteX3" fmla="*/ 3983256 w 3983256"/>
              <a:gd name="connsiteY3" fmla="*/ 528421 h 1298132"/>
              <a:gd name="connsiteX0" fmla="*/ 0 w 3716556"/>
              <a:gd name="connsiteY0" fmla="*/ 866 h 1291492"/>
              <a:gd name="connsiteX1" fmla="*/ 429358 w 3716556"/>
              <a:gd name="connsiteY1" fmla="*/ 378 h 1291492"/>
              <a:gd name="connsiteX2" fmla="*/ 1856007 w 3716556"/>
              <a:gd name="connsiteY2" fmla="*/ 1290423 h 1291492"/>
              <a:gd name="connsiteX3" fmla="*/ 3716556 w 3716556"/>
              <a:gd name="connsiteY3" fmla="*/ 223621 h 1291492"/>
              <a:gd name="connsiteX0" fmla="*/ 0 w 3716556"/>
              <a:gd name="connsiteY0" fmla="*/ 866 h 1291828"/>
              <a:gd name="connsiteX1" fmla="*/ 429358 w 3716556"/>
              <a:gd name="connsiteY1" fmla="*/ 378 h 1291828"/>
              <a:gd name="connsiteX2" fmla="*/ 1856007 w 3716556"/>
              <a:gd name="connsiteY2" fmla="*/ 1290423 h 1291828"/>
              <a:gd name="connsiteX3" fmla="*/ 3716556 w 3716556"/>
              <a:gd name="connsiteY3" fmla="*/ 223621 h 1291828"/>
              <a:gd name="connsiteX0" fmla="*/ 0 w 3360956"/>
              <a:gd name="connsiteY0" fmla="*/ 866 h 1290625"/>
              <a:gd name="connsiteX1" fmla="*/ 429358 w 3360956"/>
              <a:gd name="connsiteY1" fmla="*/ 378 h 1290625"/>
              <a:gd name="connsiteX2" fmla="*/ 1856007 w 3360956"/>
              <a:gd name="connsiteY2" fmla="*/ 1290423 h 1290625"/>
              <a:gd name="connsiteX3" fmla="*/ 3360956 w 3360956"/>
              <a:gd name="connsiteY3" fmla="*/ 90271 h 1290625"/>
              <a:gd name="connsiteX0" fmla="*/ 0 w 3375802"/>
              <a:gd name="connsiteY0" fmla="*/ 866 h 1290625"/>
              <a:gd name="connsiteX1" fmla="*/ 429358 w 3375802"/>
              <a:gd name="connsiteY1" fmla="*/ 378 h 1290625"/>
              <a:gd name="connsiteX2" fmla="*/ 1856007 w 3375802"/>
              <a:gd name="connsiteY2" fmla="*/ 1290423 h 1290625"/>
              <a:gd name="connsiteX3" fmla="*/ 3360956 w 3375802"/>
              <a:gd name="connsiteY3" fmla="*/ 90271 h 1290625"/>
              <a:gd name="connsiteX0" fmla="*/ 0 w 3379361"/>
              <a:gd name="connsiteY0" fmla="*/ 866 h 1296731"/>
              <a:gd name="connsiteX1" fmla="*/ 429358 w 3379361"/>
              <a:gd name="connsiteY1" fmla="*/ 378 h 1296731"/>
              <a:gd name="connsiteX2" fmla="*/ 1856007 w 3379361"/>
              <a:gd name="connsiteY2" fmla="*/ 1290423 h 1296731"/>
              <a:gd name="connsiteX3" fmla="*/ 3360956 w 3379361"/>
              <a:gd name="connsiteY3" fmla="*/ 90271 h 1296731"/>
              <a:gd name="connsiteX0" fmla="*/ 0 w 3379361"/>
              <a:gd name="connsiteY0" fmla="*/ 866 h 1294580"/>
              <a:gd name="connsiteX1" fmla="*/ 429358 w 3379361"/>
              <a:gd name="connsiteY1" fmla="*/ 378 h 1294580"/>
              <a:gd name="connsiteX2" fmla="*/ 1856007 w 3379361"/>
              <a:gd name="connsiteY2" fmla="*/ 1290423 h 1294580"/>
              <a:gd name="connsiteX3" fmla="*/ 3360956 w 3379361"/>
              <a:gd name="connsiteY3" fmla="*/ 90271 h 1294580"/>
              <a:gd name="connsiteX0" fmla="*/ 0 w 3379361"/>
              <a:gd name="connsiteY0" fmla="*/ 866 h 1290504"/>
              <a:gd name="connsiteX1" fmla="*/ 429358 w 3379361"/>
              <a:gd name="connsiteY1" fmla="*/ 378 h 1290504"/>
              <a:gd name="connsiteX2" fmla="*/ 1856007 w 3379361"/>
              <a:gd name="connsiteY2" fmla="*/ 1290423 h 1290504"/>
              <a:gd name="connsiteX3" fmla="*/ 3360956 w 3379361"/>
              <a:gd name="connsiteY3" fmla="*/ 90271 h 1290504"/>
              <a:gd name="connsiteX0" fmla="*/ 0 w 3379363"/>
              <a:gd name="connsiteY0" fmla="*/ 866 h 1290504"/>
              <a:gd name="connsiteX1" fmla="*/ 429358 w 3379363"/>
              <a:gd name="connsiteY1" fmla="*/ 378 h 1290504"/>
              <a:gd name="connsiteX2" fmla="*/ 1856007 w 3379363"/>
              <a:gd name="connsiteY2" fmla="*/ 1290423 h 1290504"/>
              <a:gd name="connsiteX3" fmla="*/ 3360956 w 3379363"/>
              <a:gd name="connsiteY3" fmla="*/ 90271 h 1290504"/>
              <a:gd name="connsiteX0" fmla="*/ 0 w 3379147"/>
              <a:gd name="connsiteY0" fmla="*/ 866 h 1379379"/>
              <a:gd name="connsiteX1" fmla="*/ 429358 w 3379147"/>
              <a:gd name="connsiteY1" fmla="*/ 378 h 1379379"/>
              <a:gd name="connsiteX2" fmla="*/ 1843307 w 3379147"/>
              <a:gd name="connsiteY2" fmla="*/ 1379323 h 1379379"/>
              <a:gd name="connsiteX3" fmla="*/ 3360956 w 3379147"/>
              <a:gd name="connsiteY3" fmla="*/ 90271 h 1379379"/>
              <a:gd name="connsiteX0" fmla="*/ 0 w 3383952"/>
              <a:gd name="connsiteY0" fmla="*/ 866 h 1379355"/>
              <a:gd name="connsiteX1" fmla="*/ 429358 w 3383952"/>
              <a:gd name="connsiteY1" fmla="*/ 378 h 1379355"/>
              <a:gd name="connsiteX2" fmla="*/ 1843307 w 3383952"/>
              <a:gd name="connsiteY2" fmla="*/ 1379323 h 1379355"/>
              <a:gd name="connsiteX3" fmla="*/ 3360956 w 3383952"/>
              <a:gd name="connsiteY3" fmla="*/ 90271 h 1379355"/>
              <a:gd name="connsiteX0" fmla="*/ 0 w 3383952"/>
              <a:gd name="connsiteY0" fmla="*/ 866 h 1379384"/>
              <a:gd name="connsiteX1" fmla="*/ 429358 w 3383952"/>
              <a:gd name="connsiteY1" fmla="*/ 378 h 1379384"/>
              <a:gd name="connsiteX2" fmla="*/ 1843307 w 3383952"/>
              <a:gd name="connsiteY2" fmla="*/ 1379323 h 1379384"/>
              <a:gd name="connsiteX3" fmla="*/ 3360956 w 3383952"/>
              <a:gd name="connsiteY3" fmla="*/ 90271 h 1379384"/>
              <a:gd name="connsiteX0" fmla="*/ 0 w 3384464"/>
              <a:gd name="connsiteY0" fmla="*/ 866 h 1468261"/>
              <a:gd name="connsiteX1" fmla="*/ 429358 w 3384464"/>
              <a:gd name="connsiteY1" fmla="*/ 378 h 1468261"/>
              <a:gd name="connsiteX2" fmla="*/ 1862357 w 3384464"/>
              <a:gd name="connsiteY2" fmla="*/ 1468223 h 1468261"/>
              <a:gd name="connsiteX3" fmla="*/ 3360956 w 3384464"/>
              <a:gd name="connsiteY3" fmla="*/ 90271 h 1468261"/>
              <a:gd name="connsiteX0" fmla="*/ 0 w 3387674"/>
              <a:gd name="connsiteY0" fmla="*/ 866 h 1468527"/>
              <a:gd name="connsiteX1" fmla="*/ 429358 w 3387674"/>
              <a:gd name="connsiteY1" fmla="*/ 378 h 1468527"/>
              <a:gd name="connsiteX2" fmla="*/ 1862357 w 3387674"/>
              <a:gd name="connsiteY2" fmla="*/ 1468223 h 1468527"/>
              <a:gd name="connsiteX3" fmla="*/ 3360956 w 3387674"/>
              <a:gd name="connsiteY3" fmla="*/ 90271 h 1468527"/>
              <a:gd name="connsiteX0" fmla="*/ 0 w 3387674"/>
              <a:gd name="connsiteY0" fmla="*/ 866 h 1468483"/>
              <a:gd name="connsiteX1" fmla="*/ 429358 w 3387674"/>
              <a:gd name="connsiteY1" fmla="*/ 378 h 1468483"/>
              <a:gd name="connsiteX2" fmla="*/ 1862357 w 3387674"/>
              <a:gd name="connsiteY2" fmla="*/ 1468223 h 1468483"/>
              <a:gd name="connsiteX3" fmla="*/ 3360956 w 3387674"/>
              <a:gd name="connsiteY3" fmla="*/ 90271 h 146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7674" h="1468483">
                <a:moveTo>
                  <a:pt x="0" y="866"/>
                </a:moveTo>
                <a:cubicBezTo>
                  <a:pt x="268003" y="7053"/>
                  <a:pt x="185209" y="-1890"/>
                  <a:pt x="429358" y="378"/>
                </a:cubicBezTo>
                <a:cubicBezTo>
                  <a:pt x="487924" y="1196626"/>
                  <a:pt x="1462652" y="1478345"/>
                  <a:pt x="1862357" y="1468223"/>
                </a:cubicBezTo>
                <a:cubicBezTo>
                  <a:pt x="2954345" y="1440569"/>
                  <a:pt x="3521029" y="483971"/>
                  <a:pt x="3360956" y="90271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6" name="根轨迹2">
            <a:extLst>
              <a:ext uri="{FF2B5EF4-FFF2-40B4-BE49-F238E27FC236}">
                <a16:creationId xmlns:a16="http://schemas.microsoft.com/office/drawing/2014/main" id="{AE64E99B-998A-868D-82C8-1E2BF6EA703E}"/>
              </a:ext>
            </a:extLst>
          </p:cNvPr>
          <p:cNvSpPr/>
          <p:nvPr/>
        </p:nvSpPr>
        <p:spPr>
          <a:xfrm flipV="1">
            <a:off x="7921072" y="2658522"/>
            <a:ext cx="2955537" cy="150595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3674208"/>
              <a:gd name="connsiteY0" fmla="*/ 2165838 h 2165838"/>
              <a:gd name="connsiteX1" fmla="*/ 3674208 w 3674208"/>
              <a:gd name="connsiteY1" fmla="*/ 0 h 2165838"/>
              <a:gd name="connsiteX0" fmla="*/ 0 w 3369408"/>
              <a:gd name="connsiteY0" fmla="*/ 91215 h 537944"/>
              <a:gd name="connsiteX1" fmla="*/ 3369408 w 3369408"/>
              <a:gd name="connsiteY1" fmla="*/ 147877 h 537944"/>
              <a:gd name="connsiteX0" fmla="*/ 0 w 3620216"/>
              <a:gd name="connsiteY0" fmla="*/ 91215 h 537944"/>
              <a:gd name="connsiteX1" fmla="*/ 3369408 w 3620216"/>
              <a:gd name="connsiteY1" fmla="*/ 147877 h 537944"/>
              <a:gd name="connsiteX2" fmla="*/ 3373657 w 3620216"/>
              <a:gd name="connsiteY2" fmla="*/ 148872 h 537944"/>
              <a:gd name="connsiteX0" fmla="*/ 0 w 3630568"/>
              <a:gd name="connsiteY0" fmla="*/ 91215 h 537944"/>
              <a:gd name="connsiteX1" fmla="*/ 3369408 w 3630568"/>
              <a:gd name="connsiteY1" fmla="*/ 147877 h 537944"/>
              <a:gd name="connsiteX2" fmla="*/ 3411757 w 3630568"/>
              <a:gd name="connsiteY2" fmla="*/ 402872 h 537944"/>
              <a:gd name="connsiteX0" fmla="*/ 0 w 3411757"/>
              <a:gd name="connsiteY0" fmla="*/ 68132 h 1065862"/>
              <a:gd name="connsiteX1" fmla="*/ 1908908 w 3411757"/>
              <a:gd name="connsiteY1" fmla="*/ 759794 h 1065862"/>
              <a:gd name="connsiteX2" fmla="*/ 3411757 w 3411757"/>
              <a:gd name="connsiteY2" fmla="*/ 379789 h 1065862"/>
              <a:gd name="connsiteX0" fmla="*/ 0 w 3386357"/>
              <a:gd name="connsiteY0" fmla="*/ 68132 h 1065862"/>
              <a:gd name="connsiteX1" fmla="*/ 1908908 w 3386357"/>
              <a:gd name="connsiteY1" fmla="*/ 759794 h 1065862"/>
              <a:gd name="connsiteX2" fmla="*/ 3386357 w 3386357"/>
              <a:gd name="connsiteY2" fmla="*/ 132139 h 1065862"/>
              <a:gd name="connsiteX0" fmla="*/ 0 w 3386357"/>
              <a:gd name="connsiteY0" fmla="*/ 118004 h 809773"/>
              <a:gd name="connsiteX1" fmla="*/ 1908908 w 3386357"/>
              <a:gd name="connsiteY1" fmla="*/ 809666 h 809773"/>
              <a:gd name="connsiteX2" fmla="*/ 3386357 w 3386357"/>
              <a:gd name="connsiteY2" fmla="*/ 182011 h 809773"/>
              <a:gd name="connsiteX0" fmla="*/ 0 w 3386357"/>
              <a:gd name="connsiteY0" fmla="*/ 0 h 691769"/>
              <a:gd name="connsiteX1" fmla="*/ 1908908 w 3386357"/>
              <a:gd name="connsiteY1" fmla="*/ 691662 h 691769"/>
              <a:gd name="connsiteX2" fmla="*/ 3386357 w 3386357"/>
              <a:gd name="connsiteY2" fmla="*/ 64007 h 691769"/>
              <a:gd name="connsiteX0" fmla="*/ 0 w 3386357"/>
              <a:gd name="connsiteY0" fmla="*/ 0 h 691769"/>
              <a:gd name="connsiteX1" fmla="*/ 1908908 w 3386357"/>
              <a:gd name="connsiteY1" fmla="*/ 691662 h 691769"/>
              <a:gd name="connsiteX2" fmla="*/ 3386357 w 3386357"/>
              <a:gd name="connsiteY2" fmla="*/ 64007 h 691769"/>
              <a:gd name="connsiteX0" fmla="*/ 184224 w 3570581"/>
              <a:gd name="connsiteY0" fmla="*/ 8631 h 72638"/>
              <a:gd name="connsiteX1" fmla="*/ 613582 w 3570581"/>
              <a:gd name="connsiteY1" fmla="*/ 8143 h 72638"/>
              <a:gd name="connsiteX2" fmla="*/ 3570581 w 3570581"/>
              <a:gd name="connsiteY2" fmla="*/ 72638 h 72638"/>
              <a:gd name="connsiteX0" fmla="*/ 0 w 3386357"/>
              <a:gd name="connsiteY0" fmla="*/ 866 h 64873"/>
              <a:gd name="connsiteX1" fmla="*/ 429358 w 3386357"/>
              <a:gd name="connsiteY1" fmla="*/ 378 h 64873"/>
              <a:gd name="connsiteX2" fmla="*/ 3386357 w 3386357"/>
              <a:gd name="connsiteY2" fmla="*/ 64873 h 64873"/>
              <a:gd name="connsiteX0" fmla="*/ 0 w 3386357"/>
              <a:gd name="connsiteY0" fmla="*/ 866 h 631731"/>
              <a:gd name="connsiteX1" fmla="*/ 429358 w 3386357"/>
              <a:gd name="connsiteY1" fmla="*/ 378 h 631731"/>
              <a:gd name="connsiteX2" fmla="*/ 3386357 w 3386357"/>
              <a:gd name="connsiteY2" fmla="*/ 64873 h 631731"/>
              <a:gd name="connsiteX0" fmla="*/ 0 w 3386357"/>
              <a:gd name="connsiteY0" fmla="*/ 866 h 1277325"/>
              <a:gd name="connsiteX1" fmla="*/ 429358 w 3386357"/>
              <a:gd name="connsiteY1" fmla="*/ 378 h 1277325"/>
              <a:gd name="connsiteX2" fmla="*/ 3386357 w 3386357"/>
              <a:gd name="connsiteY2" fmla="*/ 64873 h 1277325"/>
              <a:gd name="connsiteX0" fmla="*/ 0 w 3386357"/>
              <a:gd name="connsiteY0" fmla="*/ 866 h 1283754"/>
              <a:gd name="connsiteX1" fmla="*/ 429358 w 3386357"/>
              <a:gd name="connsiteY1" fmla="*/ 378 h 1283754"/>
              <a:gd name="connsiteX2" fmla="*/ 3386357 w 3386357"/>
              <a:gd name="connsiteY2" fmla="*/ 64873 h 1283754"/>
              <a:gd name="connsiteX0" fmla="*/ 0 w 3407039"/>
              <a:gd name="connsiteY0" fmla="*/ 866 h 788562"/>
              <a:gd name="connsiteX1" fmla="*/ 429358 w 3407039"/>
              <a:gd name="connsiteY1" fmla="*/ 378 h 788562"/>
              <a:gd name="connsiteX2" fmla="*/ 3386357 w 3407039"/>
              <a:gd name="connsiteY2" fmla="*/ 64873 h 788562"/>
              <a:gd name="connsiteX0" fmla="*/ 0 w 3407039"/>
              <a:gd name="connsiteY0" fmla="*/ 866 h 788562"/>
              <a:gd name="connsiteX1" fmla="*/ 429358 w 3407039"/>
              <a:gd name="connsiteY1" fmla="*/ 378 h 788562"/>
              <a:gd name="connsiteX2" fmla="*/ 3386357 w 3407039"/>
              <a:gd name="connsiteY2" fmla="*/ 64873 h 788562"/>
              <a:gd name="connsiteX0" fmla="*/ 0 w 1843109"/>
              <a:gd name="connsiteY0" fmla="*/ 866 h 1382155"/>
              <a:gd name="connsiteX1" fmla="*/ 429358 w 1843109"/>
              <a:gd name="connsiteY1" fmla="*/ 378 h 1382155"/>
              <a:gd name="connsiteX2" fmla="*/ 1805207 w 1843109"/>
              <a:gd name="connsiteY2" fmla="*/ 1118973 h 1382155"/>
              <a:gd name="connsiteX0" fmla="*/ 0 w 1905317"/>
              <a:gd name="connsiteY0" fmla="*/ 866 h 1382155"/>
              <a:gd name="connsiteX1" fmla="*/ 429358 w 1905317"/>
              <a:gd name="connsiteY1" fmla="*/ 378 h 1382155"/>
              <a:gd name="connsiteX2" fmla="*/ 1805207 w 1905317"/>
              <a:gd name="connsiteY2" fmla="*/ 1118973 h 1382155"/>
              <a:gd name="connsiteX3" fmla="*/ 1798858 w 1905317"/>
              <a:gd name="connsiteY3" fmla="*/ 1106272 h 1382155"/>
              <a:gd name="connsiteX0" fmla="*/ 0 w 3380008"/>
              <a:gd name="connsiteY0" fmla="*/ 866 h 1382155"/>
              <a:gd name="connsiteX1" fmla="*/ 429358 w 3380008"/>
              <a:gd name="connsiteY1" fmla="*/ 378 h 1382155"/>
              <a:gd name="connsiteX2" fmla="*/ 1805207 w 3380008"/>
              <a:gd name="connsiteY2" fmla="*/ 1118973 h 1382155"/>
              <a:gd name="connsiteX3" fmla="*/ 3380008 w 3380008"/>
              <a:gd name="connsiteY3" fmla="*/ 90272 h 1382155"/>
              <a:gd name="connsiteX0" fmla="*/ 0 w 3380008"/>
              <a:gd name="connsiteY0" fmla="*/ 866 h 1138072"/>
              <a:gd name="connsiteX1" fmla="*/ 429358 w 3380008"/>
              <a:gd name="connsiteY1" fmla="*/ 378 h 1138072"/>
              <a:gd name="connsiteX2" fmla="*/ 1805207 w 3380008"/>
              <a:gd name="connsiteY2" fmla="*/ 1118973 h 1138072"/>
              <a:gd name="connsiteX3" fmla="*/ 3380008 w 3380008"/>
              <a:gd name="connsiteY3" fmla="*/ 90272 h 1138072"/>
              <a:gd name="connsiteX0" fmla="*/ 0 w 3380009"/>
              <a:gd name="connsiteY0" fmla="*/ 866 h 1138636"/>
              <a:gd name="connsiteX1" fmla="*/ 429358 w 3380009"/>
              <a:gd name="connsiteY1" fmla="*/ 378 h 1138636"/>
              <a:gd name="connsiteX2" fmla="*/ 1805207 w 3380009"/>
              <a:gd name="connsiteY2" fmla="*/ 1118973 h 1138636"/>
              <a:gd name="connsiteX3" fmla="*/ 3380008 w 3380009"/>
              <a:gd name="connsiteY3" fmla="*/ 90272 h 1138636"/>
              <a:gd name="connsiteX0" fmla="*/ 0 w 3411759"/>
              <a:gd name="connsiteY0" fmla="*/ 866 h 1131208"/>
              <a:gd name="connsiteX1" fmla="*/ 429358 w 3411759"/>
              <a:gd name="connsiteY1" fmla="*/ 378 h 1131208"/>
              <a:gd name="connsiteX2" fmla="*/ 1805207 w 3411759"/>
              <a:gd name="connsiteY2" fmla="*/ 1118973 h 1131208"/>
              <a:gd name="connsiteX3" fmla="*/ 3411758 w 3411759"/>
              <a:gd name="connsiteY3" fmla="*/ 179172 h 1131208"/>
              <a:gd name="connsiteX0" fmla="*/ 0 w 3411759"/>
              <a:gd name="connsiteY0" fmla="*/ 866 h 1131208"/>
              <a:gd name="connsiteX1" fmla="*/ 429358 w 3411759"/>
              <a:gd name="connsiteY1" fmla="*/ 378 h 1131208"/>
              <a:gd name="connsiteX2" fmla="*/ 1805207 w 3411759"/>
              <a:gd name="connsiteY2" fmla="*/ 1118973 h 1131208"/>
              <a:gd name="connsiteX3" fmla="*/ 3411758 w 3411759"/>
              <a:gd name="connsiteY3" fmla="*/ 179172 h 1131208"/>
              <a:gd name="connsiteX0" fmla="*/ 0 w 3411759"/>
              <a:gd name="connsiteY0" fmla="*/ 866 h 1150731"/>
              <a:gd name="connsiteX1" fmla="*/ 429358 w 3411759"/>
              <a:gd name="connsiteY1" fmla="*/ 378 h 1150731"/>
              <a:gd name="connsiteX2" fmla="*/ 1805207 w 3411759"/>
              <a:gd name="connsiteY2" fmla="*/ 1118973 h 1150731"/>
              <a:gd name="connsiteX3" fmla="*/ 3411758 w 3411759"/>
              <a:gd name="connsiteY3" fmla="*/ 179172 h 1150731"/>
              <a:gd name="connsiteX0" fmla="*/ 0 w 3411759"/>
              <a:gd name="connsiteY0" fmla="*/ 866 h 1298019"/>
              <a:gd name="connsiteX1" fmla="*/ 429358 w 3411759"/>
              <a:gd name="connsiteY1" fmla="*/ 378 h 1298019"/>
              <a:gd name="connsiteX2" fmla="*/ 1856007 w 3411759"/>
              <a:gd name="connsiteY2" fmla="*/ 1290423 h 1298019"/>
              <a:gd name="connsiteX3" fmla="*/ 3411758 w 3411759"/>
              <a:gd name="connsiteY3" fmla="*/ 179172 h 1298019"/>
              <a:gd name="connsiteX0" fmla="*/ 0 w 3411758"/>
              <a:gd name="connsiteY0" fmla="*/ 866 h 1295827"/>
              <a:gd name="connsiteX1" fmla="*/ 429358 w 3411758"/>
              <a:gd name="connsiteY1" fmla="*/ 378 h 1295827"/>
              <a:gd name="connsiteX2" fmla="*/ 1856007 w 3411758"/>
              <a:gd name="connsiteY2" fmla="*/ 1290423 h 1295827"/>
              <a:gd name="connsiteX3" fmla="*/ 3411758 w 3411758"/>
              <a:gd name="connsiteY3" fmla="*/ 179172 h 1295827"/>
              <a:gd name="connsiteX0" fmla="*/ 0 w 3411758"/>
              <a:gd name="connsiteY0" fmla="*/ 866 h 1295827"/>
              <a:gd name="connsiteX1" fmla="*/ 429358 w 3411758"/>
              <a:gd name="connsiteY1" fmla="*/ 378 h 1295827"/>
              <a:gd name="connsiteX2" fmla="*/ 1856007 w 3411758"/>
              <a:gd name="connsiteY2" fmla="*/ 1290423 h 1295827"/>
              <a:gd name="connsiteX3" fmla="*/ 3411758 w 3411758"/>
              <a:gd name="connsiteY3" fmla="*/ 179172 h 1295827"/>
              <a:gd name="connsiteX0" fmla="*/ 0 w 3608609"/>
              <a:gd name="connsiteY0" fmla="*/ 866 h 1291461"/>
              <a:gd name="connsiteX1" fmla="*/ 429358 w 3608609"/>
              <a:gd name="connsiteY1" fmla="*/ 378 h 1291461"/>
              <a:gd name="connsiteX2" fmla="*/ 1856007 w 3608609"/>
              <a:gd name="connsiteY2" fmla="*/ 1290423 h 1291461"/>
              <a:gd name="connsiteX3" fmla="*/ 3608608 w 3608609"/>
              <a:gd name="connsiteY3" fmla="*/ 236322 h 1291461"/>
              <a:gd name="connsiteX0" fmla="*/ 0 w 3653059"/>
              <a:gd name="connsiteY0" fmla="*/ 866 h 1293542"/>
              <a:gd name="connsiteX1" fmla="*/ 429358 w 3653059"/>
              <a:gd name="connsiteY1" fmla="*/ 378 h 1293542"/>
              <a:gd name="connsiteX2" fmla="*/ 1856007 w 3653059"/>
              <a:gd name="connsiteY2" fmla="*/ 1290423 h 1293542"/>
              <a:gd name="connsiteX3" fmla="*/ 3653058 w 3653059"/>
              <a:gd name="connsiteY3" fmla="*/ 388722 h 1293542"/>
              <a:gd name="connsiteX0" fmla="*/ 0 w 3653059"/>
              <a:gd name="connsiteY0" fmla="*/ 866 h 1293542"/>
              <a:gd name="connsiteX1" fmla="*/ 429358 w 3653059"/>
              <a:gd name="connsiteY1" fmla="*/ 378 h 1293542"/>
              <a:gd name="connsiteX2" fmla="*/ 1856007 w 3653059"/>
              <a:gd name="connsiteY2" fmla="*/ 1290423 h 1293542"/>
              <a:gd name="connsiteX3" fmla="*/ 3653058 w 3653059"/>
              <a:gd name="connsiteY3" fmla="*/ 388722 h 1293542"/>
              <a:gd name="connsiteX0" fmla="*/ 0 w 3494309"/>
              <a:gd name="connsiteY0" fmla="*/ 866 h 1296832"/>
              <a:gd name="connsiteX1" fmla="*/ 429358 w 3494309"/>
              <a:gd name="connsiteY1" fmla="*/ 378 h 1296832"/>
              <a:gd name="connsiteX2" fmla="*/ 1856007 w 3494309"/>
              <a:gd name="connsiteY2" fmla="*/ 1290423 h 1296832"/>
              <a:gd name="connsiteX3" fmla="*/ 3494308 w 3494309"/>
              <a:gd name="connsiteY3" fmla="*/ 528422 h 1296832"/>
              <a:gd name="connsiteX0" fmla="*/ 0 w 3437159"/>
              <a:gd name="connsiteY0" fmla="*/ 866 h 1291087"/>
              <a:gd name="connsiteX1" fmla="*/ 429358 w 3437159"/>
              <a:gd name="connsiteY1" fmla="*/ 378 h 1291087"/>
              <a:gd name="connsiteX2" fmla="*/ 1856007 w 3437159"/>
              <a:gd name="connsiteY2" fmla="*/ 1290423 h 1291087"/>
              <a:gd name="connsiteX3" fmla="*/ 3437158 w 3437159"/>
              <a:gd name="connsiteY3" fmla="*/ 191872 h 1291087"/>
              <a:gd name="connsiteX0" fmla="*/ 0 w 3552473"/>
              <a:gd name="connsiteY0" fmla="*/ 866 h 1291087"/>
              <a:gd name="connsiteX1" fmla="*/ 429358 w 3552473"/>
              <a:gd name="connsiteY1" fmla="*/ 378 h 1291087"/>
              <a:gd name="connsiteX2" fmla="*/ 1856007 w 3552473"/>
              <a:gd name="connsiteY2" fmla="*/ 1290423 h 1291087"/>
              <a:gd name="connsiteX3" fmla="*/ 3437158 w 3552473"/>
              <a:gd name="connsiteY3" fmla="*/ 191872 h 1291087"/>
              <a:gd name="connsiteX4" fmla="*/ 3430807 w 3552473"/>
              <a:gd name="connsiteY4" fmla="*/ 198222 h 1291087"/>
              <a:gd name="connsiteX0" fmla="*/ 0 w 3792770"/>
              <a:gd name="connsiteY0" fmla="*/ 866 h 1291087"/>
              <a:gd name="connsiteX1" fmla="*/ 429358 w 3792770"/>
              <a:gd name="connsiteY1" fmla="*/ 378 h 1291087"/>
              <a:gd name="connsiteX2" fmla="*/ 1856007 w 3792770"/>
              <a:gd name="connsiteY2" fmla="*/ 1290423 h 1291087"/>
              <a:gd name="connsiteX3" fmla="*/ 3437158 w 3792770"/>
              <a:gd name="connsiteY3" fmla="*/ 191872 h 1291087"/>
              <a:gd name="connsiteX4" fmla="*/ 3792757 w 3792770"/>
              <a:gd name="connsiteY4" fmla="*/ 407772 h 1291087"/>
              <a:gd name="connsiteX0" fmla="*/ 0 w 3976911"/>
              <a:gd name="connsiteY0" fmla="*/ 866 h 1291087"/>
              <a:gd name="connsiteX1" fmla="*/ 429358 w 3976911"/>
              <a:gd name="connsiteY1" fmla="*/ 378 h 1291087"/>
              <a:gd name="connsiteX2" fmla="*/ 1856007 w 3976911"/>
              <a:gd name="connsiteY2" fmla="*/ 1290423 h 1291087"/>
              <a:gd name="connsiteX3" fmla="*/ 3437158 w 3976911"/>
              <a:gd name="connsiteY3" fmla="*/ 191872 h 1291087"/>
              <a:gd name="connsiteX4" fmla="*/ 3976907 w 3976911"/>
              <a:gd name="connsiteY4" fmla="*/ 185522 h 1291087"/>
              <a:gd name="connsiteX0" fmla="*/ 0 w 3976911"/>
              <a:gd name="connsiteY0" fmla="*/ 866 h 1291087"/>
              <a:gd name="connsiteX1" fmla="*/ 429358 w 3976911"/>
              <a:gd name="connsiteY1" fmla="*/ 378 h 1291087"/>
              <a:gd name="connsiteX2" fmla="*/ 1856007 w 3976911"/>
              <a:gd name="connsiteY2" fmla="*/ 1290423 h 1291087"/>
              <a:gd name="connsiteX3" fmla="*/ 3437158 w 3976911"/>
              <a:gd name="connsiteY3" fmla="*/ 191872 h 1291087"/>
              <a:gd name="connsiteX4" fmla="*/ 3976907 w 3976911"/>
              <a:gd name="connsiteY4" fmla="*/ 185522 h 1291087"/>
              <a:gd name="connsiteX0" fmla="*/ 0 w 3437159"/>
              <a:gd name="connsiteY0" fmla="*/ 866 h 1291087"/>
              <a:gd name="connsiteX1" fmla="*/ 429358 w 3437159"/>
              <a:gd name="connsiteY1" fmla="*/ 378 h 1291087"/>
              <a:gd name="connsiteX2" fmla="*/ 1856007 w 3437159"/>
              <a:gd name="connsiteY2" fmla="*/ 1290423 h 1291087"/>
              <a:gd name="connsiteX3" fmla="*/ 3437158 w 3437159"/>
              <a:gd name="connsiteY3" fmla="*/ 191872 h 1291087"/>
              <a:gd name="connsiteX0" fmla="*/ 0 w 3386359"/>
              <a:gd name="connsiteY0" fmla="*/ 866 h 1290523"/>
              <a:gd name="connsiteX1" fmla="*/ 429358 w 3386359"/>
              <a:gd name="connsiteY1" fmla="*/ 378 h 1290523"/>
              <a:gd name="connsiteX2" fmla="*/ 1856007 w 3386359"/>
              <a:gd name="connsiteY2" fmla="*/ 1290423 h 1290523"/>
              <a:gd name="connsiteX3" fmla="*/ 3386358 w 3386359"/>
              <a:gd name="connsiteY3" fmla="*/ 77572 h 1290523"/>
              <a:gd name="connsiteX0" fmla="*/ 0 w 3386359"/>
              <a:gd name="connsiteY0" fmla="*/ 866 h 1290523"/>
              <a:gd name="connsiteX1" fmla="*/ 429358 w 3386359"/>
              <a:gd name="connsiteY1" fmla="*/ 378 h 1290523"/>
              <a:gd name="connsiteX2" fmla="*/ 1856007 w 3386359"/>
              <a:gd name="connsiteY2" fmla="*/ 1290423 h 1290523"/>
              <a:gd name="connsiteX3" fmla="*/ 3386358 w 3386359"/>
              <a:gd name="connsiteY3" fmla="*/ 77572 h 1290523"/>
              <a:gd name="connsiteX0" fmla="*/ 0 w 3513359"/>
              <a:gd name="connsiteY0" fmla="*/ 866 h 1291344"/>
              <a:gd name="connsiteX1" fmla="*/ 429358 w 3513359"/>
              <a:gd name="connsiteY1" fmla="*/ 378 h 1291344"/>
              <a:gd name="connsiteX2" fmla="*/ 1856007 w 3513359"/>
              <a:gd name="connsiteY2" fmla="*/ 1290423 h 1291344"/>
              <a:gd name="connsiteX3" fmla="*/ 3513358 w 3513359"/>
              <a:gd name="connsiteY3" fmla="*/ 223622 h 1291344"/>
              <a:gd name="connsiteX0" fmla="*/ 0 w 3636124"/>
              <a:gd name="connsiteY0" fmla="*/ 866 h 1291344"/>
              <a:gd name="connsiteX1" fmla="*/ 429358 w 3636124"/>
              <a:gd name="connsiteY1" fmla="*/ 378 h 1291344"/>
              <a:gd name="connsiteX2" fmla="*/ 1856007 w 3636124"/>
              <a:gd name="connsiteY2" fmla="*/ 1290423 h 1291344"/>
              <a:gd name="connsiteX3" fmla="*/ 3513358 w 3636124"/>
              <a:gd name="connsiteY3" fmla="*/ 223622 h 1291344"/>
              <a:gd name="connsiteX4" fmla="*/ 3513356 w 3636124"/>
              <a:gd name="connsiteY4" fmla="*/ 223621 h 1291344"/>
              <a:gd name="connsiteX0" fmla="*/ 0 w 3837206"/>
              <a:gd name="connsiteY0" fmla="*/ 866 h 1291344"/>
              <a:gd name="connsiteX1" fmla="*/ 429358 w 3837206"/>
              <a:gd name="connsiteY1" fmla="*/ 378 h 1291344"/>
              <a:gd name="connsiteX2" fmla="*/ 1856007 w 3837206"/>
              <a:gd name="connsiteY2" fmla="*/ 1290423 h 1291344"/>
              <a:gd name="connsiteX3" fmla="*/ 3513358 w 3837206"/>
              <a:gd name="connsiteY3" fmla="*/ 223622 h 1291344"/>
              <a:gd name="connsiteX4" fmla="*/ 3837206 w 3837206"/>
              <a:gd name="connsiteY4" fmla="*/ 185521 h 1291344"/>
              <a:gd name="connsiteX0" fmla="*/ 0 w 3983256"/>
              <a:gd name="connsiteY0" fmla="*/ 866 h 1291344"/>
              <a:gd name="connsiteX1" fmla="*/ 429358 w 3983256"/>
              <a:gd name="connsiteY1" fmla="*/ 378 h 1291344"/>
              <a:gd name="connsiteX2" fmla="*/ 1856007 w 3983256"/>
              <a:gd name="connsiteY2" fmla="*/ 1290423 h 1291344"/>
              <a:gd name="connsiteX3" fmla="*/ 3513358 w 3983256"/>
              <a:gd name="connsiteY3" fmla="*/ 223622 h 1291344"/>
              <a:gd name="connsiteX4" fmla="*/ 3983256 w 3983256"/>
              <a:gd name="connsiteY4" fmla="*/ 528421 h 1291344"/>
              <a:gd name="connsiteX0" fmla="*/ 0 w 3983266"/>
              <a:gd name="connsiteY0" fmla="*/ 866 h 1291344"/>
              <a:gd name="connsiteX1" fmla="*/ 429358 w 3983266"/>
              <a:gd name="connsiteY1" fmla="*/ 378 h 1291344"/>
              <a:gd name="connsiteX2" fmla="*/ 1856007 w 3983266"/>
              <a:gd name="connsiteY2" fmla="*/ 1290423 h 1291344"/>
              <a:gd name="connsiteX3" fmla="*/ 3513358 w 3983266"/>
              <a:gd name="connsiteY3" fmla="*/ 223622 h 1291344"/>
              <a:gd name="connsiteX4" fmla="*/ 3983256 w 3983266"/>
              <a:gd name="connsiteY4" fmla="*/ 528421 h 1291344"/>
              <a:gd name="connsiteX0" fmla="*/ 0 w 3983256"/>
              <a:gd name="connsiteY0" fmla="*/ 866 h 1298132"/>
              <a:gd name="connsiteX1" fmla="*/ 429358 w 3983256"/>
              <a:gd name="connsiteY1" fmla="*/ 378 h 1298132"/>
              <a:gd name="connsiteX2" fmla="*/ 1856007 w 3983256"/>
              <a:gd name="connsiteY2" fmla="*/ 1290423 h 1298132"/>
              <a:gd name="connsiteX3" fmla="*/ 3983256 w 3983256"/>
              <a:gd name="connsiteY3" fmla="*/ 528421 h 1298132"/>
              <a:gd name="connsiteX0" fmla="*/ 0 w 3716556"/>
              <a:gd name="connsiteY0" fmla="*/ 866 h 1291492"/>
              <a:gd name="connsiteX1" fmla="*/ 429358 w 3716556"/>
              <a:gd name="connsiteY1" fmla="*/ 378 h 1291492"/>
              <a:gd name="connsiteX2" fmla="*/ 1856007 w 3716556"/>
              <a:gd name="connsiteY2" fmla="*/ 1290423 h 1291492"/>
              <a:gd name="connsiteX3" fmla="*/ 3716556 w 3716556"/>
              <a:gd name="connsiteY3" fmla="*/ 223621 h 1291492"/>
              <a:gd name="connsiteX0" fmla="*/ 0 w 3716556"/>
              <a:gd name="connsiteY0" fmla="*/ 866 h 1291828"/>
              <a:gd name="connsiteX1" fmla="*/ 429358 w 3716556"/>
              <a:gd name="connsiteY1" fmla="*/ 378 h 1291828"/>
              <a:gd name="connsiteX2" fmla="*/ 1856007 w 3716556"/>
              <a:gd name="connsiteY2" fmla="*/ 1290423 h 1291828"/>
              <a:gd name="connsiteX3" fmla="*/ 3716556 w 3716556"/>
              <a:gd name="connsiteY3" fmla="*/ 223621 h 1291828"/>
              <a:gd name="connsiteX0" fmla="*/ 0 w 3360956"/>
              <a:gd name="connsiteY0" fmla="*/ 866 h 1290625"/>
              <a:gd name="connsiteX1" fmla="*/ 429358 w 3360956"/>
              <a:gd name="connsiteY1" fmla="*/ 378 h 1290625"/>
              <a:gd name="connsiteX2" fmla="*/ 1856007 w 3360956"/>
              <a:gd name="connsiteY2" fmla="*/ 1290423 h 1290625"/>
              <a:gd name="connsiteX3" fmla="*/ 3360956 w 3360956"/>
              <a:gd name="connsiteY3" fmla="*/ 90271 h 1290625"/>
              <a:gd name="connsiteX0" fmla="*/ 0 w 3375802"/>
              <a:gd name="connsiteY0" fmla="*/ 866 h 1290625"/>
              <a:gd name="connsiteX1" fmla="*/ 429358 w 3375802"/>
              <a:gd name="connsiteY1" fmla="*/ 378 h 1290625"/>
              <a:gd name="connsiteX2" fmla="*/ 1856007 w 3375802"/>
              <a:gd name="connsiteY2" fmla="*/ 1290423 h 1290625"/>
              <a:gd name="connsiteX3" fmla="*/ 3360956 w 3375802"/>
              <a:gd name="connsiteY3" fmla="*/ 90271 h 1290625"/>
              <a:gd name="connsiteX0" fmla="*/ 0 w 3379361"/>
              <a:gd name="connsiteY0" fmla="*/ 866 h 1296731"/>
              <a:gd name="connsiteX1" fmla="*/ 429358 w 3379361"/>
              <a:gd name="connsiteY1" fmla="*/ 378 h 1296731"/>
              <a:gd name="connsiteX2" fmla="*/ 1856007 w 3379361"/>
              <a:gd name="connsiteY2" fmla="*/ 1290423 h 1296731"/>
              <a:gd name="connsiteX3" fmla="*/ 3360956 w 3379361"/>
              <a:gd name="connsiteY3" fmla="*/ 90271 h 1296731"/>
              <a:gd name="connsiteX0" fmla="*/ 0 w 3379361"/>
              <a:gd name="connsiteY0" fmla="*/ 866 h 1294580"/>
              <a:gd name="connsiteX1" fmla="*/ 429358 w 3379361"/>
              <a:gd name="connsiteY1" fmla="*/ 378 h 1294580"/>
              <a:gd name="connsiteX2" fmla="*/ 1856007 w 3379361"/>
              <a:gd name="connsiteY2" fmla="*/ 1290423 h 1294580"/>
              <a:gd name="connsiteX3" fmla="*/ 3360956 w 3379361"/>
              <a:gd name="connsiteY3" fmla="*/ 90271 h 1294580"/>
              <a:gd name="connsiteX0" fmla="*/ 0 w 3379361"/>
              <a:gd name="connsiteY0" fmla="*/ 866 h 1290504"/>
              <a:gd name="connsiteX1" fmla="*/ 429358 w 3379361"/>
              <a:gd name="connsiteY1" fmla="*/ 378 h 1290504"/>
              <a:gd name="connsiteX2" fmla="*/ 1856007 w 3379361"/>
              <a:gd name="connsiteY2" fmla="*/ 1290423 h 1290504"/>
              <a:gd name="connsiteX3" fmla="*/ 3360956 w 3379361"/>
              <a:gd name="connsiteY3" fmla="*/ 90271 h 1290504"/>
              <a:gd name="connsiteX0" fmla="*/ 0 w 3379363"/>
              <a:gd name="connsiteY0" fmla="*/ 866 h 1290504"/>
              <a:gd name="connsiteX1" fmla="*/ 429358 w 3379363"/>
              <a:gd name="connsiteY1" fmla="*/ 378 h 1290504"/>
              <a:gd name="connsiteX2" fmla="*/ 1856007 w 3379363"/>
              <a:gd name="connsiteY2" fmla="*/ 1290423 h 1290504"/>
              <a:gd name="connsiteX3" fmla="*/ 3360956 w 3379363"/>
              <a:gd name="connsiteY3" fmla="*/ 90271 h 1290504"/>
              <a:gd name="connsiteX0" fmla="*/ 0 w 3379147"/>
              <a:gd name="connsiteY0" fmla="*/ 866 h 1379379"/>
              <a:gd name="connsiteX1" fmla="*/ 429358 w 3379147"/>
              <a:gd name="connsiteY1" fmla="*/ 378 h 1379379"/>
              <a:gd name="connsiteX2" fmla="*/ 1843307 w 3379147"/>
              <a:gd name="connsiteY2" fmla="*/ 1379323 h 1379379"/>
              <a:gd name="connsiteX3" fmla="*/ 3360956 w 3379147"/>
              <a:gd name="connsiteY3" fmla="*/ 90271 h 1379379"/>
              <a:gd name="connsiteX0" fmla="*/ 0 w 3383952"/>
              <a:gd name="connsiteY0" fmla="*/ 866 h 1379355"/>
              <a:gd name="connsiteX1" fmla="*/ 429358 w 3383952"/>
              <a:gd name="connsiteY1" fmla="*/ 378 h 1379355"/>
              <a:gd name="connsiteX2" fmla="*/ 1843307 w 3383952"/>
              <a:gd name="connsiteY2" fmla="*/ 1379323 h 1379355"/>
              <a:gd name="connsiteX3" fmla="*/ 3360956 w 3383952"/>
              <a:gd name="connsiteY3" fmla="*/ 90271 h 1379355"/>
              <a:gd name="connsiteX0" fmla="*/ 1855414 w 2972416"/>
              <a:gd name="connsiteY0" fmla="*/ 7070 h 1379209"/>
              <a:gd name="connsiteX1" fmla="*/ 17822 w 2972416"/>
              <a:gd name="connsiteY1" fmla="*/ 232 h 1379209"/>
              <a:gd name="connsiteX2" fmla="*/ 1431771 w 2972416"/>
              <a:gd name="connsiteY2" fmla="*/ 1379177 h 1379209"/>
              <a:gd name="connsiteX3" fmla="*/ 2949420 w 2972416"/>
              <a:gd name="connsiteY3" fmla="*/ 90125 h 1379209"/>
              <a:gd name="connsiteX0" fmla="*/ 1837592 w 2954594"/>
              <a:gd name="connsiteY0" fmla="*/ 6838 h 1378977"/>
              <a:gd name="connsiteX1" fmla="*/ 0 w 2954594"/>
              <a:gd name="connsiteY1" fmla="*/ 0 h 1378977"/>
              <a:gd name="connsiteX2" fmla="*/ 1413949 w 2954594"/>
              <a:gd name="connsiteY2" fmla="*/ 1378945 h 1378977"/>
              <a:gd name="connsiteX3" fmla="*/ 2931598 w 2954594"/>
              <a:gd name="connsiteY3" fmla="*/ 89893 h 1378977"/>
              <a:gd name="connsiteX0" fmla="*/ 1837592 w 2966235"/>
              <a:gd name="connsiteY0" fmla="*/ 6838 h 1378963"/>
              <a:gd name="connsiteX1" fmla="*/ 0 w 2966235"/>
              <a:gd name="connsiteY1" fmla="*/ 0 h 1378963"/>
              <a:gd name="connsiteX2" fmla="*/ 1413949 w 2966235"/>
              <a:gd name="connsiteY2" fmla="*/ 1378945 h 1378963"/>
              <a:gd name="connsiteX3" fmla="*/ 2931598 w 2966235"/>
              <a:gd name="connsiteY3" fmla="*/ 89893 h 1378963"/>
              <a:gd name="connsiteX0" fmla="*/ 1837592 w 2973619"/>
              <a:gd name="connsiteY0" fmla="*/ 6838 h 1398012"/>
              <a:gd name="connsiteX1" fmla="*/ 0 w 2973619"/>
              <a:gd name="connsiteY1" fmla="*/ 0 h 1398012"/>
              <a:gd name="connsiteX2" fmla="*/ 1528249 w 2973619"/>
              <a:gd name="connsiteY2" fmla="*/ 1397995 h 1398012"/>
              <a:gd name="connsiteX3" fmla="*/ 2931598 w 2973619"/>
              <a:gd name="connsiteY3" fmla="*/ 89893 h 1398012"/>
              <a:gd name="connsiteX0" fmla="*/ 1837608 w 2973635"/>
              <a:gd name="connsiteY0" fmla="*/ 6838 h 1398029"/>
              <a:gd name="connsiteX1" fmla="*/ 16 w 2973635"/>
              <a:gd name="connsiteY1" fmla="*/ 0 h 1398029"/>
              <a:gd name="connsiteX2" fmla="*/ 1528265 w 2973635"/>
              <a:gd name="connsiteY2" fmla="*/ 1397995 h 1398029"/>
              <a:gd name="connsiteX3" fmla="*/ 2931614 w 2973635"/>
              <a:gd name="connsiteY3" fmla="*/ 89893 h 1398029"/>
              <a:gd name="connsiteX0" fmla="*/ 1837592 w 2973619"/>
              <a:gd name="connsiteY0" fmla="*/ 6838 h 1398016"/>
              <a:gd name="connsiteX1" fmla="*/ 0 w 2973619"/>
              <a:gd name="connsiteY1" fmla="*/ 0 h 1398016"/>
              <a:gd name="connsiteX2" fmla="*/ 1528249 w 2973619"/>
              <a:gd name="connsiteY2" fmla="*/ 1397995 h 1398016"/>
              <a:gd name="connsiteX3" fmla="*/ 2931598 w 2973619"/>
              <a:gd name="connsiteY3" fmla="*/ 89893 h 1398016"/>
              <a:gd name="connsiteX0" fmla="*/ 1837592 w 2973619"/>
              <a:gd name="connsiteY0" fmla="*/ 6838 h 1398135"/>
              <a:gd name="connsiteX1" fmla="*/ 0 w 2973619"/>
              <a:gd name="connsiteY1" fmla="*/ 0 h 1398135"/>
              <a:gd name="connsiteX2" fmla="*/ 1528249 w 2973619"/>
              <a:gd name="connsiteY2" fmla="*/ 1397995 h 1398135"/>
              <a:gd name="connsiteX3" fmla="*/ 2931598 w 2973619"/>
              <a:gd name="connsiteY3" fmla="*/ 89893 h 1398135"/>
              <a:gd name="connsiteX0" fmla="*/ 1837592 w 2973619"/>
              <a:gd name="connsiteY0" fmla="*/ 6838 h 1398048"/>
              <a:gd name="connsiteX1" fmla="*/ 0 w 2973619"/>
              <a:gd name="connsiteY1" fmla="*/ 0 h 1398048"/>
              <a:gd name="connsiteX2" fmla="*/ 1528249 w 2973619"/>
              <a:gd name="connsiteY2" fmla="*/ 1397995 h 1398048"/>
              <a:gd name="connsiteX3" fmla="*/ 2931598 w 2973619"/>
              <a:gd name="connsiteY3" fmla="*/ 89893 h 1398048"/>
              <a:gd name="connsiteX0" fmla="*/ 1837592 w 2973141"/>
              <a:gd name="connsiteY0" fmla="*/ 6838 h 1505970"/>
              <a:gd name="connsiteX1" fmla="*/ 0 w 2973141"/>
              <a:gd name="connsiteY1" fmla="*/ 0 h 1505970"/>
              <a:gd name="connsiteX2" fmla="*/ 1521899 w 2973141"/>
              <a:gd name="connsiteY2" fmla="*/ 1505945 h 1505970"/>
              <a:gd name="connsiteX3" fmla="*/ 2931598 w 2973141"/>
              <a:gd name="connsiteY3" fmla="*/ 89893 h 1505970"/>
              <a:gd name="connsiteX0" fmla="*/ 1837592 w 2955537"/>
              <a:gd name="connsiteY0" fmla="*/ 6838 h 1505957"/>
              <a:gd name="connsiteX1" fmla="*/ 0 w 2955537"/>
              <a:gd name="connsiteY1" fmla="*/ 0 h 1505957"/>
              <a:gd name="connsiteX2" fmla="*/ 1521899 w 2955537"/>
              <a:gd name="connsiteY2" fmla="*/ 1505945 h 1505957"/>
              <a:gd name="connsiteX3" fmla="*/ 2931598 w 2955537"/>
              <a:gd name="connsiteY3" fmla="*/ 89893 h 1505957"/>
              <a:gd name="connsiteX0" fmla="*/ 1405792 w 2955537"/>
              <a:gd name="connsiteY0" fmla="*/ 6838 h 1505957"/>
              <a:gd name="connsiteX1" fmla="*/ 0 w 2955537"/>
              <a:gd name="connsiteY1" fmla="*/ 0 h 1505957"/>
              <a:gd name="connsiteX2" fmla="*/ 1521899 w 2955537"/>
              <a:gd name="connsiteY2" fmla="*/ 1505945 h 1505957"/>
              <a:gd name="connsiteX3" fmla="*/ 2931598 w 2955537"/>
              <a:gd name="connsiteY3" fmla="*/ 89893 h 1505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5537" h="1505957">
                <a:moveTo>
                  <a:pt x="1405792" y="6838"/>
                </a:moveTo>
                <a:lnTo>
                  <a:pt x="0" y="0"/>
                </a:lnTo>
                <a:cubicBezTo>
                  <a:pt x="7766" y="1310548"/>
                  <a:pt x="1122069" y="1504141"/>
                  <a:pt x="1521899" y="1505945"/>
                </a:cubicBezTo>
                <a:cubicBezTo>
                  <a:pt x="2429737" y="1510041"/>
                  <a:pt x="3091671" y="483593"/>
                  <a:pt x="2931598" y="89893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ylabel-1">
                <a:extLst>
                  <a:ext uri="{FF2B5EF4-FFF2-40B4-BE49-F238E27FC236}">
                    <a16:creationId xmlns:a16="http://schemas.microsoft.com/office/drawing/2014/main" id="{CF5DC2DA-07CC-F275-A09B-1F744F959343}"/>
                  </a:ext>
                </a:extLst>
              </p:cNvPr>
              <p:cNvSpPr txBox="1"/>
              <p:nvPr/>
            </p:nvSpPr>
            <p:spPr>
              <a:xfrm>
                <a:off x="10887977" y="3402035"/>
                <a:ext cx="520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126.45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0" name="ylabel-1">
                <a:extLst>
                  <a:ext uri="{FF2B5EF4-FFF2-40B4-BE49-F238E27FC236}">
                    <a16:creationId xmlns:a16="http://schemas.microsoft.com/office/drawing/2014/main" id="{CF5DC2DA-07CC-F275-A09B-1F744F959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977" y="3402035"/>
                <a:ext cx="520701" cy="369332"/>
              </a:xfrm>
              <a:prstGeom prst="rect">
                <a:avLst/>
              </a:prstGeom>
              <a:blipFill>
                <a:blip r:embed="rId7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ylabel-1">
                <a:extLst>
                  <a:ext uri="{FF2B5EF4-FFF2-40B4-BE49-F238E27FC236}">
                    <a16:creationId xmlns:a16="http://schemas.microsoft.com/office/drawing/2014/main" id="{2849B73B-72B7-16B3-BC8B-F3F24E948F23}"/>
                  </a:ext>
                </a:extLst>
              </p:cNvPr>
              <p:cNvSpPr txBox="1"/>
              <p:nvPr/>
            </p:nvSpPr>
            <p:spPr>
              <a:xfrm>
                <a:off x="10843031" y="4553589"/>
                <a:ext cx="520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−126.45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2" name="ylabel-1">
                <a:extLst>
                  <a:ext uri="{FF2B5EF4-FFF2-40B4-BE49-F238E27FC236}">
                    <a16:creationId xmlns:a16="http://schemas.microsoft.com/office/drawing/2014/main" id="{2849B73B-72B7-16B3-BC8B-F3F24E948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3031" y="4553589"/>
                <a:ext cx="520701" cy="369332"/>
              </a:xfrm>
              <a:prstGeom prst="rect">
                <a:avLst/>
              </a:prstGeom>
              <a:blipFill>
                <a:blip r:embed="rId8"/>
                <a:stretch>
                  <a:fillRect r="-97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特征方程">
                <a:extLst>
                  <a:ext uri="{FF2B5EF4-FFF2-40B4-BE49-F238E27FC236}">
                    <a16:creationId xmlns:a16="http://schemas.microsoft.com/office/drawing/2014/main" id="{F3A668D6-7E6E-B9F0-D591-EA5D33A3E491}"/>
                  </a:ext>
                </a:extLst>
              </p:cNvPr>
              <p:cNvSpPr txBox="1"/>
              <p:nvPr/>
            </p:nvSpPr>
            <p:spPr>
              <a:xfrm>
                <a:off x="132010" y="895731"/>
                <a:ext cx="69713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+615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+15990=0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88" name="特征方程">
                <a:extLst>
                  <a:ext uri="{FF2B5EF4-FFF2-40B4-BE49-F238E27FC236}">
                    <a16:creationId xmlns:a16="http://schemas.microsoft.com/office/drawing/2014/main" id="{F3A668D6-7E6E-B9F0-D591-EA5D33A3E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10" y="895731"/>
                <a:ext cx="6971308" cy="523220"/>
              </a:xfrm>
              <a:prstGeom prst="rect">
                <a:avLst/>
              </a:prstGeom>
              <a:blipFill>
                <a:blip r:embed="rId9"/>
                <a:stretch>
                  <a:fillRect l="-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等效开环">
                <a:extLst>
                  <a:ext uri="{FF2B5EF4-FFF2-40B4-BE49-F238E27FC236}">
                    <a16:creationId xmlns:a16="http://schemas.microsoft.com/office/drawing/2014/main" id="{49629E81-2994-6C55-63C4-A970BF407AC2}"/>
                  </a:ext>
                </a:extLst>
              </p:cNvPr>
              <p:cNvSpPr txBox="1"/>
              <p:nvPr/>
            </p:nvSpPr>
            <p:spPr>
              <a:xfrm>
                <a:off x="3255490" y="1583618"/>
                <a:ext cx="5103074" cy="819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615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15990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+27.2)(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+587.7)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70" name="等效开环">
                <a:extLst>
                  <a:ext uri="{FF2B5EF4-FFF2-40B4-BE49-F238E27FC236}">
                    <a16:creationId xmlns:a16="http://schemas.microsoft.com/office/drawing/2014/main" id="{49629E81-2994-6C55-63C4-A970BF407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490" y="1583618"/>
                <a:ext cx="5103074" cy="819776"/>
              </a:xfrm>
              <a:prstGeom prst="rect">
                <a:avLst/>
              </a:prstGeom>
              <a:blipFill>
                <a:blip r:embed="rId10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零点">
            <a:extLst>
              <a:ext uri="{FF2B5EF4-FFF2-40B4-BE49-F238E27FC236}">
                <a16:creationId xmlns:a16="http://schemas.microsoft.com/office/drawing/2014/main" id="{ADD12E9C-B2A7-C3A0-9254-B1225A47DA0A}"/>
              </a:ext>
            </a:extLst>
          </p:cNvPr>
          <p:cNvSpPr/>
          <p:nvPr/>
        </p:nvSpPr>
        <p:spPr>
          <a:xfrm>
            <a:off x="10675931" y="4047739"/>
            <a:ext cx="216000" cy="216000"/>
          </a:xfrm>
          <a:prstGeom prst="donut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极点2坐标">
                <a:extLst>
                  <a:ext uri="{FF2B5EF4-FFF2-40B4-BE49-F238E27FC236}">
                    <a16:creationId xmlns:a16="http://schemas.microsoft.com/office/drawing/2014/main" id="{63ACC0D6-9AC8-A366-8A5C-99DFFC8E1E69}"/>
                  </a:ext>
                </a:extLst>
              </p:cNvPr>
              <p:cNvSpPr txBox="1"/>
              <p:nvPr/>
            </p:nvSpPr>
            <p:spPr>
              <a:xfrm>
                <a:off x="8880891" y="3653315"/>
                <a:ext cx="520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−587.7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6" name="极点2坐标">
                <a:extLst>
                  <a:ext uri="{FF2B5EF4-FFF2-40B4-BE49-F238E27FC236}">
                    <a16:creationId xmlns:a16="http://schemas.microsoft.com/office/drawing/2014/main" id="{63ACC0D6-9AC8-A366-8A5C-99DFFC8E1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891" y="3653315"/>
                <a:ext cx="520701" cy="369332"/>
              </a:xfrm>
              <a:prstGeom prst="rect">
                <a:avLst/>
              </a:prstGeom>
              <a:blipFill>
                <a:blip r:embed="rId11"/>
                <a:stretch>
                  <a:fillRect r="-6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极点2">
            <a:extLst>
              <a:ext uri="{FF2B5EF4-FFF2-40B4-BE49-F238E27FC236}">
                <a16:creationId xmlns:a16="http://schemas.microsoft.com/office/drawing/2014/main" id="{4FADB75A-A995-FF0B-5A68-282644B94BE9}"/>
              </a:ext>
            </a:extLst>
          </p:cNvPr>
          <p:cNvSpPr/>
          <p:nvPr/>
        </p:nvSpPr>
        <p:spPr>
          <a:xfrm>
            <a:off x="9207380" y="4012391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极点1坐标">
                <a:extLst>
                  <a:ext uri="{FF2B5EF4-FFF2-40B4-BE49-F238E27FC236}">
                    <a16:creationId xmlns:a16="http://schemas.microsoft.com/office/drawing/2014/main" id="{D512043B-1C97-573E-6703-0C1D218CAF04}"/>
                  </a:ext>
                </a:extLst>
              </p:cNvPr>
              <p:cNvSpPr txBox="1"/>
              <p:nvPr/>
            </p:nvSpPr>
            <p:spPr>
              <a:xfrm>
                <a:off x="10031692" y="3646173"/>
                <a:ext cx="520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−27.7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5" name="极点1坐标">
                <a:extLst>
                  <a:ext uri="{FF2B5EF4-FFF2-40B4-BE49-F238E27FC236}">
                    <a16:creationId xmlns:a16="http://schemas.microsoft.com/office/drawing/2014/main" id="{D512043B-1C97-573E-6703-0C1D218CA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1692" y="3646173"/>
                <a:ext cx="520701" cy="369332"/>
              </a:xfrm>
              <a:prstGeom prst="rect">
                <a:avLst/>
              </a:prstGeom>
              <a:blipFill>
                <a:blip r:embed="rId12"/>
                <a:stretch>
                  <a:fillRect r="-48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极点1">
            <a:extLst>
              <a:ext uri="{FF2B5EF4-FFF2-40B4-BE49-F238E27FC236}">
                <a16:creationId xmlns:a16="http://schemas.microsoft.com/office/drawing/2014/main" id="{6CFA6884-656D-5419-9E38-D4FC50B9A707}"/>
              </a:ext>
            </a:extLst>
          </p:cNvPr>
          <p:cNvSpPr/>
          <p:nvPr/>
        </p:nvSpPr>
        <p:spPr>
          <a:xfrm>
            <a:off x="10487694" y="4015391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分离点坐标">
                <a:extLst>
                  <a:ext uri="{FF2B5EF4-FFF2-40B4-BE49-F238E27FC236}">
                    <a16:creationId xmlns:a16="http://schemas.microsoft.com/office/drawing/2014/main" id="{926AB5AA-5958-745C-2CDE-B78CCDD47C0A}"/>
                  </a:ext>
                </a:extLst>
              </p:cNvPr>
              <p:cNvSpPr txBox="1"/>
              <p:nvPr/>
            </p:nvSpPr>
            <p:spPr>
              <a:xfrm>
                <a:off x="7854299" y="4145876"/>
                <a:ext cx="520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−1190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7" name="分离点坐标">
                <a:extLst>
                  <a:ext uri="{FF2B5EF4-FFF2-40B4-BE49-F238E27FC236}">
                    <a16:creationId xmlns:a16="http://schemas.microsoft.com/office/drawing/2014/main" id="{926AB5AA-5958-745C-2CDE-B78CCDD47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299" y="4145876"/>
                <a:ext cx="520701" cy="369332"/>
              </a:xfrm>
              <a:prstGeom prst="rect">
                <a:avLst/>
              </a:prstGeom>
              <a:blipFill>
                <a:blip r:embed="rId13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分离点">
            <a:extLst>
              <a:ext uri="{FF2B5EF4-FFF2-40B4-BE49-F238E27FC236}">
                <a16:creationId xmlns:a16="http://schemas.microsoft.com/office/drawing/2014/main" id="{541C979F-A4AE-18F0-6D61-6A5FA2ADB993}"/>
              </a:ext>
            </a:extLst>
          </p:cNvPr>
          <p:cNvSpPr/>
          <p:nvPr/>
        </p:nvSpPr>
        <p:spPr>
          <a:xfrm>
            <a:off x="7835106" y="409436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虚轴交点2">
            <a:extLst>
              <a:ext uri="{FF2B5EF4-FFF2-40B4-BE49-F238E27FC236}">
                <a16:creationId xmlns:a16="http://schemas.microsoft.com/office/drawing/2014/main" id="{38340FB8-1410-E2B8-0852-C5E71A3D26B3}"/>
              </a:ext>
            </a:extLst>
          </p:cNvPr>
          <p:cNvSpPr/>
          <p:nvPr/>
        </p:nvSpPr>
        <p:spPr>
          <a:xfrm>
            <a:off x="10737666" y="3558176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虚轴交点1">
            <a:extLst>
              <a:ext uri="{FF2B5EF4-FFF2-40B4-BE49-F238E27FC236}">
                <a16:creationId xmlns:a16="http://schemas.microsoft.com/office/drawing/2014/main" id="{112A4324-670C-C578-D8AF-56A0CB04F40B}"/>
              </a:ext>
            </a:extLst>
          </p:cNvPr>
          <p:cNvSpPr/>
          <p:nvPr/>
        </p:nvSpPr>
        <p:spPr>
          <a:xfrm>
            <a:off x="10730759" y="4693159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实轴轨迹">
                <a:extLst>
                  <a:ext uri="{FF2B5EF4-FFF2-40B4-BE49-F238E27FC236}">
                    <a16:creationId xmlns:a16="http://schemas.microsoft.com/office/drawing/2014/main" id="{7BFF412D-660C-D9B9-8AA9-76D4EE44383D}"/>
                  </a:ext>
                </a:extLst>
              </p:cNvPr>
              <p:cNvSpPr txBox="1"/>
              <p:nvPr/>
            </p:nvSpPr>
            <p:spPr>
              <a:xfrm>
                <a:off x="3124820" y="3307619"/>
                <a:ext cx="42479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∞,−587.7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∪[−27.2,0]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6" name="实轴轨迹">
                <a:extLst>
                  <a:ext uri="{FF2B5EF4-FFF2-40B4-BE49-F238E27FC236}">
                    <a16:creationId xmlns:a16="http://schemas.microsoft.com/office/drawing/2014/main" id="{7BFF412D-660C-D9B9-8AA9-76D4EE443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820" y="3307619"/>
                <a:ext cx="4247976" cy="523220"/>
              </a:xfrm>
              <a:prstGeom prst="rect">
                <a:avLst/>
              </a:prstGeom>
              <a:blipFill>
                <a:blip r:embed="rId14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渐近线">
                <a:extLst>
                  <a:ext uri="{FF2B5EF4-FFF2-40B4-BE49-F238E27FC236}">
                    <a16:creationId xmlns:a16="http://schemas.microsoft.com/office/drawing/2014/main" id="{E48D4F44-D32A-C8BC-FA5D-7DE7CAB4912E}"/>
                  </a:ext>
                </a:extLst>
              </p:cNvPr>
              <p:cNvSpPr txBox="1"/>
              <p:nvPr/>
            </p:nvSpPr>
            <p:spPr>
              <a:xfrm>
                <a:off x="2926854" y="5885069"/>
                <a:ext cx="29722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=±60°,180°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117" name="渐近线">
                <a:extLst>
                  <a:ext uri="{FF2B5EF4-FFF2-40B4-BE49-F238E27FC236}">
                    <a16:creationId xmlns:a16="http://schemas.microsoft.com/office/drawing/2014/main" id="{E48D4F44-D32A-C8BC-FA5D-7DE7CAB49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854" y="5885069"/>
                <a:ext cx="2972284" cy="523220"/>
              </a:xfrm>
              <a:prstGeom prst="rect">
                <a:avLst/>
              </a:prstGeom>
              <a:blipFill>
                <a:blip r:embed="rId15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分离点公式">
                <a:extLst>
                  <a:ext uri="{FF2B5EF4-FFF2-40B4-BE49-F238E27FC236}">
                    <a16:creationId xmlns:a16="http://schemas.microsoft.com/office/drawing/2014/main" id="{35D5D448-E15E-C948-3514-462C1B11D48C}"/>
                  </a:ext>
                </a:extLst>
              </p:cNvPr>
              <p:cNvSpPr txBox="1"/>
              <p:nvPr/>
            </p:nvSpPr>
            <p:spPr>
              <a:xfrm>
                <a:off x="2983033" y="4140181"/>
                <a:ext cx="46677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=−1190,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=0.000415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8" name="分离点公式">
                <a:extLst>
                  <a:ext uri="{FF2B5EF4-FFF2-40B4-BE49-F238E27FC236}">
                    <a16:creationId xmlns:a16="http://schemas.microsoft.com/office/drawing/2014/main" id="{35D5D448-E15E-C948-3514-462C1B11D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033" y="4140181"/>
                <a:ext cx="4667737" cy="523220"/>
              </a:xfrm>
              <a:prstGeom prst="rect">
                <a:avLst/>
              </a:prstGeom>
              <a:blipFill>
                <a:blip r:embed="rId16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出射角">
                <a:extLst>
                  <a:ext uri="{FF2B5EF4-FFF2-40B4-BE49-F238E27FC236}">
                    <a16:creationId xmlns:a16="http://schemas.microsoft.com/office/drawing/2014/main" id="{DC194CDE-CEB0-BDA2-3484-E43BB113C521}"/>
                  </a:ext>
                </a:extLst>
              </p:cNvPr>
              <p:cNvSpPr txBox="1"/>
              <p:nvPr/>
            </p:nvSpPr>
            <p:spPr>
              <a:xfrm>
                <a:off x="2767062" y="4948464"/>
                <a:ext cx="47547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=126.45,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=0.0358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1" name="出射角">
                <a:extLst>
                  <a:ext uri="{FF2B5EF4-FFF2-40B4-BE49-F238E27FC236}">
                    <a16:creationId xmlns:a16="http://schemas.microsoft.com/office/drawing/2014/main" id="{DC194CDE-CEB0-BDA2-3484-E43BB113C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2" y="4948464"/>
                <a:ext cx="4754725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步骤1">
            <a:extLst>
              <a:ext uri="{FF2B5EF4-FFF2-40B4-BE49-F238E27FC236}">
                <a16:creationId xmlns:a16="http://schemas.microsoft.com/office/drawing/2014/main" id="{CCE35F39-9CE2-BAA6-25A8-9D2950175F9F}"/>
              </a:ext>
            </a:extLst>
          </p:cNvPr>
          <p:cNvGrpSpPr/>
          <p:nvPr/>
        </p:nvGrpSpPr>
        <p:grpSpPr>
          <a:xfrm>
            <a:off x="314498" y="1617265"/>
            <a:ext cx="2682119" cy="725177"/>
            <a:chOff x="4943078" y="1700704"/>
            <a:chExt cx="2682119" cy="725177"/>
          </a:xfrm>
        </p:grpSpPr>
        <p:sp>
          <p:nvSpPr>
            <p:cNvPr id="64" name="标题">
              <a:extLst>
                <a:ext uri="{FF2B5EF4-FFF2-40B4-BE49-F238E27FC236}">
                  <a16:creationId xmlns:a16="http://schemas.microsoft.com/office/drawing/2014/main" id="{BBD9650D-6BF1-0803-2DCC-8E1464992B61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等效开环</a:t>
              </a:r>
            </a:p>
          </p:txBody>
        </p:sp>
        <p:sp>
          <p:nvSpPr>
            <p:cNvPr id="69" name="序号">
              <a:extLst>
                <a:ext uri="{FF2B5EF4-FFF2-40B4-BE49-F238E27FC236}">
                  <a16:creationId xmlns:a16="http://schemas.microsoft.com/office/drawing/2014/main" id="{F39CBA85-2F61-3DD7-6FC0-B9904442913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90" name="步骤2">
            <a:extLst>
              <a:ext uri="{FF2B5EF4-FFF2-40B4-BE49-F238E27FC236}">
                <a16:creationId xmlns:a16="http://schemas.microsoft.com/office/drawing/2014/main" id="{18176D23-BE44-7ECB-39FB-C0289CA9D09B}"/>
              </a:ext>
            </a:extLst>
          </p:cNvPr>
          <p:cNvGrpSpPr/>
          <p:nvPr/>
        </p:nvGrpSpPr>
        <p:grpSpPr>
          <a:xfrm>
            <a:off x="327212" y="3212976"/>
            <a:ext cx="2682119" cy="725177"/>
            <a:chOff x="4943078" y="1700704"/>
            <a:chExt cx="2682119" cy="725177"/>
          </a:xfrm>
        </p:grpSpPr>
        <p:sp>
          <p:nvSpPr>
            <p:cNvPr id="91" name="标题">
              <a:extLst>
                <a:ext uri="{FF2B5EF4-FFF2-40B4-BE49-F238E27FC236}">
                  <a16:creationId xmlns:a16="http://schemas.microsoft.com/office/drawing/2014/main" id="{45AA9AA2-E457-4233-7707-A7EC6D8EA7BE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实轴轨迹</a:t>
              </a:r>
            </a:p>
          </p:txBody>
        </p:sp>
        <p:sp>
          <p:nvSpPr>
            <p:cNvPr id="104" name="序号">
              <a:extLst>
                <a:ext uri="{FF2B5EF4-FFF2-40B4-BE49-F238E27FC236}">
                  <a16:creationId xmlns:a16="http://schemas.microsoft.com/office/drawing/2014/main" id="{07E4D8E2-815F-333E-8919-E71CBB84814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9" name="步骤3">
            <a:extLst>
              <a:ext uri="{FF2B5EF4-FFF2-40B4-BE49-F238E27FC236}">
                <a16:creationId xmlns:a16="http://schemas.microsoft.com/office/drawing/2014/main" id="{EBDBA58A-8CC5-721B-3779-2B5C8C003A42}"/>
              </a:ext>
            </a:extLst>
          </p:cNvPr>
          <p:cNvGrpSpPr/>
          <p:nvPr/>
        </p:nvGrpSpPr>
        <p:grpSpPr>
          <a:xfrm>
            <a:off x="321366" y="4058013"/>
            <a:ext cx="2682119" cy="725177"/>
            <a:chOff x="4943078" y="1700704"/>
            <a:chExt cx="2682119" cy="725177"/>
          </a:xfrm>
        </p:grpSpPr>
        <p:sp>
          <p:nvSpPr>
            <p:cNvPr id="110" name="标题">
              <a:extLst>
                <a:ext uri="{FF2B5EF4-FFF2-40B4-BE49-F238E27FC236}">
                  <a16:creationId xmlns:a16="http://schemas.microsoft.com/office/drawing/2014/main" id="{BF266B6B-9A88-2C19-B01C-771AA83C04EA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分离点</a:t>
              </a:r>
            </a:p>
          </p:txBody>
        </p:sp>
        <p:sp>
          <p:nvSpPr>
            <p:cNvPr id="111" name="序号">
              <a:extLst>
                <a:ext uri="{FF2B5EF4-FFF2-40B4-BE49-F238E27FC236}">
                  <a16:creationId xmlns:a16="http://schemas.microsoft.com/office/drawing/2014/main" id="{CE2A8C64-6D02-3C7E-AF11-654E5AABCAB7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2" name="步骤4">
            <a:extLst>
              <a:ext uri="{FF2B5EF4-FFF2-40B4-BE49-F238E27FC236}">
                <a16:creationId xmlns:a16="http://schemas.microsoft.com/office/drawing/2014/main" id="{0566F375-9096-C984-E9A2-A281CEC5CF7B}"/>
              </a:ext>
            </a:extLst>
          </p:cNvPr>
          <p:cNvGrpSpPr/>
          <p:nvPr/>
        </p:nvGrpSpPr>
        <p:grpSpPr>
          <a:xfrm>
            <a:off x="314498" y="4900732"/>
            <a:ext cx="2682105" cy="725177"/>
            <a:chOff x="4943078" y="1700704"/>
            <a:chExt cx="2682105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2A7F04A4-0936-11A9-4123-CDF0E61AAAB2}"/>
                </a:ext>
              </a:extLst>
            </p:cNvPr>
            <p:cNvSpPr/>
            <p:nvPr/>
          </p:nvSpPr>
          <p:spPr bwMode="auto">
            <a:xfrm>
              <a:off x="5375126" y="1769619"/>
              <a:ext cx="225005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虚轴交点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0224D569-9577-63D3-10BE-F3F62BDD46C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5" name="步骤5">
            <a:extLst>
              <a:ext uri="{FF2B5EF4-FFF2-40B4-BE49-F238E27FC236}">
                <a16:creationId xmlns:a16="http://schemas.microsoft.com/office/drawing/2014/main" id="{78DF53FF-16D8-C388-6F78-7F143B1D18EA}"/>
              </a:ext>
            </a:extLst>
          </p:cNvPr>
          <p:cNvGrpSpPr/>
          <p:nvPr/>
        </p:nvGrpSpPr>
        <p:grpSpPr>
          <a:xfrm>
            <a:off x="300914" y="5816154"/>
            <a:ext cx="2682119" cy="725177"/>
            <a:chOff x="4943078" y="1700704"/>
            <a:chExt cx="2682119" cy="725177"/>
          </a:xfrm>
        </p:grpSpPr>
        <p:sp>
          <p:nvSpPr>
            <p:cNvPr id="107" name="标题">
              <a:extLst>
                <a:ext uri="{FF2B5EF4-FFF2-40B4-BE49-F238E27FC236}">
                  <a16:creationId xmlns:a16="http://schemas.microsoft.com/office/drawing/2014/main" id="{5AFDA47B-D458-3232-EC86-BB1A333FA699}"/>
                </a:ext>
              </a:extLst>
            </p:cNvPr>
            <p:cNvSpPr/>
            <p:nvPr/>
          </p:nvSpPr>
          <p:spPr bwMode="auto">
            <a:xfrm>
              <a:off x="5375127" y="1769619"/>
              <a:ext cx="2250070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入射角</a:t>
              </a:r>
            </a:p>
          </p:txBody>
        </p:sp>
        <p:sp>
          <p:nvSpPr>
            <p:cNvPr id="108" name="序号">
              <a:extLst>
                <a:ext uri="{FF2B5EF4-FFF2-40B4-BE49-F238E27FC236}">
                  <a16:creationId xmlns:a16="http://schemas.microsoft.com/office/drawing/2014/main" id="{E667A16C-1A8D-C7EE-A65E-6922B11C89A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mark">
                <a:extLst>
                  <a:ext uri="{FF2B5EF4-FFF2-40B4-BE49-F238E27FC236}">
                    <a16:creationId xmlns:a16="http://schemas.microsoft.com/office/drawing/2014/main" id="{ECE7DD37-DCC2-3373-B8CA-99B16719040F}"/>
                  </a:ext>
                </a:extLst>
              </p:cNvPr>
              <p:cNvSpPr txBox="1"/>
              <p:nvPr/>
            </p:nvSpPr>
            <p:spPr>
              <a:xfrm>
                <a:off x="382335" y="2339131"/>
                <a:ext cx="662625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变换后可能出现 </a:t>
                </a:r>
                <a14:m>
                  <m:oMath xmlns:m="http://schemas.openxmlformats.org/officeDocument/2006/math"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𝑛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′&lt;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𝑚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′</m:t>
                    </m:r>
                  </m:oMath>
                </a14:m>
                <a:r>
                  <a:rPr kumimoji="1" lang="zh-CN" altLang="e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产生 </a:t>
                </a:r>
                <a14:m>
                  <m:oMath xmlns:m="http://schemas.openxmlformats.org/officeDocument/2006/math"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𝑚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′−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𝑛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′ 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条来自于</a:t>
                </a:r>
                <a:r>
                  <a:rPr kumimoji="1" lang="zh-CN" altLang="en-US" sz="2800" dirty="0">
                    <a:solidFill>
                      <a:srgbClr val="E448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无穷远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极点的根轨迹。</a:t>
                </a:r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7" name="remark">
                <a:extLst>
                  <a:ext uri="{FF2B5EF4-FFF2-40B4-BE49-F238E27FC236}">
                    <a16:creationId xmlns:a16="http://schemas.microsoft.com/office/drawing/2014/main" id="{ECE7DD37-DCC2-3373-B8CA-99B167190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35" y="2339131"/>
                <a:ext cx="6626250" cy="954107"/>
              </a:xfrm>
              <a:prstGeom prst="rect">
                <a:avLst/>
              </a:prstGeom>
              <a:blipFill>
                <a:blip r:embed="rId18"/>
                <a:stretch>
                  <a:fillRect l="-1916" t="-6579"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方框图">
            <a:extLst>
              <a:ext uri="{FF2B5EF4-FFF2-40B4-BE49-F238E27FC236}">
                <a16:creationId xmlns:a16="http://schemas.microsoft.com/office/drawing/2014/main" id="{FA6CE6E9-8EC9-4C50-7D8B-7739EC4E3505}"/>
              </a:ext>
            </a:extLst>
          </p:cNvPr>
          <p:cNvGrpSpPr/>
          <p:nvPr/>
        </p:nvGrpSpPr>
        <p:grpSpPr>
          <a:xfrm>
            <a:off x="7861920" y="235434"/>
            <a:ext cx="3965544" cy="954732"/>
            <a:chOff x="7824228" y="114910"/>
            <a:chExt cx="3965544" cy="95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G">
                  <a:extLst>
                    <a:ext uri="{FF2B5EF4-FFF2-40B4-BE49-F238E27FC236}">
                      <a16:creationId xmlns:a16="http://schemas.microsoft.com/office/drawing/2014/main" id="{B3604898-1F72-383A-1B16-E9816386E927}"/>
                    </a:ext>
                  </a:extLst>
                </p:cNvPr>
                <p:cNvSpPr/>
                <p:nvPr/>
              </p:nvSpPr>
              <p:spPr>
                <a:xfrm>
                  <a:off x="9664021" y="268955"/>
                  <a:ext cx="130881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615(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+26)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6" name="G">
                  <a:extLst>
                    <a:ext uri="{FF2B5EF4-FFF2-40B4-BE49-F238E27FC236}">
                      <a16:creationId xmlns:a16="http://schemas.microsoft.com/office/drawing/2014/main" id="{B3604898-1F72-383A-1B16-E9816386E9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4021" y="268955"/>
                  <a:ext cx="1308816" cy="720000"/>
                </a:xfrm>
                <a:prstGeom prst="rect">
                  <a:avLst/>
                </a:prstGeom>
                <a:blipFill>
                  <a:blip r:embed="rId19"/>
                  <a:stretch>
                    <a:fillRect l="-4717" r="-8491" b="-833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R连接">
              <a:extLst>
                <a:ext uri="{FF2B5EF4-FFF2-40B4-BE49-F238E27FC236}">
                  <a16:creationId xmlns:a16="http://schemas.microsoft.com/office/drawing/2014/main" id="{CDE22EE2-C157-75DE-967D-9F8E36E8EC7A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7993060" y="638130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">
                  <a:extLst>
                    <a:ext uri="{FF2B5EF4-FFF2-40B4-BE49-F238E27FC236}">
                      <a16:creationId xmlns:a16="http://schemas.microsoft.com/office/drawing/2014/main" id="{6F81E302-25B7-B0C6-9667-2A6873C88265}"/>
                    </a:ext>
                  </a:extLst>
                </p:cNvPr>
                <p:cNvSpPr txBox="1"/>
                <p:nvPr/>
              </p:nvSpPr>
              <p:spPr>
                <a:xfrm>
                  <a:off x="7824228" y="11491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">
                  <a:extLst>
                    <a:ext uri="{FF2B5EF4-FFF2-40B4-BE49-F238E27FC236}">
                      <a16:creationId xmlns:a16="http://schemas.microsoft.com/office/drawing/2014/main" id="{484A9A53-9848-B4E2-0637-DE523ADF1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228" y="114910"/>
                  <a:ext cx="93610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输出">
              <a:extLst>
                <a:ext uri="{FF2B5EF4-FFF2-40B4-BE49-F238E27FC236}">
                  <a16:creationId xmlns:a16="http://schemas.microsoft.com/office/drawing/2014/main" id="{1D96F1C1-74BC-439F-8751-8F0F289464F4}"/>
                </a:ext>
              </a:extLst>
            </p:cNvPr>
            <p:cNvCxnSpPr>
              <a:cxnSpLocks/>
              <a:stCxn id="76" idx="3"/>
            </p:cNvCxnSpPr>
            <p:nvPr/>
          </p:nvCxnSpPr>
          <p:spPr>
            <a:xfrm flipV="1">
              <a:off x="10972837" y="628954"/>
              <a:ext cx="776395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C">
                  <a:extLst>
                    <a:ext uri="{FF2B5EF4-FFF2-40B4-BE49-F238E27FC236}">
                      <a16:creationId xmlns:a16="http://schemas.microsoft.com/office/drawing/2014/main" id="{3EAF87BB-77E8-A684-2293-152DA696300C}"/>
                    </a:ext>
                  </a:extLst>
                </p:cNvPr>
                <p:cNvSpPr txBox="1"/>
                <p:nvPr/>
              </p:nvSpPr>
              <p:spPr>
                <a:xfrm>
                  <a:off x="10853668" y="11491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C">
                  <a:extLst>
                    <a:ext uri="{FF2B5EF4-FFF2-40B4-BE49-F238E27FC236}">
                      <a16:creationId xmlns:a16="http://schemas.microsoft.com/office/drawing/2014/main" id="{F4CE3E11-0B61-D764-9285-8359702C9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3668" y="114910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sum">
              <a:extLst>
                <a:ext uri="{FF2B5EF4-FFF2-40B4-BE49-F238E27FC236}">
                  <a16:creationId xmlns:a16="http://schemas.microsoft.com/office/drawing/2014/main" id="{6A5C8986-7E6F-1829-D871-0C3E370EB009}"/>
                </a:ext>
              </a:extLst>
            </p:cNvPr>
            <p:cNvSpPr/>
            <p:nvPr/>
          </p:nvSpPr>
          <p:spPr>
            <a:xfrm>
              <a:off x="8591501" y="49413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负号">
                  <a:extLst>
                    <a:ext uri="{FF2B5EF4-FFF2-40B4-BE49-F238E27FC236}">
                      <a16:creationId xmlns:a16="http://schemas.microsoft.com/office/drawing/2014/main" id="{69B0E142-7D77-2F70-79A4-B8AF15A8609F}"/>
                    </a:ext>
                  </a:extLst>
                </p:cNvPr>
                <p:cNvSpPr txBox="1"/>
                <p:nvPr/>
              </p:nvSpPr>
              <p:spPr>
                <a:xfrm>
                  <a:off x="8320872" y="546422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9" name="负号">
                  <a:extLst>
                    <a:ext uri="{FF2B5EF4-FFF2-40B4-BE49-F238E27FC236}">
                      <a16:creationId xmlns:a16="http://schemas.microsoft.com/office/drawing/2014/main" id="{34220324-FD7B-5A89-5902-88E2D6837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0872" y="546422"/>
                  <a:ext cx="244144" cy="523220"/>
                </a:xfrm>
                <a:prstGeom prst="rect">
                  <a:avLst/>
                </a:prstGeom>
                <a:blipFill>
                  <a:blip r:embed="rId22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C连接">
              <a:extLst>
                <a:ext uri="{FF2B5EF4-FFF2-40B4-BE49-F238E27FC236}">
                  <a16:creationId xmlns:a16="http://schemas.microsoft.com/office/drawing/2014/main" id="{C6AF1571-AC9B-6F61-1236-978528C2908D}"/>
                </a:ext>
              </a:extLst>
            </p:cNvPr>
            <p:cNvCxnSpPr>
              <a:cxnSpLocks/>
              <a:stCxn id="80" idx="2"/>
              <a:endCxn id="81" idx="4"/>
            </p:cNvCxnSpPr>
            <p:nvPr/>
          </p:nvCxnSpPr>
          <p:spPr>
            <a:xfrm rot="5400000">
              <a:off x="9956611" y="-582979"/>
              <a:ext cx="144000" cy="2586219"/>
            </a:xfrm>
            <a:prstGeom prst="bentConnector3">
              <a:avLst>
                <a:gd name="adj1" fmla="val 47482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连接">
              <a:extLst>
                <a:ext uri="{FF2B5EF4-FFF2-40B4-BE49-F238E27FC236}">
                  <a16:creationId xmlns:a16="http://schemas.microsoft.com/office/drawing/2014/main" id="{7299B60E-DEC5-577B-512F-354C0B232E2F}"/>
                </a:ext>
              </a:extLst>
            </p:cNvPr>
            <p:cNvCxnSpPr>
              <a:cxnSpLocks/>
              <a:stCxn id="81" idx="6"/>
              <a:endCxn id="76" idx="1"/>
            </p:cNvCxnSpPr>
            <p:nvPr/>
          </p:nvCxnSpPr>
          <p:spPr>
            <a:xfrm flipV="1">
              <a:off x="8879501" y="628955"/>
              <a:ext cx="784520" cy="917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E">
                  <a:extLst>
                    <a:ext uri="{FF2B5EF4-FFF2-40B4-BE49-F238E27FC236}">
                      <a16:creationId xmlns:a16="http://schemas.microsoft.com/office/drawing/2014/main" id="{9EA68406-1569-E574-355A-A63767EF0027}"/>
                    </a:ext>
                  </a:extLst>
                </p:cNvPr>
                <p:cNvSpPr txBox="1"/>
                <p:nvPr/>
              </p:nvSpPr>
              <p:spPr>
                <a:xfrm>
                  <a:off x="8792602" y="12077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E">
                  <a:extLst>
                    <a:ext uri="{FF2B5EF4-FFF2-40B4-BE49-F238E27FC236}">
                      <a16:creationId xmlns:a16="http://schemas.microsoft.com/office/drawing/2014/main" id="{039B191C-386D-D838-5ADE-3F94096C9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2602" y="120777"/>
                  <a:ext cx="936104" cy="523220"/>
                </a:xfrm>
                <a:prstGeom prst="rect">
                  <a:avLst/>
                </a:prstGeom>
                <a:blipFill>
                  <a:blip r:embed="rId23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614452" y="332656"/>
                <a:ext cx="4261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参数根轨迹：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𝑻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→∞</m:t>
                    </m:r>
                  </m:oMath>
                </a14:m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52" y="332656"/>
                <a:ext cx="4261118" cy="523220"/>
              </a:xfrm>
              <a:prstGeom prst="rect">
                <a:avLst/>
              </a:prstGeom>
              <a:blipFill>
                <a:blip r:embed="rId24"/>
                <a:stretch>
                  <a:fillRect l="-2976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996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 tmFilter="0, 0; .2, .5; .8, .5; 1, 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250" autoRev="1" fill="hold"/>
                                        <p:tgtEl>
                                          <p:spTgt spid="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 tmFilter="0, 0; .2, .5; .8, .5; 1, 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" dur="250" autoRev="1" fill="hold"/>
                                        <p:tgtEl>
                                          <p:spTgt spid="1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86" grpId="0" animBg="1"/>
      <p:bldP spid="120" grpId="0"/>
      <p:bldP spid="122" grpId="0"/>
      <p:bldP spid="88" grpId="0"/>
      <p:bldP spid="70" grpId="0"/>
      <p:bldP spid="68" grpId="0" animBg="1"/>
      <p:bldP spid="68" grpId="1" animBg="1"/>
      <p:bldP spid="106" grpId="0"/>
      <p:bldP spid="95" grpId="0" animBg="1"/>
      <p:bldP spid="95" grpId="1" animBg="1"/>
      <p:bldP spid="115" grpId="0"/>
      <p:bldP spid="97" grpId="0" animBg="1"/>
      <p:bldP spid="97" grpId="1" animBg="1"/>
      <p:bldP spid="87" grpId="0"/>
      <p:bldP spid="74" grpId="0" animBg="1"/>
      <p:bldP spid="74" grpId="1" animBg="1"/>
      <p:bldP spid="101" grpId="0" animBg="1"/>
      <p:bldP spid="101" grpId="1" animBg="1"/>
      <p:bldP spid="102" grpId="0" animBg="1"/>
      <p:bldP spid="102" grpId="1" animBg="1"/>
      <p:bldP spid="116" grpId="0"/>
      <p:bldP spid="117" grpId="0"/>
      <p:bldP spid="118" grpId="0"/>
      <p:bldP spid="121" grpId="0"/>
      <p:bldP spid="67" grpId="0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 hidden="1">
            <a:extLst>
              <a:ext uri="{FF2B5EF4-FFF2-40B4-BE49-F238E27FC236}">
                <a16:creationId xmlns:a16="http://schemas.microsoft.com/office/drawing/2014/main" id="{E72E005C-0CBD-3C08-8E00-B86E1B10BE8D}"/>
              </a:ext>
            </a:extLst>
          </p:cNvPr>
          <p:cNvSpPr/>
          <p:nvPr/>
        </p:nvSpPr>
        <p:spPr>
          <a:xfrm>
            <a:off x="7903659" y="2653372"/>
            <a:ext cx="2973618" cy="297361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8" name="坐标轴">
            <a:extLst>
              <a:ext uri="{FF2B5EF4-FFF2-40B4-BE49-F238E27FC236}">
                <a16:creationId xmlns:a16="http://schemas.microsoft.com/office/drawing/2014/main" id="{49FD37FA-EC2D-9E73-D7A8-5837E967C09B}"/>
              </a:ext>
            </a:extLst>
          </p:cNvPr>
          <p:cNvGrpSpPr/>
          <p:nvPr/>
        </p:nvGrpSpPr>
        <p:grpSpPr>
          <a:xfrm>
            <a:off x="2681402" y="1678087"/>
            <a:ext cx="2588940" cy="4741714"/>
            <a:chOff x="9111602" y="1678087"/>
            <a:chExt cx="2588940" cy="4741714"/>
          </a:xfrm>
        </p:grpSpPr>
        <p:grpSp>
          <p:nvGrpSpPr>
            <p:cNvPr id="39" name="虚轴">
              <a:extLst>
                <a:ext uri="{FF2B5EF4-FFF2-40B4-BE49-F238E27FC236}">
                  <a16:creationId xmlns:a16="http://schemas.microsoft.com/office/drawing/2014/main" id="{6F39C1F4-F4BC-4E29-BFA6-8215F5565DBF}"/>
                </a:ext>
              </a:extLst>
            </p:cNvPr>
            <p:cNvGrpSpPr/>
            <p:nvPr/>
          </p:nvGrpSpPr>
          <p:grpSpPr>
            <a:xfrm>
              <a:off x="10792135" y="1678087"/>
              <a:ext cx="671269" cy="4741714"/>
              <a:chOff x="10792135" y="1678087"/>
              <a:chExt cx="671269" cy="47417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labelj">
                    <a:extLst>
                      <a:ext uri="{FF2B5EF4-FFF2-40B4-BE49-F238E27FC236}">
                        <a16:creationId xmlns:a16="http://schemas.microsoft.com/office/drawing/2014/main" id="{E09D08AB-986E-E2D2-1DED-1C41C0567110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0" name="labelj">
                    <a:extLst>
                      <a:ext uri="{FF2B5EF4-FFF2-40B4-BE49-F238E27FC236}">
                        <a16:creationId xmlns:a16="http://schemas.microsoft.com/office/drawing/2014/main" id="{E09D08AB-986E-E2D2-1DED-1C41C05671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143" r="-1904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ylabel2">
                    <a:extLst>
                      <a:ext uri="{FF2B5EF4-FFF2-40B4-BE49-F238E27FC236}">
                        <a16:creationId xmlns:a16="http://schemas.microsoft.com/office/drawing/2014/main" id="{F6681086-62E9-45A4-B6AE-039BC774C3BD}"/>
                      </a:ext>
                    </a:extLst>
                  </p:cNvPr>
                  <p:cNvSpPr txBox="1"/>
                  <p:nvPr/>
                </p:nvSpPr>
                <p:spPr>
                  <a:xfrm>
                    <a:off x="10975868" y="2523609"/>
                    <a:ext cx="32218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600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51" name="ylabel2">
                    <a:extLst>
                      <a:ext uri="{FF2B5EF4-FFF2-40B4-BE49-F238E27FC236}">
                        <a16:creationId xmlns:a16="http://schemas.microsoft.com/office/drawing/2014/main" id="{F6681086-62E9-45A4-B6AE-039BC774C3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75868" y="2523609"/>
                    <a:ext cx="322182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6923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2" name="ytick2">
                <a:extLst>
                  <a:ext uri="{FF2B5EF4-FFF2-40B4-BE49-F238E27FC236}">
                    <a16:creationId xmlns:a16="http://schemas.microsoft.com/office/drawing/2014/main" id="{89450A59-1D2D-6BB4-7281-7A77335DEF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4468" y="2713985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ylabel-2">
                    <a:extLst>
                      <a:ext uri="{FF2B5EF4-FFF2-40B4-BE49-F238E27FC236}">
                        <a16:creationId xmlns:a16="http://schemas.microsoft.com/office/drawing/2014/main" id="{314BC2CC-6C0A-F73E-0CBE-B5915878443B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2703" y="5392321"/>
                    <a:ext cx="52070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−600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57" name="ylabel-2">
                    <a:extLst>
                      <a:ext uri="{FF2B5EF4-FFF2-40B4-BE49-F238E27FC236}">
                        <a16:creationId xmlns:a16="http://schemas.microsoft.com/office/drawing/2014/main" id="{314BC2CC-6C0A-F73E-0CBE-B591587844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2703" y="5392321"/>
                    <a:ext cx="52070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3809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ytick-2">
                <a:extLst>
                  <a:ext uri="{FF2B5EF4-FFF2-40B4-BE49-F238E27FC236}">
                    <a16:creationId xmlns:a16="http://schemas.microsoft.com/office/drawing/2014/main" id="{1C69A86A-C042-7A74-EBE6-33C330583C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5591991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y轴">
                <a:extLst>
                  <a:ext uri="{FF2B5EF4-FFF2-40B4-BE49-F238E27FC236}">
                    <a16:creationId xmlns:a16="http://schemas.microsoft.com/office/drawing/2014/main" id="{2586423C-B68E-1394-9886-823FB93397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92135" y="2027313"/>
                <a:ext cx="0" cy="43924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实轴">
              <a:extLst>
                <a:ext uri="{FF2B5EF4-FFF2-40B4-BE49-F238E27FC236}">
                  <a16:creationId xmlns:a16="http://schemas.microsoft.com/office/drawing/2014/main" id="{8541D06E-FFCC-4A45-84DF-5272D7F3CAB7}"/>
                </a:ext>
              </a:extLst>
            </p:cNvPr>
            <p:cNvGrpSpPr/>
            <p:nvPr/>
          </p:nvGrpSpPr>
          <p:grpSpPr>
            <a:xfrm>
              <a:off x="9111602" y="3655551"/>
              <a:ext cx="2588940" cy="524695"/>
              <a:chOff x="9111602" y="3655551"/>
              <a:chExt cx="2588940" cy="5246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label0">
                    <a:extLst>
                      <a:ext uri="{FF2B5EF4-FFF2-40B4-BE49-F238E27FC236}">
                        <a16:creationId xmlns:a16="http://schemas.microsoft.com/office/drawing/2014/main" id="{0BFAA65A-5EA6-A6E7-6AA7-F59042234725}"/>
                      </a:ext>
                    </a:extLst>
                  </p:cNvPr>
                  <p:cNvSpPr txBox="1"/>
                  <p:nvPr/>
                </p:nvSpPr>
                <p:spPr>
                  <a:xfrm>
                    <a:off x="11179841" y="3655551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Re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1" name="label0">
                    <a:extLst>
                      <a:ext uri="{FF2B5EF4-FFF2-40B4-BE49-F238E27FC236}">
                        <a16:creationId xmlns:a16="http://schemas.microsoft.com/office/drawing/2014/main" id="{0BFAA65A-5EA6-A6E7-6AA7-F590422347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79841" y="3655551"/>
                    <a:ext cx="520701" cy="52469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651" r="-1395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9" name="x轴">
                <a:extLst>
                  <a:ext uri="{FF2B5EF4-FFF2-40B4-BE49-F238E27FC236}">
                    <a16:creationId xmlns:a16="http://schemas.microsoft.com/office/drawing/2014/main" id="{5F87D923-8890-B5DF-9C5A-5FDC978D81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1602" y="4159407"/>
                <a:ext cx="213949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4" name="入射角2">
            <a:extLst>
              <a:ext uri="{FF2B5EF4-FFF2-40B4-BE49-F238E27FC236}">
                <a16:creationId xmlns:a16="http://schemas.microsoft.com/office/drawing/2014/main" id="{A82DB695-0486-861B-26CB-2474BA4BCAF4}"/>
              </a:ext>
            </a:extLst>
          </p:cNvPr>
          <p:cNvCxnSpPr>
            <a:cxnSpLocks/>
          </p:cNvCxnSpPr>
          <p:nvPr/>
        </p:nvCxnSpPr>
        <p:spPr>
          <a:xfrm flipV="1">
            <a:off x="4423311" y="3347428"/>
            <a:ext cx="444539" cy="721804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入射角1">
            <a:extLst>
              <a:ext uri="{FF2B5EF4-FFF2-40B4-BE49-F238E27FC236}">
                <a16:creationId xmlns:a16="http://schemas.microsoft.com/office/drawing/2014/main" id="{71F80DAD-4B49-D1AE-1A0E-11CBC130E52E}"/>
              </a:ext>
            </a:extLst>
          </p:cNvPr>
          <p:cNvCxnSpPr>
            <a:cxnSpLocks/>
          </p:cNvCxnSpPr>
          <p:nvPr/>
        </p:nvCxnSpPr>
        <p:spPr>
          <a:xfrm>
            <a:off x="4409796" y="4235705"/>
            <a:ext cx="444539" cy="721804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根轨迹3">
            <a:extLst>
              <a:ext uri="{FF2B5EF4-FFF2-40B4-BE49-F238E27FC236}">
                <a16:creationId xmlns:a16="http://schemas.microsoft.com/office/drawing/2014/main" id="{6508EEC5-C7C1-FE57-1472-F4CD166494E0}"/>
              </a:ext>
            </a:extLst>
          </p:cNvPr>
          <p:cNvSpPr/>
          <p:nvPr/>
        </p:nvSpPr>
        <p:spPr>
          <a:xfrm>
            <a:off x="1054646" y="4157879"/>
            <a:ext cx="3387674" cy="1468483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3674208"/>
              <a:gd name="connsiteY0" fmla="*/ 2165838 h 2165838"/>
              <a:gd name="connsiteX1" fmla="*/ 3674208 w 3674208"/>
              <a:gd name="connsiteY1" fmla="*/ 0 h 2165838"/>
              <a:gd name="connsiteX0" fmla="*/ 0 w 3369408"/>
              <a:gd name="connsiteY0" fmla="*/ 91215 h 537944"/>
              <a:gd name="connsiteX1" fmla="*/ 3369408 w 3369408"/>
              <a:gd name="connsiteY1" fmla="*/ 147877 h 537944"/>
              <a:gd name="connsiteX0" fmla="*/ 0 w 3620216"/>
              <a:gd name="connsiteY0" fmla="*/ 91215 h 537944"/>
              <a:gd name="connsiteX1" fmla="*/ 3369408 w 3620216"/>
              <a:gd name="connsiteY1" fmla="*/ 147877 h 537944"/>
              <a:gd name="connsiteX2" fmla="*/ 3373657 w 3620216"/>
              <a:gd name="connsiteY2" fmla="*/ 148872 h 537944"/>
              <a:gd name="connsiteX0" fmla="*/ 0 w 3630568"/>
              <a:gd name="connsiteY0" fmla="*/ 91215 h 537944"/>
              <a:gd name="connsiteX1" fmla="*/ 3369408 w 3630568"/>
              <a:gd name="connsiteY1" fmla="*/ 147877 h 537944"/>
              <a:gd name="connsiteX2" fmla="*/ 3411757 w 3630568"/>
              <a:gd name="connsiteY2" fmla="*/ 402872 h 537944"/>
              <a:gd name="connsiteX0" fmla="*/ 0 w 3411757"/>
              <a:gd name="connsiteY0" fmla="*/ 68132 h 1065862"/>
              <a:gd name="connsiteX1" fmla="*/ 1908908 w 3411757"/>
              <a:gd name="connsiteY1" fmla="*/ 759794 h 1065862"/>
              <a:gd name="connsiteX2" fmla="*/ 3411757 w 3411757"/>
              <a:gd name="connsiteY2" fmla="*/ 379789 h 1065862"/>
              <a:gd name="connsiteX0" fmla="*/ 0 w 3386357"/>
              <a:gd name="connsiteY0" fmla="*/ 68132 h 1065862"/>
              <a:gd name="connsiteX1" fmla="*/ 1908908 w 3386357"/>
              <a:gd name="connsiteY1" fmla="*/ 759794 h 1065862"/>
              <a:gd name="connsiteX2" fmla="*/ 3386357 w 3386357"/>
              <a:gd name="connsiteY2" fmla="*/ 132139 h 1065862"/>
              <a:gd name="connsiteX0" fmla="*/ 0 w 3386357"/>
              <a:gd name="connsiteY0" fmla="*/ 118004 h 809773"/>
              <a:gd name="connsiteX1" fmla="*/ 1908908 w 3386357"/>
              <a:gd name="connsiteY1" fmla="*/ 809666 h 809773"/>
              <a:gd name="connsiteX2" fmla="*/ 3386357 w 3386357"/>
              <a:gd name="connsiteY2" fmla="*/ 182011 h 809773"/>
              <a:gd name="connsiteX0" fmla="*/ 0 w 3386357"/>
              <a:gd name="connsiteY0" fmla="*/ 0 h 691769"/>
              <a:gd name="connsiteX1" fmla="*/ 1908908 w 3386357"/>
              <a:gd name="connsiteY1" fmla="*/ 691662 h 691769"/>
              <a:gd name="connsiteX2" fmla="*/ 3386357 w 3386357"/>
              <a:gd name="connsiteY2" fmla="*/ 64007 h 691769"/>
              <a:gd name="connsiteX0" fmla="*/ 0 w 3386357"/>
              <a:gd name="connsiteY0" fmla="*/ 0 h 691769"/>
              <a:gd name="connsiteX1" fmla="*/ 1908908 w 3386357"/>
              <a:gd name="connsiteY1" fmla="*/ 691662 h 691769"/>
              <a:gd name="connsiteX2" fmla="*/ 3386357 w 3386357"/>
              <a:gd name="connsiteY2" fmla="*/ 64007 h 691769"/>
              <a:gd name="connsiteX0" fmla="*/ 184224 w 3570581"/>
              <a:gd name="connsiteY0" fmla="*/ 8631 h 72638"/>
              <a:gd name="connsiteX1" fmla="*/ 613582 w 3570581"/>
              <a:gd name="connsiteY1" fmla="*/ 8143 h 72638"/>
              <a:gd name="connsiteX2" fmla="*/ 3570581 w 3570581"/>
              <a:gd name="connsiteY2" fmla="*/ 72638 h 72638"/>
              <a:gd name="connsiteX0" fmla="*/ 0 w 3386357"/>
              <a:gd name="connsiteY0" fmla="*/ 866 h 64873"/>
              <a:gd name="connsiteX1" fmla="*/ 429358 w 3386357"/>
              <a:gd name="connsiteY1" fmla="*/ 378 h 64873"/>
              <a:gd name="connsiteX2" fmla="*/ 3386357 w 3386357"/>
              <a:gd name="connsiteY2" fmla="*/ 64873 h 64873"/>
              <a:gd name="connsiteX0" fmla="*/ 0 w 3386357"/>
              <a:gd name="connsiteY0" fmla="*/ 866 h 631731"/>
              <a:gd name="connsiteX1" fmla="*/ 429358 w 3386357"/>
              <a:gd name="connsiteY1" fmla="*/ 378 h 631731"/>
              <a:gd name="connsiteX2" fmla="*/ 3386357 w 3386357"/>
              <a:gd name="connsiteY2" fmla="*/ 64873 h 631731"/>
              <a:gd name="connsiteX0" fmla="*/ 0 w 3386357"/>
              <a:gd name="connsiteY0" fmla="*/ 866 h 1277325"/>
              <a:gd name="connsiteX1" fmla="*/ 429358 w 3386357"/>
              <a:gd name="connsiteY1" fmla="*/ 378 h 1277325"/>
              <a:gd name="connsiteX2" fmla="*/ 3386357 w 3386357"/>
              <a:gd name="connsiteY2" fmla="*/ 64873 h 1277325"/>
              <a:gd name="connsiteX0" fmla="*/ 0 w 3386357"/>
              <a:gd name="connsiteY0" fmla="*/ 866 h 1283754"/>
              <a:gd name="connsiteX1" fmla="*/ 429358 w 3386357"/>
              <a:gd name="connsiteY1" fmla="*/ 378 h 1283754"/>
              <a:gd name="connsiteX2" fmla="*/ 3386357 w 3386357"/>
              <a:gd name="connsiteY2" fmla="*/ 64873 h 1283754"/>
              <a:gd name="connsiteX0" fmla="*/ 0 w 3407039"/>
              <a:gd name="connsiteY0" fmla="*/ 866 h 788562"/>
              <a:gd name="connsiteX1" fmla="*/ 429358 w 3407039"/>
              <a:gd name="connsiteY1" fmla="*/ 378 h 788562"/>
              <a:gd name="connsiteX2" fmla="*/ 3386357 w 3407039"/>
              <a:gd name="connsiteY2" fmla="*/ 64873 h 788562"/>
              <a:gd name="connsiteX0" fmla="*/ 0 w 3407039"/>
              <a:gd name="connsiteY0" fmla="*/ 866 h 788562"/>
              <a:gd name="connsiteX1" fmla="*/ 429358 w 3407039"/>
              <a:gd name="connsiteY1" fmla="*/ 378 h 788562"/>
              <a:gd name="connsiteX2" fmla="*/ 3386357 w 3407039"/>
              <a:gd name="connsiteY2" fmla="*/ 64873 h 788562"/>
              <a:gd name="connsiteX0" fmla="*/ 0 w 1843109"/>
              <a:gd name="connsiteY0" fmla="*/ 866 h 1382155"/>
              <a:gd name="connsiteX1" fmla="*/ 429358 w 1843109"/>
              <a:gd name="connsiteY1" fmla="*/ 378 h 1382155"/>
              <a:gd name="connsiteX2" fmla="*/ 1805207 w 1843109"/>
              <a:gd name="connsiteY2" fmla="*/ 1118973 h 1382155"/>
              <a:gd name="connsiteX0" fmla="*/ 0 w 1905317"/>
              <a:gd name="connsiteY0" fmla="*/ 866 h 1382155"/>
              <a:gd name="connsiteX1" fmla="*/ 429358 w 1905317"/>
              <a:gd name="connsiteY1" fmla="*/ 378 h 1382155"/>
              <a:gd name="connsiteX2" fmla="*/ 1805207 w 1905317"/>
              <a:gd name="connsiteY2" fmla="*/ 1118973 h 1382155"/>
              <a:gd name="connsiteX3" fmla="*/ 1798858 w 1905317"/>
              <a:gd name="connsiteY3" fmla="*/ 1106272 h 1382155"/>
              <a:gd name="connsiteX0" fmla="*/ 0 w 3380008"/>
              <a:gd name="connsiteY0" fmla="*/ 866 h 1382155"/>
              <a:gd name="connsiteX1" fmla="*/ 429358 w 3380008"/>
              <a:gd name="connsiteY1" fmla="*/ 378 h 1382155"/>
              <a:gd name="connsiteX2" fmla="*/ 1805207 w 3380008"/>
              <a:gd name="connsiteY2" fmla="*/ 1118973 h 1382155"/>
              <a:gd name="connsiteX3" fmla="*/ 3380008 w 3380008"/>
              <a:gd name="connsiteY3" fmla="*/ 90272 h 1382155"/>
              <a:gd name="connsiteX0" fmla="*/ 0 w 3380008"/>
              <a:gd name="connsiteY0" fmla="*/ 866 h 1138072"/>
              <a:gd name="connsiteX1" fmla="*/ 429358 w 3380008"/>
              <a:gd name="connsiteY1" fmla="*/ 378 h 1138072"/>
              <a:gd name="connsiteX2" fmla="*/ 1805207 w 3380008"/>
              <a:gd name="connsiteY2" fmla="*/ 1118973 h 1138072"/>
              <a:gd name="connsiteX3" fmla="*/ 3380008 w 3380008"/>
              <a:gd name="connsiteY3" fmla="*/ 90272 h 1138072"/>
              <a:gd name="connsiteX0" fmla="*/ 0 w 3380009"/>
              <a:gd name="connsiteY0" fmla="*/ 866 h 1138636"/>
              <a:gd name="connsiteX1" fmla="*/ 429358 w 3380009"/>
              <a:gd name="connsiteY1" fmla="*/ 378 h 1138636"/>
              <a:gd name="connsiteX2" fmla="*/ 1805207 w 3380009"/>
              <a:gd name="connsiteY2" fmla="*/ 1118973 h 1138636"/>
              <a:gd name="connsiteX3" fmla="*/ 3380008 w 3380009"/>
              <a:gd name="connsiteY3" fmla="*/ 90272 h 1138636"/>
              <a:gd name="connsiteX0" fmla="*/ 0 w 3411759"/>
              <a:gd name="connsiteY0" fmla="*/ 866 h 1131208"/>
              <a:gd name="connsiteX1" fmla="*/ 429358 w 3411759"/>
              <a:gd name="connsiteY1" fmla="*/ 378 h 1131208"/>
              <a:gd name="connsiteX2" fmla="*/ 1805207 w 3411759"/>
              <a:gd name="connsiteY2" fmla="*/ 1118973 h 1131208"/>
              <a:gd name="connsiteX3" fmla="*/ 3411758 w 3411759"/>
              <a:gd name="connsiteY3" fmla="*/ 179172 h 1131208"/>
              <a:gd name="connsiteX0" fmla="*/ 0 w 3411759"/>
              <a:gd name="connsiteY0" fmla="*/ 866 h 1131208"/>
              <a:gd name="connsiteX1" fmla="*/ 429358 w 3411759"/>
              <a:gd name="connsiteY1" fmla="*/ 378 h 1131208"/>
              <a:gd name="connsiteX2" fmla="*/ 1805207 w 3411759"/>
              <a:gd name="connsiteY2" fmla="*/ 1118973 h 1131208"/>
              <a:gd name="connsiteX3" fmla="*/ 3411758 w 3411759"/>
              <a:gd name="connsiteY3" fmla="*/ 179172 h 1131208"/>
              <a:gd name="connsiteX0" fmla="*/ 0 w 3411759"/>
              <a:gd name="connsiteY0" fmla="*/ 866 h 1150731"/>
              <a:gd name="connsiteX1" fmla="*/ 429358 w 3411759"/>
              <a:gd name="connsiteY1" fmla="*/ 378 h 1150731"/>
              <a:gd name="connsiteX2" fmla="*/ 1805207 w 3411759"/>
              <a:gd name="connsiteY2" fmla="*/ 1118973 h 1150731"/>
              <a:gd name="connsiteX3" fmla="*/ 3411758 w 3411759"/>
              <a:gd name="connsiteY3" fmla="*/ 179172 h 1150731"/>
              <a:gd name="connsiteX0" fmla="*/ 0 w 3411759"/>
              <a:gd name="connsiteY0" fmla="*/ 866 h 1298019"/>
              <a:gd name="connsiteX1" fmla="*/ 429358 w 3411759"/>
              <a:gd name="connsiteY1" fmla="*/ 378 h 1298019"/>
              <a:gd name="connsiteX2" fmla="*/ 1856007 w 3411759"/>
              <a:gd name="connsiteY2" fmla="*/ 1290423 h 1298019"/>
              <a:gd name="connsiteX3" fmla="*/ 3411758 w 3411759"/>
              <a:gd name="connsiteY3" fmla="*/ 179172 h 1298019"/>
              <a:gd name="connsiteX0" fmla="*/ 0 w 3411758"/>
              <a:gd name="connsiteY0" fmla="*/ 866 h 1295827"/>
              <a:gd name="connsiteX1" fmla="*/ 429358 w 3411758"/>
              <a:gd name="connsiteY1" fmla="*/ 378 h 1295827"/>
              <a:gd name="connsiteX2" fmla="*/ 1856007 w 3411758"/>
              <a:gd name="connsiteY2" fmla="*/ 1290423 h 1295827"/>
              <a:gd name="connsiteX3" fmla="*/ 3411758 w 3411758"/>
              <a:gd name="connsiteY3" fmla="*/ 179172 h 1295827"/>
              <a:gd name="connsiteX0" fmla="*/ 0 w 3411758"/>
              <a:gd name="connsiteY0" fmla="*/ 866 h 1295827"/>
              <a:gd name="connsiteX1" fmla="*/ 429358 w 3411758"/>
              <a:gd name="connsiteY1" fmla="*/ 378 h 1295827"/>
              <a:gd name="connsiteX2" fmla="*/ 1856007 w 3411758"/>
              <a:gd name="connsiteY2" fmla="*/ 1290423 h 1295827"/>
              <a:gd name="connsiteX3" fmla="*/ 3411758 w 3411758"/>
              <a:gd name="connsiteY3" fmla="*/ 179172 h 1295827"/>
              <a:gd name="connsiteX0" fmla="*/ 0 w 3608609"/>
              <a:gd name="connsiteY0" fmla="*/ 866 h 1291461"/>
              <a:gd name="connsiteX1" fmla="*/ 429358 w 3608609"/>
              <a:gd name="connsiteY1" fmla="*/ 378 h 1291461"/>
              <a:gd name="connsiteX2" fmla="*/ 1856007 w 3608609"/>
              <a:gd name="connsiteY2" fmla="*/ 1290423 h 1291461"/>
              <a:gd name="connsiteX3" fmla="*/ 3608608 w 3608609"/>
              <a:gd name="connsiteY3" fmla="*/ 236322 h 1291461"/>
              <a:gd name="connsiteX0" fmla="*/ 0 w 3653059"/>
              <a:gd name="connsiteY0" fmla="*/ 866 h 1293542"/>
              <a:gd name="connsiteX1" fmla="*/ 429358 w 3653059"/>
              <a:gd name="connsiteY1" fmla="*/ 378 h 1293542"/>
              <a:gd name="connsiteX2" fmla="*/ 1856007 w 3653059"/>
              <a:gd name="connsiteY2" fmla="*/ 1290423 h 1293542"/>
              <a:gd name="connsiteX3" fmla="*/ 3653058 w 3653059"/>
              <a:gd name="connsiteY3" fmla="*/ 388722 h 1293542"/>
              <a:gd name="connsiteX0" fmla="*/ 0 w 3653059"/>
              <a:gd name="connsiteY0" fmla="*/ 866 h 1293542"/>
              <a:gd name="connsiteX1" fmla="*/ 429358 w 3653059"/>
              <a:gd name="connsiteY1" fmla="*/ 378 h 1293542"/>
              <a:gd name="connsiteX2" fmla="*/ 1856007 w 3653059"/>
              <a:gd name="connsiteY2" fmla="*/ 1290423 h 1293542"/>
              <a:gd name="connsiteX3" fmla="*/ 3653058 w 3653059"/>
              <a:gd name="connsiteY3" fmla="*/ 388722 h 1293542"/>
              <a:gd name="connsiteX0" fmla="*/ 0 w 3494309"/>
              <a:gd name="connsiteY0" fmla="*/ 866 h 1296832"/>
              <a:gd name="connsiteX1" fmla="*/ 429358 w 3494309"/>
              <a:gd name="connsiteY1" fmla="*/ 378 h 1296832"/>
              <a:gd name="connsiteX2" fmla="*/ 1856007 w 3494309"/>
              <a:gd name="connsiteY2" fmla="*/ 1290423 h 1296832"/>
              <a:gd name="connsiteX3" fmla="*/ 3494308 w 3494309"/>
              <a:gd name="connsiteY3" fmla="*/ 528422 h 1296832"/>
              <a:gd name="connsiteX0" fmla="*/ 0 w 3437159"/>
              <a:gd name="connsiteY0" fmla="*/ 866 h 1291087"/>
              <a:gd name="connsiteX1" fmla="*/ 429358 w 3437159"/>
              <a:gd name="connsiteY1" fmla="*/ 378 h 1291087"/>
              <a:gd name="connsiteX2" fmla="*/ 1856007 w 3437159"/>
              <a:gd name="connsiteY2" fmla="*/ 1290423 h 1291087"/>
              <a:gd name="connsiteX3" fmla="*/ 3437158 w 3437159"/>
              <a:gd name="connsiteY3" fmla="*/ 191872 h 1291087"/>
              <a:gd name="connsiteX0" fmla="*/ 0 w 3552473"/>
              <a:gd name="connsiteY0" fmla="*/ 866 h 1291087"/>
              <a:gd name="connsiteX1" fmla="*/ 429358 w 3552473"/>
              <a:gd name="connsiteY1" fmla="*/ 378 h 1291087"/>
              <a:gd name="connsiteX2" fmla="*/ 1856007 w 3552473"/>
              <a:gd name="connsiteY2" fmla="*/ 1290423 h 1291087"/>
              <a:gd name="connsiteX3" fmla="*/ 3437158 w 3552473"/>
              <a:gd name="connsiteY3" fmla="*/ 191872 h 1291087"/>
              <a:gd name="connsiteX4" fmla="*/ 3430807 w 3552473"/>
              <a:gd name="connsiteY4" fmla="*/ 198222 h 1291087"/>
              <a:gd name="connsiteX0" fmla="*/ 0 w 3792770"/>
              <a:gd name="connsiteY0" fmla="*/ 866 h 1291087"/>
              <a:gd name="connsiteX1" fmla="*/ 429358 w 3792770"/>
              <a:gd name="connsiteY1" fmla="*/ 378 h 1291087"/>
              <a:gd name="connsiteX2" fmla="*/ 1856007 w 3792770"/>
              <a:gd name="connsiteY2" fmla="*/ 1290423 h 1291087"/>
              <a:gd name="connsiteX3" fmla="*/ 3437158 w 3792770"/>
              <a:gd name="connsiteY3" fmla="*/ 191872 h 1291087"/>
              <a:gd name="connsiteX4" fmla="*/ 3792757 w 3792770"/>
              <a:gd name="connsiteY4" fmla="*/ 407772 h 1291087"/>
              <a:gd name="connsiteX0" fmla="*/ 0 w 3976911"/>
              <a:gd name="connsiteY0" fmla="*/ 866 h 1291087"/>
              <a:gd name="connsiteX1" fmla="*/ 429358 w 3976911"/>
              <a:gd name="connsiteY1" fmla="*/ 378 h 1291087"/>
              <a:gd name="connsiteX2" fmla="*/ 1856007 w 3976911"/>
              <a:gd name="connsiteY2" fmla="*/ 1290423 h 1291087"/>
              <a:gd name="connsiteX3" fmla="*/ 3437158 w 3976911"/>
              <a:gd name="connsiteY3" fmla="*/ 191872 h 1291087"/>
              <a:gd name="connsiteX4" fmla="*/ 3976907 w 3976911"/>
              <a:gd name="connsiteY4" fmla="*/ 185522 h 1291087"/>
              <a:gd name="connsiteX0" fmla="*/ 0 w 3976911"/>
              <a:gd name="connsiteY0" fmla="*/ 866 h 1291087"/>
              <a:gd name="connsiteX1" fmla="*/ 429358 w 3976911"/>
              <a:gd name="connsiteY1" fmla="*/ 378 h 1291087"/>
              <a:gd name="connsiteX2" fmla="*/ 1856007 w 3976911"/>
              <a:gd name="connsiteY2" fmla="*/ 1290423 h 1291087"/>
              <a:gd name="connsiteX3" fmla="*/ 3437158 w 3976911"/>
              <a:gd name="connsiteY3" fmla="*/ 191872 h 1291087"/>
              <a:gd name="connsiteX4" fmla="*/ 3976907 w 3976911"/>
              <a:gd name="connsiteY4" fmla="*/ 185522 h 1291087"/>
              <a:gd name="connsiteX0" fmla="*/ 0 w 3437159"/>
              <a:gd name="connsiteY0" fmla="*/ 866 h 1291087"/>
              <a:gd name="connsiteX1" fmla="*/ 429358 w 3437159"/>
              <a:gd name="connsiteY1" fmla="*/ 378 h 1291087"/>
              <a:gd name="connsiteX2" fmla="*/ 1856007 w 3437159"/>
              <a:gd name="connsiteY2" fmla="*/ 1290423 h 1291087"/>
              <a:gd name="connsiteX3" fmla="*/ 3437158 w 3437159"/>
              <a:gd name="connsiteY3" fmla="*/ 191872 h 1291087"/>
              <a:gd name="connsiteX0" fmla="*/ 0 w 3386359"/>
              <a:gd name="connsiteY0" fmla="*/ 866 h 1290523"/>
              <a:gd name="connsiteX1" fmla="*/ 429358 w 3386359"/>
              <a:gd name="connsiteY1" fmla="*/ 378 h 1290523"/>
              <a:gd name="connsiteX2" fmla="*/ 1856007 w 3386359"/>
              <a:gd name="connsiteY2" fmla="*/ 1290423 h 1290523"/>
              <a:gd name="connsiteX3" fmla="*/ 3386358 w 3386359"/>
              <a:gd name="connsiteY3" fmla="*/ 77572 h 1290523"/>
              <a:gd name="connsiteX0" fmla="*/ 0 w 3386359"/>
              <a:gd name="connsiteY0" fmla="*/ 866 h 1290523"/>
              <a:gd name="connsiteX1" fmla="*/ 429358 w 3386359"/>
              <a:gd name="connsiteY1" fmla="*/ 378 h 1290523"/>
              <a:gd name="connsiteX2" fmla="*/ 1856007 w 3386359"/>
              <a:gd name="connsiteY2" fmla="*/ 1290423 h 1290523"/>
              <a:gd name="connsiteX3" fmla="*/ 3386358 w 3386359"/>
              <a:gd name="connsiteY3" fmla="*/ 77572 h 1290523"/>
              <a:gd name="connsiteX0" fmla="*/ 0 w 3513359"/>
              <a:gd name="connsiteY0" fmla="*/ 866 h 1291344"/>
              <a:gd name="connsiteX1" fmla="*/ 429358 w 3513359"/>
              <a:gd name="connsiteY1" fmla="*/ 378 h 1291344"/>
              <a:gd name="connsiteX2" fmla="*/ 1856007 w 3513359"/>
              <a:gd name="connsiteY2" fmla="*/ 1290423 h 1291344"/>
              <a:gd name="connsiteX3" fmla="*/ 3513358 w 3513359"/>
              <a:gd name="connsiteY3" fmla="*/ 223622 h 1291344"/>
              <a:gd name="connsiteX0" fmla="*/ 0 w 3636124"/>
              <a:gd name="connsiteY0" fmla="*/ 866 h 1291344"/>
              <a:gd name="connsiteX1" fmla="*/ 429358 w 3636124"/>
              <a:gd name="connsiteY1" fmla="*/ 378 h 1291344"/>
              <a:gd name="connsiteX2" fmla="*/ 1856007 w 3636124"/>
              <a:gd name="connsiteY2" fmla="*/ 1290423 h 1291344"/>
              <a:gd name="connsiteX3" fmla="*/ 3513358 w 3636124"/>
              <a:gd name="connsiteY3" fmla="*/ 223622 h 1291344"/>
              <a:gd name="connsiteX4" fmla="*/ 3513356 w 3636124"/>
              <a:gd name="connsiteY4" fmla="*/ 223621 h 1291344"/>
              <a:gd name="connsiteX0" fmla="*/ 0 w 3837206"/>
              <a:gd name="connsiteY0" fmla="*/ 866 h 1291344"/>
              <a:gd name="connsiteX1" fmla="*/ 429358 w 3837206"/>
              <a:gd name="connsiteY1" fmla="*/ 378 h 1291344"/>
              <a:gd name="connsiteX2" fmla="*/ 1856007 w 3837206"/>
              <a:gd name="connsiteY2" fmla="*/ 1290423 h 1291344"/>
              <a:gd name="connsiteX3" fmla="*/ 3513358 w 3837206"/>
              <a:gd name="connsiteY3" fmla="*/ 223622 h 1291344"/>
              <a:gd name="connsiteX4" fmla="*/ 3837206 w 3837206"/>
              <a:gd name="connsiteY4" fmla="*/ 185521 h 1291344"/>
              <a:gd name="connsiteX0" fmla="*/ 0 w 3983256"/>
              <a:gd name="connsiteY0" fmla="*/ 866 h 1291344"/>
              <a:gd name="connsiteX1" fmla="*/ 429358 w 3983256"/>
              <a:gd name="connsiteY1" fmla="*/ 378 h 1291344"/>
              <a:gd name="connsiteX2" fmla="*/ 1856007 w 3983256"/>
              <a:gd name="connsiteY2" fmla="*/ 1290423 h 1291344"/>
              <a:gd name="connsiteX3" fmla="*/ 3513358 w 3983256"/>
              <a:gd name="connsiteY3" fmla="*/ 223622 h 1291344"/>
              <a:gd name="connsiteX4" fmla="*/ 3983256 w 3983256"/>
              <a:gd name="connsiteY4" fmla="*/ 528421 h 1291344"/>
              <a:gd name="connsiteX0" fmla="*/ 0 w 3983266"/>
              <a:gd name="connsiteY0" fmla="*/ 866 h 1291344"/>
              <a:gd name="connsiteX1" fmla="*/ 429358 w 3983266"/>
              <a:gd name="connsiteY1" fmla="*/ 378 h 1291344"/>
              <a:gd name="connsiteX2" fmla="*/ 1856007 w 3983266"/>
              <a:gd name="connsiteY2" fmla="*/ 1290423 h 1291344"/>
              <a:gd name="connsiteX3" fmla="*/ 3513358 w 3983266"/>
              <a:gd name="connsiteY3" fmla="*/ 223622 h 1291344"/>
              <a:gd name="connsiteX4" fmla="*/ 3983256 w 3983266"/>
              <a:gd name="connsiteY4" fmla="*/ 528421 h 1291344"/>
              <a:gd name="connsiteX0" fmla="*/ 0 w 3983256"/>
              <a:gd name="connsiteY0" fmla="*/ 866 h 1298132"/>
              <a:gd name="connsiteX1" fmla="*/ 429358 w 3983256"/>
              <a:gd name="connsiteY1" fmla="*/ 378 h 1298132"/>
              <a:gd name="connsiteX2" fmla="*/ 1856007 w 3983256"/>
              <a:gd name="connsiteY2" fmla="*/ 1290423 h 1298132"/>
              <a:gd name="connsiteX3" fmla="*/ 3983256 w 3983256"/>
              <a:gd name="connsiteY3" fmla="*/ 528421 h 1298132"/>
              <a:gd name="connsiteX0" fmla="*/ 0 w 3716556"/>
              <a:gd name="connsiteY0" fmla="*/ 866 h 1291492"/>
              <a:gd name="connsiteX1" fmla="*/ 429358 w 3716556"/>
              <a:gd name="connsiteY1" fmla="*/ 378 h 1291492"/>
              <a:gd name="connsiteX2" fmla="*/ 1856007 w 3716556"/>
              <a:gd name="connsiteY2" fmla="*/ 1290423 h 1291492"/>
              <a:gd name="connsiteX3" fmla="*/ 3716556 w 3716556"/>
              <a:gd name="connsiteY3" fmla="*/ 223621 h 1291492"/>
              <a:gd name="connsiteX0" fmla="*/ 0 w 3716556"/>
              <a:gd name="connsiteY0" fmla="*/ 866 h 1291828"/>
              <a:gd name="connsiteX1" fmla="*/ 429358 w 3716556"/>
              <a:gd name="connsiteY1" fmla="*/ 378 h 1291828"/>
              <a:gd name="connsiteX2" fmla="*/ 1856007 w 3716556"/>
              <a:gd name="connsiteY2" fmla="*/ 1290423 h 1291828"/>
              <a:gd name="connsiteX3" fmla="*/ 3716556 w 3716556"/>
              <a:gd name="connsiteY3" fmla="*/ 223621 h 1291828"/>
              <a:gd name="connsiteX0" fmla="*/ 0 w 3360956"/>
              <a:gd name="connsiteY0" fmla="*/ 866 h 1290625"/>
              <a:gd name="connsiteX1" fmla="*/ 429358 w 3360956"/>
              <a:gd name="connsiteY1" fmla="*/ 378 h 1290625"/>
              <a:gd name="connsiteX2" fmla="*/ 1856007 w 3360956"/>
              <a:gd name="connsiteY2" fmla="*/ 1290423 h 1290625"/>
              <a:gd name="connsiteX3" fmla="*/ 3360956 w 3360956"/>
              <a:gd name="connsiteY3" fmla="*/ 90271 h 1290625"/>
              <a:gd name="connsiteX0" fmla="*/ 0 w 3375802"/>
              <a:gd name="connsiteY0" fmla="*/ 866 h 1290625"/>
              <a:gd name="connsiteX1" fmla="*/ 429358 w 3375802"/>
              <a:gd name="connsiteY1" fmla="*/ 378 h 1290625"/>
              <a:gd name="connsiteX2" fmla="*/ 1856007 w 3375802"/>
              <a:gd name="connsiteY2" fmla="*/ 1290423 h 1290625"/>
              <a:gd name="connsiteX3" fmla="*/ 3360956 w 3375802"/>
              <a:gd name="connsiteY3" fmla="*/ 90271 h 1290625"/>
              <a:gd name="connsiteX0" fmla="*/ 0 w 3379361"/>
              <a:gd name="connsiteY0" fmla="*/ 866 h 1296731"/>
              <a:gd name="connsiteX1" fmla="*/ 429358 w 3379361"/>
              <a:gd name="connsiteY1" fmla="*/ 378 h 1296731"/>
              <a:gd name="connsiteX2" fmla="*/ 1856007 w 3379361"/>
              <a:gd name="connsiteY2" fmla="*/ 1290423 h 1296731"/>
              <a:gd name="connsiteX3" fmla="*/ 3360956 w 3379361"/>
              <a:gd name="connsiteY3" fmla="*/ 90271 h 1296731"/>
              <a:gd name="connsiteX0" fmla="*/ 0 w 3379361"/>
              <a:gd name="connsiteY0" fmla="*/ 866 h 1294580"/>
              <a:gd name="connsiteX1" fmla="*/ 429358 w 3379361"/>
              <a:gd name="connsiteY1" fmla="*/ 378 h 1294580"/>
              <a:gd name="connsiteX2" fmla="*/ 1856007 w 3379361"/>
              <a:gd name="connsiteY2" fmla="*/ 1290423 h 1294580"/>
              <a:gd name="connsiteX3" fmla="*/ 3360956 w 3379361"/>
              <a:gd name="connsiteY3" fmla="*/ 90271 h 1294580"/>
              <a:gd name="connsiteX0" fmla="*/ 0 w 3379361"/>
              <a:gd name="connsiteY0" fmla="*/ 866 h 1290504"/>
              <a:gd name="connsiteX1" fmla="*/ 429358 w 3379361"/>
              <a:gd name="connsiteY1" fmla="*/ 378 h 1290504"/>
              <a:gd name="connsiteX2" fmla="*/ 1856007 w 3379361"/>
              <a:gd name="connsiteY2" fmla="*/ 1290423 h 1290504"/>
              <a:gd name="connsiteX3" fmla="*/ 3360956 w 3379361"/>
              <a:gd name="connsiteY3" fmla="*/ 90271 h 1290504"/>
              <a:gd name="connsiteX0" fmla="*/ 0 w 3379363"/>
              <a:gd name="connsiteY0" fmla="*/ 866 h 1290504"/>
              <a:gd name="connsiteX1" fmla="*/ 429358 w 3379363"/>
              <a:gd name="connsiteY1" fmla="*/ 378 h 1290504"/>
              <a:gd name="connsiteX2" fmla="*/ 1856007 w 3379363"/>
              <a:gd name="connsiteY2" fmla="*/ 1290423 h 1290504"/>
              <a:gd name="connsiteX3" fmla="*/ 3360956 w 3379363"/>
              <a:gd name="connsiteY3" fmla="*/ 90271 h 1290504"/>
              <a:gd name="connsiteX0" fmla="*/ 0 w 3379147"/>
              <a:gd name="connsiteY0" fmla="*/ 866 h 1379379"/>
              <a:gd name="connsiteX1" fmla="*/ 429358 w 3379147"/>
              <a:gd name="connsiteY1" fmla="*/ 378 h 1379379"/>
              <a:gd name="connsiteX2" fmla="*/ 1843307 w 3379147"/>
              <a:gd name="connsiteY2" fmla="*/ 1379323 h 1379379"/>
              <a:gd name="connsiteX3" fmla="*/ 3360956 w 3379147"/>
              <a:gd name="connsiteY3" fmla="*/ 90271 h 1379379"/>
              <a:gd name="connsiteX0" fmla="*/ 0 w 3383952"/>
              <a:gd name="connsiteY0" fmla="*/ 866 h 1379355"/>
              <a:gd name="connsiteX1" fmla="*/ 429358 w 3383952"/>
              <a:gd name="connsiteY1" fmla="*/ 378 h 1379355"/>
              <a:gd name="connsiteX2" fmla="*/ 1843307 w 3383952"/>
              <a:gd name="connsiteY2" fmla="*/ 1379323 h 1379355"/>
              <a:gd name="connsiteX3" fmla="*/ 3360956 w 3383952"/>
              <a:gd name="connsiteY3" fmla="*/ 90271 h 1379355"/>
              <a:gd name="connsiteX0" fmla="*/ 0 w 3383952"/>
              <a:gd name="connsiteY0" fmla="*/ 866 h 1379384"/>
              <a:gd name="connsiteX1" fmla="*/ 429358 w 3383952"/>
              <a:gd name="connsiteY1" fmla="*/ 378 h 1379384"/>
              <a:gd name="connsiteX2" fmla="*/ 1843307 w 3383952"/>
              <a:gd name="connsiteY2" fmla="*/ 1379323 h 1379384"/>
              <a:gd name="connsiteX3" fmla="*/ 3360956 w 3383952"/>
              <a:gd name="connsiteY3" fmla="*/ 90271 h 1379384"/>
              <a:gd name="connsiteX0" fmla="*/ 0 w 3384464"/>
              <a:gd name="connsiteY0" fmla="*/ 866 h 1468261"/>
              <a:gd name="connsiteX1" fmla="*/ 429358 w 3384464"/>
              <a:gd name="connsiteY1" fmla="*/ 378 h 1468261"/>
              <a:gd name="connsiteX2" fmla="*/ 1862357 w 3384464"/>
              <a:gd name="connsiteY2" fmla="*/ 1468223 h 1468261"/>
              <a:gd name="connsiteX3" fmla="*/ 3360956 w 3384464"/>
              <a:gd name="connsiteY3" fmla="*/ 90271 h 1468261"/>
              <a:gd name="connsiteX0" fmla="*/ 0 w 3387674"/>
              <a:gd name="connsiteY0" fmla="*/ 866 h 1468527"/>
              <a:gd name="connsiteX1" fmla="*/ 429358 w 3387674"/>
              <a:gd name="connsiteY1" fmla="*/ 378 h 1468527"/>
              <a:gd name="connsiteX2" fmla="*/ 1862357 w 3387674"/>
              <a:gd name="connsiteY2" fmla="*/ 1468223 h 1468527"/>
              <a:gd name="connsiteX3" fmla="*/ 3360956 w 3387674"/>
              <a:gd name="connsiteY3" fmla="*/ 90271 h 1468527"/>
              <a:gd name="connsiteX0" fmla="*/ 0 w 3387674"/>
              <a:gd name="connsiteY0" fmla="*/ 866 h 1468483"/>
              <a:gd name="connsiteX1" fmla="*/ 429358 w 3387674"/>
              <a:gd name="connsiteY1" fmla="*/ 378 h 1468483"/>
              <a:gd name="connsiteX2" fmla="*/ 1862357 w 3387674"/>
              <a:gd name="connsiteY2" fmla="*/ 1468223 h 1468483"/>
              <a:gd name="connsiteX3" fmla="*/ 3360956 w 3387674"/>
              <a:gd name="connsiteY3" fmla="*/ 90271 h 146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7674" h="1468483">
                <a:moveTo>
                  <a:pt x="0" y="866"/>
                </a:moveTo>
                <a:cubicBezTo>
                  <a:pt x="268003" y="7053"/>
                  <a:pt x="185209" y="-1890"/>
                  <a:pt x="429358" y="378"/>
                </a:cubicBezTo>
                <a:cubicBezTo>
                  <a:pt x="487924" y="1196626"/>
                  <a:pt x="1462652" y="1478345"/>
                  <a:pt x="1862357" y="1468223"/>
                </a:cubicBezTo>
                <a:cubicBezTo>
                  <a:pt x="2954345" y="1440569"/>
                  <a:pt x="3521029" y="483971"/>
                  <a:pt x="3360956" y="90271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6" name="根轨迹2">
            <a:extLst>
              <a:ext uri="{FF2B5EF4-FFF2-40B4-BE49-F238E27FC236}">
                <a16:creationId xmlns:a16="http://schemas.microsoft.com/office/drawing/2014/main" id="{AE64E99B-998A-868D-82C8-1E2BF6EA703E}"/>
              </a:ext>
            </a:extLst>
          </p:cNvPr>
          <p:cNvSpPr/>
          <p:nvPr/>
        </p:nvSpPr>
        <p:spPr>
          <a:xfrm flipV="1">
            <a:off x="1490872" y="2658522"/>
            <a:ext cx="2955537" cy="150595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3674208"/>
              <a:gd name="connsiteY0" fmla="*/ 2165838 h 2165838"/>
              <a:gd name="connsiteX1" fmla="*/ 3674208 w 3674208"/>
              <a:gd name="connsiteY1" fmla="*/ 0 h 2165838"/>
              <a:gd name="connsiteX0" fmla="*/ 0 w 3369408"/>
              <a:gd name="connsiteY0" fmla="*/ 91215 h 537944"/>
              <a:gd name="connsiteX1" fmla="*/ 3369408 w 3369408"/>
              <a:gd name="connsiteY1" fmla="*/ 147877 h 537944"/>
              <a:gd name="connsiteX0" fmla="*/ 0 w 3620216"/>
              <a:gd name="connsiteY0" fmla="*/ 91215 h 537944"/>
              <a:gd name="connsiteX1" fmla="*/ 3369408 w 3620216"/>
              <a:gd name="connsiteY1" fmla="*/ 147877 h 537944"/>
              <a:gd name="connsiteX2" fmla="*/ 3373657 w 3620216"/>
              <a:gd name="connsiteY2" fmla="*/ 148872 h 537944"/>
              <a:gd name="connsiteX0" fmla="*/ 0 w 3630568"/>
              <a:gd name="connsiteY0" fmla="*/ 91215 h 537944"/>
              <a:gd name="connsiteX1" fmla="*/ 3369408 w 3630568"/>
              <a:gd name="connsiteY1" fmla="*/ 147877 h 537944"/>
              <a:gd name="connsiteX2" fmla="*/ 3411757 w 3630568"/>
              <a:gd name="connsiteY2" fmla="*/ 402872 h 537944"/>
              <a:gd name="connsiteX0" fmla="*/ 0 w 3411757"/>
              <a:gd name="connsiteY0" fmla="*/ 68132 h 1065862"/>
              <a:gd name="connsiteX1" fmla="*/ 1908908 w 3411757"/>
              <a:gd name="connsiteY1" fmla="*/ 759794 h 1065862"/>
              <a:gd name="connsiteX2" fmla="*/ 3411757 w 3411757"/>
              <a:gd name="connsiteY2" fmla="*/ 379789 h 1065862"/>
              <a:gd name="connsiteX0" fmla="*/ 0 w 3386357"/>
              <a:gd name="connsiteY0" fmla="*/ 68132 h 1065862"/>
              <a:gd name="connsiteX1" fmla="*/ 1908908 w 3386357"/>
              <a:gd name="connsiteY1" fmla="*/ 759794 h 1065862"/>
              <a:gd name="connsiteX2" fmla="*/ 3386357 w 3386357"/>
              <a:gd name="connsiteY2" fmla="*/ 132139 h 1065862"/>
              <a:gd name="connsiteX0" fmla="*/ 0 w 3386357"/>
              <a:gd name="connsiteY0" fmla="*/ 118004 h 809773"/>
              <a:gd name="connsiteX1" fmla="*/ 1908908 w 3386357"/>
              <a:gd name="connsiteY1" fmla="*/ 809666 h 809773"/>
              <a:gd name="connsiteX2" fmla="*/ 3386357 w 3386357"/>
              <a:gd name="connsiteY2" fmla="*/ 182011 h 809773"/>
              <a:gd name="connsiteX0" fmla="*/ 0 w 3386357"/>
              <a:gd name="connsiteY0" fmla="*/ 0 h 691769"/>
              <a:gd name="connsiteX1" fmla="*/ 1908908 w 3386357"/>
              <a:gd name="connsiteY1" fmla="*/ 691662 h 691769"/>
              <a:gd name="connsiteX2" fmla="*/ 3386357 w 3386357"/>
              <a:gd name="connsiteY2" fmla="*/ 64007 h 691769"/>
              <a:gd name="connsiteX0" fmla="*/ 0 w 3386357"/>
              <a:gd name="connsiteY0" fmla="*/ 0 h 691769"/>
              <a:gd name="connsiteX1" fmla="*/ 1908908 w 3386357"/>
              <a:gd name="connsiteY1" fmla="*/ 691662 h 691769"/>
              <a:gd name="connsiteX2" fmla="*/ 3386357 w 3386357"/>
              <a:gd name="connsiteY2" fmla="*/ 64007 h 691769"/>
              <a:gd name="connsiteX0" fmla="*/ 184224 w 3570581"/>
              <a:gd name="connsiteY0" fmla="*/ 8631 h 72638"/>
              <a:gd name="connsiteX1" fmla="*/ 613582 w 3570581"/>
              <a:gd name="connsiteY1" fmla="*/ 8143 h 72638"/>
              <a:gd name="connsiteX2" fmla="*/ 3570581 w 3570581"/>
              <a:gd name="connsiteY2" fmla="*/ 72638 h 72638"/>
              <a:gd name="connsiteX0" fmla="*/ 0 w 3386357"/>
              <a:gd name="connsiteY0" fmla="*/ 866 h 64873"/>
              <a:gd name="connsiteX1" fmla="*/ 429358 w 3386357"/>
              <a:gd name="connsiteY1" fmla="*/ 378 h 64873"/>
              <a:gd name="connsiteX2" fmla="*/ 3386357 w 3386357"/>
              <a:gd name="connsiteY2" fmla="*/ 64873 h 64873"/>
              <a:gd name="connsiteX0" fmla="*/ 0 w 3386357"/>
              <a:gd name="connsiteY0" fmla="*/ 866 h 631731"/>
              <a:gd name="connsiteX1" fmla="*/ 429358 w 3386357"/>
              <a:gd name="connsiteY1" fmla="*/ 378 h 631731"/>
              <a:gd name="connsiteX2" fmla="*/ 3386357 w 3386357"/>
              <a:gd name="connsiteY2" fmla="*/ 64873 h 631731"/>
              <a:gd name="connsiteX0" fmla="*/ 0 w 3386357"/>
              <a:gd name="connsiteY0" fmla="*/ 866 h 1277325"/>
              <a:gd name="connsiteX1" fmla="*/ 429358 w 3386357"/>
              <a:gd name="connsiteY1" fmla="*/ 378 h 1277325"/>
              <a:gd name="connsiteX2" fmla="*/ 3386357 w 3386357"/>
              <a:gd name="connsiteY2" fmla="*/ 64873 h 1277325"/>
              <a:gd name="connsiteX0" fmla="*/ 0 w 3386357"/>
              <a:gd name="connsiteY0" fmla="*/ 866 h 1283754"/>
              <a:gd name="connsiteX1" fmla="*/ 429358 w 3386357"/>
              <a:gd name="connsiteY1" fmla="*/ 378 h 1283754"/>
              <a:gd name="connsiteX2" fmla="*/ 3386357 w 3386357"/>
              <a:gd name="connsiteY2" fmla="*/ 64873 h 1283754"/>
              <a:gd name="connsiteX0" fmla="*/ 0 w 3407039"/>
              <a:gd name="connsiteY0" fmla="*/ 866 h 788562"/>
              <a:gd name="connsiteX1" fmla="*/ 429358 w 3407039"/>
              <a:gd name="connsiteY1" fmla="*/ 378 h 788562"/>
              <a:gd name="connsiteX2" fmla="*/ 3386357 w 3407039"/>
              <a:gd name="connsiteY2" fmla="*/ 64873 h 788562"/>
              <a:gd name="connsiteX0" fmla="*/ 0 w 3407039"/>
              <a:gd name="connsiteY0" fmla="*/ 866 h 788562"/>
              <a:gd name="connsiteX1" fmla="*/ 429358 w 3407039"/>
              <a:gd name="connsiteY1" fmla="*/ 378 h 788562"/>
              <a:gd name="connsiteX2" fmla="*/ 3386357 w 3407039"/>
              <a:gd name="connsiteY2" fmla="*/ 64873 h 788562"/>
              <a:gd name="connsiteX0" fmla="*/ 0 w 1843109"/>
              <a:gd name="connsiteY0" fmla="*/ 866 h 1382155"/>
              <a:gd name="connsiteX1" fmla="*/ 429358 w 1843109"/>
              <a:gd name="connsiteY1" fmla="*/ 378 h 1382155"/>
              <a:gd name="connsiteX2" fmla="*/ 1805207 w 1843109"/>
              <a:gd name="connsiteY2" fmla="*/ 1118973 h 1382155"/>
              <a:gd name="connsiteX0" fmla="*/ 0 w 1905317"/>
              <a:gd name="connsiteY0" fmla="*/ 866 h 1382155"/>
              <a:gd name="connsiteX1" fmla="*/ 429358 w 1905317"/>
              <a:gd name="connsiteY1" fmla="*/ 378 h 1382155"/>
              <a:gd name="connsiteX2" fmla="*/ 1805207 w 1905317"/>
              <a:gd name="connsiteY2" fmla="*/ 1118973 h 1382155"/>
              <a:gd name="connsiteX3" fmla="*/ 1798858 w 1905317"/>
              <a:gd name="connsiteY3" fmla="*/ 1106272 h 1382155"/>
              <a:gd name="connsiteX0" fmla="*/ 0 w 3380008"/>
              <a:gd name="connsiteY0" fmla="*/ 866 h 1382155"/>
              <a:gd name="connsiteX1" fmla="*/ 429358 w 3380008"/>
              <a:gd name="connsiteY1" fmla="*/ 378 h 1382155"/>
              <a:gd name="connsiteX2" fmla="*/ 1805207 w 3380008"/>
              <a:gd name="connsiteY2" fmla="*/ 1118973 h 1382155"/>
              <a:gd name="connsiteX3" fmla="*/ 3380008 w 3380008"/>
              <a:gd name="connsiteY3" fmla="*/ 90272 h 1382155"/>
              <a:gd name="connsiteX0" fmla="*/ 0 w 3380008"/>
              <a:gd name="connsiteY0" fmla="*/ 866 h 1138072"/>
              <a:gd name="connsiteX1" fmla="*/ 429358 w 3380008"/>
              <a:gd name="connsiteY1" fmla="*/ 378 h 1138072"/>
              <a:gd name="connsiteX2" fmla="*/ 1805207 w 3380008"/>
              <a:gd name="connsiteY2" fmla="*/ 1118973 h 1138072"/>
              <a:gd name="connsiteX3" fmla="*/ 3380008 w 3380008"/>
              <a:gd name="connsiteY3" fmla="*/ 90272 h 1138072"/>
              <a:gd name="connsiteX0" fmla="*/ 0 w 3380009"/>
              <a:gd name="connsiteY0" fmla="*/ 866 h 1138636"/>
              <a:gd name="connsiteX1" fmla="*/ 429358 w 3380009"/>
              <a:gd name="connsiteY1" fmla="*/ 378 h 1138636"/>
              <a:gd name="connsiteX2" fmla="*/ 1805207 w 3380009"/>
              <a:gd name="connsiteY2" fmla="*/ 1118973 h 1138636"/>
              <a:gd name="connsiteX3" fmla="*/ 3380008 w 3380009"/>
              <a:gd name="connsiteY3" fmla="*/ 90272 h 1138636"/>
              <a:gd name="connsiteX0" fmla="*/ 0 w 3411759"/>
              <a:gd name="connsiteY0" fmla="*/ 866 h 1131208"/>
              <a:gd name="connsiteX1" fmla="*/ 429358 w 3411759"/>
              <a:gd name="connsiteY1" fmla="*/ 378 h 1131208"/>
              <a:gd name="connsiteX2" fmla="*/ 1805207 w 3411759"/>
              <a:gd name="connsiteY2" fmla="*/ 1118973 h 1131208"/>
              <a:gd name="connsiteX3" fmla="*/ 3411758 w 3411759"/>
              <a:gd name="connsiteY3" fmla="*/ 179172 h 1131208"/>
              <a:gd name="connsiteX0" fmla="*/ 0 w 3411759"/>
              <a:gd name="connsiteY0" fmla="*/ 866 h 1131208"/>
              <a:gd name="connsiteX1" fmla="*/ 429358 w 3411759"/>
              <a:gd name="connsiteY1" fmla="*/ 378 h 1131208"/>
              <a:gd name="connsiteX2" fmla="*/ 1805207 w 3411759"/>
              <a:gd name="connsiteY2" fmla="*/ 1118973 h 1131208"/>
              <a:gd name="connsiteX3" fmla="*/ 3411758 w 3411759"/>
              <a:gd name="connsiteY3" fmla="*/ 179172 h 1131208"/>
              <a:gd name="connsiteX0" fmla="*/ 0 w 3411759"/>
              <a:gd name="connsiteY0" fmla="*/ 866 h 1150731"/>
              <a:gd name="connsiteX1" fmla="*/ 429358 w 3411759"/>
              <a:gd name="connsiteY1" fmla="*/ 378 h 1150731"/>
              <a:gd name="connsiteX2" fmla="*/ 1805207 w 3411759"/>
              <a:gd name="connsiteY2" fmla="*/ 1118973 h 1150731"/>
              <a:gd name="connsiteX3" fmla="*/ 3411758 w 3411759"/>
              <a:gd name="connsiteY3" fmla="*/ 179172 h 1150731"/>
              <a:gd name="connsiteX0" fmla="*/ 0 w 3411759"/>
              <a:gd name="connsiteY0" fmla="*/ 866 h 1298019"/>
              <a:gd name="connsiteX1" fmla="*/ 429358 w 3411759"/>
              <a:gd name="connsiteY1" fmla="*/ 378 h 1298019"/>
              <a:gd name="connsiteX2" fmla="*/ 1856007 w 3411759"/>
              <a:gd name="connsiteY2" fmla="*/ 1290423 h 1298019"/>
              <a:gd name="connsiteX3" fmla="*/ 3411758 w 3411759"/>
              <a:gd name="connsiteY3" fmla="*/ 179172 h 1298019"/>
              <a:gd name="connsiteX0" fmla="*/ 0 w 3411758"/>
              <a:gd name="connsiteY0" fmla="*/ 866 h 1295827"/>
              <a:gd name="connsiteX1" fmla="*/ 429358 w 3411758"/>
              <a:gd name="connsiteY1" fmla="*/ 378 h 1295827"/>
              <a:gd name="connsiteX2" fmla="*/ 1856007 w 3411758"/>
              <a:gd name="connsiteY2" fmla="*/ 1290423 h 1295827"/>
              <a:gd name="connsiteX3" fmla="*/ 3411758 w 3411758"/>
              <a:gd name="connsiteY3" fmla="*/ 179172 h 1295827"/>
              <a:gd name="connsiteX0" fmla="*/ 0 w 3411758"/>
              <a:gd name="connsiteY0" fmla="*/ 866 h 1295827"/>
              <a:gd name="connsiteX1" fmla="*/ 429358 w 3411758"/>
              <a:gd name="connsiteY1" fmla="*/ 378 h 1295827"/>
              <a:gd name="connsiteX2" fmla="*/ 1856007 w 3411758"/>
              <a:gd name="connsiteY2" fmla="*/ 1290423 h 1295827"/>
              <a:gd name="connsiteX3" fmla="*/ 3411758 w 3411758"/>
              <a:gd name="connsiteY3" fmla="*/ 179172 h 1295827"/>
              <a:gd name="connsiteX0" fmla="*/ 0 w 3608609"/>
              <a:gd name="connsiteY0" fmla="*/ 866 h 1291461"/>
              <a:gd name="connsiteX1" fmla="*/ 429358 w 3608609"/>
              <a:gd name="connsiteY1" fmla="*/ 378 h 1291461"/>
              <a:gd name="connsiteX2" fmla="*/ 1856007 w 3608609"/>
              <a:gd name="connsiteY2" fmla="*/ 1290423 h 1291461"/>
              <a:gd name="connsiteX3" fmla="*/ 3608608 w 3608609"/>
              <a:gd name="connsiteY3" fmla="*/ 236322 h 1291461"/>
              <a:gd name="connsiteX0" fmla="*/ 0 w 3653059"/>
              <a:gd name="connsiteY0" fmla="*/ 866 h 1293542"/>
              <a:gd name="connsiteX1" fmla="*/ 429358 w 3653059"/>
              <a:gd name="connsiteY1" fmla="*/ 378 h 1293542"/>
              <a:gd name="connsiteX2" fmla="*/ 1856007 w 3653059"/>
              <a:gd name="connsiteY2" fmla="*/ 1290423 h 1293542"/>
              <a:gd name="connsiteX3" fmla="*/ 3653058 w 3653059"/>
              <a:gd name="connsiteY3" fmla="*/ 388722 h 1293542"/>
              <a:gd name="connsiteX0" fmla="*/ 0 w 3653059"/>
              <a:gd name="connsiteY0" fmla="*/ 866 h 1293542"/>
              <a:gd name="connsiteX1" fmla="*/ 429358 w 3653059"/>
              <a:gd name="connsiteY1" fmla="*/ 378 h 1293542"/>
              <a:gd name="connsiteX2" fmla="*/ 1856007 w 3653059"/>
              <a:gd name="connsiteY2" fmla="*/ 1290423 h 1293542"/>
              <a:gd name="connsiteX3" fmla="*/ 3653058 w 3653059"/>
              <a:gd name="connsiteY3" fmla="*/ 388722 h 1293542"/>
              <a:gd name="connsiteX0" fmla="*/ 0 w 3494309"/>
              <a:gd name="connsiteY0" fmla="*/ 866 h 1296832"/>
              <a:gd name="connsiteX1" fmla="*/ 429358 w 3494309"/>
              <a:gd name="connsiteY1" fmla="*/ 378 h 1296832"/>
              <a:gd name="connsiteX2" fmla="*/ 1856007 w 3494309"/>
              <a:gd name="connsiteY2" fmla="*/ 1290423 h 1296832"/>
              <a:gd name="connsiteX3" fmla="*/ 3494308 w 3494309"/>
              <a:gd name="connsiteY3" fmla="*/ 528422 h 1296832"/>
              <a:gd name="connsiteX0" fmla="*/ 0 w 3437159"/>
              <a:gd name="connsiteY0" fmla="*/ 866 h 1291087"/>
              <a:gd name="connsiteX1" fmla="*/ 429358 w 3437159"/>
              <a:gd name="connsiteY1" fmla="*/ 378 h 1291087"/>
              <a:gd name="connsiteX2" fmla="*/ 1856007 w 3437159"/>
              <a:gd name="connsiteY2" fmla="*/ 1290423 h 1291087"/>
              <a:gd name="connsiteX3" fmla="*/ 3437158 w 3437159"/>
              <a:gd name="connsiteY3" fmla="*/ 191872 h 1291087"/>
              <a:gd name="connsiteX0" fmla="*/ 0 w 3552473"/>
              <a:gd name="connsiteY0" fmla="*/ 866 h 1291087"/>
              <a:gd name="connsiteX1" fmla="*/ 429358 w 3552473"/>
              <a:gd name="connsiteY1" fmla="*/ 378 h 1291087"/>
              <a:gd name="connsiteX2" fmla="*/ 1856007 w 3552473"/>
              <a:gd name="connsiteY2" fmla="*/ 1290423 h 1291087"/>
              <a:gd name="connsiteX3" fmla="*/ 3437158 w 3552473"/>
              <a:gd name="connsiteY3" fmla="*/ 191872 h 1291087"/>
              <a:gd name="connsiteX4" fmla="*/ 3430807 w 3552473"/>
              <a:gd name="connsiteY4" fmla="*/ 198222 h 1291087"/>
              <a:gd name="connsiteX0" fmla="*/ 0 w 3792770"/>
              <a:gd name="connsiteY0" fmla="*/ 866 h 1291087"/>
              <a:gd name="connsiteX1" fmla="*/ 429358 w 3792770"/>
              <a:gd name="connsiteY1" fmla="*/ 378 h 1291087"/>
              <a:gd name="connsiteX2" fmla="*/ 1856007 w 3792770"/>
              <a:gd name="connsiteY2" fmla="*/ 1290423 h 1291087"/>
              <a:gd name="connsiteX3" fmla="*/ 3437158 w 3792770"/>
              <a:gd name="connsiteY3" fmla="*/ 191872 h 1291087"/>
              <a:gd name="connsiteX4" fmla="*/ 3792757 w 3792770"/>
              <a:gd name="connsiteY4" fmla="*/ 407772 h 1291087"/>
              <a:gd name="connsiteX0" fmla="*/ 0 w 3976911"/>
              <a:gd name="connsiteY0" fmla="*/ 866 h 1291087"/>
              <a:gd name="connsiteX1" fmla="*/ 429358 w 3976911"/>
              <a:gd name="connsiteY1" fmla="*/ 378 h 1291087"/>
              <a:gd name="connsiteX2" fmla="*/ 1856007 w 3976911"/>
              <a:gd name="connsiteY2" fmla="*/ 1290423 h 1291087"/>
              <a:gd name="connsiteX3" fmla="*/ 3437158 w 3976911"/>
              <a:gd name="connsiteY3" fmla="*/ 191872 h 1291087"/>
              <a:gd name="connsiteX4" fmla="*/ 3976907 w 3976911"/>
              <a:gd name="connsiteY4" fmla="*/ 185522 h 1291087"/>
              <a:gd name="connsiteX0" fmla="*/ 0 w 3976911"/>
              <a:gd name="connsiteY0" fmla="*/ 866 h 1291087"/>
              <a:gd name="connsiteX1" fmla="*/ 429358 w 3976911"/>
              <a:gd name="connsiteY1" fmla="*/ 378 h 1291087"/>
              <a:gd name="connsiteX2" fmla="*/ 1856007 w 3976911"/>
              <a:gd name="connsiteY2" fmla="*/ 1290423 h 1291087"/>
              <a:gd name="connsiteX3" fmla="*/ 3437158 w 3976911"/>
              <a:gd name="connsiteY3" fmla="*/ 191872 h 1291087"/>
              <a:gd name="connsiteX4" fmla="*/ 3976907 w 3976911"/>
              <a:gd name="connsiteY4" fmla="*/ 185522 h 1291087"/>
              <a:gd name="connsiteX0" fmla="*/ 0 w 3437159"/>
              <a:gd name="connsiteY0" fmla="*/ 866 h 1291087"/>
              <a:gd name="connsiteX1" fmla="*/ 429358 w 3437159"/>
              <a:gd name="connsiteY1" fmla="*/ 378 h 1291087"/>
              <a:gd name="connsiteX2" fmla="*/ 1856007 w 3437159"/>
              <a:gd name="connsiteY2" fmla="*/ 1290423 h 1291087"/>
              <a:gd name="connsiteX3" fmla="*/ 3437158 w 3437159"/>
              <a:gd name="connsiteY3" fmla="*/ 191872 h 1291087"/>
              <a:gd name="connsiteX0" fmla="*/ 0 w 3386359"/>
              <a:gd name="connsiteY0" fmla="*/ 866 h 1290523"/>
              <a:gd name="connsiteX1" fmla="*/ 429358 w 3386359"/>
              <a:gd name="connsiteY1" fmla="*/ 378 h 1290523"/>
              <a:gd name="connsiteX2" fmla="*/ 1856007 w 3386359"/>
              <a:gd name="connsiteY2" fmla="*/ 1290423 h 1290523"/>
              <a:gd name="connsiteX3" fmla="*/ 3386358 w 3386359"/>
              <a:gd name="connsiteY3" fmla="*/ 77572 h 1290523"/>
              <a:gd name="connsiteX0" fmla="*/ 0 w 3386359"/>
              <a:gd name="connsiteY0" fmla="*/ 866 h 1290523"/>
              <a:gd name="connsiteX1" fmla="*/ 429358 w 3386359"/>
              <a:gd name="connsiteY1" fmla="*/ 378 h 1290523"/>
              <a:gd name="connsiteX2" fmla="*/ 1856007 w 3386359"/>
              <a:gd name="connsiteY2" fmla="*/ 1290423 h 1290523"/>
              <a:gd name="connsiteX3" fmla="*/ 3386358 w 3386359"/>
              <a:gd name="connsiteY3" fmla="*/ 77572 h 1290523"/>
              <a:gd name="connsiteX0" fmla="*/ 0 w 3513359"/>
              <a:gd name="connsiteY0" fmla="*/ 866 h 1291344"/>
              <a:gd name="connsiteX1" fmla="*/ 429358 w 3513359"/>
              <a:gd name="connsiteY1" fmla="*/ 378 h 1291344"/>
              <a:gd name="connsiteX2" fmla="*/ 1856007 w 3513359"/>
              <a:gd name="connsiteY2" fmla="*/ 1290423 h 1291344"/>
              <a:gd name="connsiteX3" fmla="*/ 3513358 w 3513359"/>
              <a:gd name="connsiteY3" fmla="*/ 223622 h 1291344"/>
              <a:gd name="connsiteX0" fmla="*/ 0 w 3636124"/>
              <a:gd name="connsiteY0" fmla="*/ 866 h 1291344"/>
              <a:gd name="connsiteX1" fmla="*/ 429358 w 3636124"/>
              <a:gd name="connsiteY1" fmla="*/ 378 h 1291344"/>
              <a:gd name="connsiteX2" fmla="*/ 1856007 w 3636124"/>
              <a:gd name="connsiteY2" fmla="*/ 1290423 h 1291344"/>
              <a:gd name="connsiteX3" fmla="*/ 3513358 w 3636124"/>
              <a:gd name="connsiteY3" fmla="*/ 223622 h 1291344"/>
              <a:gd name="connsiteX4" fmla="*/ 3513356 w 3636124"/>
              <a:gd name="connsiteY4" fmla="*/ 223621 h 1291344"/>
              <a:gd name="connsiteX0" fmla="*/ 0 w 3837206"/>
              <a:gd name="connsiteY0" fmla="*/ 866 h 1291344"/>
              <a:gd name="connsiteX1" fmla="*/ 429358 w 3837206"/>
              <a:gd name="connsiteY1" fmla="*/ 378 h 1291344"/>
              <a:gd name="connsiteX2" fmla="*/ 1856007 w 3837206"/>
              <a:gd name="connsiteY2" fmla="*/ 1290423 h 1291344"/>
              <a:gd name="connsiteX3" fmla="*/ 3513358 w 3837206"/>
              <a:gd name="connsiteY3" fmla="*/ 223622 h 1291344"/>
              <a:gd name="connsiteX4" fmla="*/ 3837206 w 3837206"/>
              <a:gd name="connsiteY4" fmla="*/ 185521 h 1291344"/>
              <a:gd name="connsiteX0" fmla="*/ 0 w 3983256"/>
              <a:gd name="connsiteY0" fmla="*/ 866 h 1291344"/>
              <a:gd name="connsiteX1" fmla="*/ 429358 w 3983256"/>
              <a:gd name="connsiteY1" fmla="*/ 378 h 1291344"/>
              <a:gd name="connsiteX2" fmla="*/ 1856007 w 3983256"/>
              <a:gd name="connsiteY2" fmla="*/ 1290423 h 1291344"/>
              <a:gd name="connsiteX3" fmla="*/ 3513358 w 3983256"/>
              <a:gd name="connsiteY3" fmla="*/ 223622 h 1291344"/>
              <a:gd name="connsiteX4" fmla="*/ 3983256 w 3983256"/>
              <a:gd name="connsiteY4" fmla="*/ 528421 h 1291344"/>
              <a:gd name="connsiteX0" fmla="*/ 0 w 3983266"/>
              <a:gd name="connsiteY0" fmla="*/ 866 h 1291344"/>
              <a:gd name="connsiteX1" fmla="*/ 429358 w 3983266"/>
              <a:gd name="connsiteY1" fmla="*/ 378 h 1291344"/>
              <a:gd name="connsiteX2" fmla="*/ 1856007 w 3983266"/>
              <a:gd name="connsiteY2" fmla="*/ 1290423 h 1291344"/>
              <a:gd name="connsiteX3" fmla="*/ 3513358 w 3983266"/>
              <a:gd name="connsiteY3" fmla="*/ 223622 h 1291344"/>
              <a:gd name="connsiteX4" fmla="*/ 3983256 w 3983266"/>
              <a:gd name="connsiteY4" fmla="*/ 528421 h 1291344"/>
              <a:gd name="connsiteX0" fmla="*/ 0 w 3983256"/>
              <a:gd name="connsiteY0" fmla="*/ 866 h 1298132"/>
              <a:gd name="connsiteX1" fmla="*/ 429358 w 3983256"/>
              <a:gd name="connsiteY1" fmla="*/ 378 h 1298132"/>
              <a:gd name="connsiteX2" fmla="*/ 1856007 w 3983256"/>
              <a:gd name="connsiteY2" fmla="*/ 1290423 h 1298132"/>
              <a:gd name="connsiteX3" fmla="*/ 3983256 w 3983256"/>
              <a:gd name="connsiteY3" fmla="*/ 528421 h 1298132"/>
              <a:gd name="connsiteX0" fmla="*/ 0 w 3716556"/>
              <a:gd name="connsiteY0" fmla="*/ 866 h 1291492"/>
              <a:gd name="connsiteX1" fmla="*/ 429358 w 3716556"/>
              <a:gd name="connsiteY1" fmla="*/ 378 h 1291492"/>
              <a:gd name="connsiteX2" fmla="*/ 1856007 w 3716556"/>
              <a:gd name="connsiteY2" fmla="*/ 1290423 h 1291492"/>
              <a:gd name="connsiteX3" fmla="*/ 3716556 w 3716556"/>
              <a:gd name="connsiteY3" fmla="*/ 223621 h 1291492"/>
              <a:gd name="connsiteX0" fmla="*/ 0 w 3716556"/>
              <a:gd name="connsiteY0" fmla="*/ 866 h 1291828"/>
              <a:gd name="connsiteX1" fmla="*/ 429358 w 3716556"/>
              <a:gd name="connsiteY1" fmla="*/ 378 h 1291828"/>
              <a:gd name="connsiteX2" fmla="*/ 1856007 w 3716556"/>
              <a:gd name="connsiteY2" fmla="*/ 1290423 h 1291828"/>
              <a:gd name="connsiteX3" fmla="*/ 3716556 w 3716556"/>
              <a:gd name="connsiteY3" fmla="*/ 223621 h 1291828"/>
              <a:gd name="connsiteX0" fmla="*/ 0 w 3360956"/>
              <a:gd name="connsiteY0" fmla="*/ 866 h 1290625"/>
              <a:gd name="connsiteX1" fmla="*/ 429358 w 3360956"/>
              <a:gd name="connsiteY1" fmla="*/ 378 h 1290625"/>
              <a:gd name="connsiteX2" fmla="*/ 1856007 w 3360956"/>
              <a:gd name="connsiteY2" fmla="*/ 1290423 h 1290625"/>
              <a:gd name="connsiteX3" fmla="*/ 3360956 w 3360956"/>
              <a:gd name="connsiteY3" fmla="*/ 90271 h 1290625"/>
              <a:gd name="connsiteX0" fmla="*/ 0 w 3375802"/>
              <a:gd name="connsiteY0" fmla="*/ 866 h 1290625"/>
              <a:gd name="connsiteX1" fmla="*/ 429358 w 3375802"/>
              <a:gd name="connsiteY1" fmla="*/ 378 h 1290625"/>
              <a:gd name="connsiteX2" fmla="*/ 1856007 w 3375802"/>
              <a:gd name="connsiteY2" fmla="*/ 1290423 h 1290625"/>
              <a:gd name="connsiteX3" fmla="*/ 3360956 w 3375802"/>
              <a:gd name="connsiteY3" fmla="*/ 90271 h 1290625"/>
              <a:gd name="connsiteX0" fmla="*/ 0 w 3379361"/>
              <a:gd name="connsiteY0" fmla="*/ 866 h 1296731"/>
              <a:gd name="connsiteX1" fmla="*/ 429358 w 3379361"/>
              <a:gd name="connsiteY1" fmla="*/ 378 h 1296731"/>
              <a:gd name="connsiteX2" fmla="*/ 1856007 w 3379361"/>
              <a:gd name="connsiteY2" fmla="*/ 1290423 h 1296731"/>
              <a:gd name="connsiteX3" fmla="*/ 3360956 w 3379361"/>
              <a:gd name="connsiteY3" fmla="*/ 90271 h 1296731"/>
              <a:gd name="connsiteX0" fmla="*/ 0 w 3379361"/>
              <a:gd name="connsiteY0" fmla="*/ 866 h 1294580"/>
              <a:gd name="connsiteX1" fmla="*/ 429358 w 3379361"/>
              <a:gd name="connsiteY1" fmla="*/ 378 h 1294580"/>
              <a:gd name="connsiteX2" fmla="*/ 1856007 w 3379361"/>
              <a:gd name="connsiteY2" fmla="*/ 1290423 h 1294580"/>
              <a:gd name="connsiteX3" fmla="*/ 3360956 w 3379361"/>
              <a:gd name="connsiteY3" fmla="*/ 90271 h 1294580"/>
              <a:gd name="connsiteX0" fmla="*/ 0 w 3379361"/>
              <a:gd name="connsiteY0" fmla="*/ 866 h 1290504"/>
              <a:gd name="connsiteX1" fmla="*/ 429358 w 3379361"/>
              <a:gd name="connsiteY1" fmla="*/ 378 h 1290504"/>
              <a:gd name="connsiteX2" fmla="*/ 1856007 w 3379361"/>
              <a:gd name="connsiteY2" fmla="*/ 1290423 h 1290504"/>
              <a:gd name="connsiteX3" fmla="*/ 3360956 w 3379361"/>
              <a:gd name="connsiteY3" fmla="*/ 90271 h 1290504"/>
              <a:gd name="connsiteX0" fmla="*/ 0 w 3379363"/>
              <a:gd name="connsiteY0" fmla="*/ 866 h 1290504"/>
              <a:gd name="connsiteX1" fmla="*/ 429358 w 3379363"/>
              <a:gd name="connsiteY1" fmla="*/ 378 h 1290504"/>
              <a:gd name="connsiteX2" fmla="*/ 1856007 w 3379363"/>
              <a:gd name="connsiteY2" fmla="*/ 1290423 h 1290504"/>
              <a:gd name="connsiteX3" fmla="*/ 3360956 w 3379363"/>
              <a:gd name="connsiteY3" fmla="*/ 90271 h 1290504"/>
              <a:gd name="connsiteX0" fmla="*/ 0 w 3379147"/>
              <a:gd name="connsiteY0" fmla="*/ 866 h 1379379"/>
              <a:gd name="connsiteX1" fmla="*/ 429358 w 3379147"/>
              <a:gd name="connsiteY1" fmla="*/ 378 h 1379379"/>
              <a:gd name="connsiteX2" fmla="*/ 1843307 w 3379147"/>
              <a:gd name="connsiteY2" fmla="*/ 1379323 h 1379379"/>
              <a:gd name="connsiteX3" fmla="*/ 3360956 w 3379147"/>
              <a:gd name="connsiteY3" fmla="*/ 90271 h 1379379"/>
              <a:gd name="connsiteX0" fmla="*/ 0 w 3383952"/>
              <a:gd name="connsiteY0" fmla="*/ 866 h 1379355"/>
              <a:gd name="connsiteX1" fmla="*/ 429358 w 3383952"/>
              <a:gd name="connsiteY1" fmla="*/ 378 h 1379355"/>
              <a:gd name="connsiteX2" fmla="*/ 1843307 w 3383952"/>
              <a:gd name="connsiteY2" fmla="*/ 1379323 h 1379355"/>
              <a:gd name="connsiteX3" fmla="*/ 3360956 w 3383952"/>
              <a:gd name="connsiteY3" fmla="*/ 90271 h 1379355"/>
              <a:gd name="connsiteX0" fmla="*/ 1855414 w 2972416"/>
              <a:gd name="connsiteY0" fmla="*/ 7070 h 1379209"/>
              <a:gd name="connsiteX1" fmla="*/ 17822 w 2972416"/>
              <a:gd name="connsiteY1" fmla="*/ 232 h 1379209"/>
              <a:gd name="connsiteX2" fmla="*/ 1431771 w 2972416"/>
              <a:gd name="connsiteY2" fmla="*/ 1379177 h 1379209"/>
              <a:gd name="connsiteX3" fmla="*/ 2949420 w 2972416"/>
              <a:gd name="connsiteY3" fmla="*/ 90125 h 1379209"/>
              <a:gd name="connsiteX0" fmla="*/ 1837592 w 2954594"/>
              <a:gd name="connsiteY0" fmla="*/ 6838 h 1378977"/>
              <a:gd name="connsiteX1" fmla="*/ 0 w 2954594"/>
              <a:gd name="connsiteY1" fmla="*/ 0 h 1378977"/>
              <a:gd name="connsiteX2" fmla="*/ 1413949 w 2954594"/>
              <a:gd name="connsiteY2" fmla="*/ 1378945 h 1378977"/>
              <a:gd name="connsiteX3" fmla="*/ 2931598 w 2954594"/>
              <a:gd name="connsiteY3" fmla="*/ 89893 h 1378977"/>
              <a:gd name="connsiteX0" fmla="*/ 1837592 w 2966235"/>
              <a:gd name="connsiteY0" fmla="*/ 6838 h 1378963"/>
              <a:gd name="connsiteX1" fmla="*/ 0 w 2966235"/>
              <a:gd name="connsiteY1" fmla="*/ 0 h 1378963"/>
              <a:gd name="connsiteX2" fmla="*/ 1413949 w 2966235"/>
              <a:gd name="connsiteY2" fmla="*/ 1378945 h 1378963"/>
              <a:gd name="connsiteX3" fmla="*/ 2931598 w 2966235"/>
              <a:gd name="connsiteY3" fmla="*/ 89893 h 1378963"/>
              <a:gd name="connsiteX0" fmla="*/ 1837592 w 2973619"/>
              <a:gd name="connsiteY0" fmla="*/ 6838 h 1398012"/>
              <a:gd name="connsiteX1" fmla="*/ 0 w 2973619"/>
              <a:gd name="connsiteY1" fmla="*/ 0 h 1398012"/>
              <a:gd name="connsiteX2" fmla="*/ 1528249 w 2973619"/>
              <a:gd name="connsiteY2" fmla="*/ 1397995 h 1398012"/>
              <a:gd name="connsiteX3" fmla="*/ 2931598 w 2973619"/>
              <a:gd name="connsiteY3" fmla="*/ 89893 h 1398012"/>
              <a:gd name="connsiteX0" fmla="*/ 1837608 w 2973635"/>
              <a:gd name="connsiteY0" fmla="*/ 6838 h 1398029"/>
              <a:gd name="connsiteX1" fmla="*/ 16 w 2973635"/>
              <a:gd name="connsiteY1" fmla="*/ 0 h 1398029"/>
              <a:gd name="connsiteX2" fmla="*/ 1528265 w 2973635"/>
              <a:gd name="connsiteY2" fmla="*/ 1397995 h 1398029"/>
              <a:gd name="connsiteX3" fmla="*/ 2931614 w 2973635"/>
              <a:gd name="connsiteY3" fmla="*/ 89893 h 1398029"/>
              <a:gd name="connsiteX0" fmla="*/ 1837592 w 2973619"/>
              <a:gd name="connsiteY0" fmla="*/ 6838 h 1398016"/>
              <a:gd name="connsiteX1" fmla="*/ 0 w 2973619"/>
              <a:gd name="connsiteY1" fmla="*/ 0 h 1398016"/>
              <a:gd name="connsiteX2" fmla="*/ 1528249 w 2973619"/>
              <a:gd name="connsiteY2" fmla="*/ 1397995 h 1398016"/>
              <a:gd name="connsiteX3" fmla="*/ 2931598 w 2973619"/>
              <a:gd name="connsiteY3" fmla="*/ 89893 h 1398016"/>
              <a:gd name="connsiteX0" fmla="*/ 1837592 w 2973619"/>
              <a:gd name="connsiteY0" fmla="*/ 6838 h 1398135"/>
              <a:gd name="connsiteX1" fmla="*/ 0 w 2973619"/>
              <a:gd name="connsiteY1" fmla="*/ 0 h 1398135"/>
              <a:gd name="connsiteX2" fmla="*/ 1528249 w 2973619"/>
              <a:gd name="connsiteY2" fmla="*/ 1397995 h 1398135"/>
              <a:gd name="connsiteX3" fmla="*/ 2931598 w 2973619"/>
              <a:gd name="connsiteY3" fmla="*/ 89893 h 1398135"/>
              <a:gd name="connsiteX0" fmla="*/ 1837592 w 2973619"/>
              <a:gd name="connsiteY0" fmla="*/ 6838 h 1398048"/>
              <a:gd name="connsiteX1" fmla="*/ 0 w 2973619"/>
              <a:gd name="connsiteY1" fmla="*/ 0 h 1398048"/>
              <a:gd name="connsiteX2" fmla="*/ 1528249 w 2973619"/>
              <a:gd name="connsiteY2" fmla="*/ 1397995 h 1398048"/>
              <a:gd name="connsiteX3" fmla="*/ 2931598 w 2973619"/>
              <a:gd name="connsiteY3" fmla="*/ 89893 h 1398048"/>
              <a:gd name="connsiteX0" fmla="*/ 1837592 w 2973141"/>
              <a:gd name="connsiteY0" fmla="*/ 6838 h 1505970"/>
              <a:gd name="connsiteX1" fmla="*/ 0 w 2973141"/>
              <a:gd name="connsiteY1" fmla="*/ 0 h 1505970"/>
              <a:gd name="connsiteX2" fmla="*/ 1521899 w 2973141"/>
              <a:gd name="connsiteY2" fmla="*/ 1505945 h 1505970"/>
              <a:gd name="connsiteX3" fmla="*/ 2931598 w 2973141"/>
              <a:gd name="connsiteY3" fmla="*/ 89893 h 1505970"/>
              <a:gd name="connsiteX0" fmla="*/ 1837592 w 2955537"/>
              <a:gd name="connsiteY0" fmla="*/ 6838 h 1505957"/>
              <a:gd name="connsiteX1" fmla="*/ 0 w 2955537"/>
              <a:gd name="connsiteY1" fmla="*/ 0 h 1505957"/>
              <a:gd name="connsiteX2" fmla="*/ 1521899 w 2955537"/>
              <a:gd name="connsiteY2" fmla="*/ 1505945 h 1505957"/>
              <a:gd name="connsiteX3" fmla="*/ 2931598 w 2955537"/>
              <a:gd name="connsiteY3" fmla="*/ 89893 h 1505957"/>
              <a:gd name="connsiteX0" fmla="*/ 1405792 w 2955537"/>
              <a:gd name="connsiteY0" fmla="*/ 6838 h 1505957"/>
              <a:gd name="connsiteX1" fmla="*/ 0 w 2955537"/>
              <a:gd name="connsiteY1" fmla="*/ 0 h 1505957"/>
              <a:gd name="connsiteX2" fmla="*/ 1521899 w 2955537"/>
              <a:gd name="connsiteY2" fmla="*/ 1505945 h 1505957"/>
              <a:gd name="connsiteX3" fmla="*/ 2931598 w 2955537"/>
              <a:gd name="connsiteY3" fmla="*/ 89893 h 1505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5537" h="1505957">
                <a:moveTo>
                  <a:pt x="1405792" y="6838"/>
                </a:moveTo>
                <a:lnTo>
                  <a:pt x="0" y="0"/>
                </a:lnTo>
                <a:cubicBezTo>
                  <a:pt x="7766" y="1310548"/>
                  <a:pt x="1122069" y="1504141"/>
                  <a:pt x="1521899" y="1505945"/>
                </a:cubicBezTo>
                <a:cubicBezTo>
                  <a:pt x="2429737" y="1510041"/>
                  <a:pt x="3091671" y="483593"/>
                  <a:pt x="2931598" y="89893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00" name="实轴根轨迹1">
            <a:extLst>
              <a:ext uri="{FF2B5EF4-FFF2-40B4-BE49-F238E27FC236}">
                <a16:creationId xmlns:a16="http://schemas.microsoft.com/office/drawing/2014/main" id="{BEFFBDFB-880D-4162-376D-B34DB8709A6C}"/>
              </a:ext>
            </a:extLst>
          </p:cNvPr>
          <p:cNvCxnSpPr>
            <a:cxnSpLocks/>
          </p:cNvCxnSpPr>
          <p:nvPr/>
        </p:nvCxnSpPr>
        <p:spPr>
          <a:xfrm>
            <a:off x="4201510" y="4154935"/>
            <a:ext cx="162022" cy="1196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ylabel-1">
                <a:extLst>
                  <a:ext uri="{FF2B5EF4-FFF2-40B4-BE49-F238E27FC236}">
                    <a16:creationId xmlns:a16="http://schemas.microsoft.com/office/drawing/2014/main" id="{CF5DC2DA-07CC-F275-A09B-1F744F959343}"/>
                  </a:ext>
                </a:extLst>
              </p:cNvPr>
              <p:cNvSpPr txBox="1"/>
              <p:nvPr/>
            </p:nvSpPr>
            <p:spPr>
              <a:xfrm>
                <a:off x="4457777" y="3402035"/>
                <a:ext cx="520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126.45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0" name="ylabel-1">
                <a:extLst>
                  <a:ext uri="{FF2B5EF4-FFF2-40B4-BE49-F238E27FC236}">
                    <a16:creationId xmlns:a16="http://schemas.microsoft.com/office/drawing/2014/main" id="{CF5DC2DA-07CC-F275-A09B-1F744F959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77" y="3402035"/>
                <a:ext cx="520701" cy="369332"/>
              </a:xfrm>
              <a:prstGeom prst="rect">
                <a:avLst/>
              </a:prstGeom>
              <a:blipFill>
                <a:blip r:embed="rId7"/>
                <a:stretch>
                  <a:fillRect r="-604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ylabel-1">
                <a:extLst>
                  <a:ext uri="{FF2B5EF4-FFF2-40B4-BE49-F238E27FC236}">
                    <a16:creationId xmlns:a16="http://schemas.microsoft.com/office/drawing/2014/main" id="{2849B73B-72B7-16B3-BC8B-F3F24E948F23}"/>
                  </a:ext>
                </a:extLst>
              </p:cNvPr>
              <p:cNvSpPr txBox="1"/>
              <p:nvPr/>
            </p:nvSpPr>
            <p:spPr>
              <a:xfrm>
                <a:off x="4412831" y="4553589"/>
                <a:ext cx="520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−126.45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2" name="ylabel-1">
                <a:extLst>
                  <a:ext uri="{FF2B5EF4-FFF2-40B4-BE49-F238E27FC236}">
                    <a16:creationId xmlns:a16="http://schemas.microsoft.com/office/drawing/2014/main" id="{2849B73B-72B7-16B3-BC8B-F3F24E948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831" y="4553589"/>
                <a:ext cx="520701" cy="369332"/>
              </a:xfrm>
              <a:prstGeom prst="rect">
                <a:avLst/>
              </a:prstGeom>
              <a:blipFill>
                <a:blip r:embed="rId8"/>
                <a:stretch>
                  <a:fillRect r="-95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特征方程">
                <a:extLst>
                  <a:ext uri="{FF2B5EF4-FFF2-40B4-BE49-F238E27FC236}">
                    <a16:creationId xmlns:a16="http://schemas.microsoft.com/office/drawing/2014/main" id="{F3A668D6-7E6E-B9F0-D591-EA5D33A3E491}"/>
                  </a:ext>
                </a:extLst>
              </p:cNvPr>
              <p:cNvSpPr txBox="1"/>
              <p:nvPr/>
            </p:nvSpPr>
            <p:spPr>
              <a:xfrm>
                <a:off x="132010" y="895731"/>
                <a:ext cx="69713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+615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+15990=0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88" name="特征方程">
                <a:extLst>
                  <a:ext uri="{FF2B5EF4-FFF2-40B4-BE49-F238E27FC236}">
                    <a16:creationId xmlns:a16="http://schemas.microsoft.com/office/drawing/2014/main" id="{F3A668D6-7E6E-B9F0-D591-EA5D33A3E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10" y="895731"/>
                <a:ext cx="6971308" cy="523220"/>
              </a:xfrm>
              <a:prstGeom prst="rect">
                <a:avLst/>
              </a:prstGeom>
              <a:blipFill>
                <a:blip r:embed="rId9"/>
                <a:stretch>
                  <a:fillRect l="-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零点">
            <a:extLst>
              <a:ext uri="{FF2B5EF4-FFF2-40B4-BE49-F238E27FC236}">
                <a16:creationId xmlns:a16="http://schemas.microsoft.com/office/drawing/2014/main" id="{ADD12E9C-B2A7-C3A0-9254-B1225A47DA0A}"/>
              </a:ext>
            </a:extLst>
          </p:cNvPr>
          <p:cNvSpPr/>
          <p:nvPr/>
        </p:nvSpPr>
        <p:spPr>
          <a:xfrm>
            <a:off x="4245731" y="4047739"/>
            <a:ext cx="216000" cy="216000"/>
          </a:xfrm>
          <a:prstGeom prst="donut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极点2坐标">
                <a:extLst>
                  <a:ext uri="{FF2B5EF4-FFF2-40B4-BE49-F238E27FC236}">
                    <a16:creationId xmlns:a16="http://schemas.microsoft.com/office/drawing/2014/main" id="{63ACC0D6-9AC8-A366-8A5C-99DFFC8E1E69}"/>
                  </a:ext>
                </a:extLst>
              </p:cNvPr>
              <p:cNvSpPr txBox="1"/>
              <p:nvPr/>
            </p:nvSpPr>
            <p:spPr>
              <a:xfrm>
                <a:off x="2450691" y="3653315"/>
                <a:ext cx="520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−587.7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6" name="极点2坐标">
                <a:extLst>
                  <a:ext uri="{FF2B5EF4-FFF2-40B4-BE49-F238E27FC236}">
                    <a16:creationId xmlns:a16="http://schemas.microsoft.com/office/drawing/2014/main" id="{63ACC0D6-9AC8-A366-8A5C-99DFFC8E1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691" y="3653315"/>
                <a:ext cx="520701" cy="369332"/>
              </a:xfrm>
              <a:prstGeom prst="rect">
                <a:avLst/>
              </a:prstGeom>
              <a:blipFill>
                <a:blip r:embed="rId10"/>
                <a:stretch>
                  <a:fillRect r="-7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极点2">
            <a:extLst>
              <a:ext uri="{FF2B5EF4-FFF2-40B4-BE49-F238E27FC236}">
                <a16:creationId xmlns:a16="http://schemas.microsoft.com/office/drawing/2014/main" id="{4FADB75A-A995-FF0B-5A68-282644B94BE9}"/>
              </a:ext>
            </a:extLst>
          </p:cNvPr>
          <p:cNvSpPr/>
          <p:nvPr/>
        </p:nvSpPr>
        <p:spPr>
          <a:xfrm>
            <a:off x="2777180" y="4012391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极点1坐标">
                <a:extLst>
                  <a:ext uri="{FF2B5EF4-FFF2-40B4-BE49-F238E27FC236}">
                    <a16:creationId xmlns:a16="http://schemas.microsoft.com/office/drawing/2014/main" id="{D512043B-1C97-573E-6703-0C1D218CAF04}"/>
                  </a:ext>
                </a:extLst>
              </p:cNvPr>
              <p:cNvSpPr txBox="1"/>
              <p:nvPr/>
            </p:nvSpPr>
            <p:spPr>
              <a:xfrm>
                <a:off x="3601492" y="3646173"/>
                <a:ext cx="520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−27.7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5" name="极点1坐标">
                <a:extLst>
                  <a:ext uri="{FF2B5EF4-FFF2-40B4-BE49-F238E27FC236}">
                    <a16:creationId xmlns:a16="http://schemas.microsoft.com/office/drawing/2014/main" id="{D512043B-1C97-573E-6703-0C1D218CA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492" y="3646173"/>
                <a:ext cx="520701" cy="369332"/>
              </a:xfrm>
              <a:prstGeom prst="rect">
                <a:avLst/>
              </a:prstGeom>
              <a:blipFill>
                <a:blip r:embed="rId11"/>
                <a:stretch>
                  <a:fillRect r="-47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极点1">
            <a:extLst>
              <a:ext uri="{FF2B5EF4-FFF2-40B4-BE49-F238E27FC236}">
                <a16:creationId xmlns:a16="http://schemas.microsoft.com/office/drawing/2014/main" id="{6CFA6884-656D-5419-9E38-D4FC50B9A707}"/>
              </a:ext>
            </a:extLst>
          </p:cNvPr>
          <p:cNvSpPr/>
          <p:nvPr/>
        </p:nvSpPr>
        <p:spPr>
          <a:xfrm>
            <a:off x="4057494" y="4015391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分离点坐标">
                <a:extLst>
                  <a:ext uri="{FF2B5EF4-FFF2-40B4-BE49-F238E27FC236}">
                    <a16:creationId xmlns:a16="http://schemas.microsoft.com/office/drawing/2014/main" id="{926AB5AA-5958-745C-2CDE-B78CCDD47C0A}"/>
                  </a:ext>
                </a:extLst>
              </p:cNvPr>
              <p:cNvSpPr txBox="1"/>
              <p:nvPr/>
            </p:nvSpPr>
            <p:spPr>
              <a:xfrm>
                <a:off x="1424099" y="4145876"/>
                <a:ext cx="520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−1190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7" name="分离点坐标">
                <a:extLst>
                  <a:ext uri="{FF2B5EF4-FFF2-40B4-BE49-F238E27FC236}">
                    <a16:creationId xmlns:a16="http://schemas.microsoft.com/office/drawing/2014/main" id="{926AB5AA-5958-745C-2CDE-B78CCDD47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099" y="4145876"/>
                <a:ext cx="520701" cy="369332"/>
              </a:xfrm>
              <a:prstGeom prst="rect">
                <a:avLst/>
              </a:prstGeom>
              <a:blipFill>
                <a:blip r:embed="rId12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分离点">
            <a:extLst>
              <a:ext uri="{FF2B5EF4-FFF2-40B4-BE49-F238E27FC236}">
                <a16:creationId xmlns:a16="http://schemas.microsoft.com/office/drawing/2014/main" id="{541C979F-A4AE-18F0-6D61-6A5FA2ADB993}"/>
              </a:ext>
            </a:extLst>
          </p:cNvPr>
          <p:cNvSpPr/>
          <p:nvPr/>
        </p:nvSpPr>
        <p:spPr>
          <a:xfrm>
            <a:off x="1404906" y="409436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虚轴交点2">
            <a:extLst>
              <a:ext uri="{FF2B5EF4-FFF2-40B4-BE49-F238E27FC236}">
                <a16:creationId xmlns:a16="http://schemas.microsoft.com/office/drawing/2014/main" id="{38340FB8-1410-E2B8-0852-C5E71A3D26B3}"/>
              </a:ext>
            </a:extLst>
          </p:cNvPr>
          <p:cNvSpPr/>
          <p:nvPr/>
        </p:nvSpPr>
        <p:spPr>
          <a:xfrm>
            <a:off x="4307466" y="3558176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虚轴交点1">
            <a:extLst>
              <a:ext uri="{FF2B5EF4-FFF2-40B4-BE49-F238E27FC236}">
                <a16:creationId xmlns:a16="http://schemas.microsoft.com/office/drawing/2014/main" id="{112A4324-670C-C578-D8AF-56A0CB04F40B}"/>
              </a:ext>
            </a:extLst>
          </p:cNvPr>
          <p:cNvSpPr/>
          <p:nvPr/>
        </p:nvSpPr>
        <p:spPr>
          <a:xfrm>
            <a:off x="4300559" y="4693159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75" name="方框图">
            <a:extLst>
              <a:ext uri="{FF2B5EF4-FFF2-40B4-BE49-F238E27FC236}">
                <a16:creationId xmlns:a16="http://schemas.microsoft.com/office/drawing/2014/main" id="{FA6CE6E9-8EC9-4C50-7D8B-7739EC4E3505}"/>
              </a:ext>
            </a:extLst>
          </p:cNvPr>
          <p:cNvGrpSpPr/>
          <p:nvPr/>
        </p:nvGrpSpPr>
        <p:grpSpPr>
          <a:xfrm>
            <a:off x="7861920" y="235434"/>
            <a:ext cx="3965544" cy="954732"/>
            <a:chOff x="7824228" y="114910"/>
            <a:chExt cx="3965544" cy="95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G">
                  <a:extLst>
                    <a:ext uri="{FF2B5EF4-FFF2-40B4-BE49-F238E27FC236}">
                      <a16:creationId xmlns:a16="http://schemas.microsoft.com/office/drawing/2014/main" id="{B3604898-1F72-383A-1B16-E9816386E927}"/>
                    </a:ext>
                  </a:extLst>
                </p:cNvPr>
                <p:cNvSpPr/>
                <p:nvPr/>
              </p:nvSpPr>
              <p:spPr>
                <a:xfrm>
                  <a:off x="9664021" y="268955"/>
                  <a:ext cx="130881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615(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+26)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6" name="G">
                  <a:extLst>
                    <a:ext uri="{FF2B5EF4-FFF2-40B4-BE49-F238E27FC236}">
                      <a16:creationId xmlns:a16="http://schemas.microsoft.com/office/drawing/2014/main" id="{B3604898-1F72-383A-1B16-E9816386E9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4021" y="268955"/>
                  <a:ext cx="1308816" cy="720000"/>
                </a:xfrm>
                <a:prstGeom prst="rect">
                  <a:avLst/>
                </a:prstGeom>
                <a:blipFill>
                  <a:blip r:embed="rId13"/>
                  <a:stretch>
                    <a:fillRect l="-4717" r="-8491" b="-833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R连接">
              <a:extLst>
                <a:ext uri="{FF2B5EF4-FFF2-40B4-BE49-F238E27FC236}">
                  <a16:creationId xmlns:a16="http://schemas.microsoft.com/office/drawing/2014/main" id="{CDE22EE2-C157-75DE-967D-9F8E36E8EC7A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7993060" y="638130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">
                  <a:extLst>
                    <a:ext uri="{FF2B5EF4-FFF2-40B4-BE49-F238E27FC236}">
                      <a16:creationId xmlns:a16="http://schemas.microsoft.com/office/drawing/2014/main" id="{6F81E302-25B7-B0C6-9667-2A6873C88265}"/>
                    </a:ext>
                  </a:extLst>
                </p:cNvPr>
                <p:cNvSpPr txBox="1"/>
                <p:nvPr/>
              </p:nvSpPr>
              <p:spPr>
                <a:xfrm>
                  <a:off x="7824228" y="11491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">
                  <a:extLst>
                    <a:ext uri="{FF2B5EF4-FFF2-40B4-BE49-F238E27FC236}">
                      <a16:creationId xmlns:a16="http://schemas.microsoft.com/office/drawing/2014/main" id="{484A9A53-9848-B4E2-0637-DE523ADF1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228" y="114910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输出">
              <a:extLst>
                <a:ext uri="{FF2B5EF4-FFF2-40B4-BE49-F238E27FC236}">
                  <a16:creationId xmlns:a16="http://schemas.microsoft.com/office/drawing/2014/main" id="{1D96F1C1-74BC-439F-8751-8F0F289464F4}"/>
                </a:ext>
              </a:extLst>
            </p:cNvPr>
            <p:cNvCxnSpPr>
              <a:cxnSpLocks/>
              <a:stCxn id="76" idx="3"/>
            </p:cNvCxnSpPr>
            <p:nvPr/>
          </p:nvCxnSpPr>
          <p:spPr>
            <a:xfrm flipV="1">
              <a:off x="10972837" y="628954"/>
              <a:ext cx="776395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C">
                  <a:extLst>
                    <a:ext uri="{FF2B5EF4-FFF2-40B4-BE49-F238E27FC236}">
                      <a16:creationId xmlns:a16="http://schemas.microsoft.com/office/drawing/2014/main" id="{3EAF87BB-77E8-A684-2293-152DA696300C}"/>
                    </a:ext>
                  </a:extLst>
                </p:cNvPr>
                <p:cNvSpPr txBox="1"/>
                <p:nvPr/>
              </p:nvSpPr>
              <p:spPr>
                <a:xfrm>
                  <a:off x="10853668" y="11491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C">
                  <a:extLst>
                    <a:ext uri="{FF2B5EF4-FFF2-40B4-BE49-F238E27FC236}">
                      <a16:creationId xmlns:a16="http://schemas.microsoft.com/office/drawing/2014/main" id="{F4CE3E11-0B61-D764-9285-8359702C9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3668" y="114910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sum">
              <a:extLst>
                <a:ext uri="{FF2B5EF4-FFF2-40B4-BE49-F238E27FC236}">
                  <a16:creationId xmlns:a16="http://schemas.microsoft.com/office/drawing/2014/main" id="{6A5C8986-7E6F-1829-D871-0C3E370EB009}"/>
                </a:ext>
              </a:extLst>
            </p:cNvPr>
            <p:cNvSpPr/>
            <p:nvPr/>
          </p:nvSpPr>
          <p:spPr>
            <a:xfrm>
              <a:off x="8591501" y="49413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负号">
                  <a:extLst>
                    <a:ext uri="{FF2B5EF4-FFF2-40B4-BE49-F238E27FC236}">
                      <a16:creationId xmlns:a16="http://schemas.microsoft.com/office/drawing/2014/main" id="{69B0E142-7D77-2F70-79A4-B8AF15A8609F}"/>
                    </a:ext>
                  </a:extLst>
                </p:cNvPr>
                <p:cNvSpPr txBox="1"/>
                <p:nvPr/>
              </p:nvSpPr>
              <p:spPr>
                <a:xfrm>
                  <a:off x="8320872" y="546422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9" name="负号">
                  <a:extLst>
                    <a:ext uri="{FF2B5EF4-FFF2-40B4-BE49-F238E27FC236}">
                      <a16:creationId xmlns:a16="http://schemas.microsoft.com/office/drawing/2014/main" id="{34220324-FD7B-5A89-5902-88E2D6837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0872" y="546422"/>
                  <a:ext cx="24414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C连接">
              <a:extLst>
                <a:ext uri="{FF2B5EF4-FFF2-40B4-BE49-F238E27FC236}">
                  <a16:creationId xmlns:a16="http://schemas.microsoft.com/office/drawing/2014/main" id="{C6AF1571-AC9B-6F61-1236-978528C2908D}"/>
                </a:ext>
              </a:extLst>
            </p:cNvPr>
            <p:cNvCxnSpPr>
              <a:cxnSpLocks/>
              <a:stCxn id="80" idx="2"/>
              <a:endCxn id="81" idx="4"/>
            </p:cNvCxnSpPr>
            <p:nvPr/>
          </p:nvCxnSpPr>
          <p:spPr>
            <a:xfrm rot="5400000">
              <a:off x="9956611" y="-582979"/>
              <a:ext cx="144000" cy="2586219"/>
            </a:xfrm>
            <a:prstGeom prst="bentConnector3">
              <a:avLst>
                <a:gd name="adj1" fmla="val 47482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连接">
              <a:extLst>
                <a:ext uri="{FF2B5EF4-FFF2-40B4-BE49-F238E27FC236}">
                  <a16:creationId xmlns:a16="http://schemas.microsoft.com/office/drawing/2014/main" id="{7299B60E-DEC5-577B-512F-354C0B232E2F}"/>
                </a:ext>
              </a:extLst>
            </p:cNvPr>
            <p:cNvCxnSpPr>
              <a:cxnSpLocks/>
              <a:stCxn id="81" idx="6"/>
              <a:endCxn id="76" idx="1"/>
            </p:cNvCxnSpPr>
            <p:nvPr/>
          </p:nvCxnSpPr>
          <p:spPr>
            <a:xfrm flipV="1">
              <a:off x="8879501" y="628955"/>
              <a:ext cx="784520" cy="917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E">
                  <a:extLst>
                    <a:ext uri="{FF2B5EF4-FFF2-40B4-BE49-F238E27FC236}">
                      <a16:creationId xmlns:a16="http://schemas.microsoft.com/office/drawing/2014/main" id="{9EA68406-1569-E574-355A-A63767EF0027}"/>
                    </a:ext>
                  </a:extLst>
                </p:cNvPr>
                <p:cNvSpPr txBox="1"/>
                <p:nvPr/>
              </p:nvSpPr>
              <p:spPr>
                <a:xfrm>
                  <a:off x="8792602" y="12077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E">
                  <a:extLst>
                    <a:ext uri="{FF2B5EF4-FFF2-40B4-BE49-F238E27FC236}">
                      <a16:creationId xmlns:a16="http://schemas.microsoft.com/office/drawing/2014/main" id="{039B191C-386D-D838-5ADE-3F94096C9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2602" y="120777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614452" y="332656"/>
                <a:ext cx="4261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参数根轨迹：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𝑻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→∞</m:t>
                    </m:r>
                  </m:oMath>
                </a14:m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52" y="332656"/>
                <a:ext cx="4261118" cy="523220"/>
              </a:xfrm>
              <a:prstGeom prst="rect">
                <a:avLst/>
              </a:prstGeom>
              <a:blipFill>
                <a:blip r:embed="rId22"/>
                <a:stretch>
                  <a:fillRect l="-2976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BD6847B1-5B5E-8B10-9E2D-D7CCEE8F5F58}"/>
              </a:ext>
            </a:extLst>
          </p:cNvPr>
          <p:cNvGrpSpPr/>
          <p:nvPr/>
        </p:nvGrpSpPr>
        <p:grpSpPr>
          <a:xfrm>
            <a:off x="7791026" y="1660846"/>
            <a:ext cx="3704062" cy="4741714"/>
            <a:chOff x="7791026" y="1660846"/>
            <a:chExt cx="3704062" cy="4741714"/>
          </a:xfrm>
        </p:grpSpPr>
        <p:grpSp>
          <p:nvGrpSpPr>
            <p:cNvPr id="65" name="坐标轴">
              <a:extLst>
                <a:ext uri="{FF2B5EF4-FFF2-40B4-BE49-F238E27FC236}">
                  <a16:creationId xmlns:a16="http://schemas.microsoft.com/office/drawing/2014/main" id="{E98042D9-019E-9D46-A09E-6F5B3063635B}"/>
                </a:ext>
              </a:extLst>
            </p:cNvPr>
            <p:cNvGrpSpPr/>
            <p:nvPr/>
          </p:nvGrpSpPr>
          <p:grpSpPr>
            <a:xfrm>
              <a:off x="7894638" y="1660846"/>
              <a:ext cx="3600450" cy="4741714"/>
              <a:chOff x="8635584" y="1678087"/>
              <a:chExt cx="3600450" cy="4741714"/>
            </a:xfrm>
          </p:grpSpPr>
          <p:grpSp>
            <p:nvGrpSpPr>
              <p:cNvPr id="66" name="虚轴">
                <a:extLst>
                  <a:ext uri="{FF2B5EF4-FFF2-40B4-BE49-F238E27FC236}">
                    <a16:creationId xmlns:a16="http://schemas.microsoft.com/office/drawing/2014/main" id="{4B9DCC18-F71A-FDB5-42DD-0401592B2A3F}"/>
                  </a:ext>
                </a:extLst>
              </p:cNvPr>
              <p:cNvGrpSpPr/>
              <p:nvPr/>
            </p:nvGrpSpPr>
            <p:grpSpPr>
              <a:xfrm>
                <a:off x="10792135" y="1678087"/>
                <a:ext cx="671269" cy="4741714"/>
                <a:chOff x="10792135" y="1678087"/>
                <a:chExt cx="671269" cy="474171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labelj">
                      <a:extLst>
                        <a:ext uri="{FF2B5EF4-FFF2-40B4-BE49-F238E27FC236}">
                          <a16:creationId xmlns:a16="http://schemas.microsoft.com/office/drawing/2014/main" id="{588462B5-153A-A124-7B31-92B31BBEE6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92135" y="1678087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Im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89" name="labelj">
                      <a:extLst>
                        <a:ext uri="{FF2B5EF4-FFF2-40B4-BE49-F238E27FC236}">
                          <a16:creationId xmlns:a16="http://schemas.microsoft.com/office/drawing/2014/main" id="{588462B5-153A-A124-7B31-92B31BBEE6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92135" y="1678087"/>
                      <a:ext cx="520701" cy="523220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 l="-4762" r="-190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2" name="ylabel2">
                      <a:extLst>
                        <a:ext uri="{FF2B5EF4-FFF2-40B4-BE49-F238E27FC236}">
                          <a16:creationId xmlns:a16="http://schemas.microsoft.com/office/drawing/2014/main" id="{0A2563A6-AC51-E9C0-89A5-D1A84C182E3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75868" y="2150097"/>
                      <a:ext cx="32218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92" name="ylabel2">
                      <a:extLst>
                        <a:ext uri="{FF2B5EF4-FFF2-40B4-BE49-F238E27FC236}">
                          <a16:creationId xmlns:a16="http://schemas.microsoft.com/office/drawing/2014/main" id="{0A2563A6-AC51-E9C0-89A5-D1A84C182E3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75868" y="2150097"/>
                      <a:ext cx="322182" cy="369332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r="-6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3" name="ytick2">
                  <a:extLst>
                    <a:ext uri="{FF2B5EF4-FFF2-40B4-BE49-F238E27FC236}">
                      <a16:creationId xmlns:a16="http://schemas.microsoft.com/office/drawing/2014/main" id="{9074C593-CD19-CB73-9A03-4C3B201E0E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04468" y="2340473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ylabel-2">
                      <a:extLst>
                        <a:ext uri="{FF2B5EF4-FFF2-40B4-BE49-F238E27FC236}">
                          <a16:creationId xmlns:a16="http://schemas.microsoft.com/office/drawing/2014/main" id="{CE630C75-AA14-973C-BB6D-DA2827DF52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42703" y="5822505"/>
                      <a:ext cx="52070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−200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96" name="ylabel-2">
                      <a:extLst>
                        <a:ext uri="{FF2B5EF4-FFF2-40B4-BE49-F238E27FC236}">
                          <a16:creationId xmlns:a16="http://schemas.microsoft.com/office/drawing/2014/main" id="{CE630C75-AA14-973C-BB6D-DA2827DF520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42703" y="5822505"/>
                      <a:ext cx="520701" cy="369332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r="-380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8" name="ytick-2">
                  <a:extLst>
                    <a:ext uri="{FF2B5EF4-FFF2-40B4-BE49-F238E27FC236}">
                      <a16:creationId xmlns:a16="http://schemas.microsoft.com/office/drawing/2014/main" id="{3ED588EA-79FE-C608-A44F-FD710C1946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07071" y="6022175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y轴">
                  <a:extLst>
                    <a:ext uri="{FF2B5EF4-FFF2-40B4-BE49-F238E27FC236}">
                      <a16:creationId xmlns:a16="http://schemas.microsoft.com/office/drawing/2014/main" id="{9630B725-77F6-0AC9-003B-BB0AEF1663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792135" y="2027313"/>
                  <a:ext cx="0" cy="439248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" name="实轴">
                <a:extLst>
                  <a:ext uri="{FF2B5EF4-FFF2-40B4-BE49-F238E27FC236}">
                    <a16:creationId xmlns:a16="http://schemas.microsoft.com/office/drawing/2014/main" id="{C5454AC3-6FA7-5A99-7D68-86CA3AFA0AC6}"/>
                  </a:ext>
                </a:extLst>
              </p:cNvPr>
              <p:cNvGrpSpPr/>
              <p:nvPr/>
            </p:nvGrpSpPr>
            <p:grpSpPr>
              <a:xfrm>
                <a:off x="8635584" y="3673476"/>
                <a:ext cx="3600450" cy="524695"/>
                <a:chOff x="8635584" y="3673476"/>
                <a:chExt cx="3600450" cy="52469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label0">
                      <a:extLst>
                        <a:ext uri="{FF2B5EF4-FFF2-40B4-BE49-F238E27FC236}">
                          <a16:creationId xmlns:a16="http://schemas.microsoft.com/office/drawing/2014/main" id="{8CD868B7-B10E-1F44-0E9C-30A4D6EF62A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670642" y="3673476"/>
                      <a:ext cx="520701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Re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72" name="label0">
                      <a:extLst>
                        <a:ext uri="{FF2B5EF4-FFF2-40B4-BE49-F238E27FC236}">
                          <a16:creationId xmlns:a16="http://schemas.microsoft.com/office/drawing/2014/main" id="{8CD868B7-B10E-1F44-0E9C-30A4D6EF62A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670642" y="3673476"/>
                      <a:ext cx="520701" cy="524695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l="-4762" r="-1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x轴">
                  <a:extLst>
                    <a:ext uri="{FF2B5EF4-FFF2-40B4-BE49-F238E27FC236}">
                      <a16:creationId xmlns:a16="http://schemas.microsoft.com/office/drawing/2014/main" id="{9719A97E-0599-B5E3-A1AB-9222F70A47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35584" y="4155739"/>
                  <a:ext cx="3600450" cy="3167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3" name="入射角2">
              <a:extLst>
                <a:ext uri="{FF2B5EF4-FFF2-40B4-BE49-F238E27FC236}">
                  <a16:creationId xmlns:a16="http://schemas.microsoft.com/office/drawing/2014/main" id="{C95DB6F2-8B41-9012-7F14-77A0FC46A3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2565" y="2466613"/>
              <a:ext cx="976390" cy="158537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入射角1">
              <a:extLst>
                <a:ext uri="{FF2B5EF4-FFF2-40B4-BE49-F238E27FC236}">
                  <a16:creationId xmlns:a16="http://schemas.microsoft.com/office/drawing/2014/main" id="{DC9197F8-161E-84FA-A8DF-C68AFB763FB3}"/>
                </a:ext>
              </a:extLst>
            </p:cNvPr>
            <p:cNvCxnSpPr>
              <a:cxnSpLocks/>
            </p:cNvCxnSpPr>
            <p:nvPr/>
          </p:nvCxnSpPr>
          <p:spPr>
            <a:xfrm>
              <a:off x="10099050" y="4218464"/>
              <a:ext cx="1090997" cy="1771466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根轨迹3">
              <a:extLst>
                <a:ext uri="{FF2B5EF4-FFF2-40B4-BE49-F238E27FC236}">
                  <a16:creationId xmlns:a16="http://schemas.microsoft.com/office/drawing/2014/main" id="{32B2978B-611E-F9E6-8C14-916B193EAC7E}"/>
                </a:ext>
              </a:extLst>
            </p:cNvPr>
            <p:cNvSpPr/>
            <p:nvPr/>
          </p:nvSpPr>
          <p:spPr>
            <a:xfrm>
              <a:off x="9447989" y="4230910"/>
              <a:ext cx="727415" cy="1807901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3674208"/>
                <a:gd name="connsiteY0" fmla="*/ 2165838 h 2165838"/>
                <a:gd name="connsiteX1" fmla="*/ 3674208 w 3674208"/>
                <a:gd name="connsiteY1" fmla="*/ 0 h 2165838"/>
                <a:gd name="connsiteX0" fmla="*/ 0 w 3369408"/>
                <a:gd name="connsiteY0" fmla="*/ 91215 h 537944"/>
                <a:gd name="connsiteX1" fmla="*/ 3369408 w 3369408"/>
                <a:gd name="connsiteY1" fmla="*/ 147877 h 537944"/>
                <a:gd name="connsiteX0" fmla="*/ 0 w 3620216"/>
                <a:gd name="connsiteY0" fmla="*/ 91215 h 537944"/>
                <a:gd name="connsiteX1" fmla="*/ 3369408 w 3620216"/>
                <a:gd name="connsiteY1" fmla="*/ 147877 h 537944"/>
                <a:gd name="connsiteX2" fmla="*/ 3373657 w 3620216"/>
                <a:gd name="connsiteY2" fmla="*/ 148872 h 537944"/>
                <a:gd name="connsiteX0" fmla="*/ 0 w 3630568"/>
                <a:gd name="connsiteY0" fmla="*/ 91215 h 537944"/>
                <a:gd name="connsiteX1" fmla="*/ 3369408 w 3630568"/>
                <a:gd name="connsiteY1" fmla="*/ 147877 h 537944"/>
                <a:gd name="connsiteX2" fmla="*/ 3411757 w 3630568"/>
                <a:gd name="connsiteY2" fmla="*/ 402872 h 537944"/>
                <a:gd name="connsiteX0" fmla="*/ 0 w 3411757"/>
                <a:gd name="connsiteY0" fmla="*/ 68132 h 1065862"/>
                <a:gd name="connsiteX1" fmla="*/ 1908908 w 3411757"/>
                <a:gd name="connsiteY1" fmla="*/ 759794 h 1065862"/>
                <a:gd name="connsiteX2" fmla="*/ 3411757 w 3411757"/>
                <a:gd name="connsiteY2" fmla="*/ 379789 h 1065862"/>
                <a:gd name="connsiteX0" fmla="*/ 0 w 3386357"/>
                <a:gd name="connsiteY0" fmla="*/ 68132 h 1065862"/>
                <a:gd name="connsiteX1" fmla="*/ 1908908 w 3386357"/>
                <a:gd name="connsiteY1" fmla="*/ 759794 h 1065862"/>
                <a:gd name="connsiteX2" fmla="*/ 3386357 w 3386357"/>
                <a:gd name="connsiteY2" fmla="*/ 132139 h 1065862"/>
                <a:gd name="connsiteX0" fmla="*/ 0 w 3386357"/>
                <a:gd name="connsiteY0" fmla="*/ 118004 h 809773"/>
                <a:gd name="connsiteX1" fmla="*/ 1908908 w 3386357"/>
                <a:gd name="connsiteY1" fmla="*/ 809666 h 809773"/>
                <a:gd name="connsiteX2" fmla="*/ 3386357 w 3386357"/>
                <a:gd name="connsiteY2" fmla="*/ 182011 h 809773"/>
                <a:gd name="connsiteX0" fmla="*/ 0 w 3386357"/>
                <a:gd name="connsiteY0" fmla="*/ 0 h 691769"/>
                <a:gd name="connsiteX1" fmla="*/ 1908908 w 3386357"/>
                <a:gd name="connsiteY1" fmla="*/ 691662 h 691769"/>
                <a:gd name="connsiteX2" fmla="*/ 3386357 w 3386357"/>
                <a:gd name="connsiteY2" fmla="*/ 64007 h 691769"/>
                <a:gd name="connsiteX0" fmla="*/ 0 w 3386357"/>
                <a:gd name="connsiteY0" fmla="*/ 0 h 691769"/>
                <a:gd name="connsiteX1" fmla="*/ 1908908 w 3386357"/>
                <a:gd name="connsiteY1" fmla="*/ 691662 h 691769"/>
                <a:gd name="connsiteX2" fmla="*/ 3386357 w 3386357"/>
                <a:gd name="connsiteY2" fmla="*/ 64007 h 691769"/>
                <a:gd name="connsiteX0" fmla="*/ 184224 w 3570581"/>
                <a:gd name="connsiteY0" fmla="*/ 8631 h 72638"/>
                <a:gd name="connsiteX1" fmla="*/ 613582 w 3570581"/>
                <a:gd name="connsiteY1" fmla="*/ 8143 h 72638"/>
                <a:gd name="connsiteX2" fmla="*/ 3570581 w 3570581"/>
                <a:gd name="connsiteY2" fmla="*/ 72638 h 72638"/>
                <a:gd name="connsiteX0" fmla="*/ 0 w 3386357"/>
                <a:gd name="connsiteY0" fmla="*/ 866 h 64873"/>
                <a:gd name="connsiteX1" fmla="*/ 429358 w 3386357"/>
                <a:gd name="connsiteY1" fmla="*/ 378 h 64873"/>
                <a:gd name="connsiteX2" fmla="*/ 3386357 w 3386357"/>
                <a:gd name="connsiteY2" fmla="*/ 64873 h 64873"/>
                <a:gd name="connsiteX0" fmla="*/ 0 w 3386357"/>
                <a:gd name="connsiteY0" fmla="*/ 866 h 631731"/>
                <a:gd name="connsiteX1" fmla="*/ 429358 w 3386357"/>
                <a:gd name="connsiteY1" fmla="*/ 378 h 631731"/>
                <a:gd name="connsiteX2" fmla="*/ 3386357 w 3386357"/>
                <a:gd name="connsiteY2" fmla="*/ 64873 h 631731"/>
                <a:gd name="connsiteX0" fmla="*/ 0 w 3386357"/>
                <a:gd name="connsiteY0" fmla="*/ 866 h 1277325"/>
                <a:gd name="connsiteX1" fmla="*/ 429358 w 3386357"/>
                <a:gd name="connsiteY1" fmla="*/ 378 h 1277325"/>
                <a:gd name="connsiteX2" fmla="*/ 3386357 w 3386357"/>
                <a:gd name="connsiteY2" fmla="*/ 64873 h 1277325"/>
                <a:gd name="connsiteX0" fmla="*/ 0 w 3386357"/>
                <a:gd name="connsiteY0" fmla="*/ 866 h 1283754"/>
                <a:gd name="connsiteX1" fmla="*/ 429358 w 3386357"/>
                <a:gd name="connsiteY1" fmla="*/ 378 h 1283754"/>
                <a:gd name="connsiteX2" fmla="*/ 3386357 w 3386357"/>
                <a:gd name="connsiteY2" fmla="*/ 64873 h 1283754"/>
                <a:gd name="connsiteX0" fmla="*/ 0 w 3407039"/>
                <a:gd name="connsiteY0" fmla="*/ 866 h 788562"/>
                <a:gd name="connsiteX1" fmla="*/ 429358 w 3407039"/>
                <a:gd name="connsiteY1" fmla="*/ 378 h 788562"/>
                <a:gd name="connsiteX2" fmla="*/ 3386357 w 3407039"/>
                <a:gd name="connsiteY2" fmla="*/ 64873 h 788562"/>
                <a:gd name="connsiteX0" fmla="*/ 0 w 3407039"/>
                <a:gd name="connsiteY0" fmla="*/ 866 h 788562"/>
                <a:gd name="connsiteX1" fmla="*/ 429358 w 3407039"/>
                <a:gd name="connsiteY1" fmla="*/ 378 h 788562"/>
                <a:gd name="connsiteX2" fmla="*/ 3386357 w 3407039"/>
                <a:gd name="connsiteY2" fmla="*/ 64873 h 788562"/>
                <a:gd name="connsiteX0" fmla="*/ 0 w 1843109"/>
                <a:gd name="connsiteY0" fmla="*/ 866 h 1382155"/>
                <a:gd name="connsiteX1" fmla="*/ 429358 w 1843109"/>
                <a:gd name="connsiteY1" fmla="*/ 378 h 1382155"/>
                <a:gd name="connsiteX2" fmla="*/ 1805207 w 1843109"/>
                <a:gd name="connsiteY2" fmla="*/ 1118973 h 1382155"/>
                <a:gd name="connsiteX0" fmla="*/ 0 w 1905317"/>
                <a:gd name="connsiteY0" fmla="*/ 866 h 1382155"/>
                <a:gd name="connsiteX1" fmla="*/ 429358 w 1905317"/>
                <a:gd name="connsiteY1" fmla="*/ 378 h 1382155"/>
                <a:gd name="connsiteX2" fmla="*/ 1805207 w 1905317"/>
                <a:gd name="connsiteY2" fmla="*/ 1118973 h 1382155"/>
                <a:gd name="connsiteX3" fmla="*/ 1798858 w 1905317"/>
                <a:gd name="connsiteY3" fmla="*/ 1106272 h 1382155"/>
                <a:gd name="connsiteX0" fmla="*/ 0 w 3380008"/>
                <a:gd name="connsiteY0" fmla="*/ 866 h 1382155"/>
                <a:gd name="connsiteX1" fmla="*/ 429358 w 3380008"/>
                <a:gd name="connsiteY1" fmla="*/ 378 h 1382155"/>
                <a:gd name="connsiteX2" fmla="*/ 1805207 w 3380008"/>
                <a:gd name="connsiteY2" fmla="*/ 1118973 h 1382155"/>
                <a:gd name="connsiteX3" fmla="*/ 3380008 w 3380008"/>
                <a:gd name="connsiteY3" fmla="*/ 90272 h 1382155"/>
                <a:gd name="connsiteX0" fmla="*/ 0 w 3380008"/>
                <a:gd name="connsiteY0" fmla="*/ 866 h 1138072"/>
                <a:gd name="connsiteX1" fmla="*/ 429358 w 3380008"/>
                <a:gd name="connsiteY1" fmla="*/ 378 h 1138072"/>
                <a:gd name="connsiteX2" fmla="*/ 1805207 w 3380008"/>
                <a:gd name="connsiteY2" fmla="*/ 1118973 h 1138072"/>
                <a:gd name="connsiteX3" fmla="*/ 3380008 w 3380008"/>
                <a:gd name="connsiteY3" fmla="*/ 90272 h 1138072"/>
                <a:gd name="connsiteX0" fmla="*/ 0 w 3380009"/>
                <a:gd name="connsiteY0" fmla="*/ 866 h 1138636"/>
                <a:gd name="connsiteX1" fmla="*/ 429358 w 3380009"/>
                <a:gd name="connsiteY1" fmla="*/ 378 h 1138636"/>
                <a:gd name="connsiteX2" fmla="*/ 1805207 w 3380009"/>
                <a:gd name="connsiteY2" fmla="*/ 1118973 h 1138636"/>
                <a:gd name="connsiteX3" fmla="*/ 3380008 w 3380009"/>
                <a:gd name="connsiteY3" fmla="*/ 90272 h 1138636"/>
                <a:gd name="connsiteX0" fmla="*/ 0 w 3411759"/>
                <a:gd name="connsiteY0" fmla="*/ 866 h 1131208"/>
                <a:gd name="connsiteX1" fmla="*/ 429358 w 3411759"/>
                <a:gd name="connsiteY1" fmla="*/ 378 h 1131208"/>
                <a:gd name="connsiteX2" fmla="*/ 1805207 w 3411759"/>
                <a:gd name="connsiteY2" fmla="*/ 1118973 h 1131208"/>
                <a:gd name="connsiteX3" fmla="*/ 3411758 w 3411759"/>
                <a:gd name="connsiteY3" fmla="*/ 179172 h 1131208"/>
                <a:gd name="connsiteX0" fmla="*/ 0 w 3411759"/>
                <a:gd name="connsiteY0" fmla="*/ 866 h 1131208"/>
                <a:gd name="connsiteX1" fmla="*/ 429358 w 3411759"/>
                <a:gd name="connsiteY1" fmla="*/ 378 h 1131208"/>
                <a:gd name="connsiteX2" fmla="*/ 1805207 w 3411759"/>
                <a:gd name="connsiteY2" fmla="*/ 1118973 h 1131208"/>
                <a:gd name="connsiteX3" fmla="*/ 3411758 w 3411759"/>
                <a:gd name="connsiteY3" fmla="*/ 179172 h 1131208"/>
                <a:gd name="connsiteX0" fmla="*/ 0 w 3411759"/>
                <a:gd name="connsiteY0" fmla="*/ 866 h 1150731"/>
                <a:gd name="connsiteX1" fmla="*/ 429358 w 3411759"/>
                <a:gd name="connsiteY1" fmla="*/ 378 h 1150731"/>
                <a:gd name="connsiteX2" fmla="*/ 1805207 w 3411759"/>
                <a:gd name="connsiteY2" fmla="*/ 1118973 h 1150731"/>
                <a:gd name="connsiteX3" fmla="*/ 3411758 w 3411759"/>
                <a:gd name="connsiteY3" fmla="*/ 179172 h 1150731"/>
                <a:gd name="connsiteX0" fmla="*/ 0 w 3411759"/>
                <a:gd name="connsiteY0" fmla="*/ 866 h 1298019"/>
                <a:gd name="connsiteX1" fmla="*/ 429358 w 3411759"/>
                <a:gd name="connsiteY1" fmla="*/ 378 h 1298019"/>
                <a:gd name="connsiteX2" fmla="*/ 1856007 w 3411759"/>
                <a:gd name="connsiteY2" fmla="*/ 1290423 h 1298019"/>
                <a:gd name="connsiteX3" fmla="*/ 3411758 w 3411759"/>
                <a:gd name="connsiteY3" fmla="*/ 179172 h 1298019"/>
                <a:gd name="connsiteX0" fmla="*/ 0 w 3411758"/>
                <a:gd name="connsiteY0" fmla="*/ 866 h 1295827"/>
                <a:gd name="connsiteX1" fmla="*/ 429358 w 3411758"/>
                <a:gd name="connsiteY1" fmla="*/ 378 h 1295827"/>
                <a:gd name="connsiteX2" fmla="*/ 1856007 w 3411758"/>
                <a:gd name="connsiteY2" fmla="*/ 1290423 h 1295827"/>
                <a:gd name="connsiteX3" fmla="*/ 3411758 w 3411758"/>
                <a:gd name="connsiteY3" fmla="*/ 179172 h 1295827"/>
                <a:gd name="connsiteX0" fmla="*/ 0 w 3411758"/>
                <a:gd name="connsiteY0" fmla="*/ 866 h 1295827"/>
                <a:gd name="connsiteX1" fmla="*/ 429358 w 3411758"/>
                <a:gd name="connsiteY1" fmla="*/ 378 h 1295827"/>
                <a:gd name="connsiteX2" fmla="*/ 1856007 w 3411758"/>
                <a:gd name="connsiteY2" fmla="*/ 1290423 h 1295827"/>
                <a:gd name="connsiteX3" fmla="*/ 3411758 w 3411758"/>
                <a:gd name="connsiteY3" fmla="*/ 179172 h 1295827"/>
                <a:gd name="connsiteX0" fmla="*/ 0 w 3608609"/>
                <a:gd name="connsiteY0" fmla="*/ 866 h 1291461"/>
                <a:gd name="connsiteX1" fmla="*/ 429358 w 3608609"/>
                <a:gd name="connsiteY1" fmla="*/ 378 h 1291461"/>
                <a:gd name="connsiteX2" fmla="*/ 1856007 w 3608609"/>
                <a:gd name="connsiteY2" fmla="*/ 1290423 h 1291461"/>
                <a:gd name="connsiteX3" fmla="*/ 3608608 w 3608609"/>
                <a:gd name="connsiteY3" fmla="*/ 236322 h 1291461"/>
                <a:gd name="connsiteX0" fmla="*/ 0 w 3653059"/>
                <a:gd name="connsiteY0" fmla="*/ 866 h 1293542"/>
                <a:gd name="connsiteX1" fmla="*/ 429358 w 3653059"/>
                <a:gd name="connsiteY1" fmla="*/ 378 h 1293542"/>
                <a:gd name="connsiteX2" fmla="*/ 1856007 w 3653059"/>
                <a:gd name="connsiteY2" fmla="*/ 1290423 h 1293542"/>
                <a:gd name="connsiteX3" fmla="*/ 3653058 w 3653059"/>
                <a:gd name="connsiteY3" fmla="*/ 388722 h 1293542"/>
                <a:gd name="connsiteX0" fmla="*/ 0 w 3653059"/>
                <a:gd name="connsiteY0" fmla="*/ 866 h 1293542"/>
                <a:gd name="connsiteX1" fmla="*/ 429358 w 3653059"/>
                <a:gd name="connsiteY1" fmla="*/ 378 h 1293542"/>
                <a:gd name="connsiteX2" fmla="*/ 1856007 w 3653059"/>
                <a:gd name="connsiteY2" fmla="*/ 1290423 h 1293542"/>
                <a:gd name="connsiteX3" fmla="*/ 3653058 w 3653059"/>
                <a:gd name="connsiteY3" fmla="*/ 388722 h 1293542"/>
                <a:gd name="connsiteX0" fmla="*/ 0 w 3494309"/>
                <a:gd name="connsiteY0" fmla="*/ 866 h 1296832"/>
                <a:gd name="connsiteX1" fmla="*/ 429358 w 3494309"/>
                <a:gd name="connsiteY1" fmla="*/ 378 h 1296832"/>
                <a:gd name="connsiteX2" fmla="*/ 1856007 w 3494309"/>
                <a:gd name="connsiteY2" fmla="*/ 1290423 h 1296832"/>
                <a:gd name="connsiteX3" fmla="*/ 3494308 w 3494309"/>
                <a:gd name="connsiteY3" fmla="*/ 528422 h 1296832"/>
                <a:gd name="connsiteX0" fmla="*/ 0 w 3437159"/>
                <a:gd name="connsiteY0" fmla="*/ 866 h 1291087"/>
                <a:gd name="connsiteX1" fmla="*/ 429358 w 3437159"/>
                <a:gd name="connsiteY1" fmla="*/ 378 h 1291087"/>
                <a:gd name="connsiteX2" fmla="*/ 1856007 w 3437159"/>
                <a:gd name="connsiteY2" fmla="*/ 1290423 h 1291087"/>
                <a:gd name="connsiteX3" fmla="*/ 3437158 w 3437159"/>
                <a:gd name="connsiteY3" fmla="*/ 191872 h 1291087"/>
                <a:gd name="connsiteX0" fmla="*/ 0 w 3552473"/>
                <a:gd name="connsiteY0" fmla="*/ 866 h 1291087"/>
                <a:gd name="connsiteX1" fmla="*/ 429358 w 3552473"/>
                <a:gd name="connsiteY1" fmla="*/ 378 h 1291087"/>
                <a:gd name="connsiteX2" fmla="*/ 1856007 w 3552473"/>
                <a:gd name="connsiteY2" fmla="*/ 1290423 h 1291087"/>
                <a:gd name="connsiteX3" fmla="*/ 3437158 w 3552473"/>
                <a:gd name="connsiteY3" fmla="*/ 191872 h 1291087"/>
                <a:gd name="connsiteX4" fmla="*/ 3430807 w 3552473"/>
                <a:gd name="connsiteY4" fmla="*/ 198222 h 1291087"/>
                <a:gd name="connsiteX0" fmla="*/ 0 w 3792770"/>
                <a:gd name="connsiteY0" fmla="*/ 866 h 1291087"/>
                <a:gd name="connsiteX1" fmla="*/ 429358 w 3792770"/>
                <a:gd name="connsiteY1" fmla="*/ 378 h 1291087"/>
                <a:gd name="connsiteX2" fmla="*/ 1856007 w 3792770"/>
                <a:gd name="connsiteY2" fmla="*/ 1290423 h 1291087"/>
                <a:gd name="connsiteX3" fmla="*/ 3437158 w 3792770"/>
                <a:gd name="connsiteY3" fmla="*/ 191872 h 1291087"/>
                <a:gd name="connsiteX4" fmla="*/ 3792757 w 3792770"/>
                <a:gd name="connsiteY4" fmla="*/ 407772 h 1291087"/>
                <a:gd name="connsiteX0" fmla="*/ 0 w 3976911"/>
                <a:gd name="connsiteY0" fmla="*/ 866 h 1291087"/>
                <a:gd name="connsiteX1" fmla="*/ 429358 w 3976911"/>
                <a:gd name="connsiteY1" fmla="*/ 378 h 1291087"/>
                <a:gd name="connsiteX2" fmla="*/ 1856007 w 3976911"/>
                <a:gd name="connsiteY2" fmla="*/ 1290423 h 1291087"/>
                <a:gd name="connsiteX3" fmla="*/ 3437158 w 3976911"/>
                <a:gd name="connsiteY3" fmla="*/ 191872 h 1291087"/>
                <a:gd name="connsiteX4" fmla="*/ 3976907 w 3976911"/>
                <a:gd name="connsiteY4" fmla="*/ 185522 h 1291087"/>
                <a:gd name="connsiteX0" fmla="*/ 0 w 3976911"/>
                <a:gd name="connsiteY0" fmla="*/ 866 h 1291087"/>
                <a:gd name="connsiteX1" fmla="*/ 429358 w 3976911"/>
                <a:gd name="connsiteY1" fmla="*/ 378 h 1291087"/>
                <a:gd name="connsiteX2" fmla="*/ 1856007 w 3976911"/>
                <a:gd name="connsiteY2" fmla="*/ 1290423 h 1291087"/>
                <a:gd name="connsiteX3" fmla="*/ 3437158 w 3976911"/>
                <a:gd name="connsiteY3" fmla="*/ 191872 h 1291087"/>
                <a:gd name="connsiteX4" fmla="*/ 3976907 w 3976911"/>
                <a:gd name="connsiteY4" fmla="*/ 185522 h 1291087"/>
                <a:gd name="connsiteX0" fmla="*/ 0 w 3437159"/>
                <a:gd name="connsiteY0" fmla="*/ 866 h 1291087"/>
                <a:gd name="connsiteX1" fmla="*/ 429358 w 3437159"/>
                <a:gd name="connsiteY1" fmla="*/ 378 h 1291087"/>
                <a:gd name="connsiteX2" fmla="*/ 1856007 w 3437159"/>
                <a:gd name="connsiteY2" fmla="*/ 1290423 h 1291087"/>
                <a:gd name="connsiteX3" fmla="*/ 3437158 w 3437159"/>
                <a:gd name="connsiteY3" fmla="*/ 191872 h 1291087"/>
                <a:gd name="connsiteX0" fmla="*/ 0 w 3386359"/>
                <a:gd name="connsiteY0" fmla="*/ 866 h 1290523"/>
                <a:gd name="connsiteX1" fmla="*/ 429358 w 3386359"/>
                <a:gd name="connsiteY1" fmla="*/ 378 h 1290523"/>
                <a:gd name="connsiteX2" fmla="*/ 1856007 w 3386359"/>
                <a:gd name="connsiteY2" fmla="*/ 1290423 h 1290523"/>
                <a:gd name="connsiteX3" fmla="*/ 3386358 w 3386359"/>
                <a:gd name="connsiteY3" fmla="*/ 77572 h 1290523"/>
                <a:gd name="connsiteX0" fmla="*/ 0 w 3386359"/>
                <a:gd name="connsiteY0" fmla="*/ 866 h 1290523"/>
                <a:gd name="connsiteX1" fmla="*/ 429358 w 3386359"/>
                <a:gd name="connsiteY1" fmla="*/ 378 h 1290523"/>
                <a:gd name="connsiteX2" fmla="*/ 1856007 w 3386359"/>
                <a:gd name="connsiteY2" fmla="*/ 1290423 h 1290523"/>
                <a:gd name="connsiteX3" fmla="*/ 3386358 w 3386359"/>
                <a:gd name="connsiteY3" fmla="*/ 77572 h 1290523"/>
                <a:gd name="connsiteX0" fmla="*/ 0 w 3513359"/>
                <a:gd name="connsiteY0" fmla="*/ 866 h 1291344"/>
                <a:gd name="connsiteX1" fmla="*/ 429358 w 3513359"/>
                <a:gd name="connsiteY1" fmla="*/ 378 h 1291344"/>
                <a:gd name="connsiteX2" fmla="*/ 1856007 w 3513359"/>
                <a:gd name="connsiteY2" fmla="*/ 1290423 h 1291344"/>
                <a:gd name="connsiteX3" fmla="*/ 3513358 w 3513359"/>
                <a:gd name="connsiteY3" fmla="*/ 223622 h 1291344"/>
                <a:gd name="connsiteX0" fmla="*/ 0 w 3636124"/>
                <a:gd name="connsiteY0" fmla="*/ 866 h 1291344"/>
                <a:gd name="connsiteX1" fmla="*/ 429358 w 3636124"/>
                <a:gd name="connsiteY1" fmla="*/ 378 h 1291344"/>
                <a:gd name="connsiteX2" fmla="*/ 1856007 w 3636124"/>
                <a:gd name="connsiteY2" fmla="*/ 1290423 h 1291344"/>
                <a:gd name="connsiteX3" fmla="*/ 3513358 w 3636124"/>
                <a:gd name="connsiteY3" fmla="*/ 223622 h 1291344"/>
                <a:gd name="connsiteX4" fmla="*/ 3513356 w 3636124"/>
                <a:gd name="connsiteY4" fmla="*/ 223621 h 1291344"/>
                <a:gd name="connsiteX0" fmla="*/ 0 w 3837206"/>
                <a:gd name="connsiteY0" fmla="*/ 866 h 1291344"/>
                <a:gd name="connsiteX1" fmla="*/ 429358 w 3837206"/>
                <a:gd name="connsiteY1" fmla="*/ 378 h 1291344"/>
                <a:gd name="connsiteX2" fmla="*/ 1856007 w 3837206"/>
                <a:gd name="connsiteY2" fmla="*/ 1290423 h 1291344"/>
                <a:gd name="connsiteX3" fmla="*/ 3513358 w 3837206"/>
                <a:gd name="connsiteY3" fmla="*/ 223622 h 1291344"/>
                <a:gd name="connsiteX4" fmla="*/ 3837206 w 3837206"/>
                <a:gd name="connsiteY4" fmla="*/ 185521 h 1291344"/>
                <a:gd name="connsiteX0" fmla="*/ 0 w 3983256"/>
                <a:gd name="connsiteY0" fmla="*/ 866 h 1291344"/>
                <a:gd name="connsiteX1" fmla="*/ 429358 w 3983256"/>
                <a:gd name="connsiteY1" fmla="*/ 378 h 1291344"/>
                <a:gd name="connsiteX2" fmla="*/ 1856007 w 3983256"/>
                <a:gd name="connsiteY2" fmla="*/ 1290423 h 1291344"/>
                <a:gd name="connsiteX3" fmla="*/ 3513358 w 3983256"/>
                <a:gd name="connsiteY3" fmla="*/ 223622 h 1291344"/>
                <a:gd name="connsiteX4" fmla="*/ 3983256 w 3983256"/>
                <a:gd name="connsiteY4" fmla="*/ 528421 h 1291344"/>
                <a:gd name="connsiteX0" fmla="*/ 0 w 3983266"/>
                <a:gd name="connsiteY0" fmla="*/ 866 h 1291344"/>
                <a:gd name="connsiteX1" fmla="*/ 429358 w 3983266"/>
                <a:gd name="connsiteY1" fmla="*/ 378 h 1291344"/>
                <a:gd name="connsiteX2" fmla="*/ 1856007 w 3983266"/>
                <a:gd name="connsiteY2" fmla="*/ 1290423 h 1291344"/>
                <a:gd name="connsiteX3" fmla="*/ 3513358 w 3983266"/>
                <a:gd name="connsiteY3" fmla="*/ 223622 h 1291344"/>
                <a:gd name="connsiteX4" fmla="*/ 3983256 w 3983266"/>
                <a:gd name="connsiteY4" fmla="*/ 528421 h 1291344"/>
                <a:gd name="connsiteX0" fmla="*/ 0 w 3983256"/>
                <a:gd name="connsiteY0" fmla="*/ 866 h 1298132"/>
                <a:gd name="connsiteX1" fmla="*/ 429358 w 3983256"/>
                <a:gd name="connsiteY1" fmla="*/ 378 h 1298132"/>
                <a:gd name="connsiteX2" fmla="*/ 1856007 w 3983256"/>
                <a:gd name="connsiteY2" fmla="*/ 1290423 h 1298132"/>
                <a:gd name="connsiteX3" fmla="*/ 3983256 w 3983256"/>
                <a:gd name="connsiteY3" fmla="*/ 528421 h 1298132"/>
                <a:gd name="connsiteX0" fmla="*/ 0 w 3716556"/>
                <a:gd name="connsiteY0" fmla="*/ 866 h 1291492"/>
                <a:gd name="connsiteX1" fmla="*/ 429358 w 3716556"/>
                <a:gd name="connsiteY1" fmla="*/ 378 h 1291492"/>
                <a:gd name="connsiteX2" fmla="*/ 1856007 w 3716556"/>
                <a:gd name="connsiteY2" fmla="*/ 1290423 h 1291492"/>
                <a:gd name="connsiteX3" fmla="*/ 3716556 w 3716556"/>
                <a:gd name="connsiteY3" fmla="*/ 223621 h 1291492"/>
                <a:gd name="connsiteX0" fmla="*/ 0 w 3716556"/>
                <a:gd name="connsiteY0" fmla="*/ 866 h 1291828"/>
                <a:gd name="connsiteX1" fmla="*/ 429358 w 3716556"/>
                <a:gd name="connsiteY1" fmla="*/ 378 h 1291828"/>
                <a:gd name="connsiteX2" fmla="*/ 1856007 w 3716556"/>
                <a:gd name="connsiteY2" fmla="*/ 1290423 h 1291828"/>
                <a:gd name="connsiteX3" fmla="*/ 3716556 w 3716556"/>
                <a:gd name="connsiteY3" fmla="*/ 223621 h 1291828"/>
                <a:gd name="connsiteX0" fmla="*/ 0 w 3360956"/>
                <a:gd name="connsiteY0" fmla="*/ 866 h 1290625"/>
                <a:gd name="connsiteX1" fmla="*/ 429358 w 3360956"/>
                <a:gd name="connsiteY1" fmla="*/ 378 h 1290625"/>
                <a:gd name="connsiteX2" fmla="*/ 1856007 w 3360956"/>
                <a:gd name="connsiteY2" fmla="*/ 1290423 h 1290625"/>
                <a:gd name="connsiteX3" fmla="*/ 3360956 w 3360956"/>
                <a:gd name="connsiteY3" fmla="*/ 90271 h 1290625"/>
                <a:gd name="connsiteX0" fmla="*/ 0 w 3375802"/>
                <a:gd name="connsiteY0" fmla="*/ 866 h 1290625"/>
                <a:gd name="connsiteX1" fmla="*/ 429358 w 3375802"/>
                <a:gd name="connsiteY1" fmla="*/ 378 h 1290625"/>
                <a:gd name="connsiteX2" fmla="*/ 1856007 w 3375802"/>
                <a:gd name="connsiteY2" fmla="*/ 1290423 h 1290625"/>
                <a:gd name="connsiteX3" fmla="*/ 3360956 w 3375802"/>
                <a:gd name="connsiteY3" fmla="*/ 90271 h 1290625"/>
                <a:gd name="connsiteX0" fmla="*/ 0 w 3379361"/>
                <a:gd name="connsiteY0" fmla="*/ 866 h 1296731"/>
                <a:gd name="connsiteX1" fmla="*/ 429358 w 3379361"/>
                <a:gd name="connsiteY1" fmla="*/ 378 h 1296731"/>
                <a:gd name="connsiteX2" fmla="*/ 1856007 w 3379361"/>
                <a:gd name="connsiteY2" fmla="*/ 1290423 h 1296731"/>
                <a:gd name="connsiteX3" fmla="*/ 3360956 w 3379361"/>
                <a:gd name="connsiteY3" fmla="*/ 90271 h 1296731"/>
                <a:gd name="connsiteX0" fmla="*/ 0 w 3379361"/>
                <a:gd name="connsiteY0" fmla="*/ 866 h 1294580"/>
                <a:gd name="connsiteX1" fmla="*/ 429358 w 3379361"/>
                <a:gd name="connsiteY1" fmla="*/ 378 h 1294580"/>
                <a:gd name="connsiteX2" fmla="*/ 1856007 w 3379361"/>
                <a:gd name="connsiteY2" fmla="*/ 1290423 h 1294580"/>
                <a:gd name="connsiteX3" fmla="*/ 3360956 w 3379361"/>
                <a:gd name="connsiteY3" fmla="*/ 90271 h 1294580"/>
                <a:gd name="connsiteX0" fmla="*/ 0 w 3379361"/>
                <a:gd name="connsiteY0" fmla="*/ 866 h 1290504"/>
                <a:gd name="connsiteX1" fmla="*/ 429358 w 3379361"/>
                <a:gd name="connsiteY1" fmla="*/ 378 h 1290504"/>
                <a:gd name="connsiteX2" fmla="*/ 1856007 w 3379361"/>
                <a:gd name="connsiteY2" fmla="*/ 1290423 h 1290504"/>
                <a:gd name="connsiteX3" fmla="*/ 3360956 w 3379361"/>
                <a:gd name="connsiteY3" fmla="*/ 90271 h 1290504"/>
                <a:gd name="connsiteX0" fmla="*/ 0 w 3379363"/>
                <a:gd name="connsiteY0" fmla="*/ 866 h 1290504"/>
                <a:gd name="connsiteX1" fmla="*/ 429358 w 3379363"/>
                <a:gd name="connsiteY1" fmla="*/ 378 h 1290504"/>
                <a:gd name="connsiteX2" fmla="*/ 1856007 w 3379363"/>
                <a:gd name="connsiteY2" fmla="*/ 1290423 h 1290504"/>
                <a:gd name="connsiteX3" fmla="*/ 3360956 w 3379363"/>
                <a:gd name="connsiteY3" fmla="*/ 90271 h 1290504"/>
                <a:gd name="connsiteX0" fmla="*/ 0 w 3379147"/>
                <a:gd name="connsiteY0" fmla="*/ 866 h 1379379"/>
                <a:gd name="connsiteX1" fmla="*/ 429358 w 3379147"/>
                <a:gd name="connsiteY1" fmla="*/ 378 h 1379379"/>
                <a:gd name="connsiteX2" fmla="*/ 1843307 w 3379147"/>
                <a:gd name="connsiteY2" fmla="*/ 1379323 h 1379379"/>
                <a:gd name="connsiteX3" fmla="*/ 3360956 w 3379147"/>
                <a:gd name="connsiteY3" fmla="*/ 90271 h 1379379"/>
                <a:gd name="connsiteX0" fmla="*/ 0 w 3383952"/>
                <a:gd name="connsiteY0" fmla="*/ 866 h 1379355"/>
                <a:gd name="connsiteX1" fmla="*/ 429358 w 3383952"/>
                <a:gd name="connsiteY1" fmla="*/ 378 h 1379355"/>
                <a:gd name="connsiteX2" fmla="*/ 1843307 w 3383952"/>
                <a:gd name="connsiteY2" fmla="*/ 1379323 h 1379355"/>
                <a:gd name="connsiteX3" fmla="*/ 3360956 w 3383952"/>
                <a:gd name="connsiteY3" fmla="*/ 90271 h 1379355"/>
                <a:gd name="connsiteX0" fmla="*/ 0 w 3383952"/>
                <a:gd name="connsiteY0" fmla="*/ 866 h 1379384"/>
                <a:gd name="connsiteX1" fmla="*/ 429358 w 3383952"/>
                <a:gd name="connsiteY1" fmla="*/ 378 h 1379384"/>
                <a:gd name="connsiteX2" fmla="*/ 1843307 w 3383952"/>
                <a:gd name="connsiteY2" fmla="*/ 1379323 h 1379384"/>
                <a:gd name="connsiteX3" fmla="*/ 3360956 w 3383952"/>
                <a:gd name="connsiteY3" fmla="*/ 90271 h 1379384"/>
                <a:gd name="connsiteX0" fmla="*/ 0 w 3384464"/>
                <a:gd name="connsiteY0" fmla="*/ 866 h 1468261"/>
                <a:gd name="connsiteX1" fmla="*/ 429358 w 3384464"/>
                <a:gd name="connsiteY1" fmla="*/ 378 h 1468261"/>
                <a:gd name="connsiteX2" fmla="*/ 1862357 w 3384464"/>
                <a:gd name="connsiteY2" fmla="*/ 1468223 h 1468261"/>
                <a:gd name="connsiteX3" fmla="*/ 3360956 w 3384464"/>
                <a:gd name="connsiteY3" fmla="*/ 90271 h 1468261"/>
                <a:gd name="connsiteX0" fmla="*/ 0 w 3387674"/>
                <a:gd name="connsiteY0" fmla="*/ 866 h 1468527"/>
                <a:gd name="connsiteX1" fmla="*/ 429358 w 3387674"/>
                <a:gd name="connsiteY1" fmla="*/ 378 h 1468527"/>
                <a:gd name="connsiteX2" fmla="*/ 1862357 w 3387674"/>
                <a:gd name="connsiteY2" fmla="*/ 1468223 h 1468527"/>
                <a:gd name="connsiteX3" fmla="*/ 3360956 w 3387674"/>
                <a:gd name="connsiteY3" fmla="*/ 90271 h 1468527"/>
                <a:gd name="connsiteX0" fmla="*/ 0 w 3387674"/>
                <a:gd name="connsiteY0" fmla="*/ 866 h 1468483"/>
                <a:gd name="connsiteX1" fmla="*/ 429358 w 3387674"/>
                <a:gd name="connsiteY1" fmla="*/ 378 h 1468483"/>
                <a:gd name="connsiteX2" fmla="*/ 1862357 w 3387674"/>
                <a:gd name="connsiteY2" fmla="*/ 1468223 h 1468483"/>
                <a:gd name="connsiteX3" fmla="*/ 3360956 w 3387674"/>
                <a:gd name="connsiteY3" fmla="*/ 90271 h 1468483"/>
                <a:gd name="connsiteX0" fmla="*/ 0 w 2958316"/>
                <a:gd name="connsiteY0" fmla="*/ 0 h 1468105"/>
                <a:gd name="connsiteX1" fmla="*/ 1432999 w 2958316"/>
                <a:gd name="connsiteY1" fmla="*/ 1467845 h 1468105"/>
                <a:gd name="connsiteX2" fmla="*/ 2931598 w 2958316"/>
                <a:gd name="connsiteY2" fmla="*/ 89893 h 1468105"/>
                <a:gd name="connsiteX0" fmla="*/ 0 w 1525317"/>
                <a:gd name="connsiteY0" fmla="*/ 1377952 h 1377952"/>
                <a:gd name="connsiteX1" fmla="*/ 1498599 w 1525317"/>
                <a:gd name="connsiteY1" fmla="*/ 0 h 1377952"/>
                <a:gd name="connsiteX0" fmla="*/ 0 w 809638"/>
                <a:gd name="connsiteY0" fmla="*/ 1807901 h 1807901"/>
                <a:gd name="connsiteX1" fmla="*/ 656867 w 809638"/>
                <a:gd name="connsiteY1" fmla="*/ 0 h 1807901"/>
                <a:gd name="connsiteX0" fmla="*/ 0 w 727415"/>
                <a:gd name="connsiteY0" fmla="*/ 1807901 h 1807901"/>
                <a:gd name="connsiteX1" fmla="*/ 656867 w 727415"/>
                <a:gd name="connsiteY1" fmla="*/ 0 h 1807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7415" h="1807901">
                  <a:moveTo>
                    <a:pt x="0" y="1807901"/>
                  </a:moveTo>
                  <a:cubicBezTo>
                    <a:pt x="746817" y="1229184"/>
                    <a:pt x="816940" y="393700"/>
                    <a:pt x="656867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6" name="根轨迹2">
              <a:extLst>
                <a:ext uri="{FF2B5EF4-FFF2-40B4-BE49-F238E27FC236}">
                  <a16:creationId xmlns:a16="http://schemas.microsoft.com/office/drawing/2014/main" id="{9DDF8F88-41C5-E186-10B2-141D1EC9CC86}"/>
                </a:ext>
              </a:extLst>
            </p:cNvPr>
            <p:cNvSpPr/>
            <p:nvPr/>
          </p:nvSpPr>
          <p:spPr>
            <a:xfrm flipV="1">
              <a:off x="9489258" y="2259789"/>
              <a:ext cx="682951" cy="1797556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3674208"/>
                <a:gd name="connsiteY0" fmla="*/ 2165838 h 2165838"/>
                <a:gd name="connsiteX1" fmla="*/ 3674208 w 3674208"/>
                <a:gd name="connsiteY1" fmla="*/ 0 h 2165838"/>
                <a:gd name="connsiteX0" fmla="*/ 0 w 3369408"/>
                <a:gd name="connsiteY0" fmla="*/ 91215 h 537944"/>
                <a:gd name="connsiteX1" fmla="*/ 3369408 w 3369408"/>
                <a:gd name="connsiteY1" fmla="*/ 147877 h 537944"/>
                <a:gd name="connsiteX0" fmla="*/ 0 w 3620216"/>
                <a:gd name="connsiteY0" fmla="*/ 91215 h 537944"/>
                <a:gd name="connsiteX1" fmla="*/ 3369408 w 3620216"/>
                <a:gd name="connsiteY1" fmla="*/ 147877 h 537944"/>
                <a:gd name="connsiteX2" fmla="*/ 3373657 w 3620216"/>
                <a:gd name="connsiteY2" fmla="*/ 148872 h 537944"/>
                <a:gd name="connsiteX0" fmla="*/ 0 w 3630568"/>
                <a:gd name="connsiteY0" fmla="*/ 91215 h 537944"/>
                <a:gd name="connsiteX1" fmla="*/ 3369408 w 3630568"/>
                <a:gd name="connsiteY1" fmla="*/ 147877 h 537944"/>
                <a:gd name="connsiteX2" fmla="*/ 3411757 w 3630568"/>
                <a:gd name="connsiteY2" fmla="*/ 402872 h 537944"/>
                <a:gd name="connsiteX0" fmla="*/ 0 w 3411757"/>
                <a:gd name="connsiteY0" fmla="*/ 68132 h 1065862"/>
                <a:gd name="connsiteX1" fmla="*/ 1908908 w 3411757"/>
                <a:gd name="connsiteY1" fmla="*/ 759794 h 1065862"/>
                <a:gd name="connsiteX2" fmla="*/ 3411757 w 3411757"/>
                <a:gd name="connsiteY2" fmla="*/ 379789 h 1065862"/>
                <a:gd name="connsiteX0" fmla="*/ 0 w 3386357"/>
                <a:gd name="connsiteY0" fmla="*/ 68132 h 1065862"/>
                <a:gd name="connsiteX1" fmla="*/ 1908908 w 3386357"/>
                <a:gd name="connsiteY1" fmla="*/ 759794 h 1065862"/>
                <a:gd name="connsiteX2" fmla="*/ 3386357 w 3386357"/>
                <a:gd name="connsiteY2" fmla="*/ 132139 h 1065862"/>
                <a:gd name="connsiteX0" fmla="*/ 0 w 3386357"/>
                <a:gd name="connsiteY0" fmla="*/ 118004 h 809773"/>
                <a:gd name="connsiteX1" fmla="*/ 1908908 w 3386357"/>
                <a:gd name="connsiteY1" fmla="*/ 809666 h 809773"/>
                <a:gd name="connsiteX2" fmla="*/ 3386357 w 3386357"/>
                <a:gd name="connsiteY2" fmla="*/ 182011 h 809773"/>
                <a:gd name="connsiteX0" fmla="*/ 0 w 3386357"/>
                <a:gd name="connsiteY0" fmla="*/ 0 h 691769"/>
                <a:gd name="connsiteX1" fmla="*/ 1908908 w 3386357"/>
                <a:gd name="connsiteY1" fmla="*/ 691662 h 691769"/>
                <a:gd name="connsiteX2" fmla="*/ 3386357 w 3386357"/>
                <a:gd name="connsiteY2" fmla="*/ 64007 h 691769"/>
                <a:gd name="connsiteX0" fmla="*/ 0 w 3386357"/>
                <a:gd name="connsiteY0" fmla="*/ 0 h 691769"/>
                <a:gd name="connsiteX1" fmla="*/ 1908908 w 3386357"/>
                <a:gd name="connsiteY1" fmla="*/ 691662 h 691769"/>
                <a:gd name="connsiteX2" fmla="*/ 3386357 w 3386357"/>
                <a:gd name="connsiteY2" fmla="*/ 64007 h 691769"/>
                <a:gd name="connsiteX0" fmla="*/ 184224 w 3570581"/>
                <a:gd name="connsiteY0" fmla="*/ 8631 h 72638"/>
                <a:gd name="connsiteX1" fmla="*/ 613582 w 3570581"/>
                <a:gd name="connsiteY1" fmla="*/ 8143 h 72638"/>
                <a:gd name="connsiteX2" fmla="*/ 3570581 w 3570581"/>
                <a:gd name="connsiteY2" fmla="*/ 72638 h 72638"/>
                <a:gd name="connsiteX0" fmla="*/ 0 w 3386357"/>
                <a:gd name="connsiteY0" fmla="*/ 866 h 64873"/>
                <a:gd name="connsiteX1" fmla="*/ 429358 w 3386357"/>
                <a:gd name="connsiteY1" fmla="*/ 378 h 64873"/>
                <a:gd name="connsiteX2" fmla="*/ 3386357 w 3386357"/>
                <a:gd name="connsiteY2" fmla="*/ 64873 h 64873"/>
                <a:gd name="connsiteX0" fmla="*/ 0 w 3386357"/>
                <a:gd name="connsiteY0" fmla="*/ 866 h 631731"/>
                <a:gd name="connsiteX1" fmla="*/ 429358 w 3386357"/>
                <a:gd name="connsiteY1" fmla="*/ 378 h 631731"/>
                <a:gd name="connsiteX2" fmla="*/ 3386357 w 3386357"/>
                <a:gd name="connsiteY2" fmla="*/ 64873 h 631731"/>
                <a:gd name="connsiteX0" fmla="*/ 0 w 3386357"/>
                <a:gd name="connsiteY0" fmla="*/ 866 h 1277325"/>
                <a:gd name="connsiteX1" fmla="*/ 429358 w 3386357"/>
                <a:gd name="connsiteY1" fmla="*/ 378 h 1277325"/>
                <a:gd name="connsiteX2" fmla="*/ 3386357 w 3386357"/>
                <a:gd name="connsiteY2" fmla="*/ 64873 h 1277325"/>
                <a:gd name="connsiteX0" fmla="*/ 0 w 3386357"/>
                <a:gd name="connsiteY0" fmla="*/ 866 h 1283754"/>
                <a:gd name="connsiteX1" fmla="*/ 429358 w 3386357"/>
                <a:gd name="connsiteY1" fmla="*/ 378 h 1283754"/>
                <a:gd name="connsiteX2" fmla="*/ 3386357 w 3386357"/>
                <a:gd name="connsiteY2" fmla="*/ 64873 h 1283754"/>
                <a:gd name="connsiteX0" fmla="*/ 0 w 3407039"/>
                <a:gd name="connsiteY0" fmla="*/ 866 h 788562"/>
                <a:gd name="connsiteX1" fmla="*/ 429358 w 3407039"/>
                <a:gd name="connsiteY1" fmla="*/ 378 h 788562"/>
                <a:gd name="connsiteX2" fmla="*/ 3386357 w 3407039"/>
                <a:gd name="connsiteY2" fmla="*/ 64873 h 788562"/>
                <a:gd name="connsiteX0" fmla="*/ 0 w 3407039"/>
                <a:gd name="connsiteY0" fmla="*/ 866 h 788562"/>
                <a:gd name="connsiteX1" fmla="*/ 429358 w 3407039"/>
                <a:gd name="connsiteY1" fmla="*/ 378 h 788562"/>
                <a:gd name="connsiteX2" fmla="*/ 3386357 w 3407039"/>
                <a:gd name="connsiteY2" fmla="*/ 64873 h 788562"/>
                <a:gd name="connsiteX0" fmla="*/ 0 w 1843109"/>
                <a:gd name="connsiteY0" fmla="*/ 866 h 1382155"/>
                <a:gd name="connsiteX1" fmla="*/ 429358 w 1843109"/>
                <a:gd name="connsiteY1" fmla="*/ 378 h 1382155"/>
                <a:gd name="connsiteX2" fmla="*/ 1805207 w 1843109"/>
                <a:gd name="connsiteY2" fmla="*/ 1118973 h 1382155"/>
                <a:gd name="connsiteX0" fmla="*/ 0 w 1905317"/>
                <a:gd name="connsiteY0" fmla="*/ 866 h 1382155"/>
                <a:gd name="connsiteX1" fmla="*/ 429358 w 1905317"/>
                <a:gd name="connsiteY1" fmla="*/ 378 h 1382155"/>
                <a:gd name="connsiteX2" fmla="*/ 1805207 w 1905317"/>
                <a:gd name="connsiteY2" fmla="*/ 1118973 h 1382155"/>
                <a:gd name="connsiteX3" fmla="*/ 1798858 w 1905317"/>
                <a:gd name="connsiteY3" fmla="*/ 1106272 h 1382155"/>
                <a:gd name="connsiteX0" fmla="*/ 0 w 3380008"/>
                <a:gd name="connsiteY0" fmla="*/ 866 h 1382155"/>
                <a:gd name="connsiteX1" fmla="*/ 429358 w 3380008"/>
                <a:gd name="connsiteY1" fmla="*/ 378 h 1382155"/>
                <a:gd name="connsiteX2" fmla="*/ 1805207 w 3380008"/>
                <a:gd name="connsiteY2" fmla="*/ 1118973 h 1382155"/>
                <a:gd name="connsiteX3" fmla="*/ 3380008 w 3380008"/>
                <a:gd name="connsiteY3" fmla="*/ 90272 h 1382155"/>
                <a:gd name="connsiteX0" fmla="*/ 0 w 3380008"/>
                <a:gd name="connsiteY0" fmla="*/ 866 h 1138072"/>
                <a:gd name="connsiteX1" fmla="*/ 429358 w 3380008"/>
                <a:gd name="connsiteY1" fmla="*/ 378 h 1138072"/>
                <a:gd name="connsiteX2" fmla="*/ 1805207 w 3380008"/>
                <a:gd name="connsiteY2" fmla="*/ 1118973 h 1138072"/>
                <a:gd name="connsiteX3" fmla="*/ 3380008 w 3380008"/>
                <a:gd name="connsiteY3" fmla="*/ 90272 h 1138072"/>
                <a:gd name="connsiteX0" fmla="*/ 0 w 3380009"/>
                <a:gd name="connsiteY0" fmla="*/ 866 h 1138636"/>
                <a:gd name="connsiteX1" fmla="*/ 429358 w 3380009"/>
                <a:gd name="connsiteY1" fmla="*/ 378 h 1138636"/>
                <a:gd name="connsiteX2" fmla="*/ 1805207 w 3380009"/>
                <a:gd name="connsiteY2" fmla="*/ 1118973 h 1138636"/>
                <a:gd name="connsiteX3" fmla="*/ 3380008 w 3380009"/>
                <a:gd name="connsiteY3" fmla="*/ 90272 h 1138636"/>
                <a:gd name="connsiteX0" fmla="*/ 0 w 3411759"/>
                <a:gd name="connsiteY0" fmla="*/ 866 h 1131208"/>
                <a:gd name="connsiteX1" fmla="*/ 429358 w 3411759"/>
                <a:gd name="connsiteY1" fmla="*/ 378 h 1131208"/>
                <a:gd name="connsiteX2" fmla="*/ 1805207 w 3411759"/>
                <a:gd name="connsiteY2" fmla="*/ 1118973 h 1131208"/>
                <a:gd name="connsiteX3" fmla="*/ 3411758 w 3411759"/>
                <a:gd name="connsiteY3" fmla="*/ 179172 h 1131208"/>
                <a:gd name="connsiteX0" fmla="*/ 0 w 3411759"/>
                <a:gd name="connsiteY0" fmla="*/ 866 h 1131208"/>
                <a:gd name="connsiteX1" fmla="*/ 429358 w 3411759"/>
                <a:gd name="connsiteY1" fmla="*/ 378 h 1131208"/>
                <a:gd name="connsiteX2" fmla="*/ 1805207 w 3411759"/>
                <a:gd name="connsiteY2" fmla="*/ 1118973 h 1131208"/>
                <a:gd name="connsiteX3" fmla="*/ 3411758 w 3411759"/>
                <a:gd name="connsiteY3" fmla="*/ 179172 h 1131208"/>
                <a:gd name="connsiteX0" fmla="*/ 0 w 3411759"/>
                <a:gd name="connsiteY0" fmla="*/ 866 h 1150731"/>
                <a:gd name="connsiteX1" fmla="*/ 429358 w 3411759"/>
                <a:gd name="connsiteY1" fmla="*/ 378 h 1150731"/>
                <a:gd name="connsiteX2" fmla="*/ 1805207 w 3411759"/>
                <a:gd name="connsiteY2" fmla="*/ 1118973 h 1150731"/>
                <a:gd name="connsiteX3" fmla="*/ 3411758 w 3411759"/>
                <a:gd name="connsiteY3" fmla="*/ 179172 h 1150731"/>
                <a:gd name="connsiteX0" fmla="*/ 0 w 3411759"/>
                <a:gd name="connsiteY0" fmla="*/ 866 h 1298019"/>
                <a:gd name="connsiteX1" fmla="*/ 429358 w 3411759"/>
                <a:gd name="connsiteY1" fmla="*/ 378 h 1298019"/>
                <a:gd name="connsiteX2" fmla="*/ 1856007 w 3411759"/>
                <a:gd name="connsiteY2" fmla="*/ 1290423 h 1298019"/>
                <a:gd name="connsiteX3" fmla="*/ 3411758 w 3411759"/>
                <a:gd name="connsiteY3" fmla="*/ 179172 h 1298019"/>
                <a:gd name="connsiteX0" fmla="*/ 0 w 3411758"/>
                <a:gd name="connsiteY0" fmla="*/ 866 h 1295827"/>
                <a:gd name="connsiteX1" fmla="*/ 429358 w 3411758"/>
                <a:gd name="connsiteY1" fmla="*/ 378 h 1295827"/>
                <a:gd name="connsiteX2" fmla="*/ 1856007 w 3411758"/>
                <a:gd name="connsiteY2" fmla="*/ 1290423 h 1295827"/>
                <a:gd name="connsiteX3" fmla="*/ 3411758 w 3411758"/>
                <a:gd name="connsiteY3" fmla="*/ 179172 h 1295827"/>
                <a:gd name="connsiteX0" fmla="*/ 0 w 3411758"/>
                <a:gd name="connsiteY0" fmla="*/ 866 h 1295827"/>
                <a:gd name="connsiteX1" fmla="*/ 429358 w 3411758"/>
                <a:gd name="connsiteY1" fmla="*/ 378 h 1295827"/>
                <a:gd name="connsiteX2" fmla="*/ 1856007 w 3411758"/>
                <a:gd name="connsiteY2" fmla="*/ 1290423 h 1295827"/>
                <a:gd name="connsiteX3" fmla="*/ 3411758 w 3411758"/>
                <a:gd name="connsiteY3" fmla="*/ 179172 h 1295827"/>
                <a:gd name="connsiteX0" fmla="*/ 0 w 3608609"/>
                <a:gd name="connsiteY0" fmla="*/ 866 h 1291461"/>
                <a:gd name="connsiteX1" fmla="*/ 429358 w 3608609"/>
                <a:gd name="connsiteY1" fmla="*/ 378 h 1291461"/>
                <a:gd name="connsiteX2" fmla="*/ 1856007 w 3608609"/>
                <a:gd name="connsiteY2" fmla="*/ 1290423 h 1291461"/>
                <a:gd name="connsiteX3" fmla="*/ 3608608 w 3608609"/>
                <a:gd name="connsiteY3" fmla="*/ 236322 h 1291461"/>
                <a:gd name="connsiteX0" fmla="*/ 0 w 3653059"/>
                <a:gd name="connsiteY0" fmla="*/ 866 h 1293542"/>
                <a:gd name="connsiteX1" fmla="*/ 429358 w 3653059"/>
                <a:gd name="connsiteY1" fmla="*/ 378 h 1293542"/>
                <a:gd name="connsiteX2" fmla="*/ 1856007 w 3653059"/>
                <a:gd name="connsiteY2" fmla="*/ 1290423 h 1293542"/>
                <a:gd name="connsiteX3" fmla="*/ 3653058 w 3653059"/>
                <a:gd name="connsiteY3" fmla="*/ 388722 h 1293542"/>
                <a:gd name="connsiteX0" fmla="*/ 0 w 3653059"/>
                <a:gd name="connsiteY0" fmla="*/ 866 h 1293542"/>
                <a:gd name="connsiteX1" fmla="*/ 429358 w 3653059"/>
                <a:gd name="connsiteY1" fmla="*/ 378 h 1293542"/>
                <a:gd name="connsiteX2" fmla="*/ 1856007 w 3653059"/>
                <a:gd name="connsiteY2" fmla="*/ 1290423 h 1293542"/>
                <a:gd name="connsiteX3" fmla="*/ 3653058 w 3653059"/>
                <a:gd name="connsiteY3" fmla="*/ 388722 h 1293542"/>
                <a:gd name="connsiteX0" fmla="*/ 0 w 3494309"/>
                <a:gd name="connsiteY0" fmla="*/ 866 h 1296832"/>
                <a:gd name="connsiteX1" fmla="*/ 429358 w 3494309"/>
                <a:gd name="connsiteY1" fmla="*/ 378 h 1296832"/>
                <a:gd name="connsiteX2" fmla="*/ 1856007 w 3494309"/>
                <a:gd name="connsiteY2" fmla="*/ 1290423 h 1296832"/>
                <a:gd name="connsiteX3" fmla="*/ 3494308 w 3494309"/>
                <a:gd name="connsiteY3" fmla="*/ 528422 h 1296832"/>
                <a:gd name="connsiteX0" fmla="*/ 0 w 3437159"/>
                <a:gd name="connsiteY0" fmla="*/ 866 h 1291087"/>
                <a:gd name="connsiteX1" fmla="*/ 429358 w 3437159"/>
                <a:gd name="connsiteY1" fmla="*/ 378 h 1291087"/>
                <a:gd name="connsiteX2" fmla="*/ 1856007 w 3437159"/>
                <a:gd name="connsiteY2" fmla="*/ 1290423 h 1291087"/>
                <a:gd name="connsiteX3" fmla="*/ 3437158 w 3437159"/>
                <a:gd name="connsiteY3" fmla="*/ 191872 h 1291087"/>
                <a:gd name="connsiteX0" fmla="*/ 0 w 3552473"/>
                <a:gd name="connsiteY0" fmla="*/ 866 h 1291087"/>
                <a:gd name="connsiteX1" fmla="*/ 429358 w 3552473"/>
                <a:gd name="connsiteY1" fmla="*/ 378 h 1291087"/>
                <a:gd name="connsiteX2" fmla="*/ 1856007 w 3552473"/>
                <a:gd name="connsiteY2" fmla="*/ 1290423 h 1291087"/>
                <a:gd name="connsiteX3" fmla="*/ 3437158 w 3552473"/>
                <a:gd name="connsiteY3" fmla="*/ 191872 h 1291087"/>
                <a:gd name="connsiteX4" fmla="*/ 3430807 w 3552473"/>
                <a:gd name="connsiteY4" fmla="*/ 198222 h 1291087"/>
                <a:gd name="connsiteX0" fmla="*/ 0 w 3792770"/>
                <a:gd name="connsiteY0" fmla="*/ 866 h 1291087"/>
                <a:gd name="connsiteX1" fmla="*/ 429358 w 3792770"/>
                <a:gd name="connsiteY1" fmla="*/ 378 h 1291087"/>
                <a:gd name="connsiteX2" fmla="*/ 1856007 w 3792770"/>
                <a:gd name="connsiteY2" fmla="*/ 1290423 h 1291087"/>
                <a:gd name="connsiteX3" fmla="*/ 3437158 w 3792770"/>
                <a:gd name="connsiteY3" fmla="*/ 191872 h 1291087"/>
                <a:gd name="connsiteX4" fmla="*/ 3792757 w 3792770"/>
                <a:gd name="connsiteY4" fmla="*/ 407772 h 1291087"/>
                <a:gd name="connsiteX0" fmla="*/ 0 w 3976911"/>
                <a:gd name="connsiteY0" fmla="*/ 866 h 1291087"/>
                <a:gd name="connsiteX1" fmla="*/ 429358 w 3976911"/>
                <a:gd name="connsiteY1" fmla="*/ 378 h 1291087"/>
                <a:gd name="connsiteX2" fmla="*/ 1856007 w 3976911"/>
                <a:gd name="connsiteY2" fmla="*/ 1290423 h 1291087"/>
                <a:gd name="connsiteX3" fmla="*/ 3437158 w 3976911"/>
                <a:gd name="connsiteY3" fmla="*/ 191872 h 1291087"/>
                <a:gd name="connsiteX4" fmla="*/ 3976907 w 3976911"/>
                <a:gd name="connsiteY4" fmla="*/ 185522 h 1291087"/>
                <a:gd name="connsiteX0" fmla="*/ 0 w 3976911"/>
                <a:gd name="connsiteY0" fmla="*/ 866 h 1291087"/>
                <a:gd name="connsiteX1" fmla="*/ 429358 w 3976911"/>
                <a:gd name="connsiteY1" fmla="*/ 378 h 1291087"/>
                <a:gd name="connsiteX2" fmla="*/ 1856007 w 3976911"/>
                <a:gd name="connsiteY2" fmla="*/ 1290423 h 1291087"/>
                <a:gd name="connsiteX3" fmla="*/ 3437158 w 3976911"/>
                <a:gd name="connsiteY3" fmla="*/ 191872 h 1291087"/>
                <a:gd name="connsiteX4" fmla="*/ 3976907 w 3976911"/>
                <a:gd name="connsiteY4" fmla="*/ 185522 h 1291087"/>
                <a:gd name="connsiteX0" fmla="*/ 0 w 3437159"/>
                <a:gd name="connsiteY0" fmla="*/ 866 h 1291087"/>
                <a:gd name="connsiteX1" fmla="*/ 429358 w 3437159"/>
                <a:gd name="connsiteY1" fmla="*/ 378 h 1291087"/>
                <a:gd name="connsiteX2" fmla="*/ 1856007 w 3437159"/>
                <a:gd name="connsiteY2" fmla="*/ 1290423 h 1291087"/>
                <a:gd name="connsiteX3" fmla="*/ 3437158 w 3437159"/>
                <a:gd name="connsiteY3" fmla="*/ 191872 h 1291087"/>
                <a:gd name="connsiteX0" fmla="*/ 0 w 3386359"/>
                <a:gd name="connsiteY0" fmla="*/ 866 h 1290523"/>
                <a:gd name="connsiteX1" fmla="*/ 429358 w 3386359"/>
                <a:gd name="connsiteY1" fmla="*/ 378 h 1290523"/>
                <a:gd name="connsiteX2" fmla="*/ 1856007 w 3386359"/>
                <a:gd name="connsiteY2" fmla="*/ 1290423 h 1290523"/>
                <a:gd name="connsiteX3" fmla="*/ 3386358 w 3386359"/>
                <a:gd name="connsiteY3" fmla="*/ 77572 h 1290523"/>
                <a:gd name="connsiteX0" fmla="*/ 0 w 3386359"/>
                <a:gd name="connsiteY0" fmla="*/ 866 h 1290523"/>
                <a:gd name="connsiteX1" fmla="*/ 429358 w 3386359"/>
                <a:gd name="connsiteY1" fmla="*/ 378 h 1290523"/>
                <a:gd name="connsiteX2" fmla="*/ 1856007 w 3386359"/>
                <a:gd name="connsiteY2" fmla="*/ 1290423 h 1290523"/>
                <a:gd name="connsiteX3" fmla="*/ 3386358 w 3386359"/>
                <a:gd name="connsiteY3" fmla="*/ 77572 h 1290523"/>
                <a:gd name="connsiteX0" fmla="*/ 0 w 3513359"/>
                <a:gd name="connsiteY0" fmla="*/ 866 h 1291344"/>
                <a:gd name="connsiteX1" fmla="*/ 429358 w 3513359"/>
                <a:gd name="connsiteY1" fmla="*/ 378 h 1291344"/>
                <a:gd name="connsiteX2" fmla="*/ 1856007 w 3513359"/>
                <a:gd name="connsiteY2" fmla="*/ 1290423 h 1291344"/>
                <a:gd name="connsiteX3" fmla="*/ 3513358 w 3513359"/>
                <a:gd name="connsiteY3" fmla="*/ 223622 h 1291344"/>
                <a:gd name="connsiteX0" fmla="*/ 0 w 3636124"/>
                <a:gd name="connsiteY0" fmla="*/ 866 h 1291344"/>
                <a:gd name="connsiteX1" fmla="*/ 429358 w 3636124"/>
                <a:gd name="connsiteY1" fmla="*/ 378 h 1291344"/>
                <a:gd name="connsiteX2" fmla="*/ 1856007 w 3636124"/>
                <a:gd name="connsiteY2" fmla="*/ 1290423 h 1291344"/>
                <a:gd name="connsiteX3" fmla="*/ 3513358 w 3636124"/>
                <a:gd name="connsiteY3" fmla="*/ 223622 h 1291344"/>
                <a:gd name="connsiteX4" fmla="*/ 3513356 w 3636124"/>
                <a:gd name="connsiteY4" fmla="*/ 223621 h 1291344"/>
                <a:gd name="connsiteX0" fmla="*/ 0 w 3837206"/>
                <a:gd name="connsiteY0" fmla="*/ 866 h 1291344"/>
                <a:gd name="connsiteX1" fmla="*/ 429358 w 3837206"/>
                <a:gd name="connsiteY1" fmla="*/ 378 h 1291344"/>
                <a:gd name="connsiteX2" fmla="*/ 1856007 w 3837206"/>
                <a:gd name="connsiteY2" fmla="*/ 1290423 h 1291344"/>
                <a:gd name="connsiteX3" fmla="*/ 3513358 w 3837206"/>
                <a:gd name="connsiteY3" fmla="*/ 223622 h 1291344"/>
                <a:gd name="connsiteX4" fmla="*/ 3837206 w 3837206"/>
                <a:gd name="connsiteY4" fmla="*/ 185521 h 1291344"/>
                <a:gd name="connsiteX0" fmla="*/ 0 w 3983256"/>
                <a:gd name="connsiteY0" fmla="*/ 866 h 1291344"/>
                <a:gd name="connsiteX1" fmla="*/ 429358 w 3983256"/>
                <a:gd name="connsiteY1" fmla="*/ 378 h 1291344"/>
                <a:gd name="connsiteX2" fmla="*/ 1856007 w 3983256"/>
                <a:gd name="connsiteY2" fmla="*/ 1290423 h 1291344"/>
                <a:gd name="connsiteX3" fmla="*/ 3513358 w 3983256"/>
                <a:gd name="connsiteY3" fmla="*/ 223622 h 1291344"/>
                <a:gd name="connsiteX4" fmla="*/ 3983256 w 3983256"/>
                <a:gd name="connsiteY4" fmla="*/ 528421 h 1291344"/>
                <a:gd name="connsiteX0" fmla="*/ 0 w 3983266"/>
                <a:gd name="connsiteY0" fmla="*/ 866 h 1291344"/>
                <a:gd name="connsiteX1" fmla="*/ 429358 w 3983266"/>
                <a:gd name="connsiteY1" fmla="*/ 378 h 1291344"/>
                <a:gd name="connsiteX2" fmla="*/ 1856007 w 3983266"/>
                <a:gd name="connsiteY2" fmla="*/ 1290423 h 1291344"/>
                <a:gd name="connsiteX3" fmla="*/ 3513358 w 3983266"/>
                <a:gd name="connsiteY3" fmla="*/ 223622 h 1291344"/>
                <a:gd name="connsiteX4" fmla="*/ 3983256 w 3983266"/>
                <a:gd name="connsiteY4" fmla="*/ 528421 h 1291344"/>
                <a:gd name="connsiteX0" fmla="*/ 0 w 3983256"/>
                <a:gd name="connsiteY0" fmla="*/ 866 h 1298132"/>
                <a:gd name="connsiteX1" fmla="*/ 429358 w 3983256"/>
                <a:gd name="connsiteY1" fmla="*/ 378 h 1298132"/>
                <a:gd name="connsiteX2" fmla="*/ 1856007 w 3983256"/>
                <a:gd name="connsiteY2" fmla="*/ 1290423 h 1298132"/>
                <a:gd name="connsiteX3" fmla="*/ 3983256 w 3983256"/>
                <a:gd name="connsiteY3" fmla="*/ 528421 h 1298132"/>
                <a:gd name="connsiteX0" fmla="*/ 0 w 3716556"/>
                <a:gd name="connsiteY0" fmla="*/ 866 h 1291492"/>
                <a:gd name="connsiteX1" fmla="*/ 429358 w 3716556"/>
                <a:gd name="connsiteY1" fmla="*/ 378 h 1291492"/>
                <a:gd name="connsiteX2" fmla="*/ 1856007 w 3716556"/>
                <a:gd name="connsiteY2" fmla="*/ 1290423 h 1291492"/>
                <a:gd name="connsiteX3" fmla="*/ 3716556 w 3716556"/>
                <a:gd name="connsiteY3" fmla="*/ 223621 h 1291492"/>
                <a:gd name="connsiteX0" fmla="*/ 0 w 3716556"/>
                <a:gd name="connsiteY0" fmla="*/ 866 h 1291828"/>
                <a:gd name="connsiteX1" fmla="*/ 429358 w 3716556"/>
                <a:gd name="connsiteY1" fmla="*/ 378 h 1291828"/>
                <a:gd name="connsiteX2" fmla="*/ 1856007 w 3716556"/>
                <a:gd name="connsiteY2" fmla="*/ 1290423 h 1291828"/>
                <a:gd name="connsiteX3" fmla="*/ 3716556 w 3716556"/>
                <a:gd name="connsiteY3" fmla="*/ 223621 h 1291828"/>
                <a:gd name="connsiteX0" fmla="*/ 0 w 3360956"/>
                <a:gd name="connsiteY0" fmla="*/ 866 h 1290625"/>
                <a:gd name="connsiteX1" fmla="*/ 429358 w 3360956"/>
                <a:gd name="connsiteY1" fmla="*/ 378 h 1290625"/>
                <a:gd name="connsiteX2" fmla="*/ 1856007 w 3360956"/>
                <a:gd name="connsiteY2" fmla="*/ 1290423 h 1290625"/>
                <a:gd name="connsiteX3" fmla="*/ 3360956 w 3360956"/>
                <a:gd name="connsiteY3" fmla="*/ 90271 h 1290625"/>
                <a:gd name="connsiteX0" fmla="*/ 0 w 3375802"/>
                <a:gd name="connsiteY0" fmla="*/ 866 h 1290625"/>
                <a:gd name="connsiteX1" fmla="*/ 429358 w 3375802"/>
                <a:gd name="connsiteY1" fmla="*/ 378 h 1290625"/>
                <a:gd name="connsiteX2" fmla="*/ 1856007 w 3375802"/>
                <a:gd name="connsiteY2" fmla="*/ 1290423 h 1290625"/>
                <a:gd name="connsiteX3" fmla="*/ 3360956 w 3375802"/>
                <a:gd name="connsiteY3" fmla="*/ 90271 h 1290625"/>
                <a:gd name="connsiteX0" fmla="*/ 0 w 3379361"/>
                <a:gd name="connsiteY0" fmla="*/ 866 h 1296731"/>
                <a:gd name="connsiteX1" fmla="*/ 429358 w 3379361"/>
                <a:gd name="connsiteY1" fmla="*/ 378 h 1296731"/>
                <a:gd name="connsiteX2" fmla="*/ 1856007 w 3379361"/>
                <a:gd name="connsiteY2" fmla="*/ 1290423 h 1296731"/>
                <a:gd name="connsiteX3" fmla="*/ 3360956 w 3379361"/>
                <a:gd name="connsiteY3" fmla="*/ 90271 h 1296731"/>
                <a:gd name="connsiteX0" fmla="*/ 0 w 3379361"/>
                <a:gd name="connsiteY0" fmla="*/ 866 h 1294580"/>
                <a:gd name="connsiteX1" fmla="*/ 429358 w 3379361"/>
                <a:gd name="connsiteY1" fmla="*/ 378 h 1294580"/>
                <a:gd name="connsiteX2" fmla="*/ 1856007 w 3379361"/>
                <a:gd name="connsiteY2" fmla="*/ 1290423 h 1294580"/>
                <a:gd name="connsiteX3" fmla="*/ 3360956 w 3379361"/>
                <a:gd name="connsiteY3" fmla="*/ 90271 h 1294580"/>
                <a:gd name="connsiteX0" fmla="*/ 0 w 3379361"/>
                <a:gd name="connsiteY0" fmla="*/ 866 h 1290504"/>
                <a:gd name="connsiteX1" fmla="*/ 429358 w 3379361"/>
                <a:gd name="connsiteY1" fmla="*/ 378 h 1290504"/>
                <a:gd name="connsiteX2" fmla="*/ 1856007 w 3379361"/>
                <a:gd name="connsiteY2" fmla="*/ 1290423 h 1290504"/>
                <a:gd name="connsiteX3" fmla="*/ 3360956 w 3379361"/>
                <a:gd name="connsiteY3" fmla="*/ 90271 h 1290504"/>
                <a:gd name="connsiteX0" fmla="*/ 0 w 3379363"/>
                <a:gd name="connsiteY0" fmla="*/ 866 h 1290504"/>
                <a:gd name="connsiteX1" fmla="*/ 429358 w 3379363"/>
                <a:gd name="connsiteY1" fmla="*/ 378 h 1290504"/>
                <a:gd name="connsiteX2" fmla="*/ 1856007 w 3379363"/>
                <a:gd name="connsiteY2" fmla="*/ 1290423 h 1290504"/>
                <a:gd name="connsiteX3" fmla="*/ 3360956 w 3379363"/>
                <a:gd name="connsiteY3" fmla="*/ 90271 h 1290504"/>
                <a:gd name="connsiteX0" fmla="*/ 0 w 3379147"/>
                <a:gd name="connsiteY0" fmla="*/ 866 h 1379379"/>
                <a:gd name="connsiteX1" fmla="*/ 429358 w 3379147"/>
                <a:gd name="connsiteY1" fmla="*/ 378 h 1379379"/>
                <a:gd name="connsiteX2" fmla="*/ 1843307 w 3379147"/>
                <a:gd name="connsiteY2" fmla="*/ 1379323 h 1379379"/>
                <a:gd name="connsiteX3" fmla="*/ 3360956 w 3379147"/>
                <a:gd name="connsiteY3" fmla="*/ 90271 h 1379379"/>
                <a:gd name="connsiteX0" fmla="*/ 0 w 3383952"/>
                <a:gd name="connsiteY0" fmla="*/ 866 h 1379355"/>
                <a:gd name="connsiteX1" fmla="*/ 429358 w 3383952"/>
                <a:gd name="connsiteY1" fmla="*/ 378 h 1379355"/>
                <a:gd name="connsiteX2" fmla="*/ 1843307 w 3383952"/>
                <a:gd name="connsiteY2" fmla="*/ 1379323 h 1379355"/>
                <a:gd name="connsiteX3" fmla="*/ 3360956 w 3383952"/>
                <a:gd name="connsiteY3" fmla="*/ 90271 h 1379355"/>
                <a:gd name="connsiteX0" fmla="*/ 1855414 w 2972416"/>
                <a:gd name="connsiteY0" fmla="*/ 7070 h 1379209"/>
                <a:gd name="connsiteX1" fmla="*/ 17822 w 2972416"/>
                <a:gd name="connsiteY1" fmla="*/ 232 h 1379209"/>
                <a:gd name="connsiteX2" fmla="*/ 1431771 w 2972416"/>
                <a:gd name="connsiteY2" fmla="*/ 1379177 h 1379209"/>
                <a:gd name="connsiteX3" fmla="*/ 2949420 w 2972416"/>
                <a:gd name="connsiteY3" fmla="*/ 90125 h 1379209"/>
                <a:gd name="connsiteX0" fmla="*/ 1837592 w 2954594"/>
                <a:gd name="connsiteY0" fmla="*/ 6838 h 1378977"/>
                <a:gd name="connsiteX1" fmla="*/ 0 w 2954594"/>
                <a:gd name="connsiteY1" fmla="*/ 0 h 1378977"/>
                <a:gd name="connsiteX2" fmla="*/ 1413949 w 2954594"/>
                <a:gd name="connsiteY2" fmla="*/ 1378945 h 1378977"/>
                <a:gd name="connsiteX3" fmla="*/ 2931598 w 2954594"/>
                <a:gd name="connsiteY3" fmla="*/ 89893 h 1378977"/>
                <a:gd name="connsiteX0" fmla="*/ 1837592 w 2966235"/>
                <a:gd name="connsiteY0" fmla="*/ 6838 h 1378963"/>
                <a:gd name="connsiteX1" fmla="*/ 0 w 2966235"/>
                <a:gd name="connsiteY1" fmla="*/ 0 h 1378963"/>
                <a:gd name="connsiteX2" fmla="*/ 1413949 w 2966235"/>
                <a:gd name="connsiteY2" fmla="*/ 1378945 h 1378963"/>
                <a:gd name="connsiteX3" fmla="*/ 2931598 w 2966235"/>
                <a:gd name="connsiteY3" fmla="*/ 89893 h 1378963"/>
                <a:gd name="connsiteX0" fmla="*/ 1837592 w 2973619"/>
                <a:gd name="connsiteY0" fmla="*/ 6838 h 1398012"/>
                <a:gd name="connsiteX1" fmla="*/ 0 w 2973619"/>
                <a:gd name="connsiteY1" fmla="*/ 0 h 1398012"/>
                <a:gd name="connsiteX2" fmla="*/ 1528249 w 2973619"/>
                <a:gd name="connsiteY2" fmla="*/ 1397995 h 1398012"/>
                <a:gd name="connsiteX3" fmla="*/ 2931598 w 2973619"/>
                <a:gd name="connsiteY3" fmla="*/ 89893 h 1398012"/>
                <a:gd name="connsiteX0" fmla="*/ 1837608 w 2973635"/>
                <a:gd name="connsiteY0" fmla="*/ 6838 h 1398029"/>
                <a:gd name="connsiteX1" fmla="*/ 16 w 2973635"/>
                <a:gd name="connsiteY1" fmla="*/ 0 h 1398029"/>
                <a:gd name="connsiteX2" fmla="*/ 1528265 w 2973635"/>
                <a:gd name="connsiteY2" fmla="*/ 1397995 h 1398029"/>
                <a:gd name="connsiteX3" fmla="*/ 2931614 w 2973635"/>
                <a:gd name="connsiteY3" fmla="*/ 89893 h 1398029"/>
                <a:gd name="connsiteX0" fmla="*/ 1837592 w 2973619"/>
                <a:gd name="connsiteY0" fmla="*/ 6838 h 1398016"/>
                <a:gd name="connsiteX1" fmla="*/ 0 w 2973619"/>
                <a:gd name="connsiteY1" fmla="*/ 0 h 1398016"/>
                <a:gd name="connsiteX2" fmla="*/ 1528249 w 2973619"/>
                <a:gd name="connsiteY2" fmla="*/ 1397995 h 1398016"/>
                <a:gd name="connsiteX3" fmla="*/ 2931598 w 2973619"/>
                <a:gd name="connsiteY3" fmla="*/ 89893 h 1398016"/>
                <a:gd name="connsiteX0" fmla="*/ 1837592 w 2973619"/>
                <a:gd name="connsiteY0" fmla="*/ 6838 h 1398135"/>
                <a:gd name="connsiteX1" fmla="*/ 0 w 2973619"/>
                <a:gd name="connsiteY1" fmla="*/ 0 h 1398135"/>
                <a:gd name="connsiteX2" fmla="*/ 1528249 w 2973619"/>
                <a:gd name="connsiteY2" fmla="*/ 1397995 h 1398135"/>
                <a:gd name="connsiteX3" fmla="*/ 2931598 w 2973619"/>
                <a:gd name="connsiteY3" fmla="*/ 89893 h 1398135"/>
                <a:gd name="connsiteX0" fmla="*/ 1837592 w 2973619"/>
                <a:gd name="connsiteY0" fmla="*/ 6838 h 1398048"/>
                <a:gd name="connsiteX1" fmla="*/ 0 w 2973619"/>
                <a:gd name="connsiteY1" fmla="*/ 0 h 1398048"/>
                <a:gd name="connsiteX2" fmla="*/ 1528249 w 2973619"/>
                <a:gd name="connsiteY2" fmla="*/ 1397995 h 1398048"/>
                <a:gd name="connsiteX3" fmla="*/ 2931598 w 2973619"/>
                <a:gd name="connsiteY3" fmla="*/ 89893 h 1398048"/>
                <a:gd name="connsiteX0" fmla="*/ 1837592 w 2973141"/>
                <a:gd name="connsiteY0" fmla="*/ 6838 h 1505970"/>
                <a:gd name="connsiteX1" fmla="*/ 0 w 2973141"/>
                <a:gd name="connsiteY1" fmla="*/ 0 h 1505970"/>
                <a:gd name="connsiteX2" fmla="*/ 1521899 w 2973141"/>
                <a:gd name="connsiteY2" fmla="*/ 1505945 h 1505970"/>
                <a:gd name="connsiteX3" fmla="*/ 2931598 w 2973141"/>
                <a:gd name="connsiteY3" fmla="*/ 89893 h 1505970"/>
                <a:gd name="connsiteX0" fmla="*/ 1837592 w 2955537"/>
                <a:gd name="connsiteY0" fmla="*/ 6838 h 1505957"/>
                <a:gd name="connsiteX1" fmla="*/ 0 w 2955537"/>
                <a:gd name="connsiteY1" fmla="*/ 0 h 1505957"/>
                <a:gd name="connsiteX2" fmla="*/ 1521899 w 2955537"/>
                <a:gd name="connsiteY2" fmla="*/ 1505945 h 1505957"/>
                <a:gd name="connsiteX3" fmla="*/ 2931598 w 2955537"/>
                <a:gd name="connsiteY3" fmla="*/ 89893 h 1505957"/>
                <a:gd name="connsiteX0" fmla="*/ 1405792 w 2955537"/>
                <a:gd name="connsiteY0" fmla="*/ 6838 h 1505957"/>
                <a:gd name="connsiteX1" fmla="*/ 0 w 2955537"/>
                <a:gd name="connsiteY1" fmla="*/ 0 h 1505957"/>
                <a:gd name="connsiteX2" fmla="*/ 1521899 w 2955537"/>
                <a:gd name="connsiteY2" fmla="*/ 1505945 h 1505957"/>
                <a:gd name="connsiteX3" fmla="*/ 2931598 w 2955537"/>
                <a:gd name="connsiteY3" fmla="*/ 89893 h 1505957"/>
                <a:gd name="connsiteX0" fmla="*/ 0 w 2955537"/>
                <a:gd name="connsiteY0" fmla="*/ 0 h 1505957"/>
                <a:gd name="connsiteX1" fmla="*/ 1521899 w 2955537"/>
                <a:gd name="connsiteY1" fmla="*/ 1505945 h 1505957"/>
                <a:gd name="connsiteX2" fmla="*/ 2931598 w 2955537"/>
                <a:gd name="connsiteY2" fmla="*/ 89893 h 1505957"/>
                <a:gd name="connsiteX0" fmla="*/ 0 w 1433638"/>
                <a:gd name="connsiteY0" fmla="*/ 1416052 h 1416064"/>
                <a:gd name="connsiteX1" fmla="*/ 1409699 w 1433638"/>
                <a:gd name="connsiteY1" fmla="*/ 0 h 1416064"/>
                <a:gd name="connsiteX0" fmla="*/ 0 w 940657"/>
                <a:gd name="connsiteY0" fmla="*/ 1579554 h 1579564"/>
                <a:gd name="connsiteX1" fmla="*/ 882859 w 940657"/>
                <a:gd name="connsiteY1" fmla="*/ 0 h 1579564"/>
                <a:gd name="connsiteX0" fmla="*/ 0 w 918070"/>
                <a:gd name="connsiteY0" fmla="*/ 1579554 h 1579554"/>
                <a:gd name="connsiteX1" fmla="*/ 882859 w 918070"/>
                <a:gd name="connsiteY1" fmla="*/ 0 h 1579554"/>
                <a:gd name="connsiteX0" fmla="*/ 0 w 682951"/>
                <a:gd name="connsiteY0" fmla="*/ 1797556 h 1797556"/>
                <a:gd name="connsiteX1" fmla="*/ 622467 w 682951"/>
                <a:gd name="connsiteY1" fmla="*/ 0 h 1797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51" h="1797556">
                  <a:moveTo>
                    <a:pt x="0" y="1797556"/>
                  </a:moveTo>
                  <a:cubicBezTo>
                    <a:pt x="641391" y="1450426"/>
                    <a:pt x="782540" y="393700"/>
                    <a:pt x="622467" y="0"/>
                  </a:cubicBezTo>
                </a:path>
              </a:pathLst>
            </a:custGeom>
            <a:noFill/>
            <a:ln w="38100">
              <a:solidFill>
                <a:srgbClr val="159F84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27" name="实轴根轨迹1">
              <a:extLst>
                <a:ext uri="{FF2B5EF4-FFF2-40B4-BE49-F238E27FC236}">
                  <a16:creationId xmlns:a16="http://schemas.microsoft.com/office/drawing/2014/main" id="{9DD4305F-DB81-C10A-D7D9-A3755DE4A5B1}"/>
                </a:ext>
              </a:extLst>
            </p:cNvPr>
            <p:cNvCxnSpPr>
              <a:cxnSpLocks/>
            </p:cNvCxnSpPr>
            <p:nvPr/>
          </p:nvCxnSpPr>
          <p:spPr>
            <a:xfrm>
              <a:off x="9473000" y="4145876"/>
              <a:ext cx="523720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ylabel-1">
                  <a:extLst>
                    <a:ext uri="{FF2B5EF4-FFF2-40B4-BE49-F238E27FC236}">
                      <a16:creationId xmlns:a16="http://schemas.microsoft.com/office/drawing/2014/main" id="{33153187-B87B-AC5F-C646-29C9A13D86C2}"/>
                    </a:ext>
                  </a:extLst>
                </p:cNvPr>
                <p:cNvSpPr txBox="1"/>
                <p:nvPr/>
              </p:nvSpPr>
              <p:spPr>
                <a:xfrm>
                  <a:off x="9171385" y="2822733"/>
                  <a:ext cx="5207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126.45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8" name="ylabel-1">
                  <a:extLst>
                    <a:ext uri="{FF2B5EF4-FFF2-40B4-BE49-F238E27FC236}">
                      <a16:creationId xmlns:a16="http://schemas.microsoft.com/office/drawing/2014/main" id="{33153187-B87B-AC5F-C646-29C9A13D8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1385" y="2822733"/>
                  <a:ext cx="520701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627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ylabel-1">
                  <a:extLst>
                    <a:ext uri="{FF2B5EF4-FFF2-40B4-BE49-F238E27FC236}">
                      <a16:creationId xmlns:a16="http://schemas.microsoft.com/office/drawing/2014/main" id="{6EE1DE0E-2716-7561-35A1-A96CC33FFB07}"/>
                    </a:ext>
                  </a:extLst>
                </p:cNvPr>
                <p:cNvSpPr txBox="1"/>
                <p:nvPr/>
              </p:nvSpPr>
              <p:spPr>
                <a:xfrm>
                  <a:off x="9026960" y="5098913"/>
                  <a:ext cx="5207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−126.45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9" name="ylabel-1">
                  <a:extLst>
                    <a:ext uri="{FF2B5EF4-FFF2-40B4-BE49-F238E27FC236}">
                      <a16:creationId xmlns:a16="http://schemas.microsoft.com/office/drawing/2014/main" id="{6EE1DE0E-2716-7561-35A1-A96CC33FFB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6960" y="5098913"/>
                  <a:ext cx="520701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952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零点">
              <a:extLst>
                <a:ext uri="{FF2B5EF4-FFF2-40B4-BE49-F238E27FC236}">
                  <a16:creationId xmlns:a16="http://schemas.microsoft.com/office/drawing/2014/main" id="{E68F2B5A-128C-615B-460F-E865D553C734}"/>
                </a:ext>
              </a:extLst>
            </p:cNvPr>
            <p:cNvSpPr/>
            <p:nvPr/>
          </p:nvSpPr>
          <p:spPr>
            <a:xfrm>
              <a:off x="9934985" y="4030498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极点1坐标">
                  <a:extLst>
                    <a:ext uri="{FF2B5EF4-FFF2-40B4-BE49-F238E27FC236}">
                      <a16:creationId xmlns:a16="http://schemas.microsoft.com/office/drawing/2014/main" id="{4F8405DB-9496-7971-6BDC-B97FC842ADBC}"/>
                    </a:ext>
                  </a:extLst>
                </p:cNvPr>
                <p:cNvSpPr txBox="1"/>
                <p:nvPr/>
              </p:nvSpPr>
              <p:spPr>
                <a:xfrm>
                  <a:off x="8993160" y="3670689"/>
                  <a:ext cx="5207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−27.7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33" name="极点1坐标">
                  <a:extLst>
                    <a:ext uri="{FF2B5EF4-FFF2-40B4-BE49-F238E27FC236}">
                      <a16:creationId xmlns:a16="http://schemas.microsoft.com/office/drawing/2014/main" id="{4F8405DB-9496-7971-6BDC-B97FC842A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3160" y="3670689"/>
                  <a:ext cx="520701" cy="369332"/>
                </a:xfrm>
                <a:prstGeom prst="rect">
                  <a:avLst/>
                </a:prstGeom>
                <a:blipFill>
                  <a:blip r:embed="rId29"/>
                  <a:stretch>
                    <a:fillRect r="-452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极点1">
              <a:extLst>
                <a:ext uri="{FF2B5EF4-FFF2-40B4-BE49-F238E27FC236}">
                  <a16:creationId xmlns:a16="http://schemas.microsoft.com/office/drawing/2014/main" id="{2FF2D7D2-252B-ACC3-4F96-38E3DA327BE8}"/>
                </a:ext>
              </a:extLst>
            </p:cNvPr>
            <p:cNvSpPr/>
            <p:nvPr/>
          </p:nvSpPr>
          <p:spPr>
            <a:xfrm>
              <a:off x="9298701" y="4003279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37" name="虚轴交点2">
              <a:extLst>
                <a:ext uri="{FF2B5EF4-FFF2-40B4-BE49-F238E27FC236}">
                  <a16:creationId xmlns:a16="http://schemas.microsoft.com/office/drawing/2014/main" id="{CC3E7CC9-E9F5-9C9A-4758-8F95B2DE0D88}"/>
                </a:ext>
              </a:extLst>
            </p:cNvPr>
            <p:cNvSpPr/>
            <p:nvPr/>
          </p:nvSpPr>
          <p:spPr>
            <a:xfrm>
              <a:off x="9989813" y="2934276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8" name="虚轴交点1">
              <a:extLst>
                <a:ext uri="{FF2B5EF4-FFF2-40B4-BE49-F238E27FC236}">
                  <a16:creationId xmlns:a16="http://schemas.microsoft.com/office/drawing/2014/main" id="{6707AA1A-2AD5-21A3-05B2-4490D93629CF}"/>
                </a:ext>
              </a:extLst>
            </p:cNvPr>
            <p:cNvSpPr/>
            <p:nvPr/>
          </p:nvSpPr>
          <p:spPr>
            <a:xfrm>
              <a:off x="9989813" y="5206288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ylabel-2">
                  <a:extLst>
                    <a:ext uri="{FF2B5EF4-FFF2-40B4-BE49-F238E27FC236}">
                      <a16:creationId xmlns:a16="http://schemas.microsoft.com/office/drawing/2014/main" id="{3C1C6607-C60A-8FDA-D822-24606B081719}"/>
                    </a:ext>
                  </a:extLst>
                </p:cNvPr>
                <p:cNvSpPr txBox="1"/>
                <p:nvPr/>
              </p:nvSpPr>
              <p:spPr>
                <a:xfrm>
                  <a:off x="7791026" y="4246498"/>
                  <a:ext cx="5207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−200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39" name="ylabel-2">
                  <a:extLst>
                    <a:ext uri="{FF2B5EF4-FFF2-40B4-BE49-F238E27FC236}">
                      <a16:creationId xmlns:a16="http://schemas.microsoft.com/office/drawing/2014/main" id="{3C1C6607-C60A-8FDA-D822-24606B081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1026" y="4246498"/>
                  <a:ext cx="520701" cy="369332"/>
                </a:xfrm>
                <a:prstGeom prst="rect">
                  <a:avLst/>
                </a:prstGeom>
                <a:blipFill>
                  <a:blip r:embed="rId30"/>
                  <a:stretch>
                    <a:fillRect r="-380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ytick-2">
              <a:extLst>
                <a:ext uri="{FF2B5EF4-FFF2-40B4-BE49-F238E27FC236}">
                  <a16:creationId xmlns:a16="http://schemas.microsoft.com/office/drawing/2014/main" id="{2B5D5F3D-42DE-2ACA-A9FD-50CAAC1E981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04292" y="407703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弧 10">
              <a:extLst>
                <a:ext uri="{FF2B5EF4-FFF2-40B4-BE49-F238E27FC236}">
                  <a16:creationId xmlns:a16="http://schemas.microsoft.com/office/drawing/2014/main" id="{46AF666D-5B07-74B0-5DD7-70A42646EC9C}"/>
                </a:ext>
              </a:extLst>
            </p:cNvPr>
            <p:cNvSpPr/>
            <p:nvPr/>
          </p:nvSpPr>
          <p:spPr>
            <a:xfrm>
              <a:off x="9628163" y="3668318"/>
              <a:ext cx="920944" cy="920944"/>
            </a:xfrm>
            <a:prstGeom prst="arc">
              <a:avLst>
                <a:gd name="adj1" fmla="val 17988826"/>
                <a:gd name="adj2" fmla="val 0"/>
              </a:avLst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ylabel-1">
                  <a:extLst>
                    <a:ext uri="{FF2B5EF4-FFF2-40B4-BE49-F238E27FC236}">
                      <a16:creationId xmlns:a16="http://schemas.microsoft.com/office/drawing/2014/main" id="{ADA1AA84-F9C2-4BD8-907E-4C92177439DF}"/>
                    </a:ext>
                  </a:extLst>
                </p:cNvPr>
                <p:cNvSpPr txBox="1"/>
                <p:nvPr/>
              </p:nvSpPr>
              <p:spPr>
                <a:xfrm>
                  <a:off x="10431779" y="3507144"/>
                  <a:ext cx="5207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60°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2" name="ylabel-1">
                  <a:extLst>
                    <a:ext uri="{FF2B5EF4-FFF2-40B4-BE49-F238E27FC236}">
                      <a16:creationId xmlns:a16="http://schemas.microsoft.com/office/drawing/2014/main" id="{ADA1AA84-F9C2-4BD8-907E-4C9217743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1779" y="3507144"/>
                  <a:ext cx="520701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53085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3268240" cy="725177"/>
            <a:chOff x="4943078" y="1700704"/>
            <a:chExt cx="3268240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708500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参数根轨迹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3657725" cy="725177"/>
            <a:chOff x="4943078" y="1700704"/>
            <a:chExt cx="3657725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89" y="1750121"/>
              <a:ext cx="3183114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等效开环增益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3657725" cy="725177"/>
            <a:chOff x="4943078" y="1700704"/>
            <a:chExt cx="3657725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3183114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等效开环传函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790949" y="974919"/>
            <a:ext cx="79928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开环增益之外的参数变化形成的闭环特征根轨迹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4222998" y="1880312"/>
            <a:ext cx="76901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即待考察的参数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说明3">
                <a:extLst>
                  <a:ext uri="{FF2B5EF4-FFF2-40B4-BE49-F238E27FC236}">
                    <a16:creationId xmlns:a16="http://schemas.microsoft.com/office/drawing/2014/main" id="{E8BCF822-C15C-BA20-871E-7C7CF6373C52}"/>
                  </a:ext>
                </a:extLst>
              </p:cNvPr>
              <p:cNvSpPr txBox="1"/>
              <p:nvPr/>
            </p:nvSpPr>
            <p:spPr>
              <a:xfrm>
                <a:off x="4241114" y="2703727"/>
                <a:ext cx="76901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闭环特征方程转化为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𝐾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sz="2800" dirty="0"/>
                  <a:t>形式后的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说明3">
                <a:extLst>
                  <a:ext uri="{FF2B5EF4-FFF2-40B4-BE49-F238E27FC236}">
                    <a16:creationId xmlns:a16="http://schemas.microsoft.com/office/drawing/2014/main" id="{E8BCF822-C15C-BA20-871E-7C7CF6373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114" y="2703727"/>
                <a:ext cx="7690173" cy="523220"/>
              </a:xfrm>
              <a:prstGeom prst="rect">
                <a:avLst/>
              </a:prstGeom>
              <a:blipFill>
                <a:blip r:embed="rId3"/>
                <a:stretch>
                  <a:fillRect l="-1650" t="-17073" b="-3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归纳和演绎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5303118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个别到一般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6" grpId="0" animBg="1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6207768" cy="1001329"/>
            <a:chOff x="5348307" y="5538470"/>
            <a:chExt cx="6207768" cy="1001329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">
                  <a:extLst>
                    <a:ext uri="{FF2B5EF4-FFF2-40B4-BE49-F238E27FC236}">
                      <a16:creationId xmlns:a16="http://schemas.microsoft.com/office/drawing/2014/main" id="{B40EDE9D-B618-037F-57F9-2304DF45231C}"/>
                    </a:ext>
                  </a:extLst>
                </p:cNvPr>
                <p:cNvSpPr txBox="1"/>
                <p:nvPr/>
              </p:nvSpPr>
              <p:spPr>
                <a:xfrm>
                  <a:off x="6320700" y="5585692"/>
                  <a:ext cx="5235375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试在讨论例</a:t>
                  </a:r>
                  <a:r>
                    <a:rPr kumimoji="1" lang="en-US" altLang="zh-CN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1</a:t>
                  </a:r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中使系统稳定的参数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𝑎</m:t>
                          </m:r>
                        </m:sub>
                      </m:sSub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的范围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" name="文本">
                  <a:extLst>
                    <a:ext uri="{FF2B5EF4-FFF2-40B4-BE49-F238E27FC236}">
                      <a16:creationId xmlns:a16="http://schemas.microsoft.com/office/drawing/2014/main" id="{B40EDE9D-B618-037F-57F9-2304DF4523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0700" y="5585692"/>
                  <a:ext cx="5235375" cy="954107"/>
                </a:xfrm>
                <a:prstGeom prst="rect">
                  <a:avLst/>
                </a:prstGeom>
                <a:blipFill>
                  <a:blip r:embed="rId3"/>
                  <a:stretch>
                    <a:fillRect l="-2663" t="-6579"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881063"/>
            <a:chOff x="5348307" y="5538470"/>
            <a:chExt cx="6194665" cy="881063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">
                  <a:extLst>
                    <a:ext uri="{FF2B5EF4-FFF2-40B4-BE49-F238E27FC236}">
                      <a16:creationId xmlns:a16="http://schemas.microsoft.com/office/drawing/2014/main" id="{68096BCF-DEFA-1880-5BBB-61F51FEEEE7E}"/>
                    </a:ext>
                  </a:extLst>
                </p:cNvPr>
                <p:cNvSpPr txBox="1"/>
                <p:nvPr/>
              </p:nvSpPr>
              <p:spPr>
                <a:xfrm>
                  <a:off x="6307597" y="5538470"/>
                  <a:ext cx="523537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试确定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𝑎</m:t>
                          </m:r>
                        </m:sub>
                      </m:sSub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对系统性能的影响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" name="文本">
                  <a:extLst>
                    <a:ext uri="{FF2B5EF4-FFF2-40B4-BE49-F238E27FC236}">
                      <a16:creationId xmlns:a16="http://schemas.microsoft.com/office/drawing/2014/main" id="{68096BCF-DEFA-1880-5BBB-61F51FEEEE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7597" y="5538470"/>
                  <a:ext cx="5235375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2427" t="-11905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坐标轴">
            <a:extLst>
              <a:ext uri="{FF2B5EF4-FFF2-40B4-BE49-F238E27FC236}">
                <a16:creationId xmlns:a16="http://schemas.microsoft.com/office/drawing/2014/main" id="{C20D21AA-BBC4-B8D4-6E4D-81CE15D6EA90}"/>
              </a:ext>
            </a:extLst>
          </p:cNvPr>
          <p:cNvGrpSpPr/>
          <p:nvPr/>
        </p:nvGrpSpPr>
        <p:grpSpPr>
          <a:xfrm>
            <a:off x="8499431" y="1058143"/>
            <a:ext cx="2995657" cy="4741714"/>
            <a:chOff x="8704885" y="1678087"/>
            <a:chExt cx="2995657" cy="4741714"/>
          </a:xfrm>
        </p:grpSpPr>
        <p:grpSp>
          <p:nvGrpSpPr>
            <p:cNvPr id="48" name="虚轴">
              <a:extLst>
                <a:ext uri="{FF2B5EF4-FFF2-40B4-BE49-F238E27FC236}">
                  <a16:creationId xmlns:a16="http://schemas.microsoft.com/office/drawing/2014/main" id="{D73467C9-55EF-CB40-DA0D-29DDA8587E48}"/>
                </a:ext>
              </a:extLst>
            </p:cNvPr>
            <p:cNvGrpSpPr/>
            <p:nvPr/>
          </p:nvGrpSpPr>
          <p:grpSpPr>
            <a:xfrm>
              <a:off x="10792135" y="1678087"/>
              <a:ext cx="672518" cy="4741714"/>
              <a:chOff x="10792135" y="1678087"/>
              <a:chExt cx="672518" cy="47417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labelj">
                    <a:extLst>
                      <a:ext uri="{FF2B5EF4-FFF2-40B4-BE49-F238E27FC236}">
                        <a16:creationId xmlns:a16="http://schemas.microsoft.com/office/drawing/2014/main" id="{EA4D80D8-2E0E-EC91-74D7-D074661EDEC0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0" name="labelj">
                    <a:extLst>
                      <a:ext uri="{FF2B5EF4-FFF2-40B4-BE49-F238E27FC236}">
                        <a16:creationId xmlns:a16="http://schemas.microsoft.com/office/drawing/2014/main" id="{E09D08AB-986E-E2D2-1DED-1C41C05671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762" r="-2142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ylabel2">
                    <a:extLst>
                      <a:ext uri="{FF2B5EF4-FFF2-40B4-BE49-F238E27FC236}">
                        <a16:creationId xmlns:a16="http://schemas.microsoft.com/office/drawing/2014/main" id="{F2098058-32DC-B3E9-E76E-15B31C059D76}"/>
                      </a:ext>
                    </a:extLst>
                  </p:cNvPr>
                  <p:cNvSpPr txBox="1"/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1" name="ylabel2">
                    <a:extLst>
                      <a:ext uri="{FF2B5EF4-FFF2-40B4-BE49-F238E27FC236}">
                        <a16:creationId xmlns:a16="http://schemas.microsoft.com/office/drawing/2014/main" id="{F6681086-62E9-45A4-B6AE-039BC774C3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7692" r="-307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ytick2">
                <a:extLst>
                  <a:ext uri="{FF2B5EF4-FFF2-40B4-BE49-F238E27FC236}">
                    <a16:creationId xmlns:a16="http://schemas.microsoft.com/office/drawing/2014/main" id="{21B9CBE0-A702-2362-9811-AC1695D31A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4468" y="2713985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ylabel-2">
                    <a:extLst>
                      <a:ext uri="{FF2B5EF4-FFF2-40B4-BE49-F238E27FC236}">
                        <a16:creationId xmlns:a16="http://schemas.microsoft.com/office/drawing/2014/main" id="{89153340-7D1B-E715-6C61-C64D2A88D7D7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7" name="ylabel-2">
                    <a:extLst>
                      <a:ext uri="{FF2B5EF4-FFF2-40B4-BE49-F238E27FC236}">
                        <a16:creationId xmlns:a16="http://schemas.microsoft.com/office/drawing/2014/main" id="{314BC2CC-6C0A-F73E-0CBE-B591587844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ytick-2">
                <a:extLst>
                  <a:ext uri="{FF2B5EF4-FFF2-40B4-BE49-F238E27FC236}">
                    <a16:creationId xmlns:a16="http://schemas.microsoft.com/office/drawing/2014/main" id="{55480D8A-4554-C73F-80F6-9A18785C08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5591991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y轴">
                <a:extLst>
                  <a:ext uri="{FF2B5EF4-FFF2-40B4-BE49-F238E27FC236}">
                    <a16:creationId xmlns:a16="http://schemas.microsoft.com/office/drawing/2014/main" id="{B26B9F97-A840-222E-B8B4-11CCFEFF2C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92135" y="2027313"/>
                <a:ext cx="0" cy="43924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实轴">
              <a:extLst>
                <a:ext uri="{FF2B5EF4-FFF2-40B4-BE49-F238E27FC236}">
                  <a16:creationId xmlns:a16="http://schemas.microsoft.com/office/drawing/2014/main" id="{13E3470E-BACD-F8E2-627D-AFD4E36EA877}"/>
                </a:ext>
              </a:extLst>
            </p:cNvPr>
            <p:cNvGrpSpPr/>
            <p:nvPr/>
          </p:nvGrpSpPr>
          <p:grpSpPr>
            <a:xfrm>
              <a:off x="8704885" y="3655551"/>
              <a:ext cx="2995657" cy="1027076"/>
              <a:chOff x="8704885" y="3655551"/>
              <a:chExt cx="2995657" cy="1027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label0">
                    <a:extLst>
                      <a:ext uri="{FF2B5EF4-FFF2-40B4-BE49-F238E27FC236}">
                        <a16:creationId xmlns:a16="http://schemas.microsoft.com/office/drawing/2014/main" id="{3455CE43-67B0-C1DD-9161-599B86DFF84A}"/>
                      </a:ext>
                    </a:extLst>
                  </p:cNvPr>
                  <p:cNvSpPr txBox="1"/>
                  <p:nvPr/>
                </p:nvSpPr>
                <p:spPr>
                  <a:xfrm>
                    <a:off x="11179841" y="3655551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Re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1" name="label0">
                    <a:extLst>
                      <a:ext uri="{FF2B5EF4-FFF2-40B4-BE49-F238E27FC236}">
                        <a16:creationId xmlns:a16="http://schemas.microsoft.com/office/drawing/2014/main" id="{0BFAA65A-5EA6-A6E7-6AA7-F590422347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79841" y="3655551"/>
                    <a:ext cx="520701" cy="52469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7143" r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xlabel-2">
                    <a:extLst>
                      <a:ext uri="{FF2B5EF4-FFF2-40B4-BE49-F238E27FC236}">
                        <a16:creationId xmlns:a16="http://schemas.microsoft.com/office/drawing/2014/main" id="{B9C202E0-2BA5-28BA-7641-FF773EA79847}"/>
                      </a:ext>
                    </a:extLst>
                  </p:cNvPr>
                  <p:cNvSpPr txBox="1"/>
                  <p:nvPr/>
                </p:nvSpPr>
                <p:spPr>
                  <a:xfrm>
                    <a:off x="8704885" y="415940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4" name="xlabel-2">
                    <a:extLst>
                      <a:ext uri="{FF2B5EF4-FFF2-40B4-BE49-F238E27FC236}">
                        <a16:creationId xmlns:a16="http://schemas.microsoft.com/office/drawing/2014/main" id="{3E55011F-FFAC-D08C-3F70-88D5C0FD32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4885" y="4159407"/>
                    <a:ext cx="520701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2" name="xtick-2">
                <a:extLst>
                  <a:ext uri="{FF2B5EF4-FFF2-40B4-BE49-F238E27FC236}">
                    <a16:creationId xmlns:a16="http://schemas.microsoft.com/office/drawing/2014/main" id="{159DCA63-2B47-2AA1-2933-CBD4E10C2C3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68272" y="4084906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x轴">
                <a:extLst>
                  <a:ext uri="{FF2B5EF4-FFF2-40B4-BE49-F238E27FC236}">
                    <a16:creationId xmlns:a16="http://schemas.microsoft.com/office/drawing/2014/main" id="{B8E9C382-67AD-3F0B-CFBB-5170F91EAD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1602" y="4159407"/>
                <a:ext cx="213949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0" name="出射角2">
            <a:extLst>
              <a:ext uri="{FF2B5EF4-FFF2-40B4-BE49-F238E27FC236}">
                <a16:creationId xmlns:a16="http://schemas.microsoft.com/office/drawing/2014/main" id="{F53C3B04-2EF7-C513-671E-FC84F4FD3EB3}"/>
              </a:ext>
            </a:extLst>
          </p:cNvPr>
          <p:cNvCxnSpPr>
            <a:cxnSpLocks/>
          </p:cNvCxnSpPr>
          <p:nvPr/>
        </p:nvCxnSpPr>
        <p:spPr>
          <a:xfrm>
            <a:off x="8663620" y="4854176"/>
            <a:ext cx="1829784" cy="73267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出射角1">
            <a:extLst>
              <a:ext uri="{FF2B5EF4-FFF2-40B4-BE49-F238E27FC236}">
                <a16:creationId xmlns:a16="http://schemas.microsoft.com/office/drawing/2014/main" id="{1F02C939-33D5-3864-3F8A-B932FAA180D4}"/>
              </a:ext>
            </a:extLst>
          </p:cNvPr>
          <p:cNvCxnSpPr>
            <a:cxnSpLocks/>
          </p:cNvCxnSpPr>
          <p:nvPr/>
        </p:nvCxnSpPr>
        <p:spPr>
          <a:xfrm flipV="1">
            <a:off x="8629709" y="2128712"/>
            <a:ext cx="1829784" cy="73267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渐近线1">
            <a:extLst>
              <a:ext uri="{FF2B5EF4-FFF2-40B4-BE49-F238E27FC236}">
                <a16:creationId xmlns:a16="http://schemas.microsoft.com/office/drawing/2014/main" id="{A398BCAA-F64C-B586-D18F-F6F59960CD7B}"/>
              </a:ext>
            </a:extLst>
          </p:cNvPr>
          <p:cNvCxnSpPr>
            <a:cxnSpLocks/>
          </p:cNvCxnSpPr>
          <p:nvPr/>
        </p:nvCxnSpPr>
        <p:spPr>
          <a:xfrm flipH="1" flipV="1">
            <a:off x="7981821" y="3533391"/>
            <a:ext cx="1840072" cy="14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零点">
            <a:extLst>
              <a:ext uri="{FF2B5EF4-FFF2-40B4-BE49-F238E27FC236}">
                <a16:creationId xmlns:a16="http://schemas.microsoft.com/office/drawing/2014/main" id="{5F2DEE90-0B90-9408-9846-F0A963FD5857}"/>
              </a:ext>
            </a:extLst>
          </p:cNvPr>
          <p:cNvSpPr/>
          <p:nvPr/>
        </p:nvSpPr>
        <p:spPr>
          <a:xfrm>
            <a:off x="10470840" y="3430066"/>
            <a:ext cx="216000" cy="216000"/>
          </a:xfrm>
          <a:prstGeom prst="donut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4" name="极点2">
            <a:extLst>
              <a:ext uri="{FF2B5EF4-FFF2-40B4-BE49-F238E27FC236}">
                <a16:creationId xmlns:a16="http://schemas.microsoft.com/office/drawing/2014/main" id="{D8089731-3969-2FB0-2B1E-F4A05C1073AE}"/>
              </a:ext>
            </a:extLst>
          </p:cNvPr>
          <p:cNvSpPr/>
          <p:nvPr/>
        </p:nvSpPr>
        <p:spPr>
          <a:xfrm>
            <a:off x="10349388" y="4779785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65" name="极点1">
            <a:extLst>
              <a:ext uri="{FF2B5EF4-FFF2-40B4-BE49-F238E27FC236}">
                <a16:creationId xmlns:a16="http://schemas.microsoft.com/office/drawing/2014/main" id="{17F5B20F-7DC4-B2FF-CF51-FE76A5074D19}"/>
              </a:ext>
            </a:extLst>
          </p:cNvPr>
          <p:cNvSpPr/>
          <p:nvPr/>
        </p:nvSpPr>
        <p:spPr>
          <a:xfrm>
            <a:off x="10315477" y="1984696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66" name="根轨迹2">
            <a:extLst>
              <a:ext uri="{FF2B5EF4-FFF2-40B4-BE49-F238E27FC236}">
                <a16:creationId xmlns:a16="http://schemas.microsoft.com/office/drawing/2014/main" id="{3857F5ED-2104-69E2-DAB8-8C1E6ECFD05F}"/>
              </a:ext>
            </a:extLst>
          </p:cNvPr>
          <p:cNvSpPr/>
          <p:nvPr/>
        </p:nvSpPr>
        <p:spPr>
          <a:xfrm flipV="1">
            <a:off x="7866700" y="3534220"/>
            <a:ext cx="2619776" cy="1399823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56 w 886614"/>
              <a:gd name="connsiteY0" fmla="*/ 2140438 h 2140438"/>
              <a:gd name="connsiteX1" fmla="*/ 886614 w 886614"/>
              <a:gd name="connsiteY1" fmla="*/ 0 h 2140438"/>
              <a:gd name="connsiteX0" fmla="*/ 49 w 886607"/>
              <a:gd name="connsiteY0" fmla="*/ 2140438 h 2140438"/>
              <a:gd name="connsiteX1" fmla="*/ 886607 w 886607"/>
              <a:gd name="connsiteY1" fmla="*/ 0 h 2140438"/>
              <a:gd name="connsiteX0" fmla="*/ 136 w 632358"/>
              <a:gd name="connsiteY0" fmla="*/ 735532 h 735532"/>
              <a:gd name="connsiteX1" fmla="*/ 632358 w 632358"/>
              <a:gd name="connsiteY1" fmla="*/ 0 h 735532"/>
              <a:gd name="connsiteX0" fmla="*/ 2549488 w 2549488"/>
              <a:gd name="connsiteY0" fmla="*/ 39695 h 1687814"/>
              <a:gd name="connsiteX1" fmla="*/ 57006 w 2549488"/>
              <a:gd name="connsiteY1" fmla="*/ 1453911 h 1687814"/>
              <a:gd name="connsiteX0" fmla="*/ 2677146 w 2677146"/>
              <a:gd name="connsiteY0" fmla="*/ 39695 h 1687814"/>
              <a:gd name="connsiteX1" fmla="*/ 184664 w 2677146"/>
              <a:gd name="connsiteY1" fmla="*/ 1453911 h 1687814"/>
              <a:gd name="connsiteX2" fmla="*/ 184538 w 2677146"/>
              <a:gd name="connsiteY2" fmla="*/ 1463742 h 1687814"/>
              <a:gd name="connsiteX0" fmla="*/ 2591899 w 2591899"/>
              <a:gd name="connsiteY0" fmla="*/ 39695 h 1687814"/>
              <a:gd name="connsiteX1" fmla="*/ 99417 w 2591899"/>
              <a:gd name="connsiteY1" fmla="*/ 1453911 h 1687814"/>
              <a:gd name="connsiteX2" fmla="*/ 704854 w 2591899"/>
              <a:gd name="connsiteY2" fmla="*/ 1621188 h 1687814"/>
              <a:gd name="connsiteX0" fmla="*/ 2724167 w 2724167"/>
              <a:gd name="connsiteY0" fmla="*/ 39695 h 1687814"/>
              <a:gd name="connsiteX1" fmla="*/ 231685 w 2724167"/>
              <a:gd name="connsiteY1" fmla="*/ 1453911 h 1687814"/>
              <a:gd name="connsiteX2" fmla="*/ 86224 w 2724167"/>
              <a:gd name="connsiteY2" fmla="*/ 1451630 h 1687814"/>
              <a:gd name="connsiteX0" fmla="*/ 2637943 w 2637943"/>
              <a:gd name="connsiteY0" fmla="*/ 39928 h 1671085"/>
              <a:gd name="connsiteX1" fmla="*/ 1277864 w 2637943"/>
              <a:gd name="connsiteY1" fmla="*/ 1435977 h 1671085"/>
              <a:gd name="connsiteX2" fmla="*/ 0 w 2637943"/>
              <a:gd name="connsiteY2" fmla="*/ 1451863 h 1671085"/>
              <a:gd name="connsiteX0" fmla="*/ 2637943 w 2637943"/>
              <a:gd name="connsiteY0" fmla="*/ 75389 h 1580719"/>
              <a:gd name="connsiteX1" fmla="*/ 1277864 w 2637943"/>
              <a:gd name="connsiteY1" fmla="*/ 1471438 h 1580719"/>
              <a:gd name="connsiteX2" fmla="*/ 0 w 2637943"/>
              <a:gd name="connsiteY2" fmla="*/ 1487324 h 1580719"/>
              <a:gd name="connsiteX0" fmla="*/ 2637943 w 2637943"/>
              <a:gd name="connsiteY0" fmla="*/ 75389 h 1487324"/>
              <a:gd name="connsiteX1" fmla="*/ 1277864 w 2637943"/>
              <a:gd name="connsiteY1" fmla="*/ 1471438 h 1487324"/>
              <a:gd name="connsiteX2" fmla="*/ 0 w 2637943"/>
              <a:gd name="connsiteY2" fmla="*/ 1487324 h 1487324"/>
              <a:gd name="connsiteX0" fmla="*/ 2601609 w 2601609"/>
              <a:gd name="connsiteY0" fmla="*/ 75389 h 1471438"/>
              <a:gd name="connsiteX1" fmla="*/ 1241530 w 2601609"/>
              <a:gd name="connsiteY1" fmla="*/ 1471438 h 1471438"/>
              <a:gd name="connsiteX2" fmla="*/ 0 w 2601609"/>
              <a:gd name="connsiteY2" fmla="*/ 1463101 h 1471438"/>
              <a:gd name="connsiteX0" fmla="*/ 2619776 w 2619776"/>
              <a:gd name="connsiteY0" fmla="*/ 75389 h 1475212"/>
              <a:gd name="connsiteX1" fmla="*/ 1259697 w 2619776"/>
              <a:gd name="connsiteY1" fmla="*/ 1471438 h 1475212"/>
              <a:gd name="connsiteX2" fmla="*/ 0 w 2619776"/>
              <a:gd name="connsiteY2" fmla="*/ 1475212 h 1475212"/>
              <a:gd name="connsiteX0" fmla="*/ 2619776 w 2619776"/>
              <a:gd name="connsiteY0" fmla="*/ 0 h 1399823"/>
              <a:gd name="connsiteX1" fmla="*/ 1259697 w 2619776"/>
              <a:gd name="connsiteY1" fmla="*/ 1396049 h 1399823"/>
              <a:gd name="connsiteX2" fmla="*/ 0 w 2619776"/>
              <a:gd name="connsiteY2" fmla="*/ 1399823 h 1399823"/>
              <a:gd name="connsiteX0" fmla="*/ 2619776 w 2619776"/>
              <a:gd name="connsiteY0" fmla="*/ 0 h 1399823"/>
              <a:gd name="connsiteX1" fmla="*/ 1259697 w 2619776"/>
              <a:gd name="connsiteY1" fmla="*/ 1396049 h 1399823"/>
              <a:gd name="connsiteX2" fmla="*/ 0 w 2619776"/>
              <a:gd name="connsiteY2" fmla="*/ 1399823 h 1399823"/>
              <a:gd name="connsiteX0" fmla="*/ 2619776 w 2619776"/>
              <a:gd name="connsiteY0" fmla="*/ 0 h 1399823"/>
              <a:gd name="connsiteX1" fmla="*/ 1259697 w 2619776"/>
              <a:gd name="connsiteY1" fmla="*/ 1396049 h 1399823"/>
              <a:gd name="connsiteX2" fmla="*/ 0 w 2619776"/>
              <a:gd name="connsiteY2" fmla="*/ 1399823 h 1399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19776" h="1399823">
                <a:moveTo>
                  <a:pt x="2619776" y="0"/>
                </a:moveTo>
                <a:cubicBezTo>
                  <a:pt x="1724551" y="47609"/>
                  <a:pt x="1271472" y="942460"/>
                  <a:pt x="1259697" y="1396049"/>
                </a:cubicBezTo>
                <a:lnTo>
                  <a:pt x="0" y="1399823"/>
                </a:ln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7" name="根轨迹1">
            <a:extLst>
              <a:ext uri="{FF2B5EF4-FFF2-40B4-BE49-F238E27FC236}">
                <a16:creationId xmlns:a16="http://schemas.microsoft.com/office/drawing/2014/main" id="{CCF864DB-6A95-EAAB-0873-9488EF7FB98A}"/>
              </a:ext>
            </a:extLst>
          </p:cNvPr>
          <p:cNvSpPr/>
          <p:nvPr/>
        </p:nvSpPr>
        <p:spPr>
          <a:xfrm>
            <a:off x="9124735" y="2134186"/>
            <a:ext cx="1356336" cy="140774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662500"/>
              <a:gd name="connsiteY0" fmla="*/ 729476 h 729476"/>
              <a:gd name="connsiteX1" fmla="*/ 662500 w 662500"/>
              <a:gd name="connsiteY1" fmla="*/ 0 h 729476"/>
              <a:gd name="connsiteX0" fmla="*/ 180480 w 237417"/>
              <a:gd name="connsiteY0" fmla="*/ 54238 h 1664400"/>
              <a:gd name="connsiteX1" fmla="*/ 237417 w 237417"/>
              <a:gd name="connsiteY1" fmla="*/ 1426065 h 1664400"/>
              <a:gd name="connsiteX0" fmla="*/ 180480 w 241599"/>
              <a:gd name="connsiteY0" fmla="*/ 54238 h 1664400"/>
              <a:gd name="connsiteX1" fmla="*/ 237417 w 241599"/>
              <a:gd name="connsiteY1" fmla="*/ 1426065 h 1664400"/>
              <a:gd name="connsiteX2" fmla="*/ 237294 w 241599"/>
              <a:gd name="connsiteY2" fmla="*/ 1417936 h 1664400"/>
              <a:gd name="connsiteX0" fmla="*/ 180480 w 249405"/>
              <a:gd name="connsiteY0" fmla="*/ 54238 h 1664400"/>
              <a:gd name="connsiteX1" fmla="*/ 237417 w 249405"/>
              <a:gd name="connsiteY1" fmla="*/ 1426065 h 1664400"/>
              <a:gd name="connsiteX2" fmla="*/ 249405 w 249405"/>
              <a:gd name="connsiteY2" fmla="*/ 1611716 h 1664400"/>
              <a:gd name="connsiteX0" fmla="*/ 673237 w 742162"/>
              <a:gd name="connsiteY0" fmla="*/ 58572 h 1616060"/>
              <a:gd name="connsiteX1" fmla="*/ 136722 w 742162"/>
              <a:gd name="connsiteY1" fmla="*/ 1194229 h 1616060"/>
              <a:gd name="connsiteX2" fmla="*/ 742162 w 742162"/>
              <a:gd name="connsiteY2" fmla="*/ 1616050 h 1616060"/>
              <a:gd name="connsiteX0" fmla="*/ 673237 w 687661"/>
              <a:gd name="connsiteY0" fmla="*/ 58572 h 1452608"/>
              <a:gd name="connsiteX1" fmla="*/ 136722 w 687661"/>
              <a:gd name="connsiteY1" fmla="*/ 1194229 h 1452608"/>
              <a:gd name="connsiteX2" fmla="*/ 687661 w 687661"/>
              <a:gd name="connsiteY2" fmla="*/ 1452548 h 1452608"/>
              <a:gd name="connsiteX0" fmla="*/ 1422690 w 1437114"/>
              <a:gd name="connsiteY0" fmla="*/ 53829 h 1686622"/>
              <a:gd name="connsiteX1" fmla="*/ 86832 w 1437114"/>
              <a:gd name="connsiteY1" fmla="*/ 1449878 h 1686622"/>
              <a:gd name="connsiteX2" fmla="*/ 1437114 w 1437114"/>
              <a:gd name="connsiteY2" fmla="*/ 1447805 h 1686622"/>
              <a:gd name="connsiteX0" fmla="*/ 1422690 w 1437114"/>
              <a:gd name="connsiteY0" fmla="*/ 53829 h 1686622"/>
              <a:gd name="connsiteX1" fmla="*/ 86832 w 1437114"/>
              <a:gd name="connsiteY1" fmla="*/ 1449878 h 1686622"/>
              <a:gd name="connsiteX2" fmla="*/ 1437114 w 1437114"/>
              <a:gd name="connsiteY2" fmla="*/ 1447805 h 1686622"/>
              <a:gd name="connsiteX0" fmla="*/ 1335858 w 1350282"/>
              <a:gd name="connsiteY0" fmla="*/ 102662 h 1505371"/>
              <a:gd name="connsiteX1" fmla="*/ 0 w 1350282"/>
              <a:gd name="connsiteY1" fmla="*/ 1498711 h 1505371"/>
              <a:gd name="connsiteX2" fmla="*/ 1350282 w 1350282"/>
              <a:gd name="connsiteY2" fmla="*/ 1496638 h 1505371"/>
              <a:gd name="connsiteX0" fmla="*/ 1335858 w 1350282"/>
              <a:gd name="connsiteY0" fmla="*/ 0 h 1402709"/>
              <a:gd name="connsiteX1" fmla="*/ 0 w 1350282"/>
              <a:gd name="connsiteY1" fmla="*/ 1396049 h 1402709"/>
              <a:gd name="connsiteX2" fmla="*/ 1350282 w 1350282"/>
              <a:gd name="connsiteY2" fmla="*/ 1393976 h 1402709"/>
              <a:gd name="connsiteX0" fmla="*/ 1335858 w 1350282"/>
              <a:gd name="connsiteY0" fmla="*/ 0 h 1402709"/>
              <a:gd name="connsiteX1" fmla="*/ 0 w 1350282"/>
              <a:gd name="connsiteY1" fmla="*/ 1396049 h 1402709"/>
              <a:gd name="connsiteX2" fmla="*/ 1350282 w 1350282"/>
              <a:gd name="connsiteY2" fmla="*/ 1393976 h 1402709"/>
              <a:gd name="connsiteX0" fmla="*/ 1335858 w 1356337"/>
              <a:gd name="connsiteY0" fmla="*/ 0 h 1412604"/>
              <a:gd name="connsiteX1" fmla="*/ 0 w 1356337"/>
              <a:gd name="connsiteY1" fmla="*/ 1396049 h 1412604"/>
              <a:gd name="connsiteX2" fmla="*/ 1356337 w 1356337"/>
              <a:gd name="connsiteY2" fmla="*/ 1412143 h 1412604"/>
              <a:gd name="connsiteX0" fmla="*/ 1335858 w 1356337"/>
              <a:gd name="connsiteY0" fmla="*/ 0 h 1402855"/>
              <a:gd name="connsiteX1" fmla="*/ 0 w 1356337"/>
              <a:gd name="connsiteY1" fmla="*/ 1396049 h 1402855"/>
              <a:gd name="connsiteX2" fmla="*/ 1356337 w 1356337"/>
              <a:gd name="connsiteY2" fmla="*/ 1394558 h 1402855"/>
              <a:gd name="connsiteX0" fmla="*/ 1327065 w 1347544"/>
              <a:gd name="connsiteY0" fmla="*/ 0 h 1417712"/>
              <a:gd name="connsiteX1" fmla="*/ 0 w 1347544"/>
              <a:gd name="connsiteY1" fmla="*/ 1413633 h 1417712"/>
              <a:gd name="connsiteX2" fmla="*/ 1347544 w 1347544"/>
              <a:gd name="connsiteY2" fmla="*/ 1394558 h 1417712"/>
              <a:gd name="connsiteX0" fmla="*/ 1327065 w 1347544"/>
              <a:gd name="connsiteY0" fmla="*/ 0 h 1413633"/>
              <a:gd name="connsiteX1" fmla="*/ 0 w 1347544"/>
              <a:gd name="connsiteY1" fmla="*/ 1413633 h 1413633"/>
              <a:gd name="connsiteX2" fmla="*/ 1347544 w 1347544"/>
              <a:gd name="connsiteY2" fmla="*/ 1394558 h 1413633"/>
              <a:gd name="connsiteX0" fmla="*/ 1331461 w 1351940"/>
              <a:gd name="connsiteY0" fmla="*/ 0 h 1404841"/>
              <a:gd name="connsiteX1" fmla="*/ 0 w 1351940"/>
              <a:gd name="connsiteY1" fmla="*/ 1404841 h 1404841"/>
              <a:gd name="connsiteX2" fmla="*/ 1351940 w 1351940"/>
              <a:gd name="connsiteY2" fmla="*/ 1394558 h 1404841"/>
              <a:gd name="connsiteX0" fmla="*/ 1331461 w 1351940"/>
              <a:gd name="connsiteY0" fmla="*/ 0 h 1404841"/>
              <a:gd name="connsiteX1" fmla="*/ 0 w 1351940"/>
              <a:gd name="connsiteY1" fmla="*/ 1404841 h 1404841"/>
              <a:gd name="connsiteX2" fmla="*/ 1351940 w 1351940"/>
              <a:gd name="connsiteY2" fmla="*/ 1394558 h 1404841"/>
              <a:gd name="connsiteX0" fmla="*/ 1331461 w 1351940"/>
              <a:gd name="connsiteY0" fmla="*/ 0 h 1404841"/>
              <a:gd name="connsiteX1" fmla="*/ 0 w 1351940"/>
              <a:gd name="connsiteY1" fmla="*/ 1404841 h 1404841"/>
              <a:gd name="connsiteX2" fmla="*/ 1351940 w 1351940"/>
              <a:gd name="connsiteY2" fmla="*/ 1394558 h 1404841"/>
              <a:gd name="connsiteX0" fmla="*/ 1331461 w 1356336"/>
              <a:gd name="connsiteY0" fmla="*/ 0 h 1407747"/>
              <a:gd name="connsiteX1" fmla="*/ 0 w 1356336"/>
              <a:gd name="connsiteY1" fmla="*/ 1404841 h 1407747"/>
              <a:gd name="connsiteX2" fmla="*/ 1356336 w 1356336"/>
              <a:gd name="connsiteY2" fmla="*/ 1407747 h 1407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6336" h="1407747">
                <a:moveTo>
                  <a:pt x="1331461" y="0"/>
                </a:moveTo>
                <a:cubicBezTo>
                  <a:pt x="364157" y="44076"/>
                  <a:pt x="11775" y="873412"/>
                  <a:pt x="0" y="1404841"/>
                </a:cubicBezTo>
                <a:lnTo>
                  <a:pt x="1356336" y="1407747"/>
                </a:ln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8" name="分离点">
            <a:extLst>
              <a:ext uri="{FF2B5EF4-FFF2-40B4-BE49-F238E27FC236}">
                <a16:creationId xmlns:a16="http://schemas.microsoft.com/office/drawing/2014/main" id="{34747BE3-4A48-CA94-8526-4705AED5CD98}"/>
              </a:ext>
            </a:extLst>
          </p:cNvPr>
          <p:cNvSpPr/>
          <p:nvPr/>
        </p:nvSpPr>
        <p:spPr>
          <a:xfrm>
            <a:off x="9065442" y="3478087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8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 err="1"/>
              <a:t>Nesenchuk</a:t>
            </a:r>
            <a:r>
              <a:rPr lang="en" altLang="zh-CN" sz="2800" dirty="0"/>
              <a:t>, A. A. (2017, May). A method for synthesis of robust interval polynomials using the extended root locus. In 2017 American Control Conference (ACC) (pp. 1715-1720). IEEE.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 err="1"/>
              <a:t>Nesenchuk</a:t>
            </a:r>
            <a:r>
              <a:rPr lang="en" altLang="zh-CN" sz="2800" dirty="0"/>
              <a:t>, A. A. (2019, December). Algorithm for synthesis of the stable characteristic polynomials for dynamic systems under parametric variations. In Informatics (Vol. 16, No. 4, pp. 51-62).</a:t>
            </a:r>
            <a:endParaRPr lang="zh-CN" altLang="en-US" sz="2800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06584B8-ECAA-E8B5-98B8-73BA7E398CCE}"/>
              </a:ext>
            </a:extLst>
          </p:cNvPr>
          <p:cNvGrpSpPr/>
          <p:nvPr/>
        </p:nvGrpSpPr>
        <p:grpSpPr>
          <a:xfrm>
            <a:off x="710838" y="1175315"/>
            <a:ext cx="11145008" cy="3670402"/>
            <a:chOff x="710838" y="1175315"/>
            <a:chExt cx="11145008" cy="3670402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915698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参数根轨迹：</a:t>
              </a:r>
              <a:r>
                <a:rPr lang="en" altLang="zh-CN" sz="2800" dirty="0"/>
                <a:t> 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/video/BV1Up4y1t74q?share_source=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BF22817B-1503-B0D5-E278-80FC915635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5988" y="3131217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图片 7" descr="文本, 信件&#10;&#10;描述已自动生成">
              <a:extLst>
                <a:ext uri="{FF2B5EF4-FFF2-40B4-BE49-F238E27FC236}">
                  <a16:creationId xmlns:a16="http://schemas.microsoft.com/office/drawing/2014/main" id="{7A05445D-F3AC-6AA3-8F5A-9668178BA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838" y="1175315"/>
              <a:ext cx="2844800" cy="1663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9FDE12B-1549-4E78-57FF-A7DFF27CDF52}"/>
              </a:ext>
            </a:extLst>
          </p:cNvPr>
          <p:cNvGrpSpPr/>
          <p:nvPr/>
        </p:nvGrpSpPr>
        <p:grpSpPr>
          <a:xfrm>
            <a:off x="4654550" y="3514725"/>
            <a:ext cx="7074501" cy="2794000"/>
            <a:chOff x="4654550" y="3514725"/>
            <a:chExt cx="7074501" cy="27940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074</a:t>
              </a:r>
              <a:r>
                <a:rPr lang="zh-CN" altLang="en-US" sz="2800" dirty="0"/>
                <a:t>，</a:t>
              </a:r>
              <a:r>
                <a:rPr lang="en-US" altLang="zh-CN" sz="2800" dirty="0"/>
                <a:t>075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6" name="图片 5" descr="手机屏幕截图&#10;&#10;描述已自动生成">
              <a:extLst>
                <a:ext uri="{FF2B5EF4-FFF2-40B4-BE49-F238E27FC236}">
                  <a16:creationId xmlns:a16="http://schemas.microsoft.com/office/drawing/2014/main" id="{3F4E7C2C-3465-412E-3CBD-8FF2D4B82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0451" y="3514725"/>
              <a:ext cx="2768600" cy="279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sp>
        <p:nvSpPr>
          <p:cNvPr id="44" name="节段14">
            <a:extLst>
              <a:ext uri="{FF2B5EF4-FFF2-40B4-BE49-F238E27FC236}">
                <a16:creationId xmlns:a16="http://schemas.microsoft.com/office/drawing/2014/main" id="{C121FC23-6854-F8E2-0029-4CC3F19A1B9B}"/>
              </a:ext>
            </a:extLst>
          </p:cNvPr>
          <p:cNvSpPr/>
          <p:nvPr/>
        </p:nvSpPr>
        <p:spPr bwMode="auto">
          <a:xfrm>
            <a:off x="544800" y="1279324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E4263DC-0C34-985E-4345-7581A54E0F29}"/>
              </a:ext>
            </a:extLst>
          </p:cNvPr>
          <p:cNvGrpSpPr/>
          <p:nvPr/>
        </p:nvGrpSpPr>
        <p:grpSpPr>
          <a:xfrm>
            <a:off x="7679382" y="1124744"/>
            <a:ext cx="3704062" cy="4741714"/>
            <a:chOff x="7679382" y="1124744"/>
            <a:chExt cx="3704062" cy="4741714"/>
          </a:xfrm>
        </p:grpSpPr>
        <p:grpSp>
          <p:nvGrpSpPr>
            <p:cNvPr id="46" name="坐标轴">
              <a:extLst>
                <a:ext uri="{FF2B5EF4-FFF2-40B4-BE49-F238E27FC236}">
                  <a16:creationId xmlns:a16="http://schemas.microsoft.com/office/drawing/2014/main" id="{BD47060D-B008-4D94-287D-AA03E932DBA2}"/>
                </a:ext>
              </a:extLst>
            </p:cNvPr>
            <p:cNvGrpSpPr/>
            <p:nvPr/>
          </p:nvGrpSpPr>
          <p:grpSpPr>
            <a:xfrm>
              <a:off x="7782994" y="1124744"/>
              <a:ext cx="3600450" cy="4741714"/>
              <a:chOff x="8635584" y="1678087"/>
              <a:chExt cx="3600450" cy="4741714"/>
            </a:xfrm>
          </p:grpSpPr>
          <p:grpSp>
            <p:nvGrpSpPr>
              <p:cNvPr id="63" name="虚轴">
                <a:extLst>
                  <a:ext uri="{FF2B5EF4-FFF2-40B4-BE49-F238E27FC236}">
                    <a16:creationId xmlns:a16="http://schemas.microsoft.com/office/drawing/2014/main" id="{3B4FEE21-5F63-58C7-C026-036D4C3CC0D5}"/>
                  </a:ext>
                </a:extLst>
              </p:cNvPr>
              <p:cNvGrpSpPr/>
              <p:nvPr/>
            </p:nvGrpSpPr>
            <p:grpSpPr>
              <a:xfrm>
                <a:off x="10792135" y="1678087"/>
                <a:ext cx="671269" cy="4741714"/>
                <a:chOff x="10792135" y="1678087"/>
                <a:chExt cx="671269" cy="474171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labelj">
                      <a:extLst>
                        <a:ext uri="{FF2B5EF4-FFF2-40B4-BE49-F238E27FC236}">
                          <a16:creationId xmlns:a16="http://schemas.microsoft.com/office/drawing/2014/main" id="{277769F9-8B4D-3D57-D0A7-315FEA97A0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92135" y="1678087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Im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89" name="labelj">
                      <a:extLst>
                        <a:ext uri="{FF2B5EF4-FFF2-40B4-BE49-F238E27FC236}">
                          <a16:creationId xmlns:a16="http://schemas.microsoft.com/office/drawing/2014/main" id="{588462B5-153A-A124-7B31-92B31BBEE6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92135" y="1678087"/>
                      <a:ext cx="520701" cy="523220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 l="-4762" r="-190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ylabel2">
                      <a:extLst>
                        <a:ext uri="{FF2B5EF4-FFF2-40B4-BE49-F238E27FC236}">
                          <a16:creationId xmlns:a16="http://schemas.microsoft.com/office/drawing/2014/main" id="{4F25EEFC-A7B0-6DD5-37C4-6658703E4C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75868" y="2150097"/>
                      <a:ext cx="32218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92" name="ylabel2">
                      <a:extLst>
                        <a:ext uri="{FF2B5EF4-FFF2-40B4-BE49-F238E27FC236}">
                          <a16:creationId xmlns:a16="http://schemas.microsoft.com/office/drawing/2014/main" id="{0A2563A6-AC51-E9C0-89A5-D1A84C182E3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75868" y="2150097"/>
                      <a:ext cx="322182" cy="369332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r="-6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9" name="ytick2">
                  <a:extLst>
                    <a:ext uri="{FF2B5EF4-FFF2-40B4-BE49-F238E27FC236}">
                      <a16:creationId xmlns:a16="http://schemas.microsoft.com/office/drawing/2014/main" id="{F2BD653A-6D28-7160-D61B-9CFB232B8C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04468" y="2340473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ylabel-2">
                      <a:extLst>
                        <a:ext uri="{FF2B5EF4-FFF2-40B4-BE49-F238E27FC236}">
                          <a16:creationId xmlns:a16="http://schemas.microsoft.com/office/drawing/2014/main" id="{30B7718F-B985-B039-97DA-6964D2C536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42703" y="5822505"/>
                      <a:ext cx="52070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−200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96" name="ylabel-2">
                      <a:extLst>
                        <a:ext uri="{FF2B5EF4-FFF2-40B4-BE49-F238E27FC236}">
                          <a16:creationId xmlns:a16="http://schemas.microsoft.com/office/drawing/2014/main" id="{CE630C75-AA14-973C-BB6D-DA2827DF520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42703" y="5822505"/>
                      <a:ext cx="520701" cy="369332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r="-380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1" name="ytick-2">
                  <a:extLst>
                    <a:ext uri="{FF2B5EF4-FFF2-40B4-BE49-F238E27FC236}">
                      <a16:creationId xmlns:a16="http://schemas.microsoft.com/office/drawing/2014/main" id="{6F684190-623A-B56D-2E41-2977BE1BC4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07071" y="6022175"/>
                  <a:ext cx="13563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y轴">
                  <a:extLst>
                    <a:ext uri="{FF2B5EF4-FFF2-40B4-BE49-F238E27FC236}">
                      <a16:creationId xmlns:a16="http://schemas.microsoft.com/office/drawing/2014/main" id="{DEFCF798-9647-D0CF-4209-209E92D84C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792135" y="2027313"/>
                  <a:ext cx="0" cy="439248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4" name="实轴">
                <a:extLst>
                  <a:ext uri="{FF2B5EF4-FFF2-40B4-BE49-F238E27FC236}">
                    <a16:creationId xmlns:a16="http://schemas.microsoft.com/office/drawing/2014/main" id="{517BD097-1843-8908-218A-6A4A6F8F37F6}"/>
                  </a:ext>
                </a:extLst>
              </p:cNvPr>
              <p:cNvGrpSpPr/>
              <p:nvPr/>
            </p:nvGrpSpPr>
            <p:grpSpPr>
              <a:xfrm>
                <a:off x="8635584" y="3673476"/>
                <a:ext cx="3600450" cy="524695"/>
                <a:chOff x="8635584" y="3673476"/>
                <a:chExt cx="3600450" cy="52469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label0">
                      <a:extLst>
                        <a:ext uri="{FF2B5EF4-FFF2-40B4-BE49-F238E27FC236}">
                          <a16:creationId xmlns:a16="http://schemas.microsoft.com/office/drawing/2014/main" id="{0DA34B30-971F-D15E-2DA0-289EAF2025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670642" y="3673476"/>
                      <a:ext cx="520701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Re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72" name="label0">
                      <a:extLst>
                        <a:ext uri="{FF2B5EF4-FFF2-40B4-BE49-F238E27FC236}">
                          <a16:creationId xmlns:a16="http://schemas.microsoft.com/office/drawing/2014/main" id="{8CD868B7-B10E-1F44-0E9C-30A4D6EF62A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670642" y="3673476"/>
                      <a:ext cx="520701" cy="524695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l="-4762" r="-1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6" name="x轴">
                  <a:extLst>
                    <a:ext uri="{FF2B5EF4-FFF2-40B4-BE49-F238E27FC236}">
                      <a16:creationId xmlns:a16="http://schemas.microsoft.com/office/drawing/2014/main" id="{ACECCDAD-80F2-6FC2-02C9-CB2ABF8485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35584" y="4155739"/>
                  <a:ext cx="3600450" cy="3167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7" name="入射角2">
              <a:extLst>
                <a:ext uri="{FF2B5EF4-FFF2-40B4-BE49-F238E27FC236}">
                  <a16:creationId xmlns:a16="http://schemas.microsoft.com/office/drawing/2014/main" id="{574D21BF-19AA-C53C-901F-D3AAD6BD0C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0921" y="1930511"/>
              <a:ext cx="976390" cy="158537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入射角1">
              <a:extLst>
                <a:ext uri="{FF2B5EF4-FFF2-40B4-BE49-F238E27FC236}">
                  <a16:creationId xmlns:a16="http://schemas.microsoft.com/office/drawing/2014/main" id="{65243D80-879D-6A67-7B45-B56843E06E4E}"/>
                </a:ext>
              </a:extLst>
            </p:cNvPr>
            <p:cNvCxnSpPr>
              <a:cxnSpLocks/>
            </p:cNvCxnSpPr>
            <p:nvPr/>
          </p:nvCxnSpPr>
          <p:spPr>
            <a:xfrm>
              <a:off x="9987406" y="3682362"/>
              <a:ext cx="1090997" cy="1771466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ylabel-1">
                  <a:extLst>
                    <a:ext uri="{FF2B5EF4-FFF2-40B4-BE49-F238E27FC236}">
                      <a16:creationId xmlns:a16="http://schemas.microsoft.com/office/drawing/2014/main" id="{2742A470-3426-C31A-5E00-9826AA75410B}"/>
                    </a:ext>
                  </a:extLst>
                </p:cNvPr>
                <p:cNvSpPr txBox="1"/>
                <p:nvPr/>
              </p:nvSpPr>
              <p:spPr>
                <a:xfrm>
                  <a:off x="9059741" y="2286631"/>
                  <a:ext cx="5207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126.45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2" name="ylabel-1">
                  <a:extLst>
                    <a:ext uri="{FF2B5EF4-FFF2-40B4-BE49-F238E27FC236}">
                      <a16:creationId xmlns:a16="http://schemas.microsoft.com/office/drawing/2014/main" id="{2742A470-3426-C31A-5E00-9826AA754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9741" y="2286631"/>
                  <a:ext cx="520701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ylabel-1">
                  <a:extLst>
                    <a:ext uri="{FF2B5EF4-FFF2-40B4-BE49-F238E27FC236}">
                      <a16:creationId xmlns:a16="http://schemas.microsoft.com/office/drawing/2014/main" id="{D4C47E03-A628-894C-BF3C-54C4CE1E89DA}"/>
                    </a:ext>
                  </a:extLst>
                </p:cNvPr>
                <p:cNvSpPr txBox="1"/>
                <p:nvPr/>
              </p:nvSpPr>
              <p:spPr>
                <a:xfrm>
                  <a:off x="8915316" y="4562811"/>
                  <a:ext cx="5207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−126.45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ylabel-1">
                  <a:extLst>
                    <a:ext uri="{FF2B5EF4-FFF2-40B4-BE49-F238E27FC236}">
                      <a16:creationId xmlns:a16="http://schemas.microsoft.com/office/drawing/2014/main" id="{D4C47E03-A628-894C-BF3C-54C4CE1E8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5316" y="4562811"/>
                  <a:ext cx="520701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930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零点">
              <a:extLst>
                <a:ext uri="{FF2B5EF4-FFF2-40B4-BE49-F238E27FC236}">
                  <a16:creationId xmlns:a16="http://schemas.microsoft.com/office/drawing/2014/main" id="{2DF42C02-51BD-4BDE-83DD-8DF82FD2DD3B}"/>
                </a:ext>
              </a:extLst>
            </p:cNvPr>
            <p:cNvSpPr/>
            <p:nvPr/>
          </p:nvSpPr>
          <p:spPr>
            <a:xfrm>
              <a:off x="9823341" y="3494396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极点1坐标">
                  <a:extLst>
                    <a:ext uri="{FF2B5EF4-FFF2-40B4-BE49-F238E27FC236}">
                      <a16:creationId xmlns:a16="http://schemas.microsoft.com/office/drawing/2014/main" id="{12D866DA-25DA-080C-62DF-CA55A10B0A22}"/>
                    </a:ext>
                  </a:extLst>
                </p:cNvPr>
                <p:cNvSpPr txBox="1"/>
                <p:nvPr/>
              </p:nvSpPr>
              <p:spPr>
                <a:xfrm>
                  <a:off x="8881516" y="3134587"/>
                  <a:ext cx="5207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−27.7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5" name="极点1坐标">
                  <a:extLst>
                    <a:ext uri="{FF2B5EF4-FFF2-40B4-BE49-F238E27FC236}">
                      <a16:creationId xmlns:a16="http://schemas.microsoft.com/office/drawing/2014/main" id="{12D866DA-25DA-080C-62DF-CA55A10B0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1516" y="3134587"/>
                  <a:ext cx="520701" cy="369332"/>
                </a:xfrm>
                <a:prstGeom prst="rect">
                  <a:avLst/>
                </a:prstGeom>
                <a:blipFill>
                  <a:blip r:embed="rId29"/>
                  <a:stretch>
                    <a:fillRect r="-452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极点1">
              <a:extLst>
                <a:ext uri="{FF2B5EF4-FFF2-40B4-BE49-F238E27FC236}">
                  <a16:creationId xmlns:a16="http://schemas.microsoft.com/office/drawing/2014/main" id="{A77221B4-A5E4-9920-2308-84889012761B}"/>
                </a:ext>
              </a:extLst>
            </p:cNvPr>
            <p:cNvSpPr/>
            <p:nvPr/>
          </p:nvSpPr>
          <p:spPr>
            <a:xfrm>
              <a:off x="9187057" y="346717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57" name="虚轴交点2">
              <a:extLst>
                <a:ext uri="{FF2B5EF4-FFF2-40B4-BE49-F238E27FC236}">
                  <a16:creationId xmlns:a16="http://schemas.microsoft.com/office/drawing/2014/main" id="{99E800A4-E970-EF51-8B61-3B357D60E207}"/>
                </a:ext>
              </a:extLst>
            </p:cNvPr>
            <p:cNvSpPr/>
            <p:nvPr/>
          </p:nvSpPr>
          <p:spPr>
            <a:xfrm>
              <a:off x="9878169" y="2398174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虚轴交点1">
              <a:extLst>
                <a:ext uri="{FF2B5EF4-FFF2-40B4-BE49-F238E27FC236}">
                  <a16:creationId xmlns:a16="http://schemas.microsoft.com/office/drawing/2014/main" id="{A0CA076B-ECEE-2A94-2F9A-2BE19AF3C182}"/>
                </a:ext>
              </a:extLst>
            </p:cNvPr>
            <p:cNvSpPr/>
            <p:nvPr/>
          </p:nvSpPr>
          <p:spPr>
            <a:xfrm>
              <a:off x="9878169" y="4670186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ylabel-2">
                  <a:extLst>
                    <a:ext uri="{FF2B5EF4-FFF2-40B4-BE49-F238E27FC236}">
                      <a16:creationId xmlns:a16="http://schemas.microsoft.com/office/drawing/2014/main" id="{F9C9E328-7293-AA61-DE4C-6D5BCDFFECDC}"/>
                    </a:ext>
                  </a:extLst>
                </p:cNvPr>
                <p:cNvSpPr txBox="1"/>
                <p:nvPr/>
              </p:nvSpPr>
              <p:spPr>
                <a:xfrm>
                  <a:off x="7679382" y="3710396"/>
                  <a:ext cx="5207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−200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9" name="ylabel-2">
                  <a:extLst>
                    <a:ext uri="{FF2B5EF4-FFF2-40B4-BE49-F238E27FC236}">
                      <a16:creationId xmlns:a16="http://schemas.microsoft.com/office/drawing/2014/main" id="{F9C9E328-7293-AA61-DE4C-6D5BCDFFE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9382" y="3710396"/>
                  <a:ext cx="520701" cy="369332"/>
                </a:xfrm>
                <a:prstGeom prst="rect">
                  <a:avLst/>
                </a:prstGeom>
                <a:blipFill>
                  <a:blip r:embed="rId30"/>
                  <a:stretch>
                    <a:fillRect r="-380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ytick-2">
              <a:extLst>
                <a:ext uri="{FF2B5EF4-FFF2-40B4-BE49-F238E27FC236}">
                  <a16:creationId xmlns:a16="http://schemas.microsoft.com/office/drawing/2014/main" id="{6436285A-4100-4E96-2087-F5D0792C10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992648" y="3540936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弧 60">
              <a:extLst>
                <a:ext uri="{FF2B5EF4-FFF2-40B4-BE49-F238E27FC236}">
                  <a16:creationId xmlns:a16="http://schemas.microsoft.com/office/drawing/2014/main" id="{4B4EFD8D-B6AC-4D03-F076-E9AF001716B6}"/>
                </a:ext>
              </a:extLst>
            </p:cNvPr>
            <p:cNvSpPr/>
            <p:nvPr/>
          </p:nvSpPr>
          <p:spPr>
            <a:xfrm>
              <a:off x="9516519" y="3132216"/>
              <a:ext cx="920944" cy="920944"/>
            </a:xfrm>
            <a:prstGeom prst="arc">
              <a:avLst>
                <a:gd name="adj1" fmla="val 17988826"/>
                <a:gd name="adj2" fmla="val 0"/>
              </a:avLst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ylabel-1">
                  <a:extLst>
                    <a:ext uri="{FF2B5EF4-FFF2-40B4-BE49-F238E27FC236}">
                      <a16:creationId xmlns:a16="http://schemas.microsoft.com/office/drawing/2014/main" id="{22642733-325A-4D29-CABF-E96F88C5D03E}"/>
                    </a:ext>
                  </a:extLst>
                </p:cNvPr>
                <p:cNvSpPr txBox="1"/>
                <p:nvPr/>
              </p:nvSpPr>
              <p:spPr>
                <a:xfrm>
                  <a:off x="10320135" y="2971042"/>
                  <a:ext cx="5207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60°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2" name="ylabel-1">
                  <a:extLst>
                    <a:ext uri="{FF2B5EF4-FFF2-40B4-BE49-F238E27FC236}">
                      <a16:creationId xmlns:a16="http://schemas.microsoft.com/office/drawing/2014/main" id="{22642733-325A-4D29-CABF-E96F88C5D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0135" y="2971042"/>
                  <a:ext cx="520701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根轨迹3">
            <a:extLst>
              <a:ext uri="{FF2B5EF4-FFF2-40B4-BE49-F238E27FC236}">
                <a16:creationId xmlns:a16="http://schemas.microsoft.com/office/drawing/2014/main" id="{6882225D-7359-832B-CF81-409C9BEA4650}"/>
              </a:ext>
            </a:extLst>
          </p:cNvPr>
          <p:cNvSpPr/>
          <p:nvPr/>
        </p:nvSpPr>
        <p:spPr>
          <a:xfrm>
            <a:off x="9336345" y="3694808"/>
            <a:ext cx="727415" cy="180790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3674208"/>
              <a:gd name="connsiteY0" fmla="*/ 2165838 h 2165838"/>
              <a:gd name="connsiteX1" fmla="*/ 3674208 w 3674208"/>
              <a:gd name="connsiteY1" fmla="*/ 0 h 2165838"/>
              <a:gd name="connsiteX0" fmla="*/ 0 w 3369408"/>
              <a:gd name="connsiteY0" fmla="*/ 91215 h 537944"/>
              <a:gd name="connsiteX1" fmla="*/ 3369408 w 3369408"/>
              <a:gd name="connsiteY1" fmla="*/ 147877 h 537944"/>
              <a:gd name="connsiteX0" fmla="*/ 0 w 3620216"/>
              <a:gd name="connsiteY0" fmla="*/ 91215 h 537944"/>
              <a:gd name="connsiteX1" fmla="*/ 3369408 w 3620216"/>
              <a:gd name="connsiteY1" fmla="*/ 147877 h 537944"/>
              <a:gd name="connsiteX2" fmla="*/ 3373657 w 3620216"/>
              <a:gd name="connsiteY2" fmla="*/ 148872 h 537944"/>
              <a:gd name="connsiteX0" fmla="*/ 0 w 3630568"/>
              <a:gd name="connsiteY0" fmla="*/ 91215 h 537944"/>
              <a:gd name="connsiteX1" fmla="*/ 3369408 w 3630568"/>
              <a:gd name="connsiteY1" fmla="*/ 147877 h 537944"/>
              <a:gd name="connsiteX2" fmla="*/ 3411757 w 3630568"/>
              <a:gd name="connsiteY2" fmla="*/ 402872 h 537944"/>
              <a:gd name="connsiteX0" fmla="*/ 0 w 3411757"/>
              <a:gd name="connsiteY0" fmla="*/ 68132 h 1065862"/>
              <a:gd name="connsiteX1" fmla="*/ 1908908 w 3411757"/>
              <a:gd name="connsiteY1" fmla="*/ 759794 h 1065862"/>
              <a:gd name="connsiteX2" fmla="*/ 3411757 w 3411757"/>
              <a:gd name="connsiteY2" fmla="*/ 379789 h 1065862"/>
              <a:gd name="connsiteX0" fmla="*/ 0 w 3386357"/>
              <a:gd name="connsiteY0" fmla="*/ 68132 h 1065862"/>
              <a:gd name="connsiteX1" fmla="*/ 1908908 w 3386357"/>
              <a:gd name="connsiteY1" fmla="*/ 759794 h 1065862"/>
              <a:gd name="connsiteX2" fmla="*/ 3386357 w 3386357"/>
              <a:gd name="connsiteY2" fmla="*/ 132139 h 1065862"/>
              <a:gd name="connsiteX0" fmla="*/ 0 w 3386357"/>
              <a:gd name="connsiteY0" fmla="*/ 118004 h 809773"/>
              <a:gd name="connsiteX1" fmla="*/ 1908908 w 3386357"/>
              <a:gd name="connsiteY1" fmla="*/ 809666 h 809773"/>
              <a:gd name="connsiteX2" fmla="*/ 3386357 w 3386357"/>
              <a:gd name="connsiteY2" fmla="*/ 182011 h 809773"/>
              <a:gd name="connsiteX0" fmla="*/ 0 w 3386357"/>
              <a:gd name="connsiteY0" fmla="*/ 0 h 691769"/>
              <a:gd name="connsiteX1" fmla="*/ 1908908 w 3386357"/>
              <a:gd name="connsiteY1" fmla="*/ 691662 h 691769"/>
              <a:gd name="connsiteX2" fmla="*/ 3386357 w 3386357"/>
              <a:gd name="connsiteY2" fmla="*/ 64007 h 691769"/>
              <a:gd name="connsiteX0" fmla="*/ 0 w 3386357"/>
              <a:gd name="connsiteY0" fmla="*/ 0 h 691769"/>
              <a:gd name="connsiteX1" fmla="*/ 1908908 w 3386357"/>
              <a:gd name="connsiteY1" fmla="*/ 691662 h 691769"/>
              <a:gd name="connsiteX2" fmla="*/ 3386357 w 3386357"/>
              <a:gd name="connsiteY2" fmla="*/ 64007 h 691769"/>
              <a:gd name="connsiteX0" fmla="*/ 184224 w 3570581"/>
              <a:gd name="connsiteY0" fmla="*/ 8631 h 72638"/>
              <a:gd name="connsiteX1" fmla="*/ 613582 w 3570581"/>
              <a:gd name="connsiteY1" fmla="*/ 8143 h 72638"/>
              <a:gd name="connsiteX2" fmla="*/ 3570581 w 3570581"/>
              <a:gd name="connsiteY2" fmla="*/ 72638 h 72638"/>
              <a:gd name="connsiteX0" fmla="*/ 0 w 3386357"/>
              <a:gd name="connsiteY0" fmla="*/ 866 h 64873"/>
              <a:gd name="connsiteX1" fmla="*/ 429358 w 3386357"/>
              <a:gd name="connsiteY1" fmla="*/ 378 h 64873"/>
              <a:gd name="connsiteX2" fmla="*/ 3386357 w 3386357"/>
              <a:gd name="connsiteY2" fmla="*/ 64873 h 64873"/>
              <a:gd name="connsiteX0" fmla="*/ 0 w 3386357"/>
              <a:gd name="connsiteY0" fmla="*/ 866 h 631731"/>
              <a:gd name="connsiteX1" fmla="*/ 429358 w 3386357"/>
              <a:gd name="connsiteY1" fmla="*/ 378 h 631731"/>
              <a:gd name="connsiteX2" fmla="*/ 3386357 w 3386357"/>
              <a:gd name="connsiteY2" fmla="*/ 64873 h 631731"/>
              <a:gd name="connsiteX0" fmla="*/ 0 w 3386357"/>
              <a:gd name="connsiteY0" fmla="*/ 866 h 1277325"/>
              <a:gd name="connsiteX1" fmla="*/ 429358 w 3386357"/>
              <a:gd name="connsiteY1" fmla="*/ 378 h 1277325"/>
              <a:gd name="connsiteX2" fmla="*/ 3386357 w 3386357"/>
              <a:gd name="connsiteY2" fmla="*/ 64873 h 1277325"/>
              <a:gd name="connsiteX0" fmla="*/ 0 w 3386357"/>
              <a:gd name="connsiteY0" fmla="*/ 866 h 1283754"/>
              <a:gd name="connsiteX1" fmla="*/ 429358 w 3386357"/>
              <a:gd name="connsiteY1" fmla="*/ 378 h 1283754"/>
              <a:gd name="connsiteX2" fmla="*/ 3386357 w 3386357"/>
              <a:gd name="connsiteY2" fmla="*/ 64873 h 1283754"/>
              <a:gd name="connsiteX0" fmla="*/ 0 w 3407039"/>
              <a:gd name="connsiteY0" fmla="*/ 866 h 788562"/>
              <a:gd name="connsiteX1" fmla="*/ 429358 w 3407039"/>
              <a:gd name="connsiteY1" fmla="*/ 378 h 788562"/>
              <a:gd name="connsiteX2" fmla="*/ 3386357 w 3407039"/>
              <a:gd name="connsiteY2" fmla="*/ 64873 h 788562"/>
              <a:gd name="connsiteX0" fmla="*/ 0 w 3407039"/>
              <a:gd name="connsiteY0" fmla="*/ 866 h 788562"/>
              <a:gd name="connsiteX1" fmla="*/ 429358 w 3407039"/>
              <a:gd name="connsiteY1" fmla="*/ 378 h 788562"/>
              <a:gd name="connsiteX2" fmla="*/ 3386357 w 3407039"/>
              <a:gd name="connsiteY2" fmla="*/ 64873 h 788562"/>
              <a:gd name="connsiteX0" fmla="*/ 0 w 1843109"/>
              <a:gd name="connsiteY0" fmla="*/ 866 h 1382155"/>
              <a:gd name="connsiteX1" fmla="*/ 429358 w 1843109"/>
              <a:gd name="connsiteY1" fmla="*/ 378 h 1382155"/>
              <a:gd name="connsiteX2" fmla="*/ 1805207 w 1843109"/>
              <a:gd name="connsiteY2" fmla="*/ 1118973 h 1382155"/>
              <a:gd name="connsiteX0" fmla="*/ 0 w 1905317"/>
              <a:gd name="connsiteY0" fmla="*/ 866 h 1382155"/>
              <a:gd name="connsiteX1" fmla="*/ 429358 w 1905317"/>
              <a:gd name="connsiteY1" fmla="*/ 378 h 1382155"/>
              <a:gd name="connsiteX2" fmla="*/ 1805207 w 1905317"/>
              <a:gd name="connsiteY2" fmla="*/ 1118973 h 1382155"/>
              <a:gd name="connsiteX3" fmla="*/ 1798858 w 1905317"/>
              <a:gd name="connsiteY3" fmla="*/ 1106272 h 1382155"/>
              <a:gd name="connsiteX0" fmla="*/ 0 w 3380008"/>
              <a:gd name="connsiteY0" fmla="*/ 866 h 1382155"/>
              <a:gd name="connsiteX1" fmla="*/ 429358 w 3380008"/>
              <a:gd name="connsiteY1" fmla="*/ 378 h 1382155"/>
              <a:gd name="connsiteX2" fmla="*/ 1805207 w 3380008"/>
              <a:gd name="connsiteY2" fmla="*/ 1118973 h 1382155"/>
              <a:gd name="connsiteX3" fmla="*/ 3380008 w 3380008"/>
              <a:gd name="connsiteY3" fmla="*/ 90272 h 1382155"/>
              <a:gd name="connsiteX0" fmla="*/ 0 w 3380008"/>
              <a:gd name="connsiteY0" fmla="*/ 866 h 1138072"/>
              <a:gd name="connsiteX1" fmla="*/ 429358 w 3380008"/>
              <a:gd name="connsiteY1" fmla="*/ 378 h 1138072"/>
              <a:gd name="connsiteX2" fmla="*/ 1805207 w 3380008"/>
              <a:gd name="connsiteY2" fmla="*/ 1118973 h 1138072"/>
              <a:gd name="connsiteX3" fmla="*/ 3380008 w 3380008"/>
              <a:gd name="connsiteY3" fmla="*/ 90272 h 1138072"/>
              <a:gd name="connsiteX0" fmla="*/ 0 w 3380009"/>
              <a:gd name="connsiteY0" fmla="*/ 866 h 1138636"/>
              <a:gd name="connsiteX1" fmla="*/ 429358 w 3380009"/>
              <a:gd name="connsiteY1" fmla="*/ 378 h 1138636"/>
              <a:gd name="connsiteX2" fmla="*/ 1805207 w 3380009"/>
              <a:gd name="connsiteY2" fmla="*/ 1118973 h 1138636"/>
              <a:gd name="connsiteX3" fmla="*/ 3380008 w 3380009"/>
              <a:gd name="connsiteY3" fmla="*/ 90272 h 1138636"/>
              <a:gd name="connsiteX0" fmla="*/ 0 w 3411759"/>
              <a:gd name="connsiteY0" fmla="*/ 866 h 1131208"/>
              <a:gd name="connsiteX1" fmla="*/ 429358 w 3411759"/>
              <a:gd name="connsiteY1" fmla="*/ 378 h 1131208"/>
              <a:gd name="connsiteX2" fmla="*/ 1805207 w 3411759"/>
              <a:gd name="connsiteY2" fmla="*/ 1118973 h 1131208"/>
              <a:gd name="connsiteX3" fmla="*/ 3411758 w 3411759"/>
              <a:gd name="connsiteY3" fmla="*/ 179172 h 1131208"/>
              <a:gd name="connsiteX0" fmla="*/ 0 w 3411759"/>
              <a:gd name="connsiteY0" fmla="*/ 866 h 1131208"/>
              <a:gd name="connsiteX1" fmla="*/ 429358 w 3411759"/>
              <a:gd name="connsiteY1" fmla="*/ 378 h 1131208"/>
              <a:gd name="connsiteX2" fmla="*/ 1805207 w 3411759"/>
              <a:gd name="connsiteY2" fmla="*/ 1118973 h 1131208"/>
              <a:gd name="connsiteX3" fmla="*/ 3411758 w 3411759"/>
              <a:gd name="connsiteY3" fmla="*/ 179172 h 1131208"/>
              <a:gd name="connsiteX0" fmla="*/ 0 w 3411759"/>
              <a:gd name="connsiteY0" fmla="*/ 866 h 1150731"/>
              <a:gd name="connsiteX1" fmla="*/ 429358 w 3411759"/>
              <a:gd name="connsiteY1" fmla="*/ 378 h 1150731"/>
              <a:gd name="connsiteX2" fmla="*/ 1805207 w 3411759"/>
              <a:gd name="connsiteY2" fmla="*/ 1118973 h 1150731"/>
              <a:gd name="connsiteX3" fmla="*/ 3411758 w 3411759"/>
              <a:gd name="connsiteY3" fmla="*/ 179172 h 1150731"/>
              <a:gd name="connsiteX0" fmla="*/ 0 w 3411759"/>
              <a:gd name="connsiteY0" fmla="*/ 866 h 1298019"/>
              <a:gd name="connsiteX1" fmla="*/ 429358 w 3411759"/>
              <a:gd name="connsiteY1" fmla="*/ 378 h 1298019"/>
              <a:gd name="connsiteX2" fmla="*/ 1856007 w 3411759"/>
              <a:gd name="connsiteY2" fmla="*/ 1290423 h 1298019"/>
              <a:gd name="connsiteX3" fmla="*/ 3411758 w 3411759"/>
              <a:gd name="connsiteY3" fmla="*/ 179172 h 1298019"/>
              <a:gd name="connsiteX0" fmla="*/ 0 w 3411758"/>
              <a:gd name="connsiteY0" fmla="*/ 866 h 1295827"/>
              <a:gd name="connsiteX1" fmla="*/ 429358 w 3411758"/>
              <a:gd name="connsiteY1" fmla="*/ 378 h 1295827"/>
              <a:gd name="connsiteX2" fmla="*/ 1856007 w 3411758"/>
              <a:gd name="connsiteY2" fmla="*/ 1290423 h 1295827"/>
              <a:gd name="connsiteX3" fmla="*/ 3411758 w 3411758"/>
              <a:gd name="connsiteY3" fmla="*/ 179172 h 1295827"/>
              <a:gd name="connsiteX0" fmla="*/ 0 w 3411758"/>
              <a:gd name="connsiteY0" fmla="*/ 866 h 1295827"/>
              <a:gd name="connsiteX1" fmla="*/ 429358 w 3411758"/>
              <a:gd name="connsiteY1" fmla="*/ 378 h 1295827"/>
              <a:gd name="connsiteX2" fmla="*/ 1856007 w 3411758"/>
              <a:gd name="connsiteY2" fmla="*/ 1290423 h 1295827"/>
              <a:gd name="connsiteX3" fmla="*/ 3411758 w 3411758"/>
              <a:gd name="connsiteY3" fmla="*/ 179172 h 1295827"/>
              <a:gd name="connsiteX0" fmla="*/ 0 w 3608609"/>
              <a:gd name="connsiteY0" fmla="*/ 866 h 1291461"/>
              <a:gd name="connsiteX1" fmla="*/ 429358 w 3608609"/>
              <a:gd name="connsiteY1" fmla="*/ 378 h 1291461"/>
              <a:gd name="connsiteX2" fmla="*/ 1856007 w 3608609"/>
              <a:gd name="connsiteY2" fmla="*/ 1290423 h 1291461"/>
              <a:gd name="connsiteX3" fmla="*/ 3608608 w 3608609"/>
              <a:gd name="connsiteY3" fmla="*/ 236322 h 1291461"/>
              <a:gd name="connsiteX0" fmla="*/ 0 w 3653059"/>
              <a:gd name="connsiteY0" fmla="*/ 866 h 1293542"/>
              <a:gd name="connsiteX1" fmla="*/ 429358 w 3653059"/>
              <a:gd name="connsiteY1" fmla="*/ 378 h 1293542"/>
              <a:gd name="connsiteX2" fmla="*/ 1856007 w 3653059"/>
              <a:gd name="connsiteY2" fmla="*/ 1290423 h 1293542"/>
              <a:gd name="connsiteX3" fmla="*/ 3653058 w 3653059"/>
              <a:gd name="connsiteY3" fmla="*/ 388722 h 1293542"/>
              <a:gd name="connsiteX0" fmla="*/ 0 w 3653059"/>
              <a:gd name="connsiteY0" fmla="*/ 866 h 1293542"/>
              <a:gd name="connsiteX1" fmla="*/ 429358 w 3653059"/>
              <a:gd name="connsiteY1" fmla="*/ 378 h 1293542"/>
              <a:gd name="connsiteX2" fmla="*/ 1856007 w 3653059"/>
              <a:gd name="connsiteY2" fmla="*/ 1290423 h 1293542"/>
              <a:gd name="connsiteX3" fmla="*/ 3653058 w 3653059"/>
              <a:gd name="connsiteY3" fmla="*/ 388722 h 1293542"/>
              <a:gd name="connsiteX0" fmla="*/ 0 w 3494309"/>
              <a:gd name="connsiteY0" fmla="*/ 866 h 1296832"/>
              <a:gd name="connsiteX1" fmla="*/ 429358 w 3494309"/>
              <a:gd name="connsiteY1" fmla="*/ 378 h 1296832"/>
              <a:gd name="connsiteX2" fmla="*/ 1856007 w 3494309"/>
              <a:gd name="connsiteY2" fmla="*/ 1290423 h 1296832"/>
              <a:gd name="connsiteX3" fmla="*/ 3494308 w 3494309"/>
              <a:gd name="connsiteY3" fmla="*/ 528422 h 1296832"/>
              <a:gd name="connsiteX0" fmla="*/ 0 w 3437159"/>
              <a:gd name="connsiteY0" fmla="*/ 866 h 1291087"/>
              <a:gd name="connsiteX1" fmla="*/ 429358 w 3437159"/>
              <a:gd name="connsiteY1" fmla="*/ 378 h 1291087"/>
              <a:gd name="connsiteX2" fmla="*/ 1856007 w 3437159"/>
              <a:gd name="connsiteY2" fmla="*/ 1290423 h 1291087"/>
              <a:gd name="connsiteX3" fmla="*/ 3437158 w 3437159"/>
              <a:gd name="connsiteY3" fmla="*/ 191872 h 1291087"/>
              <a:gd name="connsiteX0" fmla="*/ 0 w 3552473"/>
              <a:gd name="connsiteY0" fmla="*/ 866 h 1291087"/>
              <a:gd name="connsiteX1" fmla="*/ 429358 w 3552473"/>
              <a:gd name="connsiteY1" fmla="*/ 378 h 1291087"/>
              <a:gd name="connsiteX2" fmla="*/ 1856007 w 3552473"/>
              <a:gd name="connsiteY2" fmla="*/ 1290423 h 1291087"/>
              <a:gd name="connsiteX3" fmla="*/ 3437158 w 3552473"/>
              <a:gd name="connsiteY3" fmla="*/ 191872 h 1291087"/>
              <a:gd name="connsiteX4" fmla="*/ 3430807 w 3552473"/>
              <a:gd name="connsiteY4" fmla="*/ 198222 h 1291087"/>
              <a:gd name="connsiteX0" fmla="*/ 0 w 3792770"/>
              <a:gd name="connsiteY0" fmla="*/ 866 h 1291087"/>
              <a:gd name="connsiteX1" fmla="*/ 429358 w 3792770"/>
              <a:gd name="connsiteY1" fmla="*/ 378 h 1291087"/>
              <a:gd name="connsiteX2" fmla="*/ 1856007 w 3792770"/>
              <a:gd name="connsiteY2" fmla="*/ 1290423 h 1291087"/>
              <a:gd name="connsiteX3" fmla="*/ 3437158 w 3792770"/>
              <a:gd name="connsiteY3" fmla="*/ 191872 h 1291087"/>
              <a:gd name="connsiteX4" fmla="*/ 3792757 w 3792770"/>
              <a:gd name="connsiteY4" fmla="*/ 407772 h 1291087"/>
              <a:gd name="connsiteX0" fmla="*/ 0 w 3976911"/>
              <a:gd name="connsiteY0" fmla="*/ 866 h 1291087"/>
              <a:gd name="connsiteX1" fmla="*/ 429358 w 3976911"/>
              <a:gd name="connsiteY1" fmla="*/ 378 h 1291087"/>
              <a:gd name="connsiteX2" fmla="*/ 1856007 w 3976911"/>
              <a:gd name="connsiteY2" fmla="*/ 1290423 h 1291087"/>
              <a:gd name="connsiteX3" fmla="*/ 3437158 w 3976911"/>
              <a:gd name="connsiteY3" fmla="*/ 191872 h 1291087"/>
              <a:gd name="connsiteX4" fmla="*/ 3976907 w 3976911"/>
              <a:gd name="connsiteY4" fmla="*/ 185522 h 1291087"/>
              <a:gd name="connsiteX0" fmla="*/ 0 w 3976911"/>
              <a:gd name="connsiteY0" fmla="*/ 866 h 1291087"/>
              <a:gd name="connsiteX1" fmla="*/ 429358 w 3976911"/>
              <a:gd name="connsiteY1" fmla="*/ 378 h 1291087"/>
              <a:gd name="connsiteX2" fmla="*/ 1856007 w 3976911"/>
              <a:gd name="connsiteY2" fmla="*/ 1290423 h 1291087"/>
              <a:gd name="connsiteX3" fmla="*/ 3437158 w 3976911"/>
              <a:gd name="connsiteY3" fmla="*/ 191872 h 1291087"/>
              <a:gd name="connsiteX4" fmla="*/ 3976907 w 3976911"/>
              <a:gd name="connsiteY4" fmla="*/ 185522 h 1291087"/>
              <a:gd name="connsiteX0" fmla="*/ 0 w 3437159"/>
              <a:gd name="connsiteY0" fmla="*/ 866 h 1291087"/>
              <a:gd name="connsiteX1" fmla="*/ 429358 w 3437159"/>
              <a:gd name="connsiteY1" fmla="*/ 378 h 1291087"/>
              <a:gd name="connsiteX2" fmla="*/ 1856007 w 3437159"/>
              <a:gd name="connsiteY2" fmla="*/ 1290423 h 1291087"/>
              <a:gd name="connsiteX3" fmla="*/ 3437158 w 3437159"/>
              <a:gd name="connsiteY3" fmla="*/ 191872 h 1291087"/>
              <a:gd name="connsiteX0" fmla="*/ 0 w 3386359"/>
              <a:gd name="connsiteY0" fmla="*/ 866 h 1290523"/>
              <a:gd name="connsiteX1" fmla="*/ 429358 w 3386359"/>
              <a:gd name="connsiteY1" fmla="*/ 378 h 1290523"/>
              <a:gd name="connsiteX2" fmla="*/ 1856007 w 3386359"/>
              <a:gd name="connsiteY2" fmla="*/ 1290423 h 1290523"/>
              <a:gd name="connsiteX3" fmla="*/ 3386358 w 3386359"/>
              <a:gd name="connsiteY3" fmla="*/ 77572 h 1290523"/>
              <a:gd name="connsiteX0" fmla="*/ 0 w 3386359"/>
              <a:gd name="connsiteY0" fmla="*/ 866 h 1290523"/>
              <a:gd name="connsiteX1" fmla="*/ 429358 w 3386359"/>
              <a:gd name="connsiteY1" fmla="*/ 378 h 1290523"/>
              <a:gd name="connsiteX2" fmla="*/ 1856007 w 3386359"/>
              <a:gd name="connsiteY2" fmla="*/ 1290423 h 1290523"/>
              <a:gd name="connsiteX3" fmla="*/ 3386358 w 3386359"/>
              <a:gd name="connsiteY3" fmla="*/ 77572 h 1290523"/>
              <a:gd name="connsiteX0" fmla="*/ 0 w 3513359"/>
              <a:gd name="connsiteY0" fmla="*/ 866 h 1291344"/>
              <a:gd name="connsiteX1" fmla="*/ 429358 w 3513359"/>
              <a:gd name="connsiteY1" fmla="*/ 378 h 1291344"/>
              <a:gd name="connsiteX2" fmla="*/ 1856007 w 3513359"/>
              <a:gd name="connsiteY2" fmla="*/ 1290423 h 1291344"/>
              <a:gd name="connsiteX3" fmla="*/ 3513358 w 3513359"/>
              <a:gd name="connsiteY3" fmla="*/ 223622 h 1291344"/>
              <a:gd name="connsiteX0" fmla="*/ 0 w 3636124"/>
              <a:gd name="connsiteY0" fmla="*/ 866 h 1291344"/>
              <a:gd name="connsiteX1" fmla="*/ 429358 w 3636124"/>
              <a:gd name="connsiteY1" fmla="*/ 378 h 1291344"/>
              <a:gd name="connsiteX2" fmla="*/ 1856007 w 3636124"/>
              <a:gd name="connsiteY2" fmla="*/ 1290423 h 1291344"/>
              <a:gd name="connsiteX3" fmla="*/ 3513358 w 3636124"/>
              <a:gd name="connsiteY3" fmla="*/ 223622 h 1291344"/>
              <a:gd name="connsiteX4" fmla="*/ 3513356 w 3636124"/>
              <a:gd name="connsiteY4" fmla="*/ 223621 h 1291344"/>
              <a:gd name="connsiteX0" fmla="*/ 0 w 3837206"/>
              <a:gd name="connsiteY0" fmla="*/ 866 h 1291344"/>
              <a:gd name="connsiteX1" fmla="*/ 429358 w 3837206"/>
              <a:gd name="connsiteY1" fmla="*/ 378 h 1291344"/>
              <a:gd name="connsiteX2" fmla="*/ 1856007 w 3837206"/>
              <a:gd name="connsiteY2" fmla="*/ 1290423 h 1291344"/>
              <a:gd name="connsiteX3" fmla="*/ 3513358 w 3837206"/>
              <a:gd name="connsiteY3" fmla="*/ 223622 h 1291344"/>
              <a:gd name="connsiteX4" fmla="*/ 3837206 w 3837206"/>
              <a:gd name="connsiteY4" fmla="*/ 185521 h 1291344"/>
              <a:gd name="connsiteX0" fmla="*/ 0 w 3983256"/>
              <a:gd name="connsiteY0" fmla="*/ 866 h 1291344"/>
              <a:gd name="connsiteX1" fmla="*/ 429358 w 3983256"/>
              <a:gd name="connsiteY1" fmla="*/ 378 h 1291344"/>
              <a:gd name="connsiteX2" fmla="*/ 1856007 w 3983256"/>
              <a:gd name="connsiteY2" fmla="*/ 1290423 h 1291344"/>
              <a:gd name="connsiteX3" fmla="*/ 3513358 w 3983256"/>
              <a:gd name="connsiteY3" fmla="*/ 223622 h 1291344"/>
              <a:gd name="connsiteX4" fmla="*/ 3983256 w 3983256"/>
              <a:gd name="connsiteY4" fmla="*/ 528421 h 1291344"/>
              <a:gd name="connsiteX0" fmla="*/ 0 w 3983266"/>
              <a:gd name="connsiteY0" fmla="*/ 866 h 1291344"/>
              <a:gd name="connsiteX1" fmla="*/ 429358 w 3983266"/>
              <a:gd name="connsiteY1" fmla="*/ 378 h 1291344"/>
              <a:gd name="connsiteX2" fmla="*/ 1856007 w 3983266"/>
              <a:gd name="connsiteY2" fmla="*/ 1290423 h 1291344"/>
              <a:gd name="connsiteX3" fmla="*/ 3513358 w 3983266"/>
              <a:gd name="connsiteY3" fmla="*/ 223622 h 1291344"/>
              <a:gd name="connsiteX4" fmla="*/ 3983256 w 3983266"/>
              <a:gd name="connsiteY4" fmla="*/ 528421 h 1291344"/>
              <a:gd name="connsiteX0" fmla="*/ 0 w 3983256"/>
              <a:gd name="connsiteY0" fmla="*/ 866 h 1298132"/>
              <a:gd name="connsiteX1" fmla="*/ 429358 w 3983256"/>
              <a:gd name="connsiteY1" fmla="*/ 378 h 1298132"/>
              <a:gd name="connsiteX2" fmla="*/ 1856007 w 3983256"/>
              <a:gd name="connsiteY2" fmla="*/ 1290423 h 1298132"/>
              <a:gd name="connsiteX3" fmla="*/ 3983256 w 3983256"/>
              <a:gd name="connsiteY3" fmla="*/ 528421 h 1298132"/>
              <a:gd name="connsiteX0" fmla="*/ 0 w 3716556"/>
              <a:gd name="connsiteY0" fmla="*/ 866 h 1291492"/>
              <a:gd name="connsiteX1" fmla="*/ 429358 w 3716556"/>
              <a:gd name="connsiteY1" fmla="*/ 378 h 1291492"/>
              <a:gd name="connsiteX2" fmla="*/ 1856007 w 3716556"/>
              <a:gd name="connsiteY2" fmla="*/ 1290423 h 1291492"/>
              <a:gd name="connsiteX3" fmla="*/ 3716556 w 3716556"/>
              <a:gd name="connsiteY3" fmla="*/ 223621 h 1291492"/>
              <a:gd name="connsiteX0" fmla="*/ 0 w 3716556"/>
              <a:gd name="connsiteY0" fmla="*/ 866 h 1291828"/>
              <a:gd name="connsiteX1" fmla="*/ 429358 w 3716556"/>
              <a:gd name="connsiteY1" fmla="*/ 378 h 1291828"/>
              <a:gd name="connsiteX2" fmla="*/ 1856007 w 3716556"/>
              <a:gd name="connsiteY2" fmla="*/ 1290423 h 1291828"/>
              <a:gd name="connsiteX3" fmla="*/ 3716556 w 3716556"/>
              <a:gd name="connsiteY3" fmla="*/ 223621 h 1291828"/>
              <a:gd name="connsiteX0" fmla="*/ 0 w 3360956"/>
              <a:gd name="connsiteY0" fmla="*/ 866 h 1290625"/>
              <a:gd name="connsiteX1" fmla="*/ 429358 w 3360956"/>
              <a:gd name="connsiteY1" fmla="*/ 378 h 1290625"/>
              <a:gd name="connsiteX2" fmla="*/ 1856007 w 3360956"/>
              <a:gd name="connsiteY2" fmla="*/ 1290423 h 1290625"/>
              <a:gd name="connsiteX3" fmla="*/ 3360956 w 3360956"/>
              <a:gd name="connsiteY3" fmla="*/ 90271 h 1290625"/>
              <a:gd name="connsiteX0" fmla="*/ 0 w 3375802"/>
              <a:gd name="connsiteY0" fmla="*/ 866 h 1290625"/>
              <a:gd name="connsiteX1" fmla="*/ 429358 w 3375802"/>
              <a:gd name="connsiteY1" fmla="*/ 378 h 1290625"/>
              <a:gd name="connsiteX2" fmla="*/ 1856007 w 3375802"/>
              <a:gd name="connsiteY2" fmla="*/ 1290423 h 1290625"/>
              <a:gd name="connsiteX3" fmla="*/ 3360956 w 3375802"/>
              <a:gd name="connsiteY3" fmla="*/ 90271 h 1290625"/>
              <a:gd name="connsiteX0" fmla="*/ 0 w 3379361"/>
              <a:gd name="connsiteY0" fmla="*/ 866 h 1296731"/>
              <a:gd name="connsiteX1" fmla="*/ 429358 w 3379361"/>
              <a:gd name="connsiteY1" fmla="*/ 378 h 1296731"/>
              <a:gd name="connsiteX2" fmla="*/ 1856007 w 3379361"/>
              <a:gd name="connsiteY2" fmla="*/ 1290423 h 1296731"/>
              <a:gd name="connsiteX3" fmla="*/ 3360956 w 3379361"/>
              <a:gd name="connsiteY3" fmla="*/ 90271 h 1296731"/>
              <a:gd name="connsiteX0" fmla="*/ 0 w 3379361"/>
              <a:gd name="connsiteY0" fmla="*/ 866 h 1294580"/>
              <a:gd name="connsiteX1" fmla="*/ 429358 w 3379361"/>
              <a:gd name="connsiteY1" fmla="*/ 378 h 1294580"/>
              <a:gd name="connsiteX2" fmla="*/ 1856007 w 3379361"/>
              <a:gd name="connsiteY2" fmla="*/ 1290423 h 1294580"/>
              <a:gd name="connsiteX3" fmla="*/ 3360956 w 3379361"/>
              <a:gd name="connsiteY3" fmla="*/ 90271 h 1294580"/>
              <a:gd name="connsiteX0" fmla="*/ 0 w 3379361"/>
              <a:gd name="connsiteY0" fmla="*/ 866 h 1290504"/>
              <a:gd name="connsiteX1" fmla="*/ 429358 w 3379361"/>
              <a:gd name="connsiteY1" fmla="*/ 378 h 1290504"/>
              <a:gd name="connsiteX2" fmla="*/ 1856007 w 3379361"/>
              <a:gd name="connsiteY2" fmla="*/ 1290423 h 1290504"/>
              <a:gd name="connsiteX3" fmla="*/ 3360956 w 3379361"/>
              <a:gd name="connsiteY3" fmla="*/ 90271 h 1290504"/>
              <a:gd name="connsiteX0" fmla="*/ 0 w 3379363"/>
              <a:gd name="connsiteY0" fmla="*/ 866 h 1290504"/>
              <a:gd name="connsiteX1" fmla="*/ 429358 w 3379363"/>
              <a:gd name="connsiteY1" fmla="*/ 378 h 1290504"/>
              <a:gd name="connsiteX2" fmla="*/ 1856007 w 3379363"/>
              <a:gd name="connsiteY2" fmla="*/ 1290423 h 1290504"/>
              <a:gd name="connsiteX3" fmla="*/ 3360956 w 3379363"/>
              <a:gd name="connsiteY3" fmla="*/ 90271 h 1290504"/>
              <a:gd name="connsiteX0" fmla="*/ 0 w 3379147"/>
              <a:gd name="connsiteY0" fmla="*/ 866 h 1379379"/>
              <a:gd name="connsiteX1" fmla="*/ 429358 w 3379147"/>
              <a:gd name="connsiteY1" fmla="*/ 378 h 1379379"/>
              <a:gd name="connsiteX2" fmla="*/ 1843307 w 3379147"/>
              <a:gd name="connsiteY2" fmla="*/ 1379323 h 1379379"/>
              <a:gd name="connsiteX3" fmla="*/ 3360956 w 3379147"/>
              <a:gd name="connsiteY3" fmla="*/ 90271 h 1379379"/>
              <a:gd name="connsiteX0" fmla="*/ 0 w 3383952"/>
              <a:gd name="connsiteY0" fmla="*/ 866 h 1379355"/>
              <a:gd name="connsiteX1" fmla="*/ 429358 w 3383952"/>
              <a:gd name="connsiteY1" fmla="*/ 378 h 1379355"/>
              <a:gd name="connsiteX2" fmla="*/ 1843307 w 3383952"/>
              <a:gd name="connsiteY2" fmla="*/ 1379323 h 1379355"/>
              <a:gd name="connsiteX3" fmla="*/ 3360956 w 3383952"/>
              <a:gd name="connsiteY3" fmla="*/ 90271 h 1379355"/>
              <a:gd name="connsiteX0" fmla="*/ 0 w 3383952"/>
              <a:gd name="connsiteY0" fmla="*/ 866 h 1379384"/>
              <a:gd name="connsiteX1" fmla="*/ 429358 w 3383952"/>
              <a:gd name="connsiteY1" fmla="*/ 378 h 1379384"/>
              <a:gd name="connsiteX2" fmla="*/ 1843307 w 3383952"/>
              <a:gd name="connsiteY2" fmla="*/ 1379323 h 1379384"/>
              <a:gd name="connsiteX3" fmla="*/ 3360956 w 3383952"/>
              <a:gd name="connsiteY3" fmla="*/ 90271 h 1379384"/>
              <a:gd name="connsiteX0" fmla="*/ 0 w 3384464"/>
              <a:gd name="connsiteY0" fmla="*/ 866 h 1468261"/>
              <a:gd name="connsiteX1" fmla="*/ 429358 w 3384464"/>
              <a:gd name="connsiteY1" fmla="*/ 378 h 1468261"/>
              <a:gd name="connsiteX2" fmla="*/ 1862357 w 3384464"/>
              <a:gd name="connsiteY2" fmla="*/ 1468223 h 1468261"/>
              <a:gd name="connsiteX3" fmla="*/ 3360956 w 3384464"/>
              <a:gd name="connsiteY3" fmla="*/ 90271 h 1468261"/>
              <a:gd name="connsiteX0" fmla="*/ 0 w 3387674"/>
              <a:gd name="connsiteY0" fmla="*/ 866 h 1468527"/>
              <a:gd name="connsiteX1" fmla="*/ 429358 w 3387674"/>
              <a:gd name="connsiteY1" fmla="*/ 378 h 1468527"/>
              <a:gd name="connsiteX2" fmla="*/ 1862357 w 3387674"/>
              <a:gd name="connsiteY2" fmla="*/ 1468223 h 1468527"/>
              <a:gd name="connsiteX3" fmla="*/ 3360956 w 3387674"/>
              <a:gd name="connsiteY3" fmla="*/ 90271 h 1468527"/>
              <a:gd name="connsiteX0" fmla="*/ 0 w 3387674"/>
              <a:gd name="connsiteY0" fmla="*/ 866 h 1468483"/>
              <a:gd name="connsiteX1" fmla="*/ 429358 w 3387674"/>
              <a:gd name="connsiteY1" fmla="*/ 378 h 1468483"/>
              <a:gd name="connsiteX2" fmla="*/ 1862357 w 3387674"/>
              <a:gd name="connsiteY2" fmla="*/ 1468223 h 1468483"/>
              <a:gd name="connsiteX3" fmla="*/ 3360956 w 3387674"/>
              <a:gd name="connsiteY3" fmla="*/ 90271 h 1468483"/>
              <a:gd name="connsiteX0" fmla="*/ 0 w 2958316"/>
              <a:gd name="connsiteY0" fmla="*/ 0 h 1468105"/>
              <a:gd name="connsiteX1" fmla="*/ 1432999 w 2958316"/>
              <a:gd name="connsiteY1" fmla="*/ 1467845 h 1468105"/>
              <a:gd name="connsiteX2" fmla="*/ 2931598 w 2958316"/>
              <a:gd name="connsiteY2" fmla="*/ 89893 h 1468105"/>
              <a:gd name="connsiteX0" fmla="*/ 0 w 1525317"/>
              <a:gd name="connsiteY0" fmla="*/ 1377952 h 1377952"/>
              <a:gd name="connsiteX1" fmla="*/ 1498599 w 1525317"/>
              <a:gd name="connsiteY1" fmla="*/ 0 h 1377952"/>
              <a:gd name="connsiteX0" fmla="*/ 0 w 809638"/>
              <a:gd name="connsiteY0" fmla="*/ 1807901 h 1807901"/>
              <a:gd name="connsiteX1" fmla="*/ 656867 w 809638"/>
              <a:gd name="connsiteY1" fmla="*/ 0 h 1807901"/>
              <a:gd name="connsiteX0" fmla="*/ 0 w 727415"/>
              <a:gd name="connsiteY0" fmla="*/ 1807901 h 1807901"/>
              <a:gd name="connsiteX1" fmla="*/ 656867 w 727415"/>
              <a:gd name="connsiteY1" fmla="*/ 0 h 180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7415" h="1807901">
                <a:moveTo>
                  <a:pt x="0" y="1807901"/>
                </a:moveTo>
                <a:cubicBezTo>
                  <a:pt x="746817" y="1229184"/>
                  <a:pt x="816940" y="393700"/>
                  <a:pt x="656867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0" name="根轨迹2">
            <a:extLst>
              <a:ext uri="{FF2B5EF4-FFF2-40B4-BE49-F238E27FC236}">
                <a16:creationId xmlns:a16="http://schemas.microsoft.com/office/drawing/2014/main" id="{2BD403E0-3BF2-A584-6C9C-2761C2990D39}"/>
              </a:ext>
            </a:extLst>
          </p:cNvPr>
          <p:cNvSpPr/>
          <p:nvPr/>
        </p:nvSpPr>
        <p:spPr>
          <a:xfrm flipV="1">
            <a:off x="9377614" y="1723687"/>
            <a:ext cx="682951" cy="1797556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3674208"/>
              <a:gd name="connsiteY0" fmla="*/ 2165838 h 2165838"/>
              <a:gd name="connsiteX1" fmla="*/ 3674208 w 3674208"/>
              <a:gd name="connsiteY1" fmla="*/ 0 h 2165838"/>
              <a:gd name="connsiteX0" fmla="*/ 0 w 3369408"/>
              <a:gd name="connsiteY0" fmla="*/ 91215 h 537944"/>
              <a:gd name="connsiteX1" fmla="*/ 3369408 w 3369408"/>
              <a:gd name="connsiteY1" fmla="*/ 147877 h 537944"/>
              <a:gd name="connsiteX0" fmla="*/ 0 w 3620216"/>
              <a:gd name="connsiteY0" fmla="*/ 91215 h 537944"/>
              <a:gd name="connsiteX1" fmla="*/ 3369408 w 3620216"/>
              <a:gd name="connsiteY1" fmla="*/ 147877 h 537944"/>
              <a:gd name="connsiteX2" fmla="*/ 3373657 w 3620216"/>
              <a:gd name="connsiteY2" fmla="*/ 148872 h 537944"/>
              <a:gd name="connsiteX0" fmla="*/ 0 w 3630568"/>
              <a:gd name="connsiteY0" fmla="*/ 91215 h 537944"/>
              <a:gd name="connsiteX1" fmla="*/ 3369408 w 3630568"/>
              <a:gd name="connsiteY1" fmla="*/ 147877 h 537944"/>
              <a:gd name="connsiteX2" fmla="*/ 3411757 w 3630568"/>
              <a:gd name="connsiteY2" fmla="*/ 402872 h 537944"/>
              <a:gd name="connsiteX0" fmla="*/ 0 w 3411757"/>
              <a:gd name="connsiteY0" fmla="*/ 68132 h 1065862"/>
              <a:gd name="connsiteX1" fmla="*/ 1908908 w 3411757"/>
              <a:gd name="connsiteY1" fmla="*/ 759794 h 1065862"/>
              <a:gd name="connsiteX2" fmla="*/ 3411757 w 3411757"/>
              <a:gd name="connsiteY2" fmla="*/ 379789 h 1065862"/>
              <a:gd name="connsiteX0" fmla="*/ 0 w 3386357"/>
              <a:gd name="connsiteY0" fmla="*/ 68132 h 1065862"/>
              <a:gd name="connsiteX1" fmla="*/ 1908908 w 3386357"/>
              <a:gd name="connsiteY1" fmla="*/ 759794 h 1065862"/>
              <a:gd name="connsiteX2" fmla="*/ 3386357 w 3386357"/>
              <a:gd name="connsiteY2" fmla="*/ 132139 h 1065862"/>
              <a:gd name="connsiteX0" fmla="*/ 0 w 3386357"/>
              <a:gd name="connsiteY0" fmla="*/ 118004 h 809773"/>
              <a:gd name="connsiteX1" fmla="*/ 1908908 w 3386357"/>
              <a:gd name="connsiteY1" fmla="*/ 809666 h 809773"/>
              <a:gd name="connsiteX2" fmla="*/ 3386357 w 3386357"/>
              <a:gd name="connsiteY2" fmla="*/ 182011 h 809773"/>
              <a:gd name="connsiteX0" fmla="*/ 0 w 3386357"/>
              <a:gd name="connsiteY0" fmla="*/ 0 h 691769"/>
              <a:gd name="connsiteX1" fmla="*/ 1908908 w 3386357"/>
              <a:gd name="connsiteY1" fmla="*/ 691662 h 691769"/>
              <a:gd name="connsiteX2" fmla="*/ 3386357 w 3386357"/>
              <a:gd name="connsiteY2" fmla="*/ 64007 h 691769"/>
              <a:gd name="connsiteX0" fmla="*/ 0 w 3386357"/>
              <a:gd name="connsiteY0" fmla="*/ 0 h 691769"/>
              <a:gd name="connsiteX1" fmla="*/ 1908908 w 3386357"/>
              <a:gd name="connsiteY1" fmla="*/ 691662 h 691769"/>
              <a:gd name="connsiteX2" fmla="*/ 3386357 w 3386357"/>
              <a:gd name="connsiteY2" fmla="*/ 64007 h 691769"/>
              <a:gd name="connsiteX0" fmla="*/ 184224 w 3570581"/>
              <a:gd name="connsiteY0" fmla="*/ 8631 h 72638"/>
              <a:gd name="connsiteX1" fmla="*/ 613582 w 3570581"/>
              <a:gd name="connsiteY1" fmla="*/ 8143 h 72638"/>
              <a:gd name="connsiteX2" fmla="*/ 3570581 w 3570581"/>
              <a:gd name="connsiteY2" fmla="*/ 72638 h 72638"/>
              <a:gd name="connsiteX0" fmla="*/ 0 w 3386357"/>
              <a:gd name="connsiteY0" fmla="*/ 866 h 64873"/>
              <a:gd name="connsiteX1" fmla="*/ 429358 w 3386357"/>
              <a:gd name="connsiteY1" fmla="*/ 378 h 64873"/>
              <a:gd name="connsiteX2" fmla="*/ 3386357 w 3386357"/>
              <a:gd name="connsiteY2" fmla="*/ 64873 h 64873"/>
              <a:gd name="connsiteX0" fmla="*/ 0 w 3386357"/>
              <a:gd name="connsiteY0" fmla="*/ 866 h 631731"/>
              <a:gd name="connsiteX1" fmla="*/ 429358 w 3386357"/>
              <a:gd name="connsiteY1" fmla="*/ 378 h 631731"/>
              <a:gd name="connsiteX2" fmla="*/ 3386357 w 3386357"/>
              <a:gd name="connsiteY2" fmla="*/ 64873 h 631731"/>
              <a:gd name="connsiteX0" fmla="*/ 0 w 3386357"/>
              <a:gd name="connsiteY0" fmla="*/ 866 h 1277325"/>
              <a:gd name="connsiteX1" fmla="*/ 429358 w 3386357"/>
              <a:gd name="connsiteY1" fmla="*/ 378 h 1277325"/>
              <a:gd name="connsiteX2" fmla="*/ 3386357 w 3386357"/>
              <a:gd name="connsiteY2" fmla="*/ 64873 h 1277325"/>
              <a:gd name="connsiteX0" fmla="*/ 0 w 3386357"/>
              <a:gd name="connsiteY0" fmla="*/ 866 h 1283754"/>
              <a:gd name="connsiteX1" fmla="*/ 429358 w 3386357"/>
              <a:gd name="connsiteY1" fmla="*/ 378 h 1283754"/>
              <a:gd name="connsiteX2" fmla="*/ 3386357 w 3386357"/>
              <a:gd name="connsiteY2" fmla="*/ 64873 h 1283754"/>
              <a:gd name="connsiteX0" fmla="*/ 0 w 3407039"/>
              <a:gd name="connsiteY0" fmla="*/ 866 h 788562"/>
              <a:gd name="connsiteX1" fmla="*/ 429358 w 3407039"/>
              <a:gd name="connsiteY1" fmla="*/ 378 h 788562"/>
              <a:gd name="connsiteX2" fmla="*/ 3386357 w 3407039"/>
              <a:gd name="connsiteY2" fmla="*/ 64873 h 788562"/>
              <a:gd name="connsiteX0" fmla="*/ 0 w 3407039"/>
              <a:gd name="connsiteY0" fmla="*/ 866 h 788562"/>
              <a:gd name="connsiteX1" fmla="*/ 429358 w 3407039"/>
              <a:gd name="connsiteY1" fmla="*/ 378 h 788562"/>
              <a:gd name="connsiteX2" fmla="*/ 3386357 w 3407039"/>
              <a:gd name="connsiteY2" fmla="*/ 64873 h 788562"/>
              <a:gd name="connsiteX0" fmla="*/ 0 w 1843109"/>
              <a:gd name="connsiteY0" fmla="*/ 866 h 1382155"/>
              <a:gd name="connsiteX1" fmla="*/ 429358 w 1843109"/>
              <a:gd name="connsiteY1" fmla="*/ 378 h 1382155"/>
              <a:gd name="connsiteX2" fmla="*/ 1805207 w 1843109"/>
              <a:gd name="connsiteY2" fmla="*/ 1118973 h 1382155"/>
              <a:gd name="connsiteX0" fmla="*/ 0 w 1905317"/>
              <a:gd name="connsiteY0" fmla="*/ 866 h 1382155"/>
              <a:gd name="connsiteX1" fmla="*/ 429358 w 1905317"/>
              <a:gd name="connsiteY1" fmla="*/ 378 h 1382155"/>
              <a:gd name="connsiteX2" fmla="*/ 1805207 w 1905317"/>
              <a:gd name="connsiteY2" fmla="*/ 1118973 h 1382155"/>
              <a:gd name="connsiteX3" fmla="*/ 1798858 w 1905317"/>
              <a:gd name="connsiteY3" fmla="*/ 1106272 h 1382155"/>
              <a:gd name="connsiteX0" fmla="*/ 0 w 3380008"/>
              <a:gd name="connsiteY0" fmla="*/ 866 h 1382155"/>
              <a:gd name="connsiteX1" fmla="*/ 429358 w 3380008"/>
              <a:gd name="connsiteY1" fmla="*/ 378 h 1382155"/>
              <a:gd name="connsiteX2" fmla="*/ 1805207 w 3380008"/>
              <a:gd name="connsiteY2" fmla="*/ 1118973 h 1382155"/>
              <a:gd name="connsiteX3" fmla="*/ 3380008 w 3380008"/>
              <a:gd name="connsiteY3" fmla="*/ 90272 h 1382155"/>
              <a:gd name="connsiteX0" fmla="*/ 0 w 3380008"/>
              <a:gd name="connsiteY0" fmla="*/ 866 h 1138072"/>
              <a:gd name="connsiteX1" fmla="*/ 429358 w 3380008"/>
              <a:gd name="connsiteY1" fmla="*/ 378 h 1138072"/>
              <a:gd name="connsiteX2" fmla="*/ 1805207 w 3380008"/>
              <a:gd name="connsiteY2" fmla="*/ 1118973 h 1138072"/>
              <a:gd name="connsiteX3" fmla="*/ 3380008 w 3380008"/>
              <a:gd name="connsiteY3" fmla="*/ 90272 h 1138072"/>
              <a:gd name="connsiteX0" fmla="*/ 0 w 3380009"/>
              <a:gd name="connsiteY0" fmla="*/ 866 h 1138636"/>
              <a:gd name="connsiteX1" fmla="*/ 429358 w 3380009"/>
              <a:gd name="connsiteY1" fmla="*/ 378 h 1138636"/>
              <a:gd name="connsiteX2" fmla="*/ 1805207 w 3380009"/>
              <a:gd name="connsiteY2" fmla="*/ 1118973 h 1138636"/>
              <a:gd name="connsiteX3" fmla="*/ 3380008 w 3380009"/>
              <a:gd name="connsiteY3" fmla="*/ 90272 h 1138636"/>
              <a:gd name="connsiteX0" fmla="*/ 0 w 3411759"/>
              <a:gd name="connsiteY0" fmla="*/ 866 h 1131208"/>
              <a:gd name="connsiteX1" fmla="*/ 429358 w 3411759"/>
              <a:gd name="connsiteY1" fmla="*/ 378 h 1131208"/>
              <a:gd name="connsiteX2" fmla="*/ 1805207 w 3411759"/>
              <a:gd name="connsiteY2" fmla="*/ 1118973 h 1131208"/>
              <a:gd name="connsiteX3" fmla="*/ 3411758 w 3411759"/>
              <a:gd name="connsiteY3" fmla="*/ 179172 h 1131208"/>
              <a:gd name="connsiteX0" fmla="*/ 0 w 3411759"/>
              <a:gd name="connsiteY0" fmla="*/ 866 h 1131208"/>
              <a:gd name="connsiteX1" fmla="*/ 429358 w 3411759"/>
              <a:gd name="connsiteY1" fmla="*/ 378 h 1131208"/>
              <a:gd name="connsiteX2" fmla="*/ 1805207 w 3411759"/>
              <a:gd name="connsiteY2" fmla="*/ 1118973 h 1131208"/>
              <a:gd name="connsiteX3" fmla="*/ 3411758 w 3411759"/>
              <a:gd name="connsiteY3" fmla="*/ 179172 h 1131208"/>
              <a:gd name="connsiteX0" fmla="*/ 0 w 3411759"/>
              <a:gd name="connsiteY0" fmla="*/ 866 h 1150731"/>
              <a:gd name="connsiteX1" fmla="*/ 429358 w 3411759"/>
              <a:gd name="connsiteY1" fmla="*/ 378 h 1150731"/>
              <a:gd name="connsiteX2" fmla="*/ 1805207 w 3411759"/>
              <a:gd name="connsiteY2" fmla="*/ 1118973 h 1150731"/>
              <a:gd name="connsiteX3" fmla="*/ 3411758 w 3411759"/>
              <a:gd name="connsiteY3" fmla="*/ 179172 h 1150731"/>
              <a:gd name="connsiteX0" fmla="*/ 0 w 3411759"/>
              <a:gd name="connsiteY0" fmla="*/ 866 h 1298019"/>
              <a:gd name="connsiteX1" fmla="*/ 429358 w 3411759"/>
              <a:gd name="connsiteY1" fmla="*/ 378 h 1298019"/>
              <a:gd name="connsiteX2" fmla="*/ 1856007 w 3411759"/>
              <a:gd name="connsiteY2" fmla="*/ 1290423 h 1298019"/>
              <a:gd name="connsiteX3" fmla="*/ 3411758 w 3411759"/>
              <a:gd name="connsiteY3" fmla="*/ 179172 h 1298019"/>
              <a:gd name="connsiteX0" fmla="*/ 0 w 3411758"/>
              <a:gd name="connsiteY0" fmla="*/ 866 h 1295827"/>
              <a:gd name="connsiteX1" fmla="*/ 429358 w 3411758"/>
              <a:gd name="connsiteY1" fmla="*/ 378 h 1295827"/>
              <a:gd name="connsiteX2" fmla="*/ 1856007 w 3411758"/>
              <a:gd name="connsiteY2" fmla="*/ 1290423 h 1295827"/>
              <a:gd name="connsiteX3" fmla="*/ 3411758 w 3411758"/>
              <a:gd name="connsiteY3" fmla="*/ 179172 h 1295827"/>
              <a:gd name="connsiteX0" fmla="*/ 0 w 3411758"/>
              <a:gd name="connsiteY0" fmla="*/ 866 h 1295827"/>
              <a:gd name="connsiteX1" fmla="*/ 429358 w 3411758"/>
              <a:gd name="connsiteY1" fmla="*/ 378 h 1295827"/>
              <a:gd name="connsiteX2" fmla="*/ 1856007 w 3411758"/>
              <a:gd name="connsiteY2" fmla="*/ 1290423 h 1295827"/>
              <a:gd name="connsiteX3" fmla="*/ 3411758 w 3411758"/>
              <a:gd name="connsiteY3" fmla="*/ 179172 h 1295827"/>
              <a:gd name="connsiteX0" fmla="*/ 0 w 3608609"/>
              <a:gd name="connsiteY0" fmla="*/ 866 h 1291461"/>
              <a:gd name="connsiteX1" fmla="*/ 429358 w 3608609"/>
              <a:gd name="connsiteY1" fmla="*/ 378 h 1291461"/>
              <a:gd name="connsiteX2" fmla="*/ 1856007 w 3608609"/>
              <a:gd name="connsiteY2" fmla="*/ 1290423 h 1291461"/>
              <a:gd name="connsiteX3" fmla="*/ 3608608 w 3608609"/>
              <a:gd name="connsiteY3" fmla="*/ 236322 h 1291461"/>
              <a:gd name="connsiteX0" fmla="*/ 0 w 3653059"/>
              <a:gd name="connsiteY0" fmla="*/ 866 h 1293542"/>
              <a:gd name="connsiteX1" fmla="*/ 429358 w 3653059"/>
              <a:gd name="connsiteY1" fmla="*/ 378 h 1293542"/>
              <a:gd name="connsiteX2" fmla="*/ 1856007 w 3653059"/>
              <a:gd name="connsiteY2" fmla="*/ 1290423 h 1293542"/>
              <a:gd name="connsiteX3" fmla="*/ 3653058 w 3653059"/>
              <a:gd name="connsiteY3" fmla="*/ 388722 h 1293542"/>
              <a:gd name="connsiteX0" fmla="*/ 0 w 3653059"/>
              <a:gd name="connsiteY0" fmla="*/ 866 h 1293542"/>
              <a:gd name="connsiteX1" fmla="*/ 429358 w 3653059"/>
              <a:gd name="connsiteY1" fmla="*/ 378 h 1293542"/>
              <a:gd name="connsiteX2" fmla="*/ 1856007 w 3653059"/>
              <a:gd name="connsiteY2" fmla="*/ 1290423 h 1293542"/>
              <a:gd name="connsiteX3" fmla="*/ 3653058 w 3653059"/>
              <a:gd name="connsiteY3" fmla="*/ 388722 h 1293542"/>
              <a:gd name="connsiteX0" fmla="*/ 0 w 3494309"/>
              <a:gd name="connsiteY0" fmla="*/ 866 h 1296832"/>
              <a:gd name="connsiteX1" fmla="*/ 429358 w 3494309"/>
              <a:gd name="connsiteY1" fmla="*/ 378 h 1296832"/>
              <a:gd name="connsiteX2" fmla="*/ 1856007 w 3494309"/>
              <a:gd name="connsiteY2" fmla="*/ 1290423 h 1296832"/>
              <a:gd name="connsiteX3" fmla="*/ 3494308 w 3494309"/>
              <a:gd name="connsiteY3" fmla="*/ 528422 h 1296832"/>
              <a:gd name="connsiteX0" fmla="*/ 0 w 3437159"/>
              <a:gd name="connsiteY0" fmla="*/ 866 h 1291087"/>
              <a:gd name="connsiteX1" fmla="*/ 429358 w 3437159"/>
              <a:gd name="connsiteY1" fmla="*/ 378 h 1291087"/>
              <a:gd name="connsiteX2" fmla="*/ 1856007 w 3437159"/>
              <a:gd name="connsiteY2" fmla="*/ 1290423 h 1291087"/>
              <a:gd name="connsiteX3" fmla="*/ 3437158 w 3437159"/>
              <a:gd name="connsiteY3" fmla="*/ 191872 h 1291087"/>
              <a:gd name="connsiteX0" fmla="*/ 0 w 3552473"/>
              <a:gd name="connsiteY0" fmla="*/ 866 h 1291087"/>
              <a:gd name="connsiteX1" fmla="*/ 429358 w 3552473"/>
              <a:gd name="connsiteY1" fmla="*/ 378 h 1291087"/>
              <a:gd name="connsiteX2" fmla="*/ 1856007 w 3552473"/>
              <a:gd name="connsiteY2" fmla="*/ 1290423 h 1291087"/>
              <a:gd name="connsiteX3" fmla="*/ 3437158 w 3552473"/>
              <a:gd name="connsiteY3" fmla="*/ 191872 h 1291087"/>
              <a:gd name="connsiteX4" fmla="*/ 3430807 w 3552473"/>
              <a:gd name="connsiteY4" fmla="*/ 198222 h 1291087"/>
              <a:gd name="connsiteX0" fmla="*/ 0 w 3792770"/>
              <a:gd name="connsiteY0" fmla="*/ 866 h 1291087"/>
              <a:gd name="connsiteX1" fmla="*/ 429358 w 3792770"/>
              <a:gd name="connsiteY1" fmla="*/ 378 h 1291087"/>
              <a:gd name="connsiteX2" fmla="*/ 1856007 w 3792770"/>
              <a:gd name="connsiteY2" fmla="*/ 1290423 h 1291087"/>
              <a:gd name="connsiteX3" fmla="*/ 3437158 w 3792770"/>
              <a:gd name="connsiteY3" fmla="*/ 191872 h 1291087"/>
              <a:gd name="connsiteX4" fmla="*/ 3792757 w 3792770"/>
              <a:gd name="connsiteY4" fmla="*/ 407772 h 1291087"/>
              <a:gd name="connsiteX0" fmla="*/ 0 w 3976911"/>
              <a:gd name="connsiteY0" fmla="*/ 866 h 1291087"/>
              <a:gd name="connsiteX1" fmla="*/ 429358 w 3976911"/>
              <a:gd name="connsiteY1" fmla="*/ 378 h 1291087"/>
              <a:gd name="connsiteX2" fmla="*/ 1856007 w 3976911"/>
              <a:gd name="connsiteY2" fmla="*/ 1290423 h 1291087"/>
              <a:gd name="connsiteX3" fmla="*/ 3437158 w 3976911"/>
              <a:gd name="connsiteY3" fmla="*/ 191872 h 1291087"/>
              <a:gd name="connsiteX4" fmla="*/ 3976907 w 3976911"/>
              <a:gd name="connsiteY4" fmla="*/ 185522 h 1291087"/>
              <a:gd name="connsiteX0" fmla="*/ 0 w 3976911"/>
              <a:gd name="connsiteY0" fmla="*/ 866 h 1291087"/>
              <a:gd name="connsiteX1" fmla="*/ 429358 w 3976911"/>
              <a:gd name="connsiteY1" fmla="*/ 378 h 1291087"/>
              <a:gd name="connsiteX2" fmla="*/ 1856007 w 3976911"/>
              <a:gd name="connsiteY2" fmla="*/ 1290423 h 1291087"/>
              <a:gd name="connsiteX3" fmla="*/ 3437158 w 3976911"/>
              <a:gd name="connsiteY3" fmla="*/ 191872 h 1291087"/>
              <a:gd name="connsiteX4" fmla="*/ 3976907 w 3976911"/>
              <a:gd name="connsiteY4" fmla="*/ 185522 h 1291087"/>
              <a:gd name="connsiteX0" fmla="*/ 0 w 3437159"/>
              <a:gd name="connsiteY0" fmla="*/ 866 h 1291087"/>
              <a:gd name="connsiteX1" fmla="*/ 429358 w 3437159"/>
              <a:gd name="connsiteY1" fmla="*/ 378 h 1291087"/>
              <a:gd name="connsiteX2" fmla="*/ 1856007 w 3437159"/>
              <a:gd name="connsiteY2" fmla="*/ 1290423 h 1291087"/>
              <a:gd name="connsiteX3" fmla="*/ 3437158 w 3437159"/>
              <a:gd name="connsiteY3" fmla="*/ 191872 h 1291087"/>
              <a:gd name="connsiteX0" fmla="*/ 0 w 3386359"/>
              <a:gd name="connsiteY0" fmla="*/ 866 h 1290523"/>
              <a:gd name="connsiteX1" fmla="*/ 429358 w 3386359"/>
              <a:gd name="connsiteY1" fmla="*/ 378 h 1290523"/>
              <a:gd name="connsiteX2" fmla="*/ 1856007 w 3386359"/>
              <a:gd name="connsiteY2" fmla="*/ 1290423 h 1290523"/>
              <a:gd name="connsiteX3" fmla="*/ 3386358 w 3386359"/>
              <a:gd name="connsiteY3" fmla="*/ 77572 h 1290523"/>
              <a:gd name="connsiteX0" fmla="*/ 0 w 3386359"/>
              <a:gd name="connsiteY0" fmla="*/ 866 h 1290523"/>
              <a:gd name="connsiteX1" fmla="*/ 429358 w 3386359"/>
              <a:gd name="connsiteY1" fmla="*/ 378 h 1290523"/>
              <a:gd name="connsiteX2" fmla="*/ 1856007 w 3386359"/>
              <a:gd name="connsiteY2" fmla="*/ 1290423 h 1290523"/>
              <a:gd name="connsiteX3" fmla="*/ 3386358 w 3386359"/>
              <a:gd name="connsiteY3" fmla="*/ 77572 h 1290523"/>
              <a:gd name="connsiteX0" fmla="*/ 0 w 3513359"/>
              <a:gd name="connsiteY0" fmla="*/ 866 h 1291344"/>
              <a:gd name="connsiteX1" fmla="*/ 429358 w 3513359"/>
              <a:gd name="connsiteY1" fmla="*/ 378 h 1291344"/>
              <a:gd name="connsiteX2" fmla="*/ 1856007 w 3513359"/>
              <a:gd name="connsiteY2" fmla="*/ 1290423 h 1291344"/>
              <a:gd name="connsiteX3" fmla="*/ 3513358 w 3513359"/>
              <a:gd name="connsiteY3" fmla="*/ 223622 h 1291344"/>
              <a:gd name="connsiteX0" fmla="*/ 0 w 3636124"/>
              <a:gd name="connsiteY0" fmla="*/ 866 h 1291344"/>
              <a:gd name="connsiteX1" fmla="*/ 429358 w 3636124"/>
              <a:gd name="connsiteY1" fmla="*/ 378 h 1291344"/>
              <a:gd name="connsiteX2" fmla="*/ 1856007 w 3636124"/>
              <a:gd name="connsiteY2" fmla="*/ 1290423 h 1291344"/>
              <a:gd name="connsiteX3" fmla="*/ 3513358 w 3636124"/>
              <a:gd name="connsiteY3" fmla="*/ 223622 h 1291344"/>
              <a:gd name="connsiteX4" fmla="*/ 3513356 w 3636124"/>
              <a:gd name="connsiteY4" fmla="*/ 223621 h 1291344"/>
              <a:gd name="connsiteX0" fmla="*/ 0 w 3837206"/>
              <a:gd name="connsiteY0" fmla="*/ 866 h 1291344"/>
              <a:gd name="connsiteX1" fmla="*/ 429358 w 3837206"/>
              <a:gd name="connsiteY1" fmla="*/ 378 h 1291344"/>
              <a:gd name="connsiteX2" fmla="*/ 1856007 w 3837206"/>
              <a:gd name="connsiteY2" fmla="*/ 1290423 h 1291344"/>
              <a:gd name="connsiteX3" fmla="*/ 3513358 w 3837206"/>
              <a:gd name="connsiteY3" fmla="*/ 223622 h 1291344"/>
              <a:gd name="connsiteX4" fmla="*/ 3837206 w 3837206"/>
              <a:gd name="connsiteY4" fmla="*/ 185521 h 1291344"/>
              <a:gd name="connsiteX0" fmla="*/ 0 w 3983256"/>
              <a:gd name="connsiteY0" fmla="*/ 866 h 1291344"/>
              <a:gd name="connsiteX1" fmla="*/ 429358 w 3983256"/>
              <a:gd name="connsiteY1" fmla="*/ 378 h 1291344"/>
              <a:gd name="connsiteX2" fmla="*/ 1856007 w 3983256"/>
              <a:gd name="connsiteY2" fmla="*/ 1290423 h 1291344"/>
              <a:gd name="connsiteX3" fmla="*/ 3513358 w 3983256"/>
              <a:gd name="connsiteY3" fmla="*/ 223622 h 1291344"/>
              <a:gd name="connsiteX4" fmla="*/ 3983256 w 3983256"/>
              <a:gd name="connsiteY4" fmla="*/ 528421 h 1291344"/>
              <a:gd name="connsiteX0" fmla="*/ 0 w 3983266"/>
              <a:gd name="connsiteY0" fmla="*/ 866 h 1291344"/>
              <a:gd name="connsiteX1" fmla="*/ 429358 w 3983266"/>
              <a:gd name="connsiteY1" fmla="*/ 378 h 1291344"/>
              <a:gd name="connsiteX2" fmla="*/ 1856007 w 3983266"/>
              <a:gd name="connsiteY2" fmla="*/ 1290423 h 1291344"/>
              <a:gd name="connsiteX3" fmla="*/ 3513358 w 3983266"/>
              <a:gd name="connsiteY3" fmla="*/ 223622 h 1291344"/>
              <a:gd name="connsiteX4" fmla="*/ 3983256 w 3983266"/>
              <a:gd name="connsiteY4" fmla="*/ 528421 h 1291344"/>
              <a:gd name="connsiteX0" fmla="*/ 0 w 3983256"/>
              <a:gd name="connsiteY0" fmla="*/ 866 h 1298132"/>
              <a:gd name="connsiteX1" fmla="*/ 429358 w 3983256"/>
              <a:gd name="connsiteY1" fmla="*/ 378 h 1298132"/>
              <a:gd name="connsiteX2" fmla="*/ 1856007 w 3983256"/>
              <a:gd name="connsiteY2" fmla="*/ 1290423 h 1298132"/>
              <a:gd name="connsiteX3" fmla="*/ 3983256 w 3983256"/>
              <a:gd name="connsiteY3" fmla="*/ 528421 h 1298132"/>
              <a:gd name="connsiteX0" fmla="*/ 0 w 3716556"/>
              <a:gd name="connsiteY0" fmla="*/ 866 h 1291492"/>
              <a:gd name="connsiteX1" fmla="*/ 429358 w 3716556"/>
              <a:gd name="connsiteY1" fmla="*/ 378 h 1291492"/>
              <a:gd name="connsiteX2" fmla="*/ 1856007 w 3716556"/>
              <a:gd name="connsiteY2" fmla="*/ 1290423 h 1291492"/>
              <a:gd name="connsiteX3" fmla="*/ 3716556 w 3716556"/>
              <a:gd name="connsiteY3" fmla="*/ 223621 h 1291492"/>
              <a:gd name="connsiteX0" fmla="*/ 0 w 3716556"/>
              <a:gd name="connsiteY0" fmla="*/ 866 h 1291828"/>
              <a:gd name="connsiteX1" fmla="*/ 429358 w 3716556"/>
              <a:gd name="connsiteY1" fmla="*/ 378 h 1291828"/>
              <a:gd name="connsiteX2" fmla="*/ 1856007 w 3716556"/>
              <a:gd name="connsiteY2" fmla="*/ 1290423 h 1291828"/>
              <a:gd name="connsiteX3" fmla="*/ 3716556 w 3716556"/>
              <a:gd name="connsiteY3" fmla="*/ 223621 h 1291828"/>
              <a:gd name="connsiteX0" fmla="*/ 0 w 3360956"/>
              <a:gd name="connsiteY0" fmla="*/ 866 h 1290625"/>
              <a:gd name="connsiteX1" fmla="*/ 429358 w 3360956"/>
              <a:gd name="connsiteY1" fmla="*/ 378 h 1290625"/>
              <a:gd name="connsiteX2" fmla="*/ 1856007 w 3360956"/>
              <a:gd name="connsiteY2" fmla="*/ 1290423 h 1290625"/>
              <a:gd name="connsiteX3" fmla="*/ 3360956 w 3360956"/>
              <a:gd name="connsiteY3" fmla="*/ 90271 h 1290625"/>
              <a:gd name="connsiteX0" fmla="*/ 0 w 3375802"/>
              <a:gd name="connsiteY0" fmla="*/ 866 h 1290625"/>
              <a:gd name="connsiteX1" fmla="*/ 429358 w 3375802"/>
              <a:gd name="connsiteY1" fmla="*/ 378 h 1290625"/>
              <a:gd name="connsiteX2" fmla="*/ 1856007 w 3375802"/>
              <a:gd name="connsiteY2" fmla="*/ 1290423 h 1290625"/>
              <a:gd name="connsiteX3" fmla="*/ 3360956 w 3375802"/>
              <a:gd name="connsiteY3" fmla="*/ 90271 h 1290625"/>
              <a:gd name="connsiteX0" fmla="*/ 0 w 3379361"/>
              <a:gd name="connsiteY0" fmla="*/ 866 h 1296731"/>
              <a:gd name="connsiteX1" fmla="*/ 429358 w 3379361"/>
              <a:gd name="connsiteY1" fmla="*/ 378 h 1296731"/>
              <a:gd name="connsiteX2" fmla="*/ 1856007 w 3379361"/>
              <a:gd name="connsiteY2" fmla="*/ 1290423 h 1296731"/>
              <a:gd name="connsiteX3" fmla="*/ 3360956 w 3379361"/>
              <a:gd name="connsiteY3" fmla="*/ 90271 h 1296731"/>
              <a:gd name="connsiteX0" fmla="*/ 0 w 3379361"/>
              <a:gd name="connsiteY0" fmla="*/ 866 h 1294580"/>
              <a:gd name="connsiteX1" fmla="*/ 429358 w 3379361"/>
              <a:gd name="connsiteY1" fmla="*/ 378 h 1294580"/>
              <a:gd name="connsiteX2" fmla="*/ 1856007 w 3379361"/>
              <a:gd name="connsiteY2" fmla="*/ 1290423 h 1294580"/>
              <a:gd name="connsiteX3" fmla="*/ 3360956 w 3379361"/>
              <a:gd name="connsiteY3" fmla="*/ 90271 h 1294580"/>
              <a:gd name="connsiteX0" fmla="*/ 0 w 3379361"/>
              <a:gd name="connsiteY0" fmla="*/ 866 h 1290504"/>
              <a:gd name="connsiteX1" fmla="*/ 429358 w 3379361"/>
              <a:gd name="connsiteY1" fmla="*/ 378 h 1290504"/>
              <a:gd name="connsiteX2" fmla="*/ 1856007 w 3379361"/>
              <a:gd name="connsiteY2" fmla="*/ 1290423 h 1290504"/>
              <a:gd name="connsiteX3" fmla="*/ 3360956 w 3379361"/>
              <a:gd name="connsiteY3" fmla="*/ 90271 h 1290504"/>
              <a:gd name="connsiteX0" fmla="*/ 0 w 3379363"/>
              <a:gd name="connsiteY0" fmla="*/ 866 h 1290504"/>
              <a:gd name="connsiteX1" fmla="*/ 429358 w 3379363"/>
              <a:gd name="connsiteY1" fmla="*/ 378 h 1290504"/>
              <a:gd name="connsiteX2" fmla="*/ 1856007 w 3379363"/>
              <a:gd name="connsiteY2" fmla="*/ 1290423 h 1290504"/>
              <a:gd name="connsiteX3" fmla="*/ 3360956 w 3379363"/>
              <a:gd name="connsiteY3" fmla="*/ 90271 h 1290504"/>
              <a:gd name="connsiteX0" fmla="*/ 0 w 3379147"/>
              <a:gd name="connsiteY0" fmla="*/ 866 h 1379379"/>
              <a:gd name="connsiteX1" fmla="*/ 429358 w 3379147"/>
              <a:gd name="connsiteY1" fmla="*/ 378 h 1379379"/>
              <a:gd name="connsiteX2" fmla="*/ 1843307 w 3379147"/>
              <a:gd name="connsiteY2" fmla="*/ 1379323 h 1379379"/>
              <a:gd name="connsiteX3" fmla="*/ 3360956 w 3379147"/>
              <a:gd name="connsiteY3" fmla="*/ 90271 h 1379379"/>
              <a:gd name="connsiteX0" fmla="*/ 0 w 3383952"/>
              <a:gd name="connsiteY0" fmla="*/ 866 h 1379355"/>
              <a:gd name="connsiteX1" fmla="*/ 429358 w 3383952"/>
              <a:gd name="connsiteY1" fmla="*/ 378 h 1379355"/>
              <a:gd name="connsiteX2" fmla="*/ 1843307 w 3383952"/>
              <a:gd name="connsiteY2" fmla="*/ 1379323 h 1379355"/>
              <a:gd name="connsiteX3" fmla="*/ 3360956 w 3383952"/>
              <a:gd name="connsiteY3" fmla="*/ 90271 h 1379355"/>
              <a:gd name="connsiteX0" fmla="*/ 1855414 w 2972416"/>
              <a:gd name="connsiteY0" fmla="*/ 7070 h 1379209"/>
              <a:gd name="connsiteX1" fmla="*/ 17822 w 2972416"/>
              <a:gd name="connsiteY1" fmla="*/ 232 h 1379209"/>
              <a:gd name="connsiteX2" fmla="*/ 1431771 w 2972416"/>
              <a:gd name="connsiteY2" fmla="*/ 1379177 h 1379209"/>
              <a:gd name="connsiteX3" fmla="*/ 2949420 w 2972416"/>
              <a:gd name="connsiteY3" fmla="*/ 90125 h 1379209"/>
              <a:gd name="connsiteX0" fmla="*/ 1837592 w 2954594"/>
              <a:gd name="connsiteY0" fmla="*/ 6838 h 1378977"/>
              <a:gd name="connsiteX1" fmla="*/ 0 w 2954594"/>
              <a:gd name="connsiteY1" fmla="*/ 0 h 1378977"/>
              <a:gd name="connsiteX2" fmla="*/ 1413949 w 2954594"/>
              <a:gd name="connsiteY2" fmla="*/ 1378945 h 1378977"/>
              <a:gd name="connsiteX3" fmla="*/ 2931598 w 2954594"/>
              <a:gd name="connsiteY3" fmla="*/ 89893 h 1378977"/>
              <a:gd name="connsiteX0" fmla="*/ 1837592 w 2966235"/>
              <a:gd name="connsiteY0" fmla="*/ 6838 h 1378963"/>
              <a:gd name="connsiteX1" fmla="*/ 0 w 2966235"/>
              <a:gd name="connsiteY1" fmla="*/ 0 h 1378963"/>
              <a:gd name="connsiteX2" fmla="*/ 1413949 w 2966235"/>
              <a:gd name="connsiteY2" fmla="*/ 1378945 h 1378963"/>
              <a:gd name="connsiteX3" fmla="*/ 2931598 w 2966235"/>
              <a:gd name="connsiteY3" fmla="*/ 89893 h 1378963"/>
              <a:gd name="connsiteX0" fmla="*/ 1837592 w 2973619"/>
              <a:gd name="connsiteY0" fmla="*/ 6838 h 1398012"/>
              <a:gd name="connsiteX1" fmla="*/ 0 w 2973619"/>
              <a:gd name="connsiteY1" fmla="*/ 0 h 1398012"/>
              <a:gd name="connsiteX2" fmla="*/ 1528249 w 2973619"/>
              <a:gd name="connsiteY2" fmla="*/ 1397995 h 1398012"/>
              <a:gd name="connsiteX3" fmla="*/ 2931598 w 2973619"/>
              <a:gd name="connsiteY3" fmla="*/ 89893 h 1398012"/>
              <a:gd name="connsiteX0" fmla="*/ 1837608 w 2973635"/>
              <a:gd name="connsiteY0" fmla="*/ 6838 h 1398029"/>
              <a:gd name="connsiteX1" fmla="*/ 16 w 2973635"/>
              <a:gd name="connsiteY1" fmla="*/ 0 h 1398029"/>
              <a:gd name="connsiteX2" fmla="*/ 1528265 w 2973635"/>
              <a:gd name="connsiteY2" fmla="*/ 1397995 h 1398029"/>
              <a:gd name="connsiteX3" fmla="*/ 2931614 w 2973635"/>
              <a:gd name="connsiteY3" fmla="*/ 89893 h 1398029"/>
              <a:gd name="connsiteX0" fmla="*/ 1837592 w 2973619"/>
              <a:gd name="connsiteY0" fmla="*/ 6838 h 1398016"/>
              <a:gd name="connsiteX1" fmla="*/ 0 w 2973619"/>
              <a:gd name="connsiteY1" fmla="*/ 0 h 1398016"/>
              <a:gd name="connsiteX2" fmla="*/ 1528249 w 2973619"/>
              <a:gd name="connsiteY2" fmla="*/ 1397995 h 1398016"/>
              <a:gd name="connsiteX3" fmla="*/ 2931598 w 2973619"/>
              <a:gd name="connsiteY3" fmla="*/ 89893 h 1398016"/>
              <a:gd name="connsiteX0" fmla="*/ 1837592 w 2973619"/>
              <a:gd name="connsiteY0" fmla="*/ 6838 h 1398135"/>
              <a:gd name="connsiteX1" fmla="*/ 0 w 2973619"/>
              <a:gd name="connsiteY1" fmla="*/ 0 h 1398135"/>
              <a:gd name="connsiteX2" fmla="*/ 1528249 w 2973619"/>
              <a:gd name="connsiteY2" fmla="*/ 1397995 h 1398135"/>
              <a:gd name="connsiteX3" fmla="*/ 2931598 w 2973619"/>
              <a:gd name="connsiteY3" fmla="*/ 89893 h 1398135"/>
              <a:gd name="connsiteX0" fmla="*/ 1837592 w 2973619"/>
              <a:gd name="connsiteY0" fmla="*/ 6838 h 1398048"/>
              <a:gd name="connsiteX1" fmla="*/ 0 w 2973619"/>
              <a:gd name="connsiteY1" fmla="*/ 0 h 1398048"/>
              <a:gd name="connsiteX2" fmla="*/ 1528249 w 2973619"/>
              <a:gd name="connsiteY2" fmla="*/ 1397995 h 1398048"/>
              <a:gd name="connsiteX3" fmla="*/ 2931598 w 2973619"/>
              <a:gd name="connsiteY3" fmla="*/ 89893 h 1398048"/>
              <a:gd name="connsiteX0" fmla="*/ 1837592 w 2973141"/>
              <a:gd name="connsiteY0" fmla="*/ 6838 h 1505970"/>
              <a:gd name="connsiteX1" fmla="*/ 0 w 2973141"/>
              <a:gd name="connsiteY1" fmla="*/ 0 h 1505970"/>
              <a:gd name="connsiteX2" fmla="*/ 1521899 w 2973141"/>
              <a:gd name="connsiteY2" fmla="*/ 1505945 h 1505970"/>
              <a:gd name="connsiteX3" fmla="*/ 2931598 w 2973141"/>
              <a:gd name="connsiteY3" fmla="*/ 89893 h 1505970"/>
              <a:gd name="connsiteX0" fmla="*/ 1837592 w 2955537"/>
              <a:gd name="connsiteY0" fmla="*/ 6838 h 1505957"/>
              <a:gd name="connsiteX1" fmla="*/ 0 w 2955537"/>
              <a:gd name="connsiteY1" fmla="*/ 0 h 1505957"/>
              <a:gd name="connsiteX2" fmla="*/ 1521899 w 2955537"/>
              <a:gd name="connsiteY2" fmla="*/ 1505945 h 1505957"/>
              <a:gd name="connsiteX3" fmla="*/ 2931598 w 2955537"/>
              <a:gd name="connsiteY3" fmla="*/ 89893 h 1505957"/>
              <a:gd name="connsiteX0" fmla="*/ 1405792 w 2955537"/>
              <a:gd name="connsiteY0" fmla="*/ 6838 h 1505957"/>
              <a:gd name="connsiteX1" fmla="*/ 0 w 2955537"/>
              <a:gd name="connsiteY1" fmla="*/ 0 h 1505957"/>
              <a:gd name="connsiteX2" fmla="*/ 1521899 w 2955537"/>
              <a:gd name="connsiteY2" fmla="*/ 1505945 h 1505957"/>
              <a:gd name="connsiteX3" fmla="*/ 2931598 w 2955537"/>
              <a:gd name="connsiteY3" fmla="*/ 89893 h 1505957"/>
              <a:gd name="connsiteX0" fmla="*/ 0 w 2955537"/>
              <a:gd name="connsiteY0" fmla="*/ 0 h 1505957"/>
              <a:gd name="connsiteX1" fmla="*/ 1521899 w 2955537"/>
              <a:gd name="connsiteY1" fmla="*/ 1505945 h 1505957"/>
              <a:gd name="connsiteX2" fmla="*/ 2931598 w 2955537"/>
              <a:gd name="connsiteY2" fmla="*/ 89893 h 1505957"/>
              <a:gd name="connsiteX0" fmla="*/ 0 w 1433638"/>
              <a:gd name="connsiteY0" fmla="*/ 1416052 h 1416064"/>
              <a:gd name="connsiteX1" fmla="*/ 1409699 w 1433638"/>
              <a:gd name="connsiteY1" fmla="*/ 0 h 1416064"/>
              <a:gd name="connsiteX0" fmla="*/ 0 w 940657"/>
              <a:gd name="connsiteY0" fmla="*/ 1579554 h 1579564"/>
              <a:gd name="connsiteX1" fmla="*/ 882859 w 940657"/>
              <a:gd name="connsiteY1" fmla="*/ 0 h 1579564"/>
              <a:gd name="connsiteX0" fmla="*/ 0 w 918070"/>
              <a:gd name="connsiteY0" fmla="*/ 1579554 h 1579554"/>
              <a:gd name="connsiteX1" fmla="*/ 882859 w 918070"/>
              <a:gd name="connsiteY1" fmla="*/ 0 h 1579554"/>
              <a:gd name="connsiteX0" fmla="*/ 0 w 682951"/>
              <a:gd name="connsiteY0" fmla="*/ 1797556 h 1797556"/>
              <a:gd name="connsiteX1" fmla="*/ 622467 w 682951"/>
              <a:gd name="connsiteY1" fmla="*/ 0 h 179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82951" h="1797556">
                <a:moveTo>
                  <a:pt x="0" y="1797556"/>
                </a:moveTo>
                <a:cubicBezTo>
                  <a:pt x="641391" y="1450426"/>
                  <a:pt x="782540" y="393700"/>
                  <a:pt x="622467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51" name="实轴根轨迹1">
            <a:extLst>
              <a:ext uri="{FF2B5EF4-FFF2-40B4-BE49-F238E27FC236}">
                <a16:creationId xmlns:a16="http://schemas.microsoft.com/office/drawing/2014/main" id="{72066B3D-6F01-4F56-4BBB-0A40AA52447C}"/>
              </a:ext>
            </a:extLst>
          </p:cNvPr>
          <p:cNvCxnSpPr>
            <a:cxnSpLocks/>
          </p:cNvCxnSpPr>
          <p:nvPr/>
        </p:nvCxnSpPr>
        <p:spPr>
          <a:xfrm>
            <a:off x="9361356" y="3609774"/>
            <a:ext cx="523720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02493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18007</TotalTime>
  <Words>1309</Words>
  <Application>Microsoft Macintosh PowerPoint</Application>
  <PresentationFormat>自定义</PresentationFormat>
  <Paragraphs>265</Paragraphs>
  <Slides>16</Slides>
  <Notes>15</Notes>
  <HiddenSlides>2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等线</vt:lpstr>
      <vt:lpstr>汉仪菱心体简</vt:lpstr>
      <vt:lpstr>微软雅黑</vt:lpstr>
      <vt:lpstr>微软雅黑</vt:lpstr>
      <vt:lpstr>Arial</vt:lpstr>
      <vt:lpstr>Calibri</vt:lpstr>
      <vt:lpstr>Cambria Math</vt:lpstr>
      <vt:lpstr>Gill Sans Ultra Bold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557</cp:revision>
  <dcterms:created xsi:type="dcterms:W3CDTF">2012-09-21T08:06:35Z</dcterms:created>
  <dcterms:modified xsi:type="dcterms:W3CDTF">2024-04-25T04:31:27Z</dcterms:modified>
  <cp:category/>
</cp:coreProperties>
</file>