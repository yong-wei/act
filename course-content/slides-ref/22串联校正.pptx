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53" r:id="rId2"/>
    <p:sldId id="522" r:id="rId3"/>
    <p:sldId id="523" r:id="rId4"/>
    <p:sldId id="568" r:id="rId5"/>
    <p:sldId id="569" r:id="rId6"/>
    <p:sldId id="529" r:id="rId7"/>
    <p:sldId id="599" r:id="rId8"/>
    <p:sldId id="600" r:id="rId9"/>
    <p:sldId id="601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3" r:id="rId22"/>
    <p:sldId id="614" r:id="rId23"/>
    <p:sldId id="615" r:id="rId24"/>
    <p:sldId id="565" r:id="rId25"/>
    <p:sldId id="566" r:id="rId26"/>
    <p:sldId id="596" r:id="rId27"/>
    <p:sldId id="597" r:id="rId28"/>
    <p:sldId id="556" r:id="rId29"/>
    <p:sldId id="567" r:id="rId30"/>
    <p:sldId id="558" r:id="rId31"/>
  </p:sldIdLst>
  <p:sldSz cx="12190413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5EF9F2-8EA0-DF4B-B42A-9E3BA9F18F4C}">
          <p14:sldIdLst>
            <p14:sldId id="353"/>
            <p14:sldId id="522"/>
            <p14:sldId id="523"/>
            <p14:sldId id="568"/>
            <p14:sldId id="569"/>
            <p14:sldId id="529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565"/>
            <p14:sldId id="566"/>
            <p14:sldId id="596"/>
            <p14:sldId id="597"/>
            <p14:sldId id="556"/>
            <p14:sldId id="567"/>
            <p14:sldId id="5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69F84"/>
    <a:srgbClr val="2980B9"/>
    <a:srgbClr val="1C1C1C"/>
    <a:srgbClr val="F6973B"/>
    <a:srgbClr val="159F84"/>
    <a:srgbClr val="F29B11"/>
    <a:srgbClr val="768395"/>
    <a:srgbClr val="9BBB5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 autoAdjust="0"/>
    <p:restoredTop sz="92411" autoAdjust="0"/>
  </p:normalViewPr>
  <p:slideViewPr>
    <p:cSldViewPr>
      <p:cViewPr varScale="1">
        <p:scale>
          <a:sx n="94" d="100"/>
          <a:sy n="94" d="100"/>
        </p:scale>
        <p:origin x="664" y="496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2025/5/22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304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20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02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63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3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349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5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876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988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946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22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05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646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809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373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334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113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012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565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726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7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75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2101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484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877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675118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16.png"/><Relationship Id="rId5" Type="http://schemas.openxmlformats.org/officeDocument/2006/relationships/image" Target="../media/image59.png"/><Relationship Id="rId10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30.png"/><Relationship Id="rId21" Type="http://schemas.openxmlformats.org/officeDocument/2006/relationships/image" Target="../media/image45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15.png"/><Relationship Id="rId19" Type="http://schemas.openxmlformats.org/officeDocument/2006/relationships/image" Target="../media/image43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3.png"/><Relationship Id="rId3" Type="http://schemas.openxmlformats.org/officeDocument/2006/relationships/image" Target="../media/image33.png"/><Relationship Id="rId21" Type="http://schemas.openxmlformats.org/officeDocument/2006/relationships/image" Target="../media/image45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35.png"/><Relationship Id="rId24" Type="http://schemas.openxmlformats.org/officeDocument/2006/relationships/image" Target="../media/image51.png"/><Relationship Id="rId15" Type="http://schemas.openxmlformats.org/officeDocument/2006/relationships/image" Target="../media/image3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15.png"/><Relationship Id="rId19" Type="http://schemas.openxmlformats.org/officeDocument/2006/relationships/image" Target="../media/image43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33.png"/><Relationship Id="rId21" Type="http://schemas.openxmlformats.org/officeDocument/2006/relationships/image" Target="../media/image45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35.png"/><Relationship Id="rId24" Type="http://schemas.openxmlformats.org/officeDocument/2006/relationships/image" Target="../media/image64.png"/><Relationship Id="rId15" Type="http://schemas.openxmlformats.org/officeDocument/2006/relationships/image" Target="../media/image39.png"/><Relationship Id="rId23" Type="http://schemas.openxmlformats.org/officeDocument/2006/relationships/image" Target="../media/image63.png"/><Relationship Id="rId10" Type="http://schemas.openxmlformats.org/officeDocument/2006/relationships/image" Target="../media/image15.png"/><Relationship Id="rId19" Type="http://schemas.openxmlformats.org/officeDocument/2006/relationships/image" Target="../media/image43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22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77.png"/><Relationship Id="rId9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34.png"/><Relationship Id="rId18" Type="http://schemas.openxmlformats.org/officeDocument/2006/relationships/image" Target="../media/image105.png"/><Relationship Id="rId3" Type="http://schemas.openxmlformats.org/officeDocument/2006/relationships/image" Target="../media/image93.png"/><Relationship Id="rId21" Type="http://schemas.openxmlformats.org/officeDocument/2006/relationships/image" Target="../media/image108.png"/><Relationship Id="rId7" Type="http://schemas.openxmlformats.org/officeDocument/2006/relationships/image" Target="../media/image97.png"/><Relationship Id="rId12" Type="http://schemas.openxmlformats.org/officeDocument/2006/relationships/image" Target="../media/image100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6.png"/><Relationship Id="rId11" Type="http://schemas.openxmlformats.org/officeDocument/2006/relationships/image" Target="../media/image99.png"/><Relationship Id="rId5" Type="http://schemas.openxmlformats.org/officeDocument/2006/relationships/image" Target="../media/image95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24.png"/><Relationship Id="rId19" Type="http://schemas.openxmlformats.org/officeDocument/2006/relationships/image" Target="../media/image106.png"/><Relationship Id="rId4" Type="http://schemas.openxmlformats.org/officeDocument/2006/relationships/image" Target="../media/image94.png"/><Relationship Id="rId9" Type="http://schemas.openxmlformats.org/officeDocument/2006/relationships/image" Target="../media/image23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4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67.png"/><Relationship Id="rId9" Type="http://schemas.openxmlformats.org/officeDocument/2006/relationships/image" Target="../media/image1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3" Type="http://schemas.openxmlformats.org/officeDocument/2006/relationships/image" Target="../media/image76.png"/><Relationship Id="rId7" Type="http://schemas.openxmlformats.org/officeDocument/2006/relationships/image" Target="../media/image124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3.png"/><Relationship Id="rId11" Type="http://schemas.openxmlformats.org/officeDocument/2006/relationships/image" Target="../media/image127.png"/><Relationship Id="rId5" Type="http://schemas.openxmlformats.org/officeDocument/2006/relationships/image" Target="../media/image122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121.png"/><Relationship Id="rId9" Type="http://schemas.openxmlformats.org/officeDocument/2006/relationships/image" Target="../media/image81.png"/><Relationship Id="rId1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5.emf"/><Relationship Id="rId5" Type="http://schemas.openxmlformats.org/officeDocument/2006/relationships/image" Target="../media/image144.emf"/><Relationship Id="rId4" Type="http://schemas.openxmlformats.org/officeDocument/2006/relationships/image" Target="../media/image14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FD571-840D-952F-75A6-6D63BF5E31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24B88B-80B8-D71F-7454-C8FDC76DECD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756419B-1BFE-45B5-7355-4F956B22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78FF045-E97D-A976-BA2B-CEEAE742FD38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180CA4F3-EF2C-194F-1224-E2B41B07BB65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EC13B3E8-ABA7-DAF8-54B0-8859A1598509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27B8CC-4ADF-893C-3D08-A6B4E256D8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9F6DF85-3C14-4AE4-CE1F-9061569B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能解释超前网络典型特性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能运用超前校正设计控制器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能综合运用计算机辅助分析系统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能通过估算简化设计过程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10163613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6746" y="4486278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8" name="节段20">
            <a:extLst>
              <a:ext uri="{FF2B5EF4-FFF2-40B4-BE49-F238E27FC236}">
                <a16:creationId xmlns:a16="http://schemas.microsoft.com/office/drawing/2014/main" id="{512DBACE-FB71-DF1D-FAF4-E8E348567407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超前校正：幅角增加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11" name="图片 10" descr="拿着标牌的青年商务人士">
            <a:extLst>
              <a:ext uri="{FF2B5EF4-FFF2-40B4-BE49-F238E27FC236}">
                <a16:creationId xmlns:a16="http://schemas.microsoft.com/office/drawing/2014/main" id="{8F4791D3-2E60-2B61-5543-C589E88E4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98" y="2271873"/>
            <a:ext cx="2592288" cy="4026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/>
              <a:t>请分析这个</a:t>
            </a:r>
            <a:endParaRPr kumimoji="1" lang="en-US" altLang="zh-CN" sz="2800" dirty="0"/>
          </a:p>
          <a:p>
            <a:pPr algn="ctr"/>
            <a:r>
              <a:rPr kumimoji="1" lang="zh-CN" altLang="en-US" sz="2800"/>
              <a:t>系统的稳定性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607896" y="1386855"/>
            <a:ext cx="1728192" cy="578882"/>
          </a:xfrm>
          <a:prstGeom prst="wedgeRoundRectCallout">
            <a:avLst>
              <a:gd name="adj1" fmla="val 40114"/>
              <a:gd name="adj2" fmla="val 82283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没问题！</a:t>
            </a:r>
          </a:p>
        </p:txBody>
      </p:sp>
      <p:sp>
        <p:nvSpPr>
          <p:cNvPr id="15" name="说明4">
            <a:extLst>
              <a:ext uri="{FF2B5EF4-FFF2-40B4-BE49-F238E27FC236}">
                <a16:creationId xmlns:a16="http://schemas.microsoft.com/office/drawing/2014/main" id="{F7DA6526-FD02-836B-BA8F-8D25ADC8E647}"/>
              </a:ext>
            </a:extLst>
          </p:cNvPr>
          <p:cNvSpPr txBox="1"/>
          <p:nvPr/>
        </p:nvSpPr>
        <p:spPr>
          <a:xfrm>
            <a:off x="7559861" y="3084947"/>
            <a:ext cx="2015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2980B9"/>
                </a:solidFill>
              </a:rPr>
              <a:t>劳斯判据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>
                <a:solidFill>
                  <a:srgbClr val="2980B9"/>
                </a:solidFill>
              </a:rPr>
              <a:t>奈奎斯特判据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>
                <a:solidFill>
                  <a:srgbClr val="2980B9"/>
                </a:solidFill>
              </a:rPr>
              <a:t>对数判据</a:t>
            </a:r>
          </a:p>
        </p:txBody>
      </p:sp>
    </p:spTree>
    <p:extLst>
      <p:ext uri="{BB962C8B-B14F-4D97-AF65-F5344CB8AC3E}">
        <p14:creationId xmlns:p14="http://schemas.microsoft.com/office/powerpoint/2010/main" val="332392489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9" name="图片 8" descr="手托下巴的年轻商务人士">
            <a:extLst>
              <a:ext uri="{FF2B5EF4-FFF2-40B4-BE49-F238E27FC236}">
                <a16:creationId xmlns:a16="http://schemas.microsoft.com/office/drawing/2014/main" id="{80E6D990-6091-E291-2D05-5D3640876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454" y="2379766"/>
            <a:ext cx="1212997" cy="3918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/>
              <a:t>那这个系统有多稳定？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823137" y="1419682"/>
            <a:ext cx="1008634" cy="578882"/>
          </a:xfrm>
          <a:prstGeom prst="wedgeRoundRectCallout">
            <a:avLst>
              <a:gd name="adj1" fmla="val 27523"/>
              <a:gd name="adj2" fmla="val 88865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……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409810538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控制目标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9ED2C031-F3CB-39C5-B254-328987B7D628}"/>
              </a:ext>
            </a:extLst>
          </p:cNvPr>
          <p:cNvSpPr/>
          <p:nvPr/>
        </p:nvSpPr>
        <p:spPr>
          <a:xfrm>
            <a:off x="2762304" y="2325314"/>
            <a:ext cx="392677" cy="2343860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BBB7B-1116-BD61-7F98-CDB8DC32DFA4}"/>
              </a:ext>
            </a:extLst>
          </p:cNvPr>
          <p:cNvSpPr txBox="1"/>
          <p:nvPr/>
        </p:nvSpPr>
        <p:spPr>
          <a:xfrm>
            <a:off x="1655388" y="3020190"/>
            <a:ext cx="9361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性能指标</a:t>
            </a:r>
          </a:p>
        </p:txBody>
      </p:sp>
      <p:sp>
        <p:nvSpPr>
          <p:cNvPr id="15" name="重要1">
            <a:extLst>
              <a:ext uri="{FF2B5EF4-FFF2-40B4-BE49-F238E27FC236}">
                <a16:creationId xmlns:a16="http://schemas.microsoft.com/office/drawing/2014/main" id="{9BBECBF0-8D97-6407-EB8C-5C9C71763C82}"/>
              </a:ext>
            </a:extLst>
          </p:cNvPr>
          <p:cNvSpPr txBox="1"/>
          <p:nvPr/>
        </p:nvSpPr>
        <p:spPr>
          <a:xfrm>
            <a:off x="3376674" y="2037314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时域</a:t>
            </a:r>
          </a:p>
        </p:txBody>
      </p:sp>
      <p:sp>
        <p:nvSpPr>
          <p:cNvPr id="17" name="重要1">
            <a:extLst>
              <a:ext uri="{FF2B5EF4-FFF2-40B4-BE49-F238E27FC236}">
                <a16:creationId xmlns:a16="http://schemas.microsoft.com/office/drawing/2014/main" id="{4C15A7E1-E9D2-ADED-8F66-13DB71C5A89F}"/>
              </a:ext>
            </a:extLst>
          </p:cNvPr>
          <p:cNvSpPr txBox="1"/>
          <p:nvPr/>
        </p:nvSpPr>
        <p:spPr>
          <a:xfrm>
            <a:off x="3376674" y="4389305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频域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51F96665-228D-1B12-97AA-3D0B34783F64}"/>
              </a:ext>
            </a:extLst>
          </p:cNvPr>
          <p:cNvSpPr/>
          <p:nvPr/>
        </p:nvSpPr>
        <p:spPr>
          <a:xfrm>
            <a:off x="5347538" y="1526817"/>
            <a:ext cx="392677" cy="1596995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说明3">
            <a:extLst>
              <a:ext uri="{FF2B5EF4-FFF2-40B4-BE49-F238E27FC236}">
                <a16:creationId xmlns:a16="http://schemas.microsoft.com/office/drawing/2014/main" id="{B44BDEFB-8C8C-45CA-3A6E-2D283A265C68}"/>
              </a:ext>
            </a:extLst>
          </p:cNvPr>
          <p:cNvSpPr txBox="1"/>
          <p:nvPr/>
        </p:nvSpPr>
        <p:spPr>
          <a:xfrm>
            <a:off x="6130248" y="1383115"/>
            <a:ext cx="2457906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超调量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21" name="说明3">
            <a:extLst>
              <a:ext uri="{FF2B5EF4-FFF2-40B4-BE49-F238E27FC236}">
                <a16:creationId xmlns:a16="http://schemas.microsoft.com/office/drawing/2014/main" id="{ED672B35-EB3F-983B-1CFD-BEBC457C0D4D}"/>
              </a:ext>
            </a:extLst>
          </p:cNvPr>
          <p:cNvSpPr txBox="1"/>
          <p:nvPr/>
        </p:nvSpPr>
        <p:spPr>
          <a:xfrm>
            <a:off x="6130247" y="2072135"/>
            <a:ext cx="2457907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调节时间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说明3">
                <a:extLst>
                  <a:ext uri="{FF2B5EF4-FFF2-40B4-BE49-F238E27FC236}">
                    <a16:creationId xmlns:a16="http://schemas.microsoft.com/office/drawing/2014/main" id="{DB0A5F19-777B-64A3-CA07-BF2F57E322F5}"/>
                  </a:ext>
                </a:extLst>
              </p:cNvPr>
              <p:cNvSpPr txBox="1"/>
              <p:nvPr/>
            </p:nvSpPr>
            <p:spPr>
              <a:xfrm>
                <a:off x="6130246" y="2761155"/>
                <a:ext cx="2457908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>
                    <a:solidFill>
                      <a:srgbClr val="2980B9"/>
                    </a:solidFill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2" name="说明3">
                <a:extLst>
                  <a:ext uri="{FF2B5EF4-FFF2-40B4-BE49-F238E27FC236}">
                    <a16:creationId xmlns:a16="http://schemas.microsoft.com/office/drawing/2014/main" id="{DB0A5F19-777B-64A3-CA07-BF2F57E32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246" y="2761155"/>
                <a:ext cx="2457908" cy="578882"/>
              </a:xfrm>
              <a:prstGeom prst="flowChartAlternateProcess">
                <a:avLst/>
              </a:prstGeom>
              <a:blipFill>
                <a:blip r:embed="rId3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左大括号 26">
            <a:extLst>
              <a:ext uri="{FF2B5EF4-FFF2-40B4-BE49-F238E27FC236}">
                <a16:creationId xmlns:a16="http://schemas.microsoft.com/office/drawing/2014/main" id="{F3F5D77F-84CA-DBAE-4CE2-29D0E79503B6}"/>
              </a:ext>
            </a:extLst>
          </p:cNvPr>
          <p:cNvSpPr/>
          <p:nvPr/>
        </p:nvSpPr>
        <p:spPr>
          <a:xfrm>
            <a:off x="5347537" y="3716645"/>
            <a:ext cx="392677" cy="2071463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说明3">
                <a:extLst>
                  <a:ext uri="{FF2B5EF4-FFF2-40B4-BE49-F238E27FC236}">
                    <a16:creationId xmlns:a16="http://schemas.microsoft.com/office/drawing/2014/main" id="{B449C2BB-3F87-A3A7-A72A-F54D57161B38}"/>
                  </a:ext>
                </a:extLst>
              </p:cNvPr>
              <p:cNvSpPr txBox="1"/>
              <p:nvPr/>
            </p:nvSpPr>
            <p:spPr>
              <a:xfrm>
                <a:off x="6130246" y="3450175"/>
                <a:ext cx="2457908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 截止频率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kumimoji="1" lang="en-US" altLang="zh-CN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8" name="说明3">
                <a:extLst>
                  <a:ext uri="{FF2B5EF4-FFF2-40B4-BE49-F238E27FC236}">
                    <a16:creationId xmlns:a16="http://schemas.microsoft.com/office/drawing/2014/main" id="{B449C2BB-3F87-A3A7-A72A-F54D57161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246" y="3450175"/>
                <a:ext cx="2457908" cy="578882"/>
              </a:xfrm>
              <a:prstGeom prst="flowChartAlternateProcess">
                <a:avLst/>
              </a:prstGeom>
              <a:blipFill>
                <a:blip r:embed="rId4"/>
                <a:stretch>
                  <a:fillRect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说明3">
                <a:extLst>
                  <a:ext uri="{FF2B5EF4-FFF2-40B4-BE49-F238E27FC236}">
                    <a16:creationId xmlns:a16="http://schemas.microsoft.com/office/drawing/2014/main" id="{6C6F748D-D3D4-87E0-10E4-551F3B09A3E2}"/>
                  </a:ext>
                </a:extLst>
              </p:cNvPr>
              <p:cNvSpPr txBox="1"/>
              <p:nvPr/>
            </p:nvSpPr>
            <p:spPr>
              <a:xfrm>
                <a:off x="6136342" y="4139195"/>
                <a:ext cx="2457908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稳定裕度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zh-CN" sz="2800" dirty="0">
                    <a:solidFill>
                      <a:srgbClr val="2980B9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9" name="说明3">
                <a:extLst>
                  <a:ext uri="{FF2B5EF4-FFF2-40B4-BE49-F238E27FC236}">
                    <a16:creationId xmlns:a16="http://schemas.microsoft.com/office/drawing/2014/main" id="{6C6F748D-D3D4-87E0-10E4-551F3B09A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342" y="4139195"/>
                <a:ext cx="2457908" cy="578882"/>
              </a:xfrm>
              <a:prstGeom prst="flowChartAlternateProcess">
                <a:avLst/>
              </a:prstGeom>
              <a:blipFill>
                <a:blip r:embed="rId5"/>
                <a:stretch>
                  <a:fillRect l="-2551" t="-4082" r="-2551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说明3">
                <a:extLst>
                  <a:ext uri="{FF2B5EF4-FFF2-40B4-BE49-F238E27FC236}">
                    <a16:creationId xmlns:a16="http://schemas.microsoft.com/office/drawing/2014/main" id="{2BB12E4A-A64C-2B77-EEE0-A35ECBD8B6EC}"/>
                  </a:ext>
                </a:extLst>
              </p:cNvPr>
              <p:cNvSpPr txBox="1"/>
              <p:nvPr/>
            </p:nvSpPr>
            <p:spPr>
              <a:xfrm>
                <a:off x="6095206" y="4828215"/>
                <a:ext cx="245790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谐振峰值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kumimoji="1" lang="en-US" altLang="zh-CN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31" name="说明3">
                <a:extLst>
                  <a:ext uri="{FF2B5EF4-FFF2-40B4-BE49-F238E27FC236}">
                    <a16:creationId xmlns:a16="http://schemas.microsoft.com/office/drawing/2014/main" id="{2BB12E4A-A64C-2B77-EEE0-A35ECBD8B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4828215"/>
                <a:ext cx="2457906" cy="578882"/>
              </a:xfrm>
              <a:prstGeom prst="flowChartAlternateProcess">
                <a:avLst/>
              </a:prstGeom>
              <a:blipFill>
                <a:blip r:embed="rId6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2DD4610B-0754-106B-6B93-B58239573245}"/>
                  </a:ext>
                </a:extLst>
              </p:cNvPr>
              <p:cNvSpPr txBox="1"/>
              <p:nvPr/>
            </p:nvSpPr>
            <p:spPr>
              <a:xfrm>
                <a:off x="6095206" y="5517232"/>
                <a:ext cx="245790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带宽频率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kumimoji="1" lang="en-US" altLang="zh-CN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2DD4610B-0754-106B-6B93-B5823957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5517232"/>
                <a:ext cx="2457906" cy="578882"/>
              </a:xfrm>
              <a:prstGeom prst="flowChartAlternateProcess">
                <a:avLst/>
              </a:prstGeom>
              <a:blipFill>
                <a:blip r:embed="rId7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" grpId="0" animBg="1"/>
      <p:bldP spid="3" grpId="0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1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控制目标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</a:p>
        </p:txBody>
      </p:sp>
      <p:sp>
        <p:nvSpPr>
          <p:cNvPr id="15" name="重要1">
            <a:extLst>
              <a:ext uri="{FF2B5EF4-FFF2-40B4-BE49-F238E27FC236}">
                <a16:creationId xmlns:a16="http://schemas.microsoft.com/office/drawing/2014/main" id="{9BBECBF0-8D97-6407-EB8C-5C9C71763C82}"/>
              </a:ext>
            </a:extLst>
          </p:cNvPr>
          <p:cNvSpPr txBox="1"/>
          <p:nvPr/>
        </p:nvSpPr>
        <p:spPr>
          <a:xfrm>
            <a:off x="974120" y="1238817"/>
            <a:ext cx="288883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开环频率特性</a:t>
            </a:r>
          </a:p>
        </p:txBody>
      </p:sp>
      <p:sp>
        <p:nvSpPr>
          <p:cNvPr id="4" name="左右箭头 3">
            <a:extLst>
              <a:ext uri="{FF2B5EF4-FFF2-40B4-BE49-F238E27FC236}">
                <a16:creationId xmlns:a16="http://schemas.microsoft.com/office/drawing/2014/main" id="{B5A5AE37-2AEE-F945-EFDB-3FB6325624B0}"/>
              </a:ext>
            </a:extLst>
          </p:cNvPr>
          <p:cNvSpPr/>
          <p:nvPr/>
        </p:nvSpPr>
        <p:spPr>
          <a:xfrm>
            <a:off x="4439022" y="1319526"/>
            <a:ext cx="1476164" cy="414581"/>
          </a:xfrm>
          <a:prstGeom prst="leftRightArrow">
            <a:avLst>
              <a:gd name="adj1" fmla="val 30525"/>
              <a:gd name="adj2" fmla="val 57420"/>
            </a:avLst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重要1">
            <a:extLst>
              <a:ext uri="{FF2B5EF4-FFF2-40B4-BE49-F238E27FC236}">
                <a16:creationId xmlns:a16="http://schemas.microsoft.com/office/drawing/2014/main" id="{BC7AD78C-2735-2073-C308-8091236A7FEA}"/>
              </a:ext>
            </a:extLst>
          </p:cNvPr>
          <p:cNvSpPr txBox="1"/>
          <p:nvPr/>
        </p:nvSpPr>
        <p:spPr>
          <a:xfrm>
            <a:off x="6671270" y="1238817"/>
            <a:ext cx="288883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系统性能指标</a:t>
            </a:r>
          </a:p>
        </p:txBody>
      </p:sp>
      <p:grpSp>
        <p:nvGrpSpPr>
          <p:cNvPr id="6" name="步骤3">
            <a:extLst>
              <a:ext uri="{FF2B5EF4-FFF2-40B4-BE49-F238E27FC236}">
                <a16:creationId xmlns:a16="http://schemas.microsoft.com/office/drawing/2014/main" id="{BB09D916-7D6B-FA1F-06F8-3D4266856211}"/>
              </a:ext>
            </a:extLst>
          </p:cNvPr>
          <p:cNvGrpSpPr/>
          <p:nvPr/>
        </p:nvGrpSpPr>
        <p:grpSpPr>
          <a:xfrm>
            <a:off x="314627" y="2336465"/>
            <a:ext cx="5060499" cy="725177"/>
            <a:chOff x="4943078" y="1700704"/>
            <a:chExt cx="5060499" cy="725177"/>
          </a:xfrm>
        </p:grpSpPr>
        <p:sp>
          <p:nvSpPr>
            <p:cNvPr id="7" name="标题">
              <a:extLst>
                <a:ext uri="{FF2B5EF4-FFF2-40B4-BE49-F238E27FC236}">
                  <a16:creationId xmlns:a16="http://schemas.microsoft.com/office/drawing/2014/main" id="{8801FB69-C8FE-D0EA-729C-4E5A33D2CF07}"/>
                </a:ext>
              </a:extLst>
            </p:cNvPr>
            <p:cNvSpPr/>
            <p:nvPr/>
          </p:nvSpPr>
          <p:spPr bwMode="auto">
            <a:xfrm>
              <a:off x="5417690" y="1770149"/>
              <a:ext cx="4585887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暂态响应好，稳态误差大</a:t>
              </a:r>
            </a:p>
          </p:txBody>
        </p:sp>
        <p:sp>
          <p:nvSpPr>
            <p:cNvPr id="8" name="序号">
              <a:extLst>
                <a:ext uri="{FF2B5EF4-FFF2-40B4-BE49-F238E27FC236}">
                  <a16:creationId xmlns:a16="http://schemas.microsoft.com/office/drawing/2014/main" id="{B53C2856-8148-B5F7-43F8-4A20EAAA130E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9" name="步骤3">
            <a:extLst>
              <a:ext uri="{FF2B5EF4-FFF2-40B4-BE49-F238E27FC236}">
                <a16:creationId xmlns:a16="http://schemas.microsoft.com/office/drawing/2014/main" id="{F47B856D-F93B-B862-EC39-D6C4BB93FF1B}"/>
              </a:ext>
            </a:extLst>
          </p:cNvPr>
          <p:cNvGrpSpPr/>
          <p:nvPr/>
        </p:nvGrpSpPr>
        <p:grpSpPr>
          <a:xfrm>
            <a:off x="289008" y="3771108"/>
            <a:ext cx="5060498" cy="725177"/>
            <a:chOff x="4943078" y="1700704"/>
            <a:chExt cx="5060498" cy="725177"/>
          </a:xfrm>
        </p:grpSpPr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2A7E91A1-1938-2673-556A-510C7CEC1696}"/>
                </a:ext>
              </a:extLst>
            </p:cNvPr>
            <p:cNvSpPr/>
            <p:nvPr/>
          </p:nvSpPr>
          <p:spPr bwMode="auto">
            <a:xfrm>
              <a:off x="5417690" y="1770149"/>
              <a:ext cx="4585886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稳态误差小，动态性能差</a:t>
              </a:r>
            </a:p>
          </p:txBody>
        </p:sp>
        <p:sp>
          <p:nvSpPr>
            <p:cNvPr id="11" name="序号">
              <a:extLst>
                <a:ext uri="{FF2B5EF4-FFF2-40B4-BE49-F238E27FC236}">
                  <a16:creationId xmlns:a16="http://schemas.microsoft.com/office/drawing/2014/main" id="{1DECC7F9-E0D8-6461-952A-903A18AF8F9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" name="步骤3">
            <a:extLst>
              <a:ext uri="{FF2B5EF4-FFF2-40B4-BE49-F238E27FC236}">
                <a16:creationId xmlns:a16="http://schemas.microsoft.com/office/drawing/2014/main" id="{7D83E8A8-AB14-7E77-5433-8B8E92CB4C11}"/>
              </a:ext>
            </a:extLst>
          </p:cNvPr>
          <p:cNvGrpSpPr/>
          <p:nvPr/>
        </p:nvGrpSpPr>
        <p:grpSpPr>
          <a:xfrm>
            <a:off x="342736" y="5278327"/>
            <a:ext cx="5052328" cy="725177"/>
            <a:chOff x="4943078" y="1700704"/>
            <a:chExt cx="5052328" cy="725177"/>
          </a:xfrm>
        </p:grpSpPr>
        <p:sp>
          <p:nvSpPr>
            <p:cNvPr id="13" name="标题">
              <a:extLst>
                <a:ext uri="{FF2B5EF4-FFF2-40B4-BE49-F238E27FC236}">
                  <a16:creationId xmlns:a16="http://schemas.microsoft.com/office/drawing/2014/main" id="{F5FB172E-3225-C751-F073-D9098B10A1F0}"/>
                </a:ext>
              </a:extLst>
            </p:cNvPr>
            <p:cNvSpPr/>
            <p:nvPr/>
          </p:nvSpPr>
          <p:spPr bwMode="auto">
            <a:xfrm>
              <a:off x="5417690" y="1770149"/>
              <a:ext cx="4577716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稳态暂态均不满意</a:t>
              </a:r>
            </a:p>
          </p:txBody>
        </p:sp>
        <p:sp>
          <p:nvSpPr>
            <p:cNvPr id="14" name="序号">
              <a:extLst>
                <a:ext uri="{FF2B5EF4-FFF2-40B4-BE49-F238E27FC236}">
                  <a16:creationId xmlns:a16="http://schemas.microsoft.com/office/drawing/2014/main" id="{1B26CAC6-5FE2-5B85-1B4E-2EB52B6FAD9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6" name="燕尾形 15">
            <a:extLst>
              <a:ext uri="{FF2B5EF4-FFF2-40B4-BE49-F238E27FC236}">
                <a16:creationId xmlns:a16="http://schemas.microsoft.com/office/drawing/2014/main" id="{892F5A5C-8117-A8D4-EBD6-FDB60344E76F}"/>
              </a:ext>
            </a:extLst>
          </p:cNvPr>
          <p:cNvSpPr/>
          <p:nvPr/>
        </p:nvSpPr>
        <p:spPr>
          <a:xfrm>
            <a:off x="5705722" y="2496764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8" name="说明3">
            <a:extLst>
              <a:ext uri="{FF2B5EF4-FFF2-40B4-BE49-F238E27FC236}">
                <a16:creationId xmlns:a16="http://schemas.microsoft.com/office/drawing/2014/main" id="{38F22840-416A-8867-7E9D-6C439888CFD4}"/>
              </a:ext>
            </a:extLst>
          </p:cNvPr>
          <p:cNvSpPr txBox="1"/>
          <p:nvPr/>
        </p:nvSpPr>
        <p:spPr>
          <a:xfrm>
            <a:off x="6306643" y="2167546"/>
            <a:ext cx="5551436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增加低频增益减小稳态误差，保持中、高频特性不变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23" name="燕尾形 22">
            <a:extLst>
              <a:ext uri="{FF2B5EF4-FFF2-40B4-BE49-F238E27FC236}">
                <a16:creationId xmlns:a16="http://schemas.microsoft.com/office/drawing/2014/main" id="{AF730BC9-F327-C6C1-CE4B-FC0B071964A6}"/>
              </a:ext>
            </a:extLst>
          </p:cNvPr>
          <p:cNvSpPr/>
          <p:nvPr/>
        </p:nvSpPr>
        <p:spPr>
          <a:xfrm>
            <a:off x="5702536" y="3909351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说明3">
            <a:extLst>
              <a:ext uri="{FF2B5EF4-FFF2-40B4-BE49-F238E27FC236}">
                <a16:creationId xmlns:a16="http://schemas.microsoft.com/office/drawing/2014/main" id="{B0633B4B-ACD2-E927-60F9-8A9CDE776B57}"/>
              </a:ext>
            </a:extLst>
          </p:cNvPr>
          <p:cNvSpPr txBox="1"/>
          <p:nvPr/>
        </p:nvSpPr>
        <p:spPr>
          <a:xfrm>
            <a:off x="6317579" y="3602190"/>
            <a:ext cx="5551436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改变中高频以改变截止频率和相角裕度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25" name="燕尾形 24">
            <a:extLst>
              <a:ext uri="{FF2B5EF4-FFF2-40B4-BE49-F238E27FC236}">
                <a16:creationId xmlns:a16="http://schemas.microsoft.com/office/drawing/2014/main" id="{FFFC66D6-D537-89C5-4974-4801319DBFE3}"/>
              </a:ext>
            </a:extLst>
          </p:cNvPr>
          <p:cNvSpPr/>
          <p:nvPr/>
        </p:nvSpPr>
        <p:spPr>
          <a:xfrm>
            <a:off x="5703458" y="5438626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" name="说明3">
            <a:extLst>
              <a:ext uri="{FF2B5EF4-FFF2-40B4-BE49-F238E27FC236}">
                <a16:creationId xmlns:a16="http://schemas.microsoft.com/office/drawing/2014/main" id="{1B22C6BF-0D79-2D48-3857-9E75F9EC1344}"/>
              </a:ext>
            </a:extLst>
          </p:cNvPr>
          <p:cNvSpPr txBox="1"/>
          <p:nvPr/>
        </p:nvSpPr>
        <p:spPr>
          <a:xfrm>
            <a:off x="6284000" y="5347772"/>
            <a:ext cx="5551436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增加低频增益，改变中高频段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95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5" grpId="0" animBg="1"/>
      <p:bldP spid="4" grpId="0" animBg="1"/>
      <p:bldP spid="5" grpId="0" animBg="1"/>
      <p:bldP spid="18" grpId="0" animBg="1"/>
      <p:bldP spid="24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控制目标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</a:p>
        </p:txBody>
      </p:sp>
      <p:grpSp>
        <p:nvGrpSpPr>
          <p:cNvPr id="6" name="步骤3">
            <a:extLst>
              <a:ext uri="{FF2B5EF4-FFF2-40B4-BE49-F238E27FC236}">
                <a16:creationId xmlns:a16="http://schemas.microsoft.com/office/drawing/2014/main" id="{BB09D916-7D6B-FA1F-06F8-3D4266856211}"/>
              </a:ext>
            </a:extLst>
          </p:cNvPr>
          <p:cNvGrpSpPr/>
          <p:nvPr/>
        </p:nvGrpSpPr>
        <p:grpSpPr>
          <a:xfrm>
            <a:off x="118542" y="902858"/>
            <a:ext cx="2952329" cy="1055608"/>
            <a:chOff x="4943078" y="1531786"/>
            <a:chExt cx="2952329" cy="1055608"/>
          </a:xfrm>
        </p:grpSpPr>
        <p:sp>
          <p:nvSpPr>
            <p:cNvPr id="7" name="标题">
              <a:extLst>
                <a:ext uri="{FF2B5EF4-FFF2-40B4-BE49-F238E27FC236}">
                  <a16:creationId xmlns:a16="http://schemas.microsoft.com/office/drawing/2014/main" id="{8801FB69-C8FE-D0EA-729C-4E5A33D2CF07}"/>
                </a:ext>
              </a:extLst>
            </p:cNvPr>
            <p:cNvSpPr/>
            <p:nvPr/>
          </p:nvSpPr>
          <p:spPr bwMode="auto">
            <a:xfrm>
              <a:off x="5417691" y="1531786"/>
              <a:ext cx="2477716" cy="1055608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暂态响应好</a:t>
              </a:r>
              <a:endParaRPr lang="en-US" altLang="zh-CN" sz="2800" b="1" dirty="0">
                <a:solidFill>
                  <a:schemeClr val="bg1"/>
                </a:solidFill>
                <a:latin typeface="+mn-ea"/>
              </a:endParaRPr>
            </a:p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稳态误差大</a:t>
              </a:r>
            </a:p>
          </p:txBody>
        </p:sp>
        <p:sp>
          <p:nvSpPr>
            <p:cNvPr id="8" name="序号">
              <a:extLst>
                <a:ext uri="{FF2B5EF4-FFF2-40B4-BE49-F238E27FC236}">
                  <a16:creationId xmlns:a16="http://schemas.microsoft.com/office/drawing/2014/main" id="{B53C2856-8148-B5F7-43F8-4A20EAAA130E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9" name="步骤3">
            <a:extLst>
              <a:ext uri="{FF2B5EF4-FFF2-40B4-BE49-F238E27FC236}">
                <a16:creationId xmlns:a16="http://schemas.microsoft.com/office/drawing/2014/main" id="{F47B856D-F93B-B862-EC39-D6C4BB93FF1B}"/>
              </a:ext>
            </a:extLst>
          </p:cNvPr>
          <p:cNvGrpSpPr/>
          <p:nvPr/>
        </p:nvGrpSpPr>
        <p:grpSpPr>
          <a:xfrm>
            <a:off x="4174477" y="902858"/>
            <a:ext cx="3049370" cy="1055608"/>
            <a:chOff x="4943078" y="1531786"/>
            <a:chExt cx="3049370" cy="1055608"/>
          </a:xfrm>
        </p:grpSpPr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2A7E91A1-1938-2673-556A-510C7CEC1696}"/>
                </a:ext>
              </a:extLst>
            </p:cNvPr>
            <p:cNvSpPr/>
            <p:nvPr/>
          </p:nvSpPr>
          <p:spPr bwMode="auto">
            <a:xfrm>
              <a:off x="5417690" y="1531786"/>
              <a:ext cx="2574758" cy="1055608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稳态误差小</a:t>
              </a:r>
              <a:endParaRPr lang="en-US" altLang="zh-CN" sz="2800" b="1" dirty="0">
                <a:solidFill>
                  <a:schemeClr val="bg1"/>
                </a:solidFill>
                <a:latin typeface="+mn-ea"/>
              </a:endParaRPr>
            </a:p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动态性能差</a:t>
              </a:r>
            </a:p>
          </p:txBody>
        </p:sp>
        <p:sp>
          <p:nvSpPr>
            <p:cNvPr id="11" name="序号">
              <a:extLst>
                <a:ext uri="{FF2B5EF4-FFF2-40B4-BE49-F238E27FC236}">
                  <a16:creationId xmlns:a16="http://schemas.microsoft.com/office/drawing/2014/main" id="{1DECC7F9-E0D8-6461-952A-903A18AF8F9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" name="步骤3">
            <a:extLst>
              <a:ext uri="{FF2B5EF4-FFF2-40B4-BE49-F238E27FC236}">
                <a16:creationId xmlns:a16="http://schemas.microsoft.com/office/drawing/2014/main" id="{7D83E8A8-AB14-7E77-5433-8B8E92CB4C11}"/>
              </a:ext>
            </a:extLst>
          </p:cNvPr>
          <p:cNvGrpSpPr/>
          <p:nvPr/>
        </p:nvGrpSpPr>
        <p:grpSpPr>
          <a:xfrm>
            <a:off x="8327454" y="868616"/>
            <a:ext cx="2728135" cy="1055608"/>
            <a:chOff x="4943078" y="1531786"/>
            <a:chExt cx="2728135" cy="1055608"/>
          </a:xfrm>
        </p:grpSpPr>
        <p:sp>
          <p:nvSpPr>
            <p:cNvPr id="13" name="标题">
              <a:extLst>
                <a:ext uri="{FF2B5EF4-FFF2-40B4-BE49-F238E27FC236}">
                  <a16:creationId xmlns:a16="http://schemas.microsoft.com/office/drawing/2014/main" id="{F5FB172E-3225-C751-F073-D9098B10A1F0}"/>
                </a:ext>
              </a:extLst>
            </p:cNvPr>
            <p:cNvSpPr/>
            <p:nvPr/>
          </p:nvSpPr>
          <p:spPr bwMode="auto">
            <a:xfrm>
              <a:off x="5417690" y="1531786"/>
              <a:ext cx="2253523" cy="1055608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稳态暂态</a:t>
              </a:r>
              <a:endParaRPr lang="en-US" altLang="zh-CN" sz="2800" b="1" dirty="0">
                <a:solidFill>
                  <a:schemeClr val="bg1"/>
                </a:solidFill>
                <a:latin typeface="+mn-ea"/>
              </a:endParaRPr>
            </a:p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均不满意</a:t>
              </a:r>
            </a:p>
          </p:txBody>
        </p:sp>
        <p:sp>
          <p:nvSpPr>
            <p:cNvPr id="14" name="序号">
              <a:extLst>
                <a:ext uri="{FF2B5EF4-FFF2-40B4-BE49-F238E27FC236}">
                  <a16:creationId xmlns:a16="http://schemas.microsoft.com/office/drawing/2014/main" id="{1B26CAC6-5FE2-5B85-1B4E-2EB52B6FAD9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" name="坐标轴6">
            <a:extLst>
              <a:ext uri="{FF2B5EF4-FFF2-40B4-BE49-F238E27FC236}">
                <a16:creationId xmlns:a16="http://schemas.microsoft.com/office/drawing/2014/main" id="{5FC6C786-02D3-365A-B631-8550195C0661}"/>
              </a:ext>
            </a:extLst>
          </p:cNvPr>
          <p:cNvGrpSpPr/>
          <p:nvPr/>
        </p:nvGrpSpPr>
        <p:grpSpPr>
          <a:xfrm>
            <a:off x="406574" y="2095273"/>
            <a:ext cx="3240701" cy="1683627"/>
            <a:chOff x="155968" y="1286258"/>
            <a:chExt cx="3240701" cy="1683627"/>
          </a:xfrm>
        </p:grpSpPr>
        <p:cxnSp>
          <p:nvCxnSpPr>
            <p:cNvPr id="3" name="x轴">
              <a:extLst>
                <a:ext uri="{FF2B5EF4-FFF2-40B4-BE49-F238E27FC236}">
                  <a16:creationId xmlns:a16="http://schemas.microsoft.com/office/drawing/2014/main" id="{9E843ABC-2B7C-E2EE-7899-30029C57F3E2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y轴">
              <a:extLst>
                <a:ext uri="{FF2B5EF4-FFF2-40B4-BE49-F238E27FC236}">
                  <a16:creationId xmlns:a16="http://schemas.microsoft.com/office/drawing/2014/main" id="{A96C017E-68EF-7799-7FF0-BDC53AA37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labelt">
                  <a:extLst>
                    <a:ext uri="{FF2B5EF4-FFF2-40B4-BE49-F238E27FC236}">
                      <a16:creationId xmlns:a16="http://schemas.microsoft.com/office/drawing/2014/main" id="{0EAB431D-86F6-9D65-9EA0-FF88E96ED8B9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label0">
                  <a:extLst>
                    <a:ext uri="{FF2B5EF4-FFF2-40B4-BE49-F238E27FC236}">
                      <a16:creationId xmlns:a16="http://schemas.microsoft.com/office/drawing/2014/main" id="{DB724469-9BAF-EE2D-3400-B63B10434840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给定6">
            <a:extLst>
              <a:ext uri="{FF2B5EF4-FFF2-40B4-BE49-F238E27FC236}">
                <a16:creationId xmlns:a16="http://schemas.microsoft.com/office/drawing/2014/main" id="{C2871D4C-D702-BB83-EFC2-7CCE4CE32DFF}"/>
              </a:ext>
            </a:extLst>
          </p:cNvPr>
          <p:cNvCxnSpPr/>
          <p:nvPr/>
        </p:nvCxnSpPr>
        <p:spPr>
          <a:xfrm>
            <a:off x="796543" y="2661219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响应6">
            <a:extLst>
              <a:ext uri="{FF2B5EF4-FFF2-40B4-BE49-F238E27FC236}">
                <a16:creationId xmlns:a16="http://schemas.microsoft.com/office/drawing/2014/main" id="{74EE49EA-0DAF-16B2-24A3-7B55256FDFFC}"/>
              </a:ext>
            </a:extLst>
          </p:cNvPr>
          <p:cNvSpPr/>
          <p:nvPr/>
        </p:nvSpPr>
        <p:spPr>
          <a:xfrm>
            <a:off x="796543" y="2716640"/>
            <a:ext cx="2419257" cy="78184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19257" h="781842">
                <a:moveTo>
                  <a:pt x="0" y="781842"/>
                </a:moveTo>
                <a:cubicBezTo>
                  <a:pt x="147577" y="375281"/>
                  <a:pt x="189251" y="127674"/>
                  <a:pt x="266366" y="25777"/>
                </a:cubicBezTo>
                <a:cubicBezTo>
                  <a:pt x="343481" y="-76120"/>
                  <a:pt x="391289" y="155993"/>
                  <a:pt x="462691" y="170461"/>
                </a:cubicBezTo>
                <a:cubicBezTo>
                  <a:pt x="534093" y="184929"/>
                  <a:pt x="586524" y="111474"/>
                  <a:pt x="694777" y="112587"/>
                </a:cubicBezTo>
                <a:cubicBezTo>
                  <a:pt x="803030" y="113700"/>
                  <a:pt x="1112208" y="177138"/>
                  <a:pt x="1112208" y="177138"/>
                </a:cubicBezTo>
                <a:lnTo>
                  <a:pt x="2419257" y="17120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坐标轴6">
            <a:extLst>
              <a:ext uri="{FF2B5EF4-FFF2-40B4-BE49-F238E27FC236}">
                <a16:creationId xmlns:a16="http://schemas.microsoft.com/office/drawing/2014/main" id="{F6CA1417-E06E-8AF0-EBA9-6D4D133C7045}"/>
              </a:ext>
            </a:extLst>
          </p:cNvPr>
          <p:cNvGrpSpPr/>
          <p:nvPr/>
        </p:nvGrpSpPr>
        <p:grpSpPr>
          <a:xfrm>
            <a:off x="4255745" y="2120759"/>
            <a:ext cx="3240701" cy="1683627"/>
            <a:chOff x="155968" y="1286258"/>
            <a:chExt cx="3240701" cy="1683627"/>
          </a:xfrm>
        </p:grpSpPr>
        <p:cxnSp>
          <p:nvCxnSpPr>
            <p:cNvPr id="28" name="x轴">
              <a:extLst>
                <a:ext uri="{FF2B5EF4-FFF2-40B4-BE49-F238E27FC236}">
                  <a16:creationId xmlns:a16="http://schemas.microsoft.com/office/drawing/2014/main" id="{5E648C1B-5BF8-5401-D662-6B150C63EC9A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y轴">
              <a:extLst>
                <a:ext uri="{FF2B5EF4-FFF2-40B4-BE49-F238E27FC236}">
                  <a16:creationId xmlns:a16="http://schemas.microsoft.com/office/drawing/2014/main" id="{ADC73A99-C120-6732-B0F6-58440D6729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labelt">
                  <a:extLst>
                    <a:ext uri="{FF2B5EF4-FFF2-40B4-BE49-F238E27FC236}">
                      <a16:creationId xmlns:a16="http://schemas.microsoft.com/office/drawing/2014/main" id="{ABA1F123-B46D-9EAC-22D7-65C5CB6F0847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7" name="labelt">
                  <a:extLst>
                    <a:ext uri="{FF2B5EF4-FFF2-40B4-BE49-F238E27FC236}">
                      <a16:creationId xmlns:a16="http://schemas.microsoft.com/office/drawing/2014/main" id="{E23449EA-2DCC-0B77-60F8-57E20975B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label0">
                  <a:extLst>
                    <a:ext uri="{FF2B5EF4-FFF2-40B4-BE49-F238E27FC236}">
                      <a16:creationId xmlns:a16="http://schemas.microsoft.com/office/drawing/2014/main" id="{94447AB1-F6A0-DB7E-C37C-4F17203E8020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3" name="label0">
                  <a:extLst>
                    <a:ext uri="{FF2B5EF4-FFF2-40B4-BE49-F238E27FC236}">
                      <a16:creationId xmlns:a16="http://schemas.microsoft.com/office/drawing/2014/main" id="{E3A3EFD4-A71B-3DE2-35C5-2192CC241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给定5">
            <a:extLst>
              <a:ext uri="{FF2B5EF4-FFF2-40B4-BE49-F238E27FC236}">
                <a16:creationId xmlns:a16="http://schemas.microsoft.com/office/drawing/2014/main" id="{43118AE4-40D4-C15F-9C29-52EEC63D0D81}"/>
              </a:ext>
            </a:extLst>
          </p:cNvPr>
          <p:cNvCxnSpPr/>
          <p:nvPr/>
        </p:nvCxnSpPr>
        <p:spPr>
          <a:xfrm>
            <a:off x="4635835" y="2684029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响应5">
            <a:extLst>
              <a:ext uri="{FF2B5EF4-FFF2-40B4-BE49-F238E27FC236}">
                <a16:creationId xmlns:a16="http://schemas.microsoft.com/office/drawing/2014/main" id="{5CD14B53-236C-8B46-21DF-870C1EE83F80}"/>
              </a:ext>
            </a:extLst>
          </p:cNvPr>
          <p:cNvSpPr/>
          <p:nvPr/>
        </p:nvSpPr>
        <p:spPr>
          <a:xfrm>
            <a:off x="4629967" y="2060848"/>
            <a:ext cx="2390172" cy="1466230"/>
          </a:xfrm>
          <a:custGeom>
            <a:avLst/>
            <a:gdLst>
              <a:gd name="connsiteX0" fmla="*/ 0 w 1423686"/>
              <a:gd name="connsiteY0" fmla="*/ 1466230 h 1466230"/>
              <a:gd name="connsiteX1" fmla="*/ 300942 w 1423686"/>
              <a:gd name="connsiteY1" fmla="*/ 2033 h 1466230"/>
              <a:gd name="connsiteX2" fmla="*/ 445625 w 1423686"/>
              <a:gd name="connsiteY2" fmla="*/ 1124777 h 1466230"/>
              <a:gd name="connsiteX3" fmla="*/ 555585 w 1423686"/>
              <a:gd name="connsiteY3" fmla="*/ 140929 h 1466230"/>
              <a:gd name="connsiteX4" fmla="*/ 630820 w 1423686"/>
              <a:gd name="connsiteY4" fmla="*/ 985881 h 1466230"/>
              <a:gd name="connsiteX5" fmla="*/ 734992 w 1423686"/>
              <a:gd name="connsiteY5" fmla="*/ 297187 h 1466230"/>
              <a:gd name="connsiteX6" fmla="*/ 810228 w 1423686"/>
              <a:gd name="connsiteY6" fmla="*/ 841197 h 1466230"/>
              <a:gd name="connsiteX7" fmla="*/ 902825 w 1423686"/>
              <a:gd name="connsiteY7" fmla="*/ 459233 h 1466230"/>
              <a:gd name="connsiteX8" fmla="*/ 972273 w 1423686"/>
              <a:gd name="connsiteY8" fmla="*/ 719663 h 1466230"/>
              <a:gd name="connsiteX9" fmla="*/ 1053296 w 1423686"/>
              <a:gd name="connsiteY9" fmla="*/ 522893 h 1466230"/>
              <a:gd name="connsiteX10" fmla="*/ 1169043 w 1423686"/>
              <a:gd name="connsiteY10" fmla="*/ 690726 h 1466230"/>
              <a:gd name="connsiteX11" fmla="*/ 1296364 w 1423686"/>
              <a:gd name="connsiteY11" fmla="*/ 569192 h 1466230"/>
              <a:gd name="connsiteX12" fmla="*/ 1423686 w 1423686"/>
              <a:gd name="connsiteY12" fmla="*/ 673364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296364 w 2378597"/>
              <a:gd name="connsiteY11" fmla="*/ 569192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90172"/>
              <a:gd name="connsiteY0" fmla="*/ 1466230 h 1466230"/>
              <a:gd name="connsiteX1" fmla="*/ 300942 w 2390172"/>
              <a:gd name="connsiteY1" fmla="*/ 2033 h 1466230"/>
              <a:gd name="connsiteX2" fmla="*/ 445625 w 2390172"/>
              <a:gd name="connsiteY2" fmla="*/ 1124777 h 1466230"/>
              <a:gd name="connsiteX3" fmla="*/ 555585 w 2390172"/>
              <a:gd name="connsiteY3" fmla="*/ 140929 h 1466230"/>
              <a:gd name="connsiteX4" fmla="*/ 630820 w 2390172"/>
              <a:gd name="connsiteY4" fmla="*/ 985881 h 1466230"/>
              <a:gd name="connsiteX5" fmla="*/ 734992 w 2390172"/>
              <a:gd name="connsiteY5" fmla="*/ 297187 h 1466230"/>
              <a:gd name="connsiteX6" fmla="*/ 810228 w 2390172"/>
              <a:gd name="connsiteY6" fmla="*/ 841197 h 1466230"/>
              <a:gd name="connsiteX7" fmla="*/ 902825 w 2390172"/>
              <a:gd name="connsiteY7" fmla="*/ 459233 h 1466230"/>
              <a:gd name="connsiteX8" fmla="*/ 972273 w 2390172"/>
              <a:gd name="connsiteY8" fmla="*/ 719663 h 1466230"/>
              <a:gd name="connsiteX9" fmla="*/ 1053296 w 2390172"/>
              <a:gd name="connsiteY9" fmla="*/ 522893 h 1466230"/>
              <a:gd name="connsiteX10" fmla="*/ 1169043 w 2390172"/>
              <a:gd name="connsiteY10" fmla="*/ 690726 h 1466230"/>
              <a:gd name="connsiteX11" fmla="*/ 1487346 w 2390172"/>
              <a:gd name="connsiteY11" fmla="*/ 621278 h 1466230"/>
              <a:gd name="connsiteX12" fmla="*/ 2390172 w 2390172"/>
              <a:gd name="connsiteY12" fmla="*/ 627064 h 14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90172" h="1466230">
                <a:moveTo>
                  <a:pt x="0" y="1466230"/>
                </a:moveTo>
                <a:cubicBezTo>
                  <a:pt x="113335" y="762586"/>
                  <a:pt x="226671" y="58942"/>
                  <a:pt x="300942" y="2033"/>
                </a:cubicBezTo>
                <a:cubicBezTo>
                  <a:pt x="375213" y="-54876"/>
                  <a:pt x="403185" y="1101628"/>
                  <a:pt x="445625" y="1124777"/>
                </a:cubicBezTo>
                <a:cubicBezTo>
                  <a:pt x="488065" y="1147926"/>
                  <a:pt x="524719" y="164078"/>
                  <a:pt x="555585" y="140929"/>
                </a:cubicBezTo>
                <a:cubicBezTo>
                  <a:pt x="586451" y="117780"/>
                  <a:pt x="600919" y="959838"/>
                  <a:pt x="630820" y="985881"/>
                </a:cubicBezTo>
                <a:cubicBezTo>
                  <a:pt x="660721" y="1011924"/>
                  <a:pt x="705091" y="321301"/>
                  <a:pt x="734992" y="297187"/>
                </a:cubicBezTo>
                <a:cubicBezTo>
                  <a:pt x="764893" y="273073"/>
                  <a:pt x="782256" y="814190"/>
                  <a:pt x="810228" y="841197"/>
                </a:cubicBezTo>
                <a:cubicBezTo>
                  <a:pt x="838200" y="868204"/>
                  <a:pt x="875818" y="479489"/>
                  <a:pt x="902825" y="459233"/>
                </a:cubicBezTo>
                <a:cubicBezTo>
                  <a:pt x="929832" y="438977"/>
                  <a:pt x="947195" y="709053"/>
                  <a:pt x="972273" y="719663"/>
                </a:cubicBezTo>
                <a:cubicBezTo>
                  <a:pt x="997352" y="730273"/>
                  <a:pt x="1020501" y="527716"/>
                  <a:pt x="1053296" y="522893"/>
                </a:cubicBezTo>
                <a:cubicBezTo>
                  <a:pt x="1086091" y="518070"/>
                  <a:pt x="1096701" y="674329"/>
                  <a:pt x="1169043" y="690726"/>
                </a:cubicBezTo>
                <a:cubicBezTo>
                  <a:pt x="1241385" y="707123"/>
                  <a:pt x="1444906" y="624172"/>
                  <a:pt x="1487346" y="621278"/>
                </a:cubicBezTo>
                <a:cubicBezTo>
                  <a:pt x="1529786" y="618384"/>
                  <a:pt x="2249346" y="625617"/>
                  <a:pt x="2390172" y="62706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4" name="坐标轴3">
            <a:extLst>
              <a:ext uri="{FF2B5EF4-FFF2-40B4-BE49-F238E27FC236}">
                <a16:creationId xmlns:a16="http://schemas.microsoft.com/office/drawing/2014/main" id="{1F4A6D32-DC4B-348A-B88C-241AE2AF50E4}"/>
              </a:ext>
            </a:extLst>
          </p:cNvPr>
          <p:cNvGrpSpPr/>
          <p:nvPr/>
        </p:nvGrpSpPr>
        <p:grpSpPr>
          <a:xfrm>
            <a:off x="8324920" y="2120759"/>
            <a:ext cx="3240701" cy="1683627"/>
            <a:chOff x="155968" y="1286258"/>
            <a:chExt cx="3240701" cy="1683627"/>
          </a:xfrm>
        </p:grpSpPr>
        <p:cxnSp>
          <p:nvCxnSpPr>
            <p:cNvPr id="35" name="x轴">
              <a:extLst>
                <a:ext uri="{FF2B5EF4-FFF2-40B4-BE49-F238E27FC236}">
                  <a16:creationId xmlns:a16="http://schemas.microsoft.com/office/drawing/2014/main" id="{F07278FE-A90F-174C-7DBC-70377FA1EBDE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y轴">
              <a:extLst>
                <a:ext uri="{FF2B5EF4-FFF2-40B4-BE49-F238E27FC236}">
                  <a16:creationId xmlns:a16="http://schemas.microsoft.com/office/drawing/2014/main" id="{07517511-E067-A0DB-FC23-D7FB7E69C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t">
                  <a:extLst>
                    <a:ext uri="{FF2B5EF4-FFF2-40B4-BE49-F238E27FC236}">
                      <a16:creationId xmlns:a16="http://schemas.microsoft.com/office/drawing/2014/main" id="{C83F6117-B8B3-AABB-B98E-7DC851AE6EBD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labelt">
                  <a:extLst>
                    <a:ext uri="{FF2B5EF4-FFF2-40B4-BE49-F238E27FC236}">
                      <a16:creationId xmlns:a16="http://schemas.microsoft.com/office/drawing/2014/main" id="{000AA092-EDD4-1098-F6C9-DC0542ADF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label0">
                  <a:extLst>
                    <a:ext uri="{FF2B5EF4-FFF2-40B4-BE49-F238E27FC236}">
                      <a16:creationId xmlns:a16="http://schemas.microsoft.com/office/drawing/2014/main" id="{5B73741C-2914-9A5E-431E-C38677E8913F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label0">
                  <a:extLst>
                    <a:ext uri="{FF2B5EF4-FFF2-40B4-BE49-F238E27FC236}">
                      <a16:creationId xmlns:a16="http://schemas.microsoft.com/office/drawing/2014/main" id="{00F54BB0-518D-329F-5EE6-5B40A4282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给定3">
            <a:extLst>
              <a:ext uri="{FF2B5EF4-FFF2-40B4-BE49-F238E27FC236}">
                <a16:creationId xmlns:a16="http://schemas.microsoft.com/office/drawing/2014/main" id="{A2330314-5DBE-C651-BDE4-4B2EE79F3773}"/>
              </a:ext>
            </a:extLst>
          </p:cNvPr>
          <p:cNvCxnSpPr/>
          <p:nvPr/>
        </p:nvCxnSpPr>
        <p:spPr>
          <a:xfrm>
            <a:off x="8695609" y="2539274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响应3">
            <a:extLst>
              <a:ext uri="{FF2B5EF4-FFF2-40B4-BE49-F238E27FC236}">
                <a16:creationId xmlns:a16="http://schemas.microsoft.com/office/drawing/2014/main" id="{5F7133BD-6865-67E3-BDCF-7A35F3EDAD6A}"/>
              </a:ext>
            </a:extLst>
          </p:cNvPr>
          <p:cNvSpPr/>
          <p:nvPr/>
        </p:nvSpPr>
        <p:spPr>
          <a:xfrm>
            <a:off x="8704928" y="2149151"/>
            <a:ext cx="2419109" cy="1368518"/>
          </a:xfrm>
          <a:custGeom>
            <a:avLst/>
            <a:gdLst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197980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255854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452624 w 2419109"/>
              <a:gd name="connsiteY7" fmla="*/ 141601 h 1368518"/>
              <a:gd name="connsiteX8" fmla="*/ 2419109 w 2419109"/>
              <a:gd name="connsiteY8" fmla="*/ 141601 h 136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9109" h="1368518">
                <a:moveTo>
                  <a:pt x="0" y="1368518"/>
                </a:moveTo>
                <a:cubicBezTo>
                  <a:pt x="156258" y="856820"/>
                  <a:pt x="312516" y="345123"/>
                  <a:pt x="410901" y="193687"/>
                </a:cubicBezTo>
                <a:cubicBezTo>
                  <a:pt x="509286" y="42251"/>
                  <a:pt x="538223" y="491735"/>
                  <a:pt x="590309" y="459905"/>
                </a:cubicBezTo>
                <a:cubicBezTo>
                  <a:pt x="642395" y="428075"/>
                  <a:pt x="686765" y="35500"/>
                  <a:pt x="723418" y="2705"/>
                </a:cubicBezTo>
                <a:cubicBezTo>
                  <a:pt x="760071" y="-30090"/>
                  <a:pt x="776469" y="245773"/>
                  <a:pt x="810228" y="263135"/>
                </a:cubicBezTo>
                <a:cubicBezTo>
                  <a:pt x="843987" y="280497"/>
                  <a:pt x="888357" y="119416"/>
                  <a:pt x="925975" y="106877"/>
                </a:cubicBezTo>
                <a:cubicBezTo>
                  <a:pt x="963593" y="94338"/>
                  <a:pt x="948159" y="182113"/>
                  <a:pt x="1035934" y="187900"/>
                </a:cubicBezTo>
                <a:cubicBezTo>
                  <a:pt x="1123709" y="193687"/>
                  <a:pt x="1222095" y="149317"/>
                  <a:pt x="1452624" y="141601"/>
                </a:cubicBezTo>
                <a:cubicBezTo>
                  <a:pt x="1683153" y="133885"/>
                  <a:pt x="1923809" y="137743"/>
                  <a:pt x="2419109" y="141601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1" name="坐标轴6">
            <a:extLst>
              <a:ext uri="{FF2B5EF4-FFF2-40B4-BE49-F238E27FC236}">
                <a16:creationId xmlns:a16="http://schemas.microsoft.com/office/drawing/2014/main" id="{2B6B615A-4415-0FAF-7D18-FBE50E88F709}"/>
              </a:ext>
            </a:extLst>
          </p:cNvPr>
          <p:cNvGrpSpPr/>
          <p:nvPr/>
        </p:nvGrpSpPr>
        <p:grpSpPr>
          <a:xfrm>
            <a:off x="410782" y="4025814"/>
            <a:ext cx="3240701" cy="1683627"/>
            <a:chOff x="155968" y="1286258"/>
            <a:chExt cx="3240701" cy="1683627"/>
          </a:xfrm>
        </p:grpSpPr>
        <p:cxnSp>
          <p:nvCxnSpPr>
            <p:cNvPr id="42" name="x轴">
              <a:extLst>
                <a:ext uri="{FF2B5EF4-FFF2-40B4-BE49-F238E27FC236}">
                  <a16:creationId xmlns:a16="http://schemas.microsoft.com/office/drawing/2014/main" id="{53FF0FE5-6D21-B9F7-1444-BED0B107B8BF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y轴">
              <a:extLst>
                <a:ext uri="{FF2B5EF4-FFF2-40B4-BE49-F238E27FC236}">
                  <a16:creationId xmlns:a16="http://schemas.microsoft.com/office/drawing/2014/main" id="{FC91C5FD-F163-F873-5B12-D38064CCE8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labelt">
                  <a:extLst>
                    <a:ext uri="{FF2B5EF4-FFF2-40B4-BE49-F238E27FC236}">
                      <a16:creationId xmlns:a16="http://schemas.microsoft.com/office/drawing/2014/main" id="{7594B635-0B32-67F6-5EEA-E773DCA62563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4" name="labelt">
                  <a:extLst>
                    <a:ext uri="{FF2B5EF4-FFF2-40B4-BE49-F238E27FC236}">
                      <a16:creationId xmlns:a16="http://schemas.microsoft.com/office/drawing/2014/main" id="{7594B635-0B32-67F6-5EEA-E773DCA625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label0">
                  <a:extLst>
                    <a:ext uri="{FF2B5EF4-FFF2-40B4-BE49-F238E27FC236}">
                      <a16:creationId xmlns:a16="http://schemas.microsoft.com/office/drawing/2014/main" id="{FFF89D01-757A-B190-07CB-C53F7EAD8862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响应6">
            <a:extLst>
              <a:ext uri="{FF2B5EF4-FFF2-40B4-BE49-F238E27FC236}">
                <a16:creationId xmlns:a16="http://schemas.microsoft.com/office/drawing/2014/main" id="{DAB845A5-F468-D3A4-CDAE-156659403C2E}"/>
              </a:ext>
            </a:extLst>
          </p:cNvPr>
          <p:cNvSpPr/>
          <p:nvPr/>
        </p:nvSpPr>
        <p:spPr>
          <a:xfrm>
            <a:off x="777263" y="4706002"/>
            <a:ext cx="2114458" cy="11712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4458" h="1171270">
                <a:moveTo>
                  <a:pt x="0" y="0"/>
                </a:moveTo>
                <a:lnTo>
                  <a:pt x="1339548" y="315484"/>
                </a:lnTo>
                <a:cubicBezTo>
                  <a:pt x="1707589" y="680680"/>
                  <a:pt x="1720020" y="748751"/>
                  <a:pt x="2114458" y="1171270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给定6">
            <a:extLst>
              <a:ext uri="{FF2B5EF4-FFF2-40B4-BE49-F238E27FC236}">
                <a16:creationId xmlns:a16="http://schemas.microsoft.com/office/drawing/2014/main" id="{EC5BB753-4D8F-E931-4547-F911B0081F03}"/>
              </a:ext>
            </a:extLst>
          </p:cNvPr>
          <p:cNvCxnSpPr>
            <a:cxnSpLocks/>
          </p:cNvCxnSpPr>
          <p:nvPr/>
        </p:nvCxnSpPr>
        <p:spPr>
          <a:xfrm>
            <a:off x="847927" y="4330648"/>
            <a:ext cx="642975" cy="534996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坐标轴6">
            <a:extLst>
              <a:ext uri="{FF2B5EF4-FFF2-40B4-BE49-F238E27FC236}">
                <a16:creationId xmlns:a16="http://schemas.microsoft.com/office/drawing/2014/main" id="{0F12C344-EC54-35E9-4E63-0B67204A0197}"/>
              </a:ext>
            </a:extLst>
          </p:cNvPr>
          <p:cNvGrpSpPr/>
          <p:nvPr/>
        </p:nvGrpSpPr>
        <p:grpSpPr>
          <a:xfrm>
            <a:off x="4259953" y="4001297"/>
            <a:ext cx="3240701" cy="1683627"/>
            <a:chOff x="155968" y="1286258"/>
            <a:chExt cx="3240701" cy="1683627"/>
          </a:xfrm>
        </p:grpSpPr>
        <p:cxnSp>
          <p:nvCxnSpPr>
            <p:cNvPr id="60" name="x轴">
              <a:extLst>
                <a:ext uri="{FF2B5EF4-FFF2-40B4-BE49-F238E27FC236}">
                  <a16:creationId xmlns:a16="http://schemas.microsoft.com/office/drawing/2014/main" id="{017C0CFF-A98F-17D6-B869-2860D891D604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y轴">
              <a:extLst>
                <a:ext uri="{FF2B5EF4-FFF2-40B4-BE49-F238E27FC236}">
                  <a16:creationId xmlns:a16="http://schemas.microsoft.com/office/drawing/2014/main" id="{9B9F1B72-D784-EBAB-E698-7121FD177B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labelt">
                  <a:extLst>
                    <a:ext uri="{FF2B5EF4-FFF2-40B4-BE49-F238E27FC236}">
                      <a16:creationId xmlns:a16="http://schemas.microsoft.com/office/drawing/2014/main" id="{FD6B0DF0-1979-AD6B-C441-DB314A40AE23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labelt">
                  <a:extLst>
                    <a:ext uri="{FF2B5EF4-FFF2-40B4-BE49-F238E27FC236}">
                      <a16:creationId xmlns:a16="http://schemas.microsoft.com/office/drawing/2014/main" id="{FD6B0DF0-1979-AD6B-C441-DB314A40A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label0">
                  <a:extLst>
                    <a:ext uri="{FF2B5EF4-FFF2-40B4-BE49-F238E27FC236}">
                      <a16:creationId xmlns:a16="http://schemas.microsoft.com/office/drawing/2014/main" id="{A144D826-B903-62D8-E73C-C20DBC155897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响应6">
            <a:extLst>
              <a:ext uri="{FF2B5EF4-FFF2-40B4-BE49-F238E27FC236}">
                <a16:creationId xmlns:a16="http://schemas.microsoft.com/office/drawing/2014/main" id="{3CDD6849-88DE-D11D-14DA-8869D1AA18A8}"/>
              </a:ext>
            </a:extLst>
          </p:cNvPr>
          <p:cNvSpPr/>
          <p:nvPr/>
        </p:nvSpPr>
        <p:spPr>
          <a:xfrm>
            <a:off x="4626434" y="4681485"/>
            <a:ext cx="2114458" cy="11712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4458" h="1171270">
                <a:moveTo>
                  <a:pt x="0" y="0"/>
                </a:moveTo>
                <a:lnTo>
                  <a:pt x="1339548" y="315484"/>
                </a:lnTo>
                <a:cubicBezTo>
                  <a:pt x="1707589" y="680680"/>
                  <a:pt x="1720020" y="748751"/>
                  <a:pt x="2114458" y="1171270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5" name="给定6">
            <a:extLst>
              <a:ext uri="{FF2B5EF4-FFF2-40B4-BE49-F238E27FC236}">
                <a16:creationId xmlns:a16="http://schemas.microsoft.com/office/drawing/2014/main" id="{E059B62D-76AE-BE95-9D3B-2C2BB5EE86B7}"/>
              </a:ext>
            </a:extLst>
          </p:cNvPr>
          <p:cNvCxnSpPr>
            <a:cxnSpLocks/>
          </p:cNvCxnSpPr>
          <p:nvPr/>
        </p:nvCxnSpPr>
        <p:spPr>
          <a:xfrm>
            <a:off x="6336978" y="5417426"/>
            <a:ext cx="722092" cy="26749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坐标轴6">
            <a:extLst>
              <a:ext uri="{FF2B5EF4-FFF2-40B4-BE49-F238E27FC236}">
                <a16:creationId xmlns:a16="http://schemas.microsoft.com/office/drawing/2014/main" id="{82BE0C25-2F4F-78E9-F5A2-1453F199BB31}"/>
              </a:ext>
            </a:extLst>
          </p:cNvPr>
          <p:cNvGrpSpPr/>
          <p:nvPr/>
        </p:nvGrpSpPr>
        <p:grpSpPr>
          <a:xfrm>
            <a:off x="8329128" y="3981646"/>
            <a:ext cx="3240701" cy="1683627"/>
            <a:chOff x="155968" y="1286258"/>
            <a:chExt cx="3240701" cy="1683627"/>
          </a:xfrm>
        </p:grpSpPr>
        <p:cxnSp>
          <p:nvCxnSpPr>
            <p:cNvPr id="68" name="x轴">
              <a:extLst>
                <a:ext uri="{FF2B5EF4-FFF2-40B4-BE49-F238E27FC236}">
                  <a16:creationId xmlns:a16="http://schemas.microsoft.com/office/drawing/2014/main" id="{2F05C7D2-3AE5-2776-59C2-4B2CFADFA8B8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y轴">
              <a:extLst>
                <a:ext uri="{FF2B5EF4-FFF2-40B4-BE49-F238E27FC236}">
                  <a16:creationId xmlns:a16="http://schemas.microsoft.com/office/drawing/2014/main" id="{D92791A4-8775-7E4E-DFD8-37F03E607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019DB571-6FD7-2162-8A66-80B67378466E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019DB571-6FD7-2162-8A66-80B673784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label0">
                  <a:extLst>
                    <a:ext uri="{FF2B5EF4-FFF2-40B4-BE49-F238E27FC236}">
                      <a16:creationId xmlns:a16="http://schemas.microsoft.com/office/drawing/2014/main" id="{69468BB5-D2E7-EDC4-4A0C-0400945FB991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响应6">
            <a:extLst>
              <a:ext uri="{FF2B5EF4-FFF2-40B4-BE49-F238E27FC236}">
                <a16:creationId xmlns:a16="http://schemas.microsoft.com/office/drawing/2014/main" id="{9FAB5AC5-0F49-7FDD-EDA8-498440F2C5A3}"/>
              </a:ext>
            </a:extLst>
          </p:cNvPr>
          <p:cNvSpPr/>
          <p:nvPr/>
        </p:nvSpPr>
        <p:spPr>
          <a:xfrm>
            <a:off x="8695609" y="4661834"/>
            <a:ext cx="2114458" cy="11712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4458" h="1171270">
                <a:moveTo>
                  <a:pt x="0" y="0"/>
                </a:moveTo>
                <a:lnTo>
                  <a:pt x="1339548" y="315484"/>
                </a:lnTo>
                <a:cubicBezTo>
                  <a:pt x="1707589" y="680680"/>
                  <a:pt x="1720020" y="748751"/>
                  <a:pt x="2114458" y="1171270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响应6">
            <a:extLst>
              <a:ext uri="{FF2B5EF4-FFF2-40B4-BE49-F238E27FC236}">
                <a16:creationId xmlns:a16="http://schemas.microsoft.com/office/drawing/2014/main" id="{F79299CB-8ADA-D615-83BD-70F13848D46A}"/>
              </a:ext>
            </a:extLst>
          </p:cNvPr>
          <p:cNvSpPr/>
          <p:nvPr/>
        </p:nvSpPr>
        <p:spPr>
          <a:xfrm>
            <a:off x="8744502" y="4214249"/>
            <a:ext cx="2665443" cy="1499517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825737 w 2114458"/>
              <a:gd name="connsiteY1" fmla="*/ 196284 h 1171270"/>
              <a:gd name="connsiteX2" fmla="*/ 1339548 w 2114458"/>
              <a:gd name="connsiteY2" fmla="*/ 315484 h 1171270"/>
              <a:gd name="connsiteX3" fmla="*/ 2114458 w 2114458"/>
              <a:gd name="connsiteY3" fmla="*/ 1171270 h 1171270"/>
              <a:gd name="connsiteX0" fmla="*/ 0 w 2114458"/>
              <a:gd name="connsiteY0" fmla="*/ 0 h 1171270"/>
              <a:gd name="connsiteX1" fmla="*/ 825737 w 2114458"/>
              <a:gd name="connsiteY1" fmla="*/ 208007 h 1171270"/>
              <a:gd name="connsiteX2" fmla="*/ 1339548 w 2114458"/>
              <a:gd name="connsiteY2" fmla="*/ 315484 h 1171270"/>
              <a:gd name="connsiteX3" fmla="*/ 2114458 w 2114458"/>
              <a:gd name="connsiteY3" fmla="*/ 1171270 h 1171270"/>
              <a:gd name="connsiteX0" fmla="*/ 0 w 2114458"/>
              <a:gd name="connsiteY0" fmla="*/ 0 h 1171270"/>
              <a:gd name="connsiteX1" fmla="*/ 825737 w 2114458"/>
              <a:gd name="connsiteY1" fmla="*/ 208007 h 1171270"/>
              <a:gd name="connsiteX2" fmla="*/ 1304379 w 2114458"/>
              <a:gd name="connsiteY2" fmla="*/ 620284 h 1171270"/>
              <a:gd name="connsiteX3" fmla="*/ 2114458 w 2114458"/>
              <a:gd name="connsiteY3" fmla="*/ 1171270 h 1171270"/>
              <a:gd name="connsiteX0" fmla="*/ 0 w 2114458"/>
              <a:gd name="connsiteY0" fmla="*/ 0 h 1171270"/>
              <a:gd name="connsiteX1" fmla="*/ 825737 w 2114458"/>
              <a:gd name="connsiteY1" fmla="*/ 208007 h 1171270"/>
              <a:gd name="connsiteX2" fmla="*/ 1304379 w 2114458"/>
              <a:gd name="connsiteY2" fmla="*/ 620284 h 1171270"/>
              <a:gd name="connsiteX3" fmla="*/ 2114458 w 2114458"/>
              <a:gd name="connsiteY3" fmla="*/ 1171270 h 1171270"/>
              <a:gd name="connsiteX0" fmla="*/ 0 w 2536489"/>
              <a:gd name="connsiteY0" fmla="*/ 0 h 1452624"/>
              <a:gd name="connsiteX1" fmla="*/ 825737 w 2536489"/>
              <a:gd name="connsiteY1" fmla="*/ 208007 h 1452624"/>
              <a:gd name="connsiteX2" fmla="*/ 1304379 w 2536489"/>
              <a:gd name="connsiteY2" fmla="*/ 620284 h 1452624"/>
              <a:gd name="connsiteX3" fmla="*/ 2536489 w 2536489"/>
              <a:gd name="connsiteY3" fmla="*/ 1452624 h 1452624"/>
              <a:gd name="connsiteX0" fmla="*/ 0 w 2536489"/>
              <a:gd name="connsiteY0" fmla="*/ 0 h 1452624"/>
              <a:gd name="connsiteX1" fmla="*/ 825737 w 2536489"/>
              <a:gd name="connsiteY1" fmla="*/ 208007 h 1452624"/>
              <a:gd name="connsiteX2" fmla="*/ 1304379 w 2536489"/>
              <a:gd name="connsiteY2" fmla="*/ 620284 h 1452624"/>
              <a:gd name="connsiteX3" fmla="*/ 1658075 w 2536489"/>
              <a:gd name="connsiteY3" fmla="*/ 911392 h 1452624"/>
              <a:gd name="connsiteX4" fmla="*/ 2536489 w 2536489"/>
              <a:gd name="connsiteY4" fmla="*/ 1452624 h 1452624"/>
              <a:gd name="connsiteX0" fmla="*/ 0 w 2712335"/>
              <a:gd name="connsiteY0" fmla="*/ 0 h 1464347"/>
              <a:gd name="connsiteX1" fmla="*/ 1001583 w 2712335"/>
              <a:gd name="connsiteY1" fmla="*/ 219730 h 1464347"/>
              <a:gd name="connsiteX2" fmla="*/ 1480225 w 2712335"/>
              <a:gd name="connsiteY2" fmla="*/ 632007 h 1464347"/>
              <a:gd name="connsiteX3" fmla="*/ 1833921 w 2712335"/>
              <a:gd name="connsiteY3" fmla="*/ 923115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00875 w 2712335"/>
              <a:gd name="connsiteY1" fmla="*/ 313515 h 1464347"/>
              <a:gd name="connsiteX2" fmla="*/ 1480225 w 2712335"/>
              <a:gd name="connsiteY2" fmla="*/ 632007 h 1464347"/>
              <a:gd name="connsiteX3" fmla="*/ 1833921 w 2712335"/>
              <a:gd name="connsiteY3" fmla="*/ 923115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00875 w 2712335"/>
              <a:gd name="connsiteY1" fmla="*/ 313515 h 1464347"/>
              <a:gd name="connsiteX2" fmla="*/ 1644348 w 2712335"/>
              <a:gd name="connsiteY2" fmla="*/ 725792 h 1464347"/>
              <a:gd name="connsiteX3" fmla="*/ 1833921 w 2712335"/>
              <a:gd name="connsiteY3" fmla="*/ 923115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82937 w 2712335"/>
              <a:gd name="connsiteY1" fmla="*/ 360407 h 1464347"/>
              <a:gd name="connsiteX2" fmla="*/ 1644348 w 2712335"/>
              <a:gd name="connsiteY2" fmla="*/ 725792 h 1464347"/>
              <a:gd name="connsiteX3" fmla="*/ 1833921 w 2712335"/>
              <a:gd name="connsiteY3" fmla="*/ 923115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82937 w 2712335"/>
              <a:gd name="connsiteY1" fmla="*/ 360407 h 1464347"/>
              <a:gd name="connsiteX2" fmla="*/ 1726410 w 2712335"/>
              <a:gd name="connsiteY2" fmla="*/ 784408 h 1464347"/>
              <a:gd name="connsiteX3" fmla="*/ 1833921 w 2712335"/>
              <a:gd name="connsiteY3" fmla="*/ 923115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82937 w 2712335"/>
              <a:gd name="connsiteY1" fmla="*/ 360407 h 1464347"/>
              <a:gd name="connsiteX2" fmla="*/ 1726410 w 2712335"/>
              <a:gd name="connsiteY2" fmla="*/ 784408 h 1464347"/>
              <a:gd name="connsiteX3" fmla="*/ 2068383 w 2712335"/>
              <a:gd name="connsiteY3" fmla="*/ 911392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82937 w 2712335"/>
              <a:gd name="connsiteY1" fmla="*/ 360407 h 1464347"/>
              <a:gd name="connsiteX2" fmla="*/ 1726410 w 2712335"/>
              <a:gd name="connsiteY2" fmla="*/ 784408 h 1464347"/>
              <a:gd name="connsiteX3" fmla="*/ 2068383 w 2712335"/>
              <a:gd name="connsiteY3" fmla="*/ 911392 h 1464347"/>
              <a:gd name="connsiteX4" fmla="*/ 2712335 w 2712335"/>
              <a:gd name="connsiteY4" fmla="*/ 1464347 h 1464347"/>
              <a:gd name="connsiteX0" fmla="*/ 0 w 2712335"/>
              <a:gd name="connsiteY0" fmla="*/ 0 h 1464347"/>
              <a:gd name="connsiteX1" fmla="*/ 1282937 w 2712335"/>
              <a:gd name="connsiteY1" fmla="*/ 360407 h 1464347"/>
              <a:gd name="connsiteX2" fmla="*/ 1726410 w 2712335"/>
              <a:gd name="connsiteY2" fmla="*/ 784408 h 1464347"/>
              <a:gd name="connsiteX3" fmla="*/ 2068383 w 2712335"/>
              <a:gd name="connsiteY3" fmla="*/ 911392 h 1464347"/>
              <a:gd name="connsiteX4" fmla="*/ 2712335 w 2712335"/>
              <a:gd name="connsiteY4" fmla="*/ 1464347 h 1464347"/>
              <a:gd name="connsiteX0" fmla="*/ 0 w 2665443"/>
              <a:gd name="connsiteY0" fmla="*/ 0 h 1499517"/>
              <a:gd name="connsiteX1" fmla="*/ 1282937 w 2665443"/>
              <a:gd name="connsiteY1" fmla="*/ 360407 h 1499517"/>
              <a:gd name="connsiteX2" fmla="*/ 1726410 w 2665443"/>
              <a:gd name="connsiteY2" fmla="*/ 784408 h 1499517"/>
              <a:gd name="connsiteX3" fmla="*/ 2068383 w 2665443"/>
              <a:gd name="connsiteY3" fmla="*/ 911392 h 1499517"/>
              <a:gd name="connsiteX4" fmla="*/ 2665443 w 2665443"/>
              <a:gd name="connsiteY4" fmla="*/ 1499517 h 149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5443" h="1499517">
                <a:moveTo>
                  <a:pt x="0" y="0"/>
                </a:moveTo>
                <a:lnTo>
                  <a:pt x="1282937" y="360407"/>
                </a:lnTo>
                <a:lnTo>
                  <a:pt x="1726410" y="784408"/>
                </a:lnTo>
                <a:cubicBezTo>
                  <a:pt x="1865133" y="901639"/>
                  <a:pt x="1816138" y="831284"/>
                  <a:pt x="2068383" y="911392"/>
                </a:cubicBezTo>
                <a:cubicBezTo>
                  <a:pt x="2262011" y="1097007"/>
                  <a:pt x="2519041" y="1409312"/>
                  <a:pt x="2665443" y="1499517"/>
                </a:cubicBezTo>
              </a:path>
            </a:pathLst>
          </a:custGeom>
          <a:noFill/>
          <a:ln w="38100">
            <a:solidFill>
              <a:srgbClr val="2980B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说明3">
            <a:extLst>
              <a:ext uri="{FF2B5EF4-FFF2-40B4-BE49-F238E27FC236}">
                <a16:creationId xmlns:a16="http://schemas.microsoft.com/office/drawing/2014/main" id="{B6CBA1BA-744F-C0A4-74AE-2D75FED551E0}"/>
              </a:ext>
            </a:extLst>
          </p:cNvPr>
          <p:cNvSpPr txBox="1"/>
          <p:nvPr/>
        </p:nvSpPr>
        <p:spPr>
          <a:xfrm>
            <a:off x="968433" y="6100607"/>
            <a:ext cx="2114458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改变低频段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76" name="说明3">
            <a:extLst>
              <a:ext uri="{FF2B5EF4-FFF2-40B4-BE49-F238E27FC236}">
                <a16:creationId xmlns:a16="http://schemas.microsoft.com/office/drawing/2014/main" id="{354FB00E-9DCC-556F-B7E3-531A6D4F72CF}"/>
              </a:ext>
            </a:extLst>
          </p:cNvPr>
          <p:cNvSpPr txBox="1"/>
          <p:nvPr/>
        </p:nvSpPr>
        <p:spPr>
          <a:xfrm>
            <a:off x="4788118" y="6124976"/>
            <a:ext cx="2531223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改变中高频段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77" name="说明3">
            <a:extLst>
              <a:ext uri="{FF2B5EF4-FFF2-40B4-BE49-F238E27FC236}">
                <a16:creationId xmlns:a16="http://schemas.microsoft.com/office/drawing/2014/main" id="{F25CAFC1-7EAD-11C9-2EBE-CEE141E9D605}"/>
              </a:ext>
            </a:extLst>
          </p:cNvPr>
          <p:cNvSpPr txBox="1"/>
          <p:nvPr/>
        </p:nvSpPr>
        <p:spPr>
          <a:xfrm>
            <a:off x="8554637" y="6100607"/>
            <a:ext cx="3202966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2980B9"/>
                </a:solidFill>
              </a:rPr>
              <a:t>低中高频段均改变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39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2" grpId="0" animBg="1"/>
      <p:bldP spid="33" grpId="0" animBg="1"/>
      <p:bldP spid="40" grpId="0" animBg="1"/>
      <p:bldP spid="47" grpId="0" animBg="1"/>
      <p:bldP spid="64" grpId="0" animBg="1"/>
      <p:bldP spid="72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3A3DA9-63E2-C31C-1BEE-64AE373C7727}"/>
                  </a:ext>
                </a:extLst>
              </p:cNvPr>
              <p:cNvSpPr txBox="1"/>
              <p:nvPr/>
            </p:nvSpPr>
            <p:spPr>
              <a:xfrm>
                <a:off x="656195" y="3933284"/>
                <a:ext cx="6232560" cy="1130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box>
                                <m:boxPr>
                                  <m:ctrlPr>
                                    <a:rPr kumimoji="1"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en-US" altLang="zh-CN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1" lang="en-US" altLang="zh-CN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zh-CN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box>
                            </m:num>
                            <m:den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box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𝑎𝑇𝑠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3A3DA9-63E2-C31C-1BEE-64AE373C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95" y="3933284"/>
                <a:ext cx="6232560" cy="1130118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90AB8F-E186-2C5B-CFD0-90099DA5F7DF}"/>
                  </a:ext>
                </a:extLst>
              </p:cNvPr>
              <p:cNvSpPr txBox="1"/>
              <p:nvPr/>
            </p:nvSpPr>
            <p:spPr>
              <a:xfrm>
                <a:off x="656195" y="5225222"/>
                <a:ext cx="2304256" cy="972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90AB8F-E186-2C5B-CFD0-90099DA5F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95" y="5225222"/>
                <a:ext cx="2304256" cy="972254"/>
              </a:xfrm>
              <a:prstGeom prst="rect">
                <a:avLst/>
              </a:prstGeom>
              <a:blipFill>
                <a:blip r:embed="rId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0AE23B1-7A07-4351-E0FA-089FB1126954}"/>
                  </a:ext>
                </a:extLst>
              </p:cNvPr>
              <p:cNvSpPr txBox="1"/>
              <p:nvPr/>
            </p:nvSpPr>
            <p:spPr>
              <a:xfrm>
                <a:off x="3450941" y="5225222"/>
                <a:ext cx="2304256" cy="96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0AE23B1-7A07-4351-E0FA-089FB1126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941" y="5225222"/>
                <a:ext cx="2304256" cy="969433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超前网络">
            <a:extLst>
              <a:ext uri="{FF2B5EF4-FFF2-40B4-BE49-F238E27FC236}">
                <a16:creationId xmlns:a16="http://schemas.microsoft.com/office/drawing/2014/main" id="{3E316279-4554-1110-9C09-87D6D1D20BC9}"/>
              </a:ext>
            </a:extLst>
          </p:cNvPr>
          <p:cNvGrpSpPr/>
          <p:nvPr/>
        </p:nvGrpSpPr>
        <p:grpSpPr>
          <a:xfrm>
            <a:off x="6605550" y="260648"/>
            <a:ext cx="4702104" cy="3024336"/>
            <a:chOff x="945544" y="2338486"/>
            <a:chExt cx="4702104" cy="302433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86767CF-A675-1F82-CB5E-67CB439CB9FF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725FAB1-13FA-C9C5-3582-89CFAD9CAF1B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75D8BF3-74DA-E2B2-0A79-A11CD6CD6DCE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975386C-D208-9D30-F5C5-DAFC69FFCAAB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0" name="电阻R1">
              <a:extLst>
                <a:ext uri="{FF2B5EF4-FFF2-40B4-BE49-F238E27FC236}">
                  <a16:creationId xmlns:a16="http://schemas.microsoft.com/office/drawing/2014/main" id="{1980BBE1-ECE6-906B-E039-9DF68447818E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51" name="电容">
              <a:extLst>
                <a:ext uri="{FF2B5EF4-FFF2-40B4-BE49-F238E27FC236}">
                  <a16:creationId xmlns:a16="http://schemas.microsoft.com/office/drawing/2014/main" id="{E3D8DC54-F7FA-ECC7-9653-6B0BBF91FC25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386F6C03-342A-D458-9428-C59482E25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D2A01837-780D-B287-4710-4F42853612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电阻R2">
              <a:extLst>
                <a:ext uri="{FF2B5EF4-FFF2-40B4-BE49-F238E27FC236}">
                  <a16:creationId xmlns:a16="http://schemas.microsoft.com/office/drawing/2014/main" id="{D41BE038-46FC-A2E5-D5B2-665D001B8BD5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9A0B1FB4-E350-D92B-8D48-F5FCD0E90F17}"/>
                </a:ext>
              </a:extLst>
            </p:cNvPr>
            <p:cNvCxnSpPr>
              <a:stCxn id="24" idx="6"/>
              <a:endCxn id="50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B99931AE-DF70-304B-8C2A-29F00708344E}"/>
                </a:ext>
              </a:extLst>
            </p:cNvPr>
            <p:cNvCxnSpPr>
              <a:cxnSpLocks/>
              <a:stCxn id="50" idx="3"/>
              <a:endCxn id="26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239463CB-B2D3-D2F9-1031-79CE04082C9B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74C30D06-D53F-906F-1CCE-637ADDF55CDC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2EC908CE-82F0-EE2D-8307-A06E2DB095AB}"/>
                </a:ext>
              </a:extLst>
            </p:cNvPr>
            <p:cNvCxnSpPr>
              <a:cxnSpLocks/>
              <a:stCxn id="25" idx="6"/>
              <a:endCxn id="49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肘形连接符 57">
              <a:extLst>
                <a:ext uri="{FF2B5EF4-FFF2-40B4-BE49-F238E27FC236}">
                  <a16:creationId xmlns:a16="http://schemas.microsoft.com/office/drawing/2014/main" id="{FB511FB6-ED3B-A32A-B8A1-44FDB9BFC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肘形连接符 65">
              <a:extLst>
                <a:ext uri="{FF2B5EF4-FFF2-40B4-BE49-F238E27FC236}">
                  <a16:creationId xmlns:a16="http://schemas.microsoft.com/office/drawing/2014/main" id="{80BC4EDE-6ABA-E9FB-84A7-EA5FB461C657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10CCE64-08B3-288E-CF81-C642319460F7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10CCE64-08B3-288E-CF81-C64231946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FD08EA9-B643-E8AD-8EA0-CE082A88A044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FD08EA9-B643-E8AD-8EA0-CE082A88A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ACB8F26-DB80-FD3A-3942-D4BDD1A0FDF3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ACB8F26-DB80-FD3A-3942-D4BDD1A0F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0C6B756-39FA-15A3-D9C6-7BF022DA7AE7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0C6B756-39FA-15A3-D9C6-7BF022DA7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FAD4662-84F5-6D0C-82A1-82D80AF58709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FAD4662-84F5-6D0C-82A1-82D80AF58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8C3D11A6-A238-0509-1631-5769631EF52C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8281EAA-3E56-A0F2-C1DD-B463AFA5E015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8281EAA-3E56-A0F2-C1DD-B463AFA5E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793807AB-717D-F905-F598-8C13D2DA5759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FB79A5D-1E76-3B4F-E91D-232385DB8CBF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FB79A5D-1E76-3B4F-E91D-232385DB8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1765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0B31DC1A-2E5F-B965-6A33-282368B0777E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F0F07B68-7F1C-DFD2-E862-B4404007E6F5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F0F07B68-7F1C-DFD2-E862-B4404007E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1765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47E2E6A-19B0-E82A-0FAD-202EF9363FD1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47E2E6A-19B0-E82A-0FAD-202EF9363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430887"/>
                </a:xfrm>
                <a:prstGeom prst="rect">
                  <a:avLst/>
                </a:prstGeom>
                <a:blipFill>
                  <a:blip r:embed="rId1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A190E02-57D0-F947-0C6E-9B789DC6F646}"/>
                  </a:ext>
                </a:extLst>
              </p:cNvPr>
              <p:cNvSpPr txBox="1"/>
              <p:nvPr/>
            </p:nvSpPr>
            <p:spPr>
              <a:xfrm>
                <a:off x="6031800" y="5346582"/>
                <a:ext cx="3388691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A190E02-57D0-F947-0C6E-9B789DC6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800" y="5346582"/>
                <a:ext cx="3388691" cy="816634"/>
              </a:xfrm>
              <a:prstGeom prst="rect">
                <a:avLst/>
              </a:prstGeom>
              <a:blipFill>
                <a:blip r:embed="rId1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035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A190E02-57D0-F947-0C6E-9B789DC6F646}"/>
                  </a:ext>
                </a:extLst>
              </p:cNvPr>
              <p:cNvSpPr txBox="1"/>
              <p:nvPr/>
            </p:nvSpPr>
            <p:spPr>
              <a:xfrm>
                <a:off x="58307" y="1000211"/>
                <a:ext cx="3388691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A190E02-57D0-F947-0C6E-9B789DC6F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" y="1000211"/>
                <a:ext cx="3388691" cy="816634"/>
              </a:xfrm>
              <a:prstGeom prst="rect">
                <a:avLst/>
              </a:prstGeom>
              <a:blipFill>
                <a:blip r:embed="rId3"/>
                <a:stretch>
                  <a:fillRect t="-1515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3F960CA-7751-604A-F254-04B70A3C8ACB}"/>
                  </a:ext>
                </a:extLst>
              </p:cNvPr>
              <p:cNvSpPr txBox="1"/>
              <p:nvPr/>
            </p:nvSpPr>
            <p:spPr>
              <a:xfrm>
                <a:off x="3349678" y="1159463"/>
                <a:ext cx="187220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&gt;1)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3F960CA-7751-604A-F254-04B70A3C8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78" y="1159463"/>
                <a:ext cx="1872208" cy="430887"/>
              </a:xfrm>
              <a:prstGeom prst="rect">
                <a:avLst/>
              </a:prstGeom>
              <a:blipFill>
                <a:blip r:embed="rId4"/>
                <a:stretch>
                  <a:fillRect t="-2857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6383CD6B-8A7F-3EBC-2176-B3226CE9ABB7}"/>
              </a:ext>
            </a:extLst>
          </p:cNvPr>
          <p:cNvSpPr txBox="1"/>
          <p:nvPr/>
        </p:nvSpPr>
        <p:spPr>
          <a:xfrm>
            <a:off x="298052" y="2107692"/>
            <a:ext cx="936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抬升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91EDEA-D0AD-E517-C54D-8E38AFA55D6B}"/>
                  </a:ext>
                </a:extLst>
              </p:cNvPr>
              <p:cNvSpPr txBox="1"/>
              <p:nvPr/>
            </p:nvSpPr>
            <p:spPr>
              <a:xfrm>
                <a:off x="1234156" y="2107692"/>
                <a:ext cx="5541126" cy="560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j</m:t>
                                      </m:r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91EDEA-D0AD-E517-C54D-8E38AFA55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156" y="2107692"/>
                <a:ext cx="5541126" cy="560923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坐标轴6">
            <a:extLst>
              <a:ext uri="{FF2B5EF4-FFF2-40B4-BE49-F238E27FC236}">
                <a16:creationId xmlns:a16="http://schemas.microsoft.com/office/drawing/2014/main" id="{1C248886-09C8-1ED2-1EFF-47B24FF221A7}"/>
              </a:ext>
            </a:extLst>
          </p:cNvPr>
          <p:cNvGrpSpPr/>
          <p:nvPr/>
        </p:nvGrpSpPr>
        <p:grpSpPr>
          <a:xfrm>
            <a:off x="8063346" y="390029"/>
            <a:ext cx="3799929" cy="2036997"/>
            <a:chOff x="155968" y="932888"/>
            <a:chExt cx="3799929" cy="2036997"/>
          </a:xfrm>
        </p:grpSpPr>
        <p:cxnSp>
          <p:nvCxnSpPr>
            <p:cNvPr id="7" name="x轴">
              <a:extLst>
                <a:ext uri="{FF2B5EF4-FFF2-40B4-BE49-F238E27FC236}">
                  <a16:creationId xmlns:a16="http://schemas.microsoft.com/office/drawing/2014/main" id="{C32581C6-F1B1-2F7B-3587-D3B4E82CDA3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y轴">
              <a:extLst>
                <a:ext uri="{FF2B5EF4-FFF2-40B4-BE49-F238E27FC236}">
                  <a16:creationId xmlns:a16="http://schemas.microsoft.com/office/drawing/2014/main" id="{99C7E054-1ABB-4393-DCF5-D50CA1475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label0">
                  <a:extLst>
                    <a:ext uri="{FF2B5EF4-FFF2-40B4-BE49-F238E27FC236}">
                      <a16:creationId xmlns:a16="http://schemas.microsoft.com/office/drawing/2014/main" id="{78C03828-2FD7-5854-57B3-CCE6AB29DD32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响应6">
            <a:extLst>
              <a:ext uri="{FF2B5EF4-FFF2-40B4-BE49-F238E27FC236}">
                <a16:creationId xmlns:a16="http://schemas.microsoft.com/office/drawing/2014/main" id="{942503E4-8467-543E-23BA-7BD6FC8B20EE}"/>
              </a:ext>
            </a:extLst>
          </p:cNvPr>
          <p:cNvSpPr/>
          <p:nvPr/>
        </p:nvSpPr>
        <p:spPr>
          <a:xfrm>
            <a:off x="8441550" y="1035687"/>
            <a:ext cx="3216428" cy="1126451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6428" h="1126451">
                <a:moveTo>
                  <a:pt x="0" y="1126451"/>
                </a:moveTo>
                <a:lnTo>
                  <a:pt x="835455" y="1125412"/>
                </a:lnTo>
                <a:cubicBezTo>
                  <a:pt x="1290317" y="650306"/>
                  <a:pt x="1720792" y="130016"/>
                  <a:pt x="1861667" y="10832"/>
                </a:cubicBezTo>
                <a:lnTo>
                  <a:pt x="3216428" y="0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给定6">
            <a:extLst>
              <a:ext uri="{FF2B5EF4-FFF2-40B4-BE49-F238E27FC236}">
                <a16:creationId xmlns:a16="http://schemas.microsoft.com/office/drawing/2014/main" id="{24213583-2422-47A1-A425-FF93C3E765B4}"/>
              </a:ext>
            </a:extLst>
          </p:cNvPr>
          <p:cNvCxnSpPr>
            <a:cxnSpLocks/>
          </p:cNvCxnSpPr>
          <p:nvPr/>
        </p:nvCxnSpPr>
        <p:spPr>
          <a:xfrm>
            <a:off x="10316147" y="1070969"/>
            <a:ext cx="0" cy="110086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坐标轴6">
            <a:extLst>
              <a:ext uri="{FF2B5EF4-FFF2-40B4-BE49-F238E27FC236}">
                <a16:creationId xmlns:a16="http://schemas.microsoft.com/office/drawing/2014/main" id="{DEEC124D-385F-4642-1D3F-A1B7943C01C1}"/>
              </a:ext>
            </a:extLst>
          </p:cNvPr>
          <p:cNvGrpSpPr/>
          <p:nvPr/>
        </p:nvGrpSpPr>
        <p:grpSpPr>
          <a:xfrm>
            <a:off x="7953721" y="2867652"/>
            <a:ext cx="3910212" cy="2036997"/>
            <a:chOff x="45685" y="932888"/>
            <a:chExt cx="3910212" cy="2036997"/>
          </a:xfrm>
        </p:grpSpPr>
        <p:cxnSp>
          <p:nvCxnSpPr>
            <p:cNvPr id="30" name="x轴">
              <a:extLst>
                <a:ext uri="{FF2B5EF4-FFF2-40B4-BE49-F238E27FC236}">
                  <a16:creationId xmlns:a16="http://schemas.microsoft.com/office/drawing/2014/main" id="{549E2E04-3063-6844-6E28-C475E2B67E2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y轴">
              <a:extLst>
                <a:ext uri="{FF2B5EF4-FFF2-40B4-BE49-F238E27FC236}">
                  <a16:creationId xmlns:a16="http://schemas.microsoft.com/office/drawing/2014/main" id="{9406EB54-D0CA-CA97-2101-02CB406EA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/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789" r="-1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响应6">
            <a:extLst>
              <a:ext uri="{FF2B5EF4-FFF2-40B4-BE49-F238E27FC236}">
                <a16:creationId xmlns:a16="http://schemas.microsoft.com/office/drawing/2014/main" id="{DB9DB7E4-06F8-C71B-74A4-0EE05E3349E6}"/>
              </a:ext>
            </a:extLst>
          </p:cNvPr>
          <p:cNvSpPr/>
          <p:nvPr/>
        </p:nvSpPr>
        <p:spPr>
          <a:xfrm>
            <a:off x="8442207" y="3911891"/>
            <a:ext cx="2829567" cy="7278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9567" h="727870">
                <a:moveTo>
                  <a:pt x="0" y="727870"/>
                </a:moveTo>
                <a:cubicBezTo>
                  <a:pt x="540301" y="543862"/>
                  <a:pt x="903122" y="174"/>
                  <a:pt x="1374716" y="1"/>
                </a:cubicBezTo>
                <a:cubicBezTo>
                  <a:pt x="1846310" y="-172"/>
                  <a:pt x="2333531" y="597879"/>
                  <a:pt x="2829567" y="72683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给定6">
            <a:extLst>
              <a:ext uri="{FF2B5EF4-FFF2-40B4-BE49-F238E27FC236}">
                <a16:creationId xmlns:a16="http://schemas.microsoft.com/office/drawing/2014/main" id="{A6405F48-59F0-1FB0-38C5-02AD8E6F00C3}"/>
              </a:ext>
            </a:extLst>
          </p:cNvPr>
          <p:cNvCxnSpPr>
            <a:cxnSpLocks/>
          </p:cNvCxnSpPr>
          <p:nvPr/>
        </p:nvCxnSpPr>
        <p:spPr>
          <a:xfrm>
            <a:off x="10316805" y="2867652"/>
            <a:ext cx="0" cy="178180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/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blipFill>
                <a:blip r:embed="rId12"/>
                <a:stretch>
                  <a:fillRect l="-1653" t="-11905" r="-82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/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给定6">
            <a:extLst>
              <a:ext uri="{FF2B5EF4-FFF2-40B4-BE49-F238E27FC236}">
                <a16:creationId xmlns:a16="http://schemas.microsoft.com/office/drawing/2014/main" id="{AADB63EB-3515-1628-C787-680AC364C010}"/>
              </a:ext>
            </a:extLst>
          </p:cNvPr>
          <p:cNvCxnSpPr>
            <a:cxnSpLocks/>
          </p:cNvCxnSpPr>
          <p:nvPr/>
        </p:nvCxnSpPr>
        <p:spPr>
          <a:xfrm>
            <a:off x="8441550" y="1598912"/>
            <a:ext cx="1374313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给定6">
            <a:extLst>
              <a:ext uri="{FF2B5EF4-FFF2-40B4-BE49-F238E27FC236}">
                <a16:creationId xmlns:a16="http://schemas.microsoft.com/office/drawing/2014/main" id="{CB2EC6E2-24A5-AB87-3DED-177F4845A522}"/>
              </a:ext>
            </a:extLst>
          </p:cNvPr>
          <p:cNvCxnSpPr>
            <a:cxnSpLocks/>
          </p:cNvCxnSpPr>
          <p:nvPr/>
        </p:nvCxnSpPr>
        <p:spPr>
          <a:xfrm flipV="1">
            <a:off x="9815863" y="1579671"/>
            <a:ext cx="0" cy="306009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/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blipFill>
                <a:blip r:embed="rId14"/>
                <a:stretch>
                  <a:fillRect l="-2410" r="-28916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/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blipFill>
                <a:blip r:embed="rId15"/>
                <a:stretch>
                  <a:fillRect l="-2410" r="-301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/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给定6">
            <a:extLst>
              <a:ext uri="{FF2B5EF4-FFF2-40B4-BE49-F238E27FC236}">
                <a16:creationId xmlns:a16="http://schemas.microsoft.com/office/drawing/2014/main" id="{54E835F9-552A-BAAD-553F-D63F46241883}"/>
              </a:ext>
            </a:extLst>
          </p:cNvPr>
          <p:cNvCxnSpPr>
            <a:cxnSpLocks/>
          </p:cNvCxnSpPr>
          <p:nvPr/>
        </p:nvCxnSpPr>
        <p:spPr>
          <a:xfrm>
            <a:off x="9277663" y="2819338"/>
            <a:ext cx="0" cy="1855037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/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blipFill>
                <a:blip r:embed="rId17"/>
                <a:stretch>
                  <a:fillRect l="-12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/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/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blipFill>
                <a:blip r:embed="rId19"/>
                <a:stretch>
                  <a:fillRect l="-789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响应6">
            <a:extLst>
              <a:ext uri="{FF2B5EF4-FFF2-40B4-BE49-F238E27FC236}">
                <a16:creationId xmlns:a16="http://schemas.microsoft.com/office/drawing/2014/main" id="{A8F03122-EC70-C5A1-DB48-C48E794AA572}"/>
              </a:ext>
            </a:extLst>
          </p:cNvPr>
          <p:cNvSpPr/>
          <p:nvPr/>
        </p:nvSpPr>
        <p:spPr>
          <a:xfrm>
            <a:off x="8327454" y="3622414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响应6">
            <a:extLst>
              <a:ext uri="{FF2B5EF4-FFF2-40B4-BE49-F238E27FC236}">
                <a16:creationId xmlns:a16="http://schemas.microsoft.com/office/drawing/2014/main" id="{72E44C3E-F40D-9D15-8F67-B2D954B2C658}"/>
              </a:ext>
            </a:extLst>
          </p:cNvPr>
          <p:cNvSpPr/>
          <p:nvPr/>
        </p:nvSpPr>
        <p:spPr>
          <a:xfrm flipH="1">
            <a:off x="8392858" y="3657028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" name="给定6">
            <a:extLst>
              <a:ext uri="{FF2B5EF4-FFF2-40B4-BE49-F238E27FC236}">
                <a16:creationId xmlns:a16="http://schemas.microsoft.com/office/drawing/2014/main" id="{181DBDAE-AFD9-C892-7F24-396A5BAEDC00}"/>
              </a:ext>
            </a:extLst>
          </p:cNvPr>
          <p:cNvCxnSpPr>
            <a:cxnSpLocks/>
          </p:cNvCxnSpPr>
          <p:nvPr/>
        </p:nvCxnSpPr>
        <p:spPr>
          <a:xfrm>
            <a:off x="8462173" y="3573016"/>
            <a:ext cx="2957859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/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blipFill>
                <a:blip r:embed="rId20"/>
                <a:stretch>
                  <a:fillRect l="-15789" r="-2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/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blipFill>
                <a:blip r:embed="rId2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给定6">
            <a:extLst>
              <a:ext uri="{FF2B5EF4-FFF2-40B4-BE49-F238E27FC236}">
                <a16:creationId xmlns:a16="http://schemas.microsoft.com/office/drawing/2014/main" id="{90FFCC78-F616-9A53-02DD-4B51A9870A98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441550" y="3911891"/>
            <a:ext cx="1375373" cy="1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labelt">
                <a:extLst>
                  <a:ext uri="{FF2B5EF4-FFF2-40B4-BE49-F238E27FC236}">
                    <a16:creationId xmlns:a16="http://schemas.microsoft.com/office/drawing/2014/main" id="{CEBF1C6F-29D3-3CD8-F44A-5969B8489477}"/>
                  </a:ext>
                </a:extLst>
              </p:cNvPr>
              <p:cNvSpPr txBox="1"/>
              <p:nvPr/>
            </p:nvSpPr>
            <p:spPr>
              <a:xfrm>
                <a:off x="45769" y="2930996"/>
                <a:ext cx="6414197" cy="1356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𝑎𝑇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6" name="labelt">
                <a:extLst>
                  <a:ext uri="{FF2B5EF4-FFF2-40B4-BE49-F238E27FC236}">
                    <a16:creationId xmlns:a16="http://schemas.microsoft.com/office/drawing/2014/main" id="{CEBF1C6F-29D3-3CD8-F44A-5969B8489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" y="2930996"/>
                <a:ext cx="6414197" cy="1356653"/>
              </a:xfrm>
              <a:prstGeom prst="rect">
                <a:avLst/>
              </a:prstGeom>
              <a:blipFill>
                <a:blip r:embed="rId22"/>
                <a:stretch>
                  <a:fillRect b="-4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labelt">
                <a:extLst>
                  <a:ext uri="{FF2B5EF4-FFF2-40B4-BE49-F238E27FC236}">
                    <a16:creationId xmlns:a16="http://schemas.microsoft.com/office/drawing/2014/main" id="{AAC9939D-1CFB-56E8-6B69-6B9C91B0CB1E}"/>
                  </a:ext>
                </a:extLst>
              </p:cNvPr>
              <p:cNvSpPr txBox="1"/>
              <p:nvPr/>
            </p:nvSpPr>
            <p:spPr>
              <a:xfrm>
                <a:off x="94612" y="4357904"/>
                <a:ext cx="5545124" cy="928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7" name="labelt">
                <a:extLst>
                  <a:ext uri="{FF2B5EF4-FFF2-40B4-BE49-F238E27FC236}">
                    <a16:creationId xmlns:a16="http://schemas.microsoft.com/office/drawing/2014/main" id="{AAC9939D-1CFB-56E8-6B69-6B9C91B0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2" y="4357904"/>
                <a:ext cx="5545124" cy="928524"/>
              </a:xfrm>
              <a:prstGeom prst="rect">
                <a:avLst/>
              </a:prstGeom>
              <a:blipFill>
                <a:blip r:embed="rId23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2B618D1-84B5-665B-6283-A622BCF2237D}"/>
                  </a:ext>
                </a:extLst>
              </p:cNvPr>
              <p:cNvSpPr txBox="1"/>
              <p:nvPr/>
            </p:nvSpPr>
            <p:spPr>
              <a:xfrm>
                <a:off x="-183569" y="5492959"/>
                <a:ext cx="10283424" cy="1064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2B618D1-84B5-665B-6283-A622BCF22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569" y="5492959"/>
                <a:ext cx="10283424" cy="106445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51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/>
      <p:bldP spid="11" grpId="0" animBg="1"/>
      <p:bldP spid="34" grpId="0" animBg="1"/>
      <p:bldP spid="71" grpId="0" animBg="1"/>
      <p:bldP spid="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p:grpSp>
        <p:nvGrpSpPr>
          <p:cNvPr id="6" name="坐标轴6">
            <a:extLst>
              <a:ext uri="{FF2B5EF4-FFF2-40B4-BE49-F238E27FC236}">
                <a16:creationId xmlns:a16="http://schemas.microsoft.com/office/drawing/2014/main" id="{1C248886-09C8-1ED2-1EFF-47B24FF221A7}"/>
              </a:ext>
            </a:extLst>
          </p:cNvPr>
          <p:cNvGrpSpPr/>
          <p:nvPr/>
        </p:nvGrpSpPr>
        <p:grpSpPr>
          <a:xfrm>
            <a:off x="8063346" y="390029"/>
            <a:ext cx="3799929" cy="2036997"/>
            <a:chOff x="155968" y="932888"/>
            <a:chExt cx="3799929" cy="2036997"/>
          </a:xfrm>
        </p:grpSpPr>
        <p:cxnSp>
          <p:nvCxnSpPr>
            <p:cNvPr id="7" name="x轴">
              <a:extLst>
                <a:ext uri="{FF2B5EF4-FFF2-40B4-BE49-F238E27FC236}">
                  <a16:creationId xmlns:a16="http://schemas.microsoft.com/office/drawing/2014/main" id="{C32581C6-F1B1-2F7B-3587-D3B4E82CDA3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y轴">
              <a:extLst>
                <a:ext uri="{FF2B5EF4-FFF2-40B4-BE49-F238E27FC236}">
                  <a16:creationId xmlns:a16="http://schemas.microsoft.com/office/drawing/2014/main" id="{99C7E054-1ABB-4393-DCF5-D50CA1475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label0">
                  <a:extLst>
                    <a:ext uri="{FF2B5EF4-FFF2-40B4-BE49-F238E27FC236}">
                      <a16:creationId xmlns:a16="http://schemas.microsoft.com/office/drawing/2014/main" id="{78C03828-2FD7-5854-57B3-CCE6AB29DD32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响应6">
            <a:extLst>
              <a:ext uri="{FF2B5EF4-FFF2-40B4-BE49-F238E27FC236}">
                <a16:creationId xmlns:a16="http://schemas.microsoft.com/office/drawing/2014/main" id="{942503E4-8467-543E-23BA-7BD6FC8B20EE}"/>
              </a:ext>
            </a:extLst>
          </p:cNvPr>
          <p:cNvSpPr/>
          <p:nvPr/>
        </p:nvSpPr>
        <p:spPr>
          <a:xfrm>
            <a:off x="8441550" y="1035687"/>
            <a:ext cx="3216428" cy="1126451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6428" h="1126451">
                <a:moveTo>
                  <a:pt x="0" y="1126451"/>
                </a:moveTo>
                <a:lnTo>
                  <a:pt x="835455" y="1125412"/>
                </a:lnTo>
                <a:cubicBezTo>
                  <a:pt x="1290317" y="650306"/>
                  <a:pt x="1720792" y="130016"/>
                  <a:pt x="1861667" y="10832"/>
                </a:cubicBezTo>
                <a:lnTo>
                  <a:pt x="3216428" y="0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给定6">
            <a:extLst>
              <a:ext uri="{FF2B5EF4-FFF2-40B4-BE49-F238E27FC236}">
                <a16:creationId xmlns:a16="http://schemas.microsoft.com/office/drawing/2014/main" id="{24213583-2422-47A1-A425-FF93C3E765B4}"/>
              </a:ext>
            </a:extLst>
          </p:cNvPr>
          <p:cNvCxnSpPr>
            <a:cxnSpLocks/>
          </p:cNvCxnSpPr>
          <p:nvPr/>
        </p:nvCxnSpPr>
        <p:spPr>
          <a:xfrm>
            <a:off x="10316147" y="1070969"/>
            <a:ext cx="0" cy="110086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坐标轴6">
            <a:extLst>
              <a:ext uri="{FF2B5EF4-FFF2-40B4-BE49-F238E27FC236}">
                <a16:creationId xmlns:a16="http://schemas.microsoft.com/office/drawing/2014/main" id="{DEEC124D-385F-4642-1D3F-A1B7943C01C1}"/>
              </a:ext>
            </a:extLst>
          </p:cNvPr>
          <p:cNvGrpSpPr/>
          <p:nvPr/>
        </p:nvGrpSpPr>
        <p:grpSpPr>
          <a:xfrm>
            <a:off x="7953721" y="2867652"/>
            <a:ext cx="3910212" cy="2036997"/>
            <a:chOff x="45685" y="932888"/>
            <a:chExt cx="3910212" cy="2036997"/>
          </a:xfrm>
        </p:grpSpPr>
        <p:cxnSp>
          <p:nvCxnSpPr>
            <p:cNvPr id="30" name="x轴">
              <a:extLst>
                <a:ext uri="{FF2B5EF4-FFF2-40B4-BE49-F238E27FC236}">
                  <a16:creationId xmlns:a16="http://schemas.microsoft.com/office/drawing/2014/main" id="{549E2E04-3063-6844-6E28-C475E2B67E2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y轴">
              <a:extLst>
                <a:ext uri="{FF2B5EF4-FFF2-40B4-BE49-F238E27FC236}">
                  <a16:creationId xmlns:a16="http://schemas.microsoft.com/office/drawing/2014/main" id="{9406EB54-D0CA-CA97-2101-02CB406EA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/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789" r="-1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响应6">
            <a:extLst>
              <a:ext uri="{FF2B5EF4-FFF2-40B4-BE49-F238E27FC236}">
                <a16:creationId xmlns:a16="http://schemas.microsoft.com/office/drawing/2014/main" id="{DB9DB7E4-06F8-C71B-74A4-0EE05E3349E6}"/>
              </a:ext>
            </a:extLst>
          </p:cNvPr>
          <p:cNvSpPr/>
          <p:nvPr/>
        </p:nvSpPr>
        <p:spPr>
          <a:xfrm>
            <a:off x="8442207" y="3911891"/>
            <a:ext cx="2829567" cy="7278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9567" h="727870">
                <a:moveTo>
                  <a:pt x="0" y="727870"/>
                </a:moveTo>
                <a:cubicBezTo>
                  <a:pt x="540301" y="543862"/>
                  <a:pt x="903122" y="174"/>
                  <a:pt x="1374716" y="1"/>
                </a:cubicBezTo>
                <a:cubicBezTo>
                  <a:pt x="1846310" y="-172"/>
                  <a:pt x="2333531" y="597879"/>
                  <a:pt x="2829567" y="72683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给定6">
            <a:extLst>
              <a:ext uri="{FF2B5EF4-FFF2-40B4-BE49-F238E27FC236}">
                <a16:creationId xmlns:a16="http://schemas.microsoft.com/office/drawing/2014/main" id="{A6405F48-59F0-1FB0-38C5-02AD8E6F00C3}"/>
              </a:ext>
            </a:extLst>
          </p:cNvPr>
          <p:cNvCxnSpPr>
            <a:cxnSpLocks/>
          </p:cNvCxnSpPr>
          <p:nvPr/>
        </p:nvCxnSpPr>
        <p:spPr>
          <a:xfrm>
            <a:off x="10316805" y="2867652"/>
            <a:ext cx="0" cy="178180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/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blipFill>
                <a:blip r:embed="rId12"/>
                <a:stretch>
                  <a:fillRect l="-1653" t="-11905" r="-82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/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给定6">
            <a:extLst>
              <a:ext uri="{FF2B5EF4-FFF2-40B4-BE49-F238E27FC236}">
                <a16:creationId xmlns:a16="http://schemas.microsoft.com/office/drawing/2014/main" id="{AADB63EB-3515-1628-C787-680AC364C010}"/>
              </a:ext>
            </a:extLst>
          </p:cNvPr>
          <p:cNvCxnSpPr>
            <a:cxnSpLocks/>
          </p:cNvCxnSpPr>
          <p:nvPr/>
        </p:nvCxnSpPr>
        <p:spPr>
          <a:xfrm>
            <a:off x="8441550" y="1598912"/>
            <a:ext cx="1374313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给定6">
            <a:extLst>
              <a:ext uri="{FF2B5EF4-FFF2-40B4-BE49-F238E27FC236}">
                <a16:creationId xmlns:a16="http://schemas.microsoft.com/office/drawing/2014/main" id="{CB2EC6E2-24A5-AB87-3DED-177F4845A522}"/>
              </a:ext>
            </a:extLst>
          </p:cNvPr>
          <p:cNvCxnSpPr>
            <a:cxnSpLocks/>
          </p:cNvCxnSpPr>
          <p:nvPr/>
        </p:nvCxnSpPr>
        <p:spPr>
          <a:xfrm flipV="1">
            <a:off x="9815863" y="1579671"/>
            <a:ext cx="0" cy="306009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/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blipFill>
                <a:blip r:embed="rId14"/>
                <a:stretch>
                  <a:fillRect l="-2410" r="-28916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/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blipFill>
                <a:blip r:embed="rId15"/>
                <a:stretch>
                  <a:fillRect l="-2410" r="-301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/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给定6">
            <a:extLst>
              <a:ext uri="{FF2B5EF4-FFF2-40B4-BE49-F238E27FC236}">
                <a16:creationId xmlns:a16="http://schemas.microsoft.com/office/drawing/2014/main" id="{54E835F9-552A-BAAD-553F-D63F46241883}"/>
              </a:ext>
            </a:extLst>
          </p:cNvPr>
          <p:cNvCxnSpPr>
            <a:cxnSpLocks/>
          </p:cNvCxnSpPr>
          <p:nvPr/>
        </p:nvCxnSpPr>
        <p:spPr>
          <a:xfrm>
            <a:off x="9277663" y="2819338"/>
            <a:ext cx="0" cy="1855037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/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blipFill>
                <a:blip r:embed="rId17"/>
                <a:stretch>
                  <a:fillRect l="-12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/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/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blipFill>
                <a:blip r:embed="rId19"/>
                <a:stretch>
                  <a:fillRect l="-789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响应6">
            <a:extLst>
              <a:ext uri="{FF2B5EF4-FFF2-40B4-BE49-F238E27FC236}">
                <a16:creationId xmlns:a16="http://schemas.microsoft.com/office/drawing/2014/main" id="{A8F03122-EC70-C5A1-DB48-C48E794AA572}"/>
              </a:ext>
            </a:extLst>
          </p:cNvPr>
          <p:cNvSpPr/>
          <p:nvPr/>
        </p:nvSpPr>
        <p:spPr>
          <a:xfrm>
            <a:off x="8327454" y="3622414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响应6">
            <a:extLst>
              <a:ext uri="{FF2B5EF4-FFF2-40B4-BE49-F238E27FC236}">
                <a16:creationId xmlns:a16="http://schemas.microsoft.com/office/drawing/2014/main" id="{72E44C3E-F40D-9D15-8F67-B2D954B2C658}"/>
              </a:ext>
            </a:extLst>
          </p:cNvPr>
          <p:cNvSpPr/>
          <p:nvPr/>
        </p:nvSpPr>
        <p:spPr>
          <a:xfrm flipH="1">
            <a:off x="8392858" y="3657028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" name="给定6">
            <a:extLst>
              <a:ext uri="{FF2B5EF4-FFF2-40B4-BE49-F238E27FC236}">
                <a16:creationId xmlns:a16="http://schemas.microsoft.com/office/drawing/2014/main" id="{181DBDAE-AFD9-C892-7F24-396A5BAEDC00}"/>
              </a:ext>
            </a:extLst>
          </p:cNvPr>
          <p:cNvCxnSpPr>
            <a:cxnSpLocks/>
          </p:cNvCxnSpPr>
          <p:nvPr/>
        </p:nvCxnSpPr>
        <p:spPr>
          <a:xfrm>
            <a:off x="8462173" y="3573016"/>
            <a:ext cx="2957859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/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blipFill>
                <a:blip r:embed="rId20"/>
                <a:stretch>
                  <a:fillRect l="-15789" r="-2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/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blipFill>
                <a:blip r:embed="rId2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给定6">
            <a:extLst>
              <a:ext uri="{FF2B5EF4-FFF2-40B4-BE49-F238E27FC236}">
                <a16:creationId xmlns:a16="http://schemas.microsoft.com/office/drawing/2014/main" id="{90FFCC78-F616-9A53-02DD-4B51A9870A98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441550" y="3911891"/>
            <a:ext cx="1375373" cy="1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2B618D1-84B5-665B-6283-A622BCF2237D}"/>
                  </a:ext>
                </a:extLst>
              </p:cNvPr>
              <p:cNvSpPr txBox="1"/>
              <p:nvPr/>
            </p:nvSpPr>
            <p:spPr>
              <a:xfrm>
                <a:off x="118542" y="966171"/>
                <a:ext cx="2390343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2B618D1-84B5-665B-6283-A622BCF22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966171"/>
                <a:ext cx="2390343" cy="9823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5BE533-90BB-B85F-3AAF-7DE6CD0D53A8}"/>
                  </a:ext>
                </a:extLst>
              </p:cNvPr>
              <p:cNvSpPr txBox="1"/>
              <p:nvPr/>
            </p:nvSpPr>
            <p:spPr>
              <a:xfrm>
                <a:off x="126622" y="2022660"/>
                <a:ext cx="6714006" cy="1327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d>
                                    <m:d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45BE533-90BB-B85F-3AAF-7DE6CD0D5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22" y="2022660"/>
                <a:ext cx="6714006" cy="1327158"/>
              </a:xfrm>
              <a:prstGeom prst="rect">
                <a:avLst/>
              </a:prstGeom>
              <a:blipFill>
                <a:blip r:embed="rId23"/>
                <a:stretch>
                  <a:fillRect t="-161905" b="-2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8DE916-E647-1FE5-5677-344426B3625D}"/>
                  </a:ext>
                </a:extLst>
              </p:cNvPr>
              <p:cNvSpPr txBox="1"/>
              <p:nvPr/>
            </p:nvSpPr>
            <p:spPr>
              <a:xfrm>
                <a:off x="0" y="3573016"/>
                <a:ext cx="7309724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den>
                          </m:f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8DE916-E647-1FE5-5677-344426B36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73016"/>
                <a:ext cx="7309724" cy="9823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给定6">
            <a:extLst>
              <a:ext uri="{FF2B5EF4-FFF2-40B4-BE49-F238E27FC236}">
                <a16:creationId xmlns:a16="http://schemas.microsoft.com/office/drawing/2014/main" id="{B8B5847C-A796-7D8E-022C-94B9C2E1CAF2}"/>
              </a:ext>
            </a:extLst>
          </p:cNvPr>
          <p:cNvCxnSpPr>
            <a:cxnSpLocks/>
          </p:cNvCxnSpPr>
          <p:nvPr/>
        </p:nvCxnSpPr>
        <p:spPr>
          <a:xfrm flipV="1">
            <a:off x="8516263" y="5301208"/>
            <a:ext cx="1859667" cy="981100"/>
          </a:xfrm>
          <a:prstGeom prst="line">
            <a:avLst/>
          </a:prstGeom>
          <a:ln w="38100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给定6">
            <a:extLst>
              <a:ext uri="{FF2B5EF4-FFF2-40B4-BE49-F238E27FC236}">
                <a16:creationId xmlns:a16="http://schemas.microsoft.com/office/drawing/2014/main" id="{0A05C42A-13A5-E487-5102-4775421A8D7A}"/>
              </a:ext>
            </a:extLst>
          </p:cNvPr>
          <p:cNvCxnSpPr>
            <a:cxnSpLocks/>
          </p:cNvCxnSpPr>
          <p:nvPr/>
        </p:nvCxnSpPr>
        <p:spPr>
          <a:xfrm flipV="1">
            <a:off x="8516263" y="6230368"/>
            <a:ext cx="1859667" cy="51940"/>
          </a:xfrm>
          <a:prstGeom prst="line">
            <a:avLst/>
          </a:prstGeom>
          <a:ln w="38100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给定6">
            <a:extLst>
              <a:ext uri="{FF2B5EF4-FFF2-40B4-BE49-F238E27FC236}">
                <a16:creationId xmlns:a16="http://schemas.microsoft.com/office/drawing/2014/main" id="{81914CEF-4B25-5792-779E-0C633C9F4E45}"/>
              </a:ext>
            </a:extLst>
          </p:cNvPr>
          <p:cNvCxnSpPr>
            <a:cxnSpLocks/>
          </p:cNvCxnSpPr>
          <p:nvPr/>
        </p:nvCxnSpPr>
        <p:spPr>
          <a:xfrm flipV="1">
            <a:off x="10354062" y="5307628"/>
            <a:ext cx="0" cy="922740"/>
          </a:xfrm>
          <a:prstGeom prst="line">
            <a:avLst/>
          </a:prstGeom>
          <a:ln w="38100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4001B69C-372F-6C64-D732-D593B74671F1}"/>
                  </a:ext>
                </a:extLst>
              </p:cNvPr>
              <p:cNvSpPr txBox="1"/>
              <p:nvPr/>
            </p:nvSpPr>
            <p:spPr>
              <a:xfrm>
                <a:off x="8632711" y="5245778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4001B69C-372F-6C64-D732-D593B746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711" y="5245778"/>
                <a:ext cx="1034705" cy="523220"/>
              </a:xfrm>
              <a:prstGeom prst="rect">
                <a:avLst/>
              </a:prstGeom>
              <a:blipFill>
                <a:blip r:embed="rId25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abelt">
                <a:extLst>
                  <a:ext uri="{FF2B5EF4-FFF2-40B4-BE49-F238E27FC236}">
                    <a16:creationId xmlns:a16="http://schemas.microsoft.com/office/drawing/2014/main" id="{7E638A68-87DA-1A7F-E7CC-1840204D85F2}"/>
                  </a:ext>
                </a:extLst>
              </p:cNvPr>
              <p:cNvSpPr txBox="1"/>
              <p:nvPr/>
            </p:nvSpPr>
            <p:spPr>
              <a:xfrm>
                <a:off x="10385327" y="5534143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26" name="labelt">
                <a:extLst>
                  <a:ext uri="{FF2B5EF4-FFF2-40B4-BE49-F238E27FC236}">
                    <a16:creationId xmlns:a16="http://schemas.microsoft.com/office/drawing/2014/main" id="{7E638A68-87DA-1A7F-E7CC-1840204D8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327" y="5534143"/>
                <a:ext cx="1034705" cy="523220"/>
              </a:xfrm>
              <a:prstGeom prst="rect">
                <a:avLst/>
              </a:prstGeom>
              <a:blipFill>
                <a:blip r:embed="rId26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labelt">
                <a:extLst>
                  <a:ext uri="{FF2B5EF4-FFF2-40B4-BE49-F238E27FC236}">
                    <a16:creationId xmlns:a16="http://schemas.microsoft.com/office/drawing/2014/main" id="{7B7F23A8-70D0-7162-8DC1-E75FD4B1AFB6}"/>
                  </a:ext>
                </a:extLst>
              </p:cNvPr>
              <p:cNvSpPr txBox="1"/>
              <p:nvPr/>
            </p:nvSpPr>
            <p:spPr>
              <a:xfrm>
                <a:off x="9128706" y="6330047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27" name="labelt">
                <a:extLst>
                  <a:ext uri="{FF2B5EF4-FFF2-40B4-BE49-F238E27FC236}">
                    <a16:creationId xmlns:a16="http://schemas.microsoft.com/office/drawing/2014/main" id="{7B7F23A8-70D0-7162-8DC1-E75FD4B1A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706" y="6330047"/>
                <a:ext cx="1034705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弧 27">
            <a:extLst>
              <a:ext uri="{FF2B5EF4-FFF2-40B4-BE49-F238E27FC236}">
                <a16:creationId xmlns:a16="http://schemas.microsoft.com/office/drawing/2014/main" id="{2CE5E293-5FC8-FC3B-049D-2FB48B869E4F}"/>
              </a:ext>
            </a:extLst>
          </p:cNvPr>
          <p:cNvSpPr/>
          <p:nvPr/>
        </p:nvSpPr>
        <p:spPr>
          <a:xfrm>
            <a:off x="8657644" y="5967726"/>
            <a:ext cx="492295" cy="492295"/>
          </a:xfrm>
          <a:prstGeom prst="arc">
            <a:avLst>
              <a:gd name="adj1" fmla="val 18326086"/>
              <a:gd name="adj2" fmla="val 0"/>
            </a:avLst>
          </a:prstGeom>
          <a:ln w="38100">
            <a:solidFill>
              <a:srgbClr val="E4486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B400BBD-E11E-9BA2-2583-229DDD05FF55}"/>
                  </a:ext>
                </a:extLst>
              </p:cNvPr>
              <p:cNvSpPr txBox="1"/>
              <p:nvPr/>
            </p:nvSpPr>
            <p:spPr>
              <a:xfrm>
                <a:off x="9087533" y="5757227"/>
                <a:ext cx="7952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B400BBD-E11E-9BA2-2583-229DDD05F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533" y="5757227"/>
                <a:ext cx="795252" cy="523220"/>
              </a:xfrm>
              <a:prstGeom prst="rect">
                <a:avLst/>
              </a:prstGeom>
              <a:blipFill>
                <a:blip r:embed="rId2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下箭头 41">
            <a:extLst>
              <a:ext uri="{FF2B5EF4-FFF2-40B4-BE49-F238E27FC236}">
                <a16:creationId xmlns:a16="http://schemas.microsoft.com/office/drawing/2014/main" id="{09BEE87F-CACE-ABB1-E381-24BD288A02AE}"/>
              </a:ext>
            </a:extLst>
          </p:cNvPr>
          <p:cNvSpPr/>
          <p:nvPr/>
        </p:nvSpPr>
        <p:spPr>
          <a:xfrm rot="16200000">
            <a:off x="673595" y="5327226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左大括号 42">
            <a:extLst>
              <a:ext uri="{FF2B5EF4-FFF2-40B4-BE49-F238E27FC236}">
                <a16:creationId xmlns:a16="http://schemas.microsoft.com/office/drawing/2014/main" id="{38375040-3897-2E52-DA43-2DB5AF88B2AB}"/>
              </a:ext>
            </a:extLst>
          </p:cNvPr>
          <p:cNvSpPr/>
          <p:nvPr/>
        </p:nvSpPr>
        <p:spPr>
          <a:xfrm>
            <a:off x="1735365" y="4958729"/>
            <a:ext cx="392677" cy="1596995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t">
                <a:extLst>
                  <a:ext uri="{FF2B5EF4-FFF2-40B4-BE49-F238E27FC236}">
                    <a16:creationId xmlns:a16="http://schemas.microsoft.com/office/drawing/2014/main" id="{F37921AE-3898-7CB7-156C-DAF892CD751C}"/>
                  </a:ext>
                </a:extLst>
              </p:cNvPr>
              <p:cNvSpPr txBox="1"/>
              <p:nvPr/>
            </p:nvSpPr>
            <p:spPr>
              <a:xfrm>
                <a:off x="2254864" y="4805742"/>
                <a:ext cx="2782190" cy="978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t">
                <a:extLst>
                  <a:ext uri="{FF2B5EF4-FFF2-40B4-BE49-F238E27FC236}">
                    <a16:creationId xmlns:a16="http://schemas.microsoft.com/office/drawing/2014/main" id="{F37921AE-3898-7CB7-156C-DAF892CD7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864" y="4805742"/>
                <a:ext cx="2782190" cy="978281"/>
              </a:xfrm>
              <a:prstGeom prst="rect">
                <a:avLst/>
              </a:prstGeom>
              <a:blipFill>
                <a:blip r:embed="rId29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FAFC66BD-CF17-9D9D-7883-73D4ACD74537}"/>
                  </a:ext>
                </a:extLst>
              </p:cNvPr>
              <p:cNvSpPr txBox="1"/>
              <p:nvPr/>
            </p:nvSpPr>
            <p:spPr>
              <a:xfrm>
                <a:off x="1931703" y="6018837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FAFC66BD-CF17-9D9D-7883-73D4ACD74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703" y="6018837"/>
                <a:ext cx="3782398" cy="523220"/>
              </a:xfrm>
              <a:prstGeom prst="rect">
                <a:avLst/>
              </a:prstGeom>
              <a:blipFill>
                <a:blip r:embed="rId30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119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1" grpId="0" animBg="1"/>
      <p:bldP spid="34" grpId="0" animBg="1"/>
      <p:bldP spid="71" grpId="0" animBg="1"/>
      <p:bldP spid="72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p:grpSp>
        <p:nvGrpSpPr>
          <p:cNvPr id="6" name="坐标轴6">
            <a:extLst>
              <a:ext uri="{FF2B5EF4-FFF2-40B4-BE49-F238E27FC236}">
                <a16:creationId xmlns:a16="http://schemas.microsoft.com/office/drawing/2014/main" id="{1C248886-09C8-1ED2-1EFF-47B24FF221A7}"/>
              </a:ext>
            </a:extLst>
          </p:cNvPr>
          <p:cNvGrpSpPr/>
          <p:nvPr/>
        </p:nvGrpSpPr>
        <p:grpSpPr>
          <a:xfrm>
            <a:off x="8063346" y="390029"/>
            <a:ext cx="3799929" cy="2036997"/>
            <a:chOff x="155968" y="932888"/>
            <a:chExt cx="3799929" cy="2036997"/>
          </a:xfrm>
        </p:grpSpPr>
        <p:cxnSp>
          <p:nvCxnSpPr>
            <p:cNvPr id="7" name="x轴">
              <a:extLst>
                <a:ext uri="{FF2B5EF4-FFF2-40B4-BE49-F238E27FC236}">
                  <a16:creationId xmlns:a16="http://schemas.microsoft.com/office/drawing/2014/main" id="{C32581C6-F1B1-2F7B-3587-D3B4E82CDA3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y轴">
              <a:extLst>
                <a:ext uri="{FF2B5EF4-FFF2-40B4-BE49-F238E27FC236}">
                  <a16:creationId xmlns:a16="http://schemas.microsoft.com/office/drawing/2014/main" id="{99C7E054-1ABB-4393-DCF5-D50CA1475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label0">
                  <a:extLst>
                    <a:ext uri="{FF2B5EF4-FFF2-40B4-BE49-F238E27FC236}">
                      <a16:creationId xmlns:a16="http://schemas.microsoft.com/office/drawing/2014/main" id="{78C03828-2FD7-5854-57B3-CCE6AB29DD32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响应6">
            <a:extLst>
              <a:ext uri="{FF2B5EF4-FFF2-40B4-BE49-F238E27FC236}">
                <a16:creationId xmlns:a16="http://schemas.microsoft.com/office/drawing/2014/main" id="{942503E4-8467-543E-23BA-7BD6FC8B20EE}"/>
              </a:ext>
            </a:extLst>
          </p:cNvPr>
          <p:cNvSpPr/>
          <p:nvPr/>
        </p:nvSpPr>
        <p:spPr>
          <a:xfrm>
            <a:off x="8441550" y="1035687"/>
            <a:ext cx="3216428" cy="1126451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6428" h="1126451">
                <a:moveTo>
                  <a:pt x="0" y="1126451"/>
                </a:moveTo>
                <a:lnTo>
                  <a:pt x="835455" y="1125412"/>
                </a:lnTo>
                <a:cubicBezTo>
                  <a:pt x="1290317" y="650306"/>
                  <a:pt x="1720792" y="130016"/>
                  <a:pt x="1861667" y="10832"/>
                </a:cubicBezTo>
                <a:lnTo>
                  <a:pt x="3216428" y="0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给定6">
            <a:extLst>
              <a:ext uri="{FF2B5EF4-FFF2-40B4-BE49-F238E27FC236}">
                <a16:creationId xmlns:a16="http://schemas.microsoft.com/office/drawing/2014/main" id="{24213583-2422-47A1-A425-FF93C3E765B4}"/>
              </a:ext>
            </a:extLst>
          </p:cNvPr>
          <p:cNvCxnSpPr>
            <a:cxnSpLocks/>
          </p:cNvCxnSpPr>
          <p:nvPr/>
        </p:nvCxnSpPr>
        <p:spPr>
          <a:xfrm>
            <a:off x="10316147" y="1070969"/>
            <a:ext cx="0" cy="110086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坐标轴6">
            <a:extLst>
              <a:ext uri="{FF2B5EF4-FFF2-40B4-BE49-F238E27FC236}">
                <a16:creationId xmlns:a16="http://schemas.microsoft.com/office/drawing/2014/main" id="{DEEC124D-385F-4642-1D3F-A1B7943C01C1}"/>
              </a:ext>
            </a:extLst>
          </p:cNvPr>
          <p:cNvGrpSpPr/>
          <p:nvPr/>
        </p:nvGrpSpPr>
        <p:grpSpPr>
          <a:xfrm>
            <a:off x="7953721" y="2867652"/>
            <a:ext cx="3910212" cy="2036997"/>
            <a:chOff x="45685" y="932888"/>
            <a:chExt cx="3910212" cy="2036997"/>
          </a:xfrm>
        </p:grpSpPr>
        <p:cxnSp>
          <p:nvCxnSpPr>
            <p:cNvPr id="30" name="x轴">
              <a:extLst>
                <a:ext uri="{FF2B5EF4-FFF2-40B4-BE49-F238E27FC236}">
                  <a16:creationId xmlns:a16="http://schemas.microsoft.com/office/drawing/2014/main" id="{549E2E04-3063-6844-6E28-C475E2B67E2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y轴">
              <a:extLst>
                <a:ext uri="{FF2B5EF4-FFF2-40B4-BE49-F238E27FC236}">
                  <a16:creationId xmlns:a16="http://schemas.microsoft.com/office/drawing/2014/main" id="{9406EB54-D0CA-CA97-2101-02CB406EA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/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5" y="2446665"/>
                  <a:ext cx="229717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789" r="-1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响应6">
            <a:extLst>
              <a:ext uri="{FF2B5EF4-FFF2-40B4-BE49-F238E27FC236}">
                <a16:creationId xmlns:a16="http://schemas.microsoft.com/office/drawing/2014/main" id="{DB9DB7E4-06F8-C71B-74A4-0EE05E3349E6}"/>
              </a:ext>
            </a:extLst>
          </p:cNvPr>
          <p:cNvSpPr/>
          <p:nvPr/>
        </p:nvSpPr>
        <p:spPr>
          <a:xfrm>
            <a:off x="8442207" y="3911891"/>
            <a:ext cx="2829567" cy="7278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9567" h="727870">
                <a:moveTo>
                  <a:pt x="0" y="727870"/>
                </a:moveTo>
                <a:cubicBezTo>
                  <a:pt x="540301" y="543862"/>
                  <a:pt x="903122" y="174"/>
                  <a:pt x="1374716" y="1"/>
                </a:cubicBezTo>
                <a:cubicBezTo>
                  <a:pt x="1846310" y="-172"/>
                  <a:pt x="2333531" y="597879"/>
                  <a:pt x="2829567" y="72683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给定6">
            <a:extLst>
              <a:ext uri="{FF2B5EF4-FFF2-40B4-BE49-F238E27FC236}">
                <a16:creationId xmlns:a16="http://schemas.microsoft.com/office/drawing/2014/main" id="{A6405F48-59F0-1FB0-38C5-02AD8E6F00C3}"/>
              </a:ext>
            </a:extLst>
          </p:cNvPr>
          <p:cNvCxnSpPr>
            <a:cxnSpLocks/>
          </p:cNvCxnSpPr>
          <p:nvPr/>
        </p:nvCxnSpPr>
        <p:spPr>
          <a:xfrm>
            <a:off x="10316805" y="2867652"/>
            <a:ext cx="0" cy="178180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/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2" y="441843"/>
                <a:ext cx="1518921" cy="523220"/>
              </a:xfrm>
              <a:prstGeom prst="rect">
                <a:avLst/>
              </a:prstGeom>
              <a:blipFill>
                <a:blip r:embed="rId12"/>
                <a:stretch>
                  <a:fillRect l="-1653" t="-11905" r="-82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/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064" y="897853"/>
                <a:ext cx="103470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给定6">
            <a:extLst>
              <a:ext uri="{FF2B5EF4-FFF2-40B4-BE49-F238E27FC236}">
                <a16:creationId xmlns:a16="http://schemas.microsoft.com/office/drawing/2014/main" id="{AADB63EB-3515-1628-C787-680AC364C010}"/>
              </a:ext>
            </a:extLst>
          </p:cNvPr>
          <p:cNvCxnSpPr>
            <a:cxnSpLocks/>
          </p:cNvCxnSpPr>
          <p:nvPr/>
        </p:nvCxnSpPr>
        <p:spPr>
          <a:xfrm>
            <a:off x="8441550" y="1598912"/>
            <a:ext cx="1374313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给定6">
            <a:extLst>
              <a:ext uri="{FF2B5EF4-FFF2-40B4-BE49-F238E27FC236}">
                <a16:creationId xmlns:a16="http://schemas.microsoft.com/office/drawing/2014/main" id="{CB2EC6E2-24A5-AB87-3DED-177F4845A522}"/>
              </a:ext>
            </a:extLst>
          </p:cNvPr>
          <p:cNvCxnSpPr>
            <a:cxnSpLocks/>
          </p:cNvCxnSpPr>
          <p:nvPr/>
        </p:nvCxnSpPr>
        <p:spPr>
          <a:xfrm flipV="1">
            <a:off x="9815863" y="1579671"/>
            <a:ext cx="0" cy="306009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/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labelt">
                <a:extLst>
                  <a:ext uri="{FF2B5EF4-FFF2-40B4-BE49-F238E27FC236}">
                    <a16:creationId xmlns:a16="http://schemas.microsoft.com/office/drawing/2014/main" id="{9B4B0313-16ED-7C5C-FCB7-DA2198B8F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191" y="1337302"/>
                <a:ext cx="1034705" cy="523220"/>
              </a:xfrm>
              <a:prstGeom prst="rect">
                <a:avLst/>
              </a:prstGeom>
              <a:blipFill>
                <a:blip r:embed="rId14"/>
                <a:stretch>
                  <a:fillRect l="-2410" r="-28916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/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930" y="1195721"/>
                <a:ext cx="1034705" cy="523220"/>
              </a:xfrm>
              <a:prstGeom prst="rect">
                <a:avLst/>
              </a:prstGeom>
              <a:blipFill>
                <a:blip r:embed="rId15"/>
                <a:stretch>
                  <a:fillRect l="-2410" r="-301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/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labelt">
                <a:extLst>
                  <a:ext uri="{FF2B5EF4-FFF2-40B4-BE49-F238E27FC236}">
                    <a16:creationId xmlns:a16="http://schemas.microsoft.com/office/drawing/2014/main" id="{7772520A-29B1-E4F3-11E4-41D99A8F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10" y="2245612"/>
                <a:ext cx="1034705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给定6">
            <a:extLst>
              <a:ext uri="{FF2B5EF4-FFF2-40B4-BE49-F238E27FC236}">
                <a16:creationId xmlns:a16="http://schemas.microsoft.com/office/drawing/2014/main" id="{54E835F9-552A-BAAD-553F-D63F46241883}"/>
              </a:ext>
            </a:extLst>
          </p:cNvPr>
          <p:cNvCxnSpPr>
            <a:cxnSpLocks/>
          </p:cNvCxnSpPr>
          <p:nvPr/>
        </p:nvCxnSpPr>
        <p:spPr>
          <a:xfrm>
            <a:off x="9277663" y="2819338"/>
            <a:ext cx="0" cy="1855037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/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labelt">
                <a:extLst>
                  <a:ext uri="{FF2B5EF4-FFF2-40B4-BE49-F238E27FC236}">
                    <a16:creationId xmlns:a16="http://schemas.microsoft.com/office/drawing/2014/main" id="{01E1555D-1313-36E2-A954-25CBB1F4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469" y="2223548"/>
                <a:ext cx="1034705" cy="523220"/>
              </a:xfrm>
              <a:prstGeom prst="rect">
                <a:avLst/>
              </a:prstGeom>
              <a:blipFill>
                <a:blip r:embed="rId17"/>
                <a:stretch>
                  <a:fillRect l="-122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/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labelt">
                <a:extLst>
                  <a:ext uri="{FF2B5EF4-FFF2-40B4-BE49-F238E27FC236}">
                    <a16:creationId xmlns:a16="http://schemas.microsoft.com/office/drawing/2014/main" id="{84652367-0145-204B-F6A8-31FB43DBA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357" y="4649460"/>
                <a:ext cx="103470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/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533" y="2848106"/>
                <a:ext cx="962009" cy="523220"/>
              </a:xfrm>
              <a:prstGeom prst="rect">
                <a:avLst/>
              </a:prstGeom>
              <a:blipFill>
                <a:blip r:embed="rId19"/>
                <a:stretch>
                  <a:fillRect l="-789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响应6">
            <a:extLst>
              <a:ext uri="{FF2B5EF4-FFF2-40B4-BE49-F238E27FC236}">
                <a16:creationId xmlns:a16="http://schemas.microsoft.com/office/drawing/2014/main" id="{A8F03122-EC70-C5A1-DB48-C48E794AA572}"/>
              </a:ext>
            </a:extLst>
          </p:cNvPr>
          <p:cNvSpPr/>
          <p:nvPr/>
        </p:nvSpPr>
        <p:spPr>
          <a:xfrm>
            <a:off x="8327454" y="3622414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响应6">
            <a:extLst>
              <a:ext uri="{FF2B5EF4-FFF2-40B4-BE49-F238E27FC236}">
                <a16:creationId xmlns:a16="http://schemas.microsoft.com/office/drawing/2014/main" id="{72E44C3E-F40D-9D15-8F67-B2D954B2C658}"/>
              </a:ext>
            </a:extLst>
          </p:cNvPr>
          <p:cNvSpPr/>
          <p:nvPr/>
        </p:nvSpPr>
        <p:spPr>
          <a:xfrm flipH="1">
            <a:off x="8392858" y="3657028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" name="给定6">
            <a:extLst>
              <a:ext uri="{FF2B5EF4-FFF2-40B4-BE49-F238E27FC236}">
                <a16:creationId xmlns:a16="http://schemas.microsoft.com/office/drawing/2014/main" id="{181DBDAE-AFD9-C892-7F24-396A5BAEDC00}"/>
              </a:ext>
            </a:extLst>
          </p:cNvPr>
          <p:cNvCxnSpPr>
            <a:cxnSpLocks/>
          </p:cNvCxnSpPr>
          <p:nvPr/>
        </p:nvCxnSpPr>
        <p:spPr>
          <a:xfrm>
            <a:off x="8462173" y="3573016"/>
            <a:ext cx="2957859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/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" name="label0">
                <a:extLst>
                  <a:ext uri="{FF2B5EF4-FFF2-40B4-BE49-F238E27FC236}">
                    <a16:creationId xmlns:a16="http://schemas.microsoft.com/office/drawing/2014/main" id="{547719D8-2D96-48D3-FA87-39B9CD9B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390" y="3284984"/>
                <a:ext cx="229717" cy="523220"/>
              </a:xfrm>
              <a:prstGeom prst="rect">
                <a:avLst/>
              </a:prstGeom>
              <a:blipFill>
                <a:blip r:embed="rId20"/>
                <a:stretch>
                  <a:fillRect l="-15789" r="-2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/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3" name="labelt">
                <a:extLst>
                  <a:ext uri="{FF2B5EF4-FFF2-40B4-BE49-F238E27FC236}">
                    <a16:creationId xmlns:a16="http://schemas.microsoft.com/office/drawing/2014/main" id="{4613478F-028A-4482-3CC8-F8FBD68D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254" y="3674354"/>
                <a:ext cx="962009" cy="523220"/>
              </a:xfrm>
              <a:prstGeom prst="rect">
                <a:avLst/>
              </a:prstGeom>
              <a:blipFill>
                <a:blip r:embed="rId2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给定6">
            <a:extLst>
              <a:ext uri="{FF2B5EF4-FFF2-40B4-BE49-F238E27FC236}">
                <a16:creationId xmlns:a16="http://schemas.microsoft.com/office/drawing/2014/main" id="{90FFCC78-F616-9A53-02DD-4B51A9870A98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441550" y="3911891"/>
            <a:ext cx="1375373" cy="1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t">
                <a:extLst>
                  <a:ext uri="{FF2B5EF4-FFF2-40B4-BE49-F238E27FC236}">
                    <a16:creationId xmlns:a16="http://schemas.microsoft.com/office/drawing/2014/main" id="{F37921AE-3898-7CB7-156C-DAF892CD751C}"/>
                  </a:ext>
                </a:extLst>
              </p:cNvPr>
              <p:cNvSpPr txBox="1"/>
              <p:nvPr/>
            </p:nvSpPr>
            <p:spPr>
              <a:xfrm>
                <a:off x="569621" y="1213931"/>
                <a:ext cx="2782190" cy="978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t">
                <a:extLst>
                  <a:ext uri="{FF2B5EF4-FFF2-40B4-BE49-F238E27FC236}">
                    <a16:creationId xmlns:a16="http://schemas.microsoft.com/office/drawing/2014/main" id="{F37921AE-3898-7CB7-156C-DAF892CD7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21" y="1213931"/>
                <a:ext cx="2782190" cy="978281"/>
              </a:xfrm>
              <a:prstGeom prst="rect">
                <a:avLst/>
              </a:prstGeom>
              <a:blipFill>
                <a:blip r:embed="rId2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FAFC66BD-CF17-9D9D-7883-73D4ACD74537}"/>
                  </a:ext>
                </a:extLst>
              </p:cNvPr>
              <p:cNvSpPr txBox="1"/>
              <p:nvPr/>
            </p:nvSpPr>
            <p:spPr>
              <a:xfrm>
                <a:off x="268976" y="2457442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FAFC66BD-CF17-9D9D-7883-73D4ACD74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2457442"/>
                <a:ext cx="3782398" cy="523220"/>
              </a:xfrm>
              <a:prstGeom prst="rect">
                <a:avLst/>
              </a:prstGeom>
              <a:blipFill>
                <a:blip r:embed="rId2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步骤3">
            <a:extLst>
              <a:ext uri="{FF2B5EF4-FFF2-40B4-BE49-F238E27FC236}">
                <a16:creationId xmlns:a16="http://schemas.microsoft.com/office/drawing/2014/main" id="{0284831A-A7D5-D2B1-79D6-48987E40418F}"/>
              </a:ext>
            </a:extLst>
          </p:cNvPr>
          <p:cNvGrpSpPr/>
          <p:nvPr/>
        </p:nvGrpSpPr>
        <p:grpSpPr>
          <a:xfrm>
            <a:off x="339069" y="3437915"/>
            <a:ext cx="6615117" cy="725177"/>
            <a:chOff x="4943078" y="1700704"/>
            <a:chExt cx="6615117" cy="725177"/>
          </a:xfrm>
        </p:grpSpPr>
        <p:sp>
          <p:nvSpPr>
            <p:cNvPr id="3" name="标题">
              <a:extLst>
                <a:ext uri="{FF2B5EF4-FFF2-40B4-BE49-F238E27FC236}">
                  <a16:creationId xmlns:a16="http://schemas.microsoft.com/office/drawing/2014/main" id="{B8B256C5-DDEC-8DE3-8FA1-7B0BF73DA762}"/>
                </a:ext>
              </a:extLst>
            </p:cNvPr>
            <p:cNvSpPr/>
            <p:nvPr/>
          </p:nvSpPr>
          <p:spPr bwMode="auto">
            <a:xfrm>
              <a:off x="5417690" y="1770149"/>
              <a:ext cx="6140505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超前网络特点</a:t>
              </a:r>
              <a:r>
                <a:rPr lang="en-US" altLang="zh-CN" sz="2800" b="1" dirty="0">
                  <a:solidFill>
                    <a:schemeClr val="bg1"/>
                  </a:solidFill>
                  <a:latin typeface="+mn-ea"/>
                </a:rPr>
                <a:t>:</a:t>
              </a:r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相角超前，幅值增加</a:t>
              </a:r>
            </a:p>
          </p:txBody>
        </p:sp>
        <p:sp>
          <p:nvSpPr>
            <p:cNvPr id="5" name="序号">
              <a:extLst>
                <a:ext uri="{FF2B5EF4-FFF2-40B4-BE49-F238E27FC236}">
                  <a16:creationId xmlns:a16="http://schemas.microsoft.com/office/drawing/2014/main" id="{B591E393-E497-9769-C395-DC162345DB7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3" name="步骤3">
            <a:extLst>
              <a:ext uri="{FF2B5EF4-FFF2-40B4-BE49-F238E27FC236}">
                <a16:creationId xmlns:a16="http://schemas.microsoft.com/office/drawing/2014/main" id="{6413B7F8-4084-EC58-5BA1-4BFC752F81EE}"/>
              </a:ext>
            </a:extLst>
          </p:cNvPr>
          <p:cNvGrpSpPr/>
          <p:nvPr/>
        </p:nvGrpSpPr>
        <p:grpSpPr>
          <a:xfrm>
            <a:off x="339069" y="4381429"/>
            <a:ext cx="6649479" cy="725177"/>
            <a:chOff x="4943078" y="1700704"/>
            <a:chExt cx="664947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标题">
                  <a:extLst>
                    <a:ext uri="{FF2B5EF4-FFF2-40B4-BE49-F238E27FC236}">
                      <a16:creationId xmlns:a16="http://schemas.microsoft.com/office/drawing/2014/main" id="{81D2D5C5-2F26-7952-28BA-7377DF34EA74}"/>
                    </a:ext>
                  </a:extLst>
                </p:cNvPr>
                <p:cNvSpPr/>
                <p:nvPr/>
              </p:nvSpPr>
              <p:spPr bwMode="auto">
                <a:xfrm>
                  <a:off x="5417689" y="1770149"/>
                  <a:ext cx="6174868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一级超前网络最大超前角为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标题">
                  <a:extLst>
                    <a:ext uri="{FF2B5EF4-FFF2-40B4-BE49-F238E27FC236}">
                      <a16:creationId xmlns:a16="http://schemas.microsoft.com/office/drawing/2014/main" id="{81D2D5C5-2F26-7952-28BA-7377DF34E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770149"/>
                  <a:ext cx="6174868" cy="578882"/>
                </a:xfrm>
                <a:prstGeom prst="round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序号">
              <a:extLst>
                <a:ext uri="{FF2B5EF4-FFF2-40B4-BE49-F238E27FC236}">
                  <a16:creationId xmlns:a16="http://schemas.microsoft.com/office/drawing/2014/main" id="{8152AA01-5145-1F4C-C330-53027C1454F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9" name="步骤3">
            <a:extLst>
              <a:ext uri="{FF2B5EF4-FFF2-40B4-BE49-F238E27FC236}">
                <a16:creationId xmlns:a16="http://schemas.microsoft.com/office/drawing/2014/main" id="{A2388942-235E-4E4D-F091-62F3AF39CFD6}"/>
              </a:ext>
            </a:extLst>
          </p:cNvPr>
          <p:cNvGrpSpPr/>
          <p:nvPr/>
        </p:nvGrpSpPr>
        <p:grpSpPr>
          <a:xfrm>
            <a:off x="342736" y="5278327"/>
            <a:ext cx="6656018" cy="725177"/>
            <a:chOff x="4943078" y="1700704"/>
            <a:chExt cx="6656018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BECD7F23-6CAB-0D0F-C884-FE8E7D647D0A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618140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最有效的</a:t>
                  </a:r>
                  <a14:m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BECD7F23-6CAB-0D0F-C884-FE8E7D647D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6181406" cy="578882"/>
                </a:xfrm>
                <a:prstGeom prst="round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501E046C-DEEB-EF76-E2FA-60C95C72E5A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3824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1" grpId="0" animBg="1"/>
      <p:bldP spid="34" grpId="0" animBg="1"/>
      <p:bldP spid="71" grpId="0" animBg="1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</a:p>
        </p:txBody>
      </p:sp>
      <p:sp>
        <p:nvSpPr>
          <p:cNvPr id="4" name="重要1">
            <a:extLst>
              <a:ext uri="{FF2B5EF4-FFF2-40B4-BE49-F238E27FC236}">
                <a16:creationId xmlns:a16="http://schemas.microsoft.com/office/drawing/2014/main" id="{C475A24A-3398-B051-D96E-84A9799F4313}"/>
              </a:ext>
            </a:extLst>
          </p:cNvPr>
          <p:cNvSpPr txBox="1"/>
          <p:nvPr/>
        </p:nvSpPr>
        <p:spPr>
          <a:xfrm>
            <a:off x="286910" y="1052736"/>
            <a:ext cx="1027279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实质：利用超前网络相角超前特性提高系统的相角裕度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/>
              <p:nvPr/>
            </p:nvSpPr>
            <p:spPr>
              <a:xfrm>
                <a:off x="260851" y="1812856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给定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ss</m:t>
                        </m:r>
                      </m:sub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1" y="1812856"/>
                <a:ext cx="3782398" cy="523220"/>
              </a:xfrm>
              <a:prstGeom prst="rect">
                <a:avLst/>
              </a:prstGeom>
              <a:blipFill>
                <a:blip r:embed="rId3"/>
                <a:stretch>
                  <a:fillRect l="-334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步骤3">
            <a:extLst>
              <a:ext uri="{FF2B5EF4-FFF2-40B4-BE49-F238E27FC236}">
                <a16:creationId xmlns:a16="http://schemas.microsoft.com/office/drawing/2014/main" id="{DA70DEA2-D7C8-F9C3-2193-82C082559884}"/>
              </a:ext>
            </a:extLst>
          </p:cNvPr>
          <p:cNvGrpSpPr/>
          <p:nvPr/>
        </p:nvGrpSpPr>
        <p:grpSpPr>
          <a:xfrm>
            <a:off x="260851" y="2390018"/>
            <a:ext cx="2810019" cy="725177"/>
            <a:chOff x="4943078" y="1700704"/>
            <a:chExt cx="281001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序号">
              <a:extLst>
                <a:ext uri="{FF2B5EF4-FFF2-40B4-BE49-F238E27FC236}">
                  <a16:creationId xmlns:a16="http://schemas.microsoft.com/office/drawing/2014/main" id="{DA5C0F4F-8807-1137-F272-556DDC33FF4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3" name="步骤3">
            <a:extLst>
              <a:ext uri="{FF2B5EF4-FFF2-40B4-BE49-F238E27FC236}">
                <a16:creationId xmlns:a16="http://schemas.microsoft.com/office/drawing/2014/main" id="{A40F65D0-F96C-49EE-6BA9-C4BA608679AE}"/>
              </a:ext>
            </a:extLst>
          </p:cNvPr>
          <p:cNvGrpSpPr/>
          <p:nvPr/>
        </p:nvGrpSpPr>
        <p:grpSpPr>
          <a:xfrm>
            <a:off x="3573324" y="2368068"/>
            <a:ext cx="8270777" cy="725177"/>
            <a:chOff x="4943078" y="1700704"/>
            <a:chExt cx="8270777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/>
                <p:nvPr/>
              </p:nvSpPr>
              <p:spPr bwMode="auto">
                <a:xfrm>
                  <a:off x="5417689" y="1770149"/>
                  <a:ext cx="779616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800" b="1" dirty="0">
                      <a:solidFill>
                        <a:schemeClr val="bg1"/>
                      </a:solidFill>
                      <a:latin typeface="+mn-ea"/>
                    </a:rPr>
                    <a:t>: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均不足</a:t>
                  </a:r>
                </a:p>
              </p:txBody>
            </p:sp>
          </mc:Choice>
          <mc:Fallback xmlns="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770149"/>
                  <a:ext cx="7796166" cy="57888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序号">
              <a:extLst>
                <a:ext uri="{FF2B5EF4-FFF2-40B4-BE49-F238E27FC236}">
                  <a16:creationId xmlns:a16="http://schemas.microsoft.com/office/drawing/2014/main" id="{E9D543D8-2409-EF77-0DF1-1B89ED8498D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6" name="步骤3">
            <a:extLst>
              <a:ext uri="{FF2B5EF4-FFF2-40B4-BE49-F238E27FC236}">
                <a16:creationId xmlns:a16="http://schemas.microsoft.com/office/drawing/2014/main" id="{0CCF10A2-84EE-E076-617D-C1B783786AC3}"/>
              </a:ext>
            </a:extLst>
          </p:cNvPr>
          <p:cNvGrpSpPr/>
          <p:nvPr/>
        </p:nvGrpSpPr>
        <p:grpSpPr>
          <a:xfrm>
            <a:off x="241764" y="3445335"/>
            <a:ext cx="5818838" cy="725177"/>
            <a:chOff x="4943078" y="1700704"/>
            <a:chExt cx="5818838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534422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°~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5344226" cy="57888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序号">
              <a:extLst>
                <a:ext uri="{FF2B5EF4-FFF2-40B4-BE49-F238E27FC236}">
                  <a16:creationId xmlns:a16="http://schemas.microsoft.com/office/drawing/2014/main" id="{14F1E35B-ACFA-4C12-5CC9-94CC177AA85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9" name="步骤3">
            <a:extLst>
              <a:ext uri="{FF2B5EF4-FFF2-40B4-BE49-F238E27FC236}">
                <a16:creationId xmlns:a16="http://schemas.microsoft.com/office/drawing/2014/main" id="{45AC86FF-BE8B-6A7F-BF5C-88BDD0BC9FDB}"/>
              </a:ext>
            </a:extLst>
          </p:cNvPr>
          <p:cNvGrpSpPr/>
          <p:nvPr/>
        </p:nvGrpSpPr>
        <p:grpSpPr>
          <a:xfrm>
            <a:off x="249535" y="4493247"/>
            <a:ext cx="7619038" cy="725177"/>
            <a:chOff x="4943078" y="1700704"/>
            <a:chExt cx="7619038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714442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作图确定原系统幅值为</a:t>
                  </a:r>
                  <a14:m>
                    <m:oMath xmlns:m="http://schemas.openxmlformats.org/officeDocument/2006/math">
                      <m:r>
                        <a:rPr lang="en-US" altLang="zh-C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zh-CN" alt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时的频率</a:t>
                  </a:r>
                </a:p>
              </p:txBody>
            </p:sp>
          </mc:Choice>
          <mc:Fallback xmlns="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7144426" cy="57888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626FB595-F57C-8C3A-5FAE-843983A7ABC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3" name="步骤3">
            <a:extLst>
              <a:ext uri="{FF2B5EF4-FFF2-40B4-BE49-F238E27FC236}">
                <a16:creationId xmlns:a16="http://schemas.microsoft.com/office/drawing/2014/main" id="{1FBD4AAE-66AE-1004-6D4F-9688564AA91A}"/>
              </a:ext>
            </a:extLst>
          </p:cNvPr>
          <p:cNvGrpSpPr/>
          <p:nvPr/>
        </p:nvGrpSpPr>
        <p:grpSpPr>
          <a:xfrm>
            <a:off x="260851" y="5839658"/>
            <a:ext cx="8112552" cy="725177"/>
            <a:chOff x="4943078" y="1700704"/>
            <a:chExt cx="8112552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7637940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验算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是否满足要求</a:t>
                  </a:r>
                </a:p>
              </p:txBody>
            </p:sp>
          </mc:Choice>
          <mc:Fallback xmlns="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7637940" cy="57888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序号">
              <a:extLst>
                <a:ext uri="{FF2B5EF4-FFF2-40B4-BE49-F238E27FC236}">
                  <a16:creationId xmlns:a16="http://schemas.microsoft.com/office/drawing/2014/main" id="{E8324C64-ADDE-71ED-E6F1-BC8CDF0AFE9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abelt">
                <a:extLst>
                  <a:ext uri="{FF2B5EF4-FFF2-40B4-BE49-F238E27FC236}">
                    <a16:creationId xmlns:a16="http://schemas.microsoft.com/office/drawing/2014/main" id="{3D9A139E-5A4A-CF1B-5C77-9545383CE7D7}"/>
                  </a:ext>
                </a:extLst>
              </p:cNvPr>
              <p:cNvSpPr txBox="1"/>
              <p:nvPr/>
            </p:nvSpPr>
            <p:spPr>
              <a:xfrm>
                <a:off x="6129812" y="3315080"/>
                <a:ext cx="2782190" cy="978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labelt">
                <a:extLst>
                  <a:ext uri="{FF2B5EF4-FFF2-40B4-BE49-F238E27FC236}">
                    <a16:creationId xmlns:a16="http://schemas.microsoft.com/office/drawing/2014/main" id="{3D9A139E-5A4A-CF1B-5C77-9545383C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812" y="3315080"/>
                <a:ext cx="2782190" cy="978281"/>
              </a:xfrm>
              <a:prstGeom prst="rect">
                <a:avLst/>
              </a:prstGeom>
              <a:blipFill>
                <a:blip r:embed="rId9"/>
                <a:stretch>
                  <a:fillRect b="-11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abelt">
                <a:extLst>
                  <a:ext uri="{FF2B5EF4-FFF2-40B4-BE49-F238E27FC236}">
                    <a16:creationId xmlns:a16="http://schemas.microsoft.com/office/drawing/2014/main" id="{65CE6EFD-B1D3-57B9-A561-641FBB603EC0}"/>
                  </a:ext>
                </a:extLst>
              </p:cNvPr>
              <p:cNvSpPr txBox="1"/>
              <p:nvPr/>
            </p:nvSpPr>
            <p:spPr>
              <a:xfrm>
                <a:off x="8668503" y="3514780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3" name="labelt">
                <a:extLst>
                  <a:ext uri="{FF2B5EF4-FFF2-40B4-BE49-F238E27FC236}">
                    <a16:creationId xmlns:a16="http://schemas.microsoft.com/office/drawing/2014/main" id="{65CE6EFD-B1D3-57B9-A561-641FBB603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503" y="3514780"/>
                <a:ext cx="3782398" cy="523220"/>
              </a:xfrm>
              <a:prstGeom prst="rect">
                <a:avLst/>
              </a:prstGeom>
              <a:blipFill>
                <a:blip r:embed="rId10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/>
              <p:nvPr/>
            </p:nvSpPr>
            <p:spPr>
              <a:xfrm>
                <a:off x="7868573" y="4535354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573" y="4535354"/>
                <a:ext cx="3782398" cy="523220"/>
              </a:xfrm>
              <a:prstGeom prst="rect">
                <a:avLst/>
              </a:prstGeom>
              <a:blipFill>
                <a:blip r:embed="rId11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labelt">
                <a:extLst>
                  <a:ext uri="{FF2B5EF4-FFF2-40B4-BE49-F238E27FC236}">
                    <a16:creationId xmlns:a16="http://schemas.microsoft.com/office/drawing/2014/main" id="{44ADE037-11E8-1EBE-946C-7DFBDFD8D1EA}"/>
                  </a:ext>
                </a:extLst>
              </p:cNvPr>
              <p:cNvSpPr txBox="1"/>
              <p:nvPr/>
            </p:nvSpPr>
            <p:spPr>
              <a:xfrm>
                <a:off x="766208" y="5279771"/>
                <a:ext cx="6800764" cy="528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labelt">
                <a:extLst>
                  <a:ext uri="{FF2B5EF4-FFF2-40B4-BE49-F238E27FC236}">
                    <a16:creationId xmlns:a16="http://schemas.microsoft.com/office/drawing/2014/main" id="{44ADE037-11E8-1EBE-946C-7DFBDFD8D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08" y="5279771"/>
                <a:ext cx="6800764" cy="528030"/>
              </a:xfrm>
              <a:prstGeom prst="rect">
                <a:avLst/>
              </a:prstGeom>
              <a:blipFill>
                <a:blip r:embed="rId12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03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超前网络设计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/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𝐬𝐬𝐯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𝟑𝟐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𝟒𝟓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步骤3">
            <a:extLst>
              <a:ext uri="{FF2B5EF4-FFF2-40B4-BE49-F238E27FC236}">
                <a16:creationId xmlns:a16="http://schemas.microsoft.com/office/drawing/2014/main" id="{4F63C76E-73FD-C8AE-AC83-D3F263C8F811}"/>
              </a:ext>
            </a:extLst>
          </p:cNvPr>
          <p:cNvGrpSpPr/>
          <p:nvPr/>
        </p:nvGrpSpPr>
        <p:grpSpPr>
          <a:xfrm>
            <a:off x="126180" y="1846580"/>
            <a:ext cx="2810019" cy="725177"/>
            <a:chOff x="4943078" y="1700704"/>
            <a:chExt cx="281001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标题">
                  <a:extLst>
                    <a:ext uri="{FF2B5EF4-FFF2-40B4-BE49-F238E27FC236}">
                      <a16:creationId xmlns:a16="http://schemas.microsoft.com/office/drawing/2014/main" id="{AA571468-B9B5-D29C-4120-999AE434F4D3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" name="标题">
                  <a:extLst>
                    <a:ext uri="{FF2B5EF4-FFF2-40B4-BE49-F238E27FC236}">
                      <a16:creationId xmlns:a16="http://schemas.microsoft.com/office/drawing/2014/main" id="{AA571468-B9B5-D29C-4120-999AE434F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A08060E-B085-AA2D-7A82-DBA091C0476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步骤3">
            <a:extLst>
              <a:ext uri="{FF2B5EF4-FFF2-40B4-BE49-F238E27FC236}">
                <a16:creationId xmlns:a16="http://schemas.microsoft.com/office/drawing/2014/main" id="{CD1266DF-7122-62EE-FF77-CFC5E50EE7AD}"/>
              </a:ext>
            </a:extLst>
          </p:cNvPr>
          <p:cNvGrpSpPr/>
          <p:nvPr/>
        </p:nvGrpSpPr>
        <p:grpSpPr>
          <a:xfrm>
            <a:off x="126180" y="2638655"/>
            <a:ext cx="9857455" cy="801426"/>
            <a:chOff x="4943078" y="1658877"/>
            <a:chExt cx="9857455" cy="801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标题">
                  <a:extLst>
                    <a:ext uri="{FF2B5EF4-FFF2-40B4-BE49-F238E27FC236}">
                      <a16:creationId xmlns:a16="http://schemas.microsoft.com/office/drawing/2014/main" id="{D44A4A55-3177-4F75-A4C1-DBA47C6E8B43}"/>
                    </a:ext>
                  </a:extLst>
                </p:cNvPr>
                <p:cNvSpPr/>
                <p:nvPr/>
              </p:nvSpPr>
              <p:spPr bwMode="auto">
                <a:xfrm>
                  <a:off x="5417688" y="1658877"/>
                  <a:ext cx="9382845" cy="801426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39.6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=7.2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9" name="标题">
                  <a:extLst>
                    <a:ext uri="{FF2B5EF4-FFF2-40B4-BE49-F238E27FC236}">
                      <a16:creationId xmlns:a16="http://schemas.microsoft.com/office/drawing/2014/main" id="{D44A4A55-3177-4F75-A4C1-DBA47C6E8B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8" y="1658877"/>
                  <a:ext cx="9382845" cy="80142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序号">
              <a:extLst>
                <a:ext uri="{FF2B5EF4-FFF2-40B4-BE49-F238E27FC236}">
                  <a16:creationId xmlns:a16="http://schemas.microsoft.com/office/drawing/2014/main" id="{71DA99E6-5847-D7B4-4062-113894827F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3">
            <a:extLst>
              <a:ext uri="{FF2B5EF4-FFF2-40B4-BE49-F238E27FC236}">
                <a16:creationId xmlns:a16="http://schemas.microsoft.com/office/drawing/2014/main" id="{5D7BB1A6-97DD-B11F-7D2E-3E4A295A677D}"/>
              </a:ext>
            </a:extLst>
          </p:cNvPr>
          <p:cNvGrpSpPr/>
          <p:nvPr/>
        </p:nvGrpSpPr>
        <p:grpSpPr>
          <a:xfrm>
            <a:off x="126180" y="3543846"/>
            <a:ext cx="9857458" cy="725177"/>
            <a:chOff x="4943078" y="1700704"/>
            <a:chExt cx="9857458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标题">
                  <a:extLst>
                    <a:ext uri="{FF2B5EF4-FFF2-40B4-BE49-F238E27FC236}">
                      <a16:creationId xmlns:a16="http://schemas.microsoft.com/office/drawing/2014/main" id="{F85F7D20-10A9-F273-533B-81813AA670A0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938284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°~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°−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°+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°=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𝟒𝟐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2" name="标题">
                  <a:extLst>
                    <a:ext uri="{FF2B5EF4-FFF2-40B4-BE49-F238E27FC236}">
                      <a16:creationId xmlns:a16="http://schemas.microsoft.com/office/drawing/2014/main" id="{F85F7D20-10A9-F273-533B-81813AA670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9382846" cy="57888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EB1ECF0A-9B87-8D0C-07FB-F6984F3ABC6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6" name="步骤3">
            <a:extLst>
              <a:ext uri="{FF2B5EF4-FFF2-40B4-BE49-F238E27FC236}">
                <a16:creationId xmlns:a16="http://schemas.microsoft.com/office/drawing/2014/main" id="{EA15E017-66B2-EB99-9A31-EE489DA9EB94}"/>
              </a:ext>
            </a:extLst>
          </p:cNvPr>
          <p:cNvGrpSpPr/>
          <p:nvPr/>
        </p:nvGrpSpPr>
        <p:grpSpPr>
          <a:xfrm>
            <a:off x="126180" y="4393536"/>
            <a:ext cx="2810019" cy="725177"/>
            <a:chOff x="4943078" y="1700704"/>
            <a:chExt cx="2810019" cy="725177"/>
          </a:xfrm>
        </p:grpSpPr>
        <p:sp>
          <p:nvSpPr>
            <p:cNvPr id="17" name="标题">
              <a:extLst>
                <a:ext uri="{FF2B5EF4-FFF2-40B4-BE49-F238E27FC236}">
                  <a16:creationId xmlns:a16="http://schemas.microsoft.com/office/drawing/2014/main" id="{DB1D910D-2075-F2DF-4945-F20EEB106319}"/>
                </a:ext>
              </a:extLst>
            </p:cNvPr>
            <p:cNvSpPr/>
            <p:nvPr/>
          </p:nvSpPr>
          <p:spPr bwMode="auto">
            <a:xfrm>
              <a:off x="5417690" y="1770149"/>
              <a:ext cx="2335407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估算参数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A68B2B12-A148-BA9E-2E54-CAA2BF746E7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/>
              <p:nvPr/>
            </p:nvSpPr>
            <p:spPr>
              <a:xfrm>
                <a:off x="3142878" y="1876331"/>
                <a:ext cx="3737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=316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878" y="1876331"/>
                <a:ext cx="3737801" cy="523220"/>
              </a:xfrm>
              <a:prstGeom prst="rect">
                <a:avLst/>
              </a:prstGeom>
              <a:blipFill>
                <a:blip r:embed="rId8"/>
                <a:stretch>
                  <a:fillRect l="-1017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labelt">
                <a:extLst>
                  <a:ext uri="{FF2B5EF4-FFF2-40B4-BE49-F238E27FC236}">
                    <a16:creationId xmlns:a16="http://schemas.microsoft.com/office/drawing/2014/main" id="{D427F910-D7DA-31DA-3FBD-AD41FB661F05}"/>
                  </a:ext>
                </a:extLst>
              </p:cNvPr>
              <p:cNvSpPr txBox="1"/>
              <p:nvPr/>
            </p:nvSpPr>
            <p:spPr>
              <a:xfrm>
                <a:off x="2929934" y="4236195"/>
                <a:ext cx="6405632" cy="978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42.8°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42.8°</m:t>
                              </m:r>
                            </m:e>
                          </m:func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=5.24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labelt">
                <a:extLst>
                  <a:ext uri="{FF2B5EF4-FFF2-40B4-BE49-F238E27FC236}">
                    <a16:creationId xmlns:a16="http://schemas.microsoft.com/office/drawing/2014/main" id="{D427F910-D7DA-31DA-3FBD-AD41FB661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34" y="4236195"/>
                <a:ext cx="6405632" cy="978281"/>
              </a:xfrm>
              <a:prstGeom prst="rect">
                <a:avLst/>
              </a:prstGeom>
              <a:blipFill>
                <a:blip r:embed="rId9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abelt">
                <a:extLst>
                  <a:ext uri="{FF2B5EF4-FFF2-40B4-BE49-F238E27FC236}">
                    <a16:creationId xmlns:a16="http://schemas.microsoft.com/office/drawing/2014/main" id="{6E605605-D077-A823-6211-CBBAB0D4B332}"/>
                  </a:ext>
                </a:extLst>
              </p:cNvPr>
              <p:cNvSpPr txBox="1"/>
              <p:nvPr/>
            </p:nvSpPr>
            <p:spPr>
              <a:xfrm>
                <a:off x="303084" y="5298164"/>
                <a:ext cx="84564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取设计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zh-CN" altLang="en-US" sz="2800" dirty="0"/>
                  <a:t>，此时超前网络幅值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=7.2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labelt">
                <a:extLst>
                  <a:ext uri="{FF2B5EF4-FFF2-40B4-BE49-F238E27FC236}">
                    <a16:creationId xmlns:a16="http://schemas.microsoft.com/office/drawing/2014/main" id="{6E605605-D077-A823-6211-CBBAB0D4B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" y="5298164"/>
                <a:ext cx="8456418" cy="523220"/>
              </a:xfrm>
              <a:prstGeom prst="rect">
                <a:avLst/>
              </a:prstGeom>
              <a:blipFill>
                <a:blip r:embed="rId10"/>
                <a:stretch>
                  <a:fillRect l="-1652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C773C26A-009E-0480-D3DC-85C18E40A776}"/>
                  </a:ext>
                </a:extLst>
              </p:cNvPr>
              <p:cNvSpPr txBox="1"/>
              <p:nvPr/>
            </p:nvSpPr>
            <p:spPr>
              <a:xfrm>
                <a:off x="303084" y="5816075"/>
                <a:ext cx="109766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原系统和超前网络在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800" dirty="0"/>
                  <a:t>时幅值和应恰好为</a:t>
                </a:r>
                <a:r>
                  <a:rPr lang="en-US" altLang="zh-CN" sz="2800" dirty="0"/>
                  <a:t>0</a:t>
                </a:r>
                <a:r>
                  <a:rPr lang="zh-CN" altLang="en-US" sz="2800" dirty="0"/>
                  <a:t>。因此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=−7.2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dB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C773C26A-009E-0480-D3DC-85C18E40A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" y="5816075"/>
                <a:ext cx="10976698" cy="523220"/>
              </a:xfrm>
              <a:prstGeom prst="rect">
                <a:avLst/>
              </a:prstGeom>
              <a:blipFill>
                <a:blip r:embed="rId11"/>
                <a:stretch>
                  <a:fillRect l="-1272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/>
              <p:nvPr/>
            </p:nvSpPr>
            <p:spPr>
              <a:xfrm>
                <a:off x="303084" y="6306557"/>
                <a:ext cx="58119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由图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求得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" y="6306557"/>
                <a:ext cx="5811925" cy="523220"/>
              </a:xfrm>
              <a:prstGeom prst="rect">
                <a:avLst/>
              </a:prstGeom>
              <a:blipFill>
                <a:blip r:embed="rId12"/>
                <a:stretch>
                  <a:fillRect l="-2402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69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超前网络设计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/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𝐬𝐬𝐯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𝟑𝟐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𝟒𝟓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步骤3">
            <a:extLst>
              <a:ext uri="{FF2B5EF4-FFF2-40B4-BE49-F238E27FC236}">
                <a16:creationId xmlns:a16="http://schemas.microsoft.com/office/drawing/2014/main" id="{4F63C76E-73FD-C8AE-AC83-D3F263C8F811}"/>
              </a:ext>
            </a:extLst>
          </p:cNvPr>
          <p:cNvGrpSpPr/>
          <p:nvPr/>
        </p:nvGrpSpPr>
        <p:grpSpPr>
          <a:xfrm>
            <a:off x="126180" y="1846580"/>
            <a:ext cx="3016698" cy="725177"/>
            <a:chOff x="4943078" y="1700704"/>
            <a:chExt cx="3016698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AA571468-B9B5-D29C-4120-999AE434F4D3}"/>
                </a:ext>
              </a:extLst>
            </p:cNvPr>
            <p:cNvSpPr/>
            <p:nvPr/>
          </p:nvSpPr>
          <p:spPr bwMode="auto">
            <a:xfrm>
              <a:off x="5417690" y="1770149"/>
              <a:ext cx="2542086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得出控制器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A08060E-B085-AA2D-7A82-DBA091C0476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步骤3">
            <a:extLst>
              <a:ext uri="{FF2B5EF4-FFF2-40B4-BE49-F238E27FC236}">
                <a16:creationId xmlns:a16="http://schemas.microsoft.com/office/drawing/2014/main" id="{CD1266DF-7122-62EE-FF77-CFC5E50EE7AD}"/>
              </a:ext>
            </a:extLst>
          </p:cNvPr>
          <p:cNvGrpSpPr/>
          <p:nvPr/>
        </p:nvGrpSpPr>
        <p:grpSpPr>
          <a:xfrm>
            <a:off x="126180" y="3670240"/>
            <a:ext cx="3160715" cy="725177"/>
            <a:chOff x="4943078" y="1700704"/>
            <a:chExt cx="3160715" cy="725177"/>
          </a:xfrm>
        </p:grpSpPr>
        <p:sp>
          <p:nvSpPr>
            <p:cNvPr id="9" name="标题">
              <a:extLst>
                <a:ext uri="{FF2B5EF4-FFF2-40B4-BE49-F238E27FC236}">
                  <a16:creationId xmlns:a16="http://schemas.microsoft.com/office/drawing/2014/main" id="{D44A4A55-3177-4F75-A4C1-DBA47C6E8B43}"/>
                </a:ext>
              </a:extLst>
            </p:cNvPr>
            <p:cNvSpPr/>
            <p:nvPr/>
          </p:nvSpPr>
          <p:spPr bwMode="auto">
            <a:xfrm>
              <a:off x="5417689" y="1770149"/>
              <a:ext cx="2686104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验算</a:t>
              </a:r>
            </a:p>
          </p:txBody>
        </p:sp>
        <p:sp>
          <p:nvSpPr>
            <p:cNvPr id="10" name="序号">
              <a:extLst>
                <a:ext uri="{FF2B5EF4-FFF2-40B4-BE49-F238E27FC236}">
                  <a16:creationId xmlns:a16="http://schemas.microsoft.com/office/drawing/2014/main" id="{71DA99E6-5847-D7B4-4062-113894827F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/>
              <p:nvPr/>
            </p:nvSpPr>
            <p:spPr>
              <a:xfrm>
                <a:off x="3358902" y="1714306"/>
                <a:ext cx="8496944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=0.0073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=137.42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2" y="1714306"/>
                <a:ext cx="8496944" cy="982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/>
              <p:nvPr/>
            </p:nvSpPr>
            <p:spPr>
              <a:xfrm>
                <a:off x="3358902" y="4582604"/>
                <a:ext cx="29272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2" y="4582604"/>
                <a:ext cx="2927227" cy="523220"/>
              </a:xfrm>
              <a:prstGeom prst="rect">
                <a:avLst/>
              </a:prstGeom>
              <a:blipFill>
                <a:blip r:embed="rId6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E55B47EA-35CD-5FB4-E46A-7FB89AD8F1FB}"/>
                  </a:ext>
                </a:extLst>
              </p:cNvPr>
              <p:cNvSpPr txBox="1"/>
              <p:nvPr/>
            </p:nvSpPr>
            <p:spPr>
              <a:xfrm>
                <a:off x="3358902" y="2720689"/>
                <a:ext cx="3888432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=26.23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E55B47EA-35CD-5FB4-E46A-7FB89AD8F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2" y="2720689"/>
                <a:ext cx="3888432" cy="901722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6F984D2B-F635-C123-2703-0F030C006A9B}"/>
                  </a:ext>
                </a:extLst>
              </p:cNvPr>
              <p:cNvSpPr txBox="1"/>
              <p:nvPr/>
            </p:nvSpPr>
            <p:spPr>
              <a:xfrm>
                <a:off x="7607374" y="2696626"/>
                <a:ext cx="3737801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0.0381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0.0073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6F984D2B-F635-C123-2703-0F030C006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374" y="2696626"/>
                <a:ext cx="3737801" cy="901785"/>
              </a:xfrm>
              <a:prstGeom prst="rect">
                <a:avLst/>
              </a:prstGeom>
              <a:blipFill>
                <a:blip r:embed="rId8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labelt">
                <a:extLst>
                  <a:ext uri="{FF2B5EF4-FFF2-40B4-BE49-F238E27FC236}">
                    <a16:creationId xmlns:a16="http://schemas.microsoft.com/office/drawing/2014/main" id="{CBD0CB1F-6BF2-0CA3-D6BC-D6B9A25AA786}"/>
                  </a:ext>
                </a:extLst>
              </p:cNvPr>
              <p:cNvSpPr txBox="1"/>
              <p:nvPr/>
            </p:nvSpPr>
            <p:spPr>
              <a:xfrm>
                <a:off x="3286895" y="3776324"/>
                <a:ext cx="3737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labelt">
                <a:extLst>
                  <a:ext uri="{FF2B5EF4-FFF2-40B4-BE49-F238E27FC236}">
                    <a16:creationId xmlns:a16="http://schemas.microsoft.com/office/drawing/2014/main" id="{CBD0CB1F-6BF2-0CA3-D6BC-D6B9A25AA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95" y="3776324"/>
                <a:ext cx="373780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labelt">
                <a:extLst>
                  <a:ext uri="{FF2B5EF4-FFF2-40B4-BE49-F238E27FC236}">
                    <a16:creationId xmlns:a16="http://schemas.microsoft.com/office/drawing/2014/main" id="{75B1123B-4E40-A759-3171-DF0DAB6C9550}"/>
                  </a:ext>
                </a:extLst>
              </p:cNvPr>
              <p:cNvSpPr txBox="1"/>
              <p:nvPr/>
            </p:nvSpPr>
            <p:spPr>
              <a:xfrm>
                <a:off x="3319637" y="5224885"/>
                <a:ext cx="29272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=47.56°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labelt">
                <a:extLst>
                  <a:ext uri="{FF2B5EF4-FFF2-40B4-BE49-F238E27FC236}">
                    <a16:creationId xmlns:a16="http://schemas.microsoft.com/office/drawing/2014/main" id="{75B1123B-4E40-A759-3171-DF0DAB6C9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37" y="5224885"/>
                <a:ext cx="2927227" cy="523220"/>
              </a:xfrm>
              <a:prstGeom prst="rect">
                <a:avLst/>
              </a:prstGeom>
              <a:blipFill>
                <a:blip r:embed="rId1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左大括号 21">
            <a:extLst>
              <a:ext uri="{FF2B5EF4-FFF2-40B4-BE49-F238E27FC236}">
                <a16:creationId xmlns:a16="http://schemas.microsoft.com/office/drawing/2014/main" id="{C15D97AC-9D38-BA0D-85DA-47AB18CF2BCC}"/>
              </a:ext>
            </a:extLst>
          </p:cNvPr>
          <p:cNvSpPr/>
          <p:nvPr/>
        </p:nvSpPr>
        <p:spPr>
          <a:xfrm>
            <a:off x="3162563" y="4673085"/>
            <a:ext cx="392677" cy="1131733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labelt">
            <a:extLst>
              <a:ext uri="{FF2B5EF4-FFF2-40B4-BE49-F238E27FC236}">
                <a16:creationId xmlns:a16="http://schemas.microsoft.com/office/drawing/2014/main" id="{134DE341-3DD7-FB5C-2DE9-85E1B895DEDC}"/>
              </a:ext>
            </a:extLst>
          </p:cNvPr>
          <p:cNvSpPr txBox="1"/>
          <p:nvPr/>
        </p:nvSpPr>
        <p:spPr>
          <a:xfrm>
            <a:off x="6462704" y="4940052"/>
            <a:ext cx="1792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满足要求</a:t>
            </a:r>
          </a:p>
        </p:txBody>
      </p:sp>
    </p:spTree>
    <p:extLst>
      <p:ext uri="{BB962C8B-B14F-4D97-AF65-F5344CB8AC3E}">
        <p14:creationId xmlns:p14="http://schemas.microsoft.com/office/powerpoint/2010/main" val="3124730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A6CAB1A-53DE-E4FA-878B-AE7EDC56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74" y="155736"/>
            <a:ext cx="11233248" cy="65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51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滞后网络特性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3A3DA9-63E2-C31C-1BEE-64AE373C7727}"/>
                  </a:ext>
                </a:extLst>
              </p:cNvPr>
              <p:cNvSpPr txBox="1"/>
              <p:nvPr/>
            </p:nvSpPr>
            <p:spPr>
              <a:xfrm>
                <a:off x="199835" y="3615397"/>
                <a:ext cx="6570965" cy="1008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𝐶𝑠</m:t>
                                  </m:r>
                                </m:den>
                              </m:f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𝐶𝑠</m:t>
                                  </m:r>
                                </m:den>
                              </m:f>
                            </m:den>
                          </m:f>
                        </m:e>
                      </m:box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𝐶𝑠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3A3DA9-63E2-C31C-1BEE-64AE373C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35" y="3615397"/>
                <a:ext cx="6570965" cy="1008674"/>
              </a:xfrm>
              <a:prstGeom prst="rect">
                <a:avLst/>
              </a:prstGeom>
              <a:blipFill>
                <a:blip r:embed="rId3"/>
                <a:stretch>
                  <a:fillRect l="-193" r="-193"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90AB8F-E186-2C5B-CFD0-90099DA5F7DF}"/>
                  </a:ext>
                </a:extLst>
              </p:cNvPr>
              <p:cNvSpPr txBox="1"/>
              <p:nvPr/>
            </p:nvSpPr>
            <p:spPr>
              <a:xfrm>
                <a:off x="281674" y="5957387"/>
                <a:ext cx="29187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90AB8F-E186-2C5B-CFD0-90099DA5F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74" y="5957387"/>
                <a:ext cx="2918731" cy="523220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0AE23B1-7A07-4351-E0FA-089FB1126954}"/>
                  </a:ext>
                </a:extLst>
              </p:cNvPr>
              <p:cNvSpPr txBox="1"/>
              <p:nvPr/>
            </p:nvSpPr>
            <p:spPr>
              <a:xfrm>
                <a:off x="3200972" y="5767216"/>
                <a:ext cx="3004154" cy="96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0AE23B1-7A07-4351-E0FA-089FB1126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72" y="5767216"/>
                <a:ext cx="3004154" cy="969433"/>
              </a:xfrm>
              <a:prstGeom prst="rect">
                <a:avLst/>
              </a:prstGeom>
              <a:blipFill>
                <a:blip r:embed="rId5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9816BB1B-C94A-5235-A5BE-585C847E500F}"/>
              </a:ext>
            </a:extLst>
          </p:cNvPr>
          <p:cNvGrpSpPr/>
          <p:nvPr/>
        </p:nvGrpSpPr>
        <p:grpSpPr>
          <a:xfrm>
            <a:off x="618903" y="1129953"/>
            <a:ext cx="4818726" cy="2304256"/>
            <a:chOff x="6607013" y="980728"/>
            <a:chExt cx="4818726" cy="230425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86767CF-A675-1F82-CB5E-67CB439CB9FF}"/>
                </a:ext>
              </a:extLst>
            </p:cNvPr>
            <p:cNvSpPr/>
            <p:nvPr/>
          </p:nvSpPr>
          <p:spPr>
            <a:xfrm>
              <a:off x="6835012" y="980728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725FAB1-13FA-C9C5-3582-89CFAD9CAF1B}"/>
                </a:ext>
              </a:extLst>
            </p:cNvPr>
            <p:cNvSpPr/>
            <p:nvPr/>
          </p:nvSpPr>
          <p:spPr>
            <a:xfrm>
              <a:off x="6835012" y="3048814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75D8BF3-74DA-E2B2-0A79-A11CD6CD6DCE}"/>
                </a:ext>
              </a:extLst>
            </p:cNvPr>
            <p:cNvSpPr/>
            <p:nvPr/>
          </p:nvSpPr>
          <p:spPr>
            <a:xfrm>
              <a:off x="10843485" y="980728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975386C-D208-9D30-F5C5-DAFC69FFCAAB}"/>
                </a:ext>
              </a:extLst>
            </p:cNvPr>
            <p:cNvSpPr/>
            <p:nvPr/>
          </p:nvSpPr>
          <p:spPr>
            <a:xfrm>
              <a:off x="10843485" y="3048814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0" name="电阻R1">
              <a:extLst>
                <a:ext uri="{FF2B5EF4-FFF2-40B4-BE49-F238E27FC236}">
                  <a16:creationId xmlns:a16="http://schemas.microsoft.com/office/drawing/2014/main" id="{1980BBE1-ECE6-906B-E039-9DF68447818E}"/>
                </a:ext>
              </a:extLst>
            </p:cNvPr>
            <p:cNvSpPr/>
            <p:nvPr/>
          </p:nvSpPr>
          <p:spPr>
            <a:xfrm>
              <a:off x="7823398" y="990083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51" name="电容">
              <a:extLst>
                <a:ext uri="{FF2B5EF4-FFF2-40B4-BE49-F238E27FC236}">
                  <a16:creationId xmlns:a16="http://schemas.microsoft.com/office/drawing/2014/main" id="{E3D8DC54-F7FA-ECC7-9653-6B0BBF91FC25}"/>
                </a:ext>
              </a:extLst>
            </p:cNvPr>
            <p:cNvGrpSpPr/>
            <p:nvPr/>
          </p:nvGrpSpPr>
          <p:grpSpPr>
            <a:xfrm rot="16200000">
              <a:off x="10408765" y="2468985"/>
              <a:ext cx="144016" cy="361079"/>
              <a:chOff x="4367014" y="3067921"/>
              <a:chExt cx="144016" cy="361079"/>
            </a:xfrm>
          </p:grpSpPr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386F6C03-342A-D458-9428-C59482E25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D2A01837-780D-B287-4710-4F42853612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电阻R2">
              <a:extLst>
                <a:ext uri="{FF2B5EF4-FFF2-40B4-BE49-F238E27FC236}">
                  <a16:creationId xmlns:a16="http://schemas.microsoft.com/office/drawing/2014/main" id="{D41BE038-46FC-A2E5-D5B2-665D001B8BD5}"/>
                </a:ext>
              </a:extLst>
            </p:cNvPr>
            <p:cNvSpPr/>
            <p:nvPr/>
          </p:nvSpPr>
          <p:spPr>
            <a:xfrm rot="5400000">
              <a:off x="10147425" y="170080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9A0B1FB4-E350-D92B-8D48-F5FCD0E90F17}"/>
                </a:ext>
              </a:extLst>
            </p:cNvPr>
            <p:cNvCxnSpPr>
              <a:stCxn id="24" idx="6"/>
              <a:endCxn id="50" idx="1"/>
            </p:cNvCxnSpPr>
            <p:nvPr/>
          </p:nvCxnSpPr>
          <p:spPr>
            <a:xfrm flipV="1">
              <a:off x="7071182" y="1098095"/>
              <a:ext cx="752216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B99931AE-DF70-304B-8C2A-29F00708344E}"/>
                </a:ext>
              </a:extLst>
            </p:cNvPr>
            <p:cNvCxnSpPr>
              <a:cxnSpLocks/>
              <a:stCxn id="50" idx="3"/>
              <a:endCxn id="26" idx="2"/>
            </p:cNvCxnSpPr>
            <p:nvPr/>
          </p:nvCxnSpPr>
          <p:spPr>
            <a:xfrm>
              <a:off x="8471470" y="1098095"/>
              <a:ext cx="2372015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239463CB-B2D3-D2F9-1031-79CE04082C9B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10471461" y="1098095"/>
              <a:ext cx="0" cy="386689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74C30D06-D53F-906F-1CCE-637ADDF55CDC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10471461" y="213285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2EC908CE-82F0-EE2D-8307-A06E2DB095AB}"/>
                </a:ext>
              </a:extLst>
            </p:cNvPr>
            <p:cNvCxnSpPr>
              <a:cxnSpLocks/>
              <a:stCxn id="25" idx="6"/>
              <a:endCxn id="49" idx="2"/>
            </p:cNvCxnSpPr>
            <p:nvPr/>
          </p:nvCxnSpPr>
          <p:spPr>
            <a:xfrm>
              <a:off x="7071182" y="3166899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10CCE64-08B3-288E-CF81-C642319460F7}"/>
                    </a:ext>
                  </a:extLst>
                </p:cNvPr>
                <p:cNvSpPr txBox="1"/>
                <p:nvPr/>
              </p:nvSpPr>
              <p:spPr>
                <a:xfrm>
                  <a:off x="6607013" y="1824434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410CCE64-08B3-288E-CF81-C64231946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013" y="1824434"/>
                  <a:ext cx="692168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FD08EA9-B643-E8AD-8EA0-CE082A88A044}"/>
                    </a:ext>
                  </a:extLst>
                </p:cNvPr>
                <p:cNvSpPr txBox="1"/>
                <p:nvPr/>
              </p:nvSpPr>
              <p:spPr>
                <a:xfrm>
                  <a:off x="10733571" y="1753460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FD08EA9-B643-E8AD-8EA0-CE082A88A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3571" y="1753460"/>
                  <a:ext cx="69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ACB8F26-DB80-FD3A-3942-D4BDD1A0FDF3}"/>
                    </a:ext>
                  </a:extLst>
                </p:cNvPr>
                <p:cNvSpPr txBox="1"/>
                <p:nvPr/>
              </p:nvSpPr>
              <p:spPr>
                <a:xfrm>
                  <a:off x="7879799" y="1284167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ACB8F26-DB80-FD3A-3942-D4BDD1A0F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799" y="1284167"/>
                  <a:ext cx="692168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0C6B756-39FA-15A3-D9C6-7BF022DA7AE7}"/>
                    </a:ext>
                  </a:extLst>
                </p:cNvPr>
                <p:cNvSpPr txBox="1"/>
                <p:nvPr/>
              </p:nvSpPr>
              <p:spPr>
                <a:xfrm>
                  <a:off x="9635268" y="1503848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0C6B756-39FA-15A3-D9C6-7BF022DA7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268" y="1503848"/>
                  <a:ext cx="692168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FAD4662-84F5-6D0C-82A1-82D80AF58709}"/>
                    </a:ext>
                  </a:extLst>
                </p:cNvPr>
                <p:cNvSpPr txBox="1"/>
                <p:nvPr/>
              </p:nvSpPr>
              <p:spPr>
                <a:xfrm>
                  <a:off x="9533092" y="2395084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FAD4662-84F5-6D0C-82A1-82D80AF58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3092" y="2395084"/>
                  <a:ext cx="692168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8C3D11A6-A238-0509-1631-5769631EF52C}"/>
                </a:ext>
              </a:extLst>
            </p:cNvPr>
            <p:cNvCxnSpPr/>
            <p:nvPr/>
          </p:nvCxnSpPr>
          <p:spPr>
            <a:xfrm>
              <a:off x="8840170" y="980728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14BE96C7-A571-191E-BEF5-FB4C260E9569}"/>
                </a:ext>
              </a:extLst>
            </p:cNvPr>
            <p:cNvCxnSpPr>
              <a:cxnSpLocks/>
            </p:cNvCxnSpPr>
            <p:nvPr/>
          </p:nvCxnSpPr>
          <p:spPr>
            <a:xfrm>
              <a:off x="10490130" y="2721533"/>
              <a:ext cx="0" cy="445366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55DAC1-BB16-CF49-D7FF-578704CEC000}"/>
                  </a:ext>
                </a:extLst>
              </p:cNvPr>
              <p:cNvSpPr txBox="1"/>
              <p:nvPr/>
            </p:nvSpPr>
            <p:spPr>
              <a:xfrm>
                <a:off x="1688230" y="4922791"/>
                <a:ext cx="2442601" cy="825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𝑏𝑇𝑠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𝑇𝑠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55DAC1-BB16-CF49-D7FF-578704CEC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230" y="4922791"/>
                <a:ext cx="2442601" cy="825226"/>
              </a:xfrm>
              <a:prstGeom prst="rect">
                <a:avLst/>
              </a:prstGeom>
              <a:blipFill>
                <a:blip r:embed="rId11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6">
            <a:extLst>
              <a:ext uri="{FF2B5EF4-FFF2-40B4-BE49-F238E27FC236}">
                <a16:creationId xmlns:a16="http://schemas.microsoft.com/office/drawing/2014/main" id="{AE342D1A-0882-56FE-6058-0279DF22151C}"/>
              </a:ext>
            </a:extLst>
          </p:cNvPr>
          <p:cNvGrpSpPr/>
          <p:nvPr/>
        </p:nvGrpSpPr>
        <p:grpSpPr>
          <a:xfrm>
            <a:off x="7942372" y="1052736"/>
            <a:ext cx="3799929" cy="2217658"/>
            <a:chOff x="155968" y="752227"/>
            <a:chExt cx="3799929" cy="2217658"/>
          </a:xfrm>
        </p:grpSpPr>
        <p:cxnSp>
          <p:nvCxnSpPr>
            <p:cNvPr id="11" name="x轴">
              <a:extLst>
                <a:ext uri="{FF2B5EF4-FFF2-40B4-BE49-F238E27FC236}">
                  <a16:creationId xmlns:a16="http://schemas.microsoft.com/office/drawing/2014/main" id="{2D82B71A-4621-5D91-1217-8927078C47D9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328291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y轴">
              <a:extLst>
                <a:ext uri="{FF2B5EF4-FFF2-40B4-BE49-F238E27FC236}">
                  <a16:creationId xmlns:a16="http://schemas.microsoft.com/office/drawing/2014/main" id="{BE5CE444-3149-3CCC-15DF-573EAB5D9D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labelt">
                  <a:extLst>
                    <a:ext uri="{FF2B5EF4-FFF2-40B4-BE49-F238E27FC236}">
                      <a16:creationId xmlns:a16="http://schemas.microsoft.com/office/drawing/2014/main" id="{89E52D37-8E3C-DA71-0A2F-67F30467DBFE}"/>
                    </a:ext>
                  </a:extLst>
                </p:cNvPr>
                <p:cNvSpPr txBox="1"/>
                <p:nvPr/>
              </p:nvSpPr>
              <p:spPr>
                <a:xfrm>
                  <a:off x="3435196" y="752227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labelt">
                  <a:extLst>
                    <a:ext uri="{FF2B5EF4-FFF2-40B4-BE49-F238E27FC236}">
                      <a16:creationId xmlns:a16="http://schemas.microsoft.com/office/drawing/2014/main" id="{89E52D37-8E3C-DA71-0A2F-67F30467D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752227"/>
                  <a:ext cx="520701" cy="5246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label0">
                  <a:extLst>
                    <a:ext uri="{FF2B5EF4-FFF2-40B4-BE49-F238E27FC236}">
                      <a16:creationId xmlns:a16="http://schemas.microsoft.com/office/drawing/2014/main" id="{B6EA407E-5CD3-3A4F-D86F-1EF4247E2CE4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响应6">
            <a:extLst>
              <a:ext uri="{FF2B5EF4-FFF2-40B4-BE49-F238E27FC236}">
                <a16:creationId xmlns:a16="http://schemas.microsoft.com/office/drawing/2014/main" id="{0303180D-DD77-F9C4-E59C-A6E221D8565B}"/>
              </a:ext>
            </a:extLst>
          </p:cNvPr>
          <p:cNvSpPr/>
          <p:nvPr/>
        </p:nvSpPr>
        <p:spPr>
          <a:xfrm>
            <a:off x="8320575" y="1627079"/>
            <a:ext cx="3089108" cy="100433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0 h 1376348"/>
              <a:gd name="connsiteX1" fmla="*/ 835455 w 3216428"/>
              <a:gd name="connsiteY1" fmla="*/ 1376348 h 1376348"/>
              <a:gd name="connsiteX2" fmla="*/ 1861667 w 3216428"/>
              <a:gd name="connsiteY2" fmla="*/ 261768 h 1376348"/>
              <a:gd name="connsiteX3" fmla="*/ 3216428 w 3216428"/>
              <a:gd name="connsiteY3" fmla="*/ 250936 h 1376348"/>
              <a:gd name="connsiteX0" fmla="*/ 0 w 3216428"/>
              <a:gd name="connsiteY0" fmla="*/ 125541 h 399111"/>
              <a:gd name="connsiteX1" fmla="*/ 812306 w 3216428"/>
              <a:gd name="connsiteY1" fmla="*/ 147651 h 399111"/>
              <a:gd name="connsiteX2" fmla="*/ 1861667 w 3216428"/>
              <a:gd name="connsiteY2" fmla="*/ 387309 h 399111"/>
              <a:gd name="connsiteX3" fmla="*/ 3216428 w 3216428"/>
              <a:gd name="connsiteY3" fmla="*/ 376477 h 399111"/>
              <a:gd name="connsiteX0" fmla="*/ 0 w 3216428"/>
              <a:gd name="connsiteY0" fmla="*/ 67494 h 1076504"/>
              <a:gd name="connsiteX1" fmla="*/ 812306 w 3216428"/>
              <a:gd name="connsiteY1" fmla="*/ 89604 h 1076504"/>
              <a:gd name="connsiteX2" fmla="*/ 1896391 w 3216428"/>
              <a:gd name="connsiteY2" fmla="*/ 1070042 h 1076504"/>
              <a:gd name="connsiteX3" fmla="*/ 3216428 w 3216428"/>
              <a:gd name="connsiteY3" fmla="*/ 318430 h 1076504"/>
              <a:gd name="connsiteX0" fmla="*/ 0 w 3216428"/>
              <a:gd name="connsiteY0" fmla="*/ 0 h 1016909"/>
              <a:gd name="connsiteX1" fmla="*/ 812306 w 3216428"/>
              <a:gd name="connsiteY1" fmla="*/ 22110 h 1016909"/>
              <a:gd name="connsiteX2" fmla="*/ 1896391 w 3216428"/>
              <a:gd name="connsiteY2" fmla="*/ 1002548 h 1016909"/>
              <a:gd name="connsiteX3" fmla="*/ 3216428 w 3216428"/>
              <a:gd name="connsiteY3" fmla="*/ 250936 h 1016909"/>
              <a:gd name="connsiteX0" fmla="*/ 0 w 3216428"/>
              <a:gd name="connsiteY0" fmla="*/ 0 h 1016909"/>
              <a:gd name="connsiteX1" fmla="*/ 812306 w 3216428"/>
              <a:gd name="connsiteY1" fmla="*/ 22110 h 1016909"/>
              <a:gd name="connsiteX2" fmla="*/ 1896391 w 3216428"/>
              <a:gd name="connsiteY2" fmla="*/ 1002548 h 1016909"/>
              <a:gd name="connsiteX3" fmla="*/ 3216428 w 3216428"/>
              <a:gd name="connsiteY3" fmla="*/ 250936 h 1016909"/>
              <a:gd name="connsiteX0" fmla="*/ 0 w 3216428"/>
              <a:gd name="connsiteY0" fmla="*/ 0 h 1002548"/>
              <a:gd name="connsiteX1" fmla="*/ 812306 w 3216428"/>
              <a:gd name="connsiteY1" fmla="*/ 22110 h 1002548"/>
              <a:gd name="connsiteX2" fmla="*/ 1896391 w 3216428"/>
              <a:gd name="connsiteY2" fmla="*/ 1002548 h 1002548"/>
              <a:gd name="connsiteX3" fmla="*/ 3216428 w 3216428"/>
              <a:gd name="connsiteY3" fmla="*/ 250936 h 1002548"/>
              <a:gd name="connsiteX0" fmla="*/ 0 w 3123831"/>
              <a:gd name="connsiteY0" fmla="*/ 0 h 1002548"/>
              <a:gd name="connsiteX1" fmla="*/ 812306 w 3123831"/>
              <a:gd name="connsiteY1" fmla="*/ 22110 h 1002548"/>
              <a:gd name="connsiteX2" fmla="*/ 1896391 w 3123831"/>
              <a:gd name="connsiteY2" fmla="*/ 1002548 h 1002548"/>
              <a:gd name="connsiteX3" fmla="*/ 3123831 w 3123831"/>
              <a:gd name="connsiteY3" fmla="*/ 980141 h 1002548"/>
              <a:gd name="connsiteX0" fmla="*/ 0 w 3112257"/>
              <a:gd name="connsiteY0" fmla="*/ 0 h 1014865"/>
              <a:gd name="connsiteX1" fmla="*/ 812306 w 3112257"/>
              <a:gd name="connsiteY1" fmla="*/ 22110 h 1014865"/>
              <a:gd name="connsiteX2" fmla="*/ 1896391 w 3112257"/>
              <a:gd name="connsiteY2" fmla="*/ 1002548 h 1014865"/>
              <a:gd name="connsiteX3" fmla="*/ 3112257 w 3112257"/>
              <a:gd name="connsiteY3" fmla="*/ 1014865 h 1014865"/>
              <a:gd name="connsiteX0" fmla="*/ 0 w 3089108"/>
              <a:gd name="connsiteY0" fmla="*/ 0 h 1003290"/>
              <a:gd name="connsiteX1" fmla="*/ 812306 w 3089108"/>
              <a:gd name="connsiteY1" fmla="*/ 22110 h 1003290"/>
              <a:gd name="connsiteX2" fmla="*/ 1896391 w 3089108"/>
              <a:gd name="connsiteY2" fmla="*/ 1002548 h 1003290"/>
              <a:gd name="connsiteX3" fmla="*/ 3089108 w 3089108"/>
              <a:gd name="connsiteY3" fmla="*/ 1003290 h 1003290"/>
              <a:gd name="connsiteX0" fmla="*/ 0 w 3089108"/>
              <a:gd name="connsiteY0" fmla="*/ 24189 h 1027479"/>
              <a:gd name="connsiteX1" fmla="*/ 812306 w 3089108"/>
              <a:gd name="connsiteY1" fmla="*/ 0 h 1027479"/>
              <a:gd name="connsiteX2" fmla="*/ 1896391 w 3089108"/>
              <a:gd name="connsiteY2" fmla="*/ 1026737 h 1027479"/>
              <a:gd name="connsiteX3" fmla="*/ 3089108 w 3089108"/>
              <a:gd name="connsiteY3" fmla="*/ 1027479 h 1027479"/>
              <a:gd name="connsiteX0" fmla="*/ 0 w 3089108"/>
              <a:gd name="connsiteY0" fmla="*/ 1040 h 1004330"/>
              <a:gd name="connsiteX1" fmla="*/ 823881 w 3089108"/>
              <a:gd name="connsiteY1" fmla="*/ 0 h 1004330"/>
              <a:gd name="connsiteX2" fmla="*/ 1896391 w 3089108"/>
              <a:gd name="connsiteY2" fmla="*/ 1003588 h 1004330"/>
              <a:gd name="connsiteX3" fmla="*/ 3089108 w 3089108"/>
              <a:gd name="connsiteY3" fmla="*/ 1004330 h 100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9108" h="1004330">
                <a:moveTo>
                  <a:pt x="0" y="1040"/>
                </a:moveTo>
                <a:lnTo>
                  <a:pt x="823881" y="0"/>
                </a:lnTo>
                <a:cubicBezTo>
                  <a:pt x="1325042" y="450869"/>
                  <a:pt x="1616619" y="729233"/>
                  <a:pt x="1896391" y="1003588"/>
                </a:cubicBezTo>
                <a:lnTo>
                  <a:pt x="3089108" y="1004330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9" name="坐标轴6">
            <a:extLst>
              <a:ext uri="{FF2B5EF4-FFF2-40B4-BE49-F238E27FC236}">
                <a16:creationId xmlns:a16="http://schemas.microsoft.com/office/drawing/2014/main" id="{ECE28B30-C5E2-DF95-60AC-0D4D178967C6}"/>
              </a:ext>
            </a:extLst>
          </p:cNvPr>
          <p:cNvGrpSpPr/>
          <p:nvPr/>
        </p:nvGrpSpPr>
        <p:grpSpPr>
          <a:xfrm>
            <a:off x="7319342" y="3711020"/>
            <a:ext cx="4423617" cy="2036997"/>
            <a:chOff x="-467720" y="932888"/>
            <a:chExt cx="4423617" cy="2036997"/>
          </a:xfrm>
        </p:grpSpPr>
        <p:cxnSp>
          <p:nvCxnSpPr>
            <p:cNvPr id="20" name="x轴">
              <a:extLst>
                <a:ext uri="{FF2B5EF4-FFF2-40B4-BE49-F238E27FC236}">
                  <a16:creationId xmlns:a16="http://schemas.microsoft.com/office/drawing/2014/main" id="{FC8528C9-1F8D-C8A7-6B4E-C00886C68E4C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586972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y轴">
              <a:extLst>
                <a:ext uri="{FF2B5EF4-FFF2-40B4-BE49-F238E27FC236}">
                  <a16:creationId xmlns:a16="http://schemas.microsoft.com/office/drawing/2014/main" id="{BB7818CF-8643-781A-F6FE-CB91A2B1F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labelt">
                  <a:extLst>
                    <a:ext uri="{FF2B5EF4-FFF2-40B4-BE49-F238E27FC236}">
                      <a16:creationId xmlns:a16="http://schemas.microsoft.com/office/drawing/2014/main" id="{F434B3C5-1736-E4DC-A21F-996BCF916F29}"/>
                    </a:ext>
                  </a:extLst>
                </p:cNvPr>
                <p:cNvSpPr txBox="1"/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2" name="labelt">
                  <a:extLst>
                    <a:ext uri="{FF2B5EF4-FFF2-40B4-BE49-F238E27FC236}">
                      <a16:creationId xmlns:a16="http://schemas.microsoft.com/office/drawing/2014/main" id="{F434B3C5-1736-E4DC-A21F-996BCF916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196" y="2133209"/>
                  <a:ext cx="520701" cy="52469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label0">
                  <a:extLst>
                    <a:ext uri="{FF2B5EF4-FFF2-40B4-BE49-F238E27FC236}">
                      <a16:creationId xmlns:a16="http://schemas.microsoft.com/office/drawing/2014/main" id="{C151E51B-992F-A954-4401-E647C1AC777F}"/>
                    </a:ext>
                  </a:extLst>
                </p:cNvPr>
                <p:cNvSpPr txBox="1"/>
                <p:nvPr/>
              </p:nvSpPr>
              <p:spPr>
                <a:xfrm>
                  <a:off x="-467720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7" name="label0">
                  <a:extLst>
                    <a:ext uri="{FF2B5EF4-FFF2-40B4-BE49-F238E27FC236}">
                      <a16:creationId xmlns:a16="http://schemas.microsoft.com/office/drawing/2014/main" id="{C151E51B-992F-A954-4401-E647C1AC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67720" y="2446665"/>
                  <a:ext cx="229717" cy="523220"/>
                </a:xfrm>
                <a:prstGeom prst="rect">
                  <a:avLst/>
                </a:prstGeom>
                <a:blipFill>
                  <a:blip r:embed="rId15"/>
                  <a:stretch>
                    <a:fillRect r="-3210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响应6">
            <a:extLst>
              <a:ext uri="{FF2B5EF4-FFF2-40B4-BE49-F238E27FC236}">
                <a16:creationId xmlns:a16="http://schemas.microsoft.com/office/drawing/2014/main" id="{2B1B0038-3258-3560-C5D0-29BC5A23E4BF}"/>
              </a:ext>
            </a:extLst>
          </p:cNvPr>
          <p:cNvSpPr/>
          <p:nvPr/>
        </p:nvSpPr>
        <p:spPr>
          <a:xfrm flipV="1">
            <a:off x="8321233" y="4365104"/>
            <a:ext cx="2829567" cy="727870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9567" h="727870">
                <a:moveTo>
                  <a:pt x="0" y="727870"/>
                </a:moveTo>
                <a:cubicBezTo>
                  <a:pt x="540301" y="543862"/>
                  <a:pt x="903122" y="174"/>
                  <a:pt x="1374716" y="1"/>
                </a:cubicBezTo>
                <a:cubicBezTo>
                  <a:pt x="1846310" y="-172"/>
                  <a:pt x="2333531" y="597879"/>
                  <a:pt x="2829567" y="72683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给定6">
            <a:extLst>
              <a:ext uri="{FF2B5EF4-FFF2-40B4-BE49-F238E27FC236}">
                <a16:creationId xmlns:a16="http://schemas.microsoft.com/office/drawing/2014/main" id="{77A72808-4C27-0201-D638-AAE3E9C77200}"/>
              </a:ext>
            </a:extLst>
          </p:cNvPr>
          <p:cNvCxnSpPr>
            <a:cxnSpLocks/>
          </p:cNvCxnSpPr>
          <p:nvPr/>
        </p:nvCxnSpPr>
        <p:spPr>
          <a:xfrm>
            <a:off x="10195831" y="1648835"/>
            <a:ext cx="0" cy="3843993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87019491-EE61-3A9A-202A-A4E702D83C92}"/>
                  </a:ext>
                </a:extLst>
              </p:cNvPr>
              <p:cNvSpPr txBox="1"/>
              <p:nvPr/>
            </p:nvSpPr>
            <p:spPr>
              <a:xfrm>
                <a:off x="6822278" y="1285211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87019491-EE61-3A9A-202A-A4E702D83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278" y="1285211"/>
                <a:ext cx="1518921" cy="523220"/>
              </a:xfrm>
              <a:prstGeom prst="rect">
                <a:avLst/>
              </a:prstGeom>
              <a:blipFill>
                <a:blip r:embed="rId16"/>
                <a:stretch>
                  <a:fillRect l="-2500" t="-11905" r="-833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06997BA6-6E1D-A2CD-6674-D64314366BD8}"/>
                  </a:ext>
                </a:extLst>
              </p:cNvPr>
              <p:cNvSpPr txBox="1"/>
              <p:nvPr/>
            </p:nvSpPr>
            <p:spPr>
              <a:xfrm>
                <a:off x="9029090" y="1741221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06997BA6-6E1D-A2CD-6674-D64314366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090" y="1741221"/>
                <a:ext cx="103470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给定6">
            <a:extLst>
              <a:ext uri="{FF2B5EF4-FFF2-40B4-BE49-F238E27FC236}">
                <a16:creationId xmlns:a16="http://schemas.microsoft.com/office/drawing/2014/main" id="{52EC45EE-CD3F-4759-F1F8-4473770EA4A6}"/>
              </a:ext>
            </a:extLst>
          </p:cNvPr>
          <p:cNvCxnSpPr>
            <a:cxnSpLocks/>
          </p:cNvCxnSpPr>
          <p:nvPr/>
        </p:nvCxnSpPr>
        <p:spPr>
          <a:xfrm flipV="1">
            <a:off x="9694889" y="1634009"/>
            <a:ext cx="0" cy="384912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labelt">
                <a:extLst>
                  <a:ext uri="{FF2B5EF4-FFF2-40B4-BE49-F238E27FC236}">
                    <a16:creationId xmlns:a16="http://schemas.microsoft.com/office/drawing/2014/main" id="{79CF3274-CF2F-927C-E945-A79D5A06D328}"/>
                  </a:ext>
                </a:extLst>
              </p:cNvPr>
              <p:cNvSpPr txBox="1"/>
              <p:nvPr/>
            </p:nvSpPr>
            <p:spPr>
              <a:xfrm>
                <a:off x="10367095" y="1878724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labelt">
                <a:extLst>
                  <a:ext uri="{FF2B5EF4-FFF2-40B4-BE49-F238E27FC236}">
                    <a16:creationId xmlns:a16="http://schemas.microsoft.com/office/drawing/2014/main" id="{79CF3274-CF2F-927C-E945-A79D5A06D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095" y="1878724"/>
                <a:ext cx="1034705" cy="523220"/>
              </a:xfrm>
              <a:prstGeom prst="rect">
                <a:avLst/>
              </a:prstGeom>
              <a:blipFill>
                <a:blip r:embed="rId18"/>
                <a:stretch>
                  <a:fillRect l="-3659" r="-34146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D5B1D51E-FC3C-D871-738E-5E6F9D06A7A1}"/>
                  </a:ext>
                </a:extLst>
              </p:cNvPr>
              <p:cNvSpPr txBox="1"/>
              <p:nvPr/>
            </p:nvSpPr>
            <p:spPr>
              <a:xfrm>
                <a:off x="9672673" y="948285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D5B1D51E-FC3C-D871-738E-5E6F9D06A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673" y="948285"/>
                <a:ext cx="1034705" cy="523220"/>
              </a:xfrm>
              <a:prstGeom prst="rect">
                <a:avLst/>
              </a:prstGeom>
              <a:blipFill>
                <a:blip r:embed="rId1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给定6">
            <a:extLst>
              <a:ext uri="{FF2B5EF4-FFF2-40B4-BE49-F238E27FC236}">
                <a16:creationId xmlns:a16="http://schemas.microsoft.com/office/drawing/2014/main" id="{3B69E006-8A36-8688-7118-C6D5BF10FB33}"/>
              </a:ext>
            </a:extLst>
          </p:cNvPr>
          <p:cNvCxnSpPr>
            <a:cxnSpLocks/>
          </p:cNvCxnSpPr>
          <p:nvPr/>
        </p:nvCxnSpPr>
        <p:spPr>
          <a:xfrm>
            <a:off x="9156689" y="1648835"/>
            <a:ext cx="0" cy="386890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labelt">
                <a:extLst>
                  <a:ext uri="{FF2B5EF4-FFF2-40B4-BE49-F238E27FC236}">
                    <a16:creationId xmlns:a16="http://schemas.microsoft.com/office/drawing/2014/main" id="{8BF766CA-56CD-857E-4D17-FD661C0CBFD4}"/>
                  </a:ext>
                </a:extLst>
              </p:cNvPr>
              <p:cNvSpPr txBox="1"/>
              <p:nvPr/>
            </p:nvSpPr>
            <p:spPr>
              <a:xfrm>
                <a:off x="8639336" y="938535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labelt">
                <a:extLst>
                  <a:ext uri="{FF2B5EF4-FFF2-40B4-BE49-F238E27FC236}">
                    <a16:creationId xmlns:a16="http://schemas.microsoft.com/office/drawing/2014/main" id="{8BF766CA-56CD-857E-4D17-FD661C0CB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336" y="938535"/>
                <a:ext cx="1034705" cy="523220"/>
              </a:xfrm>
              <a:prstGeom prst="rect">
                <a:avLst/>
              </a:prstGeom>
              <a:blipFill>
                <a:blip r:embed="rId20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labelt">
                <a:extLst>
                  <a:ext uri="{FF2B5EF4-FFF2-40B4-BE49-F238E27FC236}">
                    <a16:creationId xmlns:a16="http://schemas.microsoft.com/office/drawing/2014/main" id="{8F784126-77A4-316A-8537-677F2194F639}"/>
                  </a:ext>
                </a:extLst>
              </p:cNvPr>
              <p:cNvSpPr txBox="1"/>
              <p:nvPr/>
            </p:nvSpPr>
            <p:spPr>
              <a:xfrm>
                <a:off x="8754968" y="5526931"/>
                <a:ext cx="2023217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ra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labelt">
                <a:extLst>
                  <a:ext uri="{FF2B5EF4-FFF2-40B4-BE49-F238E27FC236}">
                    <a16:creationId xmlns:a16="http://schemas.microsoft.com/office/drawing/2014/main" id="{8F784126-77A4-316A-8537-677F2194F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968" y="5526931"/>
                <a:ext cx="2023217" cy="982320"/>
              </a:xfrm>
              <a:prstGeom prst="rect">
                <a:avLst/>
              </a:prstGeom>
              <a:blipFill>
                <a:blip r:embed="rId21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labelt">
                <a:extLst>
                  <a:ext uri="{FF2B5EF4-FFF2-40B4-BE49-F238E27FC236}">
                    <a16:creationId xmlns:a16="http://schemas.microsoft.com/office/drawing/2014/main" id="{F61F0B2F-3B6A-0EF9-CF94-763DAB71644C}"/>
                  </a:ext>
                </a:extLst>
              </p:cNvPr>
              <p:cNvSpPr txBox="1"/>
              <p:nvPr/>
            </p:nvSpPr>
            <p:spPr>
              <a:xfrm>
                <a:off x="7179559" y="3691474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40" name="labelt">
                <a:extLst>
                  <a:ext uri="{FF2B5EF4-FFF2-40B4-BE49-F238E27FC236}">
                    <a16:creationId xmlns:a16="http://schemas.microsoft.com/office/drawing/2014/main" id="{F61F0B2F-3B6A-0EF9-CF94-763DAB716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559" y="3691474"/>
                <a:ext cx="962009" cy="523220"/>
              </a:xfrm>
              <a:prstGeom prst="rect">
                <a:avLst/>
              </a:prstGeom>
              <a:blipFill>
                <a:blip r:embed="rId22"/>
                <a:stretch>
                  <a:fillRect l="-779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响应6">
            <a:extLst>
              <a:ext uri="{FF2B5EF4-FFF2-40B4-BE49-F238E27FC236}">
                <a16:creationId xmlns:a16="http://schemas.microsoft.com/office/drawing/2014/main" id="{A5B714AB-E217-9DC1-35E5-E107D801BF2D}"/>
              </a:ext>
            </a:extLst>
          </p:cNvPr>
          <p:cNvSpPr/>
          <p:nvPr/>
        </p:nvSpPr>
        <p:spPr>
          <a:xfrm flipV="1">
            <a:off x="8343038" y="4365104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响应6">
            <a:extLst>
              <a:ext uri="{FF2B5EF4-FFF2-40B4-BE49-F238E27FC236}">
                <a16:creationId xmlns:a16="http://schemas.microsoft.com/office/drawing/2014/main" id="{5867E4E0-B8A3-4399-02E7-7B9D80B45301}"/>
              </a:ext>
            </a:extLst>
          </p:cNvPr>
          <p:cNvSpPr/>
          <p:nvPr/>
        </p:nvSpPr>
        <p:spPr>
          <a:xfrm flipH="1" flipV="1">
            <a:off x="8271884" y="4388844"/>
            <a:ext cx="2864736" cy="98437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76459"/>
              <a:gd name="connsiteY0" fmla="*/ 231931 h 758433"/>
              <a:gd name="connsiteX1" fmla="*/ 1421608 w 2876459"/>
              <a:gd name="connsiteY1" fmla="*/ 31600 h 758433"/>
              <a:gd name="connsiteX2" fmla="*/ 2876459 w 2876459"/>
              <a:gd name="connsiteY2" fmla="*/ 758433 h 758433"/>
              <a:gd name="connsiteX0" fmla="*/ 0 w 2876459"/>
              <a:gd name="connsiteY0" fmla="*/ 212126 h 738628"/>
              <a:gd name="connsiteX1" fmla="*/ 1421608 w 2876459"/>
              <a:gd name="connsiteY1" fmla="*/ 11795 h 738628"/>
              <a:gd name="connsiteX2" fmla="*/ 2572807 w 2876459"/>
              <a:gd name="connsiteY2" fmla="*/ 445934 h 738628"/>
              <a:gd name="connsiteX3" fmla="*/ 2876459 w 2876459"/>
              <a:gd name="connsiteY3" fmla="*/ 738628 h 738628"/>
              <a:gd name="connsiteX0" fmla="*/ 0 w 2759719"/>
              <a:gd name="connsiteY0" fmla="*/ 212126 h 1172382"/>
              <a:gd name="connsiteX1" fmla="*/ 1421608 w 2759719"/>
              <a:gd name="connsiteY1" fmla="*/ 11795 h 1172382"/>
              <a:gd name="connsiteX2" fmla="*/ 2572807 w 2759719"/>
              <a:gd name="connsiteY2" fmla="*/ 445934 h 1172382"/>
              <a:gd name="connsiteX3" fmla="*/ 2759228 w 2759719"/>
              <a:gd name="connsiteY3" fmla="*/ 1172382 h 1172382"/>
              <a:gd name="connsiteX0" fmla="*/ 0 w 2759228"/>
              <a:gd name="connsiteY0" fmla="*/ 262881 h 1223137"/>
              <a:gd name="connsiteX1" fmla="*/ 1421608 w 2759228"/>
              <a:gd name="connsiteY1" fmla="*/ 62550 h 1223137"/>
              <a:gd name="connsiteX2" fmla="*/ 2759228 w 2759228"/>
              <a:gd name="connsiteY2" fmla="*/ 1223137 h 1223137"/>
              <a:gd name="connsiteX0" fmla="*/ 0 w 2759228"/>
              <a:gd name="connsiteY0" fmla="*/ 93821 h 1054077"/>
              <a:gd name="connsiteX1" fmla="*/ 1245762 w 2759228"/>
              <a:gd name="connsiteY1" fmla="*/ 186566 h 1054077"/>
              <a:gd name="connsiteX2" fmla="*/ 2759228 w 2759228"/>
              <a:gd name="connsiteY2" fmla="*/ 1054077 h 1054077"/>
              <a:gd name="connsiteX0" fmla="*/ 0 w 2759228"/>
              <a:gd name="connsiteY0" fmla="*/ 17373 h 977629"/>
              <a:gd name="connsiteX1" fmla="*/ 1245762 w 2759228"/>
              <a:gd name="connsiteY1" fmla="*/ 110118 h 977629"/>
              <a:gd name="connsiteX2" fmla="*/ 2759228 w 2759228"/>
              <a:gd name="connsiteY2" fmla="*/ 977629 h 977629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759228"/>
              <a:gd name="connsiteY0" fmla="*/ 639 h 960895"/>
              <a:gd name="connsiteX1" fmla="*/ 1574008 w 2759228"/>
              <a:gd name="connsiteY1" fmla="*/ 222338 h 960895"/>
              <a:gd name="connsiteX2" fmla="*/ 2759228 w 2759228"/>
              <a:gd name="connsiteY2" fmla="*/ 960895 h 960895"/>
              <a:gd name="connsiteX0" fmla="*/ 0 w 2864736"/>
              <a:gd name="connsiteY0" fmla="*/ 670 h 984372"/>
              <a:gd name="connsiteX1" fmla="*/ 1574008 w 2864736"/>
              <a:gd name="connsiteY1" fmla="*/ 222369 h 984372"/>
              <a:gd name="connsiteX2" fmla="*/ 2864736 w 2864736"/>
              <a:gd name="connsiteY2" fmla="*/ 984372 h 9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4736" h="984372">
                <a:moveTo>
                  <a:pt x="0" y="670"/>
                </a:moveTo>
                <a:cubicBezTo>
                  <a:pt x="692701" y="-7492"/>
                  <a:pt x="1096552" y="58419"/>
                  <a:pt x="1574008" y="222369"/>
                </a:cubicBezTo>
                <a:cubicBezTo>
                  <a:pt x="2051464" y="386319"/>
                  <a:pt x="2550896" y="977045"/>
                  <a:pt x="2864736" y="984372"/>
                </a:cubicBezTo>
              </a:path>
            </a:pathLst>
          </a:custGeom>
          <a:noFill/>
          <a:ln w="38100"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给定6">
            <a:extLst>
              <a:ext uri="{FF2B5EF4-FFF2-40B4-BE49-F238E27FC236}">
                <a16:creationId xmlns:a16="http://schemas.microsoft.com/office/drawing/2014/main" id="{D49A04B8-8A48-92F7-B8ED-728B777D0A4F}"/>
              </a:ext>
            </a:extLst>
          </p:cNvPr>
          <p:cNvCxnSpPr>
            <a:cxnSpLocks/>
          </p:cNvCxnSpPr>
          <p:nvPr/>
        </p:nvCxnSpPr>
        <p:spPr>
          <a:xfrm>
            <a:off x="8341199" y="5517232"/>
            <a:ext cx="2957859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0">
                <a:extLst>
                  <a:ext uri="{FF2B5EF4-FFF2-40B4-BE49-F238E27FC236}">
                    <a16:creationId xmlns:a16="http://schemas.microsoft.com/office/drawing/2014/main" id="{D892A743-37C1-CE7A-307D-31C34FF9CDED}"/>
                  </a:ext>
                </a:extLst>
              </p:cNvPr>
              <p:cNvSpPr txBox="1"/>
              <p:nvPr/>
            </p:nvSpPr>
            <p:spPr>
              <a:xfrm>
                <a:off x="7630416" y="4128352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0">
                <a:extLst>
                  <a:ext uri="{FF2B5EF4-FFF2-40B4-BE49-F238E27FC236}">
                    <a16:creationId xmlns:a16="http://schemas.microsoft.com/office/drawing/2014/main" id="{D892A743-37C1-CE7A-307D-31C34FF9C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416" y="4128352"/>
                <a:ext cx="229717" cy="523220"/>
              </a:xfrm>
              <a:prstGeom prst="rect">
                <a:avLst/>
              </a:prstGeom>
              <a:blipFill>
                <a:blip r:embed="rId23"/>
                <a:stretch>
                  <a:fillRect l="-10526" r="-1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63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5" grpId="0" animBg="1"/>
      <p:bldP spid="28" grpId="0" animBg="1"/>
      <p:bldP spid="41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滞后网络特性</a:t>
            </a:r>
          </a:p>
        </p:txBody>
      </p:sp>
      <p:grpSp>
        <p:nvGrpSpPr>
          <p:cNvPr id="2" name="步骤3">
            <a:extLst>
              <a:ext uri="{FF2B5EF4-FFF2-40B4-BE49-F238E27FC236}">
                <a16:creationId xmlns:a16="http://schemas.microsoft.com/office/drawing/2014/main" id="{057600A7-A2F7-C01E-CA37-A1FACEC65A50}"/>
              </a:ext>
            </a:extLst>
          </p:cNvPr>
          <p:cNvGrpSpPr/>
          <p:nvPr/>
        </p:nvGrpSpPr>
        <p:grpSpPr>
          <a:xfrm>
            <a:off x="80105" y="1447600"/>
            <a:ext cx="11839811" cy="1055608"/>
            <a:chOff x="4943078" y="1531786"/>
            <a:chExt cx="11839811" cy="1055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标题">
                  <a:extLst>
                    <a:ext uri="{FF2B5EF4-FFF2-40B4-BE49-F238E27FC236}">
                      <a16:creationId xmlns:a16="http://schemas.microsoft.com/office/drawing/2014/main" id="{BB2854D5-CE62-8237-406E-FDD004A124A8}"/>
                    </a:ext>
                  </a:extLst>
                </p:cNvPr>
                <p:cNvSpPr/>
                <p:nvPr/>
              </p:nvSpPr>
              <p:spPr bwMode="auto">
                <a:xfrm>
                  <a:off x="5417691" y="1531786"/>
                  <a:ext cx="11365198" cy="105560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幅频高频衰减特性，使原系统截止频率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a14:m>
                  <a:r>
                    <a:rPr lang="en" altLang="zh-CN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左移减小，相角裕度提高。适用于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a14:m>
                  <a:r>
                    <a:rPr lang="en" altLang="zh-CN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有余， 相角裕度不足时</a:t>
                  </a:r>
                  <a:r>
                    <a:rPr lang="en-US" altLang="zh-CN" sz="2800" b="1" dirty="0">
                      <a:solidFill>
                        <a:schemeClr val="bg1"/>
                      </a:solidFill>
                      <a:latin typeface="+mn-ea"/>
                    </a:rPr>
                    <a:t>;</a:t>
                  </a:r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" name="标题">
                  <a:extLst>
                    <a:ext uri="{FF2B5EF4-FFF2-40B4-BE49-F238E27FC236}">
                      <a16:creationId xmlns:a16="http://schemas.microsoft.com/office/drawing/2014/main" id="{BB2854D5-CE62-8237-406E-FDD004A124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1" y="1531786"/>
                  <a:ext cx="11365198" cy="105560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序号">
              <a:extLst>
                <a:ext uri="{FF2B5EF4-FFF2-40B4-BE49-F238E27FC236}">
                  <a16:creationId xmlns:a16="http://schemas.microsoft.com/office/drawing/2014/main" id="{1235CB2B-A036-88AF-6CAE-1D9E7641544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" name="步骤3">
            <a:extLst>
              <a:ext uri="{FF2B5EF4-FFF2-40B4-BE49-F238E27FC236}">
                <a16:creationId xmlns:a16="http://schemas.microsoft.com/office/drawing/2014/main" id="{C18C9DA9-1BC3-3ED9-CC14-1DF910847CE8}"/>
              </a:ext>
            </a:extLst>
          </p:cNvPr>
          <p:cNvGrpSpPr/>
          <p:nvPr/>
        </p:nvGrpSpPr>
        <p:grpSpPr>
          <a:xfrm>
            <a:off x="80107" y="2806893"/>
            <a:ext cx="11839809" cy="1055608"/>
            <a:chOff x="4943078" y="1531786"/>
            <a:chExt cx="11839809" cy="1055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59DF2F-EC79-FD3D-C200-0A830333A6A6}"/>
                    </a:ext>
                  </a:extLst>
                </p:cNvPr>
                <p:cNvSpPr/>
                <p:nvPr/>
              </p:nvSpPr>
              <p:spPr bwMode="auto">
                <a:xfrm>
                  <a:off x="5417688" y="1531786"/>
                  <a:ext cx="11365199" cy="105560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相位滞后，会减小原系统相角裕度，应附加相角 </a:t>
                  </a:r>
                  <a14:m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，并力求避免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a14:m>
                  <a:r>
                    <a:rPr lang="en" altLang="zh-CN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出现在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a14:m>
                  <a:r>
                    <a:rPr lang="en" altLang="zh-CN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附近</a:t>
                  </a:r>
                  <a:r>
                    <a:rPr lang="en-US" altLang="zh-CN" sz="2800" b="1" dirty="0">
                      <a:solidFill>
                        <a:schemeClr val="bg1"/>
                      </a:solidFill>
                      <a:latin typeface="+mn-ea"/>
                    </a:rPr>
                    <a:t>(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可放置在相角较为充裕的频率</a:t>
                  </a:r>
                  <a:r>
                    <a:rPr lang="en-US" altLang="zh-CN" sz="2800" b="1" dirty="0">
                      <a:solidFill>
                        <a:schemeClr val="bg1"/>
                      </a:solidFill>
                      <a:latin typeface="+mn-ea"/>
                    </a:rPr>
                    <a:t>)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，一般取</a:t>
                  </a:r>
                </a:p>
              </p:txBody>
            </p:sp>
          </mc:Choice>
          <mc:Fallback xmlns="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59DF2F-EC79-FD3D-C200-0A830333A6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8" y="1531786"/>
                  <a:ext cx="11365199" cy="105560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序号">
              <a:extLst>
                <a:ext uri="{FF2B5EF4-FFF2-40B4-BE49-F238E27FC236}">
                  <a16:creationId xmlns:a16="http://schemas.microsoft.com/office/drawing/2014/main" id="{CEA69C3B-19AA-8640-AEAC-922D52164D6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78A968-5B99-4318-9EA3-9A66F264F732}"/>
                  </a:ext>
                </a:extLst>
              </p:cNvPr>
              <p:cNvSpPr txBox="1"/>
              <p:nvPr/>
            </p:nvSpPr>
            <p:spPr>
              <a:xfrm>
                <a:off x="3425729" y="4046632"/>
                <a:ext cx="4330327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𝑏𝑇</m:t>
                          </m:r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~0.2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78A968-5B99-4318-9EA3-9A66F264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729" y="4046632"/>
                <a:ext cx="4330327" cy="809452"/>
              </a:xfrm>
              <a:prstGeom prst="rect">
                <a:avLst/>
              </a:prstGeom>
              <a:blipFill>
                <a:blip r:embed="rId5"/>
                <a:stretch>
                  <a:fillRect t="-1538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重要1">
            <a:extLst>
              <a:ext uri="{FF2B5EF4-FFF2-40B4-BE49-F238E27FC236}">
                <a16:creationId xmlns:a16="http://schemas.microsoft.com/office/drawing/2014/main" id="{74E2E2A6-DAB7-219E-D8B5-6FF90B532277}"/>
              </a:ext>
            </a:extLst>
          </p:cNvPr>
          <p:cNvSpPr txBox="1"/>
          <p:nvPr/>
        </p:nvSpPr>
        <p:spPr>
          <a:xfrm>
            <a:off x="2775140" y="5113309"/>
            <a:ext cx="2167937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相角滞后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DE70E10-211F-2123-C735-B1565E67D2FD}"/>
              </a:ext>
            </a:extLst>
          </p:cNvPr>
          <p:cNvSpPr txBox="1"/>
          <p:nvPr/>
        </p:nvSpPr>
        <p:spPr>
          <a:xfrm>
            <a:off x="5159102" y="5194956"/>
            <a:ext cx="433032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2800" dirty="0"/>
              <a:t>是不利因素，应当避免</a:t>
            </a:r>
          </a:p>
        </p:txBody>
      </p:sp>
      <p:sp>
        <p:nvSpPr>
          <p:cNvPr id="48" name="重要1">
            <a:extLst>
              <a:ext uri="{FF2B5EF4-FFF2-40B4-BE49-F238E27FC236}">
                <a16:creationId xmlns:a16="http://schemas.microsoft.com/office/drawing/2014/main" id="{DC0330AD-A567-9DA7-A4B7-F43A522A2033}"/>
              </a:ext>
            </a:extLst>
          </p:cNvPr>
          <p:cNvSpPr txBox="1"/>
          <p:nvPr/>
        </p:nvSpPr>
        <p:spPr>
          <a:xfrm>
            <a:off x="2775140" y="5912459"/>
            <a:ext cx="2167937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幅值衰减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1D7613-DA69-9C80-4D59-2D4F1DFFECA4}"/>
              </a:ext>
            </a:extLst>
          </p:cNvPr>
          <p:cNvSpPr txBox="1"/>
          <p:nvPr/>
        </p:nvSpPr>
        <p:spPr>
          <a:xfrm>
            <a:off x="5159102" y="5994106"/>
            <a:ext cx="433032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2800" dirty="0"/>
              <a:t>是有利因素，应当利用</a:t>
            </a:r>
          </a:p>
        </p:txBody>
      </p:sp>
    </p:spTree>
    <p:extLst>
      <p:ext uri="{BB962C8B-B14F-4D97-AF65-F5344CB8AC3E}">
        <p14:creationId xmlns:p14="http://schemas.microsoft.com/office/powerpoint/2010/main" val="4177472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</a:p>
        </p:txBody>
      </p:sp>
      <p:sp>
        <p:nvSpPr>
          <p:cNvPr id="4" name="重要1">
            <a:extLst>
              <a:ext uri="{FF2B5EF4-FFF2-40B4-BE49-F238E27FC236}">
                <a16:creationId xmlns:a16="http://schemas.microsoft.com/office/drawing/2014/main" id="{C475A24A-3398-B051-D96E-84A9799F4313}"/>
              </a:ext>
            </a:extLst>
          </p:cNvPr>
          <p:cNvSpPr txBox="1"/>
          <p:nvPr/>
        </p:nvSpPr>
        <p:spPr>
          <a:xfrm>
            <a:off x="286910" y="1052736"/>
            <a:ext cx="10920864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实质：利用滞后网络幅值衰减特性挖掘系统自身的相角储备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/>
              <p:nvPr/>
            </p:nvSpPr>
            <p:spPr>
              <a:xfrm>
                <a:off x="260851" y="1812856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给定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ss</m:t>
                        </m:r>
                      </m:sub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1" y="1812856"/>
                <a:ext cx="3782398" cy="523220"/>
              </a:xfrm>
              <a:prstGeom prst="rect">
                <a:avLst/>
              </a:prstGeom>
              <a:blipFill>
                <a:blip r:embed="rId3"/>
                <a:stretch>
                  <a:fillRect l="-334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步骤3">
            <a:extLst>
              <a:ext uri="{FF2B5EF4-FFF2-40B4-BE49-F238E27FC236}">
                <a16:creationId xmlns:a16="http://schemas.microsoft.com/office/drawing/2014/main" id="{DA70DEA2-D7C8-F9C3-2193-82C082559884}"/>
              </a:ext>
            </a:extLst>
          </p:cNvPr>
          <p:cNvGrpSpPr/>
          <p:nvPr/>
        </p:nvGrpSpPr>
        <p:grpSpPr>
          <a:xfrm>
            <a:off x="260851" y="2390018"/>
            <a:ext cx="2810019" cy="725177"/>
            <a:chOff x="4943078" y="1700704"/>
            <a:chExt cx="281001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序号">
              <a:extLst>
                <a:ext uri="{FF2B5EF4-FFF2-40B4-BE49-F238E27FC236}">
                  <a16:creationId xmlns:a16="http://schemas.microsoft.com/office/drawing/2014/main" id="{DA5C0F4F-8807-1137-F272-556DDC33FF4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3" name="步骤3">
            <a:extLst>
              <a:ext uri="{FF2B5EF4-FFF2-40B4-BE49-F238E27FC236}">
                <a16:creationId xmlns:a16="http://schemas.microsoft.com/office/drawing/2014/main" id="{A40F65D0-F96C-49EE-6BA9-C4BA608679AE}"/>
              </a:ext>
            </a:extLst>
          </p:cNvPr>
          <p:cNvGrpSpPr/>
          <p:nvPr/>
        </p:nvGrpSpPr>
        <p:grpSpPr>
          <a:xfrm>
            <a:off x="3573324" y="2368068"/>
            <a:ext cx="8498546" cy="725177"/>
            <a:chOff x="4943078" y="1700704"/>
            <a:chExt cx="8498546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/>
                <p:nvPr/>
              </p:nvSpPr>
              <p:spPr bwMode="auto">
                <a:xfrm>
                  <a:off x="5417689" y="1770149"/>
                  <a:ext cx="8023935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800" b="1" dirty="0">
                      <a:solidFill>
                        <a:schemeClr val="bg1"/>
                      </a:solidFill>
                      <a:latin typeface="+mn-ea"/>
                    </a:rPr>
                    <a:t>:</a:t>
                  </a:r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有余，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不足</a:t>
                  </a:r>
                </a:p>
              </p:txBody>
            </p:sp>
          </mc:Choice>
          <mc:Fallback xmlns="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770149"/>
                  <a:ext cx="8023935" cy="57888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序号">
              <a:extLst>
                <a:ext uri="{FF2B5EF4-FFF2-40B4-BE49-F238E27FC236}">
                  <a16:creationId xmlns:a16="http://schemas.microsoft.com/office/drawing/2014/main" id="{E9D543D8-2409-EF77-0DF1-1B89ED8498D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6" name="步骤3">
            <a:extLst>
              <a:ext uri="{FF2B5EF4-FFF2-40B4-BE49-F238E27FC236}">
                <a16:creationId xmlns:a16="http://schemas.microsoft.com/office/drawing/2014/main" id="{0CCF10A2-84EE-E076-617D-C1B783786AC3}"/>
              </a:ext>
            </a:extLst>
          </p:cNvPr>
          <p:cNvGrpSpPr/>
          <p:nvPr/>
        </p:nvGrpSpPr>
        <p:grpSpPr>
          <a:xfrm>
            <a:off x="249535" y="3231442"/>
            <a:ext cx="8123866" cy="725177"/>
            <a:chOff x="4943078" y="1700704"/>
            <a:chExt cx="8123866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7649254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zh-CN" altLang="en-US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8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  <m: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180</m:t>
                        </m:r>
                        <m: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  <m:r>
                          <a:rPr lang="en-US" altLang="zh-CN" sz="28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altLang="zh-CN" sz="28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7649254" cy="57888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序号">
              <a:extLst>
                <a:ext uri="{FF2B5EF4-FFF2-40B4-BE49-F238E27FC236}">
                  <a16:creationId xmlns:a16="http://schemas.microsoft.com/office/drawing/2014/main" id="{14F1E35B-ACFA-4C12-5CC9-94CC177AA85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9" name="步骤3">
            <a:extLst>
              <a:ext uri="{FF2B5EF4-FFF2-40B4-BE49-F238E27FC236}">
                <a16:creationId xmlns:a16="http://schemas.microsoft.com/office/drawing/2014/main" id="{45AC86FF-BE8B-6A7F-BF5C-88BDD0BC9FDB}"/>
              </a:ext>
            </a:extLst>
          </p:cNvPr>
          <p:cNvGrpSpPr/>
          <p:nvPr/>
        </p:nvGrpSpPr>
        <p:grpSpPr>
          <a:xfrm>
            <a:off x="249535" y="4954212"/>
            <a:ext cx="8139672" cy="725177"/>
            <a:chOff x="4943078" y="1700704"/>
            <a:chExt cx="8139672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/>
                <p:nvPr/>
              </p:nvSpPr>
              <p:spPr bwMode="auto">
                <a:xfrm>
                  <a:off x="5417689" y="1770149"/>
                  <a:ext cx="7665061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作图设计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</a:t>
                  </a:r>
                  <a:r>
                    <a:rPr lang="en-US" altLang="zh-CN" sz="2800" dirty="0">
                      <a:solidFill>
                        <a:schemeClr val="bg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770149"/>
                  <a:ext cx="7665061" cy="57888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626FB595-F57C-8C3A-5FAE-843983A7ABC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3" name="步骤3">
            <a:extLst>
              <a:ext uri="{FF2B5EF4-FFF2-40B4-BE49-F238E27FC236}">
                <a16:creationId xmlns:a16="http://schemas.microsoft.com/office/drawing/2014/main" id="{1FBD4AAE-66AE-1004-6D4F-9688564AA91A}"/>
              </a:ext>
            </a:extLst>
          </p:cNvPr>
          <p:cNvGrpSpPr/>
          <p:nvPr/>
        </p:nvGrpSpPr>
        <p:grpSpPr>
          <a:xfrm>
            <a:off x="260851" y="5839658"/>
            <a:ext cx="8112552" cy="725177"/>
            <a:chOff x="4943078" y="1700704"/>
            <a:chExt cx="8112552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7637940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验算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是否满足要求</a:t>
                  </a:r>
                </a:p>
              </p:txBody>
            </p:sp>
          </mc:Choice>
          <mc:Fallback xmlns="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7637940" cy="57888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序号">
              <a:extLst>
                <a:ext uri="{FF2B5EF4-FFF2-40B4-BE49-F238E27FC236}">
                  <a16:creationId xmlns:a16="http://schemas.microsoft.com/office/drawing/2014/main" id="{E8324C64-ADDE-71ED-E6F1-BC8CDF0AFE9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/>
              <p:nvPr/>
            </p:nvSpPr>
            <p:spPr>
              <a:xfrm>
                <a:off x="8291254" y="4155754"/>
                <a:ext cx="37823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254" y="4155754"/>
                <a:ext cx="3782398" cy="52322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步骤3">
            <a:extLst>
              <a:ext uri="{FF2B5EF4-FFF2-40B4-BE49-F238E27FC236}">
                <a16:creationId xmlns:a16="http://schemas.microsoft.com/office/drawing/2014/main" id="{AD11FBC0-7FE5-D6BB-C8CC-A193C070A458}"/>
              </a:ext>
            </a:extLst>
          </p:cNvPr>
          <p:cNvGrpSpPr/>
          <p:nvPr/>
        </p:nvGrpSpPr>
        <p:grpSpPr>
          <a:xfrm>
            <a:off x="249535" y="4053409"/>
            <a:ext cx="8123866" cy="725177"/>
            <a:chOff x="4943078" y="1700704"/>
            <a:chExt cx="8123866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标题">
                  <a:extLst>
                    <a:ext uri="{FF2B5EF4-FFF2-40B4-BE49-F238E27FC236}">
                      <a16:creationId xmlns:a16="http://schemas.microsoft.com/office/drawing/2014/main" id="{FD5BAA8D-DE89-473A-EF7A-5DC5C0694C73}"/>
                    </a:ext>
                  </a:extLst>
                </p:cNvPr>
                <p:cNvSpPr/>
                <p:nvPr/>
              </p:nvSpPr>
              <p:spPr bwMode="auto">
                <a:xfrm>
                  <a:off x="5417689" y="1770149"/>
                  <a:ext cx="7649255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参数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时原系统需要降低的幅值决定</a:t>
                  </a:r>
                </a:p>
              </p:txBody>
            </p:sp>
          </mc:Choice>
          <mc:Fallback xmlns="">
            <p:sp>
              <p:nvSpPr>
                <p:cNvPr id="3" name="标题">
                  <a:extLst>
                    <a:ext uri="{FF2B5EF4-FFF2-40B4-BE49-F238E27FC236}">
                      <a16:creationId xmlns:a16="http://schemas.microsoft.com/office/drawing/2014/main" id="{FD5BAA8D-DE89-473A-EF7A-5DC5C0694C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770149"/>
                  <a:ext cx="7649255" cy="578882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序号">
              <a:extLst>
                <a:ext uri="{FF2B5EF4-FFF2-40B4-BE49-F238E27FC236}">
                  <a16:creationId xmlns:a16="http://schemas.microsoft.com/office/drawing/2014/main" id="{9CA14A93-557B-DCC3-16AF-C9AAB7F2F04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5242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滞后网络设计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09" y="127067"/>
                <a:ext cx="3737801" cy="959878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/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𝐬𝐬𝐯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𝟑𝟐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p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𝟒𝟓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10" y="1052736"/>
                <a:ext cx="7176448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步骤3">
            <a:extLst>
              <a:ext uri="{FF2B5EF4-FFF2-40B4-BE49-F238E27FC236}">
                <a16:creationId xmlns:a16="http://schemas.microsoft.com/office/drawing/2014/main" id="{4F63C76E-73FD-C8AE-AC83-D3F263C8F811}"/>
              </a:ext>
            </a:extLst>
          </p:cNvPr>
          <p:cNvGrpSpPr/>
          <p:nvPr/>
        </p:nvGrpSpPr>
        <p:grpSpPr>
          <a:xfrm>
            <a:off x="126180" y="1739463"/>
            <a:ext cx="2810019" cy="725177"/>
            <a:chOff x="4943078" y="1700704"/>
            <a:chExt cx="281001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标题">
                  <a:extLst>
                    <a:ext uri="{FF2B5EF4-FFF2-40B4-BE49-F238E27FC236}">
                      <a16:creationId xmlns:a16="http://schemas.microsoft.com/office/drawing/2014/main" id="{AA571468-B9B5-D29C-4120-999AE434F4D3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" name="标题">
                  <a:extLst>
                    <a:ext uri="{FF2B5EF4-FFF2-40B4-BE49-F238E27FC236}">
                      <a16:creationId xmlns:a16="http://schemas.microsoft.com/office/drawing/2014/main" id="{AA571468-B9B5-D29C-4120-999AE434F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2335407" cy="57888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A08060E-B085-AA2D-7A82-DBA091C0476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步骤3">
            <a:extLst>
              <a:ext uri="{FF2B5EF4-FFF2-40B4-BE49-F238E27FC236}">
                <a16:creationId xmlns:a16="http://schemas.microsoft.com/office/drawing/2014/main" id="{CD1266DF-7122-62EE-FF77-CFC5E50EE7AD}"/>
              </a:ext>
            </a:extLst>
          </p:cNvPr>
          <p:cNvGrpSpPr/>
          <p:nvPr/>
        </p:nvGrpSpPr>
        <p:grpSpPr>
          <a:xfrm>
            <a:off x="126180" y="2501116"/>
            <a:ext cx="9857456" cy="725177"/>
            <a:chOff x="4943078" y="1700704"/>
            <a:chExt cx="9857456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标题">
                  <a:extLst>
                    <a:ext uri="{FF2B5EF4-FFF2-40B4-BE49-F238E27FC236}">
                      <a16:creationId xmlns:a16="http://schemas.microsoft.com/office/drawing/2014/main" id="{D44A4A55-3177-4F75-A4C1-DBA47C6E8B43}"/>
                    </a:ext>
                  </a:extLst>
                </p:cNvPr>
                <p:cNvSpPr/>
                <p:nvPr/>
              </p:nvSpPr>
              <p:spPr bwMode="auto">
                <a:xfrm>
                  <a:off x="5417688" y="1770149"/>
                  <a:ext cx="938284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39.6</m:t>
                      </m:r>
                      <m:f>
                        <m:fPr>
                          <m:type m:val="lin"/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zh-CN" altLang="en-US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=7.2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不足</a:t>
                  </a:r>
                </a:p>
              </p:txBody>
            </p:sp>
          </mc:Choice>
          <mc:Fallback xmlns="">
            <p:sp>
              <p:nvSpPr>
                <p:cNvPr id="9" name="标题">
                  <a:extLst>
                    <a:ext uri="{FF2B5EF4-FFF2-40B4-BE49-F238E27FC236}">
                      <a16:creationId xmlns:a16="http://schemas.microsoft.com/office/drawing/2014/main" id="{D44A4A55-3177-4F75-A4C1-DBA47C6E8B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8" y="1770149"/>
                  <a:ext cx="9382846" cy="57888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序号">
              <a:extLst>
                <a:ext uri="{FF2B5EF4-FFF2-40B4-BE49-F238E27FC236}">
                  <a16:creationId xmlns:a16="http://schemas.microsoft.com/office/drawing/2014/main" id="{71DA99E6-5847-D7B4-4062-113894827F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3">
            <a:extLst>
              <a:ext uri="{FF2B5EF4-FFF2-40B4-BE49-F238E27FC236}">
                <a16:creationId xmlns:a16="http://schemas.microsoft.com/office/drawing/2014/main" id="{5D7BB1A6-97DD-B11F-7D2E-3E4A295A677D}"/>
              </a:ext>
            </a:extLst>
          </p:cNvPr>
          <p:cNvGrpSpPr/>
          <p:nvPr/>
        </p:nvGrpSpPr>
        <p:grpSpPr>
          <a:xfrm>
            <a:off x="126180" y="3269119"/>
            <a:ext cx="9857458" cy="725177"/>
            <a:chOff x="4943078" y="1700704"/>
            <a:chExt cx="9857458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标题">
                  <a:extLst>
                    <a:ext uri="{FF2B5EF4-FFF2-40B4-BE49-F238E27FC236}">
                      <a16:creationId xmlns:a16="http://schemas.microsoft.com/office/drawing/2014/main" id="{F85F7D20-10A9-F273-533B-81813AA670A0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9382846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a14:m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上找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zh-CN" alt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altLang="zh-C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°=45°+5°=50°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2" name="标题">
                  <a:extLst>
                    <a:ext uri="{FF2B5EF4-FFF2-40B4-BE49-F238E27FC236}">
                      <a16:creationId xmlns:a16="http://schemas.microsoft.com/office/drawing/2014/main" id="{F85F7D20-10A9-F273-533B-81813AA670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9382846" cy="57888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EB1ECF0A-9B87-8D0C-07FB-F6984F3ABC6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6" name="步骤3">
            <a:extLst>
              <a:ext uri="{FF2B5EF4-FFF2-40B4-BE49-F238E27FC236}">
                <a16:creationId xmlns:a16="http://schemas.microsoft.com/office/drawing/2014/main" id="{EA15E017-66B2-EB99-9A31-EE489DA9EB94}"/>
              </a:ext>
            </a:extLst>
          </p:cNvPr>
          <p:cNvGrpSpPr/>
          <p:nvPr/>
        </p:nvGrpSpPr>
        <p:grpSpPr>
          <a:xfrm>
            <a:off x="78679" y="4390574"/>
            <a:ext cx="2810019" cy="725177"/>
            <a:chOff x="4943078" y="1700704"/>
            <a:chExt cx="281001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DB1D910D-2075-F2DF-4945-F20EEB106319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8"/>
                  <a:ext cx="233540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 dirty="0">
                      <a:solidFill>
                        <a:schemeClr val="bg1"/>
                      </a:solidFill>
                      <a:latin typeface="+mn-ea"/>
                    </a:rPr>
                    <a:t>确定参数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endParaRPr lang="zh-CN" altLang="en-US" sz="28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DB1D910D-2075-F2DF-4945-F20EEB1063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8"/>
                  <a:ext cx="2335407" cy="57888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A68B2B12-A148-BA9E-2E54-CAA2BF746E7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/>
              <p:nvPr/>
            </p:nvSpPr>
            <p:spPr>
              <a:xfrm>
                <a:off x="3142878" y="1876331"/>
                <a:ext cx="3737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=316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20" name="labelt">
                <a:extLst>
                  <a:ext uri="{FF2B5EF4-FFF2-40B4-BE49-F238E27FC236}">
                    <a16:creationId xmlns:a16="http://schemas.microsoft.com/office/drawing/2014/main" id="{D3A9ADD1-409B-A07A-C2A5-582D42A4F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878" y="1876331"/>
                <a:ext cx="3737801" cy="523220"/>
              </a:xfrm>
              <a:prstGeom prst="rect">
                <a:avLst/>
              </a:prstGeom>
              <a:blipFill>
                <a:blip r:embed="rId9"/>
                <a:stretch>
                  <a:fillRect l="-1017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labelt">
                <a:extLst>
                  <a:ext uri="{FF2B5EF4-FFF2-40B4-BE49-F238E27FC236}">
                    <a16:creationId xmlns:a16="http://schemas.microsoft.com/office/drawing/2014/main" id="{D427F910-D7DA-31DA-3FBD-AD41FB661F05}"/>
                  </a:ext>
                </a:extLst>
              </p:cNvPr>
              <p:cNvSpPr txBox="1"/>
              <p:nvPr/>
            </p:nvSpPr>
            <p:spPr>
              <a:xfrm>
                <a:off x="578926" y="3915458"/>
                <a:ext cx="96771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=180°−90°−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≥50°→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=4.05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labelt">
                <a:extLst>
                  <a:ext uri="{FF2B5EF4-FFF2-40B4-BE49-F238E27FC236}">
                    <a16:creationId xmlns:a16="http://schemas.microsoft.com/office/drawing/2014/main" id="{D427F910-D7DA-31DA-3FBD-AD41FB661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26" y="3915458"/>
                <a:ext cx="9677144" cy="523220"/>
              </a:xfrm>
              <a:prstGeom prst="rect">
                <a:avLst/>
              </a:prstGeom>
              <a:blipFill>
                <a:blip r:embed="rId1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C773C26A-009E-0480-D3DC-85C18E40A776}"/>
                  </a:ext>
                </a:extLst>
              </p:cNvPr>
              <p:cNvSpPr txBox="1"/>
              <p:nvPr/>
            </p:nvSpPr>
            <p:spPr>
              <a:xfrm>
                <a:off x="153004" y="5096994"/>
                <a:ext cx="799288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=−38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dB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=0.0165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  <m:f>
                      <m:fPr>
                        <m:type m:val="li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rad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=0.0067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labelt">
                <a:extLst>
                  <a:ext uri="{FF2B5EF4-FFF2-40B4-BE49-F238E27FC236}">
                    <a16:creationId xmlns:a16="http://schemas.microsoft.com/office/drawing/2014/main" id="{C773C26A-009E-0480-D3DC-85C18E40A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04" y="5096994"/>
                <a:ext cx="7992888" cy="954107"/>
              </a:xfrm>
              <a:prstGeom prst="rect">
                <a:avLst/>
              </a:prstGeom>
              <a:blipFill>
                <a:blip r:embed="rId11"/>
                <a:stretch>
                  <a:fillRect l="-476" t="-26316" b="-10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/>
              <p:nvPr/>
            </p:nvSpPr>
            <p:spPr>
              <a:xfrm>
                <a:off x="2929934" y="4487849"/>
                <a:ext cx="65527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由图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=4.05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=38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dB</m:t>
                    </m:r>
                  </m:oMath>
                </a14:m>
                <a:r>
                  <a:rPr lang="zh-CN" altLang="en-US" sz="2800" dirty="0"/>
                  <a:t>，令滞后网络</a:t>
                </a:r>
              </a:p>
            </p:txBody>
          </p:sp>
        </mc:Choice>
        <mc:Fallback xmlns="">
          <p:sp>
            <p:nvSpPr>
              <p:cNvPr id="31" name="labelt">
                <a:extLst>
                  <a:ext uri="{FF2B5EF4-FFF2-40B4-BE49-F238E27FC236}">
                    <a16:creationId xmlns:a16="http://schemas.microsoft.com/office/drawing/2014/main" id="{7985E888-51D7-F3E5-9D35-4DE62F4C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34" y="4487849"/>
                <a:ext cx="6552727" cy="523220"/>
              </a:xfrm>
              <a:prstGeom prst="rect">
                <a:avLst/>
              </a:prstGeom>
              <a:blipFill>
                <a:blip r:embed="rId12"/>
                <a:stretch>
                  <a:fillRect l="-1934" t="-14286" r="-1741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2A56B1F0-6595-5192-D23E-0349F61A1E0A}"/>
                  </a:ext>
                </a:extLst>
              </p:cNvPr>
              <p:cNvSpPr txBox="1"/>
              <p:nvPr/>
            </p:nvSpPr>
            <p:spPr>
              <a:xfrm>
                <a:off x="8145892" y="5178428"/>
                <a:ext cx="3675487" cy="917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2.5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149.25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2A56B1F0-6595-5192-D23E-0349F61A1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892" y="5178428"/>
                <a:ext cx="3675487" cy="917752"/>
              </a:xfrm>
              <a:prstGeom prst="rect">
                <a:avLst/>
              </a:prstGeom>
              <a:blipFill>
                <a:blip r:embed="rId13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步骤3">
            <a:extLst>
              <a:ext uri="{FF2B5EF4-FFF2-40B4-BE49-F238E27FC236}">
                <a16:creationId xmlns:a16="http://schemas.microsoft.com/office/drawing/2014/main" id="{001AF511-8073-6B44-5184-A2E4E09F7FDD}"/>
              </a:ext>
            </a:extLst>
          </p:cNvPr>
          <p:cNvGrpSpPr/>
          <p:nvPr/>
        </p:nvGrpSpPr>
        <p:grpSpPr>
          <a:xfrm>
            <a:off x="57283" y="6049874"/>
            <a:ext cx="3160715" cy="725177"/>
            <a:chOff x="4943078" y="1700704"/>
            <a:chExt cx="3160715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1DC66702-C604-381E-24C4-90757FC2D918}"/>
                </a:ext>
              </a:extLst>
            </p:cNvPr>
            <p:cNvSpPr/>
            <p:nvPr/>
          </p:nvSpPr>
          <p:spPr bwMode="auto">
            <a:xfrm>
              <a:off x="5417689" y="1770149"/>
              <a:ext cx="2686104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+mn-ea"/>
                </a:rPr>
                <a:t>验算</a:t>
              </a:r>
            </a:p>
          </p:txBody>
        </p:sp>
        <p:sp>
          <p:nvSpPr>
            <p:cNvPr id="18" name="序号">
              <a:extLst>
                <a:ext uri="{FF2B5EF4-FFF2-40B4-BE49-F238E27FC236}">
                  <a16:creationId xmlns:a16="http://schemas.microsoft.com/office/drawing/2014/main" id="{540BFEDC-9E8B-1FA1-4BED-7CE14BE7B71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abelt">
                <a:extLst>
                  <a:ext uri="{FF2B5EF4-FFF2-40B4-BE49-F238E27FC236}">
                    <a16:creationId xmlns:a16="http://schemas.microsoft.com/office/drawing/2014/main" id="{26EF460D-9F09-6FD4-9EBA-484EDDE4F691}"/>
                  </a:ext>
                </a:extLst>
              </p:cNvPr>
              <p:cNvSpPr txBox="1"/>
              <p:nvPr/>
            </p:nvSpPr>
            <p:spPr>
              <a:xfrm>
                <a:off x="3166218" y="6144435"/>
                <a:ext cx="29272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=4.06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labelt">
                <a:extLst>
                  <a:ext uri="{FF2B5EF4-FFF2-40B4-BE49-F238E27FC236}">
                    <a16:creationId xmlns:a16="http://schemas.microsoft.com/office/drawing/2014/main" id="{26EF460D-9F09-6FD4-9EBA-484EDDE4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18" y="6144435"/>
                <a:ext cx="2927227" cy="523220"/>
              </a:xfrm>
              <a:prstGeom prst="rect">
                <a:avLst/>
              </a:prstGeom>
              <a:blipFill>
                <a:blip r:embed="rId14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326129A4-4615-6944-0E60-DFCD86AAE75A}"/>
                  </a:ext>
                </a:extLst>
              </p:cNvPr>
              <p:cNvSpPr txBox="1"/>
              <p:nvPr/>
            </p:nvSpPr>
            <p:spPr>
              <a:xfrm>
                <a:off x="5923907" y="6119319"/>
                <a:ext cx="21682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=45.3°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326129A4-4615-6944-0E60-DFCD86AAE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07" y="6119319"/>
                <a:ext cx="2168262" cy="523220"/>
              </a:xfrm>
              <a:prstGeom prst="rect">
                <a:avLst/>
              </a:prstGeom>
              <a:blipFill>
                <a:blip r:embed="rId1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abelt">
            <a:extLst>
              <a:ext uri="{FF2B5EF4-FFF2-40B4-BE49-F238E27FC236}">
                <a16:creationId xmlns:a16="http://schemas.microsoft.com/office/drawing/2014/main" id="{14C3E6E5-AFE3-B664-8149-BEB69BEB920D}"/>
              </a:ext>
            </a:extLst>
          </p:cNvPr>
          <p:cNvSpPr txBox="1"/>
          <p:nvPr/>
        </p:nvSpPr>
        <p:spPr>
          <a:xfrm>
            <a:off x="8092169" y="6144435"/>
            <a:ext cx="1792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满足要求</a:t>
            </a:r>
          </a:p>
        </p:txBody>
      </p:sp>
    </p:spTree>
    <p:extLst>
      <p:ext uri="{BB962C8B-B14F-4D97-AF65-F5344CB8AC3E}">
        <p14:creationId xmlns:p14="http://schemas.microsoft.com/office/powerpoint/2010/main" val="252010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滞后网络设计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6F7410F-3420-75E6-B03F-AF1C5122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95" y="152551"/>
            <a:ext cx="11154822" cy="65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78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滞后网络设计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383238" y="207249"/>
                <a:ext cx="3508589" cy="886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238" y="207249"/>
                <a:ext cx="3508589" cy="886076"/>
              </a:xfrm>
              <a:prstGeom prst="rect">
                <a:avLst/>
              </a:prstGeom>
              <a:blipFill>
                <a:blip r:embed="rId3"/>
                <a:stretch>
                  <a:fillRect l="-719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28978E36-9FF0-1642-F5BC-9A72166BB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90" y="1098138"/>
            <a:ext cx="11372399" cy="547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01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滞后网络设计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383238" y="207249"/>
                <a:ext cx="3508589" cy="748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238" y="207249"/>
                <a:ext cx="3508589" cy="748603"/>
              </a:xfrm>
              <a:prstGeom prst="rect">
                <a:avLst/>
              </a:prstGeom>
              <a:blipFill>
                <a:blip r:embed="rId3"/>
                <a:stretch>
                  <a:fillRect l="-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34A50A1C-2044-0ED2-DA25-75F8B13B0AC2}"/>
                  </a:ext>
                </a:extLst>
              </p:cNvPr>
              <p:cNvSpPr txBox="1"/>
              <p:nvPr/>
            </p:nvSpPr>
            <p:spPr>
              <a:xfrm>
                <a:off x="286910" y="1052736"/>
                <a:ext cx="9696728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𝐬𝐬𝐯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p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𝟒𝟎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3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𝐝𝐁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34A50A1C-2044-0ED2-DA25-75F8B13B0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10" y="1052736"/>
                <a:ext cx="9696728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1B03146-BB9A-8457-11FD-2D2E19F5C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30" y="1690049"/>
            <a:ext cx="10587194" cy="504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9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646" cy="725177"/>
            <a:chOff x="4943078" y="1700704"/>
            <a:chExt cx="2937646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906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稳定裕度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646" cy="725177"/>
            <a:chOff x="4943078" y="1700704"/>
            <a:chExt cx="293764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24630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相角裕度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49820" cy="725177"/>
            <a:chOff x="4943078" y="1700704"/>
            <a:chExt cx="2949820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43303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单位圆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937647" cy="725177"/>
            <a:chOff x="4943078" y="1700704"/>
            <a:chExt cx="2937647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90" y="1736097"/>
              <a:ext cx="246303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幅值裕度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574926" y="1053704"/>
            <a:ext cx="799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系统在幅值和相角方面的稳定储备量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/>
                  <a:t>截止频率处相角与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−180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800"/>
                  <a:t>的距离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blipFill>
                <a:blip r:embed="rId3"/>
                <a:stretch>
                  <a:fillRect l="-152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574927" y="2703727"/>
            <a:ext cx="720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穿越频率处幅值与</a:t>
            </a:r>
            <a:r>
              <a:rPr lang="en-US" altLang="zh-CN" sz="2800"/>
              <a:t>1</a:t>
            </a:r>
            <a:r>
              <a:rPr lang="zh-CN" altLang="en-US" sz="2800"/>
              <a:t>（或者</a:t>
            </a:r>
            <a:r>
              <a:rPr lang="en-US" altLang="zh-CN" sz="2800"/>
              <a:t>0dB</a:t>
            </a:r>
            <a:r>
              <a:rPr lang="zh-CN" altLang="en-US" sz="2800"/>
              <a:t>）的距离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574927" y="3550762"/>
            <a:ext cx="4330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极坐标中的稳定边界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资源分配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552030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宽备窄用</a:t>
            </a:r>
          </a:p>
        </p:txBody>
      </p:sp>
    </p:spTree>
    <p:extLst>
      <p:ext uri="{BB962C8B-B14F-4D97-AF65-F5344CB8AC3E}">
        <p14:creationId xmlns:p14="http://schemas.microsoft.com/office/powerpoint/2010/main" val="33220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533842" y="1124744"/>
            <a:ext cx="5059798" cy="1001329"/>
            <a:chOff x="5348307" y="5538470"/>
            <a:chExt cx="505979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408740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试从频率响应角度分析惯性系统的响应。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D6BA7D0-E0A4-505F-CEA2-D6D72108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40" y="1916832"/>
            <a:ext cx="604867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6C1CC1-A6C9-150F-FF22-08DDEAC65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20" y="1088493"/>
            <a:ext cx="5956267" cy="4467200"/>
          </a:xfrm>
          <a:prstGeom prst="rect">
            <a:avLst/>
          </a:prstGeom>
        </p:spPr>
      </p:pic>
      <p:sp>
        <p:nvSpPr>
          <p:cNvPr id="7" name="小标题1">
            <a:extLst>
              <a:ext uri="{FF2B5EF4-FFF2-40B4-BE49-F238E27FC236}">
                <a16:creationId xmlns:a16="http://schemas.microsoft.com/office/drawing/2014/main" id="{FF7BEF32-B728-F6ED-1FD5-440A20D6AE7E}"/>
              </a:ext>
            </a:extLst>
          </p:cNvPr>
          <p:cNvSpPr/>
          <p:nvPr/>
        </p:nvSpPr>
        <p:spPr bwMode="auto">
          <a:xfrm>
            <a:off x="1377126" y="5805264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方波的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次谐波分解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B93320-3BE9-02E2-5592-402D778D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85" y="1106187"/>
            <a:ext cx="5956267" cy="4467200"/>
          </a:xfrm>
          <a:prstGeom prst="rect">
            <a:avLst/>
          </a:prstGeom>
        </p:spPr>
      </p:pic>
      <p:sp>
        <p:nvSpPr>
          <p:cNvPr id="9" name="小标题1">
            <a:extLst>
              <a:ext uri="{FF2B5EF4-FFF2-40B4-BE49-F238E27FC236}">
                <a16:creationId xmlns:a16="http://schemas.microsoft.com/office/drawing/2014/main" id="{AA5F4F6E-27E2-8CAC-7BC6-DAAD4BEA452C}"/>
              </a:ext>
            </a:extLst>
          </p:cNvPr>
          <p:cNvSpPr/>
          <p:nvPr/>
        </p:nvSpPr>
        <p:spPr bwMode="auto">
          <a:xfrm>
            <a:off x="7019990" y="5789185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各次谐波的频率响应</a:t>
            </a:r>
          </a:p>
        </p:txBody>
      </p:sp>
    </p:spTree>
    <p:extLst>
      <p:ext uri="{BB962C8B-B14F-4D97-AF65-F5344CB8AC3E}">
        <p14:creationId xmlns:p14="http://schemas.microsoft.com/office/powerpoint/2010/main" val="981988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C9C664-8D1C-6E69-3332-6BC13F6B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0" y="918498"/>
            <a:ext cx="3868035" cy="29010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6D1CD8-288F-A584-671A-0C12BE19E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835" y="826359"/>
            <a:ext cx="3868035" cy="2901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558BDA-E7D5-22AC-FA2C-B111BEF86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42" y="3798529"/>
            <a:ext cx="3868035" cy="29010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651DF2-952F-5B04-BFBF-EDB42CB34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217" y="3817042"/>
            <a:ext cx="3868035" cy="2901026"/>
          </a:xfrm>
          <a:prstGeom prst="rect">
            <a:avLst/>
          </a:prstGeom>
        </p:spPr>
      </p:pic>
      <p:sp>
        <p:nvSpPr>
          <p:cNvPr id="11" name="小标题1">
            <a:extLst>
              <a:ext uri="{FF2B5EF4-FFF2-40B4-BE49-F238E27FC236}">
                <a16:creationId xmlns:a16="http://schemas.microsoft.com/office/drawing/2014/main" id="{78E32EDE-9064-B330-F62D-9391DBD69625}"/>
              </a:ext>
            </a:extLst>
          </p:cNvPr>
          <p:cNvSpPr/>
          <p:nvPr/>
        </p:nvSpPr>
        <p:spPr bwMode="auto">
          <a:xfrm>
            <a:off x="3834177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2" name="小标题1">
            <a:extLst>
              <a:ext uri="{FF2B5EF4-FFF2-40B4-BE49-F238E27FC236}">
                <a16:creationId xmlns:a16="http://schemas.microsoft.com/office/drawing/2014/main" id="{4F36484D-BAE1-AA01-CAD6-D68C009EE39B}"/>
              </a:ext>
            </a:extLst>
          </p:cNvPr>
          <p:cNvSpPr/>
          <p:nvPr/>
        </p:nvSpPr>
        <p:spPr bwMode="auto">
          <a:xfrm>
            <a:off x="6311230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3" name="小标题1">
            <a:extLst>
              <a:ext uri="{FF2B5EF4-FFF2-40B4-BE49-F238E27FC236}">
                <a16:creationId xmlns:a16="http://schemas.microsoft.com/office/drawing/2014/main" id="{23E69C10-952B-3AAE-3A84-122455C8B6F3}"/>
              </a:ext>
            </a:extLst>
          </p:cNvPr>
          <p:cNvSpPr/>
          <p:nvPr/>
        </p:nvSpPr>
        <p:spPr bwMode="auto">
          <a:xfrm>
            <a:off x="3834177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4" name="小标题1">
            <a:extLst>
              <a:ext uri="{FF2B5EF4-FFF2-40B4-BE49-F238E27FC236}">
                <a16:creationId xmlns:a16="http://schemas.microsoft.com/office/drawing/2014/main" id="{47D87455-3042-9CF5-EE36-9393CD0819A7}"/>
              </a:ext>
            </a:extLst>
          </p:cNvPr>
          <p:cNvSpPr/>
          <p:nvPr/>
        </p:nvSpPr>
        <p:spPr bwMode="auto">
          <a:xfrm>
            <a:off x="6311230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7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</p:spTree>
    <p:extLst>
      <p:ext uri="{BB962C8B-B14F-4D97-AF65-F5344CB8AC3E}">
        <p14:creationId xmlns:p14="http://schemas.microsoft.com/office/powerpoint/2010/main" val="18287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Ziegler J G, Nichols N B. Optimum settings for automatic controllers[J]. Transactions of the American society of mechanical engineers, 1942, 64(8): 759-765.</a:t>
            </a:r>
          </a:p>
          <a:p>
            <a:r>
              <a:rPr lang="en-US" altLang="zh-CN" sz="2800" dirty="0"/>
              <a:t>[2]</a:t>
            </a:r>
            <a:r>
              <a:rPr lang="en" altLang="zh-CN" sz="2800" dirty="0"/>
              <a:t> Nichols N B. Control revisited[C]//1977 IEEE Conference on Decision and Control including the 16th Symposium on Adaptive Processes and A Special Symposium on Fuzzy Set Theory and Applications. IEEE, 1977: 615-619.</a:t>
            </a:r>
          </a:p>
        </p:txBody>
      </p:sp>
      <p:sp>
        <p:nvSpPr>
          <p:cNvPr id="3" name="说明4">
            <a:extLst>
              <a:ext uri="{FF2B5EF4-FFF2-40B4-BE49-F238E27FC236}">
                <a16:creationId xmlns:a16="http://schemas.microsoft.com/office/drawing/2014/main" id="{6A9078A1-B8A5-3E58-79B2-6A6A74BEE34F}"/>
              </a:ext>
            </a:extLst>
          </p:cNvPr>
          <p:cNvSpPr txBox="1"/>
          <p:nvPr/>
        </p:nvSpPr>
        <p:spPr>
          <a:xfrm>
            <a:off x="3935413" y="1268413"/>
            <a:ext cx="8208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ZN</a:t>
            </a:r>
            <a:r>
              <a:rPr lang="zh-CN" altLang="en-US" sz="2800" dirty="0"/>
              <a:t>公式整定</a:t>
            </a:r>
            <a:r>
              <a:rPr lang="en" altLang="zh-CN" sz="2800" dirty="0"/>
              <a:t>PID</a:t>
            </a:r>
            <a:r>
              <a:rPr lang="zh-CN" altLang="en-US" sz="2800" dirty="0"/>
              <a:t>参数：</a:t>
            </a:r>
            <a:r>
              <a:rPr lang="en" altLang="zh-CN" sz="2800" dirty="0"/>
              <a:t> https://</a:t>
            </a:r>
            <a:r>
              <a:rPr lang="en" altLang="zh-CN" sz="2800" dirty="0" err="1"/>
              <a:t>www.bilibili.com</a:t>
            </a:r>
            <a:r>
              <a:rPr lang="en" altLang="zh-CN" sz="2800" dirty="0"/>
              <a:t>/video/BV1ua4y1L7Vs?share_source=</a:t>
            </a:r>
            <a:r>
              <a:rPr lang="en" altLang="zh-CN" sz="2800" dirty="0" err="1"/>
              <a:t>copy_web</a:t>
            </a:r>
            <a:endParaRPr lang="zh-CN" altLang="en-US" sz="2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873238-2320-4264-36D8-D6172F70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54" y="3931874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 descr="图片包含 建筑, 游戏机&#10;&#10;描述已自动生成">
            <a:extLst>
              <a:ext uri="{FF2B5EF4-FFF2-40B4-BE49-F238E27FC236}">
                <a16:creationId xmlns:a16="http://schemas.microsoft.com/office/drawing/2014/main" id="{4EF3DBAA-1A0C-C5C2-24C6-FE4AB4342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6" y="1456087"/>
            <a:ext cx="3035632" cy="17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8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/>
                <a:t>控制之美，王天威著，清华大学出版社，</a:t>
              </a:r>
              <a:r>
                <a:rPr lang="en-US" altLang="zh-CN" sz="2800"/>
                <a:t>2022</a:t>
              </a:r>
              <a:endParaRPr lang="zh-CN" altLang="en-US" sz="280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AE0A6D-EDCF-576C-D5EA-A937A8A649EB}"/>
              </a:ext>
            </a:extLst>
          </p:cNvPr>
          <p:cNvGrpSpPr/>
          <p:nvPr/>
        </p:nvGrpSpPr>
        <p:grpSpPr>
          <a:xfrm>
            <a:off x="4654550" y="3681329"/>
            <a:ext cx="7190928" cy="2755900"/>
            <a:chOff x="4654550" y="3681329"/>
            <a:chExt cx="7190928" cy="27559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在线视频</a:t>
              </a:r>
              <a:r>
                <a:rPr lang="en-US" altLang="zh-CN" sz="2800"/>
                <a:t>108</a:t>
              </a:r>
              <a:r>
                <a:rPr lang="zh-CN" altLang="en-US" sz="2800"/>
                <a:t>，</a:t>
              </a:r>
              <a:r>
                <a:rPr lang="en-US" altLang="zh-CN" sz="2800"/>
                <a:t>109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3466EC6D-703A-8970-26FE-D06458893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3478" y="3681329"/>
              <a:ext cx="3302000" cy="275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0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说明4">
            <a:extLst>
              <a:ext uri="{FF2B5EF4-FFF2-40B4-BE49-F238E27FC236}">
                <a16:creationId xmlns:a16="http://schemas.microsoft.com/office/drawing/2014/main" id="{FF9092E9-A68F-6B74-6B3C-534889219293}"/>
              </a:ext>
            </a:extLst>
          </p:cNvPr>
          <p:cNvSpPr txBox="1"/>
          <p:nvPr/>
        </p:nvSpPr>
        <p:spPr>
          <a:xfrm>
            <a:off x="7574645" y="5013176"/>
            <a:ext cx="34359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Nathaniel Nichols</a:t>
            </a:r>
          </a:p>
          <a:p>
            <a:pPr algn="ctr"/>
            <a:r>
              <a:rPr lang="en-US" altLang="zh-CN" sz="2800" dirty="0"/>
              <a:t>1914-1997</a:t>
            </a:r>
            <a:endParaRPr lang="zh-CN" altLang="en-US" sz="2800" dirty="0"/>
          </a:p>
        </p:txBody>
      </p:sp>
      <p:sp>
        <p:nvSpPr>
          <p:cNvPr id="4" name="节段20">
            <a:extLst>
              <a:ext uri="{FF2B5EF4-FFF2-40B4-BE49-F238E27FC236}">
                <a16:creationId xmlns:a16="http://schemas.microsoft.com/office/drawing/2014/main" id="{D55F41B1-9E49-C478-12E4-FF8B3E7D9DA8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超前校正：幅加角增</a:t>
            </a:r>
          </a:p>
        </p:txBody>
      </p:sp>
      <p:pic>
        <p:nvPicPr>
          <p:cNvPr id="1028" name="Picture 4" descr="Nathaniel Nichols">
            <a:extLst>
              <a:ext uri="{FF2B5EF4-FFF2-40B4-BE49-F238E27FC236}">
                <a16:creationId xmlns:a16="http://schemas.microsoft.com/office/drawing/2014/main" id="{5F1A11D0-3367-FB55-7C50-A2A9524F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350" y="745358"/>
            <a:ext cx="3064502" cy="382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4177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29611</TotalTime>
  <Words>1774</Words>
  <Application>Microsoft Macintosh PowerPoint</Application>
  <PresentationFormat>自定义</PresentationFormat>
  <Paragraphs>376</Paragraphs>
  <Slides>30</Slides>
  <Notes>30</Notes>
  <HiddenSlides>10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666</cp:revision>
  <dcterms:created xsi:type="dcterms:W3CDTF">2012-09-21T08:06:35Z</dcterms:created>
  <dcterms:modified xsi:type="dcterms:W3CDTF">2025-05-23T04:24:49Z</dcterms:modified>
  <cp:category/>
</cp:coreProperties>
</file>