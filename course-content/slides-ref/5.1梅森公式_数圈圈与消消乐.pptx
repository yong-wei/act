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473" r:id="rId2"/>
    <p:sldId id="517" r:id="rId3"/>
    <p:sldId id="516" r:id="rId4"/>
    <p:sldId id="387" r:id="rId5"/>
    <p:sldId id="396" r:id="rId6"/>
    <p:sldId id="388" r:id="rId7"/>
    <p:sldId id="389" r:id="rId8"/>
    <p:sldId id="391" r:id="rId9"/>
    <p:sldId id="358" r:id="rId10"/>
    <p:sldId id="359" r:id="rId11"/>
    <p:sldId id="360" r:id="rId12"/>
    <p:sldId id="362" r:id="rId13"/>
    <p:sldId id="363" r:id="rId14"/>
    <p:sldId id="364" r:id="rId15"/>
    <p:sldId id="365" r:id="rId16"/>
    <p:sldId id="366" r:id="rId17"/>
    <p:sldId id="392" r:id="rId18"/>
    <p:sldId id="532" r:id="rId19"/>
    <p:sldId id="393" r:id="rId20"/>
    <p:sldId id="530" r:id="rId21"/>
    <p:sldId id="531" r:id="rId22"/>
    <p:sldId id="445" r:id="rId23"/>
    <p:sldId id="472" r:id="rId24"/>
    <p:sldId id="394" r:id="rId25"/>
    <p:sldId id="395" r:id="rId26"/>
    <p:sldId id="527" r:id="rId27"/>
    <p:sldId id="528" r:id="rId28"/>
    <p:sldId id="529" r:id="rId29"/>
  </p:sldIdLst>
  <p:sldSz cx="12190413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39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F29B11"/>
    <a:srgbClr val="00B0F0"/>
    <a:srgbClr val="FFC000"/>
    <a:srgbClr val="9BBB59"/>
    <a:srgbClr val="768395"/>
    <a:srgbClr val="1C1C1C"/>
    <a:srgbClr val="2980B9"/>
    <a:srgbClr val="F69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2" autoAdjust="0"/>
    <p:restoredTop sz="96197" autoAdjust="0"/>
  </p:normalViewPr>
  <p:slideViewPr>
    <p:cSldViewPr>
      <p:cViewPr varScale="1">
        <p:scale>
          <a:sx n="114" d="100"/>
          <a:sy n="114" d="100"/>
        </p:scale>
        <p:origin x="528" y="176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39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8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8087DF-D7DC-A142-B856-7937EDF6FD53}" type="doc">
      <dgm:prSet loTypeId="urn:microsoft.com/office/officeart/2005/8/layout/hChevron3" loCatId="" qsTypeId="urn:microsoft.com/office/officeart/2005/8/quickstyle/simple5" qsCatId="simple" csTypeId="urn:microsoft.com/office/officeart/2005/8/colors/colorful1" csCatId="colorful" phldr="1"/>
      <dgm:spPr/>
    </dgm:pt>
    <mc:AlternateContent xmlns:mc="http://schemas.openxmlformats.org/markup-compatibility/2006" xmlns:a14="http://schemas.microsoft.com/office/drawing/2010/main">
      <mc:Choice Requires="a14">
        <dgm:pt modelId="{468E43BE-C285-5F40-88C3-057EB9F8D13D}">
          <dgm:prSet phldrT="[文本]" custT="1"/>
          <dgm:spPr/>
          <dgm:t>
            <a:bodyPr anchor="t"/>
            <a:lstStyle/>
            <a:p>
              <a:pPr/>
              <a14:m>
                <m:oMathPara xmlns:m="http://schemas.openxmlformats.org/officeDocument/2006/math">
                  <m:oMathParaPr>
                    <m:jc m:val="center"/>
                  </m:oMathParaPr>
                  <m:oMath xmlns:m="http://schemas.openxmlformats.org/officeDocument/2006/math"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kumimoji="1"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kumimoji="1" lang="en-US" altLang="zh-CN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𝚫</m:t>
                            </m:r>
                          </m:e>
                          <m:sub>
                            <m:r>
                              <a:rPr kumimoji="1" lang="en-US" altLang="zh-CN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nary>
                  </m:oMath>
                </m:oMathPara>
              </a14:m>
              <a:endParaRPr lang="zh-CN" altLang="en-US" sz="2400" dirty="0"/>
            </a:p>
          </dgm:t>
        </dgm:pt>
      </mc:Choice>
      <mc:Fallback xmlns="">
        <dgm:pt modelId="{468E43BE-C285-5F40-88C3-057EB9F8D13D}">
          <dgm:prSet phldrT="[文本]" custT="1"/>
          <dgm:spPr/>
          <dgm:t>
            <a:bodyPr anchor="t"/>
            <a:lstStyle/>
            <a:p>
              <a:pPr/>
              <a:r>
                <a:rPr kumimoji="1" lang="en-US" altLang="zh-CN" sz="2400" b="1" i="0">
                  <a:latin typeface="Cambria Math" panose="02040503050406030204" pitchFamily="18" charset="0"/>
                </a:rPr>
                <a:t>𝒑=𝟏/</a:t>
              </a:r>
              <a:r>
                <a:rPr kumimoji="1" lang="en-US" altLang="zh-CN" sz="24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𝚫 </a:t>
              </a:r>
              <a:r>
                <a:rPr kumimoji="1" lang="en-US" altLang="zh-CN" sz="2400" b="1" i="0">
                  <a:latin typeface="Cambria Math" panose="02040503050406030204" pitchFamily="18" charset="0"/>
                </a:rPr>
                <a:t>∑_(𝒌=𝟏)^𝒏▒〖𝒑_𝒌 </a:t>
              </a:r>
              <a:r>
                <a:rPr kumimoji="1" lang="en-US" altLang="zh-CN" sz="2400" b="1" i="0">
                  <a:latin typeface="Cambria Math" panose="02040503050406030204" pitchFamily="18" charset="0"/>
                  <a:ea typeface="Cambria Math" panose="02040503050406030204" pitchFamily="18" charset="0"/>
                </a:rPr>
                <a:t>𝚫_</a:t>
              </a:r>
              <a:r>
                <a:rPr kumimoji="1" lang="en-US" altLang="zh-CN" sz="2400" b="1" i="0">
                  <a:latin typeface="Cambria Math" panose="02040503050406030204" pitchFamily="18" charset="0"/>
                </a:rPr>
                <a:t>𝒌 〗</a:t>
              </a:r>
              <a:endParaRPr lang="zh-CN" altLang="en-US" sz="2400" dirty="0"/>
            </a:p>
          </dgm:t>
        </dgm:pt>
      </mc:Fallback>
    </mc:AlternateContent>
    <dgm:pt modelId="{A155B287-7154-2246-9E84-1A5E8EF0BFED}" type="parTrans" cxnId="{15DBDCCF-8E6E-6649-BEE5-808CA3045ABC}">
      <dgm:prSet/>
      <dgm:spPr/>
      <dgm:t>
        <a:bodyPr/>
        <a:lstStyle/>
        <a:p>
          <a:endParaRPr lang="zh-CN" altLang="en-US" sz="2400"/>
        </a:p>
      </dgm:t>
    </dgm:pt>
    <dgm:pt modelId="{5A23EF7F-8186-3943-84E9-E7E9D4CC5F98}" type="sibTrans" cxnId="{15DBDCCF-8E6E-6649-BEE5-808CA3045ABC}">
      <dgm:prSet/>
      <dgm:spPr/>
      <dgm:t>
        <a:bodyPr/>
        <a:lstStyle/>
        <a:p>
          <a:endParaRPr lang="zh-CN" altLang="en-US" sz="2400"/>
        </a:p>
      </dgm:t>
    </dgm:pt>
    <dgm:pt modelId="{868BF66D-8204-1D4B-A0D7-88FE728335C4}">
      <dgm:prSet phldrT="[文本]" custT="1"/>
      <dgm:spPr/>
      <dgm:t>
        <a:bodyPr/>
        <a:lstStyle/>
        <a:p>
          <a:r>
            <a:rPr lang="zh-CN" altLang="en-US" sz="3600" dirty="0"/>
            <a:t>“数圈圈”</a:t>
          </a:r>
        </a:p>
      </dgm:t>
    </dgm:pt>
    <dgm:pt modelId="{517D80B0-1B95-8946-81CF-B6EDE83925B8}" type="parTrans" cxnId="{A10BEC94-9C23-CC44-A1CD-2DDA354E5E43}">
      <dgm:prSet/>
      <dgm:spPr/>
      <dgm:t>
        <a:bodyPr/>
        <a:lstStyle/>
        <a:p>
          <a:endParaRPr lang="zh-CN" altLang="en-US" sz="2400"/>
        </a:p>
      </dgm:t>
    </dgm:pt>
    <dgm:pt modelId="{38BD6D95-6488-3D44-B86A-EB30C28E2137}" type="sibTrans" cxnId="{A10BEC94-9C23-CC44-A1CD-2DDA354E5E43}">
      <dgm:prSet/>
      <dgm:spPr/>
      <dgm:t>
        <a:bodyPr/>
        <a:lstStyle/>
        <a:p>
          <a:endParaRPr lang="zh-CN" altLang="en-US" sz="2400"/>
        </a:p>
      </dgm:t>
    </dgm:pt>
    <dgm:pt modelId="{7F399864-8B54-CB42-A377-70D016974699}">
      <dgm:prSet phldrT="[文本]" custT="1"/>
      <dgm:spPr/>
      <dgm:t>
        <a:bodyPr/>
        <a:lstStyle/>
        <a:p>
          <a:r>
            <a:rPr lang="zh-CN" altLang="en-US" sz="3600" dirty="0"/>
            <a:t>“消消乐”</a:t>
          </a:r>
        </a:p>
      </dgm:t>
    </dgm:pt>
    <dgm:pt modelId="{B8C7B560-8D58-C447-B628-060FC065741A}" type="parTrans" cxnId="{FD791D48-9F7A-7743-8840-A8C0C5E7B94C}">
      <dgm:prSet/>
      <dgm:spPr/>
      <dgm:t>
        <a:bodyPr/>
        <a:lstStyle/>
        <a:p>
          <a:endParaRPr lang="zh-CN" altLang="en-US" sz="2400"/>
        </a:p>
      </dgm:t>
    </dgm:pt>
    <dgm:pt modelId="{AC5F9C1D-35C0-B145-A930-9FD27E4ACCDB}" type="sibTrans" cxnId="{FD791D48-9F7A-7743-8840-A8C0C5E7B94C}">
      <dgm:prSet/>
      <dgm:spPr/>
      <dgm:t>
        <a:bodyPr/>
        <a:lstStyle/>
        <a:p>
          <a:endParaRPr lang="zh-CN" altLang="en-US" sz="2400"/>
        </a:p>
      </dgm:t>
    </dgm:pt>
    <dgm:pt modelId="{4A51DC12-A693-8C45-97EA-A0FD04A9DE8E}" type="pres">
      <dgm:prSet presAssocID="{8B8087DF-D7DC-A142-B856-7937EDF6FD53}" presName="Name0" presStyleCnt="0">
        <dgm:presLayoutVars>
          <dgm:dir/>
          <dgm:resizeHandles val="exact"/>
        </dgm:presLayoutVars>
      </dgm:prSet>
      <dgm:spPr/>
    </dgm:pt>
    <dgm:pt modelId="{E5313421-624F-544A-95AB-B2DEF2D012BD}" type="pres">
      <dgm:prSet presAssocID="{468E43BE-C285-5F40-88C3-057EB9F8D13D}" presName="parTxOnly" presStyleLbl="node1" presStyleIdx="0" presStyleCnt="3">
        <dgm:presLayoutVars>
          <dgm:bulletEnabled val="1"/>
        </dgm:presLayoutVars>
      </dgm:prSet>
      <dgm:spPr/>
    </dgm:pt>
    <dgm:pt modelId="{DACCA61F-1472-A44D-9D1C-A556209BBD3A}" type="pres">
      <dgm:prSet presAssocID="{5A23EF7F-8186-3943-84E9-E7E9D4CC5F98}" presName="parSpace" presStyleCnt="0"/>
      <dgm:spPr/>
    </dgm:pt>
    <dgm:pt modelId="{EA454D93-B5C6-8543-BC1A-9FC8D44B8874}" type="pres">
      <dgm:prSet presAssocID="{868BF66D-8204-1D4B-A0D7-88FE728335C4}" presName="parTxOnly" presStyleLbl="node1" presStyleIdx="1" presStyleCnt="3">
        <dgm:presLayoutVars>
          <dgm:bulletEnabled val="1"/>
        </dgm:presLayoutVars>
      </dgm:prSet>
      <dgm:spPr/>
    </dgm:pt>
    <dgm:pt modelId="{180D5287-4EB2-A543-9391-4D5941E8974C}" type="pres">
      <dgm:prSet presAssocID="{38BD6D95-6488-3D44-B86A-EB30C28E2137}" presName="parSpace" presStyleCnt="0"/>
      <dgm:spPr/>
    </dgm:pt>
    <dgm:pt modelId="{BAC36972-7C0B-EC4E-8797-DE731818D490}" type="pres">
      <dgm:prSet presAssocID="{7F399864-8B54-CB42-A377-70D016974699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FD791D48-9F7A-7743-8840-A8C0C5E7B94C}" srcId="{8B8087DF-D7DC-A142-B856-7937EDF6FD53}" destId="{7F399864-8B54-CB42-A377-70D016974699}" srcOrd="2" destOrd="0" parTransId="{B8C7B560-8D58-C447-B628-060FC065741A}" sibTransId="{AC5F9C1D-35C0-B145-A930-9FD27E4ACCDB}"/>
    <dgm:cxn modelId="{C55E4973-7FD6-5E45-812B-190563FF8C62}" type="presOf" srcId="{868BF66D-8204-1D4B-A0D7-88FE728335C4}" destId="{EA454D93-B5C6-8543-BC1A-9FC8D44B8874}" srcOrd="0" destOrd="0" presId="urn:microsoft.com/office/officeart/2005/8/layout/hChevron3"/>
    <dgm:cxn modelId="{7E324B94-50C4-5444-9784-7551B0FEB858}" type="presOf" srcId="{7F399864-8B54-CB42-A377-70D016974699}" destId="{BAC36972-7C0B-EC4E-8797-DE731818D490}" srcOrd="0" destOrd="0" presId="urn:microsoft.com/office/officeart/2005/8/layout/hChevron3"/>
    <dgm:cxn modelId="{A10BEC94-9C23-CC44-A1CD-2DDA354E5E43}" srcId="{8B8087DF-D7DC-A142-B856-7937EDF6FD53}" destId="{868BF66D-8204-1D4B-A0D7-88FE728335C4}" srcOrd="1" destOrd="0" parTransId="{517D80B0-1B95-8946-81CF-B6EDE83925B8}" sibTransId="{38BD6D95-6488-3D44-B86A-EB30C28E2137}"/>
    <dgm:cxn modelId="{C33725AF-4847-CC4F-9E11-7C3C582705F9}" type="presOf" srcId="{8B8087DF-D7DC-A142-B856-7937EDF6FD53}" destId="{4A51DC12-A693-8C45-97EA-A0FD04A9DE8E}" srcOrd="0" destOrd="0" presId="urn:microsoft.com/office/officeart/2005/8/layout/hChevron3"/>
    <dgm:cxn modelId="{15DBDCCF-8E6E-6649-BEE5-808CA3045ABC}" srcId="{8B8087DF-D7DC-A142-B856-7937EDF6FD53}" destId="{468E43BE-C285-5F40-88C3-057EB9F8D13D}" srcOrd="0" destOrd="0" parTransId="{A155B287-7154-2246-9E84-1A5E8EF0BFED}" sibTransId="{5A23EF7F-8186-3943-84E9-E7E9D4CC5F98}"/>
    <dgm:cxn modelId="{282E33D9-78C0-844C-8A98-0BDB683024A3}" type="presOf" srcId="{468E43BE-C285-5F40-88C3-057EB9F8D13D}" destId="{E5313421-624F-544A-95AB-B2DEF2D012BD}" srcOrd="0" destOrd="0" presId="urn:microsoft.com/office/officeart/2005/8/layout/hChevron3"/>
    <dgm:cxn modelId="{C8E56F3D-16FE-F04F-9C0C-43791108BB8D}" type="presParOf" srcId="{4A51DC12-A693-8C45-97EA-A0FD04A9DE8E}" destId="{E5313421-624F-544A-95AB-B2DEF2D012BD}" srcOrd="0" destOrd="0" presId="urn:microsoft.com/office/officeart/2005/8/layout/hChevron3"/>
    <dgm:cxn modelId="{DAE9FF8D-3CC9-BB40-8081-6C477D2309C6}" type="presParOf" srcId="{4A51DC12-A693-8C45-97EA-A0FD04A9DE8E}" destId="{DACCA61F-1472-A44D-9D1C-A556209BBD3A}" srcOrd="1" destOrd="0" presId="urn:microsoft.com/office/officeart/2005/8/layout/hChevron3"/>
    <dgm:cxn modelId="{63F66460-382B-4D4F-A878-872B4D35AA83}" type="presParOf" srcId="{4A51DC12-A693-8C45-97EA-A0FD04A9DE8E}" destId="{EA454D93-B5C6-8543-BC1A-9FC8D44B8874}" srcOrd="2" destOrd="0" presId="urn:microsoft.com/office/officeart/2005/8/layout/hChevron3"/>
    <dgm:cxn modelId="{AE88D8B0-F7FD-6549-B0D4-85F8C52E2877}" type="presParOf" srcId="{4A51DC12-A693-8C45-97EA-A0FD04A9DE8E}" destId="{180D5287-4EB2-A543-9391-4D5941E8974C}" srcOrd="3" destOrd="0" presId="urn:microsoft.com/office/officeart/2005/8/layout/hChevron3"/>
    <dgm:cxn modelId="{08CF5DA6-D6ED-5441-A225-55D07B80C787}" type="presParOf" srcId="{4A51DC12-A693-8C45-97EA-A0FD04A9DE8E}" destId="{BAC36972-7C0B-EC4E-8797-DE731818D49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8087DF-D7DC-A142-B856-7937EDF6FD53}" type="doc">
      <dgm:prSet loTypeId="urn:microsoft.com/office/officeart/2005/8/layout/hChevron3" loCatId="" qsTypeId="urn:microsoft.com/office/officeart/2005/8/quickstyle/simple5" qsCatId="simple" csTypeId="urn:microsoft.com/office/officeart/2005/8/colors/colorful1" csCatId="colorful" phldr="1"/>
      <dgm:spPr/>
    </dgm:pt>
    <dgm:pt modelId="{468E43BE-C285-5F40-88C3-057EB9F8D13D}">
      <dgm:prSet phldrT="[文本]"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zh-CN" altLang="en-US">
              <a:noFill/>
            </a:rPr>
            <a:t> </a:t>
          </a:r>
        </a:p>
      </dgm:t>
    </dgm:pt>
    <dgm:pt modelId="{A155B287-7154-2246-9E84-1A5E8EF0BFED}" type="parTrans" cxnId="{15DBDCCF-8E6E-6649-BEE5-808CA3045ABC}">
      <dgm:prSet/>
      <dgm:spPr/>
      <dgm:t>
        <a:bodyPr/>
        <a:lstStyle/>
        <a:p>
          <a:endParaRPr lang="zh-CN" altLang="en-US" sz="2400"/>
        </a:p>
      </dgm:t>
    </dgm:pt>
    <dgm:pt modelId="{5A23EF7F-8186-3943-84E9-E7E9D4CC5F98}" type="sibTrans" cxnId="{15DBDCCF-8E6E-6649-BEE5-808CA3045ABC}">
      <dgm:prSet/>
      <dgm:spPr/>
      <dgm:t>
        <a:bodyPr/>
        <a:lstStyle/>
        <a:p>
          <a:endParaRPr lang="zh-CN" altLang="en-US" sz="2400"/>
        </a:p>
      </dgm:t>
    </dgm:pt>
    <dgm:pt modelId="{868BF66D-8204-1D4B-A0D7-88FE728335C4}">
      <dgm:prSet phldrT="[文本]" custT="1"/>
      <dgm:spPr/>
      <dgm:t>
        <a:bodyPr/>
        <a:lstStyle/>
        <a:p>
          <a:r>
            <a:rPr lang="zh-CN" altLang="en-US" sz="3600" dirty="0"/>
            <a:t>“数圈圈”</a:t>
          </a:r>
        </a:p>
      </dgm:t>
    </dgm:pt>
    <dgm:pt modelId="{517D80B0-1B95-8946-81CF-B6EDE83925B8}" type="parTrans" cxnId="{A10BEC94-9C23-CC44-A1CD-2DDA354E5E43}">
      <dgm:prSet/>
      <dgm:spPr/>
      <dgm:t>
        <a:bodyPr/>
        <a:lstStyle/>
        <a:p>
          <a:endParaRPr lang="zh-CN" altLang="en-US" sz="2400"/>
        </a:p>
      </dgm:t>
    </dgm:pt>
    <dgm:pt modelId="{38BD6D95-6488-3D44-B86A-EB30C28E2137}" type="sibTrans" cxnId="{A10BEC94-9C23-CC44-A1CD-2DDA354E5E43}">
      <dgm:prSet/>
      <dgm:spPr/>
      <dgm:t>
        <a:bodyPr/>
        <a:lstStyle/>
        <a:p>
          <a:endParaRPr lang="zh-CN" altLang="en-US" sz="2400"/>
        </a:p>
      </dgm:t>
    </dgm:pt>
    <dgm:pt modelId="{7F399864-8B54-CB42-A377-70D016974699}">
      <dgm:prSet phldrT="[文本]" custT="1"/>
      <dgm:spPr/>
      <dgm:t>
        <a:bodyPr/>
        <a:lstStyle/>
        <a:p>
          <a:r>
            <a:rPr lang="zh-CN" altLang="en-US" sz="3600" dirty="0"/>
            <a:t>“消消乐”</a:t>
          </a:r>
        </a:p>
      </dgm:t>
    </dgm:pt>
    <dgm:pt modelId="{B8C7B560-8D58-C447-B628-060FC065741A}" type="parTrans" cxnId="{FD791D48-9F7A-7743-8840-A8C0C5E7B94C}">
      <dgm:prSet/>
      <dgm:spPr/>
      <dgm:t>
        <a:bodyPr/>
        <a:lstStyle/>
        <a:p>
          <a:endParaRPr lang="zh-CN" altLang="en-US" sz="2400"/>
        </a:p>
      </dgm:t>
    </dgm:pt>
    <dgm:pt modelId="{AC5F9C1D-35C0-B145-A930-9FD27E4ACCDB}" type="sibTrans" cxnId="{FD791D48-9F7A-7743-8840-A8C0C5E7B94C}">
      <dgm:prSet/>
      <dgm:spPr/>
      <dgm:t>
        <a:bodyPr/>
        <a:lstStyle/>
        <a:p>
          <a:endParaRPr lang="zh-CN" altLang="en-US" sz="2400"/>
        </a:p>
      </dgm:t>
    </dgm:pt>
    <dgm:pt modelId="{4A51DC12-A693-8C45-97EA-A0FD04A9DE8E}" type="pres">
      <dgm:prSet presAssocID="{8B8087DF-D7DC-A142-B856-7937EDF6FD53}" presName="Name0" presStyleCnt="0">
        <dgm:presLayoutVars>
          <dgm:dir/>
          <dgm:resizeHandles val="exact"/>
        </dgm:presLayoutVars>
      </dgm:prSet>
      <dgm:spPr/>
    </dgm:pt>
    <dgm:pt modelId="{E5313421-624F-544A-95AB-B2DEF2D012BD}" type="pres">
      <dgm:prSet presAssocID="{468E43BE-C285-5F40-88C3-057EB9F8D13D}" presName="parTxOnly" presStyleLbl="node1" presStyleIdx="0" presStyleCnt="3">
        <dgm:presLayoutVars>
          <dgm:bulletEnabled val="1"/>
        </dgm:presLayoutVars>
      </dgm:prSet>
      <dgm:spPr/>
    </dgm:pt>
    <dgm:pt modelId="{DACCA61F-1472-A44D-9D1C-A556209BBD3A}" type="pres">
      <dgm:prSet presAssocID="{5A23EF7F-8186-3943-84E9-E7E9D4CC5F98}" presName="parSpace" presStyleCnt="0"/>
      <dgm:spPr/>
    </dgm:pt>
    <dgm:pt modelId="{EA454D93-B5C6-8543-BC1A-9FC8D44B8874}" type="pres">
      <dgm:prSet presAssocID="{868BF66D-8204-1D4B-A0D7-88FE728335C4}" presName="parTxOnly" presStyleLbl="node1" presStyleIdx="1" presStyleCnt="3">
        <dgm:presLayoutVars>
          <dgm:bulletEnabled val="1"/>
        </dgm:presLayoutVars>
      </dgm:prSet>
      <dgm:spPr/>
    </dgm:pt>
    <dgm:pt modelId="{180D5287-4EB2-A543-9391-4D5941E8974C}" type="pres">
      <dgm:prSet presAssocID="{38BD6D95-6488-3D44-B86A-EB30C28E2137}" presName="parSpace" presStyleCnt="0"/>
      <dgm:spPr/>
    </dgm:pt>
    <dgm:pt modelId="{BAC36972-7C0B-EC4E-8797-DE731818D490}" type="pres">
      <dgm:prSet presAssocID="{7F399864-8B54-CB42-A377-70D016974699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FD791D48-9F7A-7743-8840-A8C0C5E7B94C}" srcId="{8B8087DF-D7DC-A142-B856-7937EDF6FD53}" destId="{7F399864-8B54-CB42-A377-70D016974699}" srcOrd="2" destOrd="0" parTransId="{B8C7B560-8D58-C447-B628-060FC065741A}" sibTransId="{AC5F9C1D-35C0-B145-A930-9FD27E4ACCDB}"/>
    <dgm:cxn modelId="{C55E4973-7FD6-5E45-812B-190563FF8C62}" type="presOf" srcId="{868BF66D-8204-1D4B-A0D7-88FE728335C4}" destId="{EA454D93-B5C6-8543-BC1A-9FC8D44B8874}" srcOrd="0" destOrd="0" presId="urn:microsoft.com/office/officeart/2005/8/layout/hChevron3"/>
    <dgm:cxn modelId="{7E324B94-50C4-5444-9784-7551B0FEB858}" type="presOf" srcId="{7F399864-8B54-CB42-A377-70D016974699}" destId="{BAC36972-7C0B-EC4E-8797-DE731818D490}" srcOrd="0" destOrd="0" presId="urn:microsoft.com/office/officeart/2005/8/layout/hChevron3"/>
    <dgm:cxn modelId="{A10BEC94-9C23-CC44-A1CD-2DDA354E5E43}" srcId="{8B8087DF-D7DC-A142-B856-7937EDF6FD53}" destId="{868BF66D-8204-1D4B-A0D7-88FE728335C4}" srcOrd="1" destOrd="0" parTransId="{517D80B0-1B95-8946-81CF-B6EDE83925B8}" sibTransId="{38BD6D95-6488-3D44-B86A-EB30C28E2137}"/>
    <dgm:cxn modelId="{C33725AF-4847-CC4F-9E11-7C3C582705F9}" type="presOf" srcId="{8B8087DF-D7DC-A142-B856-7937EDF6FD53}" destId="{4A51DC12-A693-8C45-97EA-A0FD04A9DE8E}" srcOrd="0" destOrd="0" presId="urn:microsoft.com/office/officeart/2005/8/layout/hChevron3"/>
    <dgm:cxn modelId="{15DBDCCF-8E6E-6649-BEE5-808CA3045ABC}" srcId="{8B8087DF-D7DC-A142-B856-7937EDF6FD53}" destId="{468E43BE-C285-5F40-88C3-057EB9F8D13D}" srcOrd="0" destOrd="0" parTransId="{A155B287-7154-2246-9E84-1A5E8EF0BFED}" sibTransId="{5A23EF7F-8186-3943-84E9-E7E9D4CC5F98}"/>
    <dgm:cxn modelId="{282E33D9-78C0-844C-8A98-0BDB683024A3}" type="presOf" srcId="{468E43BE-C285-5F40-88C3-057EB9F8D13D}" destId="{E5313421-624F-544A-95AB-B2DEF2D012BD}" srcOrd="0" destOrd="0" presId="urn:microsoft.com/office/officeart/2005/8/layout/hChevron3"/>
    <dgm:cxn modelId="{C8E56F3D-16FE-F04F-9C0C-43791108BB8D}" type="presParOf" srcId="{4A51DC12-A693-8C45-97EA-A0FD04A9DE8E}" destId="{E5313421-624F-544A-95AB-B2DEF2D012BD}" srcOrd="0" destOrd="0" presId="urn:microsoft.com/office/officeart/2005/8/layout/hChevron3"/>
    <dgm:cxn modelId="{DAE9FF8D-3CC9-BB40-8081-6C477D2309C6}" type="presParOf" srcId="{4A51DC12-A693-8C45-97EA-A0FD04A9DE8E}" destId="{DACCA61F-1472-A44D-9D1C-A556209BBD3A}" srcOrd="1" destOrd="0" presId="urn:microsoft.com/office/officeart/2005/8/layout/hChevron3"/>
    <dgm:cxn modelId="{63F66460-382B-4D4F-A878-872B4D35AA83}" type="presParOf" srcId="{4A51DC12-A693-8C45-97EA-A0FD04A9DE8E}" destId="{EA454D93-B5C6-8543-BC1A-9FC8D44B8874}" srcOrd="2" destOrd="0" presId="urn:microsoft.com/office/officeart/2005/8/layout/hChevron3"/>
    <dgm:cxn modelId="{AE88D8B0-F7FD-6549-B0D4-85F8C52E2877}" type="presParOf" srcId="{4A51DC12-A693-8C45-97EA-A0FD04A9DE8E}" destId="{180D5287-4EB2-A543-9391-4D5941E8974C}" srcOrd="3" destOrd="0" presId="urn:microsoft.com/office/officeart/2005/8/layout/hChevron3"/>
    <dgm:cxn modelId="{08CF5DA6-D6ED-5441-A225-55D07B80C787}" type="presParOf" srcId="{4A51DC12-A693-8C45-97EA-A0FD04A9DE8E}" destId="{BAC36972-7C0B-EC4E-8797-DE731818D490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13421-624F-544A-95AB-B2DEF2D012BD}">
      <dsp:nvSpPr>
        <dsp:cNvPr id="0" name=""/>
        <dsp:cNvSpPr/>
      </dsp:nvSpPr>
      <dsp:spPr>
        <a:xfrm>
          <a:off x="4778" y="0"/>
          <a:ext cx="4178327" cy="1124804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"/>
              </m:oMathParaPr>
              <m:oMath xmlns:m="http://schemas.openxmlformats.org/officeDocument/2006/math">
                <m:r>
                  <a:rPr kumimoji="1" lang="en-US" altLang="zh-CN" sz="2400" b="1" i="1" kern="1200" smtClean="0">
                    <a:latin typeface="Cambria Math" panose="02040503050406030204" pitchFamily="18" charset="0"/>
                  </a:rPr>
                  <m:t>𝒑</m:t>
                </m:r>
                <m:r>
                  <a:rPr kumimoji="1" lang="en-US" altLang="zh-CN" sz="2400" b="1" i="1" kern="1200" smtClean="0">
                    <a:latin typeface="Cambria Math" panose="02040503050406030204" pitchFamily="18" charset="0"/>
                  </a:rPr>
                  <m:t>=</m:t>
                </m:r>
                <m:f>
                  <m:fPr>
                    <m:ctrlPr>
                      <a:rPr kumimoji="1" lang="en-US" altLang="zh-CN" sz="2400" b="1" i="1" kern="1200">
                        <a:latin typeface="Cambria Math" panose="02040503050406030204" pitchFamily="18" charset="0"/>
                      </a:rPr>
                    </m:ctrlPr>
                  </m:fPr>
                  <m:num>
                    <m: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𝟏</m:t>
                    </m:r>
                  </m:num>
                  <m:den>
                    <m:r>
                      <a:rPr kumimoji="1" lang="en-US" altLang="zh-CN" sz="2400" b="1" i="1" kern="1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</m:den>
                </m:f>
                <m:nary>
                  <m:naryPr>
                    <m:chr m:val="∑"/>
                    <m:ctrlPr>
                      <a:rPr kumimoji="1" lang="en-US" altLang="zh-CN" sz="2400" b="1" i="1" kern="1200">
                        <a:latin typeface="Cambria Math" panose="02040503050406030204" pitchFamily="18" charset="0"/>
                      </a:rPr>
                    </m:ctrlPr>
                  </m:naryPr>
                  <m:sub>
                    <m:r>
                      <m:rPr>
                        <m:brk m:alnAt="23"/>
                      </m:rP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𝒌</m:t>
                    </m:r>
                    <m: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𝟏</m:t>
                    </m:r>
                  </m:sub>
                  <m:sup>
                    <m:r>
                      <a:rPr kumimoji="1" lang="en-US" altLang="zh-CN" sz="2400" b="1" i="1" kern="1200">
                        <a:latin typeface="Cambria Math" panose="02040503050406030204" pitchFamily="18" charset="0"/>
                      </a:rPr>
                      <m:t>𝒏</m:t>
                    </m:r>
                  </m:sup>
                  <m:e>
                    <m:sSub>
                      <m:sSubPr>
                        <m:ctrlP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sSub>
                      <m:sSubPr>
                        <m:ctrlP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 kern="12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kumimoji="1" lang="en-US" altLang="zh-CN" sz="2400" b="1" i="1" kern="120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e>
                </m:nary>
              </m:oMath>
            </m:oMathPara>
          </a14:m>
          <a:endParaRPr lang="zh-CN" altLang="en-US" sz="2400" kern="1200" dirty="0"/>
        </a:p>
      </dsp:txBody>
      <dsp:txXfrm>
        <a:off x="4778" y="0"/>
        <a:ext cx="3897126" cy="1124804"/>
      </dsp:txXfrm>
    </dsp:sp>
    <dsp:sp modelId="{EA454D93-B5C6-8543-BC1A-9FC8D44B8874}">
      <dsp:nvSpPr>
        <dsp:cNvPr id="0" name=""/>
        <dsp:cNvSpPr/>
      </dsp:nvSpPr>
      <dsp:spPr>
        <a:xfrm>
          <a:off x="3347440" y="0"/>
          <a:ext cx="4178327" cy="1124804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018" tIns="96012" rIns="48006" bIns="9601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“数圈圈”</a:t>
          </a:r>
        </a:p>
      </dsp:txBody>
      <dsp:txXfrm>
        <a:off x="3909842" y="0"/>
        <a:ext cx="3053523" cy="1124804"/>
      </dsp:txXfrm>
    </dsp:sp>
    <dsp:sp modelId="{BAC36972-7C0B-EC4E-8797-DE731818D490}">
      <dsp:nvSpPr>
        <dsp:cNvPr id="0" name=""/>
        <dsp:cNvSpPr/>
      </dsp:nvSpPr>
      <dsp:spPr>
        <a:xfrm>
          <a:off x="6690102" y="0"/>
          <a:ext cx="4178327" cy="1124804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018" tIns="96012" rIns="48006" bIns="9601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“消消乐”</a:t>
          </a:r>
        </a:p>
      </dsp:txBody>
      <dsp:txXfrm>
        <a:off x="7252504" y="0"/>
        <a:ext cx="3053523" cy="1124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2024/3/12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2024/3/12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707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285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032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458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602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226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075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4749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559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34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5148118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2.png"/><Relationship Id="rId13" Type="http://schemas.openxmlformats.org/officeDocument/2006/relationships/image" Target="../media/image2052.png"/><Relationship Id="rId18" Type="http://schemas.openxmlformats.org/officeDocument/2006/relationships/image" Target="../media/image210.png"/><Relationship Id="rId26" Type="http://schemas.openxmlformats.org/officeDocument/2006/relationships/image" Target="../media/image219.png"/><Relationship Id="rId3" Type="http://schemas.openxmlformats.org/officeDocument/2006/relationships/image" Target="../media/image1951.png"/><Relationship Id="rId21" Type="http://schemas.openxmlformats.org/officeDocument/2006/relationships/image" Target="../media/image213.png"/><Relationship Id="rId7" Type="http://schemas.openxmlformats.org/officeDocument/2006/relationships/image" Target="../media/image1992.png"/><Relationship Id="rId12" Type="http://schemas.openxmlformats.org/officeDocument/2006/relationships/image" Target="../media/image2042.png"/><Relationship Id="rId17" Type="http://schemas.openxmlformats.org/officeDocument/2006/relationships/image" Target="../media/image2091.png"/><Relationship Id="rId25" Type="http://schemas.openxmlformats.org/officeDocument/2006/relationships/image" Target="../media/image218.png"/><Relationship Id="rId2" Type="http://schemas.openxmlformats.org/officeDocument/2006/relationships/image" Target="../media/image1942.png"/><Relationship Id="rId16" Type="http://schemas.openxmlformats.org/officeDocument/2006/relationships/image" Target="../media/image2082.png"/><Relationship Id="rId20" Type="http://schemas.openxmlformats.org/officeDocument/2006/relationships/image" Target="../media/image212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982.png"/><Relationship Id="rId11" Type="http://schemas.openxmlformats.org/officeDocument/2006/relationships/image" Target="../media/image2032.png"/><Relationship Id="rId24" Type="http://schemas.openxmlformats.org/officeDocument/2006/relationships/image" Target="../media/image217.png"/><Relationship Id="rId5" Type="http://schemas.openxmlformats.org/officeDocument/2006/relationships/image" Target="../media/image1972.png"/><Relationship Id="rId15" Type="http://schemas.openxmlformats.org/officeDocument/2006/relationships/image" Target="../media/image2072.png"/><Relationship Id="rId23" Type="http://schemas.openxmlformats.org/officeDocument/2006/relationships/image" Target="../media/image215.png"/><Relationship Id="rId10" Type="http://schemas.openxmlformats.org/officeDocument/2006/relationships/image" Target="../media/image2022.png"/><Relationship Id="rId19" Type="http://schemas.openxmlformats.org/officeDocument/2006/relationships/image" Target="../media/image211.png"/><Relationship Id="rId4" Type="http://schemas.openxmlformats.org/officeDocument/2006/relationships/image" Target="../media/image1962.png"/><Relationship Id="rId9" Type="http://schemas.openxmlformats.org/officeDocument/2006/relationships/image" Target="../media/image2012.png"/><Relationship Id="rId14" Type="http://schemas.openxmlformats.org/officeDocument/2006/relationships/image" Target="../media/image2062.png"/><Relationship Id="rId22" Type="http://schemas.openxmlformats.org/officeDocument/2006/relationships/image" Target="../media/image214.png"/></Relationships>
</file>

<file path=ppt/slides/_rels/slide5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052.png"/><Relationship Id="rId51" Type="http://schemas.openxmlformats.org/officeDocument/2006/relationships/image" Target="../media/image218.png"/><Relationship Id="rId34" Type="http://schemas.openxmlformats.org/officeDocument/2006/relationships/image" Target="../media/image2002.png"/><Relationship Id="rId42" Type="http://schemas.openxmlformats.org/officeDocument/2006/relationships/image" Target="../media/image2082.png"/><Relationship Id="rId47" Type="http://schemas.openxmlformats.org/officeDocument/2006/relationships/image" Target="../media/image213.png"/><Relationship Id="rId50" Type="http://schemas.openxmlformats.org/officeDocument/2006/relationships/image" Target="../media/image217.png"/><Relationship Id="rId33" Type="http://schemas.openxmlformats.org/officeDocument/2006/relationships/image" Target="../media/image1992.png"/><Relationship Id="rId38" Type="http://schemas.openxmlformats.org/officeDocument/2006/relationships/image" Target="../media/image2042.png"/><Relationship Id="rId46" Type="http://schemas.openxmlformats.org/officeDocument/2006/relationships/image" Target="../media/image212.png"/><Relationship Id="rId2" Type="http://schemas.openxmlformats.org/officeDocument/2006/relationships/image" Target="../media/image40.png"/><Relationship Id="rId29" Type="http://schemas.openxmlformats.org/officeDocument/2006/relationships/image" Target="../media/image1951.png"/><Relationship Id="rId41" Type="http://schemas.openxmlformats.org/officeDocument/2006/relationships/image" Target="../media/image2072.png"/><Relationship Id="rId1" Type="http://schemas.openxmlformats.org/officeDocument/2006/relationships/slideLayout" Target="../slideLayouts/slideLayout16.xml"/><Relationship Id="rId32" Type="http://schemas.openxmlformats.org/officeDocument/2006/relationships/image" Target="../media/image1982.png"/><Relationship Id="rId37" Type="http://schemas.openxmlformats.org/officeDocument/2006/relationships/image" Target="../media/image2032.png"/><Relationship Id="rId40" Type="http://schemas.openxmlformats.org/officeDocument/2006/relationships/image" Target="../media/image2062.png"/><Relationship Id="rId45" Type="http://schemas.openxmlformats.org/officeDocument/2006/relationships/image" Target="../media/image211.png"/><Relationship Id="rId28" Type="http://schemas.openxmlformats.org/officeDocument/2006/relationships/image" Target="../media/image1942.png"/><Relationship Id="rId36" Type="http://schemas.openxmlformats.org/officeDocument/2006/relationships/image" Target="../media/image2022.png"/><Relationship Id="rId49" Type="http://schemas.openxmlformats.org/officeDocument/2006/relationships/image" Target="../media/image215.png"/><Relationship Id="rId31" Type="http://schemas.openxmlformats.org/officeDocument/2006/relationships/image" Target="../media/image1972.png"/><Relationship Id="rId44" Type="http://schemas.openxmlformats.org/officeDocument/2006/relationships/image" Target="../media/image210.png"/><Relationship Id="rId52" Type="http://schemas.openxmlformats.org/officeDocument/2006/relationships/image" Target="../media/image219.png"/><Relationship Id="rId30" Type="http://schemas.openxmlformats.org/officeDocument/2006/relationships/image" Target="../media/image1962.png"/><Relationship Id="rId35" Type="http://schemas.openxmlformats.org/officeDocument/2006/relationships/image" Target="../media/image2012.png"/><Relationship Id="rId43" Type="http://schemas.openxmlformats.org/officeDocument/2006/relationships/image" Target="../media/image2091.png"/><Relationship Id="rId48" Type="http://schemas.openxmlformats.org/officeDocument/2006/relationships/image" Target="../media/image214.png"/></Relationships>
</file>

<file path=ppt/slides/_rels/slide6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052.png"/><Relationship Id="rId51" Type="http://schemas.openxmlformats.org/officeDocument/2006/relationships/image" Target="../media/image218.png"/><Relationship Id="rId34" Type="http://schemas.openxmlformats.org/officeDocument/2006/relationships/image" Target="../media/image2002.png"/><Relationship Id="rId42" Type="http://schemas.openxmlformats.org/officeDocument/2006/relationships/image" Target="../media/image2082.png"/><Relationship Id="rId47" Type="http://schemas.openxmlformats.org/officeDocument/2006/relationships/image" Target="../media/image213.png"/><Relationship Id="rId50" Type="http://schemas.openxmlformats.org/officeDocument/2006/relationships/image" Target="../media/image217.png"/><Relationship Id="rId33" Type="http://schemas.openxmlformats.org/officeDocument/2006/relationships/image" Target="../media/image1992.png"/><Relationship Id="rId38" Type="http://schemas.openxmlformats.org/officeDocument/2006/relationships/image" Target="../media/image2042.png"/><Relationship Id="rId46" Type="http://schemas.openxmlformats.org/officeDocument/2006/relationships/image" Target="../media/image212.png"/><Relationship Id="rId2" Type="http://schemas.openxmlformats.org/officeDocument/2006/relationships/image" Target="../media/image50.png"/><Relationship Id="rId29" Type="http://schemas.openxmlformats.org/officeDocument/2006/relationships/image" Target="../media/image1951.png"/><Relationship Id="rId41" Type="http://schemas.openxmlformats.org/officeDocument/2006/relationships/image" Target="../media/image2072.png"/><Relationship Id="rId1" Type="http://schemas.openxmlformats.org/officeDocument/2006/relationships/slideLayout" Target="../slideLayouts/slideLayout16.xml"/><Relationship Id="rId32" Type="http://schemas.openxmlformats.org/officeDocument/2006/relationships/image" Target="../media/image1982.png"/><Relationship Id="rId37" Type="http://schemas.openxmlformats.org/officeDocument/2006/relationships/image" Target="../media/image2032.png"/><Relationship Id="rId40" Type="http://schemas.openxmlformats.org/officeDocument/2006/relationships/image" Target="../media/image2062.png"/><Relationship Id="rId45" Type="http://schemas.openxmlformats.org/officeDocument/2006/relationships/image" Target="../media/image211.png"/><Relationship Id="rId28" Type="http://schemas.openxmlformats.org/officeDocument/2006/relationships/image" Target="../media/image1942.png"/><Relationship Id="rId36" Type="http://schemas.openxmlformats.org/officeDocument/2006/relationships/image" Target="../media/image2022.png"/><Relationship Id="rId49" Type="http://schemas.openxmlformats.org/officeDocument/2006/relationships/image" Target="../media/image215.png"/><Relationship Id="rId31" Type="http://schemas.openxmlformats.org/officeDocument/2006/relationships/image" Target="../media/image1972.png"/><Relationship Id="rId44" Type="http://schemas.openxmlformats.org/officeDocument/2006/relationships/image" Target="../media/image210.png"/><Relationship Id="rId52" Type="http://schemas.openxmlformats.org/officeDocument/2006/relationships/image" Target="../media/image219.png"/><Relationship Id="rId30" Type="http://schemas.openxmlformats.org/officeDocument/2006/relationships/image" Target="../media/image1962.png"/><Relationship Id="rId35" Type="http://schemas.openxmlformats.org/officeDocument/2006/relationships/image" Target="../media/image2012.png"/><Relationship Id="rId43" Type="http://schemas.openxmlformats.org/officeDocument/2006/relationships/image" Target="../media/image2091.png"/><Relationship Id="rId48" Type="http://schemas.openxmlformats.org/officeDocument/2006/relationships/image" Target="../media/image214.png"/></Relationships>
</file>

<file path=ppt/slides/_rels/slide7.xml.rels><?xml version="1.0" encoding="UTF-8" standalone="yes"?>
<Relationships xmlns="http://schemas.openxmlformats.org/package/2006/relationships"><Relationship Id="rId39" Type="http://schemas.openxmlformats.org/officeDocument/2006/relationships/image" Target="../media/image2052.png"/><Relationship Id="rId51" Type="http://schemas.openxmlformats.org/officeDocument/2006/relationships/image" Target="../media/image218.png"/><Relationship Id="rId34" Type="http://schemas.openxmlformats.org/officeDocument/2006/relationships/image" Target="../media/image2002.png"/><Relationship Id="rId42" Type="http://schemas.openxmlformats.org/officeDocument/2006/relationships/image" Target="../media/image2082.png"/><Relationship Id="rId47" Type="http://schemas.openxmlformats.org/officeDocument/2006/relationships/image" Target="../media/image213.png"/><Relationship Id="rId50" Type="http://schemas.openxmlformats.org/officeDocument/2006/relationships/image" Target="../media/image217.png"/><Relationship Id="rId33" Type="http://schemas.openxmlformats.org/officeDocument/2006/relationships/image" Target="../media/image1992.png"/><Relationship Id="rId38" Type="http://schemas.openxmlformats.org/officeDocument/2006/relationships/image" Target="../media/image2042.png"/><Relationship Id="rId46" Type="http://schemas.openxmlformats.org/officeDocument/2006/relationships/image" Target="../media/image212.png"/><Relationship Id="rId29" Type="http://schemas.openxmlformats.org/officeDocument/2006/relationships/image" Target="../media/image1951.png"/><Relationship Id="rId41" Type="http://schemas.openxmlformats.org/officeDocument/2006/relationships/image" Target="../media/image2072.png"/><Relationship Id="rId1" Type="http://schemas.openxmlformats.org/officeDocument/2006/relationships/slideLayout" Target="../slideLayouts/slideLayout16.xml"/><Relationship Id="rId32" Type="http://schemas.openxmlformats.org/officeDocument/2006/relationships/image" Target="../media/image1982.png"/><Relationship Id="rId37" Type="http://schemas.openxmlformats.org/officeDocument/2006/relationships/image" Target="../media/image2032.png"/><Relationship Id="rId40" Type="http://schemas.openxmlformats.org/officeDocument/2006/relationships/image" Target="../media/image2062.png"/><Relationship Id="rId45" Type="http://schemas.openxmlformats.org/officeDocument/2006/relationships/image" Target="../media/image211.png"/><Relationship Id="rId28" Type="http://schemas.openxmlformats.org/officeDocument/2006/relationships/image" Target="../media/image1942.png"/><Relationship Id="rId36" Type="http://schemas.openxmlformats.org/officeDocument/2006/relationships/image" Target="../media/image2022.png"/><Relationship Id="rId49" Type="http://schemas.openxmlformats.org/officeDocument/2006/relationships/image" Target="../media/image215.png"/><Relationship Id="rId31" Type="http://schemas.openxmlformats.org/officeDocument/2006/relationships/image" Target="../media/image1972.png"/><Relationship Id="rId44" Type="http://schemas.openxmlformats.org/officeDocument/2006/relationships/image" Target="../media/image210.png"/><Relationship Id="rId52" Type="http://schemas.openxmlformats.org/officeDocument/2006/relationships/image" Target="../media/image219.png"/><Relationship Id="rId27" Type="http://schemas.openxmlformats.org/officeDocument/2006/relationships/image" Target="../media/image500.png"/><Relationship Id="rId30" Type="http://schemas.openxmlformats.org/officeDocument/2006/relationships/image" Target="../media/image1962.png"/><Relationship Id="rId35" Type="http://schemas.openxmlformats.org/officeDocument/2006/relationships/image" Target="../media/image2012.png"/><Relationship Id="rId43" Type="http://schemas.openxmlformats.org/officeDocument/2006/relationships/image" Target="../media/image2091.png"/><Relationship Id="rId48" Type="http://schemas.openxmlformats.org/officeDocument/2006/relationships/image" Target="../media/image2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520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50.png"/><Relationship Id="rId5" Type="http://schemas.openxmlformats.org/officeDocument/2006/relationships/image" Target="../media/image540.png"/><Relationship Id="rId4" Type="http://schemas.openxmlformats.org/officeDocument/2006/relationships/image" Target="../media/image19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680.png"/><Relationship Id="rId3" Type="http://schemas.openxmlformats.org/officeDocument/2006/relationships/image" Target="../media/image580.png"/><Relationship Id="rId7" Type="http://schemas.openxmlformats.org/officeDocument/2006/relationships/image" Target="../media/image620.png"/><Relationship Id="rId12" Type="http://schemas.openxmlformats.org/officeDocument/2006/relationships/image" Target="../media/image670.png"/><Relationship Id="rId17" Type="http://schemas.openxmlformats.org/officeDocument/2006/relationships/image" Target="../media/image720.png"/><Relationship Id="rId2" Type="http://schemas.openxmlformats.org/officeDocument/2006/relationships/image" Target="../media/image570.png"/><Relationship Id="rId16" Type="http://schemas.openxmlformats.org/officeDocument/2006/relationships/image" Target="../media/image7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0.png"/><Relationship Id="rId11" Type="http://schemas.openxmlformats.org/officeDocument/2006/relationships/image" Target="../media/image660.png"/><Relationship Id="rId5" Type="http://schemas.openxmlformats.org/officeDocument/2006/relationships/image" Target="../media/image600.png"/><Relationship Id="rId15" Type="http://schemas.openxmlformats.org/officeDocument/2006/relationships/image" Target="../media/image700.png"/><Relationship Id="rId10" Type="http://schemas.openxmlformats.org/officeDocument/2006/relationships/image" Target="../media/image650.png"/><Relationship Id="rId4" Type="http://schemas.openxmlformats.org/officeDocument/2006/relationships/image" Target="../media/image590.png"/><Relationship Id="rId9" Type="http://schemas.openxmlformats.org/officeDocument/2006/relationships/image" Target="../media/image640.png"/><Relationship Id="rId14" Type="http://schemas.openxmlformats.org/officeDocument/2006/relationships/image" Target="../media/image69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0.png"/><Relationship Id="rId13" Type="http://schemas.openxmlformats.org/officeDocument/2006/relationships/image" Target="../media/image1971.png"/><Relationship Id="rId18" Type="http://schemas.openxmlformats.org/officeDocument/2006/relationships/image" Target="../media/image2021.png"/><Relationship Id="rId26" Type="http://schemas.openxmlformats.org/officeDocument/2006/relationships/image" Target="../media/image2061.png"/><Relationship Id="rId3" Type="http://schemas.openxmlformats.org/officeDocument/2006/relationships/image" Target="../media/image1961.png"/><Relationship Id="rId21" Type="http://schemas.openxmlformats.org/officeDocument/2006/relationships/image" Target="../media/image2051.png"/><Relationship Id="rId7" Type="http://schemas.openxmlformats.org/officeDocument/2006/relationships/image" Target="../media/image780.png"/><Relationship Id="rId12" Type="http://schemas.openxmlformats.org/officeDocument/2006/relationships/image" Target="../media/image830.png"/><Relationship Id="rId17" Type="http://schemas.openxmlformats.org/officeDocument/2006/relationships/image" Target="../media/image2011.png"/><Relationship Id="rId25" Type="http://schemas.openxmlformats.org/officeDocument/2006/relationships/image" Target="../media/image960.png"/><Relationship Id="rId2" Type="http://schemas.openxmlformats.org/officeDocument/2006/relationships/image" Target="../media/image1950.png"/><Relationship Id="rId16" Type="http://schemas.openxmlformats.org/officeDocument/2006/relationships/image" Target="../media/image2001.png"/><Relationship Id="rId20" Type="http://schemas.openxmlformats.org/officeDocument/2006/relationships/image" Target="../media/image2041.png"/><Relationship Id="rId29" Type="http://schemas.openxmlformats.org/officeDocument/2006/relationships/image" Target="../media/image2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70.png"/><Relationship Id="rId11" Type="http://schemas.openxmlformats.org/officeDocument/2006/relationships/image" Target="../media/image820.png"/><Relationship Id="rId24" Type="http://schemas.openxmlformats.org/officeDocument/2006/relationships/image" Target="../media/image950.png"/><Relationship Id="rId5" Type="http://schemas.openxmlformats.org/officeDocument/2006/relationships/image" Target="../media/image760.png"/><Relationship Id="rId15" Type="http://schemas.openxmlformats.org/officeDocument/2006/relationships/image" Target="../media/image1991.png"/><Relationship Id="rId23" Type="http://schemas.openxmlformats.org/officeDocument/2006/relationships/image" Target="../media/image940.png"/><Relationship Id="rId28" Type="http://schemas.openxmlformats.org/officeDocument/2006/relationships/image" Target="../media/image2081.png"/><Relationship Id="rId10" Type="http://schemas.openxmlformats.org/officeDocument/2006/relationships/image" Target="../media/image810.png"/><Relationship Id="rId19" Type="http://schemas.openxmlformats.org/officeDocument/2006/relationships/image" Target="../media/image2031.png"/><Relationship Id="rId4" Type="http://schemas.openxmlformats.org/officeDocument/2006/relationships/image" Target="../media/image750.png"/><Relationship Id="rId9" Type="http://schemas.openxmlformats.org/officeDocument/2006/relationships/image" Target="../media/image800.png"/><Relationship Id="rId14" Type="http://schemas.openxmlformats.org/officeDocument/2006/relationships/image" Target="../media/image1981.png"/><Relationship Id="rId22" Type="http://schemas.openxmlformats.org/officeDocument/2006/relationships/image" Target="../media/image930.png"/><Relationship Id="rId27" Type="http://schemas.openxmlformats.org/officeDocument/2006/relationships/image" Target="../media/image207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20.png"/><Relationship Id="rId18" Type="http://schemas.openxmlformats.org/officeDocument/2006/relationships/image" Target="../media/image2181.png"/><Relationship Id="rId26" Type="http://schemas.openxmlformats.org/officeDocument/2006/relationships/image" Target="../media/image2051.png"/><Relationship Id="rId3" Type="http://schemas.openxmlformats.org/officeDocument/2006/relationships/image" Target="../media/image2110.png"/><Relationship Id="rId21" Type="http://schemas.openxmlformats.org/officeDocument/2006/relationships/image" Target="../media/image221.png"/><Relationship Id="rId7" Type="http://schemas.openxmlformats.org/officeDocument/2006/relationships/image" Target="../media/image1020.png"/><Relationship Id="rId12" Type="http://schemas.openxmlformats.org/officeDocument/2006/relationships/image" Target="../media/image1071.png"/><Relationship Id="rId17" Type="http://schemas.openxmlformats.org/officeDocument/2006/relationships/image" Target="../media/image2171.png"/><Relationship Id="rId25" Type="http://schemas.openxmlformats.org/officeDocument/2006/relationships/image" Target="../media/image2031.png"/><Relationship Id="rId33" Type="http://schemas.openxmlformats.org/officeDocument/2006/relationships/image" Target="../media/image228.png"/><Relationship Id="rId2" Type="http://schemas.openxmlformats.org/officeDocument/2006/relationships/image" Target="../media/image2101.png"/><Relationship Id="rId16" Type="http://schemas.openxmlformats.org/officeDocument/2006/relationships/image" Target="../media/image2151.png"/><Relationship Id="rId20" Type="http://schemas.openxmlformats.org/officeDocument/2006/relationships/image" Target="../media/image2201.png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10.png"/><Relationship Id="rId11" Type="http://schemas.openxmlformats.org/officeDocument/2006/relationships/image" Target="../media/image1061.png"/><Relationship Id="rId24" Type="http://schemas.openxmlformats.org/officeDocument/2006/relationships/image" Target="../media/image224.png"/><Relationship Id="rId32" Type="http://schemas.openxmlformats.org/officeDocument/2006/relationships/image" Target="../media/image227.png"/><Relationship Id="rId5" Type="http://schemas.openxmlformats.org/officeDocument/2006/relationships/image" Target="../media/image1000.png"/><Relationship Id="rId15" Type="http://schemas.openxmlformats.org/officeDocument/2006/relationships/image" Target="../media/image2141.png"/><Relationship Id="rId23" Type="http://schemas.openxmlformats.org/officeDocument/2006/relationships/image" Target="../media/image223.png"/><Relationship Id="rId28" Type="http://schemas.openxmlformats.org/officeDocument/2006/relationships/image" Target="../media/image2071.png"/><Relationship Id="rId10" Type="http://schemas.openxmlformats.org/officeDocument/2006/relationships/image" Target="../media/image1051.png"/><Relationship Id="rId19" Type="http://schemas.openxmlformats.org/officeDocument/2006/relationships/image" Target="../media/image2191.png"/><Relationship Id="rId31" Type="http://schemas.openxmlformats.org/officeDocument/2006/relationships/image" Target="../media/image1961.png"/><Relationship Id="rId4" Type="http://schemas.openxmlformats.org/officeDocument/2006/relationships/image" Target="../media/image990.png"/><Relationship Id="rId9" Type="http://schemas.openxmlformats.org/officeDocument/2006/relationships/image" Target="../media/image1040.png"/><Relationship Id="rId14" Type="http://schemas.openxmlformats.org/officeDocument/2006/relationships/image" Target="../media/image2130.png"/><Relationship Id="rId22" Type="http://schemas.openxmlformats.org/officeDocument/2006/relationships/image" Target="../media/image222.png"/><Relationship Id="rId27" Type="http://schemas.openxmlformats.org/officeDocument/2006/relationships/image" Target="../media/image225.png"/><Relationship Id="rId30" Type="http://schemas.openxmlformats.org/officeDocument/2006/relationships/image" Target="../media/image1950.png"/><Relationship Id="rId8" Type="http://schemas.openxmlformats.org/officeDocument/2006/relationships/image" Target="../media/image10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0.png"/><Relationship Id="rId13" Type="http://schemas.openxmlformats.org/officeDocument/2006/relationships/image" Target="../media/image1330.png"/><Relationship Id="rId3" Type="http://schemas.openxmlformats.org/officeDocument/2006/relationships/image" Target="../media/image1230.png"/><Relationship Id="rId7" Type="http://schemas.openxmlformats.org/officeDocument/2006/relationships/image" Target="../media/image1270.png"/><Relationship Id="rId12" Type="http://schemas.openxmlformats.org/officeDocument/2006/relationships/image" Target="../media/image1320.png"/><Relationship Id="rId17" Type="http://schemas.openxmlformats.org/officeDocument/2006/relationships/image" Target="../media/image1370.png"/><Relationship Id="rId2" Type="http://schemas.openxmlformats.org/officeDocument/2006/relationships/image" Target="../media/image1220.png"/><Relationship Id="rId16" Type="http://schemas.openxmlformats.org/officeDocument/2006/relationships/image" Target="../media/image136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60.png"/><Relationship Id="rId11" Type="http://schemas.openxmlformats.org/officeDocument/2006/relationships/image" Target="../media/image1310.png"/><Relationship Id="rId5" Type="http://schemas.openxmlformats.org/officeDocument/2006/relationships/image" Target="../media/image1250.png"/><Relationship Id="rId15" Type="http://schemas.openxmlformats.org/officeDocument/2006/relationships/image" Target="../media/image1350.png"/><Relationship Id="rId10" Type="http://schemas.openxmlformats.org/officeDocument/2006/relationships/image" Target="../media/image1300.png"/><Relationship Id="rId4" Type="http://schemas.openxmlformats.org/officeDocument/2006/relationships/image" Target="../media/image1240.png"/><Relationship Id="rId9" Type="http://schemas.openxmlformats.org/officeDocument/2006/relationships/image" Target="../media/image1290.png"/><Relationship Id="rId14" Type="http://schemas.openxmlformats.org/officeDocument/2006/relationships/image" Target="../media/image13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0.png"/><Relationship Id="rId13" Type="http://schemas.openxmlformats.org/officeDocument/2006/relationships/image" Target="../media/image1380.png"/><Relationship Id="rId18" Type="http://schemas.openxmlformats.org/officeDocument/2006/relationships/image" Target="../media/image1430.png"/><Relationship Id="rId3" Type="http://schemas.openxmlformats.org/officeDocument/2006/relationships/image" Target="../media/image1230.png"/><Relationship Id="rId7" Type="http://schemas.openxmlformats.org/officeDocument/2006/relationships/image" Target="../media/image1270.png"/><Relationship Id="rId12" Type="http://schemas.openxmlformats.org/officeDocument/2006/relationships/image" Target="../media/image1320.png"/><Relationship Id="rId17" Type="http://schemas.openxmlformats.org/officeDocument/2006/relationships/image" Target="../media/image1420.png"/><Relationship Id="rId2" Type="http://schemas.openxmlformats.org/officeDocument/2006/relationships/image" Target="../media/image1220.png"/><Relationship Id="rId16" Type="http://schemas.openxmlformats.org/officeDocument/2006/relationships/image" Target="../media/image14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60.png"/><Relationship Id="rId11" Type="http://schemas.openxmlformats.org/officeDocument/2006/relationships/image" Target="../media/image1310.png"/><Relationship Id="rId5" Type="http://schemas.openxmlformats.org/officeDocument/2006/relationships/image" Target="../media/image1250.png"/><Relationship Id="rId15" Type="http://schemas.openxmlformats.org/officeDocument/2006/relationships/image" Target="../media/image1400.png"/><Relationship Id="rId10" Type="http://schemas.openxmlformats.org/officeDocument/2006/relationships/image" Target="../media/image1300.png"/><Relationship Id="rId19" Type="http://schemas.openxmlformats.org/officeDocument/2006/relationships/image" Target="../media/image1440.png"/><Relationship Id="rId4" Type="http://schemas.openxmlformats.org/officeDocument/2006/relationships/image" Target="../media/image1240.png"/><Relationship Id="rId9" Type="http://schemas.openxmlformats.org/officeDocument/2006/relationships/image" Target="../media/image1290.png"/><Relationship Id="rId14" Type="http://schemas.openxmlformats.org/officeDocument/2006/relationships/image" Target="../media/image139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0.png"/><Relationship Id="rId13" Type="http://schemas.openxmlformats.org/officeDocument/2006/relationships/image" Target="../media/image1560.png"/><Relationship Id="rId18" Type="http://schemas.openxmlformats.org/officeDocument/2006/relationships/image" Target="../media/image1610.png"/><Relationship Id="rId3" Type="http://schemas.openxmlformats.org/officeDocument/2006/relationships/image" Target="../media/image1460.png"/><Relationship Id="rId21" Type="http://schemas.openxmlformats.org/officeDocument/2006/relationships/image" Target="../media/image1440.png"/><Relationship Id="rId7" Type="http://schemas.openxmlformats.org/officeDocument/2006/relationships/image" Target="../media/image1500.png"/><Relationship Id="rId12" Type="http://schemas.openxmlformats.org/officeDocument/2006/relationships/image" Target="../media/image1550.png"/><Relationship Id="rId17" Type="http://schemas.openxmlformats.org/officeDocument/2006/relationships/image" Target="../media/image1600.png"/><Relationship Id="rId2" Type="http://schemas.openxmlformats.org/officeDocument/2006/relationships/image" Target="../media/image1450.png"/><Relationship Id="rId16" Type="http://schemas.openxmlformats.org/officeDocument/2006/relationships/image" Target="../media/image1590.png"/><Relationship Id="rId20" Type="http://schemas.openxmlformats.org/officeDocument/2006/relationships/image" Target="../media/image163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90.png"/><Relationship Id="rId11" Type="http://schemas.openxmlformats.org/officeDocument/2006/relationships/image" Target="../media/image1540.png"/><Relationship Id="rId5" Type="http://schemas.openxmlformats.org/officeDocument/2006/relationships/image" Target="../media/image1480.png"/><Relationship Id="rId15" Type="http://schemas.openxmlformats.org/officeDocument/2006/relationships/image" Target="../media/image1580.png"/><Relationship Id="rId10" Type="http://schemas.openxmlformats.org/officeDocument/2006/relationships/image" Target="../media/image1530.png"/><Relationship Id="rId19" Type="http://schemas.openxmlformats.org/officeDocument/2006/relationships/image" Target="../media/image1620.png"/><Relationship Id="rId4" Type="http://schemas.openxmlformats.org/officeDocument/2006/relationships/image" Target="../media/image1470.png"/><Relationship Id="rId9" Type="http://schemas.openxmlformats.org/officeDocument/2006/relationships/image" Target="../media/image1520.png"/><Relationship Id="rId14" Type="http://schemas.openxmlformats.org/officeDocument/2006/relationships/image" Target="../media/image15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0.png"/><Relationship Id="rId13" Type="http://schemas.openxmlformats.org/officeDocument/2006/relationships/image" Target="../media/image1560.png"/><Relationship Id="rId18" Type="http://schemas.openxmlformats.org/officeDocument/2006/relationships/image" Target="../media/image1650.png"/><Relationship Id="rId26" Type="http://schemas.openxmlformats.org/officeDocument/2006/relationships/image" Target="../media/image231.png"/><Relationship Id="rId3" Type="http://schemas.openxmlformats.org/officeDocument/2006/relationships/image" Target="../media/image1460.png"/><Relationship Id="rId21" Type="http://schemas.openxmlformats.org/officeDocument/2006/relationships/image" Target="../media/image1440.png"/><Relationship Id="rId7" Type="http://schemas.openxmlformats.org/officeDocument/2006/relationships/image" Target="../media/image1500.png"/><Relationship Id="rId12" Type="http://schemas.openxmlformats.org/officeDocument/2006/relationships/image" Target="../media/image1550.png"/><Relationship Id="rId17" Type="http://schemas.openxmlformats.org/officeDocument/2006/relationships/image" Target="../media/image1600.png"/><Relationship Id="rId25" Type="http://schemas.openxmlformats.org/officeDocument/2006/relationships/image" Target="../media/image230.png"/><Relationship Id="rId2" Type="http://schemas.openxmlformats.org/officeDocument/2006/relationships/image" Target="../media/image1450.png"/><Relationship Id="rId16" Type="http://schemas.openxmlformats.org/officeDocument/2006/relationships/image" Target="../media/image1590.png"/><Relationship Id="rId20" Type="http://schemas.openxmlformats.org/officeDocument/2006/relationships/image" Target="../media/image167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90.png"/><Relationship Id="rId11" Type="http://schemas.openxmlformats.org/officeDocument/2006/relationships/image" Target="../media/image229.png"/><Relationship Id="rId24" Type="http://schemas.openxmlformats.org/officeDocument/2006/relationships/image" Target="../media/image1700.png"/><Relationship Id="rId5" Type="http://schemas.openxmlformats.org/officeDocument/2006/relationships/image" Target="../media/image1480.png"/><Relationship Id="rId15" Type="http://schemas.openxmlformats.org/officeDocument/2006/relationships/image" Target="../media/image1580.png"/><Relationship Id="rId23" Type="http://schemas.openxmlformats.org/officeDocument/2006/relationships/image" Target="../media/image1690.png"/><Relationship Id="rId10" Type="http://schemas.openxmlformats.org/officeDocument/2006/relationships/image" Target="../media/image216.png"/><Relationship Id="rId19" Type="http://schemas.openxmlformats.org/officeDocument/2006/relationships/image" Target="../media/image1660.png"/><Relationship Id="rId4" Type="http://schemas.openxmlformats.org/officeDocument/2006/relationships/image" Target="../media/image1470.png"/><Relationship Id="rId9" Type="http://schemas.openxmlformats.org/officeDocument/2006/relationships/image" Target="../media/image1520.png"/><Relationship Id="rId14" Type="http://schemas.openxmlformats.org/officeDocument/2006/relationships/image" Target="../media/image1570.png"/><Relationship Id="rId22" Type="http://schemas.openxmlformats.org/officeDocument/2006/relationships/image" Target="../media/image16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0.png"/><Relationship Id="rId13" Type="http://schemas.openxmlformats.org/officeDocument/2006/relationships/image" Target="../media/image1820.png"/><Relationship Id="rId18" Type="http://schemas.openxmlformats.org/officeDocument/2006/relationships/image" Target="../media/image1870.png"/><Relationship Id="rId26" Type="http://schemas.openxmlformats.org/officeDocument/2006/relationships/image" Target="../media/image216.png"/><Relationship Id="rId3" Type="http://schemas.openxmlformats.org/officeDocument/2006/relationships/image" Target="../media/image1710.png"/><Relationship Id="rId21" Type="http://schemas.openxmlformats.org/officeDocument/2006/relationships/image" Target="../media/image1900.png"/><Relationship Id="rId7" Type="http://schemas.openxmlformats.org/officeDocument/2006/relationships/image" Target="../media/image1750.png"/><Relationship Id="rId12" Type="http://schemas.openxmlformats.org/officeDocument/2006/relationships/image" Target="../media/image1810.png"/><Relationship Id="rId17" Type="http://schemas.openxmlformats.org/officeDocument/2006/relationships/image" Target="../media/image1860.png"/><Relationship Id="rId25" Type="http://schemas.openxmlformats.org/officeDocument/2006/relationships/image" Target="../media/image1940.png"/><Relationship Id="rId2" Type="http://schemas.openxmlformats.org/officeDocument/2006/relationships/image" Target="../media/image1640.png"/><Relationship Id="rId16" Type="http://schemas.openxmlformats.org/officeDocument/2006/relationships/image" Target="../media/image1850.png"/><Relationship Id="rId20" Type="http://schemas.openxmlformats.org/officeDocument/2006/relationships/image" Target="../media/image189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40.png"/><Relationship Id="rId11" Type="http://schemas.openxmlformats.org/officeDocument/2006/relationships/image" Target="../media/image233.png"/><Relationship Id="rId24" Type="http://schemas.openxmlformats.org/officeDocument/2006/relationships/image" Target="../media/image1930.png"/><Relationship Id="rId5" Type="http://schemas.openxmlformats.org/officeDocument/2006/relationships/image" Target="../media/image1730.png"/><Relationship Id="rId15" Type="http://schemas.openxmlformats.org/officeDocument/2006/relationships/image" Target="../media/image1840.png"/><Relationship Id="rId23" Type="http://schemas.openxmlformats.org/officeDocument/2006/relationships/image" Target="../media/image1920.png"/><Relationship Id="rId10" Type="http://schemas.openxmlformats.org/officeDocument/2006/relationships/image" Target="../media/image232.png"/><Relationship Id="rId19" Type="http://schemas.openxmlformats.org/officeDocument/2006/relationships/image" Target="../media/image1880.png"/><Relationship Id="rId4" Type="http://schemas.openxmlformats.org/officeDocument/2006/relationships/image" Target="../media/image1720.png"/><Relationship Id="rId9" Type="http://schemas.openxmlformats.org/officeDocument/2006/relationships/image" Target="../media/image1770.png"/><Relationship Id="rId14" Type="http://schemas.openxmlformats.org/officeDocument/2006/relationships/image" Target="../media/image1830.png"/><Relationship Id="rId22" Type="http://schemas.openxmlformats.org/officeDocument/2006/relationships/image" Target="../media/image1910.png"/><Relationship Id="rId27" Type="http://schemas.openxmlformats.org/officeDocument/2006/relationships/image" Target="../media/image22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0.png"/><Relationship Id="rId13" Type="http://schemas.openxmlformats.org/officeDocument/2006/relationships/image" Target="../media/image1890.png"/><Relationship Id="rId18" Type="http://schemas.openxmlformats.org/officeDocument/2006/relationships/image" Target="../media/image1940.png"/><Relationship Id="rId3" Type="http://schemas.openxmlformats.org/officeDocument/2006/relationships/image" Target="../media/image1960.png"/><Relationship Id="rId7" Type="http://schemas.openxmlformats.org/officeDocument/2006/relationships/image" Target="../media/image2000.png"/><Relationship Id="rId12" Type="http://schemas.openxmlformats.org/officeDocument/2006/relationships/image" Target="../media/image2050.png"/><Relationship Id="rId17" Type="http://schemas.openxmlformats.org/officeDocument/2006/relationships/image" Target="../media/image2090.png"/><Relationship Id="rId2" Type="http://schemas.openxmlformats.org/officeDocument/2006/relationships/image" Target="../media/image8.png"/><Relationship Id="rId16" Type="http://schemas.openxmlformats.org/officeDocument/2006/relationships/image" Target="../media/image2080.png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90.png"/><Relationship Id="rId11" Type="http://schemas.openxmlformats.org/officeDocument/2006/relationships/image" Target="../media/image2040.png"/><Relationship Id="rId5" Type="http://schemas.openxmlformats.org/officeDocument/2006/relationships/image" Target="../media/image1980.png"/><Relationship Id="rId15" Type="http://schemas.openxmlformats.org/officeDocument/2006/relationships/image" Target="../media/image2070.png"/><Relationship Id="rId10" Type="http://schemas.openxmlformats.org/officeDocument/2006/relationships/image" Target="../media/image2030.png"/><Relationship Id="rId19" Type="http://schemas.openxmlformats.org/officeDocument/2006/relationships/image" Target="../media/image2100.png"/><Relationship Id="rId4" Type="http://schemas.openxmlformats.org/officeDocument/2006/relationships/image" Target="../media/image1970.png"/><Relationship Id="rId9" Type="http://schemas.openxmlformats.org/officeDocument/2006/relationships/image" Target="../media/image2020.png"/><Relationship Id="rId14" Type="http://schemas.openxmlformats.org/officeDocument/2006/relationships/image" Target="../media/image206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7.png"/><Relationship Id="rId18" Type="http://schemas.openxmlformats.org/officeDocument/2006/relationships/image" Target="../media/image12.png"/><Relationship Id="rId3" Type="http://schemas.openxmlformats.org/officeDocument/2006/relationships/image" Target="../media/image2330.png"/><Relationship Id="rId7" Type="http://schemas.openxmlformats.org/officeDocument/2006/relationships/image" Target="../media/image239.png"/><Relationship Id="rId12" Type="http://schemas.openxmlformats.org/officeDocument/2006/relationships/image" Target="../media/image246.png"/><Relationship Id="rId17" Type="http://schemas.openxmlformats.org/officeDocument/2006/relationships/image" Target="../media/image214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4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8.png"/><Relationship Id="rId11" Type="http://schemas.openxmlformats.org/officeDocument/2006/relationships/image" Target="../media/image245.png"/><Relationship Id="rId5" Type="http://schemas.openxmlformats.org/officeDocument/2006/relationships/image" Target="../media/image2371.png"/><Relationship Id="rId15" Type="http://schemas.openxmlformats.org/officeDocument/2006/relationships/image" Target="../media/image248.png"/><Relationship Id="rId10" Type="http://schemas.openxmlformats.org/officeDocument/2006/relationships/image" Target="../media/image244.png"/><Relationship Id="rId19" Type="http://schemas.openxmlformats.org/officeDocument/2006/relationships/image" Target="../media/image253.png"/><Relationship Id="rId4" Type="http://schemas.openxmlformats.org/officeDocument/2006/relationships/image" Target="../media/image2360.png"/><Relationship Id="rId9" Type="http://schemas.openxmlformats.org/officeDocument/2006/relationships/image" Target="../media/image243.png"/><Relationship Id="rId14" Type="http://schemas.openxmlformats.org/officeDocument/2006/relationships/image" Target="../media/image18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6.png"/><Relationship Id="rId18" Type="http://schemas.openxmlformats.org/officeDocument/2006/relationships/image" Target="../media/image2140.png"/><Relationship Id="rId3" Type="http://schemas.openxmlformats.org/officeDocument/2006/relationships/image" Target="../media/image2330.png"/><Relationship Id="rId21" Type="http://schemas.openxmlformats.org/officeDocument/2006/relationships/image" Target="../media/image255.png"/><Relationship Id="rId7" Type="http://schemas.openxmlformats.org/officeDocument/2006/relationships/image" Target="../media/image239.png"/><Relationship Id="rId12" Type="http://schemas.openxmlformats.org/officeDocument/2006/relationships/image" Target="../media/image245.png"/><Relationship Id="rId17" Type="http://schemas.openxmlformats.org/officeDocument/2006/relationships/image" Target="../media/image24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48.png"/><Relationship Id="rId20" Type="http://schemas.openxmlformats.org/officeDocument/2006/relationships/image" Target="../media/image25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8.png"/><Relationship Id="rId11" Type="http://schemas.openxmlformats.org/officeDocument/2006/relationships/image" Target="../media/image244.png"/><Relationship Id="rId24" Type="http://schemas.openxmlformats.org/officeDocument/2006/relationships/image" Target="../media/image258.png"/><Relationship Id="rId5" Type="http://schemas.openxmlformats.org/officeDocument/2006/relationships/image" Target="../media/image2371.png"/><Relationship Id="rId15" Type="http://schemas.openxmlformats.org/officeDocument/2006/relationships/image" Target="../media/image189.png"/><Relationship Id="rId23" Type="http://schemas.openxmlformats.org/officeDocument/2006/relationships/image" Target="../media/image257.png"/><Relationship Id="rId10" Type="http://schemas.openxmlformats.org/officeDocument/2006/relationships/image" Target="../media/image243.png"/><Relationship Id="rId19" Type="http://schemas.openxmlformats.org/officeDocument/2006/relationships/image" Target="../media/image12.png"/><Relationship Id="rId4" Type="http://schemas.openxmlformats.org/officeDocument/2006/relationships/image" Target="../media/image2360.png"/><Relationship Id="rId9" Type="http://schemas.openxmlformats.org/officeDocument/2006/relationships/image" Target="../media/image253.png"/><Relationship Id="rId14" Type="http://schemas.openxmlformats.org/officeDocument/2006/relationships/image" Target="../media/image247.png"/><Relationship Id="rId22" Type="http://schemas.openxmlformats.org/officeDocument/2006/relationships/image" Target="../media/image2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0.png"/><Relationship Id="rId13" Type="http://schemas.openxmlformats.org/officeDocument/2006/relationships/image" Target="../media/image2250.png"/><Relationship Id="rId18" Type="http://schemas.openxmlformats.org/officeDocument/2006/relationships/image" Target="../media/image2300.png"/><Relationship Id="rId3" Type="http://schemas.openxmlformats.org/officeDocument/2006/relationships/image" Target="../media/image14.png"/><Relationship Id="rId21" Type="http://schemas.openxmlformats.org/officeDocument/2006/relationships/image" Target="../media/image2150.png"/><Relationship Id="rId7" Type="http://schemas.openxmlformats.org/officeDocument/2006/relationships/image" Target="../media/image2190.png"/><Relationship Id="rId12" Type="http://schemas.openxmlformats.org/officeDocument/2006/relationships/image" Target="../media/image2240.png"/><Relationship Id="rId17" Type="http://schemas.openxmlformats.org/officeDocument/2006/relationships/image" Target="../media/image2290.png"/><Relationship Id="rId2" Type="http://schemas.openxmlformats.org/officeDocument/2006/relationships/image" Target="../media/image13.jpeg"/><Relationship Id="rId16" Type="http://schemas.openxmlformats.org/officeDocument/2006/relationships/image" Target="../media/image2280.png"/><Relationship Id="rId20" Type="http://schemas.openxmlformats.org/officeDocument/2006/relationships/image" Target="../media/image232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80.png"/><Relationship Id="rId11" Type="http://schemas.openxmlformats.org/officeDocument/2006/relationships/image" Target="../media/image2230.png"/><Relationship Id="rId24" Type="http://schemas.openxmlformats.org/officeDocument/2006/relationships/image" Target="../media/image17.jpeg"/><Relationship Id="rId5" Type="http://schemas.openxmlformats.org/officeDocument/2006/relationships/image" Target="../media/image2170.png"/><Relationship Id="rId15" Type="http://schemas.openxmlformats.org/officeDocument/2006/relationships/image" Target="../media/image2270.png"/><Relationship Id="rId23" Type="http://schemas.openxmlformats.org/officeDocument/2006/relationships/image" Target="../media/image16.png"/><Relationship Id="rId10" Type="http://schemas.openxmlformats.org/officeDocument/2006/relationships/image" Target="../media/image2220.png"/><Relationship Id="rId19" Type="http://schemas.openxmlformats.org/officeDocument/2006/relationships/image" Target="../media/image2310.png"/><Relationship Id="rId4" Type="http://schemas.openxmlformats.org/officeDocument/2006/relationships/image" Target="../media/image2160.png"/><Relationship Id="rId9" Type="http://schemas.openxmlformats.org/officeDocument/2006/relationships/image" Target="../media/image2211.png"/><Relationship Id="rId14" Type="http://schemas.openxmlformats.org/officeDocument/2006/relationships/image" Target="../media/image2260.png"/><Relationship Id="rId22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370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10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10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自动控制原理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CC789E0-CBF7-C8DA-ABF7-F0413C9CC2B1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02266BE-B02E-AB72-C1CD-B54FC05B2909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37F56499-F55C-5508-E50D-D382A4673B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33214B24-D84E-2229-1793-30D6E5B66AAD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25E9EF52-BD2A-3C04-1181-ADF1BB3D840E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03B5AE98-6F70-0435-9EB3-A5AB95323650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B2F0A10E-0879-6A9F-7B55-7CD0ADFE8E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96AE82AF-5AA2-5295-C35A-C4F5FC630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9099038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4">
            <a:extLst>
              <a:ext uri="{FF2B5EF4-FFF2-40B4-BE49-F238E27FC236}">
                <a16:creationId xmlns:a16="http://schemas.microsoft.com/office/drawing/2014/main" id="{FD68EFA2-2666-5B0A-EDD7-DEBE2BC18E02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24" name="节段5">
            <a:extLst>
              <a:ext uri="{FF2B5EF4-FFF2-40B4-BE49-F238E27FC236}">
                <a16:creationId xmlns:a16="http://schemas.microsoft.com/office/drawing/2014/main" id="{438ACB22-DC78-CA55-C7A9-6EDEED92CCB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25" name="节段6">
            <a:extLst>
              <a:ext uri="{FF2B5EF4-FFF2-40B4-BE49-F238E27FC236}">
                <a16:creationId xmlns:a16="http://schemas.microsoft.com/office/drawing/2014/main" id="{C4FC10CA-43AC-AE1D-40FD-9806E54A8C42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26" name="节段7">
            <a:extLst>
              <a:ext uri="{FF2B5EF4-FFF2-40B4-BE49-F238E27FC236}">
                <a16:creationId xmlns:a16="http://schemas.microsoft.com/office/drawing/2014/main" id="{ADBC9412-6FD3-20E2-B146-28DCA54B65F1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27" name="节段8">
            <a:extLst>
              <a:ext uri="{FF2B5EF4-FFF2-40B4-BE49-F238E27FC236}">
                <a16:creationId xmlns:a16="http://schemas.microsoft.com/office/drawing/2014/main" id="{FA526CEF-0AD9-0E19-7695-C7D6D8B8DA85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28" name="节段9">
            <a:extLst>
              <a:ext uri="{FF2B5EF4-FFF2-40B4-BE49-F238E27FC236}">
                <a16:creationId xmlns:a16="http://schemas.microsoft.com/office/drawing/2014/main" id="{DA20411B-3299-5182-D4EE-8DB692C7722F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29" name="节段10">
            <a:extLst>
              <a:ext uri="{FF2B5EF4-FFF2-40B4-BE49-F238E27FC236}">
                <a16:creationId xmlns:a16="http://schemas.microsoft.com/office/drawing/2014/main" id="{1AF57624-738E-5D44-3BBB-2E7F3850A9DF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30" name="节段17">
            <a:extLst>
              <a:ext uri="{FF2B5EF4-FFF2-40B4-BE49-F238E27FC236}">
                <a16:creationId xmlns:a16="http://schemas.microsoft.com/office/drawing/2014/main" id="{A3AB3EBF-6ABB-55F2-F1E0-757F848F601C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31" name="节段18">
            <a:extLst>
              <a:ext uri="{FF2B5EF4-FFF2-40B4-BE49-F238E27FC236}">
                <a16:creationId xmlns:a16="http://schemas.microsoft.com/office/drawing/2014/main" id="{E4B71C69-35A4-C705-065E-C6D5FA04921D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p:transition spd="slow">
    <p:strips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38" y="1828813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4" name="章节">
            <a:extLst>
              <a:ext uri="{FF2B5EF4-FFF2-40B4-BE49-F238E27FC236}">
                <a16:creationId xmlns:a16="http://schemas.microsoft.com/office/drawing/2014/main" id="{8B93E62B-CCB8-5559-3C6D-3DDCD0368325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F5BF598C-E598-37BE-7F4C-CDCE68DBC17A}"/>
              </a:ext>
            </a:extLst>
          </p:cNvPr>
          <p:cNvSpPr/>
          <p:nvPr/>
        </p:nvSpPr>
        <p:spPr>
          <a:xfrm>
            <a:off x="2033261" y="-4733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步骤1">
            <a:extLst>
              <a:ext uri="{FF2B5EF4-FFF2-40B4-BE49-F238E27FC236}">
                <a16:creationId xmlns:a16="http://schemas.microsoft.com/office/drawing/2014/main" id="{3EA6BBC8-1810-91E6-F324-87704E15992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28" name="标题">
              <a:extLst>
                <a:ext uri="{FF2B5EF4-FFF2-40B4-BE49-F238E27FC236}">
                  <a16:creationId xmlns:a16="http://schemas.microsoft.com/office/drawing/2014/main" id="{E33A3150-7CE8-62F8-DF5F-3F396375880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能说明梅森公式各部分含义</a:t>
              </a:r>
            </a:p>
          </p:txBody>
        </p:sp>
        <p:sp>
          <p:nvSpPr>
            <p:cNvPr id="29" name="序号">
              <a:extLst>
                <a:ext uri="{FF2B5EF4-FFF2-40B4-BE49-F238E27FC236}">
                  <a16:creationId xmlns:a16="http://schemas.microsoft.com/office/drawing/2014/main" id="{A414EBD1-21D5-98BB-58D3-0BF3DC68A34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0" name="步骤2">
            <a:extLst>
              <a:ext uri="{FF2B5EF4-FFF2-40B4-BE49-F238E27FC236}">
                <a16:creationId xmlns:a16="http://schemas.microsoft.com/office/drawing/2014/main" id="{3C9F8C79-6F14-C52B-7513-3292E8B6F0B3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31" name="标题">
              <a:extLst>
                <a:ext uri="{FF2B5EF4-FFF2-40B4-BE49-F238E27FC236}">
                  <a16:creationId xmlns:a16="http://schemas.microsoft.com/office/drawing/2014/main" id="{0B71DA2F-DD27-2892-802A-5C2EE376C6A3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能正确应用梅森公式</a:t>
              </a:r>
            </a:p>
          </p:txBody>
        </p:sp>
        <p:sp>
          <p:nvSpPr>
            <p:cNvPr id="32" name="序号">
              <a:extLst>
                <a:ext uri="{FF2B5EF4-FFF2-40B4-BE49-F238E27FC236}">
                  <a16:creationId xmlns:a16="http://schemas.microsoft.com/office/drawing/2014/main" id="{16F98F1E-6DE2-1F22-50BC-F3748981CD4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3" name="步骤3">
            <a:extLst>
              <a:ext uri="{FF2B5EF4-FFF2-40B4-BE49-F238E27FC236}">
                <a16:creationId xmlns:a16="http://schemas.microsoft.com/office/drawing/2014/main" id="{7C154696-CBA2-E6E2-221C-09240C73B3D6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34" name="标题">
              <a:extLst>
                <a:ext uri="{FF2B5EF4-FFF2-40B4-BE49-F238E27FC236}">
                  <a16:creationId xmlns:a16="http://schemas.microsoft.com/office/drawing/2014/main" id="{6407F594-792A-87AB-83B7-8A5027EB5925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能利用计算机辅助求解传函</a:t>
              </a:r>
            </a:p>
          </p:txBody>
        </p:sp>
        <p:sp>
          <p:nvSpPr>
            <p:cNvPr id="35" name="序号">
              <a:extLst>
                <a:ext uri="{FF2B5EF4-FFF2-40B4-BE49-F238E27FC236}">
                  <a16:creationId xmlns:a16="http://schemas.microsoft.com/office/drawing/2014/main" id="{52676FDC-5B84-4B93-31BF-8E243D5C8DB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6" name="步骤4">
            <a:extLst>
              <a:ext uri="{FF2B5EF4-FFF2-40B4-BE49-F238E27FC236}">
                <a16:creationId xmlns:a16="http://schemas.microsoft.com/office/drawing/2014/main" id="{88BCC1BA-2A9E-D41C-A8A9-F88B61FCBCD8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37" name="标题">
              <a:extLst>
                <a:ext uri="{FF2B5EF4-FFF2-40B4-BE49-F238E27FC236}">
                  <a16:creationId xmlns:a16="http://schemas.microsoft.com/office/drawing/2014/main" id="{A6B0FEAC-FBD9-99C8-D23A-524A2B3348B5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能求解非零初始条件下响应</a:t>
              </a:r>
            </a:p>
          </p:txBody>
        </p:sp>
        <p:sp>
          <p:nvSpPr>
            <p:cNvPr id="38" name="序号">
              <a:extLst>
                <a:ext uri="{FF2B5EF4-FFF2-40B4-BE49-F238E27FC236}">
                  <a16:creationId xmlns:a16="http://schemas.microsoft.com/office/drawing/2014/main" id="{28C91CF0-4B6B-748A-F669-74A4D5763CF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9" name="学习目标">
            <a:extLst>
              <a:ext uri="{FF2B5EF4-FFF2-40B4-BE49-F238E27FC236}">
                <a16:creationId xmlns:a16="http://schemas.microsoft.com/office/drawing/2014/main" id="{F7847356-17A7-F7DB-B7A7-592BF126664C}"/>
              </a:ext>
            </a:extLst>
          </p:cNvPr>
          <p:cNvSpPr/>
          <p:nvPr/>
        </p:nvSpPr>
        <p:spPr bwMode="auto">
          <a:xfrm>
            <a:off x="8255000" y="141735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40" name="燕尾形 39">
            <a:extLst>
              <a:ext uri="{FF2B5EF4-FFF2-40B4-BE49-F238E27FC236}">
                <a16:creationId xmlns:a16="http://schemas.microsoft.com/office/drawing/2014/main" id="{49A950B6-55BC-1F05-18AF-2A59ADF63BB7}"/>
              </a:ext>
            </a:extLst>
          </p:cNvPr>
          <p:cNvSpPr/>
          <p:nvPr/>
        </p:nvSpPr>
        <p:spPr>
          <a:xfrm>
            <a:off x="7142783" y="1512838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1" name="重点">
            <a:extLst>
              <a:ext uri="{FF2B5EF4-FFF2-40B4-BE49-F238E27FC236}">
                <a16:creationId xmlns:a16="http://schemas.microsoft.com/office/drawing/2014/main" id="{4989CD7B-61BA-E351-14EC-5C2E7097ED93}"/>
              </a:ext>
            </a:extLst>
          </p:cNvPr>
          <p:cNvSpPr/>
          <p:nvPr/>
        </p:nvSpPr>
        <p:spPr bwMode="auto">
          <a:xfrm>
            <a:off x="5735166" y="3498604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42" name="难点">
            <a:extLst>
              <a:ext uri="{FF2B5EF4-FFF2-40B4-BE49-F238E27FC236}">
                <a16:creationId xmlns:a16="http://schemas.microsoft.com/office/drawing/2014/main" id="{A3497F25-8823-E8FB-7F09-1F73E320DDAE}"/>
              </a:ext>
            </a:extLst>
          </p:cNvPr>
          <p:cNvSpPr/>
          <p:nvPr/>
        </p:nvSpPr>
        <p:spPr bwMode="auto">
          <a:xfrm>
            <a:off x="5735166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 anchorCtr="1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3" name="节段5">
            <a:extLst>
              <a:ext uri="{FF2B5EF4-FFF2-40B4-BE49-F238E27FC236}">
                <a16:creationId xmlns:a16="http://schemas.microsoft.com/office/drawing/2014/main" id="{C0495831-82E7-8939-608D-F28E0EE5B010}"/>
              </a:ext>
            </a:extLst>
          </p:cNvPr>
          <p:cNvSpPr/>
          <p:nvPr/>
        </p:nvSpPr>
        <p:spPr bwMode="auto">
          <a:xfrm>
            <a:off x="342216" y="1416277"/>
            <a:ext cx="5909732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BA63014E-8543-FA4F-8785-41E51422066E}"/>
              </a:ext>
            </a:extLst>
          </p:cNvPr>
          <p:cNvSpPr/>
          <p:nvPr/>
        </p:nvSpPr>
        <p:spPr>
          <a:xfrm>
            <a:off x="5029947" y="260648"/>
            <a:ext cx="6609875" cy="3586332"/>
          </a:xfrm>
          <a:custGeom>
            <a:avLst/>
            <a:gdLst>
              <a:gd name="connsiteX0" fmla="*/ 0 w 6609875"/>
              <a:gd name="connsiteY0" fmla="*/ 0 h 3586332"/>
              <a:gd name="connsiteX1" fmla="*/ 594889 w 6609875"/>
              <a:gd name="connsiteY1" fmla="*/ 0 h 3586332"/>
              <a:gd name="connsiteX2" fmla="*/ 1057580 w 6609875"/>
              <a:gd name="connsiteY2" fmla="*/ 0 h 3586332"/>
              <a:gd name="connsiteX3" fmla="*/ 1850765 w 6609875"/>
              <a:gd name="connsiteY3" fmla="*/ 0 h 3586332"/>
              <a:gd name="connsiteX4" fmla="*/ 2445654 w 6609875"/>
              <a:gd name="connsiteY4" fmla="*/ 0 h 3586332"/>
              <a:gd name="connsiteX5" fmla="*/ 3040543 w 6609875"/>
              <a:gd name="connsiteY5" fmla="*/ 0 h 3586332"/>
              <a:gd name="connsiteX6" fmla="*/ 3833728 w 6609875"/>
              <a:gd name="connsiteY6" fmla="*/ 0 h 3586332"/>
              <a:gd name="connsiteX7" fmla="*/ 4362518 w 6609875"/>
              <a:gd name="connsiteY7" fmla="*/ 0 h 3586332"/>
              <a:gd name="connsiteX8" fmla="*/ 5155703 w 6609875"/>
              <a:gd name="connsiteY8" fmla="*/ 0 h 3586332"/>
              <a:gd name="connsiteX9" fmla="*/ 5948888 w 6609875"/>
              <a:gd name="connsiteY9" fmla="*/ 0 h 3586332"/>
              <a:gd name="connsiteX10" fmla="*/ 6609875 w 6609875"/>
              <a:gd name="connsiteY10" fmla="*/ 0 h 3586332"/>
              <a:gd name="connsiteX11" fmla="*/ 6609875 w 6609875"/>
              <a:gd name="connsiteY11" fmla="*/ 669449 h 3586332"/>
              <a:gd name="connsiteX12" fmla="*/ 6609875 w 6609875"/>
              <a:gd name="connsiteY12" fmla="*/ 1303034 h 3586332"/>
              <a:gd name="connsiteX13" fmla="*/ 6609875 w 6609875"/>
              <a:gd name="connsiteY13" fmla="*/ 1793166 h 3586332"/>
              <a:gd name="connsiteX14" fmla="*/ 6609875 w 6609875"/>
              <a:gd name="connsiteY14" fmla="*/ 2390888 h 3586332"/>
              <a:gd name="connsiteX15" fmla="*/ 6609875 w 6609875"/>
              <a:gd name="connsiteY15" fmla="*/ 2988610 h 3586332"/>
              <a:gd name="connsiteX16" fmla="*/ 6609875 w 6609875"/>
              <a:gd name="connsiteY16" fmla="*/ 3586332 h 3586332"/>
              <a:gd name="connsiteX17" fmla="*/ 5882789 w 6609875"/>
              <a:gd name="connsiteY17" fmla="*/ 3586332 h 3586332"/>
              <a:gd name="connsiteX18" fmla="*/ 5221801 w 6609875"/>
              <a:gd name="connsiteY18" fmla="*/ 3586332 h 3586332"/>
              <a:gd name="connsiteX19" fmla="*/ 4759110 w 6609875"/>
              <a:gd name="connsiteY19" fmla="*/ 3586332 h 3586332"/>
              <a:gd name="connsiteX20" fmla="*/ 4230320 w 6609875"/>
              <a:gd name="connsiteY20" fmla="*/ 3586332 h 3586332"/>
              <a:gd name="connsiteX21" fmla="*/ 3437135 w 6609875"/>
              <a:gd name="connsiteY21" fmla="*/ 3586332 h 3586332"/>
              <a:gd name="connsiteX22" fmla="*/ 2776147 w 6609875"/>
              <a:gd name="connsiteY22" fmla="*/ 3586332 h 3586332"/>
              <a:gd name="connsiteX23" fmla="*/ 2247358 w 6609875"/>
              <a:gd name="connsiteY23" fmla="*/ 3586332 h 3586332"/>
              <a:gd name="connsiteX24" fmla="*/ 1586370 w 6609875"/>
              <a:gd name="connsiteY24" fmla="*/ 3586332 h 3586332"/>
              <a:gd name="connsiteX25" fmla="*/ 1123679 w 6609875"/>
              <a:gd name="connsiteY25" fmla="*/ 3586332 h 3586332"/>
              <a:gd name="connsiteX26" fmla="*/ 660987 w 6609875"/>
              <a:gd name="connsiteY26" fmla="*/ 3586332 h 3586332"/>
              <a:gd name="connsiteX27" fmla="*/ 0 w 6609875"/>
              <a:gd name="connsiteY27" fmla="*/ 3586332 h 3586332"/>
              <a:gd name="connsiteX28" fmla="*/ 0 w 6609875"/>
              <a:gd name="connsiteY28" fmla="*/ 3060337 h 3586332"/>
              <a:gd name="connsiteX29" fmla="*/ 0 w 6609875"/>
              <a:gd name="connsiteY29" fmla="*/ 2390888 h 3586332"/>
              <a:gd name="connsiteX30" fmla="*/ 0 w 6609875"/>
              <a:gd name="connsiteY30" fmla="*/ 1829029 h 3586332"/>
              <a:gd name="connsiteX31" fmla="*/ 0 w 6609875"/>
              <a:gd name="connsiteY31" fmla="*/ 1338897 h 3586332"/>
              <a:gd name="connsiteX32" fmla="*/ 0 w 6609875"/>
              <a:gd name="connsiteY32" fmla="*/ 705312 h 3586332"/>
              <a:gd name="connsiteX33" fmla="*/ 0 w 6609875"/>
              <a:gd name="connsiteY33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609875" h="3586332" extrusionOk="0">
                <a:moveTo>
                  <a:pt x="0" y="0"/>
                </a:moveTo>
                <a:cubicBezTo>
                  <a:pt x="199932" y="4877"/>
                  <a:pt x="298353" y="15864"/>
                  <a:pt x="594889" y="0"/>
                </a:cubicBezTo>
                <a:cubicBezTo>
                  <a:pt x="891425" y="-15864"/>
                  <a:pt x="909188" y="18551"/>
                  <a:pt x="1057580" y="0"/>
                </a:cubicBezTo>
                <a:cubicBezTo>
                  <a:pt x="1205972" y="-18551"/>
                  <a:pt x="1633365" y="9643"/>
                  <a:pt x="1850765" y="0"/>
                </a:cubicBezTo>
                <a:cubicBezTo>
                  <a:pt x="2068166" y="-9643"/>
                  <a:pt x="2237032" y="11555"/>
                  <a:pt x="2445654" y="0"/>
                </a:cubicBezTo>
                <a:cubicBezTo>
                  <a:pt x="2654276" y="-11555"/>
                  <a:pt x="2749971" y="16242"/>
                  <a:pt x="3040543" y="0"/>
                </a:cubicBezTo>
                <a:cubicBezTo>
                  <a:pt x="3331115" y="-16242"/>
                  <a:pt x="3588439" y="28334"/>
                  <a:pt x="3833728" y="0"/>
                </a:cubicBezTo>
                <a:cubicBezTo>
                  <a:pt x="4079017" y="-28334"/>
                  <a:pt x="4105000" y="-16718"/>
                  <a:pt x="4362518" y="0"/>
                </a:cubicBezTo>
                <a:cubicBezTo>
                  <a:pt x="4620036" y="16718"/>
                  <a:pt x="4834808" y="38195"/>
                  <a:pt x="5155703" y="0"/>
                </a:cubicBezTo>
                <a:cubicBezTo>
                  <a:pt x="5476598" y="-38195"/>
                  <a:pt x="5674309" y="31842"/>
                  <a:pt x="5948888" y="0"/>
                </a:cubicBezTo>
                <a:cubicBezTo>
                  <a:pt x="6223468" y="-31842"/>
                  <a:pt x="6472337" y="25678"/>
                  <a:pt x="6609875" y="0"/>
                </a:cubicBezTo>
                <a:cubicBezTo>
                  <a:pt x="6614444" y="214761"/>
                  <a:pt x="6602562" y="339359"/>
                  <a:pt x="6609875" y="669449"/>
                </a:cubicBezTo>
                <a:cubicBezTo>
                  <a:pt x="6617188" y="999539"/>
                  <a:pt x="6624836" y="1124937"/>
                  <a:pt x="6609875" y="1303034"/>
                </a:cubicBezTo>
                <a:cubicBezTo>
                  <a:pt x="6594914" y="1481131"/>
                  <a:pt x="6594151" y="1615110"/>
                  <a:pt x="6609875" y="1793166"/>
                </a:cubicBezTo>
                <a:cubicBezTo>
                  <a:pt x="6625599" y="1971222"/>
                  <a:pt x="6617649" y="2256017"/>
                  <a:pt x="6609875" y="2390888"/>
                </a:cubicBezTo>
                <a:cubicBezTo>
                  <a:pt x="6602101" y="2525759"/>
                  <a:pt x="6592779" y="2740069"/>
                  <a:pt x="6609875" y="2988610"/>
                </a:cubicBezTo>
                <a:cubicBezTo>
                  <a:pt x="6626971" y="3237151"/>
                  <a:pt x="6625379" y="3412112"/>
                  <a:pt x="6609875" y="3586332"/>
                </a:cubicBezTo>
                <a:cubicBezTo>
                  <a:pt x="6281796" y="3602178"/>
                  <a:pt x="6145945" y="3602685"/>
                  <a:pt x="5882789" y="3586332"/>
                </a:cubicBezTo>
                <a:cubicBezTo>
                  <a:pt x="5619633" y="3569979"/>
                  <a:pt x="5372048" y="3591592"/>
                  <a:pt x="5221801" y="3586332"/>
                </a:cubicBezTo>
                <a:cubicBezTo>
                  <a:pt x="5071554" y="3581072"/>
                  <a:pt x="4963342" y="3608197"/>
                  <a:pt x="4759110" y="3586332"/>
                </a:cubicBezTo>
                <a:cubicBezTo>
                  <a:pt x="4554878" y="3564467"/>
                  <a:pt x="4477914" y="3586138"/>
                  <a:pt x="4230320" y="3586332"/>
                </a:cubicBezTo>
                <a:cubicBezTo>
                  <a:pt x="3982726" y="3586527"/>
                  <a:pt x="3614154" y="3593178"/>
                  <a:pt x="3437135" y="3586332"/>
                </a:cubicBezTo>
                <a:cubicBezTo>
                  <a:pt x="3260116" y="3579486"/>
                  <a:pt x="3105080" y="3612788"/>
                  <a:pt x="2776147" y="3586332"/>
                </a:cubicBezTo>
                <a:cubicBezTo>
                  <a:pt x="2447214" y="3559876"/>
                  <a:pt x="2355831" y="3582345"/>
                  <a:pt x="2247358" y="3586332"/>
                </a:cubicBezTo>
                <a:cubicBezTo>
                  <a:pt x="2138885" y="3590319"/>
                  <a:pt x="1905223" y="3567413"/>
                  <a:pt x="1586370" y="3586332"/>
                </a:cubicBezTo>
                <a:cubicBezTo>
                  <a:pt x="1267517" y="3605251"/>
                  <a:pt x="1337455" y="3570924"/>
                  <a:pt x="1123679" y="3586332"/>
                </a:cubicBezTo>
                <a:cubicBezTo>
                  <a:pt x="909903" y="3601740"/>
                  <a:pt x="828014" y="3563965"/>
                  <a:pt x="660987" y="3586332"/>
                </a:cubicBezTo>
                <a:cubicBezTo>
                  <a:pt x="493960" y="3608699"/>
                  <a:pt x="226077" y="3605384"/>
                  <a:pt x="0" y="3586332"/>
                </a:cubicBezTo>
                <a:cubicBezTo>
                  <a:pt x="2517" y="3456456"/>
                  <a:pt x="-25335" y="3224019"/>
                  <a:pt x="0" y="3060337"/>
                </a:cubicBezTo>
                <a:cubicBezTo>
                  <a:pt x="25335" y="2896656"/>
                  <a:pt x="-29196" y="2611623"/>
                  <a:pt x="0" y="2390888"/>
                </a:cubicBezTo>
                <a:cubicBezTo>
                  <a:pt x="29196" y="2170153"/>
                  <a:pt x="-13728" y="2038021"/>
                  <a:pt x="0" y="1829029"/>
                </a:cubicBezTo>
                <a:cubicBezTo>
                  <a:pt x="13728" y="1620037"/>
                  <a:pt x="7144" y="1573257"/>
                  <a:pt x="0" y="1338897"/>
                </a:cubicBezTo>
                <a:cubicBezTo>
                  <a:pt x="-7144" y="1104537"/>
                  <a:pt x="-23623" y="975152"/>
                  <a:pt x="0" y="705312"/>
                </a:cubicBezTo>
                <a:cubicBezTo>
                  <a:pt x="23623" y="435472"/>
                  <a:pt x="-25600" y="33482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p:grpSp>
        <p:nvGrpSpPr>
          <p:cNvPr id="63" name="第1题">
            <a:extLst>
              <a:ext uri="{FF2B5EF4-FFF2-40B4-BE49-F238E27FC236}">
                <a16:creationId xmlns:a16="http://schemas.microsoft.com/office/drawing/2014/main" id="{AEF16112-B44F-DE4B-8965-F45001D3710D}"/>
              </a:ext>
            </a:extLst>
          </p:cNvPr>
          <p:cNvGrpSpPr/>
          <p:nvPr/>
        </p:nvGrpSpPr>
        <p:grpSpPr>
          <a:xfrm>
            <a:off x="342333" y="142539"/>
            <a:ext cx="3822882" cy="1311539"/>
            <a:chOff x="342333" y="142539"/>
            <a:chExt cx="3822882" cy="1311539"/>
          </a:xfrm>
        </p:grpSpPr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B8637F5F-2771-8240-B8B6-C5CB5A475C09}"/>
                </a:ext>
              </a:extLst>
            </p:cNvPr>
            <p:cNvSpPr/>
            <p:nvPr/>
          </p:nvSpPr>
          <p:spPr>
            <a:xfrm>
              <a:off x="1067938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DB1A9699-C95A-8B46-BA8F-679E0AD24A94}"/>
                </a:ext>
              </a:extLst>
            </p:cNvPr>
            <p:cNvSpPr/>
            <p:nvPr/>
          </p:nvSpPr>
          <p:spPr>
            <a:xfrm>
              <a:off x="2165100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4F69BE37-C6C9-8C4D-B40A-3FDEF9074216}"/>
                </a:ext>
              </a:extLst>
            </p:cNvPr>
            <p:cNvSpPr/>
            <p:nvPr/>
          </p:nvSpPr>
          <p:spPr>
            <a:xfrm>
              <a:off x="3214018" y="90008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94B4ED88-CD67-F94F-AB1B-6E4107AEACD5}"/>
                </a:ext>
              </a:extLst>
            </p:cNvPr>
            <p:cNvCxnSpPr>
              <a:cxnSpLocks/>
              <a:stCxn id="64" idx="6"/>
              <a:endCxn id="65" idx="2"/>
            </p:cNvCxnSpPr>
            <p:nvPr/>
          </p:nvCxnSpPr>
          <p:spPr>
            <a:xfrm>
              <a:off x="1304108" y="1026805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曲线连接符 81">
              <a:extLst>
                <a:ext uri="{FF2B5EF4-FFF2-40B4-BE49-F238E27FC236}">
                  <a16:creationId xmlns:a16="http://schemas.microsoft.com/office/drawing/2014/main" id="{9E08864F-C6F2-384D-A3FF-E0E0DD2BE0BB}"/>
                </a:ext>
              </a:extLst>
            </p:cNvPr>
            <p:cNvCxnSpPr>
              <a:cxnSpLocks/>
              <a:stCxn id="65" idx="4"/>
              <a:endCxn id="66" idx="4"/>
            </p:cNvCxnSpPr>
            <p:nvPr/>
          </p:nvCxnSpPr>
          <p:spPr>
            <a:xfrm rot="5400000" flipH="1" flipV="1">
              <a:off x="2803324" y="616111"/>
              <a:ext cx="8640" cy="1048918"/>
            </a:xfrm>
            <a:prstGeom prst="curvedConnector3">
              <a:avLst>
                <a:gd name="adj1" fmla="val -26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曲线连接符 82">
              <a:extLst>
                <a:ext uri="{FF2B5EF4-FFF2-40B4-BE49-F238E27FC236}">
                  <a16:creationId xmlns:a16="http://schemas.microsoft.com/office/drawing/2014/main" id="{789FCDD9-DD30-1049-9562-2B87F13EBCA4}"/>
                </a:ext>
              </a:extLst>
            </p:cNvPr>
            <p:cNvCxnSpPr>
              <a:cxnSpLocks/>
              <a:stCxn id="65" idx="0"/>
              <a:endCxn id="66" idx="0"/>
            </p:cNvCxnSpPr>
            <p:nvPr/>
          </p:nvCxnSpPr>
          <p:spPr>
            <a:xfrm rot="5400000" flipH="1" flipV="1">
              <a:off x="2803324" y="379941"/>
              <a:ext cx="8640" cy="1048918"/>
            </a:xfrm>
            <a:prstGeom prst="curvedConnector3">
              <a:avLst>
                <a:gd name="adj1" fmla="val 27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1B62262-7C0D-024F-A192-5B889E154217}"/>
                    </a:ext>
                  </a:extLst>
                </p:cNvPr>
                <p:cNvSpPr txBox="1"/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51B62262-7C0D-024F-A192-5B889E1542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blipFill>
                  <a:blip r:embed="rId2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8F78177-EB6E-7C45-AA75-79026E61696E}"/>
                    </a:ext>
                  </a:extLst>
                </p:cNvPr>
                <p:cNvSpPr txBox="1"/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A8F78177-EB6E-7C45-AA75-79026E6169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blipFill>
                  <a:blip r:embed="rId3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B3A6611-513B-404D-82EF-E462835EF0D4}"/>
                    </a:ext>
                  </a:extLst>
                </p:cNvPr>
                <p:cNvSpPr txBox="1"/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0B3A6611-513B-404D-82EF-E462835EF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8508F1B-C93A-DA42-927F-184D320AF785}"/>
                    </a:ext>
                  </a:extLst>
                </p:cNvPr>
                <p:cNvSpPr txBox="1"/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F8508F1B-C93A-DA42-927F-184D320AF7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blipFill>
                  <a:blip r:embed="rId5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4ECA4C89-5A5D-0E4A-B7B2-043B4001375B}"/>
                    </a:ext>
                  </a:extLst>
                </p:cNvPr>
                <p:cNvSpPr txBox="1"/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4ECA4C89-5A5D-0E4A-B7B2-043B40013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AB8F832F-786C-7E4B-88EE-82AAF7BA7F95}"/>
                    </a:ext>
                  </a:extLst>
                </p:cNvPr>
                <p:cNvSpPr txBox="1"/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AB8F832F-786C-7E4B-88EE-82AAF7BA7F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F34D8DC9-C736-8B45-ACC6-E8132E4DBF89}"/>
                </a:ext>
              </a:extLst>
            </p:cNvPr>
            <p:cNvSpPr txBox="1"/>
            <p:nvPr/>
          </p:nvSpPr>
          <p:spPr>
            <a:xfrm>
              <a:off x="422832" y="26671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9" name="第2题">
            <a:extLst>
              <a:ext uri="{FF2B5EF4-FFF2-40B4-BE49-F238E27FC236}">
                <a16:creationId xmlns:a16="http://schemas.microsoft.com/office/drawing/2014/main" id="{69094EF6-6281-D94F-9FEB-70DA8A9EC654}"/>
              </a:ext>
            </a:extLst>
          </p:cNvPr>
          <p:cNvGrpSpPr/>
          <p:nvPr/>
        </p:nvGrpSpPr>
        <p:grpSpPr>
          <a:xfrm>
            <a:off x="342333" y="1367256"/>
            <a:ext cx="3840272" cy="1641560"/>
            <a:chOff x="342333" y="1367256"/>
            <a:chExt cx="3840272" cy="1641560"/>
          </a:xfrm>
        </p:grpSpPr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042BA98B-5557-C540-80A6-04EC5A03EEF4}"/>
                </a:ext>
              </a:extLst>
            </p:cNvPr>
            <p:cNvSpPr/>
            <p:nvPr/>
          </p:nvSpPr>
          <p:spPr>
            <a:xfrm>
              <a:off x="1067938" y="249564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91B65E12-0DD7-274E-8D13-73F146191748}"/>
                </a:ext>
              </a:extLst>
            </p:cNvPr>
            <p:cNvSpPr/>
            <p:nvPr/>
          </p:nvSpPr>
          <p:spPr>
            <a:xfrm>
              <a:off x="2165100" y="1941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7065091C-351E-DC40-A3F1-36E07C64240F}"/>
                </a:ext>
              </a:extLst>
            </p:cNvPr>
            <p:cNvSpPr/>
            <p:nvPr/>
          </p:nvSpPr>
          <p:spPr>
            <a:xfrm>
              <a:off x="3214064" y="24837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13" name="曲线连接符 112">
              <a:extLst>
                <a:ext uri="{FF2B5EF4-FFF2-40B4-BE49-F238E27FC236}">
                  <a16:creationId xmlns:a16="http://schemas.microsoft.com/office/drawing/2014/main" id="{C8323EC5-8295-9043-937F-D017C5086AE8}"/>
                </a:ext>
              </a:extLst>
            </p:cNvPr>
            <p:cNvCxnSpPr>
              <a:cxnSpLocks/>
              <a:stCxn id="110" idx="5"/>
              <a:endCxn id="112" idx="4"/>
            </p:cNvCxnSpPr>
            <p:nvPr/>
          </p:nvCxnSpPr>
          <p:spPr>
            <a:xfrm rot="16200000" flipH="1">
              <a:off x="2289474" y="1677278"/>
              <a:ext cx="22722" cy="2062627"/>
            </a:xfrm>
            <a:prstGeom prst="curvedConnector3">
              <a:avLst>
                <a:gd name="adj1" fmla="val 115828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曲线连接符 113">
              <a:extLst>
                <a:ext uri="{FF2B5EF4-FFF2-40B4-BE49-F238E27FC236}">
                  <a16:creationId xmlns:a16="http://schemas.microsoft.com/office/drawing/2014/main" id="{5F9CDEDA-7579-114D-8A14-3138EF7D9A3F}"/>
                </a:ext>
              </a:extLst>
            </p:cNvPr>
            <p:cNvCxnSpPr>
              <a:cxnSpLocks/>
              <a:stCxn id="111" idx="6"/>
              <a:endCxn id="112" idx="0"/>
            </p:cNvCxnSpPr>
            <p:nvPr/>
          </p:nvCxnSpPr>
          <p:spPr>
            <a:xfrm>
              <a:off x="2401270" y="2059734"/>
              <a:ext cx="930879" cy="424049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DAC5934F-71D4-6E45-818C-EA0B1D1D8680}"/>
                    </a:ext>
                  </a:extLst>
                </p:cNvPr>
                <p:cNvSpPr txBox="1"/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DAC5934F-71D4-6E45-818C-EA0B1D1D86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blipFill>
                  <a:blip r:embed="rId8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D9BDBA0-BB2C-4A4B-967D-28D0B169F063}"/>
                    </a:ext>
                  </a:extLst>
                </p:cNvPr>
                <p:cNvSpPr txBox="1"/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D9BDBA0-BB2C-4A4B-967D-28D0B169F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blipFill>
                  <a:blip r:embed="rId9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78F3EBC9-4FA9-0F40-AC9F-F3730818C710}"/>
                    </a:ext>
                  </a:extLst>
                </p:cNvPr>
                <p:cNvSpPr txBox="1"/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文本框 116">
                  <a:extLst>
                    <a:ext uri="{FF2B5EF4-FFF2-40B4-BE49-F238E27FC236}">
                      <a16:creationId xmlns:a16="http://schemas.microsoft.com/office/drawing/2014/main" id="{78F3EBC9-4FA9-0F40-AC9F-F3730818C7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D84CB625-0397-D04F-ABA2-66397C387A81}"/>
                    </a:ext>
                  </a:extLst>
                </p:cNvPr>
                <p:cNvSpPr txBox="1"/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D84CB625-0397-D04F-ABA2-66397C387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blipFill>
                  <a:blip r:embed="rId11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D9B911A2-2884-EF4B-B2A6-D78D35A29A68}"/>
                    </a:ext>
                  </a:extLst>
                </p:cNvPr>
                <p:cNvSpPr txBox="1"/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D9B911A2-2884-EF4B-B2A6-D78D35A29A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曲线连接符 119">
              <a:extLst>
                <a:ext uri="{FF2B5EF4-FFF2-40B4-BE49-F238E27FC236}">
                  <a16:creationId xmlns:a16="http://schemas.microsoft.com/office/drawing/2014/main" id="{51372A03-0A3F-F04F-A9E8-67FCE040AD4B}"/>
                </a:ext>
              </a:extLst>
            </p:cNvPr>
            <p:cNvCxnSpPr>
              <a:cxnSpLocks/>
              <a:stCxn id="110" idx="0"/>
              <a:endCxn id="111" idx="2"/>
            </p:cNvCxnSpPr>
            <p:nvPr/>
          </p:nvCxnSpPr>
          <p:spPr>
            <a:xfrm rot="5400000" flipH="1" flipV="1">
              <a:off x="1457605" y="1788153"/>
              <a:ext cx="435913" cy="97907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5D200162-B8A4-A147-A95F-8F0D41D82634}"/>
                    </a:ext>
                  </a:extLst>
                </p:cNvPr>
                <p:cNvSpPr txBox="1"/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1" name="文本框 120">
                  <a:extLst>
                    <a:ext uri="{FF2B5EF4-FFF2-40B4-BE49-F238E27FC236}">
                      <a16:creationId xmlns:a16="http://schemas.microsoft.com/office/drawing/2014/main" id="{5D200162-B8A4-A147-A95F-8F0D41D826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blipFill>
                  <a:blip r:embed="rId13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2" name="文本框 121">
              <a:extLst>
                <a:ext uri="{FF2B5EF4-FFF2-40B4-BE49-F238E27FC236}">
                  <a16:creationId xmlns:a16="http://schemas.microsoft.com/office/drawing/2014/main" id="{2E7F1833-1A25-C14F-AC3A-4B01ABBB02F0}"/>
                </a:ext>
              </a:extLst>
            </p:cNvPr>
            <p:cNvSpPr txBox="1"/>
            <p:nvPr/>
          </p:nvSpPr>
          <p:spPr>
            <a:xfrm>
              <a:off x="420868" y="178238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23" name="第3题">
            <a:extLst>
              <a:ext uri="{FF2B5EF4-FFF2-40B4-BE49-F238E27FC236}">
                <a16:creationId xmlns:a16="http://schemas.microsoft.com/office/drawing/2014/main" id="{1BAA287F-07EB-B446-B845-DC1BE0659FC6}"/>
              </a:ext>
            </a:extLst>
          </p:cNvPr>
          <p:cNvGrpSpPr/>
          <p:nvPr/>
        </p:nvGrpSpPr>
        <p:grpSpPr>
          <a:xfrm>
            <a:off x="362922" y="3236884"/>
            <a:ext cx="3822882" cy="1444734"/>
            <a:chOff x="362922" y="3236884"/>
            <a:chExt cx="3822882" cy="1444734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42518CD2-1EDE-EF49-97B8-A89C8AC20848}"/>
                </a:ext>
              </a:extLst>
            </p:cNvPr>
            <p:cNvSpPr/>
            <p:nvPr/>
          </p:nvSpPr>
          <p:spPr>
            <a:xfrm>
              <a:off x="1088527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157416AE-ACB6-7340-B1CD-36C3C8B29AEC}"/>
                </a:ext>
              </a:extLst>
            </p:cNvPr>
            <p:cNvSpPr/>
            <p:nvPr/>
          </p:nvSpPr>
          <p:spPr>
            <a:xfrm>
              <a:off x="2185689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787AE873-15FF-4F48-96CF-DEB99368F47B}"/>
                </a:ext>
              </a:extLst>
            </p:cNvPr>
            <p:cNvSpPr/>
            <p:nvPr/>
          </p:nvSpPr>
          <p:spPr>
            <a:xfrm>
              <a:off x="3234607" y="40380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27" name="直线箭头连接符 126">
              <a:extLst>
                <a:ext uri="{FF2B5EF4-FFF2-40B4-BE49-F238E27FC236}">
                  <a16:creationId xmlns:a16="http://schemas.microsoft.com/office/drawing/2014/main" id="{D1719DD2-4E4C-1442-BC88-7B57FA9C87B0}"/>
                </a:ext>
              </a:extLst>
            </p:cNvPr>
            <p:cNvCxnSpPr>
              <a:cxnSpLocks/>
              <a:stCxn id="124" idx="6"/>
              <a:endCxn id="125" idx="2"/>
            </p:cNvCxnSpPr>
            <p:nvPr/>
          </p:nvCxnSpPr>
          <p:spPr>
            <a:xfrm>
              <a:off x="1324697" y="4164808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曲线连接符 127">
              <a:extLst>
                <a:ext uri="{FF2B5EF4-FFF2-40B4-BE49-F238E27FC236}">
                  <a16:creationId xmlns:a16="http://schemas.microsoft.com/office/drawing/2014/main" id="{E9C0702B-049E-0145-A350-1BC81CA10588}"/>
                </a:ext>
              </a:extLst>
            </p:cNvPr>
            <p:cNvCxnSpPr>
              <a:cxnSpLocks/>
              <a:stCxn id="126" idx="4"/>
              <a:endCxn id="125" idx="4"/>
            </p:cNvCxnSpPr>
            <p:nvPr/>
          </p:nvCxnSpPr>
          <p:spPr>
            <a:xfrm rot="5400000">
              <a:off x="2823913" y="3754114"/>
              <a:ext cx="8640" cy="1048918"/>
            </a:xfrm>
            <a:prstGeom prst="curvedConnector3">
              <a:avLst>
                <a:gd name="adj1" fmla="val 4077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曲线连接符 128">
              <a:extLst>
                <a:ext uri="{FF2B5EF4-FFF2-40B4-BE49-F238E27FC236}">
                  <a16:creationId xmlns:a16="http://schemas.microsoft.com/office/drawing/2014/main" id="{FC5AD97D-5376-CC49-BB97-E157BA382B08}"/>
                </a:ext>
              </a:extLst>
            </p:cNvPr>
            <p:cNvCxnSpPr>
              <a:cxnSpLocks/>
              <a:stCxn id="125" idx="0"/>
              <a:endCxn id="126" idx="0"/>
            </p:cNvCxnSpPr>
            <p:nvPr/>
          </p:nvCxnSpPr>
          <p:spPr>
            <a:xfrm rot="5400000" flipH="1" flipV="1">
              <a:off x="2823913" y="3517944"/>
              <a:ext cx="8640" cy="1048918"/>
            </a:xfrm>
            <a:prstGeom prst="curvedConnector3">
              <a:avLst>
                <a:gd name="adj1" fmla="val 388717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60CE560-A674-4943-9201-004BA96866FA}"/>
                    </a:ext>
                  </a:extLst>
                </p:cNvPr>
                <p:cNvSpPr txBox="1"/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760CE560-A674-4943-9201-004BA9686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blipFill>
                  <a:blip r:embed="rId14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0B2F6ACD-AB43-674D-B243-1FB71B6EE234}"/>
                    </a:ext>
                  </a:extLst>
                </p:cNvPr>
                <p:cNvSpPr txBox="1"/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0B2F6ACD-AB43-674D-B243-1FB71B6EE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blipFill>
                  <a:blip r:embed="rId15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68B9DE37-3B97-E84F-9434-9E41211A46A2}"/>
                    </a:ext>
                  </a:extLst>
                </p:cNvPr>
                <p:cNvSpPr txBox="1"/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2" name="文本框 131">
                  <a:extLst>
                    <a:ext uri="{FF2B5EF4-FFF2-40B4-BE49-F238E27FC236}">
                      <a16:creationId xmlns:a16="http://schemas.microsoft.com/office/drawing/2014/main" id="{68B9DE37-3B97-E84F-9434-9E41211A46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537F7DB7-CB3E-3F45-A50B-C8BF8A822048}"/>
                    </a:ext>
                  </a:extLst>
                </p:cNvPr>
                <p:cNvSpPr txBox="1"/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537F7DB7-CB3E-3F45-A50B-C8BF8A822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blipFill>
                  <a:blip r:embed="rId17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A0C63D17-0548-744A-9AE0-A591E98C70FB}"/>
                    </a:ext>
                  </a:extLst>
                </p:cNvPr>
                <p:cNvSpPr txBox="1"/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A0C63D17-0548-744A-9AE0-A591E98C7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66AD499E-D5AB-A64D-BD4A-579FAD9D7F8F}"/>
                    </a:ext>
                  </a:extLst>
                </p:cNvPr>
                <p:cNvSpPr txBox="1"/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66AD499E-D5AB-A64D-BD4A-579FAD9D7F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blipFill>
                  <a:blip r:embed="rId19"/>
                  <a:stretch>
                    <a:fillRect l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6" name="直线箭头连接符 135">
              <a:extLst>
                <a:ext uri="{FF2B5EF4-FFF2-40B4-BE49-F238E27FC236}">
                  <a16:creationId xmlns:a16="http://schemas.microsoft.com/office/drawing/2014/main" id="{48F5A9FE-B698-3040-B213-650DA3C460E6}"/>
                </a:ext>
              </a:extLst>
            </p:cNvPr>
            <p:cNvCxnSpPr>
              <a:cxnSpLocks/>
              <a:stCxn id="125" idx="6"/>
              <a:endCxn id="126" idx="2"/>
            </p:cNvCxnSpPr>
            <p:nvPr/>
          </p:nvCxnSpPr>
          <p:spPr>
            <a:xfrm flipV="1">
              <a:off x="2421859" y="4156168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BCE13B68-0A37-F340-A618-1BCAE0B571F3}"/>
                    </a:ext>
                  </a:extLst>
                </p:cNvPr>
                <p:cNvSpPr txBox="1"/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BCE13B68-0A37-F340-A618-1BCAE0B571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blipFill>
                  <a:blip r:embed="rId20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822C0087-013B-5241-9CC8-4580662BB07A}"/>
                </a:ext>
              </a:extLst>
            </p:cNvPr>
            <p:cNvSpPr txBox="1"/>
            <p:nvPr/>
          </p:nvSpPr>
          <p:spPr>
            <a:xfrm>
              <a:off x="420868" y="341959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39" name="第4题" hidden="1">
            <a:extLst>
              <a:ext uri="{FF2B5EF4-FFF2-40B4-BE49-F238E27FC236}">
                <a16:creationId xmlns:a16="http://schemas.microsoft.com/office/drawing/2014/main" id="{5E6AEF8C-02AA-9845-A022-4A521BA7480E}"/>
              </a:ext>
            </a:extLst>
          </p:cNvPr>
          <p:cNvGrpSpPr/>
          <p:nvPr/>
        </p:nvGrpSpPr>
        <p:grpSpPr>
          <a:xfrm>
            <a:off x="404100" y="4880472"/>
            <a:ext cx="4971931" cy="1287317"/>
            <a:chOff x="404100" y="4880472"/>
            <a:chExt cx="4971931" cy="1287317"/>
          </a:xfrm>
        </p:grpSpPr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AB8A0C4B-B881-1C4C-A952-35972DD19F6D}"/>
                </a:ext>
              </a:extLst>
            </p:cNvPr>
            <p:cNvSpPr/>
            <p:nvPr/>
          </p:nvSpPr>
          <p:spPr>
            <a:xfrm>
              <a:off x="1129705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6AE7B42C-C14B-9E4F-BBAA-F2DEE4FF96FF}"/>
                </a:ext>
              </a:extLst>
            </p:cNvPr>
            <p:cNvSpPr/>
            <p:nvPr/>
          </p:nvSpPr>
          <p:spPr>
            <a:xfrm>
              <a:off x="2226867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1D66463A-8790-2F4D-98E4-19E72C5B345C}"/>
                </a:ext>
              </a:extLst>
            </p:cNvPr>
            <p:cNvSpPr/>
            <p:nvPr/>
          </p:nvSpPr>
          <p:spPr>
            <a:xfrm>
              <a:off x="3275785" y="547254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43" name="直线箭头连接符 142">
              <a:extLst>
                <a:ext uri="{FF2B5EF4-FFF2-40B4-BE49-F238E27FC236}">
                  <a16:creationId xmlns:a16="http://schemas.microsoft.com/office/drawing/2014/main" id="{79221A0A-EC3F-BA4D-992F-8C12FA2AB9B2}"/>
                </a:ext>
              </a:extLst>
            </p:cNvPr>
            <p:cNvCxnSpPr>
              <a:cxnSpLocks/>
              <a:stCxn id="140" idx="6"/>
              <a:endCxn id="141" idx="2"/>
            </p:cNvCxnSpPr>
            <p:nvPr/>
          </p:nvCxnSpPr>
          <p:spPr>
            <a:xfrm>
              <a:off x="1365875" y="5599267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曲线连接符 143">
              <a:extLst>
                <a:ext uri="{FF2B5EF4-FFF2-40B4-BE49-F238E27FC236}">
                  <a16:creationId xmlns:a16="http://schemas.microsoft.com/office/drawing/2014/main" id="{707E75C1-A05C-D541-AE6F-D5E9FAAF1776}"/>
                </a:ext>
              </a:extLst>
            </p:cNvPr>
            <p:cNvCxnSpPr>
              <a:cxnSpLocks/>
              <a:stCxn id="153" idx="4"/>
              <a:endCxn id="141" idx="4"/>
            </p:cNvCxnSpPr>
            <p:nvPr/>
          </p:nvCxnSpPr>
          <p:spPr>
            <a:xfrm rot="5400000">
              <a:off x="3417708" y="4644596"/>
              <a:ext cx="12700" cy="2145512"/>
            </a:xfrm>
            <a:prstGeom prst="curvedConnector3">
              <a:avLst>
                <a:gd name="adj1" fmla="val 35642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367325CA-B619-1F43-A9DA-9FFDD4E7AFBA}"/>
                    </a:ext>
                  </a:extLst>
                </p:cNvPr>
                <p:cNvSpPr txBox="1"/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367325CA-B619-1F43-A9DA-9FFDD4E7AF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blipFill>
                  <a:blip r:embed="rId14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A9C0427-ED88-6D4D-A037-98A33B10C2B3}"/>
                    </a:ext>
                  </a:extLst>
                </p:cNvPr>
                <p:cNvSpPr txBox="1"/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5A9C0427-ED88-6D4D-A037-98A33B10C2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blipFill>
                  <a:blip r:embed="rId21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B8369661-7963-D346-95AA-7EBF802C441D}"/>
                    </a:ext>
                  </a:extLst>
                </p:cNvPr>
                <p:cNvSpPr txBox="1"/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B8369661-7963-D346-95AA-7EBF802C44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201AC2EC-6908-FF45-B4CA-7618E8DCB75B}"/>
                    </a:ext>
                  </a:extLst>
                </p:cNvPr>
                <p:cNvSpPr txBox="1"/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201AC2EC-6908-FF45-B4CA-7618E8DCB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blipFill>
                  <a:blip r:embed="rId22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DC12FD8B-2227-304B-B375-E1164E900C90}"/>
                    </a:ext>
                  </a:extLst>
                </p:cNvPr>
                <p:cNvSpPr txBox="1"/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DC12FD8B-2227-304B-B375-E1164E900C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2F87AB2-56E3-2B45-BD84-79CD77527466}"/>
                    </a:ext>
                  </a:extLst>
                </p:cNvPr>
                <p:cNvSpPr txBox="1"/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0" name="文本框 149">
                  <a:extLst>
                    <a:ext uri="{FF2B5EF4-FFF2-40B4-BE49-F238E27FC236}">
                      <a16:creationId xmlns:a16="http://schemas.microsoft.com/office/drawing/2014/main" id="{22F87AB2-56E3-2B45-BD84-79CD77527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blipFill>
                  <a:blip r:embed="rId24"/>
                  <a:stretch>
                    <a:fillRect l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线箭头连接符 150">
              <a:extLst>
                <a:ext uri="{FF2B5EF4-FFF2-40B4-BE49-F238E27FC236}">
                  <a16:creationId xmlns:a16="http://schemas.microsoft.com/office/drawing/2014/main" id="{DBCAACD9-F2D3-1449-AA2B-CB72F6E1D365}"/>
                </a:ext>
              </a:extLst>
            </p:cNvPr>
            <p:cNvCxnSpPr>
              <a:cxnSpLocks/>
              <a:stCxn id="141" idx="6"/>
              <a:endCxn id="142" idx="2"/>
            </p:cNvCxnSpPr>
            <p:nvPr/>
          </p:nvCxnSpPr>
          <p:spPr>
            <a:xfrm flipV="1">
              <a:off x="2463037" y="5590627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87D116D3-5B98-2A40-B1E3-B8F81009E31E}"/>
                    </a:ext>
                  </a:extLst>
                </p:cNvPr>
                <p:cNvSpPr txBox="1"/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52" name="文本框 151">
                  <a:extLst>
                    <a:ext uri="{FF2B5EF4-FFF2-40B4-BE49-F238E27FC236}">
                      <a16:creationId xmlns:a16="http://schemas.microsoft.com/office/drawing/2014/main" id="{87D116D3-5B98-2A40-B1E3-B8F81009E3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blipFill>
                  <a:blip r:embed="rId25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47D17BD3-3E64-C548-AAF5-31E817AC332D}"/>
                </a:ext>
              </a:extLst>
            </p:cNvPr>
            <p:cNvSpPr/>
            <p:nvPr/>
          </p:nvSpPr>
          <p:spPr>
            <a:xfrm>
              <a:off x="4372379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54" name="直线箭头连接符 153">
              <a:extLst>
                <a:ext uri="{FF2B5EF4-FFF2-40B4-BE49-F238E27FC236}">
                  <a16:creationId xmlns:a16="http://schemas.microsoft.com/office/drawing/2014/main" id="{3B84D529-EBAE-1947-9818-8EC916060999}"/>
                </a:ext>
              </a:extLst>
            </p:cNvPr>
            <p:cNvCxnSpPr>
              <a:cxnSpLocks/>
              <a:stCxn id="142" idx="6"/>
              <a:endCxn id="153" idx="2"/>
            </p:cNvCxnSpPr>
            <p:nvPr/>
          </p:nvCxnSpPr>
          <p:spPr>
            <a:xfrm>
              <a:off x="3511955" y="5590627"/>
              <a:ext cx="860424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DE9EF7F-DC2A-084D-8777-31616E7D236F}"/>
                    </a:ext>
                  </a:extLst>
                </p:cNvPr>
                <p:cNvSpPr txBox="1"/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7DE9EF7F-DC2A-084D-8777-31616E7D2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blipFill>
                  <a:blip r:embed="rId26"/>
                  <a:stretch>
                    <a:fillRect l="-36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311DE5B2-96BC-9341-AD2A-191E22893708}"/>
                </a:ext>
              </a:extLst>
            </p:cNvPr>
            <p:cNvSpPr txBox="1"/>
            <p:nvPr/>
          </p:nvSpPr>
          <p:spPr>
            <a:xfrm>
              <a:off x="427490" y="488047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601829"/>
      </p:ext>
    </p:extLst>
  </p:cSld>
  <p:clrMapOvr>
    <a:masterClrMapping/>
  </p:clrMapOvr>
  <p:transition spd="slow">
    <p:strips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BA63014E-8543-FA4F-8785-41E51422066E}"/>
              </a:ext>
            </a:extLst>
          </p:cNvPr>
          <p:cNvSpPr/>
          <p:nvPr/>
        </p:nvSpPr>
        <p:spPr>
          <a:xfrm>
            <a:off x="5029947" y="260648"/>
            <a:ext cx="6609875" cy="3586332"/>
          </a:xfrm>
          <a:custGeom>
            <a:avLst/>
            <a:gdLst>
              <a:gd name="connsiteX0" fmla="*/ 0 w 6609875"/>
              <a:gd name="connsiteY0" fmla="*/ 0 h 3586332"/>
              <a:gd name="connsiteX1" fmla="*/ 594889 w 6609875"/>
              <a:gd name="connsiteY1" fmla="*/ 0 h 3586332"/>
              <a:gd name="connsiteX2" fmla="*/ 1057580 w 6609875"/>
              <a:gd name="connsiteY2" fmla="*/ 0 h 3586332"/>
              <a:gd name="connsiteX3" fmla="*/ 1850765 w 6609875"/>
              <a:gd name="connsiteY3" fmla="*/ 0 h 3586332"/>
              <a:gd name="connsiteX4" fmla="*/ 2445654 w 6609875"/>
              <a:gd name="connsiteY4" fmla="*/ 0 h 3586332"/>
              <a:gd name="connsiteX5" fmla="*/ 3040543 w 6609875"/>
              <a:gd name="connsiteY5" fmla="*/ 0 h 3586332"/>
              <a:gd name="connsiteX6" fmla="*/ 3833728 w 6609875"/>
              <a:gd name="connsiteY6" fmla="*/ 0 h 3586332"/>
              <a:gd name="connsiteX7" fmla="*/ 4362518 w 6609875"/>
              <a:gd name="connsiteY7" fmla="*/ 0 h 3586332"/>
              <a:gd name="connsiteX8" fmla="*/ 5155703 w 6609875"/>
              <a:gd name="connsiteY8" fmla="*/ 0 h 3586332"/>
              <a:gd name="connsiteX9" fmla="*/ 5948888 w 6609875"/>
              <a:gd name="connsiteY9" fmla="*/ 0 h 3586332"/>
              <a:gd name="connsiteX10" fmla="*/ 6609875 w 6609875"/>
              <a:gd name="connsiteY10" fmla="*/ 0 h 3586332"/>
              <a:gd name="connsiteX11" fmla="*/ 6609875 w 6609875"/>
              <a:gd name="connsiteY11" fmla="*/ 669449 h 3586332"/>
              <a:gd name="connsiteX12" fmla="*/ 6609875 w 6609875"/>
              <a:gd name="connsiteY12" fmla="*/ 1303034 h 3586332"/>
              <a:gd name="connsiteX13" fmla="*/ 6609875 w 6609875"/>
              <a:gd name="connsiteY13" fmla="*/ 1793166 h 3586332"/>
              <a:gd name="connsiteX14" fmla="*/ 6609875 w 6609875"/>
              <a:gd name="connsiteY14" fmla="*/ 2390888 h 3586332"/>
              <a:gd name="connsiteX15" fmla="*/ 6609875 w 6609875"/>
              <a:gd name="connsiteY15" fmla="*/ 2988610 h 3586332"/>
              <a:gd name="connsiteX16" fmla="*/ 6609875 w 6609875"/>
              <a:gd name="connsiteY16" fmla="*/ 3586332 h 3586332"/>
              <a:gd name="connsiteX17" fmla="*/ 5882789 w 6609875"/>
              <a:gd name="connsiteY17" fmla="*/ 3586332 h 3586332"/>
              <a:gd name="connsiteX18" fmla="*/ 5221801 w 6609875"/>
              <a:gd name="connsiteY18" fmla="*/ 3586332 h 3586332"/>
              <a:gd name="connsiteX19" fmla="*/ 4759110 w 6609875"/>
              <a:gd name="connsiteY19" fmla="*/ 3586332 h 3586332"/>
              <a:gd name="connsiteX20" fmla="*/ 4230320 w 6609875"/>
              <a:gd name="connsiteY20" fmla="*/ 3586332 h 3586332"/>
              <a:gd name="connsiteX21" fmla="*/ 3437135 w 6609875"/>
              <a:gd name="connsiteY21" fmla="*/ 3586332 h 3586332"/>
              <a:gd name="connsiteX22" fmla="*/ 2776147 w 6609875"/>
              <a:gd name="connsiteY22" fmla="*/ 3586332 h 3586332"/>
              <a:gd name="connsiteX23" fmla="*/ 2247358 w 6609875"/>
              <a:gd name="connsiteY23" fmla="*/ 3586332 h 3586332"/>
              <a:gd name="connsiteX24" fmla="*/ 1586370 w 6609875"/>
              <a:gd name="connsiteY24" fmla="*/ 3586332 h 3586332"/>
              <a:gd name="connsiteX25" fmla="*/ 1123679 w 6609875"/>
              <a:gd name="connsiteY25" fmla="*/ 3586332 h 3586332"/>
              <a:gd name="connsiteX26" fmla="*/ 660987 w 6609875"/>
              <a:gd name="connsiteY26" fmla="*/ 3586332 h 3586332"/>
              <a:gd name="connsiteX27" fmla="*/ 0 w 6609875"/>
              <a:gd name="connsiteY27" fmla="*/ 3586332 h 3586332"/>
              <a:gd name="connsiteX28" fmla="*/ 0 w 6609875"/>
              <a:gd name="connsiteY28" fmla="*/ 3060337 h 3586332"/>
              <a:gd name="connsiteX29" fmla="*/ 0 w 6609875"/>
              <a:gd name="connsiteY29" fmla="*/ 2390888 h 3586332"/>
              <a:gd name="connsiteX30" fmla="*/ 0 w 6609875"/>
              <a:gd name="connsiteY30" fmla="*/ 1829029 h 3586332"/>
              <a:gd name="connsiteX31" fmla="*/ 0 w 6609875"/>
              <a:gd name="connsiteY31" fmla="*/ 1338897 h 3586332"/>
              <a:gd name="connsiteX32" fmla="*/ 0 w 6609875"/>
              <a:gd name="connsiteY32" fmla="*/ 705312 h 3586332"/>
              <a:gd name="connsiteX33" fmla="*/ 0 w 6609875"/>
              <a:gd name="connsiteY33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609875" h="3586332" extrusionOk="0">
                <a:moveTo>
                  <a:pt x="0" y="0"/>
                </a:moveTo>
                <a:cubicBezTo>
                  <a:pt x="199932" y="4877"/>
                  <a:pt x="298353" y="15864"/>
                  <a:pt x="594889" y="0"/>
                </a:cubicBezTo>
                <a:cubicBezTo>
                  <a:pt x="891425" y="-15864"/>
                  <a:pt x="909188" y="18551"/>
                  <a:pt x="1057580" y="0"/>
                </a:cubicBezTo>
                <a:cubicBezTo>
                  <a:pt x="1205972" y="-18551"/>
                  <a:pt x="1633365" y="9643"/>
                  <a:pt x="1850765" y="0"/>
                </a:cubicBezTo>
                <a:cubicBezTo>
                  <a:pt x="2068166" y="-9643"/>
                  <a:pt x="2237032" y="11555"/>
                  <a:pt x="2445654" y="0"/>
                </a:cubicBezTo>
                <a:cubicBezTo>
                  <a:pt x="2654276" y="-11555"/>
                  <a:pt x="2749971" y="16242"/>
                  <a:pt x="3040543" y="0"/>
                </a:cubicBezTo>
                <a:cubicBezTo>
                  <a:pt x="3331115" y="-16242"/>
                  <a:pt x="3588439" y="28334"/>
                  <a:pt x="3833728" y="0"/>
                </a:cubicBezTo>
                <a:cubicBezTo>
                  <a:pt x="4079017" y="-28334"/>
                  <a:pt x="4105000" y="-16718"/>
                  <a:pt x="4362518" y="0"/>
                </a:cubicBezTo>
                <a:cubicBezTo>
                  <a:pt x="4620036" y="16718"/>
                  <a:pt x="4834808" y="38195"/>
                  <a:pt x="5155703" y="0"/>
                </a:cubicBezTo>
                <a:cubicBezTo>
                  <a:pt x="5476598" y="-38195"/>
                  <a:pt x="5674309" y="31842"/>
                  <a:pt x="5948888" y="0"/>
                </a:cubicBezTo>
                <a:cubicBezTo>
                  <a:pt x="6223468" y="-31842"/>
                  <a:pt x="6472337" y="25678"/>
                  <a:pt x="6609875" y="0"/>
                </a:cubicBezTo>
                <a:cubicBezTo>
                  <a:pt x="6614444" y="214761"/>
                  <a:pt x="6602562" y="339359"/>
                  <a:pt x="6609875" y="669449"/>
                </a:cubicBezTo>
                <a:cubicBezTo>
                  <a:pt x="6617188" y="999539"/>
                  <a:pt x="6624836" y="1124937"/>
                  <a:pt x="6609875" y="1303034"/>
                </a:cubicBezTo>
                <a:cubicBezTo>
                  <a:pt x="6594914" y="1481131"/>
                  <a:pt x="6594151" y="1615110"/>
                  <a:pt x="6609875" y="1793166"/>
                </a:cubicBezTo>
                <a:cubicBezTo>
                  <a:pt x="6625599" y="1971222"/>
                  <a:pt x="6617649" y="2256017"/>
                  <a:pt x="6609875" y="2390888"/>
                </a:cubicBezTo>
                <a:cubicBezTo>
                  <a:pt x="6602101" y="2525759"/>
                  <a:pt x="6592779" y="2740069"/>
                  <a:pt x="6609875" y="2988610"/>
                </a:cubicBezTo>
                <a:cubicBezTo>
                  <a:pt x="6626971" y="3237151"/>
                  <a:pt x="6625379" y="3412112"/>
                  <a:pt x="6609875" y="3586332"/>
                </a:cubicBezTo>
                <a:cubicBezTo>
                  <a:pt x="6281796" y="3602178"/>
                  <a:pt x="6145945" y="3602685"/>
                  <a:pt x="5882789" y="3586332"/>
                </a:cubicBezTo>
                <a:cubicBezTo>
                  <a:pt x="5619633" y="3569979"/>
                  <a:pt x="5372048" y="3591592"/>
                  <a:pt x="5221801" y="3586332"/>
                </a:cubicBezTo>
                <a:cubicBezTo>
                  <a:pt x="5071554" y="3581072"/>
                  <a:pt x="4963342" y="3608197"/>
                  <a:pt x="4759110" y="3586332"/>
                </a:cubicBezTo>
                <a:cubicBezTo>
                  <a:pt x="4554878" y="3564467"/>
                  <a:pt x="4477914" y="3586138"/>
                  <a:pt x="4230320" y="3586332"/>
                </a:cubicBezTo>
                <a:cubicBezTo>
                  <a:pt x="3982726" y="3586527"/>
                  <a:pt x="3614154" y="3593178"/>
                  <a:pt x="3437135" y="3586332"/>
                </a:cubicBezTo>
                <a:cubicBezTo>
                  <a:pt x="3260116" y="3579486"/>
                  <a:pt x="3105080" y="3612788"/>
                  <a:pt x="2776147" y="3586332"/>
                </a:cubicBezTo>
                <a:cubicBezTo>
                  <a:pt x="2447214" y="3559876"/>
                  <a:pt x="2355831" y="3582345"/>
                  <a:pt x="2247358" y="3586332"/>
                </a:cubicBezTo>
                <a:cubicBezTo>
                  <a:pt x="2138885" y="3590319"/>
                  <a:pt x="1905223" y="3567413"/>
                  <a:pt x="1586370" y="3586332"/>
                </a:cubicBezTo>
                <a:cubicBezTo>
                  <a:pt x="1267517" y="3605251"/>
                  <a:pt x="1337455" y="3570924"/>
                  <a:pt x="1123679" y="3586332"/>
                </a:cubicBezTo>
                <a:cubicBezTo>
                  <a:pt x="909903" y="3601740"/>
                  <a:pt x="828014" y="3563965"/>
                  <a:pt x="660987" y="3586332"/>
                </a:cubicBezTo>
                <a:cubicBezTo>
                  <a:pt x="493960" y="3608699"/>
                  <a:pt x="226077" y="3605384"/>
                  <a:pt x="0" y="3586332"/>
                </a:cubicBezTo>
                <a:cubicBezTo>
                  <a:pt x="2517" y="3456456"/>
                  <a:pt x="-25335" y="3224019"/>
                  <a:pt x="0" y="3060337"/>
                </a:cubicBezTo>
                <a:cubicBezTo>
                  <a:pt x="25335" y="2896656"/>
                  <a:pt x="-29196" y="2611623"/>
                  <a:pt x="0" y="2390888"/>
                </a:cubicBezTo>
                <a:cubicBezTo>
                  <a:pt x="29196" y="2170153"/>
                  <a:pt x="-13728" y="2038021"/>
                  <a:pt x="0" y="1829029"/>
                </a:cubicBezTo>
                <a:cubicBezTo>
                  <a:pt x="13728" y="1620037"/>
                  <a:pt x="7144" y="1573257"/>
                  <a:pt x="0" y="1338897"/>
                </a:cubicBezTo>
                <a:cubicBezTo>
                  <a:pt x="-7144" y="1104537"/>
                  <a:pt x="-23623" y="975152"/>
                  <a:pt x="0" y="705312"/>
                </a:cubicBezTo>
                <a:cubicBezTo>
                  <a:pt x="23623" y="435472"/>
                  <a:pt x="-25600" y="33482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/>
              <p:nvPr/>
            </p:nvSpPr>
            <p:spPr>
              <a:xfrm>
                <a:off x="5951190" y="4207697"/>
                <a:ext cx="5339219" cy="1489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800" i="1" dirty="0">
                    <a:latin typeface="Cambria Math" panose="02040503050406030204" pitchFamily="18" charset="0"/>
                  </a:rPr>
                  <a:t> </a:t>
                </a:r>
                <a:endParaRPr kumimoji="1"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𝑎𝑐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/>
              </a:p>
              <a:p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zh-CN" altLang="en-US" sz="2800" dirty="0"/>
                  <a:t> </a:t>
                </a:r>
                <a:endParaRPr kumimoji="1" lang="en-US" altLang="zh-CN" sz="28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90" y="4207697"/>
                <a:ext cx="5339219" cy="1489382"/>
              </a:xfrm>
              <a:prstGeom prst="rect">
                <a:avLst/>
              </a:prstGeom>
              <a:blipFill>
                <a:blip r:embed="rId2"/>
                <a:stretch>
                  <a:fillRect l="-3325" t="-2542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本框 61">
            <a:extLst>
              <a:ext uri="{FF2B5EF4-FFF2-40B4-BE49-F238E27FC236}">
                <a16:creationId xmlns:a16="http://schemas.microsoft.com/office/drawing/2014/main" id="{2DD37A65-389A-DA44-8230-4A219B74C854}"/>
              </a:ext>
            </a:extLst>
          </p:cNvPr>
          <p:cNvSpPr txBox="1"/>
          <p:nvPr/>
        </p:nvSpPr>
        <p:spPr>
          <a:xfrm>
            <a:off x="5303571" y="4240905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7" name="第1题">
            <a:extLst>
              <a:ext uri="{FF2B5EF4-FFF2-40B4-BE49-F238E27FC236}">
                <a16:creationId xmlns:a16="http://schemas.microsoft.com/office/drawing/2014/main" id="{EE3D2B72-FCE9-FB4E-8151-5F937BB3E51D}"/>
              </a:ext>
            </a:extLst>
          </p:cNvPr>
          <p:cNvGrpSpPr/>
          <p:nvPr/>
        </p:nvGrpSpPr>
        <p:grpSpPr>
          <a:xfrm>
            <a:off x="342333" y="142539"/>
            <a:ext cx="3822882" cy="1311539"/>
            <a:chOff x="342333" y="142539"/>
            <a:chExt cx="3822882" cy="1311539"/>
          </a:xfrm>
        </p:grpSpPr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512F61E0-FCD1-5E49-BA12-BEC5691B8344}"/>
                </a:ext>
              </a:extLst>
            </p:cNvPr>
            <p:cNvSpPr/>
            <p:nvPr/>
          </p:nvSpPr>
          <p:spPr>
            <a:xfrm>
              <a:off x="1067938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EEF48ED2-BBF2-7F44-8AF4-655265D79135}"/>
                </a:ext>
              </a:extLst>
            </p:cNvPr>
            <p:cNvSpPr/>
            <p:nvPr/>
          </p:nvSpPr>
          <p:spPr>
            <a:xfrm>
              <a:off x="2165100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173EBD5E-6247-964E-8183-76752AB30093}"/>
                </a:ext>
              </a:extLst>
            </p:cNvPr>
            <p:cNvSpPr/>
            <p:nvPr/>
          </p:nvSpPr>
          <p:spPr>
            <a:xfrm>
              <a:off x="3214018" y="90008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71" name="直线箭头连接符 70">
              <a:extLst>
                <a:ext uri="{FF2B5EF4-FFF2-40B4-BE49-F238E27FC236}">
                  <a16:creationId xmlns:a16="http://schemas.microsoft.com/office/drawing/2014/main" id="{EBFB7F14-88E2-0647-AA32-662A3DC6610E}"/>
                </a:ext>
              </a:extLst>
            </p:cNvPr>
            <p:cNvCxnSpPr>
              <a:cxnSpLocks/>
              <a:stCxn id="68" idx="6"/>
              <a:endCxn id="69" idx="2"/>
            </p:cNvCxnSpPr>
            <p:nvPr/>
          </p:nvCxnSpPr>
          <p:spPr>
            <a:xfrm>
              <a:off x="1304108" y="1026805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曲线连接符 71">
              <a:extLst>
                <a:ext uri="{FF2B5EF4-FFF2-40B4-BE49-F238E27FC236}">
                  <a16:creationId xmlns:a16="http://schemas.microsoft.com/office/drawing/2014/main" id="{8C3BA34B-A49F-5E41-87E4-400C6205E4C0}"/>
                </a:ext>
              </a:extLst>
            </p:cNvPr>
            <p:cNvCxnSpPr>
              <a:cxnSpLocks/>
              <a:stCxn id="69" idx="4"/>
              <a:endCxn id="70" idx="4"/>
            </p:cNvCxnSpPr>
            <p:nvPr/>
          </p:nvCxnSpPr>
          <p:spPr>
            <a:xfrm rot="5400000" flipH="1" flipV="1">
              <a:off x="2803324" y="616111"/>
              <a:ext cx="8640" cy="1048918"/>
            </a:xfrm>
            <a:prstGeom prst="curvedConnector3">
              <a:avLst>
                <a:gd name="adj1" fmla="val -26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曲线连接符 72">
              <a:extLst>
                <a:ext uri="{FF2B5EF4-FFF2-40B4-BE49-F238E27FC236}">
                  <a16:creationId xmlns:a16="http://schemas.microsoft.com/office/drawing/2014/main" id="{17846A33-18C6-6144-8D08-836CFD0F419C}"/>
                </a:ext>
              </a:extLst>
            </p:cNvPr>
            <p:cNvCxnSpPr>
              <a:cxnSpLocks/>
              <a:stCxn id="69" idx="0"/>
              <a:endCxn id="70" idx="0"/>
            </p:cNvCxnSpPr>
            <p:nvPr/>
          </p:nvCxnSpPr>
          <p:spPr>
            <a:xfrm rot="5400000" flipH="1" flipV="1">
              <a:off x="2803324" y="379941"/>
              <a:ext cx="8640" cy="1048918"/>
            </a:xfrm>
            <a:prstGeom prst="curvedConnector3">
              <a:avLst>
                <a:gd name="adj1" fmla="val 27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B2EEE75-E7DF-334A-9856-DC8799E5AB94}"/>
                    </a:ext>
                  </a:extLst>
                </p:cNvPr>
                <p:cNvSpPr txBox="1"/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B2EEE75-E7DF-334A-9856-DC8799E5A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blipFill>
                  <a:blip r:embed="rId28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C173290-845F-FE40-A8A5-47B1BFD25E78}"/>
                    </a:ext>
                  </a:extLst>
                </p:cNvPr>
                <p:cNvSpPr txBox="1"/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5C173290-845F-FE40-A8A5-47B1BFD25E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blipFill>
                  <a:blip r:embed="rId29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C835A34-1BB1-014C-AF51-20A06109E2CC}"/>
                    </a:ext>
                  </a:extLst>
                </p:cNvPr>
                <p:cNvSpPr txBox="1"/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C835A34-1BB1-014C-AF51-20A06109E2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415CBC5F-0AE8-4E4B-9CC5-563C49DA70D4}"/>
                    </a:ext>
                  </a:extLst>
                </p:cNvPr>
                <p:cNvSpPr txBox="1"/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415CBC5F-0AE8-4E4B-9CC5-563C49DA7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blipFill>
                  <a:blip r:embed="rId31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583AD59-799F-7940-8B01-91EF293358A3}"/>
                    </a:ext>
                  </a:extLst>
                </p:cNvPr>
                <p:cNvSpPr txBox="1"/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3583AD59-799F-7940-8B01-91EF29335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2F4367A-EC82-9943-8B7C-1DD77DC30EF2}"/>
                    </a:ext>
                  </a:extLst>
                </p:cNvPr>
                <p:cNvSpPr txBox="1"/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22F4367A-EC82-9943-8B7C-1DD77DC30E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blipFill>
                  <a:blip r:embed="rId33"/>
                  <a:stretch>
                    <a:fillRect l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B26087B5-80D9-4B44-9811-0BA6232A1430}"/>
                </a:ext>
              </a:extLst>
            </p:cNvPr>
            <p:cNvSpPr txBox="1"/>
            <p:nvPr/>
          </p:nvSpPr>
          <p:spPr>
            <a:xfrm>
              <a:off x="422832" y="26671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5" name="第2题">
            <a:extLst>
              <a:ext uri="{FF2B5EF4-FFF2-40B4-BE49-F238E27FC236}">
                <a16:creationId xmlns:a16="http://schemas.microsoft.com/office/drawing/2014/main" id="{D6D566AD-9D5D-C843-9C99-1824FA3ED51C}"/>
              </a:ext>
            </a:extLst>
          </p:cNvPr>
          <p:cNvGrpSpPr/>
          <p:nvPr/>
        </p:nvGrpSpPr>
        <p:grpSpPr>
          <a:xfrm>
            <a:off x="342333" y="1367256"/>
            <a:ext cx="3840272" cy="1641560"/>
            <a:chOff x="342333" y="1367256"/>
            <a:chExt cx="3840272" cy="1641560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00C70709-F363-B94A-AAC5-54BD124B3312}"/>
                </a:ext>
              </a:extLst>
            </p:cNvPr>
            <p:cNvSpPr/>
            <p:nvPr/>
          </p:nvSpPr>
          <p:spPr>
            <a:xfrm>
              <a:off x="1067938" y="249564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5C3AA1C7-39A7-2043-9901-9A6006EF8EF4}"/>
                </a:ext>
              </a:extLst>
            </p:cNvPr>
            <p:cNvSpPr/>
            <p:nvPr/>
          </p:nvSpPr>
          <p:spPr>
            <a:xfrm>
              <a:off x="2165100" y="1941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4D96FED2-6817-934B-8B71-0486C8120719}"/>
                </a:ext>
              </a:extLst>
            </p:cNvPr>
            <p:cNvSpPr/>
            <p:nvPr/>
          </p:nvSpPr>
          <p:spPr>
            <a:xfrm>
              <a:off x="3214064" y="24837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89" name="曲线连接符 88">
              <a:extLst>
                <a:ext uri="{FF2B5EF4-FFF2-40B4-BE49-F238E27FC236}">
                  <a16:creationId xmlns:a16="http://schemas.microsoft.com/office/drawing/2014/main" id="{3C5547E5-ED56-204F-B1AE-4DDADA485842}"/>
                </a:ext>
              </a:extLst>
            </p:cNvPr>
            <p:cNvCxnSpPr>
              <a:cxnSpLocks/>
              <a:stCxn id="86" idx="5"/>
              <a:endCxn id="88" idx="4"/>
            </p:cNvCxnSpPr>
            <p:nvPr/>
          </p:nvCxnSpPr>
          <p:spPr>
            <a:xfrm rot="16200000" flipH="1">
              <a:off x="2289474" y="1677278"/>
              <a:ext cx="22722" cy="2062627"/>
            </a:xfrm>
            <a:prstGeom prst="curvedConnector3">
              <a:avLst>
                <a:gd name="adj1" fmla="val 115828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曲线连接符 89">
              <a:extLst>
                <a:ext uri="{FF2B5EF4-FFF2-40B4-BE49-F238E27FC236}">
                  <a16:creationId xmlns:a16="http://schemas.microsoft.com/office/drawing/2014/main" id="{0A49427B-18F7-5549-82A1-B226C4CF7816}"/>
                </a:ext>
              </a:extLst>
            </p:cNvPr>
            <p:cNvCxnSpPr>
              <a:cxnSpLocks/>
              <a:stCxn id="87" idx="6"/>
              <a:endCxn id="88" idx="0"/>
            </p:cNvCxnSpPr>
            <p:nvPr/>
          </p:nvCxnSpPr>
          <p:spPr>
            <a:xfrm>
              <a:off x="2401270" y="2059734"/>
              <a:ext cx="930879" cy="424049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CBEC1CC-79E9-9F4E-BCC3-4840E56B136E}"/>
                    </a:ext>
                  </a:extLst>
                </p:cNvPr>
                <p:cNvSpPr txBox="1"/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2" name="文本框 91">
                  <a:extLst>
                    <a:ext uri="{FF2B5EF4-FFF2-40B4-BE49-F238E27FC236}">
                      <a16:creationId xmlns:a16="http://schemas.microsoft.com/office/drawing/2014/main" id="{6CBEC1CC-79E9-9F4E-BCC3-4840E56B13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blipFill>
                  <a:blip r:embed="rId3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4F6ECD3-8C96-EE4A-B362-3EF1B2CA45A5}"/>
                    </a:ext>
                  </a:extLst>
                </p:cNvPr>
                <p:cNvSpPr txBox="1"/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14F6ECD3-8C96-EE4A-B362-3EF1B2CA4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blipFill>
                  <a:blip r:embed="rId3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2322660C-B58D-7E45-92A1-8307CEA67FF6}"/>
                    </a:ext>
                  </a:extLst>
                </p:cNvPr>
                <p:cNvSpPr txBox="1"/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2322660C-B58D-7E45-92A1-8307CEA67F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D1DDEBE7-5BFB-934B-936B-075E2384335C}"/>
                    </a:ext>
                  </a:extLst>
                </p:cNvPr>
                <p:cNvSpPr txBox="1"/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D1DDEBE7-5BFB-934B-936B-075E23843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blipFill>
                  <a:blip r:embed="rId3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4F2F4D4-2C5E-3643-9C2F-B6999110A1FB}"/>
                    </a:ext>
                  </a:extLst>
                </p:cNvPr>
                <p:cNvSpPr txBox="1"/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84F2F4D4-2C5E-3643-9C2F-B6999110A1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曲线连接符 96">
              <a:extLst>
                <a:ext uri="{FF2B5EF4-FFF2-40B4-BE49-F238E27FC236}">
                  <a16:creationId xmlns:a16="http://schemas.microsoft.com/office/drawing/2014/main" id="{4011AE96-F5F4-3F44-8CBD-0B5D679DC1A7}"/>
                </a:ext>
              </a:extLst>
            </p:cNvPr>
            <p:cNvCxnSpPr>
              <a:cxnSpLocks/>
              <a:stCxn id="86" idx="0"/>
              <a:endCxn id="87" idx="2"/>
            </p:cNvCxnSpPr>
            <p:nvPr/>
          </p:nvCxnSpPr>
          <p:spPr>
            <a:xfrm rot="5400000" flipH="1" flipV="1">
              <a:off x="1457605" y="1788153"/>
              <a:ext cx="435913" cy="97907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95258DE3-AAB2-8141-B261-C65DF5F5EC43}"/>
                    </a:ext>
                  </a:extLst>
                </p:cNvPr>
                <p:cNvSpPr txBox="1"/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8" name="文本框 97">
                  <a:extLst>
                    <a:ext uri="{FF2B5EF4-FFF2-40B4-BE49-F238E27FC236}">
                      <a16:creationId xmlns:a16="http://schemas.microsoft.com/office/drawing/2014/main" id="{95258DE3-AAB2-8141-B261-C65DF5F5E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blipFill>
                  <a:blip r:embed="rId39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9833C6A2-1248-C14B-B7A3-3925214C11D7}"/>
                </a:ext>
              </a:extLst>
            </p:cNvPr>
            <p:cNvSpPr txBox="1"/>
            <p:nvPr/>
          </p:nvSpPr>
          <p:spPr>
            <a:xfrm>
              <a:off x="420868" y="178238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0" name="第3题">
            <a:extLst>
              <a:ext uri="{FF2B5EF4-FFF2-40B4-BE49-F238E27FC236}">
                <a16:creationId xmlns:a16="http://schemas.microsoft.com/office/drawing/2014/main" id="{804C282A-9411-8E49-BCB4-134C5CA49268}"/>
              </a:ext>
            </a:extLst>
          </p:cNvPr>
          <p:cNvGrpSpPr/>
          <p:nvPr/>
        </p:nvGrpSpPr>
        <p:grpSpPr>
          <a:xfrm>
            <a:off x="362922" y="3236884"/>
            <a:ext cx="3822882" cy="1444734"/>
            <a:chOff x="362922" y="3236884"/>
            <a:chExt cx="3822882" cy="1444734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0EF45058-0B6F-A74E-A9BF-0621E06DC237}"/>
                </a:ext>
              </a:extLst>
            </p:cNvPr>
            <p:cNvSpPr/>
            <p:nvPr/>
          </p:nvSpPr>
          <p:spPr>
            <a:xfrm>
              <a:off x="1088527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9E4ECDBC-F033-264F-83F3-735BC2746A05}"/>
                </a:ext>
              </a:extLst>
            </p:cNvPr>
            <p:cNvSpPr/>
            <p:nvPr/>
          </p:nvSpPr>
          <p:spPr>
            <a:xfrm>
              <a:off x="2185689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38376026-A2FE-5345-B915-C30CEC898C09}"/>
                </a:ext>
              </a:extLst>
            </p:cNvPr>
            <p:cNvSpPr/>
            <p:nvPr/>
          </p:nvSpPr>
          <p:spPr>
            <a:xfrm>
              <a:off x="3234607" y="40380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55" name="直线箭头连接符 154">
              <a:extLst>
                <a:ext uri="{FF2B5EF4-FFF2-40B4-BE49-F238E27FC236}">
                  <a16:creationId xmlns:a16="http://schemas.microsoft.com/office/drawing/2014/main" id="{FAA1EBEF-8410-F54F-962C-CED624553350}"/>
                </a:ext>
              </a:extLst>
            </p:cNvPr>
            <p:cNvCxnSpPr>
              <a:cxnSpLocks/>
              <a:stCxn id="101" idx="6"/>
              <a:endCxn id="106" idx="2"/>
            </p:cNvCxnSpPr>
            <p:nvPr/>
          </p:nvCxnSpPr>
          <p:spPr>
            <a:xfrm>
              <a:off x="1324697" y="4164808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曲线连接符 155">
              <a:extLst>
                <a:ext uri="{FF2B5EF4-FFF2-40B4-BE49-F238E27FC236}">
                  <a16:creationId xmlns:a16="http://schemas.microsoft.com/office/drawing/2014/main" id="{BBC08AA5-7084-BA43-BFBA-044308436647}"/>
                </a:ext>
              </a:extLst>
            </p:cNvPr>
            <p:cNvCxnSpPr>
              <a:cxnSpLocks/>
              <a:stCxn id="154" idx="4"/>
              <a:endCxn id="106" idx="4"/>
            </p:cNvCxnSpPr>
            <p:nvPr/>
          </p:nvCxnSpPr>
          <p:spPr>
            <a:xfrm rot="5400000">
              <a:off x="2823913" y="3754114"/>
              <a:ext cx="8640" cy="1048918"/>
            </a:xfrm>
            <a:prstGeom prst="curvedConnector3">
              <a:avLst>
                <a:gd name="adj1" fmla="val 4077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曲线连接符 156">
              <a:extLst>
                <a:ext uri="{FF2B5EF4-FFF2-40B4-BE49-F238E27FC236}">
                  <a16:creationId xmlns:a16="http://schemas.microsoft.com/office/drawing/2014/main" id="{5BDC5233-C192-7E4C-A30C-27040AD7996A}"/>
                </a:ext>
              </a:extLst>
            </p:cNvPr>
            <p:cNvCxnSpPr>
              <a:cxnSpLocks/>
              <a:stCxn id="106" idx="0"/>
              <a:endCxn id="154" idx="0"/>
            </p:cNvCxnSpPr>
            <p:nvPr/>
          </p:nvCxnSpPr>
          <p:spPr>
            <a:xfrm rot="5400000" flipH="1" flipV="1">
              <a:off x="2823913" y="3517944"/>
              <a:ext cx="8640" cy="1048918"/>
            </a:xfrm>
            <a:prstGeom prst="curvedConnector3">
              <a:avLst>
                <a:gd name="adj1" fmla="val 388717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F967BCB-8E9C-414D-8AE5-D75FFC71E697}"/>
                    </a:ext>
                  </a:extLst>
                </p:cNvPr>
                <p:cNvSpPr txBox="1"/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8" name="文本框 157">
                  <a:extLst>
                    <a:ext uri="{FF2B5EF4-FFF2-40B4-BE49-F238E27FC236}">
                      <a16:creationId xmlns:a16="http://schemas.microsoft.com/office/drawing/2014/main" id="{EF967BCB-8E9C-414D-8AE5-D75FFC71E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612E2DF3-BDBC-C947-AD4A-EB672E19C9F4}"/>
                    </a:ext>
                  </a:extLst>
                </p:cNvPr>
                <p:cNvSpPr txBox="1"/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612E2DF3-BDBC-C947-AD4A-EB672E19C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blipFill>
                  <a:blip r:embed="rId4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1B5748D0-B485-214A-90A7-EB035A6BB5D7}"/>
                    </a:ext>
                  </a:extLst>
                </p:cNvPr>
                <p:cNvSpPr txBox="1"/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1B5748D0-B485-214A-90A7-EB035A6BB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455422D6-5B42-4448-8FE3-79A8B4D5C832}"/>
                    </a:ext>
                  </a:extLst>
                </p:cNvPr>
                <p:cNvSpPr txBox="1"/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455422D6-5B42-4448-8FE3-79A8B4D5C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blipFill>
                  <a:blip r:embed="rId4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D99F56E6-AB51-7141-ACA1-81FF8889F276}"/>
                    </a:ext>
                  </a:extLst>
                </p:cNvPr>
                <p:cNvSpPr txBox="1"/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D99F56E6-AB51-7141-ACA1-81FF8889F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CF82AE57-47C8-7845-9442-B2F4F98D037B}"/>
                    </a:ext>
                  </a:extLst>
                </p:cNvPr>
                <p:cNvSpPr txBox="1"/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CF82AE57-47C8-7845-9442-B2F4F98D0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blipFill>
                  <a:blip r:embed="rId45"/>
                  <a:stretch>
                    <a:fillRect l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4" name="直线箭头连接符 163">
              <a:extLst>
                <a:ext uri="{FF2B5EF4-FFF2-40B4-BE49-F238E27FC236}">
                  <a16:creationId xmlns:a16="http://schemas.microsoft.com/office/drawing/2014/main" id="{7410CBA7-B79F-E84E-A412-7B0C9D307360}"/>
                </a:ext>
              </a:extLst>
            </p:cNvPr>
            <p:cNvCxnSpPr>
              <a:cxnSpLocks/>
              <a:stCxn id="106" idx="6"/>
              <a:endCxn id="154" idx="2"/>
            </p:cNvCxnSpPr>
            <p:nvPr/>
          </p:nvCxnSpPr>
          <p:spPr>
            <a:xfrm flipV="1">
              <a:off x="2421859" y="4156168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BF40B227-5238-3F41-8BDB-7B9A21909331}"/>
                    </a:ext>
                  </a:extLst>
                </p:cNvPr>
                <p:cNvSpPr txBox="1"/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BF40B227-5238-3F41-8BDB-7B9A219093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blipFill>
                  <a:blip r:embed="rId4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6" name="文本框 165">
              <a:extLst>
                <a:ext uri="{FF2B5EF4-FFF2-40B4-BE49-F238E27FC236}">
                  <a16:creationId xmlns:a16="http://schemas.microsoft.com/office/drawing/2014/main" id="{183170CE-C2CF-A147-9EB2-40BFCCB82439}"/>
                </a:ext>
              </a:extLst>
            </p:cNvPr>
            <p:cNvSpPr txBox="1"/>
            <p:nvPr/>
          </p:nvSpPr>
          <p:spPr>
            <a:xfrm>
              <a:off x="420868" y="341959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67" name="第4题" hidden="1">
            <a:extLst>
              <a:ext uri="{FF2B5EF4-FFF2-40B4-BE49-F238E27FC236}">
                <a16:creationId xmlns:a16="http://schemas.microsoft.com/office/drawing/2014/main" id="{5D843CB8-A0F8-AF4F-B862-C58BF1CE351B}"/>
              </a:ext>
            </a:extLst>
          </p:cNvPr>
          <p:cNvGrpSpPr/>
          <p:nvPr/>
        </p:nvGrpSpPr>
        <p:grpSpPr>
          <a:xfrm>
            <a:off x="404100" y="4880472"/>
            <a:ext cx="4971931" cy="1287317"/>
            <a:chOff x="404100" y="4880472"/>
            <a:chExt cx="4971931" cy="1287317"/>
          </a:xfrm>
        </p:grpSpPr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8EB1E1FC-7544-0240-A940-C0C2C7A016E3}"/>
                </a:ext>
              </a:extLst>
            </p:cNvPr>
            <p:cNvSpPr/>
            <p:nvPr/>
          </p:nvSpPr>
          <p:spPr>
            <a:xfrm>
              <a:off x="1129705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C3A31709-E96E-E647-AADA-B8425463504F}"/>
                </a:ext>
              </a:extLst>
            </p:cNvPr>
            <p:cNvSpPr/>
            <p:nvPr/>
          </p:nvSpPr>
          <p:spPr>
            <a:xfrm>
              <a:off x="2226867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61DFE388-517C-3740-995E-F041D381EF33}"/>
                </a:ext>
              </a:extLst>
            </p:cNvPr>
            <p:cNvSpPr/>
            <p:nvPr/>
          </p:nvSpPr>
          <p:spPr>
            <a:xfrm>
              <a:off x="3275785" y="547254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71" name="直线箭头连接符 170">
              <a:extLst>
                <a:ext uri="{FF2B5EF4-FFF2-40B4-BE49-F238E27FC236}">
                  <a16:creationId xmlns:a16="http://schemas.microsoft.com/office/drawing/2014/main" id="{19A9E141-AB81-FE42-8F98-612FBB3A23D4}"/>
                </a:ext>
              </a:extLst>
            </p:cNvPr>
            <p:cNvCxnSpPr>
              <a:cxnSpLocks/>
              <a:stCxn id="168" idx="6"/>
              <a:endCxn id="169" idx="2"/>
            </p:cNvCxnSpPr>
            <p:nvPr/>
          </p:nvCxnSpPr>
          <p:spPr>
            <a:xfrm>
              <a:off x="1365875" y="5599267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曲线连接符 171">
              <a:extLst>
                <a:ext uri="{FF2B5EF4-FFF2-40B4-BE49-F238E27FC236}">
                  <a16:creationId xmlns:a16="http://schemas.microsoft.com/office/drawing/2014/main" id="{B7092A8B-6070-7247-BF41-70228263D987}"/>
                </a:ext>
              </a:extLst>
            </p:cNvPr>
            <p:cNvCxnSpPr>
              <a:cxnSpLocks/>
              <a:stCxn id="181" idx="4"/>
              <a:endCxn id="169" idx="4"/>
            </p:cNvCxnSpPr>
            <p:nvPr/>
          </p:nvCxnSpPr>
          <p:spPr>
            <a:xfrm rot="5400000">
              <a:off x="3417708" y="4644596"/>
              <a:ext cx="12700" cy="2145512"/>
            </a:xfrm>
            <a:prstGeom prst="curvedConnector3">
              <a:avLst>
                <a:gd name="adj1" fmla="val 35642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8DFC2852-105E-B649-942F-507769C6920E}"/>
                    </a:ext>
                  </a:extLst>
                </p:cNvPr>
                <p:cNvSpPr txBox="1"/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3" name="文本框 172">
                  <a:extLst>
                    <a:ext uri="{FF2B5EF4-FFF2-40B4-BE49-F238E27FC236}">
                      <a16:creationId xmlns:a16="http://schemas.microsoft.com/office/drawing/2014/main" id="{8DFC2852-105E-B649-942F-507769C692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B69DAE5-40BF-9546-AA9B-DE9A4DEB5F2F}"/>
                    </a:ext>
                  </a:extLst>
                </p:cNvPr>
                <p:cNvSpPr txBox="1"/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4B69DAE5-40BF-9546-AA9B-DE9A4DEB5F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blipFill>
                  <a:blip r:embed="rId47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D5B79CD7-5F1E-E042-9AB7-49398A9A5313}"/>
                    </a:ext>
                  </a:extLst>
                </p:cNvPr>
                <p:cNvSpPr txBox="1"/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D5B79CD7-5F1E-E042-9AB7-49398A9A53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5861F19-C395-C140-A627-53E0D772C1E9}"/>
                    </a:ext>
                  </a:extLst>
                </p:cNvPr>
                <p:cNvSpPr txBox="1"/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05861F19-C395-C140-A627-53E0D772C1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blipFill>
                  <a:blip r:embed="rId4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95583A5-5C33-E942-A2AC-E00EFC2FE54A}"/>
                    </a:ext>
                  </a:extLst>
                </p:cNvPr>
                <p:cNvSpPr txBox="1"/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A95583A5-5C33-E942-A2AC-E00EFC2FE5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88751412-A3C4-6742-9B57-A50D81BA1E34}"/>
                    </a:ext>
                  </a:extLst>
                </p:cNvPr>
                <p:cNvSpPr txBox="1"/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88751412-A3C4-6742-9B57-A50D81BA1E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blipFill>
                  <a:blip r:embed="rId50"/>
                  <a:stretch>
                    <a:fillRect l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9" name="直线箭头连接符 178">
              <a:extLst>
                <a:ext uri="{FF2B5EF4-FFF2-40B4-BE49-F238E27FC236}">
                  <a16:creationId xmlns:a16="http://schemas.microsoft.com/office/drawing/2014/main" id="{F2963ABF-0DE7-FF47-98B9-4381609158AE}"/>
                </a:ext>
              </a:extLst>
            </p:cNvPr>
            <p:cNvCxnSpPr>
              <a:cxnSpLocks/>
              <a:stCxn id="169" idx="6"/>
              <a:endCxn id="170" idx="2"/>
            </p:cNvCxnSpPr>
            <p:nvPr/>
          </p:nvCxnSpPr>
          <p:spPr>
            <a:xfrm flipV="1">
              <a:off x="2463037" y="5590627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22FEB5F8-1B64-FB44-B7BF-3D20D19645DA}"/>
                    </a:ext>
                  </a:extLst>
                </p:cNvPr>
                <p:cNvSpPr txBox="1"/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22FEB5F8-1B64-FB44-B7BF-3D20D1964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blipFill>
                  <a:blip r:embed="rId5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1" name="椭圆 180">
              <a:extLst>
                <a:ext uri="{FF2B5EF4-FFF2-40B4-BE49-F238E27FC236}">
                  <a16:creationId xmlns:a16="http://schemas.microsoft.com/office/drawing/2014/main" id="{65CA6204-5D9B-BF4C-9D33-4D181018AF84}"/>
                </a:ext>
              </a:extLst>
            </p:cNvPr>
            <p:cNvSpPr/>
            <p:nvPr/>
          </p:nvSpPr>
          <p:spPr>
            <a:xfrm>
              <a:off x="4372379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82" name="直线箭头连接符 181">
              <a:extLst>
                <a:ext uri="{FF2B5EF4-FFF2-40B4-BE49-F238E27FC236}">
                  <a16:creationId xmlns:a16="http://schemas.microsoft.com/office/drawing/2014/main" id="{3B9FEC53-39E3-2645-B1FF-571BE3E4A5FE}"/>
                </a:ext>
              </a:extLst>
            </p:cNvPr>
            <p:cNvCxnSpPr>
              <a:cxnSpLocks/>
              <a:stCxn id="170" idx="6"/>
              <a:endCxn id="181" idx="2"/>
            </p:cNvCxnSpPr>
            <p:nvPr/>
          </p:nvCxnSpPr>
          <p:spPr>
            <a:xfrm>
              <a:off x="3511955" y="5590627"/>
              <a:ext cx="860424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2BEB5CA9-8178-4746-888D-BA8B3CBF003E}"/>
                    </a:ext>
                  </a:extLst>
                </p:cNvPr>
                <p:cNvSpPr txBox="1"/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2BEB5CA9-8178-4746-888D-BA8B3CBF0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blipFill>
                  <a:blip r:embed="rId52"/>
                  <a:stretch>
                    <a:fillRect l="-36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4" name="文本框 183">
              <a:extLst>
                <a:ext uri="{FF2B5EF4-FFF2-40B4-BE49-F238E27FC236}">
                  <a16:creationId xmlns:a16="http://schemas.microsoft.com/office/drawing/2014/main" id="{D8F7C1D8-EFF5-0340-B7CE-74907BFF77A3}"/>
                </a:ext>
              </a:extLst>
            </p:cNvPr>
            <p:cNvSpPr txBox="1"/>
            <p:nvPr/>
          </p:nvSpPr>
          <p:spPr>
            <a:xfrm>
              <a:off x="427490" y="488047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9638383"/>
      </p:ext>
    </p:extLst>
  </p:cSld>
  <p:clrMapOvr>
    <a:masterClrMapping/>
  </p:clrMapOvr>
  <p:transition spd="slow">
    <p:strips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 106">
            <a:extLst>
              <a:ext uri="{FF2B5EF4-FFF2-40B4-BE49-F238E27FC236}">
                <a16:creationId xmlns:a16="http://schemas.microsoft.com/office/drawing/2014/main" id="{BA63014E-8543-FA4F-8785-41E51422066E}"/>
              </a:ext>
            </a:extLst>
          </p:cNvPr>
          <p:cNvSpPr/>
          <p:nvPr/>
        </p:nvSpPr>
        <p:spPr>
          <a:xfrm>
            <a:off x="5029947" y="260648"/>
            <a:ext cx="6609875" cy="3586332"/>
          </a:xfrm>
          <a:custGeom>
            <a:avLst/>
            <a:gdLst>
              <a:gd name="connsiteX0" fmla="*/ 0 w 6609875"/>
              <a:gd name="connsiteY0" fmla="*/ 0 h 3586332"/>
              <a:gd name="connsiteX1" fmla="*/ 594889 w 6609875"/>
              <a:gd name="connsiteY1" fmla="*/ 0 h 3586332"/>
              <a:gd name="connsiteX2" fmla="*/ 1057580 w 6609875"/>
              <a:gd name="connsiteY2" fmla="*/ 0 h 3586332"/>
              <a:gd name="connsiteX3" fmla="*/ 1850765 w 6609875"/>
              <a:gd name="connsiteY3" fmla="*/ 0 h 3586332"/>
              <a:gd name="connsiteX4" fmla="*/ 2445654 w 6609875"/>
              <a:gd name="connsiteY4" fmla="*/ 0 h 3586332"/>
              <a:gd name="connsiteX5" fmla="*/ 3040543 w 6609875"/>
              <a:gd name="connsiteY5" fmla="*/ 0 h 3586332"/>
              <a:gd name="connsiteX6" fmla="*/ 3833728 w 6609875"/>
              <a:gd name="connsiteY6" fmla="*/ 0 h 3586332"/>
              <a:gd name="connsiteX7" fmla="*/ 4362518 w 6609875"/>
              <a:gd name="connsiteY7" fmla="*/ 0 h 3586332"/>
              <a:gd name="connsiteX8" fmla="*/ 5155703 w 6609875"/>
              <a:gd name="connsiteY8" fmla="*/ 0 h 3586332"/>
              <a:gd name="connsiteX9" fmla="*/ 5948888 w 6609875"/>
              <a:gd name="connsiteY9" fmla="*/ 0 h 3586332"/>
              <a:gd name="connsiteX10" fmla="*/ 6609875 w 6609875"/>
              <a:gd name="connsiteY10" fmla="*/ 0 h 3586332"/>
              <a:gd name="connsiteX11" fmla="*/ 6609875 w 6609875"/>
              <a:gd name="connsiteY11" fmla="*/ 669449 h 3586332"/>
              <a:gd name="connsiteX12" fmla="*/ 6609875 w 6609875"/>
              <a:gd name="connsiteY12" fmla="*/ 1303034 h 3586332"/>
              <a:gd name="connsiteX13" fmla="*/ 6609875 w 6609875"/>
              <a:gd name="connsiteY13" fmla="*/ 1793166 h 3586332"/>
              <a:gd name="connsiteX14" fmla="*/ 6609875 w 6609875"/>
              <a:gd name="connsiteY14" fmla="*/ 2390888 h 3586332"/>
              <a:gd name="connsiteX15" fmla="*/ 6609875 w 6609875"/>
              <a:gd name="connsiteY15" fmla="*/ 2988610 h 3586332"/>
              <a:gd name="connsiteX16" fmla="*/ 6609875 w 6609875"/>
              <a:gd name="connsiteY16" fmla="*/ 3586332 h 3586332"/>
              <a:gd name="connsiteX17" fmla="*/ 5882789 w 6609875"/>
              <a:gd name="connsiteY17" fmla="*/ 3586332 h 3586332"/>
              <a:gd name="connsiteX18" fmla="*/ 5221801 w 6609875"/>
              <a:gd name="connsiteY18" fmla="*/ 3586332 h 3586332"/>
              <a:gd name="connsiteX19" fmla="*/ 4759110 w 6609875"/>
              <a:gd name="connsiteY19" fmla="*/ 3586332 h 3586332"/>
              <a:gd name="connsiteX20" fmla="*/ 4230320 w 6609875"/>
              <a:gd name="connsiteY20" fmla="*/ 3586332 h 3586332"/>
              <a:gd name="connsiteX21" fmla="*/ 3437135 w 6609875"/>
              <a:gd name="connsiteY21" fmla="*/ 3586332 h 3586332"/>
              <a:gd name="connsiteX22" fmla="*/ 2776147 w 6609875"/>
              <a:gd name="connsiteY22" fmla="*/ 3586332 h 3586332"/>
              <a:gd name="connsiteX23" fmla="*/ 2247358 w 6609875"/>
              <a:gd name="connsiteY23" fmla="*/ 3586332 h 3586332"/>
              <a:gd name="connsiteX24" fmla="*/ 1586370 w 6609875"/>
              <a:gd name="connsiteY24" fmla="*/ 3586332 h 3586332"/>
              <a:gd name="connsiteX25" fmla="*/ 1123679 w 6609875"/>
              <a:gd name="connsiteY25" fmla="*/ 3586332 h 3586332"/>
              <a:gd name="connsiteX26" fmla="*/ 660987 w 6609875"/>
              <a:gd name="connsiteY26" fmla="*/ 3586332 h 3586332"/>
              <a:gd name="connsiteX27" fmla="*/ 0 w 6609875"/>
              <a:gd name="connsiteY27" fmla="*/ 3586332 h 3586332"/>
              <a:gd name="connsiteX28" fmla="*/ 0 w 6609875"/>
              <a:gd name="connsiteY28" fmla="*/ 3060337 h 3586332"/>
              <a:gd name="connsiteX29" fmla="*/ 0 w 6609875"/>
              <a:gd name="connsiteY29" fmla="*/ 2390888 h 3586332"/>
              <a:gd name="connsiteX30" fmla="*/ 0 w 6609875"/>
              <a:gd name="connsiteY30" fmla="*/ 1829029 h 3586332"/>
              <a:gd name="connsiteX31" fmla="*/ 0 w 6609875"/>
              <a:gd name="connsiteY31" fmla="*/ 1338897 h 3586332"/>
              <a:gd name="connsiteX32" fmla="*/ 0 w 6609875"/>
              <a:gd name="connsiteY32" fmla="*/ 705312 h 3586332"/>
              <a:gd name="connsiteX33" fmla="*/ 0 w 6609875"/>
              <a:gd name="connsiteY33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609875" h="3586332" extrusionOk="0">
                <a:moveTo>
                  <a:pt x="0" y="0"/>
                </a:moveTo>
                <a:cubicBezTo>
                  <a:pt x="199932" y="4877"/>
                  <a:pt x="298353" y="15864"/>
                  <a:pt x="594889" y="0"/>
                </a:cubicBezTo>
                <a:cubicBezTo>
                  <a:pt x="891425" y="-15864"/>
                  <a:pt x="909188" y="18551"/>
                  <a:pt x="1057580" y="0"/>
                </a:cubicBezTo>
                <a:cubicBezTo>
                  <a:pt x="1205972" y="-18551"/>
                  <a:pt x="1633365" y="9643"/>
                  <a:pt x="1850765" y="0"/>
                </a:cubicBezTo>
                <a:cubicBezTo>
                  <a:pt x="2068166" y="-9643"/>
                  <a:pt x="2237032" y="11555"/>
                  <a:pt x="2445654" y="0"/>
                </a:cubicBezTo>
                <a:cubicBezTo>
                  <a:pt x="2654276" y="-11555"/>
                  <a:pt x="2749971" y="16242"/>
                  <a:pt x="3040543" y="0"/>
                </a:cubicBezTo>
                <a:cubicBezTo>
                  <a:pt x="3331115" y="-16242"/>
                  <a:pt x="3588439" y="28334"/>
                  <a:pt x="3833728" y="0"/>
                </a:cubicBezTo>
                <a:cubicBezTo>
                  <a:pt x="4079017" y="-28334"/>
                  <a:pt x="4105000" y="-16718"/>
                  <a:pt x="4362518" y="0"/>
                </a:cubicBezTo>
                <a:cubicBezTo>
                  <a:pt x="4620036" y="16718"/>
                  <a:pt x="4834808" y="38195"/>
                  <a:pt x="5155703" y="0"/>
                </a:cubicBezTo>
                <a:cubicBezTo>
                  <a:pt x="5476598" y="-38195"/>
                  <a:pt x="5674309" y="31842"/>
                  <a:pt x="5948888" y="0"/>
                </a:cubicBezTo>
                <a:cubicBezTo>
                  <a:pt x="6223468" y="-31842"/>
                  <a:pt x="6472337" y="25678"/>
                  <a:pt x="6609875" y="0"/>
                </a:cubicBezTo>
                <a:cubicBezTo>
                  <a:pt x="6614444" y="214761"/>
                  <a:pt x="6602562" y="339359"/>
                  <a:pt x="6609875" y="669449"/>
                </a:cubicBezTo>
                <a:cubicBezTo>
                  <a:pt x="6617188" y="999539"/>
                  <a:pt x="6624836" y="1124937"/>
                  <a:pt x="6609875" y="1303034"/>
                </a:cubicBezTo>
                <a:cubicBezTo>
                  <a:pt x="6594914" y="1481131"/>
                  <a:pt x="6594151" y="1615110"/>
                  <a:pt x="6609875" y="1793166"/>
                </a:cubicBezTo>
                <a:cubicBezTo>
                  <a:pt x="6625599" y="1971222"/>
                  <a:pt x="6617649" y="2256017"/>
                  <a:pt x="6609875" y="2390888"/>
                </a:cubicBezTo>
                <a:cubicBezTo>
                  <a:pt x="6602101" y="2525759"/>
                  <a:pt x="6592779" y="2740069"/>
                  <a:pt x="6609875" y="2988610"/>
                </a:cubicBezTo>
                <a:cubicBezTo>
                  <a:pt x="6626971" y="3237151"/>
                  <a:pt x="6625379" y="3412112"/>
                  <a:pt x="6609875" y="3586332"/>
                </a:cubicBezTo>
                <a:cubicBezTo>
                  <a:pt x="6281796" y="3602178"/>
                  <a:pt x="6145945" y="3602685"/>
                  <a:pt x="5882789" y="3586332"/>
                </a:cubicBezTo>
                <a:cubicBezTo>
                  <a:pt x="5619633" y="3569979"/>
                  <a:pt x="5372048" y="3591592"/>
                  <a:pt x="5221801" y="3586332"/>
                </a:cubicBezTo>
                <a:cubicBezTo>
                  <a:pt x="5071554" y="3581072"/>
                  <a:pt x="4963342" y="3608197"/>
                  <a:pt x="4759110" y="3586332"/>
                </a:cubicBezTo>
                <a:cubicBezTo>
                  <a:pt x="4554878" y="3564467"/>
                  <a:pt x="4477914" y="3586138"/>
                  <a:pt x="4230320" y="3586332"/>
                </a:cubicBezTo>
                <a:cubicBezTo>
                  <a:pt x="3982726" y="3586527"/>
                  <a:pt x="3614154" y="3593178"/>
                  <a:pt x="3437135" y="3586332"/>
                </a:cubicBezTo>
                <a:cubicBezTo>
                  <a:pt x="3260116" y="3579486"/>
                  <a:pt x="3105080" y="3612788"/>
                  <a:pt x="2776147" y="3586332"/>
                </a:cubicBezTo>
                <a:cubicBezTo>
                  <a:pt x="2447214" y="3559876"/>
                  <a:pt x="2355831" y="3582345"/>
                  <a:pt x="2247358" y="3586332"/>
                </a:cubicBezTo>
                <a:cubicBezTo>
                  <a:pt x="2138885" y="3590319"/>
                  <a:pt x="1905223" y="3567413"/>
                  <a:pt x="1586370" y="3586332"/>
                </a:cubicBezTo>
                <a:cubicBezTo>
                  <a:pt x="1267517" y="3605251"/>
                  <a:pt x="1337455" y="3570924"/>
                  <a:pt x="1123679" y="3586332"/>
                </a:cubicBezTo>
                <a:cubicBezTo>
                  <a:pt x="909903" y="3601740"/>
                  <a:pt x="828014" y="3563965"/>
                  <a:pt x="660987" y="3586332"/>
                </a:cubicBezTo>
                <a:cubicBezTo>
                  <a:pt x="493960" y="3608699"/>
                  <a:pt x="226077" y="3605384"/>
                  <a:pt x="0" y="3586332"/>
                </a:cubicBezTo>
                <a:cubicBezTo>
                  <a:pt x="2517" y="3456456"/>
                  <a:pt x="-25335" y="3224019"/>
                  <a:pt x="0" y="3060337"/>
                </a:cubicBezTo>
                <a:cubicBezTo>
                  <a:pt x="25335" y="2896656"/>
                  <a:pt x="-29196" y="2611623"/>
                  <a:pt x="0" y="2390888"/>
                </a:cubicBezTo>
                <a:cubicBezTo>
                  <a:pt x="29196" y="2170153"/>
                  <a:pt x="-13728" y="2038021"/>
                  <a:pt x="0" y="1829029"/>
                </a:cubicBezTo>
                <a:cubicBezTo>
                  <a:pt x="13728" y="1620037"/>
                  <a:pt x="7144" y="1573257"/>
                  <a:pt x="0" y="1338897"/>
                </a:cubicBezTo>
                <a:cubicBezTo>
                  <a:pt x="-7144" y="1104537"/>
                  <a:pt x="-23623" y="975152"/>
                  <a:pt x="0" y="705312"/>
                </a:cubicBezTo>
                <a:cubicBezTo>
                  <a:pt x="23623" y="435472"/>
                  <a:pt x="-25600" y="33482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/>
              <p:nvPr/>
            </p:nvSpPr>
            <p:spPr>
              <a:xfrm>
                <a:off x="5951190" y="4207697"/>
                <a:ext cx="5130059" cy="1489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kumimoji="1" lang="zh-CN" altLang="en-US" sz="2800" i="1" dirty="0">
                    <a:latin typeface="Cambria Math" panose="02040503050406030204" pitchFamily="18" charset="0"/>
                  </a:rPr>
                  <a:t> </a:t>
                </a:r>
                <a:endParaRPr kumimoji="1"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𝑎𝑏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en-US" altLang="zh-CN" sz="2800" dirty="0"/>
              </a:p>
              <a:p>
                <a14:m>
                  <m:oMath xmlns:m="http://schemas.openxmlformats.org/officeDocument/2006/math">
                    <m:r>
                      <a:rPr kumimoji="1"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𝑎𝑏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kumimoji="1" lang="zh-CN" altLang="en-US" sz="2800" dirty="0"/>
                  <a:t> </a:t>
                </a:r>
                <a:endParaRPr kumimoji="1" lang="en-US" altLang="zh-CN" sz="28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90" y="4207697"/>
                <a:ext cx="5130059" cy="1489382"/>
              </a:xfrm>
              <a:prstGeom prst="rect">
                <a:avLst/>
              </a:prstGeom>
              <a:blipFill>
                <a:blip r:embed="rId2"/>
                <a:stretch>
                  <a:fillRect l="-3457" t="-2542"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本框 63">
            <a:extLst>
              <a:ext uri="{FF2B5EF4-FFF2-40B4-BE49-F238E27FC236}">
                <a16:creationId xmlns:a16="http://schemas.microsoft.com/office/drawing/2014/main" id="{599659E9-D8F1-B443-8774-E779E1D14950}"/>
              </a:ext>
            </a:extLst>
          </p:cNvPr>
          <p:cNvSpPr txBox="1"/>
          <p:nvPr/>
        </p:nvSpPr>
        <p:spPr>
          <a:xfrm>
            <a:off x="5303571" y="4240905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3" name="第1题">
            <a:extLst>
              <a:ext uri="{FF2B5EF4-FFF2-40B4-BE49-F238E27FC236}">
                <a16:creationId xmlns:a16="http://schemas.microsoft.com/office/drawing/2014/main" id="{BADF510B-9680-A542-AB9B-316E0A19E606}"/>
              </a:ext>
            </a:extLst>
          </p:cNvPr>
          <p:cNvGrpSpPr/>
          <p:nvPr/>
        </p:nvGrpSpPr>
        <p:grpSpPr>
          <a:xfrm>
            <a:off x="342333" y="142539"/>
            <a:ext cx="3822882" cy="1311539"/>
            <a:chOff x="342333" y="142539"/>
            <a:chExt cx="3822882" cy="1311539"/>
          </a:xfrm>
        </p:grpSpPr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60A4C312-EF71-2942-88F5-6987EA946980}"/>
                </a:ext>
              </a:extLst>
            </p:cNvPr>
            <p:cNvSpPr/>
            <p:nvPr/>
          </p:nvSpPr>
          <p:spPr>
            <a:xfrm>
              <a:off x="1067938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3261753D-3D84-4945-A08D-98F41725F5D3}"/>
                </a:ext>
              </a:extLst>
            </p:cNvPr>
            <p:cNvSpPr/>
            <p:nvPr/>
          </p:nvSpPr>
          <p:spPr>
            <a:xfrm>
              <a:off x="2165100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59D68A6C-96A3-9940-AE3C-B121A12DF433}"/>
                </a:ext>
              </a:extLst>
            </p:cNvPr>
            <p:cNvSpPr/>
            <p:nvPr/>
          </p:nvSpPr>
          <p:spPr>
            <a:xfrm>
              <a:off x="3214018" y="90008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70" name="直线箭头连接符 69">
              <a:extLst>
                <a:ext uri="{FF2B5EF4-FFF2-40B4-BE49-F238E27FC236}">
                  <a16:creationId xmlns:a16="http://schemas.microsoft.com/office/drawing/2014/main" id="{5A21275B-3D39-1E48-B720-A5E0BCFC6C42}"/>
                </a:ext>
              </a:extLst>
            </p:cNvPr>
            <p:cNvCxnSpPr>
              <a:cxnSpLocks/>
              <a:stCxn id="67" idx="6"/>
              <a:endCxn id="68" idx="2"/>
            </p:cNvCxnSpPr>
            <p:nvPr/>
          </p:nvCxnSpPr>
          <p:spPr>
            <a:xfrm>
              <a:off x="1304108" y="1026805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曲线连接符 70">
              <a:extLst>
                <a:ext uri="{FF2B5EF4-FFF2-40B4-BE49-F238E27FC236}">
                  <a16:creationId xmlns:a16="http://schemas.microsoft.com/office/drawing/2014/main" id="{152B3754-F8E7-CD4A-BC13-8B6AFE869CE4}"/>
                </a:ext>
              </a:extLst>
            </p:cNvPr>
            <p:cNvCxnSpPr>
              <a:cxnSpLocks/>
              <a:stCxn id="68" idx="4"/>
              <a:endCxn id="69" idx="4"/>
            </p:cNvCxnSpPr>
            <p:nvPr/>
          </p:nvCxnSpPr>
          <p:spPr>
            <a:xfrm rot="5400000" flipH="1" flipV="1">
              <a:off x="2803324" y="616111"/>
              <a:ext cx="8640" cy="1048918"/>
            </a:xfrm>
            <a:prstGeom prst="curvedConnector3">
              <a:avLst>
                <a:gd name="adj1" fmla="val -26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曲线连接符 72">
              <a:extLst>
                <a:ext uri="{FF2B5EF4-FFF2-40B4-BE49-F238E27FC236}">
                  <a16:creationId xmlns:a16="http://schemas.microsoft.com/office/drawing/2014/main" id="{2668960A-9F95-B341-BBD9-0A689C61911A}"/>
                </a:ext>
              </a:extLst>
            </p:cNvPr>
            <p:cNvCxnSpPr>
              <a:cxnSpLocks/>
              <a:stCxn id="68" idx="0"/>
              <a:endCxn id="69" idx="0"/>
            </p:cNvCxnSpPr>
            <p:nvPr/>
          </p:nvCxnSpPr>
          <p:spPr>
            <a:xfrm rot="5400000" flipH="1" flipV="1">
              <a:off x="2803324" y="379941"/>
              <a:ext cx="8640" cy="1048918"/>
            </a:xfrm>
            <a:prstGeom prst="curvedConnector3">
              <a:avLst>
                <a:gd name="adj1" fmla="val 27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18BBBEA-B2EF-D247-A92D-11874D0AF13A}"/>
                    </a:ext>
                  </a:extLst>
                </p:cNvPr>
                <p:cNvSpPr txBox="1"/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718BBBEA-B2EF-D247-A92D-11874D0AF1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blipFill>
                  <a:blip r:embed="rId28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C1552156-21B5-2147-B951-DF5D418F59BF}"/>
                    </a:ext>
                  </a:extLst>
                </p:cNvPr>
                <p:cNvSpPr txBox="1"/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C1552156-21B5-2147-B951-DF5D418F59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blipFill>
                  <a:blip r:embed="rId29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377D656-8FF3-1247-8CBD-672303CAD482}"/>
                    </a:ext>
                  </a:extLst>
                </p:cNvPr>
                <p:cNvSpPr txBox="1"/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8377D656-8FF3-1247-8CBD-672303CAD4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61A97E3-C2F5-154A-B752-C472B5554527}"/>
                    </a:ext>
                  </a:extLst>
                </p:cNvPr>
                <p:cNvSpPr txBox="1"/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文本框 76">
                  <a:extLst>
                    <a:ext uri="{FF2B5EF4-FFF2-40B4-BE49-F238E27FC236}">
                      <a16:creationId xmlns:a16="http://schemas.microsoft.com/office/drawing/2014/main" id="{F61A97E3-C2F5-154A-B752-C472B55545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blipFill>
                  <a:blip r:embed="rId31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07D0AF7C-A0D2-3941-9ECD-1ADA780E6286}"/>
                    </a:ext>
                  </a:extLst>
                </p:cNvPr>
                <p:cNvSpPr txBox="1"/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07D0AF7C-A0D2-3941-9ECD-1ADA780E6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04D2BDE-D603-FB4A-9A2E-2DE97079D03A}"/>
                    </a:ext>
                  </a:extLst>
                </p:cNvPr>
                <p:cNvSpPr txBox="1"/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C04D2BDE-D603-FB4A-9A2E-2DE97079D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blipFill>
                  <a:blip r:embed="rId33"/>
                  <a:stretch>
                    <a:fillRect l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329470E3-11F3-C24A-B5F1-2D20F1C2B230}"/>
                </a:ext>
              </a:extLst>
            </p:cNvPr>
            <p:cNvSpPr txBox="1"/>
            <p:nvPr/>
          </p:nvSpPr>
          <p:spPr>
            <a:xfrm>
              <a:off x="422832" y="26671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85" name="第2题">
            <a:extLst>
              <a:ext uri="{FF2B5EF4-FFF2-40B4-BE49-F238E27FC236}">
                <a16:creationId xmlns:a16="http://schemas.microsoft.com/office/drawing/2014/main" id="{7AA0F60A-FF28-474B-A9F0-67353E1AC67B}"/>
              </a:ext>
            </a:extLst>
          </p:cNvPr>
          <p:cNvGrpSpPr/>
          <p:nvPr/>
        </p:nvGrpSpPr>
        <p:grpSpPr>
          <a:xfrm>
            <a:off x="342333" y="1367256"/>
            <a:ext cx="3840272" cy="1641560"/>
            <a:chOff x="342333" y="1367256"/>
            <a:chExt cx="3840272" cy="1641560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29A134FE-4E01-3540-9CAF-0755B2279E35}"/>
                </a:ext>
              </a:extLst>
            </p:cNvPr>
            <p:cNvSpPr/>
            <p:nvPr/>
          </p:nvSpPr>
          <p:spPr>
            <a:xfrm>
              <a:off x="1067938" y="249564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750899AB-EEC0-CD47-834E-CBD1FB8D6FCF}"/>
                </a:ext>
              </a:extLst>
            </p:cNvPr>
            <p:cNvSpPr/>
            <p:nvPr/>
          </p:nvSpPr>
          <p:spPr>
            <a:xfrm>
              <a:off x="2165100" y="1941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2B391670-F01B-D74A-AEAB-837DCB34F25C}"/>
                </a:ext>
              </a:extLst>
            </p:cNvPr>
            <p:cNvSpPr/>
            <p:nvPr/>
          </p:nvSpPr>
          <p:spPr>
            <a:xfrm>
              <a:off x="3214064" y="24837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89" name="曲线连接符 88">
              <a:extLst>
                <a:ext uri="{FF2B5EF4-FFF2-40B4-BE49-F238E27FC236}">
                  <a16:creationId xmlns:a16="http://schemas.microsoft.com/office/drawing/2014/main" id="{EA0CAD89-B445-CE40-A519-FF4AAD0ADCF2}"/>
                </a:ext>
              </a:extLst>
            </p:cNvPr>
            <p:cNvCxnSpPr>
              <a:cxnSpLocks/>
              <a:stCxn id="86" idx="5"/>
              <a:endCxn id="88" idx="4"/>
            </p:cNvCxnSpPr>
            <p:nvPr/>
          </p:nvCxnSpPr>
          <p:spPr>
            <a:xfrm rot="16200000" flipH="1">
              <a:off x="2289474" y="1677278"/>
              <a:ext cx="22722" cy="2062627"/>
            </a:xfrm>
            <a:prstGeom prst="curvedConnector3">
              <a:avLst>
                <a:gd name="adj1" fmla="val 115828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曲线连接符 91">
              <a:extLst>
                <a:ext uri="{FF2B5EF4-FFF2-40B4-BE49-F238E27FC236}">
                  <a16:creationId xmlns:a16="http://schemas.microsoft.com/office/drawing/2014/main" id="{0D1BD3C1-7DDB-1743-A550-D042B7E7DFD1}"/>
                </a:ext>
              </a:extLst>
            </p:cNvPr>
            <p:cNvCxnSpPr>
              <a:cxnSpLocks/>
              <a:stCxn id="87" idx="6"/>
              <a:endCxn id="88" idx="0"/>
            </p:cNvCxnSpPr>
            <p:nvPr/>
          </p:nvCxnSpPr>
          <p:spPr>
            <a:xfrm>
              <a:off x="2401270" y="2059734"/>
              <a:ext cx="930879" cy="424049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DFA53E7B-B620-4844-96AA-73117FBE40D6}"/>
                    </a:ext>
                  </a:extLst>
                </p:cNvPr>
                <p:cNvSpPr txBox="1"/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3" name="文本框 92">
                  <a:extLst>
                    <a:ext uri="{FF2B5EF4-FFF2-40B4-BE49-F238E27FC236}">
                      <a16:creationId xmlns:a16="http://schemas.microsoft.com/office/drawing/2014/main" id="{DFA53E7B-B620-4844-96AA-73117FBE4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blipFill>
                  <a:blip r:embed="rId3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A511F9D7-781A-B648-B36E-05F9648A420C}"/>
                    </a:ext>
                  </a:extLst>
                </p:cNvPr>
                <p:cNvSpPr txBox="1"/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4" name="文本框 93">
                  <a:extLst>
                    <a:ext uri="{FF2B5EF4-FFF2-40B4-BE49-F238E27FC236}">
                      <a16:creationId xmlns:a16="http://schemas.microsoft.com/office/drawing/2014/main" id="{A511F9D7-781A-B648-B36E-05F9648A42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blipFill>
                  <a:blip r:embed="rId3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6A858E6-51AD-9D41-BD32-D1CE54A71973}"/>
                    </a:ext>
                  </a:extLst>
                </p:cNvPr>
                <p:cNvSpPr txBox="1"/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C6A858E6-51AD-9D41-BD32-D1CE54A71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364F8BF-461A-0A46-A6F1-0816A690CD6E}"/>
                    </a:ext>
                  </a:extLst>
                </p:cNvPr>
                <p:cNvSpPr txBox="1"/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9364F8BF-461A-0A46-A6F1-0816A690C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blipFill>
                  <a:blip r:embed="rId3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526D4853-C7C3-174E-ABBA-862F0D8E39F1}"/>
                    </a:ext>
                  </a:extLst>
                </p:cNvPr>
                <p:cNvSpPr txBox="1"/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526D4853-C7C3-174E-ABBA-862F0D8E3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曲线连接符 97">
              <a:extLst>
                <a:ext uri="{FF2B5EF4-FFF2-40B4-BE49-F238E27FC236}">
                  <a16:creationId xmlns:a16="http://schemas.microsoft.com/office/drawing/2014/main" id="{D94760C4-4433-8942-9BB1-29C0B99F530A}"/>
                </a:ext>
              </a:extLst>
            </p:cNvPr>
            <p:cNvCxnSpPr>
              <a:cxnSpLocks/>
              <a:stCxn id="86" idx="0"/>
              <a:endCxn id="87" idx="2"/>
            </p:cNvCxnSpPr>
            <p:nvPr/>
          </p:nvCxnSpPr>
          <p:spPr>
            <a:xfrm rot="5400000" flipH="1" flipV="1">
              <a:off x="1457605" y="1788153"/>
              <a:ext cx="435913" cy="97907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2B66EABD-5520-FF49-9D1B-4491CDC259F1}"/>
                    </a:ext>
                  </a:extLst>
                </p:cNvPr>
                <p:cNvSpPr txBox="1"/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2B66EABD-5520-FF49-9D1B-4491CDC25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blipFill>
                  <a:blip r:embed="rId39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B11AAC54-E8AF-FA4C-A6F7-0552006EE9F4}"/>
                </a:ext>
              </a:extLst>
            </p:cNvPr>
            <p:cNvSpPr txBox="1"/>
            <p:nvPr/>
          </p:nvSpPr>
          <p:spPr>
            <a:xfrm>
              <a:off x="420868" y="178238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01" name="第3题">
            <a:extLst>
              <a:ext uri="{FF2B5EF4-FFF2-40B4-BE49-F238E27FC236}">
                <a16:creationId xmlns:a16="http://schemas.microsoft.com/office/drawing/2014/main" id="{E2D1B5F7-9167-104F-BAD0-A7C98AD50EAD}"/>
              </a:ext>
            </a:extLst>
          </p:cNvPr>
          <p:cNvGrpSpPr/>
          <p:nvPr/>
        </p:nvGrpSpPr>
        <p:grpSpPr>
          <a:xfrm>
            <a:off x="362922" y="3236884"/>
            <a:ext cx="3822882" cy="1444734"/>
            <a:chOff x="362922" y="3236884"/>
            <a:chExt cx="3822882" cy="1444734"/>
          </a:xfrm>
        </p:grpSpPr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DC2ED698-71EA-9D46-82FC-15588DF17AF0}"/>
                </a:ext>
              </a:extLst>
            </p:cNvPr>
            <p:cNvSpPr/>
            <p:nvPr/>
          </p:nvSpPr>
          <p:spPr>
            <a:xfrm>
              <a:off x="1088527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6F8F5ECF-36EA-0B41-859D-E35F008ABCE0}"/>
                </a:ext>
              </a:extLst>
            </p:cNvPr>
            <p:cNvSpPr/>
            <p:nvPr/>
          </p:nvSpPr>
          <p:spPr>
            <a:xfrm>
              <a:off x="2185689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10D4EAC5-AB9E-9C4D-A199-746A8974342C}"/>
                </a:ext>
              </a:extLst>
            </p:cNvPr>
            <p:cNvSpPr/>
            <p:nvPr/>
          </p:nvSpPr>
          <p:spPr>
            <a:xfrm>
              <a:off x="3234607" y="40380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56" name="直线箭头连接符 155">
              <a:extLst>
                <a:ext uri="{FF2B5EF4-FFF2-40B4-BE49-F238E27FC236}">
                  <a16:creationId xmlns:a16="http://schemas.microsoft.com/office/drawing/2014/main" id="{4F765A5A-C0DC-644F-B3DA-3CFF4F8EC39C}"/>
                </a:ext>
              </a:extLst>
            </p:cNvPr>
            <p:cNvCxnSpPr>
              <a:cxnSpLocks/>
              <a:stCxn id="106" idx="6"/>
              <a:endCxn id="154" idx="2"/>
            </p:cNvCxnSpPr>
            <p:nvPr/>
          </p:nvCxnSpPr>
          <p:spPr>
            <a:xfrm>
              <a:off x="1324697" y="4164808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曲线连接符 156">
              <a:extLst>
                <a:ext uri="{FF2B5EF4-FFF2-40B4-BE49-F238E27FC236}">
                  <a16:creationId xmlns:a16="http://schemas.microsoft.com/office/drawing/2014/main" id="{1DEF31E3-2DA9-9344-AD06-6B50BF462005}"/>
                </a:ext>
              </a:extLst>
            </p:cNvPr>
            <p:cNvCxnSpPr>
              <a:cxnSpLocks/>
              <a:stCxn id="155" idx="4"/>
              <a:endCxn id="154" idx="4"/>
            </p:cNvCxnSpPr>
            <p:nvPr/>
          </p:nvCxnSpPr>
          <p:spPr>
            <a:xfrm rot="5400000">
              <a:off x="2823913" y="3754114"/>
              <a:ext cx="8640" cy="1048918"/>
            </a:xfrm>
            <a:prstGeom prst="curvedConnector3">
              <a:avLst>
                <a:gd name="adj1" fmla="val 4077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曲线连接符 157">
              <a:extLst>
                <a:ext uri="{FF2B5EF4-FFF2-40B4-BE49-F238E27FC236}">
                  <a16:creationId xmlns:a16="http://schemas.microsoft.com/office/drawing/2014/main" id="{5E654A46-3F65-4747-9373-B073FF859540}"/>
                </a:ext>
              </a:extLst>
            </p:cNvPr>
            <p:cNvCxnSpPr>
              <a:cxnSpLocks/>
              <a:stCxn id="154" idx="0"/>
              <a:endCxn id="155" idx="0"/>
            </p:cNvCxnSpPr>
            <p:nvPr/>
          </p:nvCxnSpPr>
          <p:spPr>
            <a:xfrm rot="5400000" flipH="1" flipV="1">
              <a:off x="2823913" y="3517944"/>
              <a:ext cx="8640" cy="1048918"/>
            </a:xfrm>
            <a:prstGeom prst="curvedConnector3">
              <a:avLst>
                <a:gd name="adj1" fmla="val 388717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C05B7D63-2375-6E4A-86C0-B43D0C162C1D}"/>
                    </a:ext>
                  </a:extLst>
                </p:cNvPr>
                <p:cNvSpPr txBox="1"/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C05B7D63-2375-6E4A-86C0-B43D0C162C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A2811B4D-355A-0C42-8E41-9B38D2507DE5}"/>
                    </a:ext>
                  </a:extLst>
                </p:cNvPr>
                <p:cNvSpPr txBox="1"/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0" name="文本框 159">
                  <a:extLst>
                    <a:ext uri="{FF2B5EF4-FFF2-40B4-BE49-F238E27FC236}">
                      <a16:creationId xmlns:a16="http://schemas.microsoft.com/office/drawing/2014/main" id="{A2811B4D-355A-0C42-8E41-9B38D2507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blipFill>
                  <a:blip r:embed="rId4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B3A94465-D7BA-6B45-A487-BF24BAC091E8}"/>
                    </a:ext>
                  </a:extLst>
                </p:cNvPr>
                <p:cNvSpPr txBox="1"/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1" name="文本框 160">
                  <a:extLst>
                    <a:ext uri="{FF2B5EF4-FFF2-40B4-BE49-F238E27FC236}">
                      <a16:creationId xmlns:a16="http://schemas.microsoft.com/office/drawing/2014/main" id="{B3A94465-D7BA-6B45-A487-BF24BAC09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AAA4E455-7997-194F-92FD-01B6F5A693F4}"/>
                    </a:ext>
                  </a:extLst>
                </p:cNvPr>
                <p:cNvSpPr txBox="1"/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AAA4E455-7997-194F-92FD-01B6F5A69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blipFill>
                  <a:blip r:embed="rId4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2324B04F-8600-DD47-9ED0-AE8860AF78EF}"/>
                    </a:ext>
                  </a:extLst>
                </p:cNvPr>
                <p:cNvSpPr txBox="1"/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3" name="文本框 162">
                  <a:extLst>
                    <a:ext uri="{FF2B5EF4-FFF2-40B4-BE49-F238E27FC236}">
                      <a16:creationId xmlns:a16="http://schemas.microsoft.com/office/drawing/2014/main" id="{2324B04F-8600-DD47-9ED0-AE8860AF7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20187D60-75DD-A44E-9EDC-CD645BE10419}"/>
                    </a:ext>
                  </a:extLst>
                </p:cNvPr>
                <p:cNvSpPr txBox="1"/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4" name="文本框 163">
                  <a:extLst>
                    <a:ext uri="{FF2B5EF4-FFF2-40B4-BE49-F238E27FC236}">
                      <a16:creationId xmlns:a16="http://schemas.microsoft.com/office/drawing/2014/main" id="{20187D60-75DD-A44E-9EDC-CD645BE104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blipFill>
                  <a:blip r:embed="rId45"/>
                  <a:stretch>
                    <a:fillRect l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5" name="直线箭头连接符 164">
              <a:extLst>
                <a:ext uri="{FF2B5EF4-FFF2-40B4-BE49-F238E27FC236}">
                  <a16:creationId xmlns:a16="http://schemas.microsoft.com/office/drawing/2014/main" id="{C669C900-90B1-254C-9AA5-9CC5D3F23315}"/>
                </a:ext>
              </a:extLst>
            </p:cNvPr>
            <p:cNvCxnSpPr>
              <a:cxnSpLocks/>
              <a:stCxn id="154" idx="6"/>
              <a:endCxn id="155" idx="2"/>
            </p:cNvCxnSpPr>
            <p:nvPr/>
          </p:nvCxnSpPr>
          <p:spPr>
            <a:xfrm flipV="1">
              <a:off x="2421859" y="4156168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F0E36C7E-829E-EE48-9B7F-682B67B57097}"/>
                    </a:ext>
                  </a:extLst>
                </p:cNvPr>
                <p:cNvSpPr txBox="1"/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F0E36C7E-829E-EE48-9B7F-682B67B57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blipFill>
                  <a:blip r:embed="rId4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64B0C151-3581-D746-AC7E-84B91D6CBEF0}"/>
                </a:ext>
              </a:extLst>
            </p:cNvPr>
            <p:cNvSpPr txBox="1"/>
            <p:nvPr/>
          </p:nvSpPr>
          <p:spPr>
            <a:xfrm>
              <a:off x="420868" y="341959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168" name="第4题" hidden="1">
            <a:extLst>
              <a:ext uri="{FF2B5EF4-FFF2-40B4-BE49-F238E27FC236}">
                <a16:creationId xmlns:a16="http://schemas.microsoft.com/office/drawing/2014/main" id="{9C49BE37-9C29-B44F-9229-D14977E29654}"/>
              </a:ext>
            </a:extLst>
          </p:cNvPr>
          <p:cNvGrpSpPr/>
          <p:nvPr/>
        </p:nvGrpSpPr>
        <p:grpSpPr>
          <a:xfrm>
            <a:off x="404100" y="4880472"/>
            <a:ext cx="4971931" cy="1287317"/>
            <a:chOff x="404100" y="4880472"/>
            <a:chExt cx="4971931" cy="1287317"/>
          </a:xfrm>
        </p:grpSpPr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BEDAC287-F9E0-1043-B64F-6F8C53B7901C}"/>
                </a:ext>
              </a:extLst>
            </p:cNvPr>
            <p:cNvSpPr/>
            <p:nvPr/>
          </p:nvSpPr>
          <p:spPr>
            <a:xfrm>
              <a:off x="1129705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948C2F23-556C-BE4A-B276-871B4DCDACF0}"/>
                </a:ext>
              </a:extLst>
            </p:cNvPr>
            <p:cNvSpPr/>
            <p:nvPr/>
          </p:nvSpPr>
          <p:spPr>
            <a:xfrm>
              <a:off x="2226867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71" name="椭圆 170">
              <a:extLst>
                <a:ext uri="{FF2B5EF4-FFF2-40B4-BE49-F238E27FC236}">
                  <a16:creationId xmlns:a16="http://schemas.microsoft.com/office/drawing/2014/main" id="{B6141CA9-37DA-F14A-8A51-C6D3E3448538}"/>
                </a:ext>
              </a:extLst>
            </p:cNvPr>
            <p:cNvSpPr/>
            <p:nvPr/>
          </p:nvSpPr>
          <p:spPr>
            <a:xfrm>
              <a:off x="3275785" y="547254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72" name="直线箭头连接符 171">
              <a:extLst>
                <a:ext uri="{FF2B5EF4-FFF2-40B4-BE49-F238E27FC236}">
                  <a16:creationId xmlns:a16="http://schemas.microsoft.com/office/drawing/2014/main" id="{44AD288C-15DC-E64F-8A78-9FD902F09C68}"/>
                </a:ext>
              </a:extLst>
            </p:cNvPr>
            <p:cNvCxnSpPr>
              <a:cxnSpLocks/>
              <a:stCxn id="169" idx="6"/>
              <a:endCxn id="170" idx="2"/>
            </p:cNvCxnSpPr>
            <p:nvPr/>
          </p:nvCxnSpPr>
          <p:spPr>
            <a:xfrm>
              <a:off x="1365875" y="5599267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曲线连接符 172">
              <a:extLst>
                <a:ext uri="{FF2B5EF4-FFF2-40B4-BE49-F238E27FC236}">
                  <a16:creationId xmlns:a16="http://schemas.microsoft.com/office/drawing/2014/main" id="{BCE2230D-2616-904B-9B0D-F6CEEC3CBE21}"/>
                </a:ext>
              </a:extLst>
            </p:cNvPr>
            <p:cNvCxnSpPr>
              <a:cxnSpLocks/>
              <a:stCxn id="182" idx="4"/>
              <a:endCxn id="170" idx="4"/>
            </p:cNvCxnSpPr>
            <p:nvPr/>
          </p:nvCxnSpPr>
          <p:spPr>
            <a:xfrm rot="5400000">
              <a:off x="3417708" y="4644596"/>
              <a:ext cx="12700" cy="2145512"/>
            </a:xfrm>
            <a:prstGeom prst="curvedConnector3">
              <a:avLst>
                <a:gd name="adj1" fmla="val 35642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2436088-7A76-9B4B-B195-85AF79429855}"/>
                    </a:ext>
                  </a:extLst>
                </p:cNvPr>
                <p:cNvSpPr txBox="1"/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4" name="文本框 173">
                  <a:extLst>
                    <a:ext uri="{FF2B5EF4-FFF2-40B4-BE49-F238E27FC236}">
                      <a16:creationId xmlns:a16="http://schemas.microsoft.com/office/drawing/2014/main" id="{22436088-7A76-9B4B-B195-85AF794298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8D4495F5-6976-4648-A5A4-8481298D58F7}"/>
                    </a:ext>
                  </a:extLst>
                </p:cNvPr>
                <p:cNvSpPr txBox="1"/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5" name="文本框 174">
                  <a:extLst>
                    <a:ext uri="{FF2B5EF4-FFF2-40B4-BE49-F238E27FC236}">
                      <a16:creationId xmlns:a16="http://schemas.microsoft.com/office/drawing/2014/main" id="{8D4495F5-6976-4648-A5A4-8481298D5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blipFill>
                  <a:blip r:embed="rId47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B5830698-171A-6E41-9A5E-5D105B12C308}"/>
                    </a:ext>
                  </a:extLst>
                </p:cNvPr>
                <p:cNvSpPr txBox="1"/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B5830698-171A-6E41-9A5E-5D105B12C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FFF6BC43-9775-2241-88B3-196969A940D4}"/>
                    </a:ext>
                  </a:extLst>
                </p:cNvPr>
                <p:cNvSpPr txBox="1"/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7" name="文本框 176">
                  <a:extLst>
                    <a:ext uri="{FF2B5EF4-FFF2-40B4-BE49-F238E27FC236}">
                      <a16:creationId xmlns:a16="http://schemas.microsoft.com/office/drawing/2014/main" id="{FFF6BC43-9775-2241-88B3-196969A94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blipFill>
                  <a:blip r:embed="rId4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AE976BC5-B973-DB41-ADB2-0B3D5043EF1F}"/>
                    </a:ext>
                  </a:extLst>
                </p:cNvPr>
                <p:cNvSpPr txBox="1"/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AE976BC5-B973-DB41-ADB2-0B3D5043EF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A1BE145C-1CEC-B641-9FBF-ABCCF7B60F46}"/>
                    </a:ext>
                  </a:extLst>
                </p:cNvPr>
                <p:cNvSpPr txBox="1"/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A1BE145C-1CEC-B641-9FBF-ABCCF7B60F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blipFill>
                  <a:blip r:embed="rId50"/>
                  <a:stretch>
                    <a:fillRect l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0" name="直线箭头连接符 179">
              <a:extLst>
                <a:ext uri="{FF2B5EF4-FFF2-40B4-BE49-F238E27FC236}">
                  <a16:creationId xmlns:a16="http://schemas.microsoft.com/office/drawing/2014/main" id="{C16FD0FA-14AD-4245-9223-1D6EC9F0ECE3}"/>
                </a:ext>
              </a:extLst>
            </p:cNvPr>
            <p:cNvCxnSpPr>
              <a:cxnSpLocks/>
              <a:stCxn id="170" idx="6"/>
              <a:endCxn id="171" idx="2"/>
            </p:cNvCxnSpPr>
            <p:nvPr/>
          </p:nvCxnSpPr>
          <p:spPr>
            <a:xfrm flipV="1">
              <a:off x="2463037" y="5590627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9DF58144-1C76-0641-A3E5-A5622A1CAD72}"/>
                    </a:ext>
                  </a:extLst>
                </p:cNvPr>
                <p:cNvSpPr txBox="1"/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9DF58144-1C76-0641-A3E5-A5622A1CAD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blipFill>
                  <a:blip r:embed="rId5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43DC2BEA-6D45-9849-9BF5-2738CCB3EE48}"/>
                </a:ext>
              </a:extLst>
            </p:cNvPr>
            <p:cNvSpPr/>
            <p:nvPr/>
          </p:nvSpPr>
          <p:spPr>
            <a:xfrm>
              <a:off x="4372379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83" name="直线箭头连接符 182">
              <a:extLst>
                <a:ext uri="{FF2B5EF4-FFF2-40B4-BE49-F238E27FC236}">
                  <a16:creationId xmlns:a16="http://schemas.microsoft.com/office/drawing/2014/main" id="{22CCC4E4-730F-BE42-9CED-812205D9A42F}"/>
                </a:ext>
              </a:extLst>
            </p:cNvPr>
            <p:cNvCxnSpPr>
              <a:cxnSpLocks/>
              <a:stCxn id="171" idx="6"/>
              <a:endCxn id="182" idx="2"/>
            </p:cNvCxnSpPr>
            <p:nvPr/>
          </p:nvCxnSpPr>
          <p:spPr>
            <a:xfrm>
              <a:off x="3511955" y="5590627"/>
              <a:ext cx="860424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F8404E5C-C48E-444B-B03B-D28E3C5FF366}"/>
                    </a:ext>
                  </a:extLst>
                </p:cNvPr>
                <p:cNvSpPr txBox="1"/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4" name="文本框 183">
                  <a:extLst>
                    <a:ext uri="{FF2B5EF4-FFF2-40B4-BE49-F238E27FC236}">
                      <a16:creationId xmlns:a16="http://schemas.microsoft.com/office/drawing/2014/main" id="{F8404E5C-C48E-444B-B03B-D28E3C5FF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blipFill>
                  <a:blip r:embed="rId52"/>
                  <a:stretch>
                    <a:fillRect l="-36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5" name="文本框 184">
              <a:extLst>
                <a:ext uri="{FF2B5EF4-FFF2-40B4-BE49-F238E27FC236}">
                  <a16:creationId xmlns:a16="http://schemas.microsoft.com/office/drawing/2014/main" id="{9EA11A41-EBE5-C047-BBC6-3D8F4C23E7CE}"/>
                </a:ext>
              </a:extLst>
            </p:cNvPr>
            <p:cNvSpPr txBox="1"/>
            <p:nvPr/>
          </p:nvSpPr>
          <p:spPr>
            <a:xfrm>
              <a:off x="427490" y="488047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7694721"/>
      </p:ext>
    </p:extLst>
  </p:cSld>
  <p:clrMapOvr>
    <a:masterClrMapping/>
  </p:clrMapOvr>
  <p:transition spd="slow">
    <p:strips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答题区">
            <a:extLst>
              <a:ext uri="{FF2B5EF4-FFF2-40B4-BE49-F238E27FC236}">
                <a16:creationId xmlns:a16="http://schemas.microsoft.com/office/drawing/2014/main" id="{BA63014E-8543-FA4F-8785-41E51422066E}"/>
              </a:ext>
            </a:extLst>
          </p:cNvPr>
          <p:cNvSpPr/>
          <p:nvPr/>
        </p:nvSpPr>
        <p:spPr>
          <a:xfrm>
            <a:off x="5029947" y="260648"/>
            <a:ext cx="6609875" cy="3586332"/>
          </a:xfrm>
          <a:custGeom>
            <a:avLst/>
            <a:gdLst>
              <a:gd name="connsiteX0" fmla="*/ 0 w 6609875"/>
              <a:gd name="connsiteY0" fmla="*/ 0 h 3586332"/>
              <a:gd name="connsiteX1" fmla="*/ 594889 w 6609875"/>
              <a:gd name="connsiteY1" fmla="*/ 0 h 3586332"/>
              <a:gd name="connsiteX2" fmla="*/ 1057580 w 6609875"/>
              <a:gd name="connsiteY2" fmla="*/ 0 h 3586332"/>
              <a:gd name="connsiteX3" fmla="*/ 1850765 w 6609875"/>
              <a:gd name="connsiteY3" fmla="*/ 0 h 3586332"/>
              <a:gd name="connsiteX4" fmla="*/ 2445654 w 6609875"/>
              <a:gd name="connsiteY4" fmla="*/ 0 h 3586332"/>
              <a:gd name="connsiteX5" fmla="*/ 3040543 w 6609875"/>
              <a:gd name="connsiteY5" fmla="*/ 0 h 3586332"/>
              <a:gd name="connsiteX6" fmla="*/ 3833728 w 6609875"/>
              <a:gd name="connsiteY6" fmla="*/ 0 h 3586332"/>
              <a:gd name="connsiteX7" fmla="*/ 4362518 w 6609875"/>
              <a:gd name="connsiteY7" fmla="*/ 0 h 3586332"/>
              <a:gd name="connsiteX8" fmla="*/ 5155703 w 6609875"/>
              <a:gd name="connsiteY8" fmla="*/ 0 h 3586332"/>
              <a:gd name="connsiteX9" fmla="*/ 5948888 w 6609875"/>
              <a:gd name="connsiteY9" fmla="*/ 0 h 3586332"/>
              <a:gd name="connsiteX10" fmla="*/ 6609875 w 6609875"/>
              <a:gd name="connsiteY10" fmla="*/ 0 h 3586332"/>
              <a:gd name="connsiteX11" fmla="*/ 6609875 w 6609875"/>
              <a:gd name="connsiteY11" fmla="*/ 669449 h 3586332"/>
              <a:gd name="connsiteX12" fmla="*/ 6609875 w 6609875"/>
              <a:gd name="connsiteY12" fmla="*/ 1303034 h 3586332"/>
              <a:gd name="connsiteX13" fmla="*/ 6609875 w 6609875"/>
              <a:gd name="connsiteY13" fmla="*/ 1793166 h 3586332"/>
              <a:gd name="connsiteX14" fmla="*/ 6609875 w 6609875"/>
              <a:gd name="connsiteY14" fmla="*/ 2390888 h 3586332"/>
              <a:gd name="connsiteX15" fmla="*/ 6609875 w 6609875"/>
              <a:gd name="connsiteY15" fmla="*/ 2988610 h 3586332"/>
              <a:gd name="connsiteX16" fmla="*/ 6609875 w 6609875"/>
              <a:gd name="connsiteY16" fmla="*/ 3586332 h 3586332"/>
              <a:gd name="connsiteX17" fmla="*/ 5882789 w 6609875"/>
              <a:gd name="connsiteY17" fmla="*/ 3586332 h 3586332"/>
              <a:gd name="connsiteX18" fmla="*/ 5221801 w 6609875"/>
              <a:gd name="connsiteY18" fmla="*/ 3586332 h 3586332"/>
              <a:gd name="connsiteX19" fmla="*/ 4759110 w 6609875"/>
              <a:gd name="connsiteY19" fmla="*/ 3586332 h 3586332"/>
              <a:gd name="connsiteX20" fmla="*/ 4230320 w 6609875"/>
              <a:gd name="connsiteY20" fmla="*/ 3586332 h 3586332"/>
              <a:gd name="connsiteX21" fmla="*/ 3437135 w 6609875"/>
              <a:gd name="connsiteY21" fmla="*/ 3586332 h 3586332"/>
              <a:gd name="connsiteX22" fmla="*/ 2776147 w 6609875"/>
              <a:gd name="connsiteY22" fmla="*/ 3586332 h 3586332"/>
              <a:gd name="connsiteX23" fmla="*/ 2247358 w 6609875"/>
              <a:gd name="connsiteY23" fmla="*/ 3586332 h 3586332"/>
              <a:gd name="connsiteX24" fmla="*/ 1586370 w 6609875"/>
              <a:gd name="connsiteY24" fmla="*/ 3586332 h 3586332"/>
              <a:gd name="connsiteX25" fmla="*/ 1123679 w 6609875"/>
              <a:gd name="connsiteY25" fmla="*/ 3586332 h 3586332"/>
              <a:gd name="connsiteX26" fmla="*/ 660987 w 6609875"/>
              <a:gd name="connsiteY26" fmla="*/ 3586332 h 3586332"/>
              <a:gd name="connsiteX27" fmla="*/ 0 w 6609875"/>
              <a:gd name="connsiteY27" fmla="*/ 3586332 h 3586332"/>
              <a:gd name="connsiteX28" fmla="*/ 0 w 6609875"/>
              <a:gd name="connsiteY28" fmla="*/ 3060337 h 3586332"/>
              <a:gd name="connsiteX29" fmla="*/ 0 w 6609875"/>
              <a:gd name="connsiteY29" fmla="*/ 2390888 h 3586332"/>
              <a:gd name="connsiteX30" fmla="*/ 0 w 6609875"/>
              <a:gd name="connsiteY30" fmla="*/ 1829029 h 3586332"/>
              <a:gd name="connsiteX31" fmla="*/ 0 w 6609875"/>
              <a:gd name="connsiteY31" fmla="*/ 1338897 h 3586332"/>
              <a:gd name="connsiteX32" fmla="*/ 0 w 6609875"/>
              <a:gd name="connsiteY32" fmla="*/ 705312 h 3586332"/>
              <a:gd name="connsiteX33" fmla="*/ 0 w 6609875"/>
              <a:gd name="connsiteY33" fmla="*/ 0 h 3586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609875" h="3586332" extrusionOk="0">
                <a:moveTo>
                  <a:pt x="0" y="0"/>
                </a:moveTo>
                <a:cubicBezTo>
                  <a:pt x="199932" y="4877"/>
                  <a:pt x="298353" y="15864"/>
                  <a:pt x="594889" y="0"/>
                </a:cubicBezTo>
                <a:cubicBezTo>
                  <a:pt x="891425" y="-15864"/>
                  <a:pt x="909188" y="18551"/>
                  <a:pt x="1057580" y="0"/>
                </a:cubicBezTo>
                <a:cubicBezTo>
                  <a:pt x="1205972" y="-18551"/>
                  <a:pt x="1633365" y="9643"/>
                  <a:pt x="1850765" y="0"/>
                </a:cubicBezTo>
                <a:cubicBezTo>
                  <a:pt x="2068166" y="-9643"/>
                  <a:pt x="2237032" y="11555"/>
                  <a:pt x="2445654" y="0"/>
                </a:cubicBezTo>
                <a:cubicBezTo>
                  <a:pt x="2654276" y="-11555"/>
                  <a:pt x="2749971" y="16242"/>
                  <a:pt x="3040543" y="0"/>
                </a:cubicBezTo>
                <a:cubicBezTo>
                  <a:pt x="3331115" y="-16242"/>
                  <a:pt x="3588439" y="28334"/>
                  <a:pt x="3833728" y="0"/>
                </a:cubicBezTo>
                <a:cubicBezTo>
                  <a:pt x="4079017" y="-28334"/>
                  <a:pt x="4105000" y="-16718"/>
                  <a:pt x="4362518" y="0"/>
                </a:cubicBezTo>
                <a:cubicBezTo>
                  <a:pt x="4620036" y="16718"/>
                  <a:pt x="4834808" y="38195"/>
                  <a:pt x="5155703" y="0"/>
                </a:cubicBezTo>
                <a:cubicBezTo>
                  <a:pt x="5476598" y="-38195"/>
                  <a:pt x="5674309" y="31842"/>
                  <a:pt x="5948888" y="0"/>
                </a:cubicBezTo>
                <a:cubicBezTo>
                  <a:pt x="6223468" y="-31842"/>
                  <a:pt x="6472337" y="25678"/>
                  <a:pt x="6609875" y="0"/>
                </a:cubicBezTo>
                <a:cubicBezTo>
                  <a:pt x="6614444" y="214761"/>
                  <a:pt x="6602562" y="339359"/>
                  <a:pt x="6609875" y="669449"/>
                </a:cubicBezTo>
                <a:cubicBezTo>
                  <a:pt x="6617188" y="999539"/>
                  <a:pt x="6624836" y="1124937"/>
                  <a:pt x="6609875" y="1303034"/>
                </a:cubicBezTo>
                <a:cubicBezTo>
                  <a:pt x="6594914" y="1481131"/>
                  <a:pt x="6594151" y="1615110"/>
                  <a:pt x="6609875" y="1793166"/>
                </a:cubicBezTo>
                <a:cubicBezTo>
                  <a:pt x="6625599" y="1971222"/>
                  <a:pt x="6617649" y="2256017"/>
                  <a:pt x="6609875" y="2390888"/>
                </a:cubicBezTo>
                <a:cubicBezTo>
                  <a:pt x="6602101" y="2525759"/>
                  <a:pt x="6592779" y="2740069"/>
                  <a:pt x="6609875" y="2988610"/>
                </a:cubicBezTo>
                <a:cubicBezTo>
                  <a:pt x="6626971" y="3237151"/>
                  <a:pt x="6625379" y="3412112"/>
                  <a:pt x="6609875" y="3586332"/>
                </a:cubicBezTo>
                <a:cubicBezTo>
                  <a:pt x="6281796" y="3602178"/>
                  <a:pt x="6145945" y="3602685"/>
                  <a:pt x="5882789" y="3586332"/>
                </a:cubicBezTo>
                <a:cubicBezTo>
                  <a:pt x="5619633" y="3569979"/>
                  <a:pt x="5372048" y="3591592"/>
                  <a:pt x="5221801" y="3586332"/>
                </a:cubicBezTo>
                <a:cubicBezTo>
                  <a:pt x="5071554" y="3581072"/>
                  <a:pt x="4963342" y="3608197"/>
                  <a:pt x="4759110" y="3586332"/>
                </a:cubicBezTo>
                <a:cubicBezTo>
                  <a:pt x="4554878" y="3564467"/>
                  <a:pt x="4477914" y="3586138"/>
                  <a:pt x="4230320" y="3586332"/>
                </a:cubicBezTo>
                <a:cubicBezTo>
                  <a:pt x="3982726" y="3586527"/>
                  <a:pt x="3614154" y="3593178"/>
                  <a:pt x="3437135" y="3586332"/>
                </a:cubicBezTo>
                <a:cubicBezTo>
                  <a:pt x="3260116" y="3579486"/>
                  <a:pt x="3105080" y="3612788"/>
                  <a:pt x="2776147" y="3586332"/>
                </a:cubicBezTo>
                <a:cubicBezTo>
                  <a:pt x="2447214" y="3559876"/>
                  <a:pt x="2355831" y="3582345"/>
                  <a:pt x="2247358" y="3586332"/>
                </a:cubicBezTo>
                <a:cubicBezTo>
                  <a:pt x="2138885" y="3590319"/>
                  <a:pt x="1905223" y="3567413"/>
                  <a:pt x="1586370" y="3586332"/>
                </a:cubicBezTo>
                <a:cubicBezTo>
                  <a:pt x="1267517" y="3605251"/>
                  <a:pt x="1337455" y="3570924"/>
                  <a:pt x="1123679" y="3586332"/>
                </a:cubicBezTo>
                <a:cubicBezTo>
                  <a:pt x="909903" y="3601740"/>
                  <a:pt x="828014" y="3563965"/>
                  <a:pt x="660987" y="3586332"/>
                </a:cubicBezTo>
                <a:cubicBezTo>
                  <a:pt x="493960" y="3608699"/>
                  <a:pt x="226077" y="3605384"/>
                  <a:pt x="0" y="3586332"/>
                </a:cubicBezTo>
                <a:cubicBezTo>
                  <a:pt x="2517" y="3456456"/>
                  <a:pt x="-25335" y="3224019"/>
                  <a:pt x="0" y="3060337"/>
                </a:cubicBezTo>
                <a:cubicBezTo>
                  <a:pt x="25335" y="2896656"/>
                  <a:pt x="-29196" y="2611623"/>
                  <a:pt x="0" y="2390888"/>
                </a:cubicBezTo>
                <a:cubicBezTo>
                  <a:pt x="29196" y="2170153"/>
                  <a:pt x="-13728" y="2038021"/>
                  <a:pt x="0" y="1829029"/>
                </a:cubicBezTo>
                <a:cubicBezTo>
                  <a:pt x="13728" y="1620037"/>
                  <a:pt x="7144" y="1573257"/>
                  <a:pt x="0" y="1338897"/>
                </a:cubicBezTo>
                <a:cubicBezTo>
                  <a:pt x="-7144" y="1104537"/>
                  <a:pt x="-23623" y="975152"/>
                  <a:pt x="0" y="705312"/>
                </a:cubicBezTo>
                <a:cubicBezTo>
                  <a:pt x="23623" y="435472"/>
                  <a:pt x="-25600" y="33482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/>
              <p:nvPr/>
            </p:nvSpPr>
            <p:spPr>
              <a:xfrm>
                <a:off x="5951190" y="4207697"/>
                <a:ext cx="5315558" cy="2181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𝑐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zh-CN" altLang="en-US" sz="2800" b="0" i="1" smtClean="0">
                        <a:latin typeface="Cambria Math" panose="02040503050406030204" pitchFamily="18" charset="0"/>
                      </a:rPr>
                      <m:t>     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kumimoji="1"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800" i="1" dirty="0">
                    <a:latin typeface="Cambria Math" panose="02040503050406030204" pitchFamily="18" charset="0"/>
                  </a:rPr>
                  <a:t> </a:t>
                </a:r>
                <a:endParaRPr kumimoji="1" lang="en-US" altLang="zh-CN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CN" sz="28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sSub>
                        <m:sSub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en-US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kumimoji="1" lang="en-US" altLang="zh-CN" sz="28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ACECDF05-42A4-3041-8C5C-0A00DD224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90" y="4207697"/>
                <a:ext cx="5315558" cy="2181175"/>
              </a:xfrm>
              <a:prstGeom prst="rect">
                <a:avLst/>
              </a:prstGeom>
              <a:blipFill>
                <a:blip r:embed="rId27"/>
                <a:stretch>
                  <a:fillRect l="-3333" t="-1734" b="-23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本框 63">
            <a:extLst>
              <a:ext uri="{FF2B5EF4-FFF2-40B4-BE49-F238E27FC236}">
                <a16:creationId xmlns:a16="http://schemas.microsoft.com/office/drawing/2014/main" id="{E04EBCEF-4B40-B644-BF32-4A4BD7D4EEDB}"/>
              </a:ext>
            </a:extLst>
          </p:cNvPr>
          <p:cNvSpPr txBox="1"/>
          <p:nvPr/>
        </p:nvSpPr>
        <p:spPr>
          <a:xfrm>
            <a:off x="5303571" y="4240905"/>
            <a:ext cx="360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endParaRPr kumimoji="1" lang="zh-CN" alt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5" name="第1题">
            <a:extLst>
              <a:ext uri="{FF2B5EF4-FFF2-40B4-BE49-F238E27FC236}">
                <a16:creationId xmlns:a16="http://schemas.microsoft.com/office/drawing/2014/main" id="{B1B72074-0B4D-654C-846F-D0C922C53721}"/>
              </a:ext>
            </a:extLst>
          </p:cNvPr>
          <p:cNvGrpSpPr/>
          <p:nvPr/>
        </p:nvGrpSpPr>
        <p:grpSpPr>
          <a:xfrm>
            <a:off x="342333" y="142539"/>
            <a:ext cx="3822882" cy="1311539"/>
            <a:chOff x="342333" y="142539"/>
            <a:chExt cx="3822882" cy="1311539"/>
          </a:xfrm>
        </p:grpSpPr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3FCD771-E538-E241-8D84-CCCD3B34D0B4}"/>
                </a:ext>
              </a:extLst>
            </p:cNvPr>
            <p:cNvSpPr/>
            <p:nvPr/>
          </p:nvSpPr>
          <p:spPr>
            <a:xfrm>
              <a:off x="1067938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83D8A1A1-254A-5F4D-BFC4-23E22DB95044}"/>
                </a:ext>
              </a:extLst>
            </p:cNvPr>
            <p:cNvSpPr/>
            <p:nvPr/>
          </p:nvSpPr>
          <p:spPr>
            <a:xfrm>
              <a:off x="2165100" y="90872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4E233783-8295-0742-9A83-4B598B5156DC}"/>
                </a:ext>
              </a:extLst>
            </p:cNvPr>
            <p:cNvSpPr/>
            <p:nvPr/>
          </p:nvSpPr>
          <p:spPr>
            <a:xfrm>
              <a:off x="3214018" y="900080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FAB7C557-AA67-1548-AE70-BB022E01A08E}"/>
                </a:ext>
              </a:extLst>
            </p:cNvPr>
            <p:cNvCxnSpPr>
              <a:cxnSpLocks/>
              <a:stCxn id="65" idx="6"/>
              <a:endCxn id="66" idx="2"/>
            </p:cNvCxnSpPr>
            <p:nvPr/>
          </p:nvCxnSpPr>
          <p:spPr>
            <a:xfrm>
              <a:off x="1304108" y="1026805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曲线连接符 81">
              <a:extLst>
                <a:ext uri="{FF2B5EF4-FFF2-40B4-BE49-F238E27FC236}">
                  <a16:creationId xmlns:a16="http://schemas.microsoft.com/office/drawing/2014/main" id="{C4BF1089-2871-AC41-A929-7BD09A54BDF6}"/>
                </a:ext>
              </a:extLst>
            </p:cNvPr>
            <p:cNvCxnSpPr>
              <a:cxnSpLocks/>
              <a:stCxn id="66" idx="4"/>
              <a:endCxn id="72" idx="4"/>
            </p:cNvCxnSpPr>
            <p:nvPr/>
          </p:nvCxnSpPr>
          <p:spPr>
            <a:xfrm rot="5400000" flipH="1" flipV="1">
              <a:off x="2803324" y="616111"/>
              <a:ext cx="8640" cy="1048918"/>
            </a:xfrm>
            <a:prstGeom prst="curvedConnector3">
              <a:avLst>
                <a:gd name="adj1" fmla="val -26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曲线连接符 82">
              <a:extLst>
                <a:ext uri="{FF2B5EF4-FFF2-40B4-BE49-F238E27FC236}">
                  <a16:creationId xmlns:a16="http://schemas.microsoft.com/office/drawing/2014/main" id="{72898A4E-D27B-064A-A00A-C0E7C8CC509E}"/>
                </a:ext>
              </a:extLst>
            </p:cNvPr>
            <p:cNvCxnSpPr>
              <a:cxnSpLocks/>
              <a:stCxn id="66" idx="0"/>
              <a:endCxn id="72" idx="0"/>
            </p:cNvCxnSpPr>
            <p:nvPr/>
          </p:nvCxnSpPr>
          <p:spPr>
            <a:xfrm rot="5400000" flipH="1" flipV="1">
              <a:off x="2803324" y="379941"/>
              <a:ext cx="8640" cy="1048918"/>
            </a:xfrm>
            <a:prstGeom prst="curvedConnector3">
              <a:avLst>
                <a:gd name="adj1" fmla="val 2745833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F008CCB8-AF3A-1A4E-841F-50121B315D15}"/>
                    </a:ext>
                  </a:extLst>
                </p:cNvPr>
                <p:cNvSpPr txBox="1"/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F008CCB8-AF3A-1A4E-841F-50121B315D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749806"/>
                  <a:ext cx="692168" cy="553998"/>
                </a:xfrm>
                <a:prstGeom prst="rect">
                  <a:avLst/>
                </a:prstGeom>
                <a:blipFill>
                  <a:blip r:embed="rId28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0CADCF5-8A06-904C-8754-FB2F5814956F}"/>
                    </a:ext>
                  </a:extLst>
                </p:cNvPr>
                <p:cNvSpPr txBox="1"/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90" name="文本框 89">
                  <a:extLst>
                    <a:ext uri="{FF2B5EF4-FFF2-40B4-BE49-F238E27FC236}">
                      <a16:creationId xmlns:a16="http://schemas.microsoft.com/office/drawing/2014/main" id="{60CADCF5-8A06-904C-8754-FB2F581495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3047" y="708977"/>
                  <a:ext cx="692168" cy="553998"/>
                </a:xfrm>
                <a:prstGeom prst="rect">
                  <a:avLst/>
                </a:prstGeom>
                <a:blipFill>
                  <a:blip r:embed="rId29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E95182AC-E0B7-E348-B093-1B4B66FA9BC2}"/>
                    </a:ext>
                  </a:extLst>
                </p:cNvPr>
                <p:cNvSpPr txBox="1"/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E95182AC-E0B7-E348-B093-1B4B66FA9B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772" y="431978"/>
                  <a:ext cx="692168" cy="553998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7246FDB-4A81-CB4A-AF32-72CE01471FCB}"/>
                    </a:ext>
                  </a:extLst>
                </p:cNvPr>
                <p:cNvSpPr txBox="1"/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17246FDB-4A81-CB4A-AF32-72CE01471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142539"/>
                  <a:ext cx="692168" cy="553998"/>
                </a:xfrm>
                <a:prstGeom prst="rect">
                  <a:avLst/>
                </a:prstGeom>
                <a:blipFill>
                  <a:blip r:embed="rId31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5290FFA-A20C-6F4D-A136-B485423A0C57}"/>
                    </a:ext>
                  </a:extLst>
                </p:cNvPr>
                <p:cNvSpPr txBox="1"/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B5290FFA-A20C-6F4D-A136-B485423A0C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5800" y="900080"/>
                  <a:ext cx="692168" cy="55399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77797DD0-F8A8-6D45-8FA2-D55187D65E61}"/>
                    </a:ext>
                  </a:extLst>
                </p:cNvPr>
                <p:cNvSpPr txBox="1"/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77797DD0-F8A8-6D45-8FA2-D55187D65E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8621" y="328377"/>
                  <a:ext cx="692168" cy="553998"/>
                </a:xfrm>
                <a:prstGeom prst="rect">
                  <a:avLst/>
                </a:prstGeom>
                <a:blipFill>
                  <a:blip r:embed="rId33"/>
                  <a:stretch>
                    <a:fillRect l="-1786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D51BCBBD-70B7-304A-9FC5-1F70570A86EB}"/>
                </a:ext>
              </a:extLst>
            </p:cNvPr>
            <p:cNvSpPr txBox="1"/>
            <p:nvPr/>
          </p:nvSpPr>
          <p:spPr>
            <a:xfrm>
              <a:off x="422832" y="266711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1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4" name="第2题">
            <a:extLst>
              <a:ext uri="{FF2B5EF4-FFF2-40B4-BE49-F238E27FC236}">
                <a16:creationId xmlns:a16="http://schemas.microsoft.com/office/drawing/2014/main" id="{B8FF0EC2-0901-F34E-A06E-C50EACFB1808}"/>
              </a:ext>
            </a:extLst>
          </p:cNvPr>
          <p:cNvGrpSpPr/>
          <p:nvPr/>
        </p:nvGrpSpPr>
        <p:grpSpPr>
          <a:xfrm>
            <a:off x="342333" y="1367256"/>
            <a:ext cx="3840272" cy="1641560"/>
            <a:chOff x="342333" y="1367256"/>
            <a:chExt cx="3840272" cy="1641560"/>
          </a:xfrm>
        </p:grpSpPr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C47BF9CE-A007-5B4E-9067-51B6DEF9F0FB}"/>
                </a:ext>
              </a:extLst>
            </p:cNvPr>
            <p:cNvSpPr/>
            <p:nvPr/>
          </p:nvSpPr>
          <p:spPr>
            <a:xfrm>
              <a:off x="1067938" y="2495647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A147E295-F72A-5F49-8235-598AE223AE12}"/>
                </a:ext>
              </a:extLst>
            </p:cNvPr>
            <p:cNvSpPr/>
            <p:nvPr/>
          </p:nvSpPr>
          <p:spPr>
            <a:xfrm>
              <a:off x="2165100" y="1941649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CA95DF3A-3B32-2040-A018-32921D4B66E0}"/>
                </a:ext>
              </a:extLst>
            </p:cNvPr>
            <p:cNvSpPr/>
            <p:nvPr/>
          </p:nvSpPr>
          <p:spPr>
            <a:xfrm>
              <a:off x="3214064" y="24837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09" name="曲线连接符 108">
              <a:extLst>
                <a:ext uri="{FF2B5EF4-FFF2-40B4-BE49-F238E27FC236}">
                  <a16:creationId xmlns:a16="http://schemas.microsoft.com/office/drawing/2014/main" id="{B5893B92-6245-6647-804E-AFEA35CEE1A0}"/>
                </a:ext>
              </a:extLst>
            </p:cNvPr>
            <p:cNvCxnSpPr>
              <a:cxnSpLocks/>
              <a:stCxn id="104" idx="5"/>
              <a:endCxn id="108" idx="4"/>
            </p:cNvCxnSpPr>
            <p:nvPr/>
          </p:nvCxnSpPr>
          <p:spPr>
            <a:xfrm rot="16200000" flipH="1">
              <a:off x="2289474" y="1677278"/>
              <a:ext cx="22722" cy="2062627"/>
            </a:xfrm>
            <a:prstGeom prst="curvedConnector3">
              <a:avLst>
                <a:gd name="adj1" fmla="val 1158287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曲线连接符 109">
              <a:extLst>
                <a:ext uri="{FF2B5EF4-FFF2-40B4-BE49-F238E27FC236}">
                  <a16:creationId xmlns:a16="http://schemas.microsoft.com/office/drawing/2014/main" id="{99FF563E-8993-B542-BA03-AADE13717C81}"/>
                </a:ext>
              </a:extLst>
            </p:cNvPr>
            <p:cNvCxnSpPr>
              <a:cxnSpLocks/>
              <a:stCxn id="105" idx="6"/>
              <a:endCxn id="108" idx="0"/>
            </p:cNvCxnSpPr>
            <p:nvPr/>
          </p:nvCxnSpPr>
          <p:spPr>
            <a:xfrm>
              <a:off x="2401270" y="2059734"/>
              <a:ext cx="930879" cy="424049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FBA8B8B2-6533-5247-8EB1-B8FD9E321D4C}"/>
                    </a:ext>
                  </a:extLst>
                </p:cNvPr>
                <p:cNvSpPr txBox="1"/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FBA8B8B2-6533-5247-8EB1-B8FD9E321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2333" y="2336733"/>
                  <a:ext cx="692168" cy="553998"/>
                </a:xfrm>
                <a:prstGeom prst="rect">
                  <a:avLst/>
                </a:prstGeom>
                <a:blipFill>
                  <a:blip r:embed="rId3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AE686F25-ADF6-DD45-BD72-604AB9126CFA}"/>
                    </a:ext>
                  </a:extLst>
                </p:cNvPr>
                <p:cNvSpPr txBox="1"/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3" name="文本框 112">
                  <a:extLst>
                    <a:ext uri="{FF2B5EF4-FFF2-40B4-BE49-F238E27FC236}">
                      <a16:creationId xmlns:a16="http://schemas.microsoft.com/office/drawing/2014/main" id="{AE686F25-ADF6-DD45-BD72-604AB9126C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0437" y="2336733"/>
                  <a:ext cx="692168" cy="553998"/>
                </a:xfrm>
                <a:prstGeom prst="rect">
                  <a:avLst/>
                </a:prstGeom>
                <a:blipFill>
                  <a:blip r:embed="rId35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FF573507-4F9E-A24E-BBFC-934A54DCA815}"/>
                    </a:ext>
                  </a:extLst>
                </p:cNvPr>
                <p:cNvSpPr txBox="1"/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FF573507-4F9E-A24E-BBFC-934A54DCA8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2638" y="1736221"/>
                  <a:ext cx="692168" cy="55399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FF646F54-E349-5C4A-85A6-543458F53018}"/>
                    </a:ext>
                  </a:extLst>
                </p:cNvPr>
                <p:cNvSpPr txBox="1"/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FF646F54-E349-5C4A-85A6-543458F53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5682" y="1736221"/>
                  <a:ext cx="692168" cy="553998"/>
                </a:xfrm>
                <a:prstGeom prst="rect">
                  <a:avLst/>
                </a:prstGeom>
                <a:blipFill>
                  <a:blip r:embed="rId3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9CCA40F-7FA9-CD4F-8E10-03E264C0802C}"/>
                    </a:ext>
                  </a:extLst>
                </p:cNvPr>
                <p:cNvSpPr txBox="1"/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19CCA40F-7FA9-CD4F-8E10-03E264C08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5316" y="2454818"/>
                  <a:ext cx="692168" cy="553998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曲线连接符 116">
              <a:extLst>
                <a:ext uri="{FF2B5EF4-FFF2-40B4-BE49-F238E27FC236}">
                  <a16:creationId xmlns:a16="http://schemas.microsoft.com/office/drawing/2014/main" id="{F04E005E-7530-0B42-9091-1A0E6ECE8CDD}"/>
                </a:ext>
              </a:extLst>
            </p:cNvPr>
            <p:cNvCxnSpPr>
              <a:cxnSpLocks/>
              <a:stCxn id="104" idx="0"/>
              <a:endCxn id="105" idx="2"/>
            </p:cNvCxnSpPr>
            <p:nvPr/>
          </p:nvCxnSpPr>
          <p:spPr>
            <a:xfrm rot="5400000" flipH="1" flipV="1">
              <a:off x="1457605" y="1788153"/>
              <a:ext cx="435913" cy="979077"/>
            </a:xfrm>
            <a:prstGeom prst="curved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C30FBDAD-E6CF-B245-9B5C-EF55EF72A5B0}"/>
                    </a:ext>
                  </a:extLst>
                </p:cNvPr>
                <p:cNvSpPr txBox="1"/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C30FBDAD-E6CF-B245-9B5C-EF55EF72A5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9772" y="1367256"/>
                  <a:ext cx="692168" cy="553998"/>
                </a:xfrm>
                <a:prstGeom prst="rect">
                  <a:avLst/>
                </a:prstGeom>
                <a:blipFill>
                  <a:blip r:embed="rId39"/>
                  <a:stretch>
                    <a:fillRect l="-1818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426E26E5-3291-644B-BC97-4DF1A3ADFCEC}"/>
                </a:ext>
              </a:extLst>
            </p:cNvPr>
            <p:cNvSpPr txBox="1"/>
            <p:nvPr/>
          </p:nvSpPr>
          <p:spPr>
            <a:xfrm>
              <a:off x="420868" y="1782387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2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3" name="第3题">
            <a:extLst>
              <a:ext uri="{FF2B5EF4-FFF2-40B4-BE49-F238E27FC236}">
                <a16:creationId xmlns:a16="http://schemas.microsoft.com/office/drawing/2014/main" id="{7D0B371E-8083-3748-BCFA-C60DA5A588FD}"/>
              </a:ext>
            </a:extLst>
          </p:cNvPr>
          <p:cNvGrpSpPr/>
          <p:nvPr/>
        </p:nvGrpSpPr>
        <p:grpSpPr>
          <a:xfrm>
            <a:off x="362922" y="3236884"/>
            <a:ext cx="3822882" cy="1444734"/>
            <a:chOff x="362922" y="3236884"/>
            <a:chExt cx="3822882" cy="1444734"/>
          </a:xfrm>
        </p:grpSpPr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8A01E88A-17CD-6B47-BECF-44F4F3999F70}"/>
                </a:ext>
              </a:extLst>
            </p:cNvPr>
            <p:cNvSpPr/>
            <p:nvPr/>
          </p:nvSpPr>
          <p:spPr>
            <a:xfrm>
              <a:off x="1088527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01DCEFAD-3F28-904F-AE37-03DA1E425E79}"/>
                </a:ext>
              </a:extLst>
            </p:cNvPr>
            <p:cNvSpPr/>
            <p:nvPr/>
          </p:nvSpPr>
          <p:spPr>
            <a:xfrm>
              <a:off x="2185689" y="404672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AAAACB4D-441B-7148-8C7C-609E820AC3B3}"/>
                </a:ext>
              </a:extLst>
            </p:cNvPr>
            <p:cNvSpPr/>
            <p:nvPr/>
          </p:nvSpPr>
          <p:spPr>
            <a:xfrm>
              <a:off x="3234607" y="4038083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23" name="直线箭头连接符 122">
              <a:extLst>
                <a:ext uri="{FF2B5EF4-FFF2-40B4-BE49-F238E27FC236}">
                  <a16:creationId xmlns:a16="http://schemas.microsoft.com/office/drawing/2014/main" id="{6A43CD12-1F2E-F448-8034-F34ACE7B1FBF}"/>
                </a:ext>
              </a:extLst>
            </p:cNvPr>
            <p:cNvCxnSpPr>
              <a:cxnSpLocks/>
              <a:stCxn id="120" idx="6"/>
              <a:endCxn id="121" idx="2"/>
            </p:cNvCxnSpPr>
            <p:nvPr/>
          </p:nvCxnSpPr>
          <p:spPr>
            <a:xfrm>
              <a:off x="1324697" y="4164808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曲线连接符 123">
              <a:extLst>
                <a:ext uri="{FF2B5EF4-FFF2-40B4-BE49-F238E27FC236}">
                  <a16:creationId xmlns:a16="http://schemas.microsoft.com/office/drawing/2014/main" id="{79A41150-2DAF-5C4C-84AC-6577D0C26F50}"/>
                </a:ext>
              </a:extLst>
            </p:cNvPr>
            <p:cNvCxnSpPr>
              <a:cxnSpLocks/>
              <a:stCxn id="122" idx="4"/>
              <a:endCxn id="121" idx="4"/>
            </p:cNvCxnSpPr>
            <p:nvPr/>
          </p:nvCxnSpPr>
          <p:spPr>
            <a:xfrm rot="5400000">
              <a:off x="2823913" y="3754114"/>
              <a:ext cx="8640" cy="1048918"/>
            </a:xfrm>
            <a:prstGeom prst="curvedConnector3">
              <a:avLst>
                <a:gd name="adj1" fmla="val 407751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曲线连接符 124">
              <a:extLst>
                <a:ext uri="{FF2B5EF4-FFF2-40B4-BE49-F238E27FC236}">
                  <a16:creationId xmlns:a16="http://schemas.microsoft.com/office/drawing/2014/main" id="{485C10DA-76FF-B54B-8478-E1639D1F885E}"/>
                </a:ext>
              </a:extLst>
            </p:cNvPr>
            <p:cNvCxnSpPr>
              <a:cxnSpLocks/>
              <a:stCxn id="121" idx="0"/>
              <a:endCxn id="122" idx="0"/>
            </p:cNvCxnSpPr>
            <p:nvPr/>
          </p:nvCxnSpPr>
          <p:spPr>
            <a:xfrm rot="5400000" flipH="1" flipV="1">
              <a:off x="2823913" y="3517944"/>
              <a:ext cx="8640" cy="1048918"/>
            </a:xfrm>
            <a:prstGeom prst="curvedConnector3">
              <a:avLst>
                <a:gd name="adj1" fmla="val 388717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57BA51B1-75A7-E043-9F8C-978FB61C90A2}"/>
                    </a:ext>
                  </a:extLst>
                </p:cNvPr>
                <p:cNvSpPr txBox="1"/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57BA51B1-75A7-E043-9F8C-978FB61C90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922" y="3887809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46217AB-63F5-3E4F-94C7-F13AA327271D}"/>
                    </a:ext>
                  </a:extLst>
                </p:cNvPr>
                <p:cNvSpPr txBox="1"/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F46217AB-63F5-3E4F-94C7-F13AA3272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3636" y="3846980"/>
                  <a:ext cx="692168" cy="553998"/>
                </a:xfrm>
                <a:prstGeom prst="rect">
                  <a:avLst/>
                </a:prstGeom>
                <a:blipFill>
                  <a:blip r:embed="rId41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C5E22A-4082-2E41-8E0B-5779B78B1BE1}"/>
                    </a:ext>
                  </a:extLst>
                </p:cNvPr>
                <p:cNvSpPr txBox="1"/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F5C5E22A-4082-2E41-8E0B-5779B78B1B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2106" y="3236884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C1477C2B-DA8F-AF47-94B9-A12BA86180E2}"/>
                    </a:ext>
                  </a:extLst>
                </p:cNvPr>
                <p:cNvSpPr txBox="1"/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C1477C2B-DA8F-AF47-94B9-A12BA86180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1261" y="3688066"/>
                  <a:ext cx="692168" cy="553998"/>
                </a:xfrm>
                <a:prstGeom prst="rect">
                  <a:avLst/>
                </a:prstGeom>
                <a:blipFill>
                  <a:blip r:embed="rId43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14A39C90-164F-6C49-A283-E5B9FB7285BC}"/>
                    </a:ext>
                  </a:extLst>
                </p:cNvPr>
                <p:cNvSpPr txBox="1"/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14A39C90-164F-6C49-A283-E5B9FB728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8435" y="4127620"/>
                  <a:ext cx="692168" cy="553998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92C03EBD-55C2-5C47-91A2-47881B3647F9}"/>
                    </a:ext>
                  </a:extLst>
                </p:cNvPr>
                <p:cNvSpPr txBox="1"/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92C03EBD-55C2-5C47-91A2-47881B3647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9210" y="3466380"/>
                  <a:ext cx="692168" cy="553998"/>
                </a:xfrm>
                <a:prstGeom prst="rect">
                  <a:avLst/>
                </a:prstGeom>
                <a:blipFill>
                  <a:blip r:embed="rId45"/>
                  <a:stretch>
                    <a:fillRect l="-1818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直线箭头连接符 131">
              <a:extLst>
                <a:ext uri="{FF2B5EF4-FFF2-40B4-BE49-F238E27FC236}">
                  <a16:creationId xmlns:a16="http://schemas.microsoft.com/office/drawing/2014/main" id="{1834DE65-1730-BA4C-97EF-0CA14DDDC7B7}"/>
                </a:ext>
              </a:extLst>
            </p:cNvPr>
            <p:cNvCxnSpPr>
              <a:cxnSpLocks/>
              <a:stCxn id="121" idx="6"/>
              <a:endCxn id="122" idx="2"/>
            </p:cNvCxnSpPr>
            <p:nvPr/>
          </p:nvCxnSpPr>
          <p:spPr>
            <a:xfrm flipV="1">
              <a:off x="2421859" y="4156168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34F1835-3C88-F74C-8D4C-1EF70625783C}"/>
                    </a:ext>
                  </a:extLst>
                </p:cNvPr>
                <p:cNvSpPr txBox="1"/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34F1835-3C88-F74C-8D4C-1EF706257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456" y="3650429"/>
                  <a:ext cx="692168" cy="557268"/>
                </a:xfrm>
                <a:prstGeom prst="rect">
                  <a:avLst/>
                </a:prstGeom>
                <a:blipFill>
                  <a:blip r:embed="rId46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ED4A76F4-F8EC-9A46-8EF5-A5E94690AFEA}"/>
                </a:ext>
              </a:extLst>
            </p:cNvPr>
            <p:cNvSpPr txBox="1"/>
            <p:nvPr/>
          </p:nvSpPr>
          <p:spPr>
            <a:xfrm>
              <a:off x="420868" y="3419596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3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2" name="第4题" hidden="1">
            <a:extLst>
              <a:ext uri="{FF2B5EF4-FFF2-40B4-BE49-F238E27FC236}">
                <a16:creationId xmlns:a16="http://schemas.microsoft.com/office/drawing/2014/main" id="{9AE7B84E-2C27-714A-91E7-74BD2C056FAD}"/>
              </a:ext>
            </a:extLst>
          </p:cNvPr>
          <p:cNvGrpSpPr/>
          <p:nvPr/>
        </p:nvGrpSpPr>
        <p:grpSpPr>
          <a:xfrm>
            <a:off x="404100" y="4880472"/>
            <a:ext cx="4971931" cy="1287317"/>
            <a:chOff x="404100" y="4880472"/>
            <a:chExt cx="4971931" cy="1287317"/>
          </a:xfrm>
        </p:grpSpPr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30ACF7DA-EC8C-A847-A7B5-8E3A88223EA6}"/>
                </a:ext>
              </a:extLst>
            </p:cNvPr>
            <p:cNvSpPr/>
            <p:nvPr/>
          </p:nvSpPr>
          <p:spPr>
            <a:xfrm>
              <a:off x="1129705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5E5AD024-15BA-904A-B01D-3FC5D6C01364}"/>
                </a:ext>
              </a:extLst>
            </p:cNvPr>
            <p:cNvSpPr/>
            <p:nvPr/>
          </p:nvSpPr>
          <p:spPr>
            <a:xfrm>
              <a:off x="2226867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481E2EE7-EC7C-0141-842B-2F7378AD1535}"/>
                </a:ext>
              </a:extLst>
            </p:cNvPr>
            <p:cNvSpPr/>
            <p:nvPr/>
          </p:nvSpPr>
          <p:spPr>
            <a:xfrm>
              <a:off x="3275785" y="547254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37" name="直线箭头连接符 136">
              <a:extLst>
                <a:ext uri="{FF2B5EF4-FFF2-40B4-BE49-F238E27FC236}">
                  <a16:creationId xmlns:a16="http://schemas.microsoft.com/office/drawing/2014/main" id="{196CE331-2FFC-3C49-8E7F-9D69636FDDE4}"/>
                </a:ext>
              </a:extLst>
            </p:cNvPr>
            <p:cNvCxnSpPr>
              <a:cxnSpLocks/>
              <a:stCxn id="134" idx="6"/>
              <a:endCxn id="135" idx="2"/>
            </p:cNvCxnSpPr>
            <p:nvPr/>
          </p:nvCxnSpPr>
          <p:spPr>
            <a:xfrm>
              <a:off x="1365875" y="5599267"/>
              <a:ext cx="860992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曲线连接符 137">
              <a:extLst>
                <a:ext uri="{FF2B5EF4-FFF2-40B4-BE49-F238E27FC236}">
                  <a16:creationId xmlns:a16="http://schemas.microsoft.com/office/drawing/2014/main" id="{133E2596-3AA7-0641-9AA2-7ED0912033E8}"/>
                </a:ext>
              </a:extLst>
            </p:cNvPr>
            <p:cNvCxnSpPr>
              <a:cxnSpLocks/>
              <a:stCxn id="147" idx="4"/>
              <a:endCxn id="135" idx="4"/>
            </p:cNvCxnSpPr>
            <p:nvPr/>
          </p:nvCxnSpPr>
          <p:spPr>
            <a:xfrm rot="5400000">
              <a:off x="3417708" y="4644596"/>
              <a:ext cx="12700" cy="2145512"/>
            </a:xfrm>
            <a:prstGeom prst="curvedConnector3">
              <a:avLst>
                <a:gd name="adj1" fmla="val 3564236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EF3DD59-D8C0-C04B-848F-FE6ADCB83C14}"/>
                    </a:ext>
                  </a:extLst>
                </p:cNvPr>
                <p:cNvSpPr txBox="1"/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EF3DD59-D8C0-C04B-848F-FE6ADCB83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100" y="5322268"/>
                  <a:ext cx="692168" cy="553998"/>
                </a:xfrm>
                <a:prstGeom prst="rect">
                  <a:avLst/>
                </a:prstGeom>
                <a:blipFill>
                  <a:blip r:embed="rId40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6E0FEC4-4E32-7F49-82FE-2104796F3CF5}"/>
                    </a:ext>
                  </a:extLst>
                </p:cNvPr>
                <p:cNvSpPr txBox="1"/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6E0FEC4-4E32-7F49-82FE-2104796F3C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3863" y="5285080"/>
                  <a:ext cx="692168" cy="553998"/>
                </a:xfrm>
                <a:prstGeom prst="rect">
                  <a:avLst/>
                </a:prstGeom>
                <a:blipFill>
                  <a:blip r:embed="rId47"/>
                  <a:stretch>
                    <a:fillRect b="-11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AE6A499-73C6-2A44-B224-7B4F86281FFB}"/>
                    </a:ext>
                  </a:extLst>
                </p:cNvPr>
                <p:cNvSpPr txBox="1"/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AE6A499-73C6-2A44-B224-7B4F86281F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5139" y="5065138"/>
                  <a:ext cx="692168" cy="553998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5B086C47-D8D4-0042-BB9F-50DEA560F37E}"/>
                    </a:ext>
                  </a:extLst>
                </p:cNvPr>
                <p:cNvSpPr txBox="1"/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2" name="文本框 141">
                  <a:extLst>
                    <a:ext uri="{FF2B5EF4-FFF2-40B4-BE49-F238E27FC236}">
                      <a16:creationId xmlns:a16="http://schemas.microsoft.com/office/drawing/2014/main" id="{5B086C47-D8D4-0042-BB9F-50DEA560F3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985" y="5049957"/>
                  <a:ext cx="692168" cy="553998"/>
                </a:xfrm>
                <a:prstGeom prst="rect">
                  <a:avLst/>
                </a:prstGeom>
                <a:blipFill>
                  <a:blip r:embed="rId4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5F43DFF5-DEB9-FB40-974C-619C3D344E8A}"/>
                    </a:ext>
                  </a:extLst>
                </p:cNvPr>
                <p:cNvSpPr txBox="1"/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5F43DFF5-DEB9-FB40-974C-619C3D344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5613791"/>
                  <a:ext cx="692168" cy="553998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42D9B863-7373-8A49-98E8-373C9F9E138A}"/>
                    </a:ext>
                  </a:extLst>
                </p:cNvPr>
                <p:cNvSpPr txBox="1"/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4" name="文本框 143">
                  <a:extLst>
                    <a:ext uri="{FF2B5EF4-FFF2-40B4-BE49-F238E27FC236}">
                      <a16:creationId xmlns:a16="http://schemas.microsoft.com/office/drawing/2014/main" id="{42D9B863-7373-8A49-98E8-373C9F9E1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5186" y="4893617"/>
                  <a:ext cx="692168" cy="553998"/>
                </a:xfrm>
                <a:prstGeom prst="rect">
                  <a:avLst/>
                </a:prstGeom>
                <a:blipFill>
                  <a:blip r:embed="rId50"/>
                  <a:stretch>
                    <a:fillRect l="-178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5" name="直线箭头连接符 144">
              <a:extLst>
                <a:ext uri="{FF2B5EF4-FFF2-40B4-BE49-F238E27FC236}">
                  <a16:creationId xmlns:a16="http://schemas.microsoft.com/office/drawing/2014/main" id="{D5F0935B-771F-1F44-AB97-CB815EF8C4E4}"/>
                </a:ext>
              </a:extLst>
            </p:cNvPr>
            <p:cNvCxnSpPr>
              <a:cxnSpLocks/>
              <a:stCxn id="135" idx="6"/>
              <a:endCxn id="136" idx="2"/>
            </p:cNvCxnSpPr>
            <p:nvPr/>
          </p:nvCxnSpPr>
          <p:spPr>
            <a:xfrm flipV="1">
              <a:off x="2463037" y="5590627"/>
              <a:ext cx="812748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12E69AB-6E56-2C48-B4F8-68913E405771}"/>
                    </a:ext>
                  </a:extLst>
                </p:cNvPr>
                <p:cNvSpPr txBox="1"/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文本框 145">
                  <a:extLst>
                    <a:ext uri="{FF2B5EF4-FFF2-40B4-BE49-F238E27FC236}">
                      <a16:creationId xmlns:a16="http://schemas.microsoft.com/office/drawing/2014/main" id="{912E69AB-6E56-2C48-B4F8-68913E4057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1634" y="5084888"/>
                  <a:ext cx="692168" cy="557268"/>
                </a:xfrm>
                <a:prstGeom prst="rect">
                  <a:avLst/>
                </a:prstGeom>
                <a:blipFill>
                  <a:blip r:embed="rId51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0F049189-E54F-074B-A66F-12B5699CA472}"/>
                </a:ext>
              </a:extLst>
            </p:cNvPr>
            <p:cNvSpPr/>
            <p:nvPr/>
          </p:nvSpPr>
          <p:spPr>
            <a:xfrm>
              <a:off x="4372379" y="548118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cxnSp>
          <p:nvCxnSpPr>
            <p:cNvPr id="148" name="直线箭头连接符 147">
              <a:extLst>
                <a:ext uri="{FF2B5EF4-FFF2-40B4-BE49-F238E27FC236}">
                  <a16:creationId xmlns:a16="http://schemas.microsoft.com/office/drawing/2014/main" id="{F052935D-7504-9D41-8BD3-9D0FBDBA3430}"/>
                </a:ext>
              </a:extLst>
            </p:cNvPr>
            <p:cNvCxnSpPr>
              <a:cxnSpLocks/>
              <a:stCxn id="136" idx="6"/>
              <a:endCxn id="147" idx="2"/>
            </p:cNvCxnSpPr>
            <p:nvPr/>
          </p:nvCxnSpPr>
          <p:spPr>
            <a:xfrm>
              <a:off x="3511955" y="5590627"/>
              <a:ext cx="860424" cy="864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D3EE7219-9D3F-C24D-B768-2AB13BD5643A}"/>
                    </a:ext>
                  </a:extLst>
                </p:cNvPr>
                <p:cNvSpPr txBox="1"/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9" name="文本框 148">
                  <a:extLst>
                    <a:ext uri="{FF2B5EF4-FFF2-40B4-BE49-F238E27FC236}">
                      <a16:creationId xmlns:a16="http://schemas.microsoft.com/office/drawing/2014/main" id="{D3EE7219-9D3F-C24D-B768-2AB13BD564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572" y="4893617"/>
                  <a:ext cx="692168" cy="553998"/>
                </a:xfrm>
                <a:prstGeom prst="rect">
                  <a:avLst/>
                </a:prstGeom>
                <a:blipFill>
                  <a:blip r:embed="rId52"/>
                  <a:stretch>
                    <a:fillRect l="-363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" name="文本框 152">
              <a:extLst>
                <a:ext uri="{FF2B5EF4-FFF2-40B4-BE49-F238E27FC236}">
                  <a16:creationId xmlns:a16="http://schemas.microsoft.com/office/drawing/2014/main" id="{389A8D12-E6A2-4246-9C6C-BDBBC23A827B}"/>
                </a:ext>
              </a:extLst>
            </p:cNvPr>
            <p:cNvSpPr txBox="1"/>
            <p:nvPr/>
          </p:nvSpPr>
          <p:spPr>
            <a:xfrm>
              <a:off x="427490" y="4880472"/>
              <a:ext cx="3600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4</a:t>
              </a:r>
              <a:endParaRPr kumimoji="1"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7438418"/>
      </p:ext>
    </p:extLst>
  </p:cSld>
  <p:clrMapOvr>
    <a:masterClrMapping/>
  </p:clrMapOvr>
  <p:transition spd="slow">
    <p:strips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文本框 111">
            <a:extLst>
              <a:ext uri="{FF2B5EF4-FFF2-40B4-BE49-F238E27FC236}">
                <a16:creationId xmlns:a16="http://schemas.microsoft.com/office/drawing/2014/main" id="{42233D31-D6BD-8D4C-BE1E-0242B31C67BB}"/>
              </a:ext>
            </a:extLst>
          </p:cNvPr>
          <p:cNvSpPr txBox="1"/>
          <p:nvPr/>
        </p:nvSpPr>
        <p:spPr>
          <a:xfrm>
            <a:off x="1025140" y="338472"/>
            <a:ext cx="4580517" cy="1328023"/>
          </a:xfrm>
          <a:prstGeom prst="flowChartAlternateProcess">
            <a:avLst/>
          </a:prstGeom>
          <a:noFill/>
          <a:ln>
            <a:solidFill>
              <a:schemeClr val="accent2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00B050"/>
                </a:solidFill>
              </a:rPr>
              <a:t>回路：同一节点出发，回到该节点的路径，路径上所有节点仅穿越一次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CD306A0-5141-4940-9EE9-14C556A050F9}"/>
                  </a:ext>
                </a:extLst>
              </p:cNvPr>
              <p:cNvSpPr txBox="1"/>
              <p:nvPr/>
            </p:nvSpPr>
            <p:spPr>
              <a:xfrm>
                <a:off x="4511030" y="1424363"/>
                <a:ext cx="3168352" cy="1509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b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6CD306A0-5141-4940-9EE9-14C556A0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030" y="1424363"/>
                <a:ext cx="3168352" cy="1509837"/>
              </a:xfrm>
              <a:prstGeom prst="rect">
                <a:avLst/>
              </a:prstGeom>
              <a:blipFill>
                <a:blip r:embed="rId3"/>
                <a:stretch>
                  <a:fillRect l="-12800" t="-122689" r="-800" b="-184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404FFB7-0603-5E47-8D0D-C56070CFDEE5}"/>
                  </a:ext>
                </a:extLst>
              </p:cNvPr>
              <p:cNvSpPr txBox="1"/>
              <p:nvPr/>
            </p:nvSpPr>
            <p:spPr>
              <a:xfrm>
                <a:off x="2978088" y="3138514"/>
                <a:ext cx="7704856" cy="8514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404FFB7-0603-5E47-8D0D-C56070CFD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8088" y="3138514"/>
                <a:ext cx="7704856" cy="851452"/>
              </a:xfrm>
              <a:prstGeom prst="rect">
                <a:avLst/>
              </a:prstGeom>
              <a:blipFill>
                <a:blip r:embed="rId4"/>
                <a:stretch>
                  <a:fillRect l="-165" t="-188235" b="-2588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FAAD948-2252-B74A-994E-8E0A828B046C}"/>
                  </a:ext>
                </a:extLst>
              </p:cNvPr>
              <p:cNvSpPr txBox="1"/>
              <p:nvPr/>
            </p:nvSpPr>
            <p:spPr>
              <a:xfrm>
                <a:off x="1774726" y="4111883"/>
                <a:ext cx="838622" cy="774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kumimoji="1" lang="en-US" altLang="zh-CN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FAAD948-2252-B74A-994E-8E0A828B0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726" y="4111883"/>
                <a:ext cx="838622" cy="774827"/>
              </a:xfrm>
              <a:prstGeom prst="rect">
                <a:avLst/>
              </a:prstGeom>
              <a:blipFill>
                <a:blip r:embed="rId5"/>
                <a:stretch>
                  <a:fillRect l="-126866" t="-178689" r="-52239" b="-2508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FFFEAFB-42A4-9340-A564-95A88715ECA3}"/>
                  </a:ext>
                </a:extLst>
              </p:cNvPr>
              <p:cNvSpPr txBox="1"/>
              <p:nvPr/>
            </p:nvSpPr>
            <p:spPr>
              <a:xfrm>
                <a:off x="1294635" y="4913986"/>
                <a:ext cx="1590914" cy="7748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𝒃</m:t>
                          </m:r>
                          <m: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𝒃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FFFEAFB-42A4-9340-A564-95A88715E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635" y="4913986"/>
                <a:ext cx="1590914" cy="774827"/>
              </a:xfrm>
              <a:prstGeom prst="rect">
                <a:avLst/>
              </a:prstGeom>
              <a:blipFill>
                <a:blip r:embed="rId6"/>
                <a:stretch>
                  <a:fillRect l="-62205" t="-174194" b="-2467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FE35C99A-77F2-E041-8D4A-71200D1BAEC1}"/>
                  </a:ext>
                </a:extLst>
              </p:cNvPr>
              <p:cNvSpPr txBox="1"/>
              <p:nvPr/>
            </p:nvSpPr>
            <p:spPr>
              <a:xfrm>
                <a:off x="838622" y="5716089"/>
                <a:ext cx="838622" cy="8221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1"/>
                            </m:rP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r>
                            <a:rPr kumimoji="1"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𝒆𝒇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𝒅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𝒇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FE35C99A-77F2-E041-8D4A-71200D1BA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2" y="5716089"/>
                <a:ext cx="838622" cy="822148"/>
              </a:xfrm>
              <a:prstGeom prst="rect">
                <a:avLst/>
              </a:prstGeom>
              <a:blipFill>
                <a:blip r:embed="rId7"/>
                <a:stretch>
                  <a:fillRect l="-130303" t="-165152" r="-136364" b="-224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文本框 81">
            <a:extLst>
              <a:ext uri="{FF2B5EF4-FFF2-40B4-BE49-F238E27FC236}">
                <a16:creationId xmlns:a16="http://schemas.microsoft.com/office/drawing/2014/main" id="{71EE73DD-7046-1C44-BB4C-ED003D314B5A}"/>
              </a:ext>
            </a:extLst>
          </p:cNvPr>
          <p:cNvSpPr txBox="1"/>
          <p:nvPr/>
        </p:nvSpPr>
        <p:spPr>
          <a:xfrm>
            <a:off x="2926854" y="4968849"/>
            <a:ext cx="5616624" cy="578882"/>
          </a:xfrm>
          <a:prstGeom prst="flowChartAlternateProcess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/>
              <a:t>每                      回路增益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43E1A7F-44C2-AD49-8FEC-A85D92C3313C}"/>
              </a:ext>
            </a:extLst>
          </p:cNvPr>
          <p:cNvSpPr txBox="1"/>
          <p:nvPr/>
        </p:nvSpPr>
        <p:spPr>
          <a:xfrm>
            <a:off x="2909053" y="5785765"/>
            <a:ext cx="5634425" cy="578882"/>
          </a:xfrm>
          <a:prstGeom prst="flowChartAlternateProcess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/>
              <a:t>每三个互不接触回路增益乘积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43F82795-A59E-8B42-B359-6D7AE4029B95}"/>
              </a:ext>
            </a:extLst>
          </p:cNvPr>
          <p:cNvGrpSpPr/>
          <p:nvPr/>
        </p:nvGrpSpPr>
        <p:grpSpPr>
          <a:xfrm>
            <a:off x="1079020" y="1904529"/>
            <a:ext cx="3225479" cy="715089"/>
            <a:chOff x="1079020" y="1904529"/>
            <a:chExt cx="3225479" cy="715089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583C2C2-78D6-364C-8DD4-ABFFC117D0CC}"/>
                </a:ext>
              </a:extLst>
            </p:cNvPr>
            <p:cNvSpPr txBox="1"/>
            <p:nvPr/>
          </p:nvSpPr>
          <p:spPr>
            <a:xfrm>
              <a:off x="1079020" y="1904529"/>
              <a:ext cx="1656184" cy="715089"/>
            </a:xfrm>
            <a:prstGeom prst="flowChartAlternateProcess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总增益</a:t>
              </a:r>
            </a:p>
          </p:txBody>
        </p:sp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25958959-BA6D-8941-9901-B31A912EC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106094" flipH="1">
              <a:off x="3084747" y="2182325"/>
              <a:ext cx="1219752" cy="281620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347327B-26FB-1E43-B6DF-B476BD81E8C9}"/>
              </a:ext>
            </a:extLst>
          </p:cNvPr>
          <p:cNvGrpSpPr/>
          <p:nvPr/>
        </p:nvGrpSpPr>
        <p:grpSpPr>
          <a:xfrm>
            <a:off x="7154737" y="260648"/>
            <a:ext cx="3753419" cy="1678086"/>
            <a:chOff x="7154737" y="260648"/>
            <a:chExt cx="3753419" cy="1678086"/>
          </a:xfrm>
        </p:grpSpPr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43D1CF53-8A34-0D42-A0BC-94AC1362746D}"/>
                </a:ext>
              </a:extLst>
            </p:cNvPr>
            <p:cNvSpPr txBox="1"/>
            <p:nvPr/>
          </p:nvSpPr>
          <p:spPr>
            <a:xfrm>
              <a:off x="7907390" y="260648"/>
              <a:ext cx="3000766" cy="715089"/>
            </a:xfrm>
            <a:prstGeom prst="flowChartAlternateProcess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前向通路增益</a:t>
              </a:r>
            </a:p>
          </p:txBody>
        </p:sp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CABD04F7-455D-6246-85D0-DEF529E78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7498972" flipH="1">
              <a:off x="6685671" y="1188048"/>
              <a:ext cx="1219752" cy="281620"/>
            </a:xfrm>
            <a:prstGeom prst="rect">
              <a:avLst/>
            </a:prstGeom>
          </p:spPr>
        </p:pic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CB8A1F18-BB73-DF45-9D61-037549AB422B}"/>
              </a:ext>
            </a:extLst>
          </p:cNvPr>
          <p:cNvGrpSpPr/>
          <p:nvPr/>
        </p:nvGrpSpPr>
        <p:grpSpPr>
          <a:xfrm>
            <a:off x="7623393" y="1810395"/>
            <a:ext cx="3284763" cy="715089"/>
            <a:chOff x="7623393" y="1810395"/>
            <a:chExt cx="3284763" cy="715089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126A640-D0C4-8F45-A5AB-38E69D9FC55E}"/>
                </a:ext>
              </a:extLst>
            </p:cNvPr>
            <p:cNvSpPr txBox="1"/>
            <p:nvPr/>
          </p:nvSpPr>
          <p:spPr>
            <a:xfrm>
              <a:off x="9251972" y="1810395"/>
              <a:ext cx="1656184" cy="715089"/>
            </a:xfrm>
            <a:prstGeom prst="flowChartAlternateProcess">
              <a:avLst/>
            </a:prstGeom>
            <a:ln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余子式</a:t>
              </a:r>
            </a:p>
          </p:txBody>
        </p:sp>
        <p:pic>
          <p:nvPicPr>
            <p:cNvPr id="91" name="图片 90">
              <a:extLst>
                <a:ext uri="{FF2B5EF4-FFF2-40B4-BE49-F238E27FC236}">
                  <a16:creationId xmlns:a16="http://schemas.microsoft.com/office/drawing/2014/main" id="{4AE1EEFC-645F-ED4E-95AF-175F513FE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9988637" flipH="1">
              <a:off x="7623393" y="1949100"/>
              <a:ext cx="1219752" cy="281620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23C94A8-CFA4-EF48-A3E7-4DBCDF8E291F}"/>
              </a:ext>
            </a:extLst>
          </p:cNvPr>
          <p:cNvSpPr txBox="1"/>
          <p:nvPr/>
        </p:nvSpPr>
        <p:spPr>
          <a:xfrm>
            <a:off x="7568659" y="58135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之和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E9A06DF2-2ECD-E148-994F-0F1952B9426C}"/>
              </a:ext>
            </a:extLst>
          </p:cNvPr>
          <p:cNvSpPr txBox="1"/>
          <p:nvPr/>
        </p:nvSpPr>
        <p:spPr>
          <a:xfrm>
            <a:off x="7247334" y="49966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之和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9C917194-3268-AF4C-A58E-9AFCD598102D}"/>
              </a:ext>
            </a:extLst>
          </p:cNvPr>
          <p:cNvSpPr txBox="1"/>
          <p:nvPr/>
        </p:nvSpPr>
        <p:spPr>
          <a:xfrm>
            <a:off x="2926854" y="4182099"/>
            <a:ext cx="5616624" cy="578882"/>
          </a:xfrm>
          <a:prstGeom prst="flowChartAlternateProcess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/>
              <a:t>所有         增益之和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FF55AD1-6F0B-B64C-89A0-29B81EAF767E}"/>
              </a:ext>
            </a:extLst>
          </p:cNvPr>
          <p:cNvSpPr txBox="1"/>
          <p:nvPr/>
        </p:nvSpPr>
        <p:spPr>
          <a:xfrm>
            <a:off x="3677170" y="421208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回路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2CBDA9F-A078-C940-BBE0-A4AC5F39BE51}"/>
              </a:ext>
            </a:extLst>
          </p:cNvPr>
          <p:cNvSpPr txBox="1"/>
          <p:nvPr/>
        </p:nvSpPr>
        <p:spPr>
          <a:xfrm>
            <a:off x="3677170" y="499668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互不接触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7083E798-49B0-4F43-AB4B-D06FDACCA836}"/>
              </a:ext>
            </a:extLst>
          </p:cNvPr>
          <p:cNvSpPr txBox="1"/>
          <p:nvPr/>
        </p:nvSpPr>
        <p:spPr>
          <a:xfrm>
            <a:off x="3319219" y="499395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两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1179CCD4-BBBE-4B42-9B10-72205D6C980F}"/>
              </a:ext>
            </a:extLst>
          </p:cNvPr>
          <p:cNvSpPr txBox="1"/>
          <p:nvPr/>
        </p:nvSpPr>
        <p:spPr>
          <a:xfrm>
            <a:off x="6527254" y="499395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chemeClr val="bg1"/>
                </a:solidFill>
              </a:rPr>
              <a:t>乘积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87309F8-6910-4F4B-BE64-661A73CBED4E}"/>
              </a:ext>
            </a:extLst>
          </p:cNvPr>
          <p:cNvGrpSpPr/>
          <p:nvPr/>
        </p:nvGrpSpPr>
        <p:grpSpPr>
          <a:xfrm>
            <a:off x="1079020" y="2673093"/>
            <a:ext cx="4318701" cy="1227895"/>
            <a:chOff x="1079020" y="2673093"/>
            <a:chExt cx="4318701" cy="1227895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6D478CE9-C3A7-6A46-A0BD-A2C33970C25B}"/>
                </a:ext>
              </a:extLst>
            </p:cNvPr>
            <p:cNvSpPr txBox="1"/>
            <p:nvPr/>
          </p:nvSpPr>
          <p:spPr>
            <a:xfrm>
              <a:off x="1079020" y="3185899"/>
              <a:ext cx="1656184" cy="715089"/>
            </a:xfrm>
            <a:prstGeom prst="flowChartAlternateProcess">
              <a:avLst/>
            </a:prstGeom>
            <a:ln/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3600" dirty="0"/>
                <a:t>特征式</a:t>
              </a:r>
            </a:p>
          </p:txBody>
        </p:sp>
        <p:pic>
          <p:nvPicPr>
            <p:cNvPr id="109" name="图片 108">
              <a:extLst>
                <a:ext uri="{FF2B5EF4-FFF2-40B4-BE49-F238E27FC236}">
                  <a16:creationId xmlns:a16="http://schemas.microsoft.com/office/drawing/2014/main" id="{48FF34CB-B8E3-3C4C-A40B-BC442F731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0454202" flipH="1">
              <a:off x="3033750" y="2673093"/>
              <a:ext cx="2363971" cy="281620"/>
            </a:xfrm>
            <a:prstGeom prst="rect">
              <a:avLst/>
            </a:prstGeom>
          </p:spPr>
        </p:pic>
      </p:grp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533C9C7-3483-C647-823C-091EB9FB96B1}"/>
              </a:ext>
            </a:extLst>
          </p:cNvPr>
          <p:cNvSpPr txBox="1"/>
          <p:nvPr/>
        </p:nvSpPr>
        <p:spPr>
          <a:xfrm>
            <a:off x="1032780" y="350821"/>
            <a:ext cx="4572877" cy="1055608"/>
          </a:xfrm>
          <a:prstGeom prst="flowChartAlternateProcess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800" dirty="0">
                <a:solidFill>
                  <a:schemeClr val="accent1">
                    <a:lumMod val="75000"/>
                  </a:schemeClr>
                </a:solidFill>
              </a:rPr>
              <a:t>前向通路：由信号源节点出发到信号阱节点的信号通路</a:t>
            </a: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C52258A-5EA3-A84D-A7FA-657335BDF7EF}"/>
              </a:ext>
            </a:extLst>
          </p:cNvPr>
          <p:cNvSpPr txBox="1"/>
          <p:nvPr/>
        </p:nvSpPr>
        <p:spPr>
          <a:xfrm>
            <a:off x="1032996" y="361578"/>
            <a:ext cx="4580517" cy="1123712"/>
          </a:xfrm>
          <a:prstGeom prst="flowChartAlternateProcess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6"/>
                </a:solidFill>
              </a:rPr>
              <a:t>余子式：在特征式中除去与某条前向通路相接触的回路后的剩余特征式，称为该前向通路的余子式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438681C-01C5-1548-B31A-F4FE69DEA459}"/>
              </a:ext>
            </a:extLst>
          </p:cNvPr>
          <p:cNvSpPr txBox="1"/>
          <p:nvPr/>
        </p:nvSpPr>
        <p:spPr>
          <a:xfrm>
            <a:off x="4697973" y="3145959"/>
            <a:ext cx="3000766" cy="715089"/>
          </a:xfrm>
          <a:prstGeom prst="flowChartAlternateProcess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sz="3600" dirty="0"/>
              <a:t>梅森增益公式</a:t>
            </a:r>
          </a:p>
        </p:txBody>
      </p:sp>
    </p:spTree>
    <p:extLst>
      <p:ext uri="{BB962C8B-B14F-4D97-AF65-F5344CB8AC3E}">
        <p14:creationId xmlns:p14="http://schemas.microsoft.com/office/powerpoint/2010/main" val="246105660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8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repeatCount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repeatCount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4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10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repeatCount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2" grpId="1" animBg="1"/>
      <p:bldP spid="64" grpId="0"/>
      <p:bldP spid="66" grpId="0"/>
      <p:bldP spid="72" grpId="0"/>
      <p:bldP spid="81" grpId="0"/>
      <p:bldP spid="82" grpId="0" animBg="1"/>
      <p:bldP spid="83" grpId="0" animBg="1"/>
      <p:bldP spid="8" grpId="0"/>
      <p:bldP spid="102" grpId="0"/>
      <p:bldP spid="102" grpId="1"/>
      <p:bldP spid="65" grpId="0" animBg="1"/>
      <p:bldP spid="103" grpId="0"/>
      <p:bldP spid="103" grpId="1"/>
      <p:bldP spid="104" grpId="0"/>
      <p:bldP spid="104" grpId="1"/>
      <p:bldP spid="105" grpId="0"/>
      <p:bldP spid="105" grpId="1"/>
      <p:bldP spid="108" grpId="0"/>
      <p:bldP spid="108" grpId="1"/>
      <p:bldP spid="110" grpId="0" animBg="1"/>
      <p:bldP spid="110" grpId="1" animBg="1"/>
      <p:bldP spid="113" grpId="0" animBg="1"/>
      <p:bldP spid="1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925C6858-5131-5F49-BDC4-8AFD82062C04}"/>
              </a:ext>
            </a:extLst>
          </p:cNvPr>
          <p:cNvSpPr/>
          <p:nvPr/>
        </p:nvSpPr>
        <p:spPr>
          <a:xfrm>
            <a:off x="2704752" y="2755598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3" name="曲线连接符 2">
            <a:extLst>
              <a:ext uri="{FF2B5EF4-FFF2-40B4-BE49-F238E27FC236}">
                <a16:creationId xmlns:a16="http://schemas.microsoft.com/office/drawing/2014/main" id="{CFDFDB02-640F-224F-A483-B5D165548B60}"/>
              </a:ext>
            </a:extLst>
          </p:cNvPr>
          <p:cNvCxnSpPr>
            <a:cxnSpLocks/>
            <a:stCxn id="19" idx="0"/>
            <a:endCxn id="21" idx="0"/>
          </p:cNvCxnSpPr>
          <p:nvPr/>
        </p:nvCxnSpPr>
        <p:spPr>
          <a:xfrm rot="16200000" flipH="1">
            <a:off x="6172924" y="748169"/>
            <a:ext cx="13119" cy="4027977"/>
          </a:xfrm>
          <a:prstGeom prst="curvedConnector3">
            <a:avLst>
              <a:gd name="adj1" fmla="val -84485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曲线连接符 3">
            <a:extLst>
              <a:ext uri="{FF2B5EF4-FFF2-40B4-BE49-F238E27FC236}">
                <a16:creationId xmlns:a16="http://schemas.microsoft.com/office/drawing/2014/main" id="{A08AB516-9D2F-CB4D-944B-71269923A623}"/>
              </a:ext>
            </a:extLst>
          </p:cNvPr>
          <p:cNvCxnSpPr>
            <a:cxnSpLocks/>
            <a:stCxn id="21" idx="4"/>
            <a:endCxn id="20" idx="4"/>
          </p:cNvCxnSpPr>
          <p:nvPr/>
        </p:nvCxnSpPr>
        <p:spPr>
          <a:xfrm rot="5400000">
            <a:off x="7520642" y="2335060"/>
            <a:ext cx="3005" cy="1342659"/>
          </a:xfrm>
          <a:prstGeom prst="curvedConnector3">
            <a:avLst>
              <a:gd name="adj1" fmla="val 1554515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曲线连接符 4">
            <a:extLst>
              <a:ext uri="{FF2B5EF4-FFF2-40B4-BE49-F238E27FC236}">
                <a16:creationId xmlns:a16="http://schemas.microsoft.com/office/drawing/2014/main" id="{0DC798C0-C333-2949-89A8-25F00F0429B7}"/>
              </a:ext>
            </a:extLst>
          </p:cNvPr>
          <p:cNvCxnSpPr>
            <a:cxnSpLocks/>
            <a:stCxn id="20" idx="0"/>
            <a:endCxn id="18" idx="0"/>
          </p:cNvCxnSpPr>
          <p:nvPr/>
        </p:nvCxnSpPr>
        <p:spPr>
          <a:xfrm rot="16200000" flipV="1">
            <a:off x="6177983" y="2098890"/>
            <a:ext cx="3005" cy="1342659"/>
          </a:xfrm>
          <a:prstGeom prst="curvedConnector3">
            <a:avLst>
              <a:gd name="adj1" fmla="val 1854199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曲线连接符 5">
            <a:extLst>
              <a:ext uri="{FF2B5EF4-FFF2-40B4-BE49-F238E27FC236}">
                <a16:creationId xmlns:a16="http://schemas.microsoft.com/office/drawing/2014/main" id="{AFB82723-EE48-AD4A-8590-A9FD9CEDBBCF}"/>
              </a:ext>
            </a:extLst>
          </p:cNvPr>
          <p:cNvCxnSpPr>
            <a:cxnSpLocks/>
            <a:stCxn id="18" idx="4"/>
            <a:endCxn id="19" idx="4"/>
          </p:cNvCxnSpPr>
          <p:nvPr/>
        </p:nvCxnSpPr>
        <p:spPr>
          <a:xfrm rot="5400000" flipH="1">
            <a:off x="4830266" y="2326999"/>
            <a:ext cx="13119" cy="1342659"/>
          </a:xfrm>
          <a:prstGeom prst="curvedConnector3">
            <a:avLst>
              <a:gd name="adj1" fmla="val -390745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CDAD959-FF9B-B14F-8E02-518C7FE20539}"/>
                  </a:ext>
                </a:extLst>
              </p:cNvPr>
              <p:cNvSpPr txBox="1"/>
              <p:nvPr/>
            </p:nvSpPr>
            <p:spPr>
              <a:xfrm>
                <a:off x="1683103" y="2576498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CDAD959-FF9B-B14F-8E02-518C7FE20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103" y="2576498"/>
                <a:ext cx="944169" cy="553998"/>
              </a:xfrm>
              <a:prstGeom prst="rect">
                <a:avLst/>
              </a:prstGeom>
              <a:blipFill>
                <a:blip r:embed="rId2"/>
                <a:stretch>
                  <a:fillRect l="-16000" r="-22667" b="-3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73CCDDA-61CE-BC43-B304-BB7497ECD2CF}"/>
                  </a:ext>
                </a:extLst>
              </p:cNvPr>
              <p:cNvSpPr txBox="1"/>
              <p:nvPr/>
            </p:nvSpPr>
            <p:spPr>
              <a:xfrm>
                <a:off x="9795406" y="2576498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73CCDDA-61CE-BC43-B304-BB7497ECD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406" y="2576498"/>
                <a:ext cx="896079" cy="553998"/>
              </a:xfrm>
              <a:prstGeom prst="rect">
                <a:avLst/>
              </a:prstGeom>
              <a:blipFill>
                <a:blip r:embed="rId3"/>
                <a:stretch>
                  <a:fillRect l="-18310" r="-23944" b="-3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CC6DFA4-46B8-9543-9B67-1BDBCD112F6D}"/>
                  </a:ext>
                </a:extLst>
              </p:cNvPr>
              <p:cNvSpPr txBox="1"/>
              <p:nvPr/>
            </p:nvSpPr>
            <p:spPr>
              <a:xfrm>
                <a:off x="4691181" y="2319664"/>
                <a:ext cx="36708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CC6DFA4-46B8-9543-9B67-1BDBCD112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181" y="2319664"/>
                <a:ext cx="367087" cy="553998"/>
              </a:xfrm>
              <a:prstGeom prst="rect">
                <a:avLst/>
              </a:prstGeom>
              <a:blipFill>
                <a:blip r:embed="rId4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4256B3-1673-7249-A28C-6135A5A2FF49}"/>
                  </a:ext>
                </a:extLst>
              </p:cNvPr>
              <p:cNvSpPr txBox="1"/>
              <p:nvPr/>
            </p:nvSpPr>
            <p:spPr>
              <a:xfrm>
                <a:off x="5958042" y="2375482"/>
                <a:ext cx="3606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A4256B3-1673-7249-A28C-6135A5A2F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42" y="2375482"/>
                <a:ext cx="360676" cy="553998"/>
              </a:xfrm>
              <a:prstGeom prst="rect">
                <a:avLst/>
              </a:prstGeom>
              <a:blipFill>
                <a:blip r:embed="rId5"/>
                <a:stretch>
                  <a:fillRect l="-30000" r="-30000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6CDE418-850A-FE4E-84A7-A5FABB37AE30}"/>
                  </a:ext>
                </a:extLst>
              </p:cNvPr>
              <p:cNvSpPr txBox="1"/>
              <p:nvPr/>
            </p:nvSpPr>
            <p:spPr>
              <a:xfrm>
                <a:off x="7315482" y="2350884"/>
                <a:ext cx="31899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6CDE418-850A-FE4E-84A7-A5FABB37A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482" y="2350884"/>
                <a:ext cx="318998" cy="553998"/>
              </a:xfrm>
              <a:prstGeom prst="rect">
                <a:avLst/>
              </a:prstGeom>
              <a:blipFill>
                <a:blip r:embed="rId6"/>
                <a:stretch>
                  <a:fillRect l="-24000" r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E2BE31-B34F-6E4A-AA6F-46524004A9F0}"/>
                  </a:ext>
                </a:extLst>
              </p:cNvPr>
              <p:cNvSpPr txBox="1"/>
              <p:nvPr/>
            </p:nvSpPr>
            <p:spPr>
              <a:xfrm>
                <a:off x="8676448" y="2355655"/>
                <a:ext cx="37670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EE2BE31-B34F-6E4A-AA6F-46524004A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448" y="2355655"/>
                <a:ext cx="376706" cy="553998"/>
              </a:xfrm>
              <a:prstGeom prst="rect">
                <a:avLst/>
              </a:prstGeom>
              <a:blipFill>
                <a:blip r:embed="rId7"/>
                <a:stretch>
                  <a:fillRect l="-33333" r="-33333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D6BD394-337B-9040-89CB-46622540AE0B}"/>
                  </a:ext>
                </a:extLst>
              </p:cNvPr>
              <p:cNvSpPr txBox="1"/>
              <p:nvPr/>
            </p:nvSpPr>
            <p:spPr>
              <a:xfrm>
                <a:off x="6010366" y="1162959"/>
                <a:ext cx="33823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D6BD394-337B-9040-89CB-46622540AE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366" y="1162959"/>
                <a:ext cx="338234" cy="553998"/>
              </a:xfrm>
              <a:prstGeom prst="rect">
                <a:avLst/>
              </a:prstGeom>
              <a:blipFill>
                <a:blip r:embed="rId8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1EA313-963A-1145-96A9-016FF510E067}"/>
                  </a:ext>
                </a:extLst>
              </p:cNvPr>
              <p:cNvSpPr txBox="1"/>
              <p:nvPr/>
            </p:nvSpPr>
            <p:spPr>
              <a:xfrm>
                <a:off x="4688933" y="3511981"/>
                <a:ext cx="34304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A1EA313-963A-1145-96A9-016FF510E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33" y="3511981"/>
                <a:ext cx="343043" cy="553998"/>
              </a:xfrm>
              <a:prstGeom prst="rect">
                <a:avLst/>
              </a:prstGeom>
              <a:blipFill>
                <a:blip r:embed="rId9"/>
                <a:stretch>
                  <a:fillRect l="-51852" r="-5185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92A1B9E-8B9B-FC48-85D7-9930729CFBE4}"/>
                  </a:ext>
                </a:extLst>
              </p:cNvPr>
              <p:cNvSpPr txBox="1"/>
              <p:nvPr/>
            </p:nvSpPr>
            <p:spPr>
              <a:xfrm>
                <a:off x="5959070" y="1630721"/>
                <a:ext cx="38953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92A1B9E-8B9B-FC48-85D7-9930729CF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070" y="1630721"/>
                <a:ext cx="389530" cy="553998"/>
              </a:xfrm>
              <a:prstGeom prst="rect">
                <a:avLst/>
              </a:prstGeom>
              <a:blipFill>
                <a:blip r:embed="rId10"/>
                <a:stretch>
                  <a:fillRect l="-35484" r="-32258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F93FD13-C20D-EE4F-B511-686AB8DEB72F}"/>
                  </a:ext>
                </a:extLst>
              </p:cNvPr>
              <p:cNvSpPr txBox="1"/>
              <p:nvPr/>
            </p:nvSpPr>
            <p:spPr>
              <a:xfrm>
                <a:off x="7336194" y="3522161"/>
                <a:ext cx="37189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F93FD13-C20D-EE4F-B511-686AB8DEB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194" y="3522161"/>
                <a:ext cx="371897" cy="553998"/>
              </a:xfrm>
              <a:prstGeom prst="rect">
                <a:avLst/>
              </a:prstGeom>
              <a:blipFill>
                <a:blip r:embed="rId11"/>
                <a:stretch>
                  <a:fillRect l="-30000" r="-33333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>
            <a:extLst>
              <a:ext uri="{FF2B5EF4-FFF2-40B4-BE49-F238E27FC236}">
                <a16:creationId xmlns:a16="http://schemas.microsoft.com/office/drawing/2014/main" id="{EEA90EFA-262D-C040-8E30-7251C33081EA}"/>
              </a:ext>
            </a:extLst>
          </p:cNvPr>
          <p:cNvSpPr/>
          <p:nvPr/>
        </p:nvSpPr>
        <p:spPr>
          <a:xfrm>
            <a:off x="9418045" y="2769015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B9B50288-A5F0-0049-B88C-CC17D09AC1E9}"/>
              </a:ext>
            </a:extLst>
          </p:cNvPr>
          <p:cNvSpPr/>
          <p:nvPr/>
        </p:nvSpPr>
        <p:spPr>
          <a:xfrm>
            <a:off x="5390070" y="276871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4498F70-455F-D241-AA5D-4CED44358F7C}"/>
              </a:ext>
            </a:extLst>
          </p:cNvPr>
          <p:cNvSpPr/>
          <p:nvPr/>
        </p:nvSpPr>
        <p:spPr>
          <a:xfrm>
            <a:off x="4047411" y="2755598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3C94A5D-E997-9840-8672-39A8E60ABDAB}"/>
              </a:ext>
            </a:extLst>
          </p:cNvPr>
          <p:cNvSpPr/>
          <p:nvPr/>
        </p:nvSpPr>
        <p:spPr>
          <a:xfrm>
            <a:off x="6732729" y="2771722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3F18931C-2682-9742-9DEE-BC36F9ED66B1}"/>
              </a:ext>
            </a:extLst>
          </p:cNvPr>
          <p:cNvSpPr/>
          <p:nvPr/>
        </p:nvSpPr>
        <p:spPr>
          <a:xfrm>
            <a:off x="8075388" y="276871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65BA6E2-65B2-3D49-A276-56B4D38740E3}"/>
              </a:ext>
            </a:extLst>
          </p:cNvPr>
          <p:cNvCxnSpPr>
            <a:cxnSpLocks/>
            <a:stCxn id="19" idx="6"/>
            <a:endCxn id="18" idx="2"/>
          </p:cNvCxnSpPr>
          <p:nvPr/>
        </p:nvCxnSpPr>
        <p:spPr>
          <a:xfrm>
            <a:off x="4283581" y="2873683"/>
            <a:ext cx="1106489" cy="131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E4330532-F41B-2B43-812D-A7133BD564ED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5626240" y="2886802"/>
            <a:ext cx="1106489" cy="30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685CA690-F033-4B49-A9E4-F36581BD7487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 flipV="1">
            <a:off x="6968899" y="2886802"/>
            <a:ext cx="1106489" cy="30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135815E9-6276-AC49-9E4A-5C087BFEE7C9}"/>
              </a:ext>
            </a:extLst>
          </p:cNvPr>
          <p:cNvCxnSpPr>
            <a:cxnSpLocks/>
            <a:stCxn id="21" idx="6"/>
            <a:endCxn id="17" idx="2"/>
          </p:cNvCxnSpPr>
          <p:nvPr/>
        </p:nvCxnSpPr>
        <p:spPr>
          <a:xfrm>
            <a:off x="8311558" y="2886802"/>
            <a:ext cx="1106487" cy="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19AFFAF-8815-5640-ACF7-6E46F259971F}"/>
              </a:ext>
            </a:extLst>
          </p:cNvPr>
          <p:cNvCxnSpPr>
            <a:cxnSpLocks/>
            <a:stCxn id="2" idx="6"/>
            <a:endCxn id="19" idx="2"/>
          </p:cNvCxnSpPr>
          <p:nvPr/>
        </p:nvCxnSpPr>
        <p:spPr>
          <a:xfrm>
            <a:off x="2940922" y="2873683"/>
            <a:ext cx="1106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A69462E-217E-244D-BEF6-5D263271E41B}"/>
                  </a:ext>
                </a:extLst>
              </p:cNvPr>
              <p:cNvSpPr txBox="1"/>
              <p:nvPr/>
            </p:nvSpPr>
            <p:spPr>
              <a:xfrm>
                <a:off x="3330213" y="2286259"/>
                <a:ext cx="3523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A69462E-217E-244D-BEF6-5D263271E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213" y="2286259"/>
                <a:ext cx="352306" cy="646331"/>
              </a:xfrm>
              <a:prstGeom prst="rect">
                <a:avLst/>
              </a:prstGeom>
              <a:blipFill>
                <a:blip r:embed="rId12"/>
                <a:stretch>
                  <a:fillRect l="-17857" r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>
            <a:extLst>
              <a:ext uri="{FF2B5EF4-FFF2-40B4-BE49-F238E27FC236}">
                <a16:creationId xmlns:a16="http://schemas.microsoft.com/office/drawing/2014/main" id="{C3601B71-8BE6-F249-ACFD-1F90835AFAFD}"/>
              </a:ext>
            </a:extLst>
          </p:cNvPr>
          <p:cNvSpPr txBox="1"/>
          <p:nvPr/>
        </p:nvSpPr>
        <p:spPr>
          <a:xfrm>
            <a:off x="278824" y="4008549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回路增益：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0F170A6-E650-DD48-82EB-9988C284EE7A}"/>
                  </a:ext>
                </a:extLst>
              </p:cNvPr>
              <p:cNvSpPr txBox="1"/>
              <p:nvPr/>
            </p:nvSpPr>
            <p:spPr>
              <a:xfrm>
                <a:off x="2455695" y="4008548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𝒂𝒇</m:t>
                      </m:r>
                    </m:oMath>
                  </m:oMathPara>
                </a14:m>
                <a:endParaRPr lang="zh-CN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0F170A6-E650-DD48-82EB-9988C284E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95" y="4008548"/>
                <a:ext cx="914400" cy="646331"/>
              </a:xfrm>
              <a:prstGeom prst="rect">
                <a:avLst/>
              </a:prstGeom>
              <a:blipFill>
                <a:blip r:embed="rId13"/>
                <a:stretch>
                  <a:fillRect l="-2740" r="-2740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C585FD5-85D9-6D46-8024-8CF7573A3FC2}"/>
                  </a:ext>
                </a:extLst>
              </p:cNvPr>
              <p:cNvSpPr txBox="1"/>
              <p:nvPr/>
            </p:nvSpPr>
            <p:spPr>
              <a:xfrm>
                <a:off x="3922070" y="4011378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𝒄𝒉</m:t>
                      </m:r>
                    </m:oMath>
                  </m:oMathPara>
                </a14:m>
                <a:endParaRPr lang="zh-CN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C585FD5-85D9-6D46-8024-8CF7573A3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2070" y="4011378"/>
                <a:ext cx="91440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65E9B3D-3793-084B-A1A1-7899023B1E4D}"/>
                  </a:ext>
                </a:extLst>
              </p:cNvPr>
              <p:cNvSpPr txBox="1"/>
              <p:nvPr/>
            </p:nvSpPr>
            <p:spPr>
              <a:xfrm>
                <a:off x="3198383" y="4008547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𝒃𝒈</m:t>
                      </m:r>
                    </m:oMath>
                  </m:oMathPara>
                </a14:m>
                <a:endParaRPr lang="zh-CN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65E9B3D-3793-084B-A1A1-7899023B1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8383" y="4008547"/>
                <a:ext cx="914400" cy="646331"/>
              </a:xfrm>
              <a:prstGeom prst="rect">
                <a:avLst/>
              </a:prstGeom>
              <a:blipFill>
                <a:blip r:embed="rId15"/>
                <a:stretch>
                  <a:fillRect l="-5556" r="-5556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FE1BF80-9A4D-9648-9D0E-2D7A26A06E6E}"/>
                  </a:ext>
                </a:extLst>
              </p:cNvPr>
              <p:cNvSpPr txBox="1"/>
              <p:nvPr/>
            </p:nvSpPr>
            <p:spPr>
              <a:xfrm>
                <a:off x="4793933" y="4008546"/>
                <a:ext cx="107588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𝒆𝒉𝒈𝒇</m:t>
                      </m:r>
                    </m:oMath>
                  </m:oMathPara>
                </a14:m>
                <a:endParaRPr lang="zh-CN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FE1BF80-9A4D-9648-9D0E-2D7A26A06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933" y="4008546"/>
                <a:ext cx="1075886" cy="646331"/>
              </a:xfrm>
              <a:prstGeom prst="rect">
                <a:avLst/>
              </a:prstGeom>
              <a:blipFill>
                <a:blip r:embed="rId16"/>
                <a:stretch>
                  <a:fillRect l="-10465" r="-30233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57B63897-DFF7-464C-964D-5489A0CF6E4E}"/>
              </a:ext>
            </a:extLst>
          </p:cNvPr>
          <p:cNvSpPr txBox="1"/>
          <p:nvPr/>
        </p:nvSpPr>
        <p:spPr>
          <a:xfrm>
            <a:off x="278824" y="4654877"/>
            <a:ext cx="488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每两互不接触回路增益：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6874179-C395-0844-821E-11F3F45C0138}"/>
                  </a:ext>
                </a:extLst>
              </p:cNvPr>
              <p:cNvSpPr txBox="1"/>
              <p:nvPr/>
            </p:nvSpPr>
            <p:spPr>
              <a:xfrm>
                <a:off x="5271586" y="4652975"/>
                <a:ext cx="12224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𝒂𝒇𝒄𝒉</m:t>
                      </m:r>
                    </m:oMath>
                  </m:oMathPara>
                </a14:m>
                <a:endParaRPr lang="zh-CN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6874179-C395-0844-821E-11F3F45C0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586" y="4652975"/>
                <a:ext cx="1222406" cy="646331"/>
              </a:xfrm>
              <a:prstGeom prst="rect">
                <a:avLst/>
              </a:prstGeom>
              <a:blipFill>
                <a:blip r:embed="rId17"/>
                <a:stretch>
                  <a:fillRect l="-10309" r="-11340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">
            <a:extLst>
              <a:ext uri="{FF2B5EF4-FFF2-40B4-BE49-F238E27FC236}">
                <a16:creationId xmlns:a16="http://schemas.microsoft.com/office/drawing/2014/main" id="{2EF4A304-15F1-1B4D-B984-1E9A7B841608}"/>
              </a:ext>
            </a:extLst>
          </p:cNvPr>
          <p:cNvSpPr txBox="1"/>
          <p:nvPr/>
        </p:nvSpPr>
        <p:spPr>
          <a:xfrm>
            <a:off x="614452" y="332656"/>
            <a:ext cx="4775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：由信号流图求传递函数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1744696692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1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"/>
                            </p:stCondLst>
                            <p:childTnLst>
                              <p:par>
                                <p:cTn id="36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9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1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1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2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"/>
                            </p:stCondLst>
                            <p:childTnLst>
                              <p:par>
                                <p:cTn id="57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0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10"/>
                            </p:stCondLst>
                            <p:childTnLst>
                              <p:par>
                                <p:cTn id="6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"/>
                            </p:stCondLst>
                            <p:childTnLst>
                              <p:par>
                                <p:cTn id="7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4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7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"/>
                            </p:stCondLst>
                            <p:childTnLst>
                              <p:par>
                                <p:cTn id="79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2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5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8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20"/>
                            </p:stCondLst>
                            <p:childTnLst>
                              <p:par>
                                <p:cTn id="92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"/>
                            </p:stCondLst>
                            <p:childTnLst>
                              <p:par>
                                <p:cTn id="10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2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5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8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1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0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2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3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00"/>
                            </p:stCondLst>
                            <p:childTnLst>
                              <p:par>
                                <p:cTn id="1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37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40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43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46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1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4" grpId="0"/>
      <p:bldP spid="34" grpId="1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0847590B-D373-264C-BA1F-D7B90EF550B4}"/>
              </a:ext>
            </a:extLst>
          </p:cNvPr>
          <p:cNvSpPr/>
          <p:nvPr/>
        </p:nvSpPr>
        <p:spPr>
          <a:xfrm>
            <a:off x="2704752" y="257336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3" name="曲线连接符 2">
            <a:extLst>
              <a:ext uri="{FF2B5EF4-FFF2-40B4-BE49-F238E27FC236}">
                <a16:creationId xmlns:a16="http://schemas.microsoft.com/office/drawing/2014/main" id="{8DA40E81-6727-DA4D-9BB8-A0E03E5EF524}"/>
              </a:ext>
            </a:extLst>
          </p:cNvPr>
          <p:cNvCxnSpPr>
            <a:cxnSpLocks/>
            <a:stCxn id="19" idx="0"/>
            <a:endCxn id="21" idx="0"/>
          </p:cNvCxnSpPr>
          <p:nvPr/>
        </p:nvCxnSpPr>
        <p:spPr>
          <a:xfrm rot="16200000" flipH="1">
            <a:off x="6172924" y="565938"/>
            <a:ext cx="13119" cy="4027977"/>
          </a:xfrm>
          <a:prstGeom prst="curvedConnector3">
            <a:avLst>
              <a:gd name="adj1" fmla="val -84485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曲线连接符 3">
            <a:extLst>
              <a:ext uri="{FF2B5EF4-FFF2-40B4-BE49-F238E27FC236}">
                <a16:creationId xmlns:a16="http://schemas.microsoft.com/office/drawing/2014/main" id="{CCF6B585-5A66-1B45-A42C-5291E9FB94A0}"/>
              </a:ext>
            </a:extLst>
          </p:cNvPr>
          <p:cNvCxnSpPr>
            <a:cxnSpLocks/>
            <a:stCxn id="21" idx="4"/>
            <a:endCxn id="20" idx="4"/>
          </p:cNvCxnSpPr>
          <p:nvPr/>
        </p:nvCxnSpPr>
        <p:spPr>
          <a:xfrm rot="5400000">
            <a:off x="7520642" y="2152829"/>
            <a:ext cx="3005" cy="1342659"/>
          </a:xfrm>
          <a:prstGeom prst="curvedConnector3">
            <a:avLst>
              <a:gd name="adj1" fmla="val 1554515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曲线连接符 4">
            <a:extLst>
              <a:ext uri="{FF2B5EF4-FFF2-40B4-BE49-F238E27FC236}">
                <a16:creationId xmlns:a16="http://schemas.microsoft.com/office/drawing/2014/main" id="{9517C01F-C966-9544-AE1A-1E79D89E5980}"/>
              </a:ext>
            </a:extLst>
          </p:cNvPr>
          <p:cNvCxnSpPr>
            <a:cxnSpLocks/>
            <a:stCxn id="20" idx="0"/>
            <a:endCxn id="18" idx="0"/>
          </p:cNvCxnSpPr>
          <p:nvPr/>
        </p:nvCxnSpPr>
        <p:spPr>
          <a:xfrm rot="16200000" flipV="1">
            <a:off x="6177983" y="1916659"/>
            <a:ext cx="3005" cy="1342659"/>
          </a:xfrm>
          <a:prstGeom prst="curvedConnector3">
            <a:avLst>
              <a:gd name="adj1" fmla="val 1854199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曲线连接符 5">
            <a:extLst>
              <a:ext uri="{FF2B5EF4-FFF2-40B4-BE49-F238E27FC236}">
                <a16:creationId xmlns:a16="http://schemas.microsoft.com/office/drawing/2014/main" id="{6DA28BD0-1E15-AC43-B179-4898796D4FF7}"/>
              </a:ext>
            </a:extLst>
          </p:cNvPr>
          <p:cNvCxnSpPr>
            <a:cxnSpLocks/>
            <a:stCxn id="18" idx="4"/>
            <a:endCxn id="19" idx="4"/>
          </p:cNvCxnSpPr>
          <p:nvPr/>
        </p:nvCxnSpPr>
        <p:spPr>
          <a:xfrm rot="5400000" flipH="1">
            <a:off x="4830266" y="2144768"/>
            <a:ext cx="13119" cy="1342659"/>
          </a:xfrm>
          <a:prstGeom prst="curvedConnector3">
            <a:avLst>
              <a:gd name="adj1" fmla="val -390745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(s)">
                <a:extLst>
                  <a:ext uri="{FF2B5EF4-FFF2-40B4-BE49-F238E27FC236}">
                    <a16:creationId xmlns:a16="http://schemas.microsoft.com/office/drawing/2014/main" id="{63881173-74DF-A747-8D8E-9E2A1F9356EA}"/>
                  </a:ext>
                </a:extLst>
              </p:cNvPr>
              <p:cNvSpPr txBox="1"/>
              <p:nvPr/>
            </p:nvSpPr>
            <p:spPr>
              <a:xfrm>
                <a:off x="1683103" y="2394267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" name="R(s)">
                <a:extLst>
                  <a:ext uri="{FF2B5EF4-FFF2-40B4-BE49-F238E27FC236}">
                    <a16:creationId xmlns:a16="http://schemas.microsoft.com/office/drawing/2014/main" id="{63881173-74DF-A747-8D8E-9E2A1F935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103" y="2394267"/>
                <a:ext cx="944169" cy="553998"/>
              </a:xfrm>
              <a:prstGeom prst="rect">
                <a:avLst/>
              </a:prstGeom>
              <a:blipFill>
                <a:blip r:embed="rId2"/>
                <a:stretch>
                  <a:fillRect l="-16000" r="-2266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(s)">
                <a:extLst>
                  <a:ext uri="{FF2B5EF4-FFF2-40B4-BE49-F238E27FC236}">
                    <a16:creationId xmlns:a16="http://schemas.microsoft.com/office/drawing/2014/main" id="{9CA75399-AACB-8D4F-9832-A8941BD6D6F4}"/>
                  </a:ext>
                </a:extLst>
              </p:cNvPr>
              <p:cNvSpPr txBox="1"/>
              <p:nvPr/>
            </p:nvSpPr>
            <p:spPr>
              <a:xfrm>
                <a:off x="9795406" y="2394267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(s)">
                <a:extLst>
                  <a:ext uri="{FF2B5EF4-FFF2-40B4-BE49-F238E27FC236}">
                    <a16:creationId xmlns:a16="http://schemas.microsoft.com/office/drawing/2014/main" id="{9CA75399-AACB-8D4F-9832-A8941BD6D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406" y="2394267"/>
                <a:ext cx="896079" cy="553998"/>
              </a:xfrm>
              <a:prstGeom prst="rect">
                <a:avLst/>
              </a:prstGeom>
              <a:blipFill>
                <a:blip r:embed="rId3"/>
                <a:stretch>
                  <a:fillRect l="-18310" r="-2394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BD7440-6815-5740-BD15-64884520ACA1}"/>
                  </a:ext>
                </a:extLst>
              </p:cNvPr>
              <p:cNvSpPr txBox="1"/>
              <p:nvPr/>
            </p:nvSpPr>
            <p:spPr>
              <a:xfrm>
                <a:off x="4691181" y="2137433"/>
                <a:ext cx="36708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EBD7440-6815-5740-BD15-64884520A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181" y="2137433"/>
                <a:ext cx="367087" cy="553998"/>
              </a:xfrm>
              <a:prstGeom prst="rect">
                <a:avLst/>
              </a:prstGeom>
              <a:blipFill>
                <a:blip r:embed="rId4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8A687A5-DF40-1E44-9D2C-6441A0D58FC4}"/>
                  </a:ext>
                </a:extLst>
              </p:cNvPr>
              <p:cNvSpPr txBox="1"/>
              <p:nvPr/>
            </p:nvSpPr>
            <p:spPr>
              <a:xfrm>
                <a:off x="5958042" y="2193251"/>
                <a:ext cx="3606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8A687A5-DF40-1E44-9D2C-6441A0D58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42" y="2193251"/>
                <a:ext cx="360676" cy="553998"/>
              </a:xfrm>
              <a:prstGeom prst="rect">
                <a:avLst/>
              </a:prstGeom>
              <a:blipFill>
                <a:blip r:embed="rId5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3EBC43-F948-E04F-8EDE-954DA0D428FE}"/>
                  </a:ext>
                </a:extLst>
              </p:cNvPr>
              <p:cNvSpPr txBox="1"/>
              <p:nvPr/>
            </p:nvSpPr>
            <p:spPr>
              <a:xfrm>
                <a:off x="7315482" y="2168653"/>
                <a:ext cx="31899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E3EBC43-F948-E04F-8EDE-954DA0D42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482" y="2168653"/>
                <a:ext cx="318998" cy="553998"/>
              </a:xfrm>
              <a:prstGeom prst="rect">
                <a:avLst/>
              </a:prstGeom>
              <a:blipFill>
                <a:blip r:embed="rId6"/>
                <a:stretch>
                  <a:fillRect l="-24000" r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1104584-42CD-4842-A258-6DA63224B782}"/>
                  </a:ext>
                </a:extLst>
              </p:cNvPr>
              <p:cNvSpPr txBox="1"/>
              <p:nvPr/>
            </p:nvSpPr>
            <p:spPr>
              <a:xfrm>
                <a:off x="8676448" y="2173424"/>
                <a:ext cx="37670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1104584-42CD-4842-A258-6DA63224B7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448" y="2173424"/>
                <a:ext cx="376706" cy="553998"/>
              </a:xfrm>
              <a:prstGeom prst="rect">
                <a:avLst/>
              </a:prstGeom>
              <a:blipFill>
                <a:blip r:embed="rId7"/>
                <a:stretch>
                  <a:fillRect l="-33333" r="-33333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ED166DA-1DF2-4B41-AAF0-99D4075F4CE4}"/>
                  </a:ext>
                </a:extLst>
              </p:cNvPr>
              <p:cNvSpPr txBox="1"/>
              <p:nvPr/>
            </p:nvSpPr>
            <p:spPr>
              <a:xfrm>
                <a:off x="6010366" y="980728"/>
                <a:ext cx="33823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ED166DA-1DF2-4B41-AAF0-99D4075F4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366" y="980728"/>
                <a:ext cx="338234" cy="553998"/>
              </a:xfrm>
              <a:prstGeom prst="rect">
                <a:avLst/>
              </a:prstGeom>
              <a:blipFill>
                <a:blip r:embed="rId8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339D2E3-219C-124E-AF34-8C90DE784272}"/>
                  </a:ext>
                </a:extLst>
              </p:cNvPr>
              <p:cNvSpPr txBox="1"/>
              <p:nvPr/>
            </p:nvSpPr>
            <p:spPr>
              <a:xfrm>
                <a:off x="4688933" y="3329750"/>
                <a:ext cx="34304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339D2E3-219C-124E-AF34-8C90DE784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33" y="3329750"/>
                <a:ext cx="343043" cy="553998"/>
              </a:xfrm>
              <a:prstGeom prst="rect">
                <a:avLst/>
              </a:prstGeom>
              <a:blipFill>
                <a:blip r:embed="rId9"/>
                <a:stretch>
                  <a:fillRect l="-51852" r="-51852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4F10923-5CE3-844E-9E86-A73B8D7A117C}"/>
                  </a:ext>
                </a:extLst>
              </p:cNvPr>
              <p:cNvSpPr txBox="1"/>
              <p:nvPr/>
            </p:nvSpPr>
            <p:spPr>
              <a:xfrm>
                <a:off x="5959070" y="1448490"/>
                <a:ext cx="38953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4F10923-5CE3-844E-9E86-A73B8D7A1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070" y="1448490"/>
                <a:ext cx="389530" cy="553998"/>
              </a:xfrm>
              <a:prstGeom prst="rect">
                <a:avLst/>
              </a:prstGeom>
              <a:blipFill>
                <a:blip r:embed="rId10"/>
                <a:stretch>
                  <a:fillRect l="-35484" r="-32258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8D8BFE7-313C-EF47-BC82-3BB785CB5589}"/>
                  </a:ext>
                </a:extLst>
              </p:cNvPr>
              <p:cNvSpPr txBox="1"/>
              <p:nvPr/>
            </p:nvSpPr>
            <p:spPr>
              <a:xfrm>
                <a:off x="7336194" y="3339930"/>
                <a:ext cx="37189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C8D8BFE7-313C-EF47-BC82-3BB785CB5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194" y="3339930"/>
                <a:ext cx="371897" cy="553998"/>
              </a:xfrm>
              <a:prstGeom prst="rect">
                <a:avLst/>
              </a:prstGeom>
              <a:blipFill>
                <a:blip r:embed="rId11"/>
                <a:stretch>
                  <a:fillRect l="-30000" r="-33333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>
            <a:extLst>
              <a:ext uri="{FF2B5EF4-FFF2-40B4-BE49-F238E27FC236}">
                <a16:creationId xmlns:a16="http://schemas.microsoft.com/office/drawing/2014/main" id="{C24EA5D0-EDC0-C244-B959-4181C01431DC}"/>
              </a:ext>
            </a:extLst>
          </p:cNvPr>
          <p:cNvSpPr/>
          <p:nvPr/>
        </p:nvSpPr>
        <p:spPr>
          <a:xfrm>
            <a:off x="9418045" y="2586784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8737D47-2A31-E549-9373-CBB087B22DD4}"/>
              </a:ext>
            </a:extLst>
          </p:cNvPr>
          <p:cNvSpPr/>
          <p:nvPr/>
        </p:nvSpPr>
        <p:spPr>
          <a:xfrm>
            <a:off x="5390070" y="258648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9D52555-69CC-2B44-8400-557B048651A8}"/>
              </a:ext>
            </a:extLst>
          </p:cNvPr>
          <p:cNvSpPr/>
          <p:nvPr/>
        </p:nvSpPr>
        <p:spPr>
          <a:xfrm>
            <a:off x="4047411" y="257336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51E0DCD-BD48-E142-AD9E-F24B5A357F2C}"/>
              </a:ext>
            </a:extLst>
          </p:cNvPr>
          <p:cNvSpPr/>
          <p:nvPr/>
        </p:nvSpPr>
        <p:spPr>
          <a:xfrm>
            <a:off x="6732729" y="2589491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4742E95-8CF3-FF4C-B3F4-8886EFD60E6A}"/>
              </a:ext>
            </a:extLst>
          </p:cNvPr>
          <p:cNvSpPr/>
          <p:nvPr/>
        </p:nvSpPr>
        <p:spPr>
          <a:xfrm>
            <a:off x="8075388" y="258648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8632658-05CD-F243-AD9D-D2137EE3EDB1}"/>
              </a:ext>
            </a:extLst>
          </p:cNvPr>
          <p:cNvCxnSpPr>
            <a:cxnSpLocks/>
            <a:stCxn id="19" idx="6"/>
            <a:endCxn id="18" idx="2"/>
          </p:cNvCxnSpPr>
          <p:nvPr/>
        </p:nvCxnSpPr>
        <p:spPr>
          <a:xfrm>
            <a:off x="4283581" y="2691452"/>
            <a:ext cx="1106489" cy="131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A1B06AC0-B65D-6740-BF5A-62A3CF2D5F30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5626240" y="2704571"/>
            <a:ext cx="1106489" cy="30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AEEED85-C9E5-254E-9BA7-7961D9C745CE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 flipV="1">
            <a:off x="6968899" y="2704571"/>
            <a:ext cx="1106489" cy="30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DCEFE3B5-689E-3742-9C9E-02069BCB59D4}"/>
              </a:ext>
            </a:extLst>
          </p:cNvPr>
          <p:cNvCxnSpPr>
            <a:cxnSpLocks/>
            <a:stCxn id="21" idx="6"/>
            <a:endCxn id="17" idx="2"/>
          </p:cNvCxnSpPr>
          <p:nvPr/>
        </p:nvCxnSpPr>
        <p:spPr>
          <a:xfrm>
            <a:off x="8311558" y="2704571"/>
            <a:ext cx="1106487" cy="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6E49FA61-3665-A746-A5A2-AE2E0017E3A8}"/>
              </a:ext>
            </a:extLst>
          </p:cNvPr>
          <p:cNvCxnSpPr>
            <a:cxnSpLocks/>
            <a:stCxn id="2" idx="6"/>
            <a:endCxn id="19" idx="2"/>
          </p:cNvCxnSpPr>
          <p:nvPr/>
        </p:nvCxnSpPr>
        <p:spPr>
          <a:xfrm>
            <a:off x="2940922" y="2691452"/>
            <a:ext cx="1106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2410C2B-2E13-CD40-8A57-D92388EB313A}"/>
                  </a:ext>
                </a:extLst>
              </p:cNvPr>
              <p:cNvSpPr txBox="1"/>
              <p:nvPr/>
            </p:nvSpPr>
            <p:spPr>
              <a:xfrm>
                <a:off x="3330213" y="2104028"/>
                <a:ext cx="3523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2410C2B-2E13-CD40-8A57-D92388EB3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213" y="2104028"/>
                <a:ext cx="352306" cy="646331"/>
              </a:xfrm>
              <a:prstGeom prst="rect">
                <a:avLst/>
              </a:prstGeom>
              <a:blipFill>
                <a:blip r:embed="rId12"/>
                <a:stretch>
                  <a:fillRect l="-17857" r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F4BC239-CF79-8B4C-AE8E-56CF95119174}"/>
                  </a:ext>
                </a:extLst>
              </p:cNvPr>
              <p:cNvSpPr txBox="1"/>
              <p:nvPr/>
            </p:nvSpPr>
            <p:spPr>
              <a:xfrm>
                <a:off x="3862958" y="3818167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𝒂𝒇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DF4BC239-CF79-8B4C-AE8E-56CF95119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2958" y="3818167"/>
                <a:ext cx="914400" cy="646331"/>
              </a:xfrm>
              <a:prstGeom prst="rect">
                <a:avLst/>
              </a:prstGeom>
              <a:blipFill>
                <a:blip r:embed="rId13"/>
                <a:stretch>
                  <a:fillRect l="-4110" r="-2740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92F9FA5-81B9-1243-A2CD-197AB1575899}"/>
                  </a:ext>
                </a:extLst>
              </p:cNvPr>
              <p:cNvSpPr txBox="1"/>
              <p:nvPr/>
            </p:nvSpPr>
            <p:spPr>
              <a:xfrm>
                <a:off x="5848367" y="3848300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𝒄𝒉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892F9FA5-81B9-1243-A2CD-197AB1575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67" y="3848300"/>
                <a:ext cx="914400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08291FC-5D06-C14B-BAC6-32AF0411CC5B}"/>
                  </a:ext>
                </a:extLst>
              </p:cNvPr>
              <p:cNvSpPr txBox="1"/>
              <p:nvPr/>
            </p:nvSpPr>
            <p:spPr>
              <a:xfrm>
                <a:off x="4823323" y="3840921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𝒃𝒈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08291FC-5D06-C14B-BAC6-32AF0411C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323" y="3840921"/>
                <a:ext cx="914400" cy="646331"/>
              </a:xfrm>
              <a:prstGeom prst="rect">
                <a:avLst/>
              </a:prstGeom>
              <a:blipFill>
                <a:blip r:embed="rId15"/>
                <a:stretch>
                  <a:fillRect l="-5479" r="-5479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644FDE3-5AC1-3344-AFDA-C9DFCE693FB7}"/>
                  </a:ext>
                </a:extLst>
              </p:cNvPr>
              <p:cNvSpPr txBox="1"/>
              <p:nvPr/>
            </p:nvSpPr>
            <p:spPr>
              <a:xfrm>
                <a:off x="6971325" y="3825806"/>
                <a:ext cx="107588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𝒆𝒉𝒈𝒇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644FDE3-5AC1-3344-AFDA-C9DFCE693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325" y="3825806"/>
                <a:ext cx="1075886" cy="646331"/>
              </a:xfrm>
              <a:prstGeom prst="rect">
                <a:avLst/>
              </a:prstGeom>
              <a:blipFill>
                <a:blip r:embed="rId16"/>
                <a:stretch>
                  <a:fillRect l="-11765" r="-30588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A36C766-81E8-5C4E-859E-0E6CDE8F80C3}"/>
                  </a:ext>
                </a:extLst>
              </p:cNvPr>
              <p:cNvSpPr txBox="1"/>
              <p:nvPr/>
            </p:nvSpPr>
            <p:spPr>
              <a:xfrm>
                <a:off x="8689224" y="3812542"/>
                <a:ext cx="12224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𝒂𝒇𝒄𝒉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A36C766-81E8-5C4E-859E-0E6CDE8F8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9224" y="3812542"/>
                <a:ext cx="1222406" cy="646331"/>
              </a:xfrm>
              <a:prstGeom prst="rect">
                <a:avLst/>
              </a:prstGeom>
              <a:blipFill>
                <a:blip r:embed="rId17"/>
                <a:stretch>
                  <a:fillRect l="-10309" r="-11340" b="-2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089C88F9-BF0A-F749-9936-3DDACA45BEBF}"/>
              </a:ext>
            </a:extLst>
          </p:cNvPr>
          <p:cNvSpPr txBox="1"/>
          <p:nvPr/>
        </p:nvSpPr>
        <p:spPr>
          <a:xfrm>
            <a:off x="307074" y="3845249"/>
            <a:ext cx="210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特征式：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F34B274-B357-A642-8384-E7246A26E720}"/>
                  </a:ext>
                </a:extLst>
              </p:cNvPr>
              <p:cNvSpPr txBox="1"/>
              <p:nvPr/>
            </p:nvSpPr>
            <p:spPr>
              <a:xfrm>
                <a:off x="2093126" y="3845689"/>
                <a:ext cx="96791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F34B274-B357-A642-8384-E7246A26E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3126" y="3845689"/>
                <a:ext cx="967911" cy="646331"/>
              </a:xfrm>
              <a:prstGeom prst="rect">
                <a:avLst/>
              </a:prstGeom>
              <a:blipFill>
                <a:blip r:embed="rId18"/>
                <a:stretch>
                  <a:fillRect l="-5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BDA790B-A769-1149-806F-04FC81750BDF}"/>
                  </a:ext>
                </a:extLst>
              </p:cNvPr>
              <p:cNvSpPr txBox="1"/>
              <p:nvPr/>
            </p:nvSpPr>
            <p:spPr>
              <a:xfrm>
                <a:off x="4511030" y="3829544"/>
                <a:ext cx="493729" cy="64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BDA790B-A769-1149-806F-04FC81750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030" y="3829544"/>
                <a:ext cx="493729" cy="648254"/>
              </a:xfrm>
              <a:prstGeom prst="rect">
                <a:avLst/>
              </a:prstGeom>
              <a:blipFill>
                <a:blip r:embed="rId19"/>
                <a:stretch>
                  <a:fillRect l="-12500"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0FC534E-0432-A24C-BEF3-2F66E2C39BE3}"/>
                  </a:ext>
                </a:extLst>
              </p:cNvPr>
              <p:cNvSpPr txBox="1"/>
              <p:nvPr/>
            </p:nvSpPr>
            <p:spPr>
              <a:xfrm>
                <a:off x="5536074" y="3825806"/>
                <a:ext cx="493729" cy="64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80FC534E-0432-A24C-BEF3-2F66E2C39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6074" y="3825806"/>
                <a:ext cx="493729" cy="648254"/>
              </a:xfrm>
              <a:prstGeom prst="rect">
                <a:avLst/>
              </a:prstGeom>
              <a:blipFill>
                <a:blip r:embed="rId19"/>
                <a:stretch>
                  <a:fillRect l="-10000" r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!!加号">
                <a:extLst>
                  <a:ext uri="{FF2B5EF4-FFF2-40B4-BE49-F238E27FC236}">
                    <a16:creationId xmlns:a16="http://schemas.microsoft.com/office/drawing/2014/main" id="{C1D19957-B25D-8742-88A0-6A291EB3484F}"/>
                  </a:ext>
                </a:extLst>
              </p:cNvPr>
              <p:cNvSpPr txBox="1"/>
              <p:nvPr/>
            </p:nvSpPr>
            <p:spPr>
              <a:xfrm>
                <a:off x="6555910" y="3816006"/>
                <a:ext cx="493729" cy="64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!!加号">
                <a:extLst>
                  <a:ext uri="{FF2B5EF4-FFF2-40B4-BE49-F238E27FC236}">
                    <a16:creationId xmlns:a16="http://schemas.microsoft.com/office/drawing/2014/main" id="{C1D19957-B25D-8742-88A0-6A291EB34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910" y="3816006"/>
                <a:ext cx="493729" cy="648254"/>
              </a:xfrm>
              <a:prstGeom prst="rect">
                <a:avLst/>
              </a:prstGeom>
              <a:blipFill>
                <a:blip r:embed="rId20"/>
                <a:stretch>
                  <a:fillRect l="-12821" r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94BD007-BDBA-4D49-9E08-6BC5636A5DF0}"/>
                  </a:ext>
                </a:extLst>
              </p:cNvPr>
              <p:cNvSpPr txBox="1"/>
              <p:nvPr/>
            </p:nvSpPr>
            <p:spPr>
              <a:xfrm>
                <a:off x="8301717" y="3815249"/>
                <a:ext cx="4937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94BD007-BDBA-4D49-9E08-6BC5636A5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717" y="3815249"/>
                <a:ext cx="493729" cy="646331"/>
              </a:xfrm>
              <a:prstGeom prst="rect">
                <a:avLst/>
              </a:prstGeom>
              <a:blipFill>
                <a:blip r:embed="rId21"/>
                <a:stretch>
                  <a:fillRect l="-12500" r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本框 38">
            <a:extLst>
              <a:ext uri="{FF2B5EF4-FFF2-40B4-BE49-F238E27FC236}">
                <a16:creationId xmlns:a16="http://schemas.microsoft.com/office/drawing/2014/main" id="{CC7FD791-2241-E04A-8655-A5CCD81DEDF8}"/>
              </a:ext>
            </a:extLst>
          </p:cNvPr>
          <p:cNvSpPr txBox="1"/>
          <p:nvPr/>
        </p:nvSpPr>
        <p:spPr>
          <a:xfrm>
            <a:off x="327312" y="5208294"/>
            <a:ext cx="1901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余子式：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AD70462-A6DB-4543-A210-F285B7D5985C}"/>
              </a:ext>
            </a:extLst>
          </p:cNvPr>
          <p:cNvSpPr txBox="1"/>
          <p:nvPr/>
        </p:nvSpPr>
        <p:spPr>
          <a:xfrm>
            <a:off x="291678" y="4550161"/>
            <a:ext cx="3200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前向通路增益：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9E5110E-F06E-5749-B3AB-51F6BF46BF7C}"/>
                  </a:ext>
                </a:extLst>
              </p:cNvPr>
              <p:cNvSpPr txBox="1"/>
              <p:nvPr/>
            </p:nvSpPr>
            <p:spPr>
              <a:xfrm>
                <a:off x="3492543" y="4527058"/>
                <a:ext cx="134987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𝒂𝒃𝒄𝒅</m:t>
                      </m:r>
                    </m:oMath>
                  </m:oMathPara>
                </a14:m>
                <a:endParaRPr lang="zh-CN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E9E5110E-F06E-5749-B3AB-51F6BF46B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543" y="4527058"/>
                <a:ext cx="1349879" cy="646331"/>
              </a:xfrm>
              <a:prstGeom prst="rect">
                <a:avLst/>
              </a:prstGeom>
              <a:blipFill>
                <a:blip r:embed="rId22"/>
                <a:stretch>
                  <a:fillRect l="-2804" r="-1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3A85100-5B30-4D44-9DC0-B3AEB7CCA2F5}"/>
                  </a:ext>
                </a:extLst>
              </p:cNvPr>
              <p:cNvSpPr txBox="1"/>
              <p:nvPr/>
            </p:nvSpPr>
            <p:spPr>
              <a:xfrm>
                <a:off x="5958748" y="4525738"/>
                <a:ext cx="95853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𝒆𝒅</m:t>
                      </m:r>
                    </m:oMath>
                  </m:oMathPara>
                </a14:m>
                <a:endParaRPr lang="zh-CN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E3A85100-5B30-4D44-9DC0-B3AEB7CCA2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748" y="4525738"/>
                <a:ext cx="958533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814DF49-DEDD-F946-92F7-7C5DC8495B14}"/>
                  </a:ext>
                </a:extLst>
              </p:cNvPr>
              <p:cNvSpPr txBox="1"/>
              <p:nvPr/>
            </p:nvSpPr>
            <p:spPr>
              <a:xfrm>
                <a:off x="5627211" y="5196492"/>
                <a:ext cx="16338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𝒃𝒈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E814DF49-DEDD-F946-92F7-7C5DC8495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211" y="5196492"/>
                <a:ext cx="1633892" cy="646331"/>
              </a:xfrm>
              <a:prstGeom prst="rect">
                <a:avLst/>
              </a:prstGeom>
              <a:blipFill>
                <a:blip r:embed="rId24"/>
                <a:stretch>
                  <a:fillRect l="-3101" r="-6202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AA16A69-B7D8-0945-B709-3FF98A007D1A}"/>
                  </a:ext>
                </a:extLst>
              </p:cNvPr>
              <p:cNvSpPr txBox="1"/>
              <p:nvPr/>
            </p:nvSpPr>
            <p:spPr>
              <a:xfrm>
                <a:off x="3607387" y="5227062"/>
                <a:ext cx="107523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CAA16A69-B7D8-0945-B709-3FF98A007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387" y="5227062"/>
                <a:ext cx="1075237" cy="646331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3">
            <a:extLst>
              <a:ext uri="{FF2B5EF4-FFF2-40B4-BE49-F238E27FC236}">
                <a16:creationId xmlns:a16="http://schemas.microsoft.com/office/drawing/2014/main" id="{251764EA-EC99-D647-BA5C-3726A02EDF05}"/>
              </a:ext>
            </a:extLst>
          </p:cNvPr>
          <p:cNvSpPr txBox="1"/>
          <p:nvPr/>
        </p:nvSpPr>
        <p:spPr>
          <a:xfrm>
            <a:off x="614452" y="332656"/>
            <a:ext cx="4832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：由信号流图求传递函数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9CDC447-9227-664C-BCC9-33F9DF77077F}"/>
                  </a:ext>
                </a:extLst>
              </p:cNvPr>
              <p:cNvSpPr txBox="1"/>
              <p:nvPr/>
            </p:nvSpPr>
            <p:spPr>
              <a:xfrm>
                <a:off x="3729269" y="3816570"/>
                <a:ext cx="4937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9CDC447-9227-664C-BCC9-33F9DF770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269" y="3816570"/>
                <a:ext cx="493729" cy="646331"/>
              </a:xfrm>
              <a:prstGeom prst="rect">
                <a:avLst/>
              </a:prstGeom>
              <a:blipFill>
                <a:blip r:embed="rId26"/>
                <a:stretch>
                  <a:fillRect l="-12500" r="-12500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C31CC49-B57A-1844-B1AC-16016F13A746}"/>
                  </a:ext>
                </a:extLst>
              </p:cNvPr>
              <p:cNvSpPr txBox="1"/>
              <p:nvPr/>
            </p:nvSpPr>
            <p:spPr>
              <a:xfrm>
                <a:off x="8073742" y="3822801"/>
                <a:ext cx="4937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BC31CC49-B57A-1844-B1AC-16016F13A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742" y="3822801"/>
                <a:ext cx="493729" cy="646331"/>
              </a:xfrm>
              <a:prstGeom prst="rect">
                <a:avLst/>
              </a:prstGeom>
              <a:blipFill>
                <a:blip r:embed="rId27"/>
                <a:stretch>
                  <a:fillRect l="-12500" r="-1250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(s)移动">
                <a:extLst>
                  <a:ext uri="{FF2B5EF4-FFF2-40B4-BE49-F238E27FC236}">
                    <a16:creationId xmlns:a16="http://schemas.microsoft.com/office/drawing/2014/main" id="{22892E96-F4FE-1042-BB27-CB7656641F4A}"/>
                  </a:ext>
                </a:extLst>
              </p:cNvPr>
              <p:cNvSpPr txBox="1"/>
              <p:nvPr/>
            </p:nvSpPr>
            <p:spPr>
              <a:xfrm>
                <a:off x="1683102" y="2394267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8" name="R(s)移动">
                <a:extLst>
                  <a:ext uri="{FF2B5EF4-FFF2-40B4-BE49-F238E27FC236}">
                    <a16:creationId xmlns:a16="http://schemas.microsoft.com/office/drawing/2014/main" id="{22892E96-F4FE-1042-BB27-CB7656641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102" y="2394267"/>
                <a:ext cx="944169" cy="553998"/>
              </a:xfrm>
              <a:prstGeom prst="rect">
                <a:avLst/>
              </a:prstGeom>
              <a:blipFill>
                <a:blip r:embed="rId2"/>
                <a:stretch>
                  <a:fillRect l="-16000" r="-2266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(s)移动">
                <a:extLst>
                  <a:ext uri="{FF2B5EF4-FFF2-40B4-BE49-F238E27FC236}">
                    <a16:creationId xmlns:a16="http://schemas.microsoft.com/office/drawing/2014/main" id="{93E01C3D-D8D1-0B47-BB83-D73837037213}"/>
                  </a:ext>
                </a:extLst>
              </p:cNvPr>
              <p:cNvSpPr txBox="1"/>
              <p:nvPr/>
            </p:nvSpPr>
            <p:spPr>
              <a:xfrm>
                <a:off x="9795406" y="2397090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C(s)移动">
                <a:extLst>
                  <a:ext uri="{FF2B5EF4-FFF2-40B4-BE49-F238E27FC236}">
                    <a16:creationId xmlns:a16="http://schemas.microsoft.com/office/drawing/2014/main" id="{93E01C3D-D8D1-0B47-BB83-D73837037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406" y="2397090"/>
                <a:ext cx="896079" cy="553998"/>
              </a:xfrm>
              <a:prstGeom prst="rect">
                <a:avLst/>
              </a:prstGeom>
              <a:blipFill>
                <a:blip r:embed="rId3"/>
                <a:stretch>
                  <a:fillRect l="-18310" r="-2394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CB6A3A5-9159-3349-84B3-668BAE94FE90}"/>
                  </a:ext>
                </a:extLst>
              </p:cNvPr>
              <p:cNvSpPr txBox="1"/>
              <p:nvPr/>
            </p:nvSpPr>
            <p:spPr>
              <a:xfrm>
                <a:off x="2941019" y="3827054"/>
                <a:ext cx="95841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ECB6A3A5-9159-3349-84B3-668BAE94F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1019" y="3827054"/>
                <a:ext cx="958410" cy="646331"/>
              </a:xfrm>
              <a:prstGeom prst="rect">
                <a:avLst/>
              </a:prstGeom>
              <a:blipFill>
                <a:blip r:embed="rId28"/>
                <a:stretch>
                  <a:fillRect l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FDB49FD-A205-1C4E-890A-7E83E896AFBC}"/>
                  </a:ext>
                </a:extLst>
              </p:cNvPr>
              <p:cNvSpPr txBox="1"/>
              <p:nvPr/>
            </p:nvSpPr>
            <p:spPr>
              <a:xfrm>
                <a:off x="8240329" y="4663125"/>
                <a:ext cx="2768914" cy="1127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FDB49FD-A205-1C4E-890A-7E83E896A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329" y="4663125"/>
                <a:ext cx="2768914" cy="1127873"/>
              </a:xfrm>
              <a:prstGeom prst="rect">
                <a:avLst/>
              </a:prstGeom>
              <a:blipFill>
                <a:blip r:embed="rId29"/>
                <a:stretch>
                  <a:fillRect l="-2283" r="-913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702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"/>
                            </p:stCondLst>
                            <p:childTnLst>
                              <p:par>
                                <p:cTn id="40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2" dur="1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5" dur="1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8" dur="1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1" dur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54" dur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"/>
                            </p:stCondLst>
                            <p:childTnLst>
                              <p:par>
                                <p:cTn id="56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9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2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2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1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1" grpId="1"/>
      <p:bldP spid="42" grpId="0"/>
      <p:bldP spid="42" grpId="1"/>
      <p:bldP spid="43" grpId="0"/>
      <p:bldP spid="44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32319F68-135E-054D-B4BB-84484E96C084}"/>
              </a:ext>
            </a:extLst>
          </p:cNvPr>
          <p:cNvSpPr/>
          <p:nvPr/>
        </p:nvSpPr>
        <p:spPr>
          <a:xfrm>
            <a:off x="2704752" y="257336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3" name="曲线连接符 2">
            <a:extLst>
              <a:ext uri="{FF2B5EF4-FFF2-40B4-BE49-F238E27FC236}">
                <a16:creationId xmlns:a16="http://schemas.microsoft.com/office/drawing/2014/main" id="{FDD47F10-C429-E140-B61A-11D45969CEF3}"/>
              </a:ext>
            </a:extLst>
          </p:cNvPr>
          <p:cNvCxnSpPr>
            <a:cxnSpLocks/>
            <a:stCxn id="19" idx="0"/>
            <a:endCxn id="21" idx="0"/>
          </p:cNvCxnSpPr>
          <p:nvPr/>
        </p:nvCxnSpPr>
        <p:spPr>
          <a:xfrm rot="16200000" flipH="1">
            <a:off x="6172924" y="565938"/>
            <a:ext cx="13119" cy="4027977"/>
          </a:xfrm>
          <a:prstGeom prst="curvedConnector3">
            <a:avLst>
              <a:gd name="adj1" fmla="val -84485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曲线连接符 3">
            <a:extLst>
              <a:ext uri="{FF2B5EF4-FFF2-40B4-BE49-F238E27FC236}">
                <a16:creationId xmlns:a16="http://schemas.microsoft.com/office/drawing/2014/main" id="{468DD0D5-AE0B-D64D-8C0C-9475B3781245}"/>
              </a:ext>
            </a:extLst>
          </p:cNvPr>
          <p:cNvCxnSpPr>
            <a:cxnSpLocks/>
            <a:stCxn id="21" idx="4"/>
            <a:endCxn id="20" idx="4"/>
          </p:cNvCxnSpPr>
          <p:nvPr/>
        </p:nvCxnSpPr>
        <p:spPr>
          <a:xfrm rot="5400000">
            <a:off x="7520642" y="2152829"/>
            <a:ext cx="3005" cy="1342659"/>
          </a:xfrm>
          <a:prstGeom prst="curvedConnector3">
            <a:avLst>
              <a:gd name="adj1" fmla="val 1554515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曲线连接符 4">
            <a:extLst>
              <a:ext uri="{FF2B5EF4-FFF2-40B4-BE49-F238E27FC236}">
                <a16:creationId xmlns:a16="http://schemas.microsoft.com/office/drawing/2014/main" id="{3DDB8FAD-A259-FA4E-9569-5697274E169C}"/>
              </a:ext>
            </a:extLst>
          </p:cNvPr>
          <p:cNvCxnSpPr>
            <a:cxnSpLocks/>
            <a:stCxn id="20" idx="0"/>
            <a:endCxn id="18" idx="0"/>
          </p:cNvCxnSpPr>
          <p:nvPr/>
        </p:nvCxnSpPr>
        <p:spPr>
          <a:xfrm rot="16200000" flipV="1">
            <a:off x="6177983" y="1916659"/>
            <a:ext cx="3005" cy="1342659"/>
          </a:xfrm>
          <a:prstGeom prst="curvedConnector3">
            <a:avLst>
              <a:gd name="adj1" fmla="val 1854199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曲线连接符 5">
            <a:extLst>
              <a:ext uri="{FF2B5EF4-FFF2-40B4-BE49-F238E27FC236}">
                <a16:creationId xmlns:a16="http://schemas.microsoft.com/office/drawing/2014/main" id="{9151B36A-BD6E-7C40-AC6D-F3A1E01DF021}"/>
              </a:ext>
            </a:extLst>
          </p:cNvPr>
          <p:cNvCxnSpPr>
            <a:cxnSpLocks/>
            <a:stCxn id="18" idx="4"/>
            <a:endCxn id="19" idx="4"/>
          </p:cNvCxnSpPr>
          <p:nvPr/>
        </p:nvCxnSpPr>
        <p:spPr>
          <a:xfrm rot="5400000" flipH="1">
            <a:off x="4830266" y="2144768"/>
            <a:ext cx="13119" cy="1342659"/>
          </a:xfrm>
          <a:prstGeom prst="curvedConnector3">
            <a:avLst>
              <a:gd name="adj1" fmla="val -390745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(s)移动">
                <a:extLst>
                  <a:ext uri="{FF2B5EF4-FFF2-40B4-BE49-F238E27FC236}">
                    <a16:creationId xmlns:a16="http://schemas.microsoft.com/office/drawing/2014/main" id="{000724D7-02F6-2A45-B1B3-D263EFEC77E6}"/>
                  </a:ext>
                </a:extLst>
              </p:cNvPr>
              <p:cNvSpPr txBox="1"/>
              <p:nvPr/>
            </p:nvSpPr>
            <p:spPr>
              <a:xfrm>
                <a:off x="498130" y="4869962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7" name="R(s)移动">
                <a:extLst>
                  <a:ext uri="{FF2B5EF4-FFF2-40B4-BE49-F238E27FC236}">
                    <a16:creationId xmlns:a16="http://schemas.microsoft.com/office/drawing/2014/main" id="{000724D7-02F6-2A45-B1B3-D263EFEC7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130" y="4869962"/>
                <a:ext cx="944169" cy="553998"/>
              </a:xfrm>
              <a:prstGeom prst="rect">
                <a:avLst/>
              </a:prstGeom>
              <a:blipFill>
                <a:blip r:embed="rId2"/>
                <a:stretch>
                  <a:fillRect l="-16000" r="-2133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(s)移动">
                <a:extLst>
                  <a:ext uri="{FF2B5EF4-FFF2-40B4-BE49-F238E27FC236}">
                    <a16:creationId xmlns:a16="http://schemas.microsoft.com/office/drawing/2014/main" id="{41C0A1AF-F018-BD4D-91FA-AAAA904B2574}"/>
                  </a:ext>
                </a:extLst>
              </p:cNvPr>
              <p:cNvSpPr txBox="1"/>
              <p:nvPr/>
            </p:nvSpPr>
            <p:spPr>
              <a:xfrm>
                <a:off x="522176" y="4149080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C(s)移动">
                <a:extLst>
                  <a:ext uri="{FF2B5EF4-FFF2-40B4-BE49-F238E27FC236}">
                    <a16:creationId xmlns:a16="http://schemas.microsoft.com/office/drawing/2014/main" id="{41C0A1AF-F018-BD4D-91FA-AAAA904B25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76" y="4149080"/>
                <a:ext cx="896079" cy="553998"/>
              </a:xfrm>
              <a:prstGeom prst="rect">
                <a:avLst/>
              </a:prstGeom>
              <a:blipFill>
                <a:blip r:embed="rId3"/>
                <a:stretch>
                  <a:fillRect l="-18310" r="-2394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189A62B-15E3-8F4A-B24A-D2CEACAD129F}"/>
                  </a:ext>
                </a:extLst>
              </p:cNvPr>
              <p:cNvSpPr txBox="1"/>
              <p:nvPr/>
            </p:nvSpPr>
            <p:spPr>
              <a:xfrm>
                <a:off x="4691181" y="2137433"/>
                <a:ext cx="36708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189A62B-15E3-8F4A-B24A-D2CEACAD1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181" y="2137433"/>
                <a:ext cx="367087" cy="553998"/>
              </a:xfrm>
              <a:prstGeom prst="rect">
                <a:avLst/>
              </a:prstGeom>
              <a:blipFill>
                <a:blip r:embed="rId4"/>
                <a:stretch>
                  <a:fillRect l="-20000" r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5F8F366-12D7-034D-9D6A-4F1FA3A581A5}"/>
                  </a:ext>
                </a:extLst>
              </p:cNvPr>
              <p:cNvSpPr txBox="1"/>
              <p:nvPr/>
            </p:nvSpPr>
            <p:spPr>
              <a:xfrm>
                <a:off x="5958042" y="2193251"/>
                <a:ext cx="3606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𝒃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5F8F366-12D7-034D-9D6A-4F1FA3A58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042" y="2193251"/>
                <a:ext cx="360676" cy="553998"/>
              </a:xfrm>
              <a:prstGeom prst="rect">
                <a:avLst/>
              </a:prstGeom>
              <a:blipFill>
                <a:blip r:embed="rId5"/>
                <a:stretch>
                  <a:fillRect l="-30000" r="-30000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C233CB-D397-704D-9198-8FF82F1555F0}"/>
                  </a:ext>
                </a:extLst>
              </p:cNvPr>
              <p:cNvSpPr txBox="1"/>
              <p:nvPr/>
            </p:nvSpPr>
            <p:spPr>
              <a:xfrm>
                <a:off x="7315482" y="2168653"/>
                <a:ext cx="31899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C233CB-D397-704D-9198-8FF82F155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482" y="2168653"/>
                <a:ext cx="318998" cy="553998"/>
              </a:xfrm>
              <a:prstGeom prst="rect">
                <a:avLst/>
              </a:prstGeom>
              <a:blipFill>
                <a:blip r:embed="rId6"/>
                <a:stretch>
                  <a:fillRect l="-24000" r="-2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266F0F5-6A63-4447-9478-BAD2CA0CE3DF}"/>
                  </a:ext>
                </a:extLst>
              </p:cNvPr>
              <p:cNvSpPr txBox="1"/>
              <p:nvPr/>
            </p:nvSpPr>
            <p:spPr>
              <a:xfrm>
                <a:off x="8676448" y="2173424"/>
                <a:ext cx="37670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266F0F5-6A63-4447-9478-BAD2CA0CE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6448" y="2173424"/>
                <a:ext cx="376706" cy="553998"/>
              </a:xfrm>
              <a:prstGeom prst="rect">
                <a:avLst/>
              </a:prstGeom>
              <a:blipFill>
                <a:blip r:embed="rId7"/>
                <a:stretch>
                  <a:fillRect l="-33333" r="-33333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3A12B72-69E6-A946-BC2B-DDC9F1AA94CF}"/>
                  </a:ext>
                </a:extLst>
              </p:cNvPr>
              <p:cNvSpPr txBox="1"/>
              <p:nvPr/>
            </p:nvSpPr>
            <p:spPr>
              <a:xfrm>
                <a:off x="6010366" y="980728"/>
                <a:ext cx="33823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𝒆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3A12B72-69E6-A946-BC2B-DDC9F1AA9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366" y="980728"/>
                <a:ext cx="338234" cy="553998"/>
              </a:xfrm>
              <a:prstGeom prst="rect">
                <a:avLst/>
              </a:prstGeom>
              <a:blipFill>
                <a:blip r:embed="rId8"/>
                <a:stretch>
                  <a:fillRect l="-22222" r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442E375-74B2-B141-87EA-3D2158D0076B}"/>
                  </a:ext>
                </a:extLst>
              </p:cNvPr>
              <p:cNvSpPr txBox="1"/>
              <p:nvPr/>
            </p:nvSpPr>
            <p:spPr>
              <a:xfrm>
                <a:off x="4688933" y="3329750"/>
                <a:ext cx="34304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𝒇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442E375-74B2-B141-87EA-3D2158D00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933" y="3329750"/>
                <a:ext cx="343043" cy="553998"/>
              </a:xfrm>
              <a:prstGeom prst="rect">
                <a:avLst/>
              </a:prstGeom>
              <a:blipFill>
                <a:blip r:embed="rId9"/>
                <a:stretch>
                  <a:fillRect l="-51852" r="-51852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44AC31E-FC34-B141-81C7-9B0543FF9C33}"/>
                  </a:ext>
                </a:extLst>
              </p:cNvPr>
              <p:cNvSpPr txBox="1"/>
              <p:nvPr/>
            </p:nvSpPr>
            <p:spPr>
              <a:xfrm>
                <a:off x="5959070" y="1448490"/>
                <a:ext cx="38953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44AC31E-FC34-B141-81C7-9B0543FF9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070" y="1448490"/>
                <a:ext cx="389530" cy="553998"/>
              </a:xfrm>
              <a:prstGeom prst="rect">
                <a:avLst/>
              </a:prstGeom>
              <a:blipFill>
                <a:blip r:embed="rId10"/>
                <a:stretch>
                  <a:fillRect l="-35484" r="-32258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D44E1AB-213D-6646-9F50-D31992A1DAD0}"/>
                  </a:ext>
                </a:extLst>
              </p:cNvPr>
              <p:cNvSpPr txBox="1"/>
              <p:nvPr/>
            </p:nvSpPr>
            <p:spPr>
              <a:xfrm>
                <a:off x="7336194" y="3339930"/>
                <a:ext cx="37189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𝒉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D44E1AB-213D-6646-9F50-D31992A1D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194" y="3339930"/>
                <a:ext cx="371897" cy="553998"/>
              </a:xfrm>
              <a:prstGeom prst="rect">
                <a:avLst/>
              </a:prstGeom>
              <a:blipFill>
                <a:blip r:embed="rId11"/>
                <a:stretch>
                  <a:fillRect l="-30000" r="-33333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椭圆 16">
            <a:extLst>
              <a:ext uri="{FF2B5EF4-FFF2-40B4-BE49-F238E27FC236}">
                <a16:creationId xmlns:a16="http://schemas.microsoft.com/office/drawing/2014/main" id="{891AD9AF-FDE3-324B-A22D-596FC675060B}"/>
              </a:ext>
            </a:extLst>
          </p:cNvPr>
          <p:cNvSpPr/>
          <p:nvPr/>
        </p:nvSpPr>
        <p:spPr>
          <a:xfrm>
            <a:off x="9418045" y="2586784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25A21068-CE9C-9D40-975A-CEE96BA3A4F6}"/>
              </a:ext>
            </a:extLst>
          </p:cNvPr>
          <p:cNvSpPr/>
          <p:nvPr/>
        </p:nvSpPr>
        <p:spPr>
          <a:xfrm>
            <a:off x="5390070" y="258648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30194F2-5803-8F48-9EB1-150277A96953}"/>
              </a:ext>
            </a:extLst>
          </p:cNvPr>
          <p:cNvSpPr/>
          <p:nvPr/>
        </p:nvSpPr>
        <p:spPr>
          <a:xfrm>
            <a:off x="4047411" y="2573367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53B258F-51F9-5F4A-99AF-49D6623AFFE7}"/>
              </a:ext>
            </a:extLst>
          </p:cNvPr>
          <p:cNvSpPr/>
          <p:nvPr/>
        </p:nvSpPr>
        <p:spPr>
          <a:xfrm>
            <a:off x="6732729" y="2589491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C299598-F02E-C247-8BE9-9A2CCF89745E}"/>
              </a:ext>
            </a:extLst>
          </p:cNvPr>
          <p:cNvSpPr/>
          <p:nvPr/>
        </p:nvSpPr>
        <p:spPr>
          <a:xfrm>
            <a:off x="8075388" y="2586486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B7B8E56F-1992-A34A-BB98-F16D15FBC538}"/>
              </a:ext>
            </a:extLst>
          </p:cNvPr>
          <p:cNvCxnSpPr>
            <a:cxnSpLocks/>
            <a:stCxn id="19" idx="6"/>
            <a:endCxn id="18" idx="2"/>
          </p:cNvCxnSpPr>
          <p:nvPr/>
        </p:nvCxnSpPr>
        <p:spPr>
          <a:xfrm>
            <a:off x="4283581" y="2691452"/>
            <a:ext cx="1106489" cy="131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1F3B3DE8-3B1D-4049-996D-737300CA2AF8}"/>
              </a:ext>
            </a:extLst>
          </p:cNvPr>
          <p:cNvCxnSpPr>
            <a:cxnSpLocks/>
            <a:stCxn id="18" idx="6"/>
            <a:endCxn id="20" idx="2"/>
          </p:cNvCxnSpPr>
          <p:nvPr/>
        </p:nvCxnSpPr>
        <p:spPr>
          <a:xfrm>
            <a:off x="5626240" y="2704571"/>
            <a:ext cx="1106489" cy="30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3E6711FD-1C0E-4549-8AE5-0193CC6EE53C}"/>
              </a:ext>
            </a:extLst>
          </p:cNvPr>
          <p:cNvCxnSpPr>
            <a:cxnSpLocks/>
            <a:stCxn id="20" idx="6"/>
            <a:endCxn id="21" idx="2"/>
          </p:cNvCxnSpPr>
          <p:nvPr/>
        </p:nvCxnSpPr>
        <p:spPr>
          <a:xfrm flipV="1">
            <a:off x="6968899" y="2704571"/>
            <a:ext cx="1106489" cy="30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EF0F58F-4E95-4C4E-B336-93599859E0AA}"/>
              </a:ext>
            </a:extLst>
          </p:cNvPr>
          <p:cNvCxnSpPr>
            <a:cxnSpLocks/>
            <a:stCxn id="21" idx="6"/>
            <a:endCxn id="17" idx="2"/>
          </p:cNvCxnSpPr>
          <p:nvPr/>
        </p:nvCxnSpPr>
        <p:spPr>
          <a:xfrm>
            <a:off x="8311558" y="2704571"/>
            <a:ext cx="1106487" cy="29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DB1BFB80-F9DC-0C4D-B210-16E7EBDB901C}"/>
              </a:ext>
            </a:extLst>
          </p:cNvPr>
          <p:cNvCxnSpPr>
            <a:cxnSpLocks/>
            <a:stCxn id="2" idx="6"/>
            <a:endCxn id="19" idx="2"/>
          </p:cNvCxnSpPr>
          <p:nvPr/>
        </p:nvCxnSpPr>
        <p:spPr>
          <a:xfrm>
            <a:off x="2940922" y="2691452"/>
            <a:ext cx="110648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6344C56-8F60-2148-B5F9-80BB417525AC}"/>
                  </a:ext>
                </a:extLst>
              </p:cNvPr>
              <p:cNvSpPr txBox="1"/>
              <p:nvPr/>
            </p:nvSpPr>
            <p:spPr>
              <a:xfrm>
                <a:off x="3330213" y="2104028"/>
                <a:ext cx="3523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6344C56-8F60-2148-B5F9-80BB41752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213" y="2104028"/>
                <a:ext cx="352306" cy="646331"/>
              </a:xfrm>
              <a:prstGeom prst="rect">
                <a:avLst/>
              </a:prstGeom>
              <a:blipFill>
                <a:blip r:embed="rId12"/>
                <a:stretch>
                  <a:fillRect l="-17857" r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A16DA410-1A6E-0D45-AD67-C835FC86FCCE}"/>
                  </a:ext>
                </a:extLst>
              </p:cNvPr>
              <p:cNvSpPr txBox="1"/>
              <p:nvPr/>
            </p:nvSpPr>
            <p:spPr>
              <a:xfrm>
                <a:off x="7090347" y="4181211"/>
                <a:ext cx="134987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𝒂𝒃𝒄𝒅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A16DA410-1A6E-0D45-AD67-C835FC86F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0347" y="4181211"/>
                <a:ext cx="1349879" cy="646331"/>
              </a:xfrm>
              <a:prstGeom prst="rect">
                <a:avLst/>
              </a:prstGeom>
              <a:blipFill>
                <a:blip r:embed="rId13"/>
                <a:stretch>
                  <a:fillRect l="-2804" r="-1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AE9CF50-D889-694D-A25B-12C9E72BD10A}"/>
                  </a:ext>
                </a:extLst>
              </p:cNvPr>
              <p:cNvSpPr txBox="1"/>
              <p:nvPr/>
            </p:nvSpPr>
            <p:spPr>
              <a:xfrm>
                <a:off x="8484756" y="4178783"/>
                <a:ext cx="95853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𝒆𝒅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AE9CF50-D889-694D-A25B-12C9E72BD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4756" y="4178783"/>
                <a:ext cx="958533" cy="6463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820D6F6-BAF7-5E45-986F-65E3B7BEF20E}"/>
                  </a:ext>
                </a:extLst>
              </p:cNvPr>
              <p:cNvSpPr txBox="1"/>
              <p:nvPr/>
            </p:nvSpPr>
            <p:spPr>
              <a:xfrm>
                <a:off x="9336267" y="4154497"/>
                <a:ext cx="16338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𝒃𝒈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820D6F6-BAF7-5E45-986F-65E3B7BEF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267" y="4154497"/>
                <a:ext cx="1633892" cy="646331"/>
              </a:xfrm>
              <a:prstGeom prst="rect">
                <a:avLst/>
              </a:prstGeom>
              <a:blipFill>
                <a:blip r:embed="rId15"/>
                <a:stretch>
                  <a:fillRect l="-2308" r="-5385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BB68214-9B6E-3945-9D22-B2D621C714ED}"/>
                  </a:ext>
                </a:extLst>
              </p:cNvPr>
              <p:cNvSpPr txBox="1"/>
              <p:nvPr/>
            </p:nvSpPr>
            <p:spPr>
              <a:xfrm>
                <a:off x="522175" y="4344206"/>
                <a:ext cx="1505455" cy="832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a:rPr kumimoji="1" lang="zh-CN" altLang="en-US" sz="3600" b="1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m:rPr>
                            <m:nor/>
                          </m:rPr>
                          <a:rPr kumimoji="1" lang="zh-CN" altLang="en-US" sz="3600" b="1" dirty="0"/>
                          <m:t> </m:t>
                        </m:r>
                      </m:den>
                    </m:f>
                  </m:oMath>
                </a14:m>
                <a:r>
                  <a:rPr kumimoji="1" lang="zh-CN" altLang="en-US" sz="3600" b="1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zh-CN" sz="3600" b="1" dirty="0">
                    <a:latin typeface="Cambria Math" panose="02040503050406030204" pitchFamily="18" charset="0"/>
                  </a:rPr>
                  <a:t>=</a:t>
                </a:r>
                <a:endParaRPr kumimoji="1" lang="zh-CN" altLang="en-US" sz="3600" b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9BB68214-9B6E-3945-9D22-B2D621C71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75" y="4344206"/>
                <a:ext cx="1505455" cy="832472"/>
              </a:xfrm>
              <a:prstGeom prst="rect">
                <a:avLst/>
              </a:prstGeom>
              <a:blipFill>
                <a:blip r:embed="rId16"/>
                <a:stretch>
                  <a:fillRect l="-11765" r="-7563" b="-4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9F81C13-3E15-C44B-A5B9-86996A45D9D0}"/>
                  </a:ext>
                </a:extLst>
              </p:cNvPr>
              <p:cNvSpPr txBox="1"/>
              <p:nvPr/>
            </p:nvSpPr>
            <p:spPr>
              <a:xfrm>
                <a:off x="5132411" y="4382429"/>
                <a:ext cx="6867451" cy="8324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/>
                      <m:den>
                        <m:r>
                          <a:rPr kumimoji="1" lang="zh-CN" altLang="en-US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                                                                                   </m:t>
                        </m:r>
                        <m:r>
                          <m:rPr>
                            <m:nor/>
                          </m:rPr>
                          <a:rPr kumimoji="1" lang="zh-CN" altLang="en-US" sz="3600" b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r>
                  <a:rPr kumimoji="1" lang="zh-CN" altLang="en-US" sz="3600" b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9F81C13-3E15-C44B-A5B9-86996A45D9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411" y="4382429"/>
                <a:ext cx="6867451" cy="832472"/>
              </a:xfrm>
              <a:prstGeom prst="rect">
                <a:avLst/>
              </a:prstGeom>
              <a:blipFill>
                <a:blip r:embed="rId17"/>
                <a:stretch>
                  <a:fillRect l="-2588" r="-739" b="-42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B9DF72EB-2742-5A44-BAF8-10076402C978}"/>
                  </a:ext>
                </a:extLst>
              </p:cNvPr>
              <p:cNvSpPr txBox="1"/>
              <p:nvPr/>
            </p:nvSpPr>
            <p:spPr>
              <a:xfrm>
                <a:off x="9054084" y="4150654"/>
                <a:ext cx="5515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B9DF72EB-2742-5A44-BAF8-10076402C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4084" y="4150654"/>
                <a:ext cx="551550" cy="646331"/>
              </a:xfrm>
              <a:prstGeom prst="rect">
                <a:avLst/>
              </a:prstGeom>
              <a:blipFill>
                <a:blip r:embed="rId18"/>
                <a:stretch>
                  <a:fillRect l="-4444" r="-4444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00467B1-D573-0D41-AC40-4F115A8B62A4}"/>
                  </a:ext>
                </a:extLst>
              </p:cNvPr>
              <p:cNvSpPr txBox="1"/>
              <p:nvPr/>
            </p:nvSpPr>
            <p:spPr>
              <a:xfrm>
                <a:off x="10701017" y="4149080"/>
                <a:ext cx="55155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00467B1-D573-0D41-AC40-4F115A8B6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1017" y="4149080"/>
                <a:ext cx="551550" cy="646331"/>
              </a:xfrm>
              <a:prstGeom prst="rect">
                <a:avLst/>
              </a:prstGeom>
              <a:blipFill>
                <a:blip r:embed="rId19"/>
                <a:stretch>
                  <a:fillRect l="-4444" r="-4444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3">
            <a:extLst>
              <a:ext uri="{FF2B5EF4-FFF2-40B4-BE49-F238E27FC236}">
                <a16:creationId xmlns:a16="http://schemas.microsoft.com/office/drawing/2014/main" id="{87F02211-EDEE-B14D-B042-51FC6EA46306}"/>
              </a:ext>
            </a:extLst>
          </p:cNvPr>
          <p:cNvSpPr txBox="1"/>
          <p:nvPr/>
        </p:nvSpPr>
        <p:spPr>
          <a:xfrm>
            <a:off x="614452" y="332656"/>
            <a:ext cx="47756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：由信号流图求传递函数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586D4718-8206-1D41-938E-323A39012ABA}"/>
                  </a:ext>
                </a:extLst>
              </p:cNvPr>
              <p:cNvSpPr txBox="1"/>
              <p:nvPr/>
            </p:nvSpPr>
            <p:spPr>
              <a:xfrm>
                <a:off x="5866765" y="4782569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𝒂𝒇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586D4718-8206-1D41-938E-323A39012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765" y="4782569"/>
                <a:ext cx="914400" cy="646331"/>
              </a:xfrm>
              <a:prstGeom prst="rect">
                <a:avLst/>
              </a:prstGeom>
              <a:blipFill>
                <a:blip r:embed="rId20"/>
                <a:stretch>
                  <a:fillRect l="-2740" r="-4110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114E0F9-08CE-9D4D-B494-128E8C0BBFA6}"/>
                  </a:ext>
                </a:extLst>
              </p:cNvPr>
              <p:cNvSpPr txBox="1"/>
              <p:nvPr/>
            </p:nvSpPr>
            <p:spPr>
              <a:xfrm>
                <a:off x="7852174" y="4812702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𝒄𝒉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114E0F9-08CE-9D4D-B494-128E8C0BB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2174" y="4812702"/>
                <a:ext cx="914400" cy="6463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D4AED1D-DBBA-B842-88BC-35E6A95DF549}"/>
                  </a:ext>
                </a:extLst>
              </p:cNvPr>
              <p:cNvSpPr txBox="1"/>
              <p:nvPr/>
            </p:nvSpPr>
            <p:spPr>
              <a:xfrm>
                <a:off x="6827130" y="4805323"/>
                <a:ext cx="9144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𝒃𝒈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DD4AED1D-DBBA-B842-88BC-35E6A95DF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130" y="4805323"/>
                <a:ext cx="914400" cy="646331"/>
              </a:xfrm>
              <a:prstGeom prst="rect">
                <a:avLst/>
              </a:prstGeom>
              <a:blipFill>
                <a:blip r:embed="rId22"/>
                <a:stretch>
                  <a:fillRect l="-5479" r="-5479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F20A1780-B904-5E47-BC62-91637DC0A28E}"/>
                  </a:ext>
                </a:extLst>
              </p:cNvPr>
              <p:cNvSpPr txBox="1"/>
              <p:nvPr/>
            </p:nvSpPr>
            <p:spPr>
              <a:xfrm>
                <a:off x="8975132" y="4790208"/>
                <a:ext cx="107588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𝒆𝒉𝒈𝒇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F20A1780-B904-5E47-BC62-91637DC0A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5132" y="4790208"/>
                <a:ext cx="1075886" cy="646331"/>
              </a:xfrm>
              <a:prstGeom prst="rect">
                <a:avLst/>
              </a:prstGeom>
              <a:blipFill>
                <a:blip r:embed="rId23"/>
                <a:stretch>
                  <a:fillRect l="-11628" r="-30233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0E3F094-0546-3648-AB93-C31B89B40EA3}"/>
                  </a:ext>
                </a:extLst>
              </p:cNvPr>
              <p:cNvSpPr txBox="1"/>
              <p:nvPr/>
            </p:nvSpPr>
            <p:spPr>
              <a:xfrm>
                <a:off x="10693031" y="4776944"/>
                <a:ext cx="122240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𝒂𝒇𝒄𝒉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F0E3F094-0546-3648-AB93-C31B89B40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3031" y="4776944"/>
                <a:ext cx="1222406" cy="646331"/>
              </a:xfrm>
              <a:prstGeom prst="rect">
                <a:avLst/>
              </a:prstGeom>
              <a:blipFill>
                <a:blip r:embed="rId24"/>
                <a:stretch>
                  <a:fillRect l="-9184" r="-11224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197ECF6-6A60-1740-A86D-659EE931472A}"/>
                  </a:ext>
                </a:extLst>
              </p:cNvPr>
              <p:cNvSpPr txBox="1"/>
              <p:nvPr/>
            </p:nvSpPr>
            <p:spPr>
              <a:xfrm>
                <a:off x="6514837" y="4793946"/>
                <a:ext cx="493729" cy="64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197ECF6-6A60-1740-A86D-659EE9314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837" y="4793946"/>
                <a:ext cx="493729" cy="648254"/>
              </a:xfrm>
              <a:prstGeom prst="rect">
                <a:avLst/>
              </a:prstGeom>
              <a:blipFill>
                <a:blip r:embed="rId25"/>
                <a:stretch>
                  <a:fillRect l="-12821" r="-179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B5C5F5E-0447-E141-9657-54A784DBE803}"/>
                  </a:ext>
                </a:extLst>
              </p:cNvPr>
              <p:cNvSpPr txBox="1"/>
              <p:nvPr/>
            </p:nvSpPr>
            <p:spPr>
              <a:xfrm>
                <a:off x="7539881" y="4790208"/>
                <a:ext cx="493729" cy="64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0B5C5F5E-0447-E141-9657-54A784DBE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881" y="4790208"/>
                <a:ext cx="493729" cy="648254"/>
              </a:xfrm>
              <a:prstGeom prst="rect">
                <a:avLst/>
              </a:prstGeom>
              <a:blipFill>
                <a:blip r:embed="rId26"/>
                <a:stretch>
                  <a:fillRect l="-12500" r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!!加号">
                <a:extLst>
                  <a:ext uri="{FF2B5EF4-FFF2-40B4-BE49-F238E27FC236}">
                    <a16:creationId xmlns:a16="http://schemas.microsoft.com/office/drawing/2014/main" id="{6783FFB4-C58E-174D-937C-22C67AA1EE29}"/>
                  </a:ext>
                </a:extLst>
              </p:cNvPr>
              <p:cNvSpPr txBox="1"/>
              <p:nvPr/>
            </p:nvSpPr>
            <p:spPr>
              <a:xfrm>
                <a:off x="8559717" y="4780408"/>
                <a:ext cx="493729" cy="64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!!加号">
                <a:extLst>
                  <a:ext uri="{FF2B5EF4-FFF2-40B4-BE49-F238E27FC236}">
                    <a16:creationId xmlns:a16="http://schemas.microsoft.com/office/drawing/2014/main" id="{6783FFB4-C58E-174D-937C-22C67AA1E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717" y="4780408"/>
                <a:ext cx="493729" cy="648254"/>
              </a:xfrm>
              <a:prstGeom prst="rect">
                <a:avLst/>
              </a:prstGeom>
              <a:blipFill>
                <a:blip r:embed="rId25"/>
                <a:stretch>
                  <a:fillRect l="-10000" r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65573E-57F4-F049-B918-AA6ECAE6612F}"/>
                  </a:ext>
                </a:extLst>
              </p:cNvPr>
              <p:cNvSpPr txBox="1"/>
              <p:nvPr/>
            </p:nvSpPr>
            <p:spPr>
              <a:xfrm>
                <a:off x="10305524" y="4779651"/>
                <a:ext cx="4937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65573E-57F4-F049-B918-AA6ECAE66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5524" y="4779651"/>
                <a:ext cx="493729" cy="646331"/>
              </a:xfrm>
              <a:prstGeom prst="rect">
                <a:avLst/>
              </a:prstGeom>
              <a:blipFill>
                <a:blip r:embed="rId26"/>
                <a:stretch>
                  <a:fillRect l="-12500" r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80B6AB5-4840-204E-BA53-24D9EEF9D634}"/>
                  </a:ext>
                </a:extLst>
              </p:cNvPr>
              <p:cNvSpPr txBox="1"/>
              <p:nvPr/>
            </p:nvSpPr>
            <p:spPr>
              <a:xfrm>
                <a:off x="5733076" y="4780972"/>
                <a:ext cx="4937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80B6AB5-4840-204E-BA53-24D9EEF9D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076" y="4780972"/>
                <a:ext cx="493729" cy="646331"/>
              </a:xfrm>
              <a:prstGeom prst="rect">
                <a:avLst/>
              </a:prstGeom>
              <a:blipFill>
                <a:blip r:embed="rId27"/>
                <a:stretch>
                  <a:fillRect l="-12500" r="-10000" b="-21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4A460FB-540C-7F4A-868A-838036BDE9B5}"/>
                  </a:ext>
                </a:extLst>
              </p:cNvPr>
              <p:cNvSpPr txBox="1"/>
              <p:nvPr/>
            </p:nvSpPr>
            <p:spPr>
              <a:xfrm>
                <a:off x="10077549" y="4787203"/>
                <a:ext cx="49372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24A460FB-540C-7F4A-868A-838036BDE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7549" y="4787203"/>
                <a:ext cx="493729" cy="646331"/>
              </a:xfrm>
              <a:prstGeom prst="rect">
                <a:avLst/>
              </a:prstGeom>
              <a:blipFill>
                <a:blip r:embed="rId28"/>
                <a:stretch>
                  <a:fillRect l="-12500" r="-1250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3719910-9D5A-764B-98DD-BABD24DC9483}"/>
                  </a:ext>
                </a:extLst>
              </p:cNvPr>
              <p:cNvSpPr txBox="1"/>
              <p:nvPr/>
            </p:nvSpPr>
            <p:spPr>
              <a:xfrm>
                <a:off x="4939758" y="4792796"/>
                <a:ext cx="95841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03719910-9D5A-764B-98DD-BABD24DC9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758" y="4792796"/>
                <a:ext cx="958410" cy="646331"/>
              </a:xfrm>
              <a:prstGeom prst="rect">
                <a:avLst/>
              </a:prstGeom>
              <a:blipFill>
                <a:blip r:embed="rId29"/>
                <a:stretch>
                  <a:fillRect l="-2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(s)">
                <a:extLst>
                  <a:ext uri="{FF2B5EF4-FFF2-40B4-BE49-F238E27FC236}">
                    <a16:creationId xmlns:a16="http://schemas.microsoft.com/office/drawing/2014/main" id="{3D4764E3-1EE1-6343-B44D-56DE1BEB493F}"/>
                  </a:ext>
                </a:extLst>
              </p:cNvPr>
              <p:cNvSpPr txBox="1"/>
              <p:nvPr/>
            </p:nvSpPr>
            <p:spPr>
              <a:xfrm>
                <a:off x="1683103" y="2394267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8" name="R(s)">
                <a:extLst>
                  <a:ext uri="{FF2B5EF4-FFF2-40B4-BE49-F238E27FC236}">
                    <a16:creationId xmlns:a16="http://schemas.microsoft.com/office/drawing/2014/main" id="{3D4764E3-1EE1-6343-B44D-56DE1BEB4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103" y="2394267"/>
                <a:ext cx="944169" cy="553998"/>
              </a:xfrm>
              <a:prstGeom prst="rect">
                <a:avLst/>
              </a:prstGeom>
              <a:blipFill>
                <a:blip r:embed="rId30"/>
                <a:stretch>
                  <a:fillRect l="-16000" r="-22667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(s)">
                <a:extLst>
                  <a:ext uri="{FF2B5EF4-FFF2-40B4-BE49-F238E27FC236}">
                    <a16:creationId xmlns:a16="http://schemas.microsoft.com/office/drawing/2014/main" id="{9F1F87F7-B7DC-7744-B775-CD2AF5DE98E2}"/>
                  </a:ext>
                </a:extLst>
              </p:cNvPr>
              <p:cNvSpPr txBox="1"/>
              <p:nvPr/>
            </p:nvSpPr>
            <p:spPr>
              <a:xfrm>
                <a:off x="9795406" y="2394267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C(s)">
                <a:extLst>
                  <a:ext uri="{FF2B5EF4-FFF2-40B4-BE49-F238E27FC236}">
                    <a16:creationId xmlns:a16="http://schemas.microsoft.com/office/drawing/2014/main" id="{9F1F87F7-B7DC-7744-B775-CD2AF5DE9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5406" y="2394267"/>
                <a:ext cx="896079" cy="553998"/>
              </a:xfrm>
              <a:prstGeom prst="rect">
                <a:avLst/>
              </a:prstGeom>
              <a:blipFill>
                <a:blip r:embed="rId31"/>
                <a:stretch>
                  <a:fillRect l="-18310" r="-2394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本框 62">
            <a:extLst>
              <a:ext uri="{FF2B5EF4-FFF2-40B4-BE49-F238E27FC236}">
                <a16:creationId xmlns:a16="http://schemas.microsoft.com/office/drawing/2014/main" id="{F33C0F48-5ACC-E64D-9222-32572A3CD21B}"/>
              </a:ext>
            </a:extLst>
          </p:cNvPr>
          <p:cNvSpPr txBox="1"/>
          <p:nvPr/>
        </p:nvSpPr>
        <p:spPr>
          <a:xfrm>
            <a:off x="4592699" y="4495459"/>
            <a:ext cx="3523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3600" b="1" dirty="0">
                <a:latin typeface="Cambria Math" panose="02040503050406030204" pitchFamily="18" charset="0"/>
              </a:rPr>
              <a:t>=</a:t>
            </a:r>
            <a:endParaRPr lang="zh-CN" alt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分子加号">
                <a:extLst>
                  <a:ext uri="{FF2B5EF4-FFF2-40B4-BE49-F238E27FC236}">
                    <a16:creationId xmlns:a16="http://schemas.microsoft.com/office/drawing/2014/main" id="{5FD084EF-ECDC-C64B-BBCA-5ECB58B77B18}"/>
                  </a:ext>
                </a:extLst>
              </p:cNvPr>
              <p:cNvSpPr txBox="1"/>
              <p:nvPr/>
            </p:nvSpPr>
            <p:spPr>
              <a:xfrm>
                <a:off x="8224944" y="4209154"/>
                <a:ext cx="493729" cy="648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分子加号">
                <a:extLst>
                  <a:ext uri="{FF2B5EF4-FFF2-40B4-BE49-F238E27FC236}">
                    <a16:creationId xmlns:a16="http://schemas.microsoft.com/office/drawing/2014/main" id="{5FD084EF-ECDC-C64B-BBCA-5ECB58B77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4944" y="4209154"/>
                <a:ext cx="493729" cy="648254"/>
              </a:xfrm>
              <a:prstGeom prst="rect">
                <a:avLst/>
              </a:prstGeom>
              <a:blipFill>
                <a:blip r:embed="rId32"/>
                <a:stretch>
                  <a:fillRect l="-10000" r="-1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F25A211-0E1E-D54C-A35B-47329CEBF937}"/>
                  </a:ext>
                </a:extLst>
              </p:cNvPr>
              <p:cNvSpPr txBox="1"/>
              <p:nvPr/>
            </p:nvSpPr>
            <p:spPr>
              <a:xfrm>
                <a:off x="1868779" y="4190761"/>
                <a:ext cx="2768914" cy="11278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b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den>
                      </m:f>
                    </m:oMath>
                  </m:oMathPara>
                </a14:m>
                <a:endParaRPr lang="zh-CN" altLang="en-US" sz="3600" dirty="0"/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F25A211-0E1E-D54C-A35B-47329CEBF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779" y="4190761"/>
                <a:ext cx="2768914" cy="1127873"/>
              </a:xfrm>
              <a:prstGeom prst="rect">
                <a:avLst/>
              </a:prstGeom>
              <a:blipFill>
                <a:blip r:embed="rId33"/>
                <a:stretch>
                  <a:fillRect l="-2740" r="-457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73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6A0C6C3-72B9-224B-B7D3-8607CCF2A7EF}"/>
                  </a:ext>
                </a:extLst>
              </p:cNvPr>
              <p:cNvSpPr/>
              <p:nvPr/>
            </p:nvSpPr>
            <p:spPr>
              <a:xfrm>
                <a:off x="5540662" y="1052736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6A0C6C3-72B9-224B-B7D3-8607CCF2A7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052736"/>
                <a:ext cx="761999" cy="588818"/>
              </a:xfrm>
              <a:prstGeom prst="rect">
                <a:avLst/>
              </a:prstGeom>
              <a:blipFill>
                <a:blip r:embed="rId2"/>
                <a:stretch>
                  <a:fillRect b="-8163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F0E8610-D4B6-5247-8388-FC1CA84D5550}"/>
                  </a:ext>
                </a:extLst>
              </p:cNvPr>
              <p:cNvSpPr/>
              <p:nvPr/>
            </p:nvSpPr>
            <p:spPr>
              <a:xfrm>
                <a:off x="5540662" y="1953280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F0E8610-D4B6-5247-8388-FC1CA84D55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953280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l="-6349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04D864D-9B52-E642-85E9-7192D4C43914}"/>
                  </a:ext>
                </a:extLst>
              </p:cNvPr>
              <p:cNvSpPr/>
              <p:nvPr/>
            </p:nvSpPr>
            <p:spPr>
              <a:xfrm>
                <a:off x="5540662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04D864D-9B52-E642-85E9-7192D4C439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2853824"/>
                <a:ext cx="761999" cy="588818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FAD810C-0C11-2C42-B815-90B389284797}"/>
                  </a:ext>
                </a:extLst>
              </p:cNvPr>
              <p:cNvSpPr/>
              <p:nvPr/>
            </p:nvSpPr>
            <p:spPr>
              <a:xfrm>
                <a:off x="7362536" y="3761296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FAD810C-0C11-2C42-B815-90B3892847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3761296"/>
                <a:ext cx="761999" cy="588818"/>
              </a:xfrm>
              <a:prstGeom prst="rect">
                <a:avLst/>
              </a:prstGeom>
              <a:blipFill>
                <a:blip r:embed="rId5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601372-2556-4A4D-8821-66CC08629FB2}"/>
                  </a:ext>
                </a:extLst>
              </p:cNvPr>
              <p:cNvSpPr/>
              <p:nvPr/>
            </p:nvSpPr>
            <p:spPr>
              <a:xfrm>
                <a:off x="3718787" y="3785542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A601372-2556-4A4D-8821-66CC08629F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3785542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l="-4762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A955117-3401-904B-9694-F6F50FBD38E0}"/>
                  </a:ext>
                </a:extLst>
              </p:cNvPr>
              <p:cNvSpPr/>
              <p:nvPr/>
            </p:nvSpPr>
            <p:spPr>
              <a:xfrm>
                <a:off x="3718787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A955117-3401-904B-9694-F6F50FBD38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2853824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2BAC127-9A99-3447-B81E-B243BBAE7C52}"/>
                  </a:ext>
                </a:extLst>
              </p:cNvPr>
              <p:cNvSpPr/>
              <p:nvPr/>
            </p:nvSpPr>
            <p:spPr>
              <a:xfrm>
                <a:off x="7362536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2BAC127-9A99-3447-B81E-B243BBAE7C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2853824"/>
                <a:ext cx="761999" cy="588818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CA293D0-9AB3-3744-8D08-8854A7D5136A}"/>
                  </a:ext>
                </a:extLst>
              </p:cNvPr>
              <p:cNvSpPr/>
              <p:nvPr/>
            </p:nvSpPr>
            <p:spPr>
              <a:xfrm>
                <a:off x="9184410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CA293D0-9AB3-3744-8D08-8854A7D513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410" y="2853824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0EB68096-B16B-5F4D-848B-DAA09862BB97}"/>
              </a:ext>
            </a:extLst>
          </p:cNvPr>
          <p:cNvGrpSpPr/>
          <p:nvPr/>
        </p:nvGrpSpPr>
        <p:grpSpPr>
          <a:xfrm>
            <a:off x="2949341" y="3002759"/>
            <a:ext cx="290945" cy="290945"/>
            <a:chOff x="2971800" y="2670464"/>
            <a:chExt cx="290945" cy="290945"/>
          </a:xfrm>
        </p:grpSpPr>
        <p:sp>
          <p:nvSpPr>
            <p:cNvPr id="11" name="同心圆 10">
              <a:extLst>
                <a:ext uri="{FF2B5EF4-FFF2-40B4-BE49-F238E27FC236}">
                  <a16:creationId xmlns:a16="http://schemas.microsoft.com/office/drawing/2014/main" id="{BE28805A-AA5A-B743-829A-0E3BD13A4B6D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E3B315F-68E9-C14F-9CFE-E2B7849DD9A2}"/>
                </a:ext>
              </a:extLst>
            </p:cNvPr>
            <p:cNvCxnSpPr>
              <a:stCxn id="11" idx="1"/>
              <a:endCxn id="11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6F447FE3-04E0-2541-8AF3-040C8041B1FB}"/>
                </a:ext>
              </a:extLst>
            </p:cNvPr>
            <p:cNvCxnSpPr>
              <a:stCxn id="11" idx="7"/>
              <a:endCxn id="11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CDC0A61-5CB3-6040-A9CB-A5CCE7AFE3D0}"/>
              </a:ext>
            </a:extLst>
          </p:cNvPr>
          <p:cNvGrpSpPr/>
          <p:nvPr/>
        </p:nvGrpSpPr>
        <p:grpSpPr>
          <a:xfrm>
            <a:off x="4771216" y="3002760"/>
            <a:ext cx="290945" cy="290945"/>
            <a:chOff x="2971800" y="2670464"/>
            <a:chExt cx="290945" cy="290945"/>
          </a:xfrm>
        </p:grpSpPr>
        <p:sp>
          <p:nvSpPr>
            <p:cNvPr id="15" name="同心圆 14">
              <a:extLst>
                <a:ext uri="{FF2B5EF4-FFF2-40B4-BE49-F238E27FC236}">
                  <a16:creationId xmlns:a16="http://schemas.microsoft.com/office/drawing/2014/main" id="{D9DDC7F0-EF0E-4749-BDCB-070A2E8BF8DD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72558978-3EB4-694D-B6A7-8A2BAB9949DD}"/>
                </a:ext>
              </a:extLst>
            </p:cNvPr>
            <p:cNvCxnSpPr>
              <a:stCxn id="15" idx="1"/>
              <a:endCxn id="1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8A22ACAC-9053-7349-A366-A41F1194781B}"/>
                </a:ext>
              </a:extLst>
            </p:cNvPr>
            <p:cNvCxnSpPr>
              <a:stCxn id="15" idx="7"/>
              <a:endCxn id="1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C59B66F-245E-1149-8C66-043801627D03}"/>
              </a:ext>
            </a:extLst>
          </p:cNvPr>
          <p:cNvGrpSpPr/>
          <p:nvPr/>
        </p:nvGrpSpPr>
        <p:grpSpPr>
          <a:xfrm>
            <a:off x="6597077" y="3005643"/>
            <a:ext cx="290945" cy="290945"/>
            <a:chOff x="2971800" y="2670464"/>
            <a:chExt cx="290945" cy="290945"/>
          </a:xfrm>
        </p:grpSpPr>
        <p:sp>
          <p:nvSpPr>
            <p:cNvPr id="19" name="同心圆 18">
              <a:extLst>
                <a:ext uri="{FF2B5EF4-FFF2-40B4-BE49-F238E27FC236}">
                  <a16:creationId xmlns:a16="http://schemas.microsoft.com/office/drawing/2014/main" id="{F8311A33-6B73-BF46-90F1-0B1AC2A54F6D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07F006CC-2462-354D-9B0E-98C6658FDECB}"/>
                </a:ext>
              </a:extLst>
            </p:cNvPr>
            <p:cNvCxnSpPr>
              <a:stCxn id="19" idx="1"/>
              <a:endCxn id="19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FC836DA6-9A9A-A74F-84F9-BCEE6F478E7A}"/>
                </a:ext>
              </a:extLst>
            </p:cNvPr>
            <p:cNvCxnSpPr>
              <a:stCxn id="19" idx="7"/>
              <a:endCxn id="19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42761DF-7ABB-4D47-9A6E-1E039C2A3C1C}"/>
              </a:ext>
            </a:extLst>
          </p:cNvPr>
          <p:cNvGrpSpPr/>
          <p:nvPr/>
        </p:nvGrpSpPr>
        <p:grpSpPr>
          <a:xfrm>
            <a:off x="8422411" y="3002759"/>
            <a:ext cx="290945" cy="290945"/>
            <a:chOff x="2971800" y="2670464"/>
            <a:chExt cx="290945" cy="290945"/>
          </a:xfrm>
        </p:grpSpPr>
        <p:sp>
          <p:nvSpPr>
            <p:cNvPr id="23" name="同心圆 22">
              <a:extLst>
                <a:ext uri="{FF2B5EF4-FFF2-40B4-BE49-F238E27FC236}">
                  <a16:creationId xmlns:a16="http://schemas.microsoft.com/office/drawing/2014/main" id="{3E0EA808-FA0D-D94A-A973-C1CC1845F51E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5BFEF18D-4627-6046-B7B5-8FDD0B2F1485}"/>
                </a:ext>
              </a:extLst>
            </p:cNvPr>
            <p:cNvCxnSpPr>
              <a:stCxn id="23" idx="1"/>
              <a:endCxn id="23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C98ECA77-3BA6-2148-A02F-E297CA938043}"/>
                </a:ext>
              </a:extLst>
            </p:cNvPr>
            <p:cNvCxnSpPr>
              <a:stCxn id="23" idx="7"/>
              <a:endCxn id="23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A7A42E23-FCDC-4B44-936E-C360BCA5FD36}"/>
              </a:ext>
            </a:extLst>
          </p:cNvPr>
          <p:cNvCxnSpPr>
            <a:endCxn id="11" idx="2"/>
          </p:cNvCxnSpPr>
          <p:nvPr/>
        </p:nvCxnSpPr>
        <p:spPr>
          <a:xfrm>
            <a:off x="2474838" y="3148231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56A27B88-1996-C348-B440-B1FF46B0BE05}"/>
              </a:ext>
            </a:extLst>
          </p:cNvPr>
          <p:cNvCxnSpPr>
            <a:cxnSpLocks/>
            <a:stCxn id="11" idx="6"/>
            <a:endCxn id="7" idx="1"/>
          </p:cNvCxnSpPr>
          <p:nvPr/>
        </p:nvCxnSpPr>
        <p:spPr>
          <a:xfrm>
            <a:off x="3240286" y="3148232"/>
            <a:ext cx="47850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10F24F76-F9BC-514A-9714-A09019D0D963}"/>
              </a:ext>
            </a:extLst>
          </p:cNvPr>
          <p:cNvCxnSpPr>
            <a:cxnSpLocks/>
            <a:stCxn id="7" idx="3"/>
            <a:endCxn id="15" idx="2"/>
          </p:cNvCxnSpPr>
          <p:nvPr/>
        </p:nvCxnSpPr>
        <p:spPr>
          <a:xfrm>
            <a:off x="4480786" y="3148233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0713422E-BAA7-8C4B-9AA9-20D7F9827EC0}"/>
              </a:ext>
            </a:extLst>
          </p:cNvPr>
          <p:cNvCxnSpPr/>
          <p:nvPr/>
        </p:nvCxnSpPr>
        <p:spPr>
          <a:xfrm>
            <a:off x="5066158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0E8B5D4-3F86-3A40-B4CE-E0137D72137B}"/>
              </a:ext>
            </a:extLst>
          </p:cNvPr>
          <p:cNvCxnSpPr/>
          <p:nvPr/>
        </p:nvCxnSpPr>
        <p:spPr>
          <a:xfrm>
            <a:off x="6888033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7E7E623-5AED-7446-B32C-A053A0641B08}"/>
              </a:ext>
            </a:extLst>
          </p:cNvPr>
          <p:cNvCxnSpPr/>
          <p:nvPr/>
        </p:nvCxnSpPr>
        <p:spPr>
          <a:xfrm>
            <a:off x="8711632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A10F4DB8-5161-9C45-8959-2E9C4BEE47A5}"/>
              </a:ext>
            </a:extLst>
          </p:cNvPr>
          <p:cNvCxnSpPr>
            <a:cxnSpLocks/>
          </p:cNvCxnSpPr>
          <p:nvPr/>
        </p:nvCxnSpPr>
        <p:spPr>
          <a:xfrm>
            <a:off x="6306647" y="3148230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BA26F58E-591D-7F48-BD18-7884DA2E3EF1}"/>
              </a:ext>
            </a:extLst>
          </p:cNvPr>
          <p:cNvCxnSpPr>
            <a:cxnSpLocks/>
          </p:cNvCxnSpPr>
          <p:nvPr/>
        </p:nvCxnSpPr>
        <p:spPr>
          <a:xfrm>
            <a:off x="8131981" y="3148230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E52F645-E9D4-8344-8806-53F8EFA2967F}"/>
              </a:ext>
            </a:extLst>
          </p:cNvPr>
          <p:cNvCxnSpPr/>
          <p:nvPr/>
        </p:nvCxnSpPr>
        <p:spPr>
          <a:xfrm>
            <a:off x="9942960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0ECE007C-E92B-E640-B9CD-2607E6394A86}"/>
              </a:ext>
            </a:extLst>
          </p:cNvPr>
          <p:cNvCxnSpPr>
            <a:cxnSpLocks/>
            <a:stCxn id="2" idx="3"/>
            <a:endCxn id="23" idx="0"/>
          </p:cNvCxnSpPr>
          <p:nvPr/>
        </p:nvCxnSpPr>
        <p:spPr>
          <a:xfrm>
            <a:off x="6302661" y="1347145"/>
            <a:ext cx="2265223" cy="165561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8ED56C15-F4F2-BF49-A4ED-3883F7B6A7ED}"/>
              </a:ext>
            </a:extLst>
          </p:cNvPr>
          <p:cNvCxnSpPr>
            <a:endCxn id="2" idx="1"/>
          </p:cNvCxnSpPr>
          <p:nvPr/>
        </p:nvCxnSpPr>
        <p:spPr>
          <a:xfrm flipV="1">
            <a:off x="3397250" y="1347145"/>
            <a:ext cx="2143412" cy="1801085"/>
          </a:xfrm>
          <a:prstGeom prst="bentConnector3">
            <a:avLst>
              <a:gd name="adj1" fmla="val 8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DB770F07-755B-924B-9864-EAFE2AF47329}"/>
              </a:ext>
            </a:extLst>
          </p:cNvPr>
          <p:cNvCxnSpPr>
            <a:endCxn id="6" idx="3"/>
          </p:cNvCxnSpPr>
          <p:nvPr/>
        </p:nvCxnSpPr>
        <p:spPr>
          <a:xfrm rot="5400000">
            <a:off x="4426238" y="3202779"/>
            <a:ext cx="931721" cy="82262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F352B990-0497-3D45-9921-91CF07DC41FE}"/>
              </a:ext>
            </a:extLst>
          </p:cNvPr>
          <p:cNvCxnSpPr>
            <a:cxnSpLocks/>
            <a:stCxn id="6" idx="1"/>
            <a:endCxn id="11" idx="4"/>
          </p:cNvCxnSpPr>
          <p:nvPr/>
        </p:nvCxnSpPr>
        <p:spPr>
          <a:xfrm rot="10800000">
            <a:off x="3094815" y="3293705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2BB9627F-FCE1-9545-8E91-74EDFF3C1096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>
            <a:off x="8082972" y="3189793"/>
            <a:ext cx="907475" cy="82434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D266DA71-574C-654C-B0EF-73BDACCF8D86}"/>
              </a:ext>
            </a:extLst>
          </p:cNvPr>
          <p:cNvCxnSpPr>
            <a:cxnSpLocks/>
          </p:cNvCxnSpPr>
          <p:nvPr/>
        </p:nvCxnSpPr>
        <p:spPr>
          <a:xfrm rot="10800000">
            <a:off x="6740300" y="3276387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CA236246-784A-D94D-AD22-F64EADFC9026}"/>
              </a:ext>
            </a:extLst>
          </p:cNvPr>
          <p:cNvCxnSpPr>
            <a:cxnSpLocks/>
            <a:stCxn id="3" idx="1"/>
            <a:endCxn id="15" idx="0"/>
          </p:cNvCxnSpPr>
          <p:nvPr/>
        </p:nvCxnSpPr>
        <p:spPr>
          <a:xfrm rot="10800000" flipV="1">
            <a:off x="4916690" y="2247688"/>
            <a:ext cx="623973" cy="75507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46F9632-7B7D-5643-AA7C-513A3A32479E}"/>
                  </a:ext>
                </a:extLst>
              </p:cNvPr>
              <p:cNvSpPr txBox="1"/>
              <p:nvPr/>
            </p:nvSpPr>
            <p:spPr>
              <a:xfrm>
                <a:off x="1388646" y="2853824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746F9632-7B7D-5643-AA7C-513A3A324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46" y="2853824"/>
                <a:ext cx="944169" cy="553998"/>
              </a:xfrm>
              <a:prstGeom prst="rect">
                <a:avLst/>
              </a:prstGeom>
              <a:blipFill>
                <a:blip r:embed="rId10"/>
                <a:stretch>
                  <a:fillRect l="-16000" r="-2133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6910EB9-617E-6943-BB1E-5B8C0DBAD6AF}"/>
                  </a:ext>
                </a:extLst>
              </p:cNvPr>
              <p:cNvSpPr txBox="1"/>
              <p:nvPr/>
            </p:nvSpPr>
            <p:spPr>
              <a:xfrm>
                <a:off x="10562935" y="2853824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36910EB9-617E-6943-BB1E-5B8C0DBAD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935" y="2853824"/>
                <a:ext cx="896079" cy="553998"/>
              </a:xfrm>
              <a:prstGeom prst="rect">
                <a:avLst/>
              </a:prstGeom>
              <a:blipFill>
                <a:blip r:embed="rId11"/>
                <a:stretch>
                  <a:fillRect l="-16667" r="-23611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86CCD70-155B-8349-A8FB-3AABC1697297}"/>
                  </a:ext>
                </a:extLst>
              </p:cNvPr>
              <p:cNvSpPr txBox="1"/>
              <p:nvPr/>
            </p:nvSpPr>
            <p:spPr>
              <a:xfrm>
                <a:off x="436146" y="4498172"/>
                <a:ext cx="180903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686CCD70-155B-8349-A8FB-3AABC1697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46" y="4498172"/>
                <a:ext cx="1809032" cy="553998"/>
              </a:xfrm>
              <a:prstGeom prst="rect">
                <a:avLst/>
              </a:prstGeom>
              <a:blipFill>
                <a:blip r:embed="rId12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D9E5F1C-CC16-9349-BF10-A6D99E48B691}"/>
                  </a:ext>
                </a:extLst>
              </p:cNvPr>
              <p:cNvSpPr txBox="1"/>
              <p:nvPr/>
            </p:nvSpPr>
            <p:spPr>
              <a:xfrm>
                <a:off x="1915251" y="4498170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D9E5F1C-CC16-9349-BF10-A6D99E48B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251" y="4498170"/>
                <a:ext cx="1418499" cy="553998"/>
              </a:xfrm>
              <a:prstGeom prst="rect">
                <a:avLst/>
              </a:prstGeom>
              <a:blipFill>
                <a:blip r:embed="rId13"/>
                <a:stretch>
                  <a:fillRect l="-5310" r="-8850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3AFB5A0-B49A-1042-A3DC-9EC18D7F133D}"/>
                  </a:ext>
                </a:extLst>
              </p:cNvPr>
              <p:cNvSpPr txBox="1"/>
              <p:nvPr/>
            </p:nvSpPr>
            <p:spPr>
              <a:xfrm>
                <a:off x="3333750" y="4498170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43AFB5A0-B49A-1042-A3DC-9EC18D7F1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4498170"/>
                <a:ext cx="1418499" cy="553998"/>
              </a:xfrm>
              <a:prstGeom prst="rect">
                <a:avLst/>
              </a:prstGeom>
              <a:blipFill>
                <a:blip r:embed="rId14"/>
                <a:stretch>
                  <a:fillRect l="-5310" r="-7965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08A9776-ABFE-6941-81B4-7E609956F8A6}"/>
                  </a:ext>
                </a:extLst>
              </p:cNvPr>
              <p:cNvSpPr txBox="1"/>
              <p:nvPr/>
            </p:nvSpPr>
            <p:spPr>
              <a:xfrm>
                <a:off x="4752249" y="4498170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08A9776-ABFE-6941-81B4-7E609956F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249" y="4498170"/>
                <a:ext cx="1418499" cy="553998"/>
              </a:xfrm>
              <a:prstGeom prst="rect">
                <a:avLst/>
              </a:prstGeom>
              <a:blipFill>
                <a:blip r:embed="rId15"/>
                <a:stretch>
                  <a:fillRect l="-5357" r="-8929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4B57178-8EDF-3640-9752-B3BC5B407667}"/>
                  </a:ext>
                </a:extLst>
              </p:cNvPr>
              <p:cNvSpPr txBox="1"/>
              <p:nvPr/>
            </p:nvSpPr>
            <p:spPr>
              <a:xfrm>
                <a:off x="6096000" y="4505099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4B57178-8EDF-3640-9752-B3BC5B407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05099"/>
                <a:ext cx="2793576" cy="553998"/>
              </a:xfrm>
              <a:prstGeom prst="rect">
                <a:avLst/>
              </a:prstGeom>
              <a:blipFill>
                <a:blip r:embed="rId16"/>
                <a:stretch>
                  <a:fillRect r="-4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049107F6-3D81-094A-98F1-DA74E4F4D743}"/>
                  </a:ext>
                </a:extLst>
              </p:cNvPr>
              <p:cNvSpPr txBox="1"/>
              <p:nvPr/>
            </p:nvSpPr>
            <p:spPr>
              <a:xfrm>
                <a:off x="8670748" y="4505099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049107F6-3D81-094A-98F1-DA74E4F4D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748" y="4505099"/>
                <a:ext cx="2793576" cy="553998"/>
              </a:xfrm>
              <a:prstGeom prst="rect">
                <a:avLst/>
              </a:prstGeom>
              <a:blipFill>
                <a:blip r:embed="rId17"/>
                <a:stretch>
                  <a:fillRect l="-90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肘形连接符 49">
            <a:extLst>
              <a:ext uri="{FF2B5EF4-FFF2-40B4-BE49-F238E27FC236}">
                <a16:creationId xmlns:a16="http://schemas.microsoft.com/office/drawing/2014/main" id="{0269BF44-043E-BB4E-9325-2263D7E5257C}"/>
              </a:ext>
            </a:extLst>
          </p:cNvPr>
          <p:cNvCxnSpPr>
            <a:cxnSpLocks/>
            <a:stCxn id="15" idx="6"/>
            <a:endCxn id="6" idx="3"/>
          </p:cNvCxnSpPr>
          <p:nvPr/>
        </p:nvCxnSpPr>
        <p:spPr>
          <a:xfrm flipH="1">
            <a:off x="4480786" y="3148233"/>
            <a:ext cx="581375" cy="931718"/>
          </a:xfrm>
          <a:prstGeom prst="bentConnector3">
            <a:avLst>
              <a:gd name="adj1" fmla="val -393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>
            <a:extLst>
              <a:ext uri="{FF2B5EF4-FFF2-40B4-BE49-F238E27FC236}">
                <a16:creationId xmlns:a16="http://schemas.microsoft.com/office/drawing/2014/main" id="{164D4FE3-2D99-6844-A9FC-FE71285E4E5D}"/>
              </a:ext>
            </a:extLst>
          </p:cNvPr>
          <p:cNvCxnSpPr>
            <a:cxnSpLocks/>
            <a:stCxn id="23" idx="6"/>
            <a:endCxn id="5" idx="3"/>
          </p:cNvCxnSpPr>
          <p:nvPr/>
        </p:nvCxnSpPr>
        <p:spPr>
          <a:xfrm flipH="1">
            <a:off x="8124535" y="3148232"/>
            <a:ext cx="588821" cy="907473"/>
          </a:xfrm>
          <a:prstGeom prst="bentConnector3">
            <a:avLst>
              <a:gd name="adj1" fmla="val -38823"/>
            </a:avLst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51">
            <a:extLst>
              <a:ext uri="{FF2B5EF4-FFF2-40B4-BE49-F238E27FC236}">
                <a16:creationId xmlns:a16="http://schemas.microsoft.com/office/drawing/2014/main" id="{013B4ECA-069C-404F-B628-15D11F91F367}"/>
              </a:ext>
            </a:extLst>
          </p:cNvPr>
          <p:cNvCxnSpPr>
            <a:cxnSpLocks/>
            <a:stCxn id="11" idx="6"/>
            <a:endCxn id="2" idx="1"/>
          </p:cNvCxnSpPr>
          <p:nvPr/>
        </p:nvCxnSpPr>
        <p:spPr>
          <a:xfrm flipV="1">
            <a:off x="3240286" y="1347145"/>
            <a:ext cx="2300376" cy="1801087"/>
          </a:xfrm>
          <a:prstGeom prst="bentConnector3">
            <a:avLst>
              <a:gd name="adj1" fmla="val 721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A5BCE43B-832B-ED4D-AA2E-B6CCD2FE6475}"/>
              </a:ext>
            </a:extLst>
          </p:cNvPr>
          <p:cNvCxnSpPr>
            <a:cxnSpLocks/>
            <a:stCxn id="19" idx="6"/>
            <a:endCxn id="3" idx="3"/>
          </p:cNvCxnSpPr>
          <p:nvPr/>
        </p:nvCxnSpPr>
        <p:spPr>
          <a:xfrm flipH="1" flipV="1">
            <a:off x="6302661" y="2247689"/>
            <a:ext cx="585361" cy="903427"/>
          </a:xfrm>
          <a:prstGeom prst="bentConnector3">
            <a:avLst>
              <a:gd name="adj1" fmla="val -3037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3">
            <a:extLst>
              <a:ext uri="{FF2B5EF4-FFF2-40B4-BE49-F238E27FC236}">
                <a16:creationId xmlns:a16="http://schemas.microsoft.com/office/drawing/2014/main" id="{B1A8BE06-623E-2A49-8CF4-14F869CFB94A}"/>
              </a:ext>
            </a:extLst>
          </p:cNvPr>
          <p:cNvSpPr txBox="1"/>
          <p:nvPr/>
        </p:nvSpPr>
        <p:spPr>
          <a:xfrm>
            <a:off x="614452" y="332656"/>
            <a:ext cx="454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：由结构图求传递函数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238414703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37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0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3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46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"/>
                            </p:stCondLst>
                            <p:childTnLst>
                              <p:par>
                                <p:cTn id="50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3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9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1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0" dur="1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3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6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9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1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"/>
                            </p:stCondLst>
                            <p:childTnLst>
                              <p:par>
                                <p:cTn id="83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9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2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1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3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6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9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2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1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0"/>
                            </p:stCondLst>
                            <p:childTnLst>
                              <p:par>
                                <p:cTn id="116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9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2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5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7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8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5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1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4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7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10"/>
                            </p:stCondLst>
                            <p:childTnLst>
                              <p:par>
                                <p:cTn id="1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48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1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4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0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6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9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1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0"/>
                            </p:stCondLst>
                            <p:childTnLst>
                              <p:par>
                                <p:cTn id="173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5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6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8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9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1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2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4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5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8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0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1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3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4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6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510"/>
                            </p:stCondLst>
                            <p:childTnLst>
                              <p:par>
                                <p:cTn id="1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05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08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11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14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17" dur="1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20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23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26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5" grpId="1"/>
      <p:bldP spid="46" grpId="0"/>
      <p:bldP spid="46" grpId="1"/>
      <p:bldP spid="47" grpId="0"/>
      <p:bldP spid="47" grpId="1"/>
      <p:bldP spid="48" grpId="0"/>
      <p:bldP spid="48" grpId="1"/>
      <p:bldP spid="49" grpId="0"/>
      <p:bldP spid="49" grpId="1"/>
      <p:bldP spid="5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BD949B-17BA-464A-B17C-468981CA0205}"/>
                  </a:ext>
                </a:extLst>
              </p:cNvPr>
              <p:cNvSpPr/>
              <p:nvPr/>
            </p:nvSpPr>
            <p:spPr>
              <a:xfrm>
                <a:off x="5540662" y="1052736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5BD949B-17BA-464A-B17C-468981CA02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052736"/>
                <a:ext cx="761999" cy="588818"/>
              </a:xfrm>
              <a:prstGeom prst="rect">
                <a:avLst/>
              </a:prstGeom>
              <a:blipFill>
                <a:blip r:embed="rId2"/>
                <a:stretch>
                  <a:fillRect b="-8163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2EE2042-0780-7642-969D-CEDD777D062B}"/>
                  </a:ext>
                </a:extLst>
              </p:cNvPr>
              <p:cNvSpPr/>
              <p:nvPr/>
            </p:nvSpPr>
            <p:spPr>
              <a:xfrm>
                <a:off x="5540662" y="1953280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2EE2042-0780-7642-969D-CEDD777D06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953280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l="-6349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E9A1C75-A382-1D46-A876-08019F622736}"/>
                  </a:ext>
                </a:extLst>
              </p:cNvPr>
              <p:cNvSpPr/>
              <p:nvPr/>
            </p:nvSpPr>
            <p:spPr>
              <a:xfrm>
                <a:off x="5540662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E9A1C75-A382-1D46-A876-08019F6227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2853824"/>
                <a:ext cx="761999" cy="588818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33E149B-A8A6-D84B-AA47-6C3EF9A4E0CC}"/>
                  </a:ext>
                </a:extLst>
              </p:cNvPr>
              <p:cNvSpPr/>
              <p:nvPr/>
            </p:nvSpPr>
            <p:spPr>
              <a:xfrm>
                <a:off x="7362536" y="3761296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33E149B-A8A6-D84B-AA47-6C3EF9A4E0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3761296"/>
                <a:ext cx="761999" cy="588818"/>
              </a:xfrm>
              <a:prstGeom prst="rect">
                <a:avLst/>
              </a:prstGeom>
              <a:blipFill>
                <a:blip r:embed="rId5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8B603E9-3C20-3745-8147-D55B1586C1D6}"/>
                  </a:ext>
                </a:extLst>
              </p:cNvPr>
              <p:cNvSpPr/>
              <p:nvPr/>
            </p:nvSpPr>
            <p:spPr>
              <a:xfrm>
                <a:off x="3718787" y="3785542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8B603E9-3C20-3745-8147-D55B1586C1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3785542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l="-4762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A2AF3E4-727A-5F49-BFC9-EBAE34B37541}"/>
                  </a:ext>
                </a:extLst>
              </p:cNvPr>
              <p:cNvSpPr/>
              <p:nvPr/>
            </p:nvSpPr>
            <p:spPr>
              <a:xfrm>
                <a:off x="3718787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A2AF3E4-727A-5F49-BFC9-EBAE34B375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2853824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051D9C1-92E2-C44C-8F16-485EA34468E6}"/>
                  </a:ext>
                </a:extLst>
              </p:cNvPr>
              <p:cNvSpPr/>
              <p:nvPr/>
            </p:nvSpPr>
            <p:spPr>
              <a:xfrm>
                <a:off x="7362536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051D9C1-92E2-C44C-8F16-485EA34468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2853824"/>
                <a:ext cx="761999" cy="588818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D30D1E3-62EB-B24E-8211-475D01936B57}"/>
                  </a:ext>
                </a:extLst>
              </p:cNvPr>
              <p:cNvSpPr/>
              <p:nvPr/>
            </p:nvSpPr>
            <p:spPr>
              <a:xfrm>
                <a:off x="9184410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D30D1E3-62EB-B24E-8211-475D01936B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410" y="2853824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25EAE15C-0441-9E42-9734-348AF3BC8592}"/>
              </a:ext>
            </a:extLst>
          </p:cNvPr>
          <p:cNvGrpSpPr/>
          <p:nvPr/>
        </p:nvGrpSpPr>
        <p:grpSpPr>
          <a:xfrm>
            <a:off x="2949341" y="3002759"/>
            <a:ext cx="290945" cy="290945"/>
            <a:chOff x="2971800" y="2670464"/>
            <a:chExt cx="290945" cy="290945"/>
          </a:xfrm>
        </p:grpSpPr>
        <p:sp>
          <p:nvSpPr>
            <p:cNvPr id="11" name="同心圆 10">
              <a:extLst>
                <a:ext uri="{FF2B5EF4-FFF2-40B4-BE49-F238E27FC236}">
                  <a16:creationId xmlns:a16="http://schemas.microsoft.com/office/drawing/2014/main" id="{BF1D933E-EB5F-C84A-AEE7-C9CDD9BA9F1C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D1A9E857-E39A-604E-A962-1F068D3101B8}"/>
                </a:ext>
              </a:extLst>
            </p:cNvPr>
            <p:cNvCxnSpPr>
              <a:stCxn id="11" idx="1"/>
              <a:endCxn id="11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3434D097-1F26-164D-AB97-CB0A61F068F3}"/>
                </a:ext>
              </a:extLst>
            </p:cNvPr>
            <p:cNvCxnSpPr>
              <a:stCxn id="11" idx="7"/>
              <a:endCxn id="11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760DA0E-CB8E-504C-850D-F96522720EB2}"/>
              </a:ext>
            </a:extLst>
          </p:cNvPr>
          <p:cNvGrpSpPr/>
          <p:nvPr/>
        </p:nvGrpSpPr>
        <p:grpSpPr>
          <a:xfrm>
            <a:off x="4771216" y="3002760"/>
            <a:ext cx="290945" cy="290945"/>
            <a:chOff x="2971800" y="2670464"/>
            <a:chExt cx="290945" cy="290945"/>
          </a:xfrm>
        </p:grpSpPr>
        <p:sp>
          <p:nvSpPr>
            <p:cNvPr id="15" name="同心圆 14">
              <a:extLst>
                <a:ext uri="{FF2B5EF4-FFF2-40B4-BE49-F238E27FC236}">
                  <a16:creationId xmlns:a16="http://schemas.microsoft.com/office/drawing/2014/main" id="{F4541359-6E34-B649-A099-86B517039AAC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D7440B7F-BACB-9D4E-8EAD-C9DD318BC839}"/>
                </a:ext>
              </a:extLst>
            </p:cNvPr>
            <p:cNvCxnSpPr>
              <a:stCxn id="15" idx="1"/>
              <a:endCxn id="1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2ADFDC90-3276-AD43-9BB6-05762DEC73B5}"/>
                </a:ext>
              </a:extLst>
            </p:cNvPr>
            <p:cNvCxnSpPr>
              <a:stCxn id="15" idx="7"/>
              <a:endCxn id="1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1E0BA72-75E1-0944-ACB3-6A9263A430CA}"/>
              </a:ext>
            </a:extLst>
          </p:cNvPr>
          <p:cNvGrpSpPr/>
          <p:nvPr/>
        </p:nvGrpSpPr>
        <p:grpSpPr>
          <a:xfrm>
            <a:off x="6597077" y="3005643"/>
            <a:ext cx="290945" cy="290945"/>
            <a:chOff x="2971800" y="2670464"/>
            <a:chExt cx="290945" cy="290945"/>
          </a:xfrm>
        </p:grpSpPr>
        <p:sp>
          <p:nvSpPr>
            <p:cNvPr id="19" name="同心圆 18">
              <a:extLst>
                <a:ext uri="{FF2B5EF4-FFF2-40B4-BE49-F238E27FC236}">
                  <a16:creationId xmlns:a16="http://schemas.microsoft.com/office/drawing/2014/main" id="{E14666B6-F840-2247-A9F0-8908DED1405C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379870A7-A594-644A-A879-E5CAA2D7DD0A}"/>
                </a:ext>
              </a:extLst>
            </p:cNvPr>
            <p:cNvCxnSpPr>
              <a:stCxn id="19" idx="1"/>
              <a:endCxn id="19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0F8421C0-49A6-344E-A535-D9DCEE93CFB3}"/>
                </a:ext>
              </a:extLst>
            </p:cNvPr>
            <p:cNvCxnSpPr>
              <a:stCxn id="19" idx="7"/>
              <a:endCxn id="19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B05D549-AB7E-794B-B552-DD207038832F}"/>
              </a:ext>
            </a:extLst>
          </p:cNvPr>
          <p:cNvGrpSpPr/>
          <p:nvPr/>
        </p:nvGrpSpPr>
        <p:grpSpPr>
          <a:xfrm>
            <a:off x="8422411" y="3002759"/>
            <a:ext cx="290945" cy="290945"/>
            <a:chOff x="2971800" y="2670464"/>
            <a:chExt cx="290945" cy="290945"/>
          </a:xfrm>
        </p:grpSpPr>
        <p:sp>
          <p:nvSpPr>
            <p:cNvPr id="23" name="同心圆 22">
              <a:extLst>
                <a:ext uri="{FF2B5EF4-FFF2-40B4-BE49-F238E27FC236}">
                  <a16:creationId xmlns:a16="http://schemas.microsoft.com/office/drawing/2014/main" id="{D18B6B0A-DFAD-A648-8446-CD90CFD212A4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5EA4DBD1-4F6D-5048-ACFB-A549BE5D00A0}"/>
                </a:ext>
              </a:extLst>
            </p:cNvPr>
            <p:cNvCxnSpPr>
              <a:stCxn id="23" idx="1"/>
              <a:endCxn id="23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E890C4FB-D204-734C-BE2A-4F7A4EB9F9A2}"/>
                </a:ext>
              </a:extLst>
            </p:cNvPr>
            <p:cNvCxnSpPr>
              <a:stCxn id="23" idx="7"/>
              <a:endCxn id="23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63793622-8EA9-8549-9540-9A07618E745C}"/>
              </a:ext>
            </a:extLst>
          </p:cNvPr>
          <p:cNvCxnSpPr>
            <a:endCxn id="11" idx="2"/>
          </p:cNvCxnSpPr>
          <p:nvPr/>
        </p:nvCxnSpPr>
        <p:spPr>
          <a:xfrm>
            <a:off x="2474838" y="3148231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9AADFB9E-95CD-D549-A527-EB1C3CB2A204}"/>
              </a:ext>
            </a:extLst>
          </p:cNvPr>
          <p:cNvCxnSpPr>
            <a:cxnSpLocks/>
            <a:stCxn id="11" idx="6"/>
            <a:endCxn id="7" idx="1"/>
          </p:cNvCxnSpPr>
          <p:nvPr/>
        </p:nvCxnSpPr>
        <p:spPr>
          <a:xfrm>
            <a:off x="3240286" y="3148232"/>
            <a:ext cx="47850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C53EADF9-E033-0F41-8723-1B7C4265A369}"/>
              </a:ext>
            </a:extLst>
          </p:cNvPr>
          <p:cNvCxnSpPr>
            <a:cxnSpLocks/>
            <a:stCxn id="7" idx="3"/>
            <a:endCxn id="15" idx="2"/>
          </p:cNvCxnSpPr>
          <p:nvPr/>
        </p:nvCxnSpPr>
        <p:spPr>
          <a:xfrm>
            <a:off x="4480786" y="3148233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5C91917E-69A1-1044-AE50-018DF069DB60}"/>
              </a:ext>
            </a:extLst>
          </p:cNvPr>
          <p:cNvCxnSpPr/>
          <p:nvPr/>
        </p:nvCxnSpPr>
        <p:spPr>
          <a:xfrm>
            <a:off x="5066158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926FE2D-13BA-FF48-8691-1627E06C675E}"/>
              </a:ext>
            </a:extLst>
          </p:cNvPr>
          <p:cNvCxnSpPr/>
          <p:nvPr/>
        </p:nvCxnSpPr>
        <p:spPr>
          <a:xfrm>
            <a:off x="6888033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C701773-A33C-B84C-9502-117454F6D1A0}"/>
              </a:ext>
            </a:extLst>
          </p:cNvPr>
          <p:cNvCxnSpPr/>
          <p:nvPr/>
        </p:nvCxnSpPr>
        <p:spPr>
          <a:xfrm>
            <a:off x="8711632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BB211E87-4602-3545-9643-892097281B78}"/>
              </a:ext>
            </a:extLst>
          </p:cNvPr>
          <p:cNvCxnSpPr>
            <a:cxnSpLocks/>
          </p:cNvCxnSpPr>
          <p:nvPr/>
        </p:nvCxnSpPr>
        <p:spPr>
          <a:xfrm>
            <a:off x="6306647" y="3148230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79ADEBDA-E081-4D41-BB1C-4C26CEB7C3C5}"/>
              </a:ext>
            </a:extLst>
          </p:cNvPr>
          <p:cNvCxnSpPr>
            <a:cxnSpLocks/>
          </p:cNvCxnSpPr>
          <p:nvPr/>
        </p:nvCxnSpPr>
        <p:spPr>
          <a:xfrm>
            <a:off x="8131981" y="3148230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80675D50-5ADA-7443-ABE4-EF46FD15837F}"/>
              </a:ext>
            </a:extLst>
          </p:cNvPr>
          <p:cNvCxnSpPr/>
          <p:nvPr/>
        </p:nvCxnSpPr>
        <p:spPr>
          <a:xfrm>
            <a:off x="9942960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0EA3B22B-D448-114C-BEFB-305294687B53}"/>
              </a:ext>
            </a:extLst>
          </p:cNvPr>
          <p:cNvCxnSpPr>
            <a:cxnSpLocks/>
            <a:stCxn id="2" idx="3"/>
            <a:endCxn id="23" idx="0"/>
          </p:cNvCxnSpPr>
          <p:nvPr/>
        </p:nvCxnSpPr>
        <p:spPr>
          <a:xfrm>
            <a:off x="6302661" y="1347145"/>
            <a:ext cx="2265223" cy="165561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2B8FF6C0-EBC0-B646-BD07-5AFCBF8932AF}"/>
              </a:ext>
            </a:extLst>
          </p:cNvPr>
          <p:cNvCxnSpPr>
            <a:endCxn id="2" idx="1"/>
          </p:cNvCxnSpPr>
          <p:nvPr/>
        </p:nvCxnSpPr>
        <p:spPr>
          <a:xfrm flipV="1">
            <a:off x="3397250" y="1347145"/>
            <a:ext cx="2143412" cy="1801085"/>
          </a:xfrm>
          <a:prstGeom prst="bentConnector3">
            <a:avLst>
              <a:gd name="adj1" fmla="val 8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FF1FEF42-C125-D246-97D1-39AE5E9CFB2C}"/>
              </a:ext>
            </a:extLst>
          </p:cNvPr>
          <p:cNvCxnSpPr>
            <a:endCxn id="6" idx="3"/>
          </p:cNvCxnSpPr>
          <p:nvPr/>
        </p:nvCxnSpPr>
        <p:spPr>
          <a:xfrm rot="5400000">
            <a:off x="4426238" y="3202779"/>
            <a:ext cx="931721" cy="82262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9598ECB5-8453-CF47-8029-95483EFC0CF9}"/>
              </a:ext>
            </a:extLst>
          </p:cNvPr>
          <p:cNvCxnSpPr>
            <a:cxnSpLocks/>
            <a:stCxn id="6" idx="1"/>
            <a:endCxn id="11" idx="4"/>
          </p:cNvCxnSpPr>
          <p:nvPr/>
        </p:nvCxnSpPr>
        <p:spPr>
          <a:xfrm rot="10800000">
            <a:off x="3094815" y="3293705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8CDA48C3-D182-DA43-9035-4E3EBEC6D5F5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>
            <a:off x="8082972" y="3189793"/>
            <a:ext cx="907475" cy="82434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367F2325-487E-284E-85AE-37C2B671394C}"/>
              </a:ext>
            </a:extLst>
          </p:cNvPr>
          <p:cNvCxnSpPr>
            <a:cxnSpLocks/>
          </p:cNvCxnSpPr>
          <p:nvPr/>
        </p:nvCxnSpPr>
        <p:spPr>
          <a:xfrm rot="10800000">
            <a:off x="6740300" y="3276387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6106AD06-EB05-D24A-A0FF-E7ACC6FCE085}"/>
              </a:ext>
            </a:extLst>
          </p:cNvPr>
          <p:cNvCxnSpPr>
            <a:cxnSpLocks/>
            <a:stCxn id="3" idx="1"/>
            <a:endCxn id="15" idx="0"/>
          </p:cNvCxnSpPr>
          <p:nvPr/>
        </p:nvCxnSpPr>
        <p:spPr>
          <a:xfrm rot="10800000" flipV="1">
            <a:off x="4916690" y="2247688"/>
            <a:ext cx="623973" cy="75507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D592179-9BE7-2949-B179-FFAE278E0A7E}"/>
                  </a:ext>
                </a:extLst>
              </p:cNvPr>
              <p:cNvSpPr txBox="1"/>
              <p:nvPr/>
            </p:nvSpPr>
            <p:spPr>
              <a:xfrm>
                <a:off x="1388646" y="2853824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D592179-9BE7-2949-B179-FFAE278E0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46" y="2853824"/>
                <a:ext cx="944169" cy="553998"/>
              </a:xfrm>
              <a:prstGeom prst="rect">
                <a:avLst/>
              </a:prstGeom>
              <a:blipFill>
                <a:blip r:embed="rId10"/>
                <a:stretch>
                  <a:fillRect l="-16000" r="-2133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B858E6C-F76B-A747-AADA-BE27DAC1E266}"/>
                  </a:ext>
                </a:extLst>
              </p:cNvPr>
              <p:cNvSpPr txBox="1"/>
              <p:nvPr/>
            </p:nvSpPr>
            <p:spPr>
              <a:xfrm>
                <a:off x="10562935" y="2853824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0B858E6C-F76B-A747-AADA-BE27DAC1E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935" y="2853824"/>
                <a:ext cx="896079" cy="553998"/>
              </a:xfrm>
              <a:prstGeom prst="rect">
                <a:avLst/>
              </a:prstGeom>
              <a:blipFill>
                <a:blip r:embed="rId11"/>
                <a:stretch>
                  <a:fillRect l="-16667" r="-23611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E0501A9-2298-914B-B177-C11B130A6D5E}"/>
                  </a:ext>
                </a:extLst>
              </p:cNvPr>
              <p:cNvSpPr txBox="1"/>
              <p:nvPr/>
            </p:nvSpPr>
            <p:spPr>
              <a:xfrm>
                <a:off x="436146" y="4498172"/>
                <a:ext cx="180903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E0501A9-2298-914B-B177-C11B130A6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46" y="4498172"/>
                <a:ext cx="1809032" cy="553998"/>
              </a:xfrm>
              <a:prstGeom prst="rect">
                <a:avLst/>
              </a:prstGeom>
              <a:blipFill>
                <a:blip r:embed="rId12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5A9D255-8269-3E45-B34E-69226C9F481A}"/>
                  </a:ext>
                </a:extLst>
              </p:cNvPr>
              <p:cNvSpPr txBox="1"/>
              <p:nvPr/>
            </p:nvSpPr>
            <p:spPr>
              <a:xfrm>
                <a:off x="1915251" y="4498170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5A9D255-8269-3E45-B34E-69226C9F4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251" y="4498170"/>
                <a:ext cx="1418499" cy="553998"/>
              </a:xfrm>
              <a:prstGeom prst="rect">
                <a:avLst/>
              </a:prstGeom>
              <a:blipFill>
                <a:blip r:embed="rId13"/>
                <a:stretch>
                  <a:fillRect l="-5310" r="-8850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AA3BB9B-BE00-614A-A9B3-C52B63CDBBA4}"/>
                  </a:ext>
                </a:extLst>
              </p:cNvPr>
              <p:cNvSpPr txBox="1"/>
              <p:nvPr/>
            </p:nvSpPr>
            <p:spPr>
              <a:xfrm>
                <a:off x="3333750" y="4498170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7AA3BB9B-BE00-614A-A9B3-C52B63CDB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4498170"/>
                <a:ext cx="1418499" cy="553998"/>
              </a:xfrm>
              <a:prstGeom prst="rect">
                <a:avLst/>
              </a:prstGeom>
              <a:blipFill>
                <a:blip r:embed="rId14"/>
                <a:stretch>
                  <a:fillRect l="-5310" r="-7965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E1B2CBD-AF3C-A946-97B5-DA3928ACFBB3}"/>
                  </a:ext>
                </a:extLst>
              </p:cNvPr>
              <p:cNvSpPr txBox="1"/>
              <p:nvPr/>
            </p:nvSpPr>
            <p:spPr>
              <a:xfrm>
                <a:off x="4752249" y="4498170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7E1B2CBD-AF3C-A946-97B5-DA3928ACF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249" y="4498170"/>
                <a:ext cx="1418499" cy="553998"/>
              </a:xfrm>
              <a:prstGeom prst="rect">
                <a:avLst/>
              </a:prstGeom>
              <a:blipFill>
                <a:blip r:embed="rId15"/>
                <a:stretch>
                  <a:fillRect l="-5357" r="-8929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C783B34-26C3-564A-84A2-FEBA0B87428D}"/>
                  </a:ext>
                </a:extLst>
              </p:cNvPr>
              <p:cNvSpPr txBox="1"/>
              <p:nvPr/>
            </p:nvSpPr>
            <p:spPr>
              <a:xfrm>
                <a:off x="6096000" y="4505099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2C783B34-26C3-564A-84A2-FEBA0B874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05099"/>
                <a:ext cx="2793576" cy="553998"/>
              </a:xfrm>
              <a:prstGeom prst="rect">
                <a:avLst/>
              </a:prstGeom>
              <a:blipFill>
                <a:blip r:embed="rId16"/>
                <a:stretch>
                  <a:fillRect r="-45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8CFCB9D-18E7-284C-8A61-5CC62302A619}"/>
                  </a:ext>
                </a:extLst>
              </p:cNvPr>
              <p:cNvSpPr txBox="1"/>
              <p:nvPr/>
            </p:nvSpPr>
            <p:spPr>
              <a:xfrm>
                <a:off x="8670748" y="4505099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8CFCB9D-18E7-284C-8A61-5CC62302A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748" y="4505099"/>
                <a:ext cx="2793576" cy="553998"/>
              </a:xfrm>
              <a:prstGeom prst="rect">
                <a:avLst/>
              </a:prstGeom>
              <a:blipFill>
                <a:blip r:embed="rId17"/>
                <a:stretch>
                  <a:fillRect l="-90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肘形连接符 49">
            <a:extLst>
              <a:ext uri="{FF2B5EF4-FFF2-40B4-BE49-F238E27FC236}">
                <a16:creationId xmlns:a16="http://schemas.microsoft.com/office/drawing/2014/main" id="{D129C972-0183-D749-AD45-C6A77DAD87BC}"/>
              </a:ext>
            </a:extLst>
          </p:cNvPr>
          <p:cNvCxnSpPr>
            <a:cxnSpLocks/>
            <a:stCxn id="15" idx="6"/>
            <a:endCxn id="6" idx="3"/>
          </p:cNvCxnSpPr>
          <p:nvPr/>
        </p:nvCxnSpPr>
        <p:spPr>
          <a:xfrm flipH="1">
            <a:off x="4480786" y="3148233"/>
            <a:ext cx="581375" cy="931718"/>
          </a:xfrm>
          <a:prstGeom prst="bentConnector3">
            <a:avLst>
              <a:gd name="adj1" fmla="val -393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>
            <a:extLst>
              <a:ext uri="{FF2B5EF4-FFF2-40B4-BE49-F238E27FC236}">
                <a16:creationId xmlns:a16="http://schemas.microsoft.com/office/drawing/2014/main" id="{B4B124F6-6A70-D14E-BCB9-AE02DA140123}"/>
              </a:ext>
            </a:extLst>
          </p:cNvPr>
          <p:cNvCxnSpPr>
            <a:cxnSpLocks/>
            <a:stCxn id="23" idx="6"/>
            <a:endCxn id="5" idx="3"/>
          </p:cNvCxnSpPr>
          <p:nvPr/>
        </p:nvCxnSpPr>
        <p:spPr>
          <a:xfrm flipH="1">
            <a:off x="8124535" y="3148232"/>
            <a:ext cx="588821" cy="907473"/>
          </a:xfrm>
          <a:prstGeom prst="bentConnector3">
            <a:avLst>
              <a:gd name="adj1" fmla="val -38823"/>
            </a:avLst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51">
            <a:extLst>
              <a:ext uri="{FF2B5EF4-FFF2-40B4-BE49-F238E27FC236}">
                <a16:creationId xmlns:a16="http://schemas.microsoft.com/office/drawing/2014/main" id="{3CA54598-FA5A-EE41-B6C2-185440BE1566}"/>
              </a:ext>
            </a:extLst>
          </p:cNvPr>
          <p:cNvCxnSpPr>
            <a:cxnSpLocks/>
            <a:stCxn id="11" idx="6"/>
            <a:endCxn id="2" idx="1"/>
          </p:cNvCxnSpPr>
          <p:nvPr/>
        </p:nvCxnSpPr>
        <p:spPr>
          <a:xfrm flipV="1">
            <a:off x="3240286" y="1347145"/>
            <a:ext cx="2300376" cy="1801087"/>
          </a:xfrm>
          <a:prstGeom prst="bentConnector3">
            <a:avLst>
              <a:gd name="adj1" fmla="val 721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B79CFAFB-0B1E-0C43-B863-B704790E9E93}"/>
              </a:ext>
            </a:extLst>
          </p:cNvPr>
          <p:cNvCxnSpPr>
            <a:cxnSpLocks/>
            <a:stCxn id="19" idx="6"/>
            <a:endCxn id="3" idx="3"/>
          </p:cNvCxnSpPr>
          <p:nvPr/>
        </p:nvCxnSpPr>
        <p:spPr>
          <a:xfrm flipH="1" flipV="1">
            <a:off x="6302661" y="2247689"/>
            <a:ext cx="585361" cy="903427"/>
          </a:xfrm>
          <a:prstGeom prst="bentConnector3">
            <a:avLst>
              <a:gd name="adj1" fmla="val -3037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0BD19007-B225-DC45-AEBF-AE63ACDA5CAB}"/>
              </a:ext>
            </a:extLst>
          </p:cNvPr>
          <p:cNvCxnSpPr/>
          <p:nvPr/>
        </p:nvCxnSpPr>
        <p:spPr>
          <a:xfrm>
            <a:off x="3242560" y="314822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9F102C44-5643-9542-9A36-9BFD40AA4ABE}"/>
              </a:ext>
            </a:extLst>
          </p:cNvPr>
          <p:cNvCxnSpPr/>
          <p:nvPr/>
        </p:nvCxnSpPr>
        <p:spPr>
          <a:xfrm>
            <a:off x="5069031" y="3141301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7C038832-D540-6C4E-993A-C631D1F5081F}"/>
              </a:ext>
            </a:extLst>
          </p:cNvPr>
          <p:cNvCxnSpPr/>
          <p:nvPr/>
        </p:nvCxnSpPr>
        <p:spPr>
          <a:xfrm>
            <a:off x="6888139" y="3140722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D0DB3E54-ABCA-214F-9886-72A5A9A2F989}"/>
              </a:ext>
            </a:extLst>
          </p:cNvPr>
          <p:cNvCxnSpPr/>
          <p:nvPr/>
        </p:nvCxnSpPr>
        <p:spPr>
          <a:xfrm>
            <a:off x="8715791" y="3148228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F53B072-7257-874F-A54F-C3C608C70B67}"/>
              </a:ext>
            </a:extLst>
          </p:cNvPr>
          <p:cNvGrpSpPr/>
          <p:nvPr/>
        </p:nvGrpSpPr>
        <p:grpSpPr>
          <a:xfrm>
            <a:off x="2334539" y="3013478"/>
            <a:ext cx="269500" cy="269500"/>
            <a:chOff x="3124862" y="2918709"/>
            <a:chExt cx="269500" cy="269500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771B1775-33CF-4E44-8857-D80509D2ED2B}"/>
                </a:ext>
              </a:extLst>
            </p:cNvPr>
            <p:cNvSpPr/>
            <p:nvPr/>
          </p:nvSpPr>
          <p:spPr>
            <a:xfrm>
              <a:off x="3124862" y="2918709"/>
              <a:ext cx="269500" cy="2695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1F58025E-A470-574C-831A-D211A9D2125C}"/>
                </a:ext>
              </a:extLst>
            </p:cNvPr>
            <p:cNvSpPr/>
            <p:nvPr/>
          </p:nvSpPr>
          <p:spPr>
            <a:xfrm rot="19217114">
              <a:off x="3299191" y="2927327"/>
              <a:ext cx="45719" cy="14039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72B3942-BB64-B64E-A0DA-50F9505CDE9D}"/>
                  </a:ext>
                </a:extLst>
              </p:cNvPr>
              <p:cNvSpPr txBox="1"/>
              <p:nvPr/>
            </p:nvSpPr>
            <p:spPr>
              <a:xfrm>
                <a:off x="612440" y="5234366"/>
                <a:ext cx="344370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72B3942-BB64-B64E-A0DA-50F9505CD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40" y="5234366"/>
                <a:ext cx="3443704" cy="553998"/>
              </a:xfrm>
              <a:prstGeom prst="rect">
                <a:avLst/>
              </a:prstGeom>
              <a:blipFill>
                <a:blip r:embed="rId18"/>
                <a:stretch>
                  <a:fillRect l="-1471" b="-2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3">
            <a:extLst>
              <a:ext uri="{FF2B5EF4-FFF2-40B4-BE49-F238E27FC236}">
                <a16:creationId xmlns:a16="http://schemas.microsoft.com/office/drawing/2014/main" id="{F802FC88-F97A-6747-9439-F2CF9EF49015}"/>
              </a:ext>
            </a:extLst>
          </p:cNvPr>
          <p:cNvSpPr txBox="1"/>
          <p:nvPr/>
        </p:nvSpPr>
        <p:spPr>
          <a:xfrm>
            <a:off x="614452" y="332656"/>
            <a:ext cx="4405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：由结构图求传递函数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FFA0946-DAB4-E244-8E6C-373D3903F779}"/>
                  </a:ext>
                </a:extLst>
              </p:cNvPr>
              <p:cNvSpPr txBox="1"/>
              <p:nvPr/>
            </p:nvSpPr>
            <p:spPr>
              <a:xfrm>
                <a:off x="4182848" y="5251266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AFFA0946-DAB4-E244-8E6C-373D3903F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848" y="5251266"/>
                <a:ext cx="1418499" cy="553998"/>
              </a:xfrm>
              <a:prstGeom prst="rect">
                <a:avLst/>
              </a:prstGeom>
              <a:blipFill>
                <a:blip r:embed="rId19"/>
                <a:stretch>
                  <a:fillRect l="-9735" r="-973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587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9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5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5.55112E-17 L 0.05157 5.55112E-17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78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2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7" presetClass="emph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7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0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3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7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6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9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2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5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500"/>
                            </p:stCondLst>
                            <p:childTnLst>
                              <p:par>
                                <p:cTn id="89" presetID="3" presetClass="emph" presetSubtype="2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00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9"/>
                                            </p:cond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0"/>
                            </p:stCondLst>
                            <p:childTnLst>
                              <p:par>
                                <p:cTn id="92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44444E-6 L -0.21328 0.00162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6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98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1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4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07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0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3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6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9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"/>
                            </p:stCondLst>
                            <p:childTnLst>
                              <p:par>
                                <p:cTn id="121" presetID="7" presetClass="emph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4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7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0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510"/>
                            </p:stCondLst>
                            <p:childTnLst>
                              <p:par>
                                <p:cTn id="134" presetID="3" presetClass="emph" presetSubtype="2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00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4"/>
                                            </p:cond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010"/>
                            </p:stCondLst>
                            <p:childTnLst>
                              <p:par>
                                <p:cTn id="137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13E-6 -4.81481E-6 L -0.11642 0.00278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1" y="139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-0.11628 -4.07407E-6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81" y="-23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331 0.00162 L -0.33182 -0.00092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12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47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50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3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6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0"/>
                            </p:stCondLst>
                            <p:childTnLst>
                              <p:par>
                                <p:cTn id="158" presetID="7" presetClass="emph" presetSubtype="2" repeatCount="5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1" presetID="7" presetClass="emph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4" presetID="7" presetClass="emph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7" presetID="7" presetClass="emph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6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0" presetID="7" presetClass="emph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3" presetID="7" presetClass="emph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6" presetID="7" presetClass="emph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9" presetID="7" presetClass="emph" presetSubtype="2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510"/>
                            </p:stCondLst>
                            <p:childTnLst>
                              <p:par>
                                <p:cTn id="183" presetID="3" presetClass="emph" presetSubtype="2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00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3"/>
                                            </p:cond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89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92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95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98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01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04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07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10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0"/>
                            </p:stCondLst>
                            <p:childTnLst>
                              <p:par>
                                <p:cTn id="21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157 5.55112E-17 L 0.20079 -0.00116 " pathEditMode="relative" rAng="0" ptsTypes="AA">
                                      <p:cBhvr>
                                        <p:cTn id="21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61" y="-69"/>
                                    </p:animMotion>
                                  </p:childTnLst>
                                </p:cTn>
                              </p:par>
                              <p:par>
                                <p:cTn id="2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5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010"/>
                            </p:stCondLst>
                            <p:childTnLst>
                              <p:par>
                                <p:cTn id="217" presetID="7" presetClass="emph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2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0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2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3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2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26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2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3510"/>
                            </p:stCondLst>
                            <p:childTnLst>
                              <p:par>
                                <p:cTn id="230" presetID="3" presetClass="emph" presetSubtype="2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00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0"/>
                                            </p:cond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5010"/>
                            </p:stCondLst>
                            <p:childTnLst>
                              <p:par>
                                <p:cTn id="233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629 -2.59259E-6 L -0.22919 0.0044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04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39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42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45" dur="1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48" dur="1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0"/>
                            </p:stCondLst>
                            <p:childTnLst>
                              <p:par>
                                <p:cTn id="25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079 -0.00115 L 0.35039 0.00093 " pathEditMode="relative" rAng="0" ptsTypes="AA">
                                      <p:cBhvr>
                                        <p:cTn id="25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4" y="0"/>
                                    </p:animMotion>
                                  </p:childTnLst>
                                </p:cTn>
                              </p:par>
                              <p:par>
                                <p:cTn id="25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5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2010"/>
                            </p:stCondLst>
                            <p:childTnLst>
                              <p:par>
                                <p:cTn id="255" presetID="7" presetClass="emph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25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58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2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1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26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64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26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3510"/>
                            </p:stCondLst>
                            <p:childTnLst>
                              <p:par>
                                <p:cTn id="268" presetID="3" presetClass="emph" presetSubtype="2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300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68"/>
                                            </p:cond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74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277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80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8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83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0"/>
                            </p:stCondLst>
                            <p:childTnLst>
                              <p:par>
                                <p:cTn id="28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039 0.00093 L 0.65691 5.55112E-17 " pathEditMode="relative" rAng="0" ptsTypes="AA">
                                      <p:cBhvr>
                                        <p:cTn id="28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26" y="0"/>
                                    </p:animMotion>
                                  </p:childTnLst>
                                </p:cTn>
                              </p:par>
                              <p:par>
                                <p:cTn id="28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2010"/>
                            </p:stCondLst>
                            <p:childTnLst>
                              <p:par>
                                <p:cTn id="2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6" grpId="1"/>
      <p:bldP spid="47" grpId="0"/>
      <p:bldP spid="47" grpId="1"/>
      <p:bldP spid="47" grpId="2"/>
      <p:bldP spid="48" grpId="0"/>
      <p:bldP spid="49" grpId="0"/>
      <p:bldP spid="49" grpId="1"/>
      <p:bldP spid="49" grpId="2"/>
      <p:bldP spid="61" grpId="0"/>
      <p:bldP spid="6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29967A3-682B-4D43-80AE-1EB1EA9D8949}"/>
                  </a:ext>
                </a:extLst>
              </p:cNvPr>
              <p:cNvSpPr/>
              <p:nvPr/>
            </p:nvSpPr>
            <p:spPr>
              <a:xfrm>
                <a:off x="5540662" y="1060275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29967A3-682B-4D43-80AE-1EB1EA9D89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060275"/>
                <a:ext cx="761999" cy="588818"/>
              </a:xfrm>
              <a:prstGeom prst="rect">
                <a:avLst/>
              </a:prstGeom>
              <a:blipFill>
                <a:blip r:embed="rId2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4F7207B-76DC-9046-8D40-1FB26B165D95}"/>
                  </a:ext>
                </a:extLst>
              </p:cNvPr>
              <p:cNvSpPr/>
              <p:nvPr/>
            </p:nvSpPr>
            <p:spPr>
              <a:xfrm>
                <a:off x="5540662" y="1960819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4F7207B-76DC-9046-8D40-1FB26B165D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960819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A87CC5F-11AF-3C43-8028-AF137D405BD0}"/>
                  </a:ext>
                </a:extLst>
              </p:cNvPr>
              <p:cNvSpPr/>
              <p:nvPr/>
            </p:nvSpPr>
            <p:spPr>
              <a:xfrm>
                <a:off x="5540662" y="2861363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A87CC5F-11AF-3C43-8028-AF137D405B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2861363"/>
                <a:ext cx="761999" cy="588818"/>
              </a:xfrm>
              <a:prstGeom prst="rect">
                <a:avLst/>
              </a:prstGeom>
              <a:blipFill>
                <a:blip r:embed="rId4"/>
                <a:stretch>
                  <a:fillRect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58E1A45-5D5B-C44F-9F97-7C71A1B76EB2}"/>
                  </a:ext>
                </a:extLst>
              </p:cNvPr>
              <p:cNvSpPr/>
              <p:nvPr/>
            </p:nvSpPr>
            <p:spPr>
              <a:xfrm>
                <a:off x="7362536" y="3768835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58E1A45-5D5B-C44F-9F97-7C71A1B76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3768835"/>
                <a:ext cx="761999" cy="588818"/>
              </a:xfrm>
              <a:prstGeom prst="rect">
                <a:avLst/>
              </a:prstGeom>
              <a:blipFill>
                <a:blip r:embed="rId5"/>
                <a:stretch>
                  <a:fillRect l="-6349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03497E-1F2E-2B41-A6C0-FD1FDE7D73A6}"/>
                  </a:ext>
                </a:extLst>
              </p:cNvPr>
              <p:cNvSpPr/>
              <p:nvPr/>
            </p:nvSpPr>
            <p:spPr>
              <a:xfrm>
                <a:off x="3718787" y="3793081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F03497E-1F2E-2B41-A6C0-FD1FDE7D7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3793081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l="-4762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AA5CBF7-1B75-144C-8F94-03552D6EA327}"/>
                  </a:ext>
                </a:extLst>
              </p:cNvPr>
              <p:cNvSpPr/>
              <p:nvPr/>
            </p:nvSpPr>
            <p:spPr>
              <a:xfrm>
                <a:off x="3718787" y="2861363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AA5CBF7-1B75-144C-8F94-03552D6EA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2861363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BCCCCC1-A4F9-9E47-9996-46F491A11F67}"/>
                  </a:ext>
                </a:extLst>
              </p:cNvPr>
              <p:cNvSpPr/>
              <p:nvPr/>
            </p:nvSpPr>
            <p:spPr>
              <a:xfrm>
                <a:off x="7362536" y="2861363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BCCCCC1-A4F9-9E47-9996-46F491A11F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2861363"/>
                <a:ext cx="761999" cy="588818"/>
              </a:xfrm>
              <a:prstGeom prst="rect">
                <a:avLst/>
              </a:prstGeom>
              <a:blipFill>
                <a:blip r:embed="rId8"/>
                <a:stretch>
                  <a:fillRect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4DA10AB-1BD6-2747-AFB5-F8DF0700011E}"/>
                  </a:ext>
                </a:extLst>
              </p:cNvPr>
              <p:cNvSpPr/>
              <p:nvPr/>
            </p:nvSpPr>
            <p:spPr>
              <a:xfrm>
                <a:off x="9184410" y="2861363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4DA10AB-1BD6-2747-AFB5-F8DF070001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410" y="2861363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5069CFE2-71F4-2845-B84D-5FA9787B1B05}"/>
              </a:ext>
            </a:extLst>
          </p:cNvPr>
          <p:cNvGrpSpPr/>
          <p:nvPr/>
        </p:nvGrpSpPr>
        <p:grpSpPr>
          <a:xfrm>
            <a:off x="2949341" y="3010298"/>
            <a:ext cx="290945" cy="290945"/>
            <a:chOff x="2971800" y="2670464"/>
            <a:chExt cx="290945" cy="290945"/>
          </a:xfrm>
        </p:grpSpPr>
        <p:sp>
          <p:nvSpPr>
            <p:cNvPr id="11" name="同心圆 10">
              <a:extLst>
                <a:ext uri="{FF2B5EF4-FFF2-40B4-BE49-F238E27FC236}">
                  <a16:creationId xmlns:a16="http://schemas.microsoft.com/office/drawing/2014/main" id="{4DBF5D7B-67A2-2640-80BC-A8E7C805DD19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A3BA3871-4249-F34B-A78F-BA1CF26BB572}"/>
                </a:ext>
              </a:extLst>
            </p:cNvPr>
            <p:cNvCxnSpPr>
              <a:stCxn id="11" idx="1"/>
              <a:endCxn id="11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6D328820-AD12-0942-B614-C7B692CFDCA2}"/>
                </a:ext>
              </a:extLst>
            </p:cNvPr>
            <p:cNvCxnSpPr>
              <a:stCxn id="11" idx="7"/>
              <a:endCxn id="11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7F98278-FE5A-0B45-900B-8C319D5B8262}"/>
              </a:ext>
            </a:extLst>
          </p:cNvPr>
          <p:cNvGrpSpPr/>
          <p:nvPr/>
        </p:nvGrpSpPr>
        <p:grpSpPr>
          <a:xfrm>
            <a:off x="4771216" y="3010299"/>
            <a:ext cx="290945" cy="290945"/>
            <a:chOff x="2971800" y="2670464"/>
            <a:chExt cx="290945" cy="290945"/>
          </a:xfrm>
        </p:grpSpPr>
        <p:sp>
          <p:nvSpPr>
            <p:cNvPr id="15" name="同心圆 14">
              <a:extLst>
                <a:ext uri="{FF2B5EF4-FFF2-40B4-BE49-F238E27FC236}">
                  <a16:creationId xmlns:a16="http://schemas.microsoft.com/office/drawing/2014/main" id="{3D2D79E8-2DFC-834C-8636-77BF475CFC5D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157C25A9-E7A7-AA4F-BD37-9628271CB1A6}"/>
                </a:ext>
              </a:extLst>
            </p:cNvPr>
            <p:cNvCxnSpPr>
              <a:stCxn id="15" idx="1"/>
              <a:endCxn id="1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B5914088-3BED-BE4D-9B4A-DE047B1AC302}"/>
                </a:ext>
              </a:extLst>
            </p:cNvPr>
            <p:cNvCxnSpPr>
              <a:stCxn id="15" idx="7"/>
              <a:endCxn id="1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FA33D0B-2688-BE42-9B08-8AAB84D6B8FE}"/>
              </a:ext>
            </a:extLst>
          </p:cNvPr>
          <p:cNvGrpSpPr/>
          <p:nvPr/>
        </p:nvGrpSpPr>
        <p:grpSpPr>
          <a:xfrm>
            <a:off x="6597077" y="3013182"/>
            <a:ext cx="290945" cy="290945"/>
            <a:chOff x="2971800" y="2670464"/>
            <a:chExt cx="290945" cy="290945"/>
          </a:xfrm>
        </p:grpSpPr>
        <p:sp>
          <p:nvSpPr>
            <p:cNvPr id="19" name="同心圆 18">
              <a:extLst>
                <a:ext uri="{FF2B5EF4-FFF2-40B4-BE49-F238E27FC236}">
                  <a16:creationId xmlns:a16="http://schemas.microsoft.com/office/drawing/2014/main" id="{EE9041E4-1E0A-9C44-A789-3A1915A44E31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7C4F6E4E-2810-3346-BC1E-A17D96E2025E}"/>
                </a:ext>
              </a:extLst>
            </p:cNvPr>
            <p:cNvCxnSpPr>
              <a:stCxn id="19" idx="1"/>
              <a:endCxn id="19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4528FD90-66A4-0A42-87A1-EE1091CD631A}"/>
                </a:ext>
              </a:extLst>
            </p:cNvPr>
            <p:cNvCxnSpPr>
              <a:stCxn id="19" idx="7"/>
              <a:endCxn id="19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7F922F1-0904-1E4C-8083-C6E17BC5D8C6}"/>
              </a:ext>
            </a:extLst>
          </p:cNvPr>
          <p:cNvGrpSpPr/>
          <p:nvPr/>
        </p:nvGrpSpPr>
        <p:grpSpPr>
          <a:xfrm>
            <a:off x="8422411" y="3010298"/>
            <a:ext cx="290945" cy="290945"/>
            <a:chOff x="2971800" y="2670464"/>
            <a:chExt cx="290945" cy="290945"/>
          </a:xfrm>
        </p:grpSpPr>
        <p:sp>
          <p:nvSpPr>
            <p:cNvPr id="23" name="同心圆 22">
              <a:extLst>
                <a:ext uri="{FF2B5EF4-FFF2-40B4-BE49-F238E27FC236}">
                  <a16:creationId xmlns:a16="http://schemas.microsoft.com/office/drawing/2014/main" id="{0A2174D7-44B6-B948-AA65-831B8DBC1EBB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D0213D76-4448-D24D-8923-B9702C4498C8}"/>
                </a:ext>
              </a:extLst>
            </p:cNvPr>
            <p:cNvCxnSpPr>
              <a:stCxn id="23" idx="1"/>
              <a:endCxn id="23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E12F9DFC-63D3-4F4A-A21D-6259CD7DD69C}"/>
                </a:ext>
              </a:extLst>
            </p:cNvPr>
            <p:cNvCxnSpPr>
              <a:stCxn id="23" idx="7"/>
              <a:endCxn id="23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C0E908D7-C1E0-914B-BA42-2B9EF410B65A}"/>
              </a:ext>
            </a:extLst>
          </p:cNvPr>
          <p:cNvCxnSpPr>
            <a:endCxn id="11" idx="2"/>
          </p:cNvCxnSpPr>
          <p:nvPr/>
        </p:nvCxnSpPr>
        <p:spPr>
          <a:xfrm>
            <a:off x="2474838" y="315577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1C255648-1737-A547-B8FD-16370013F593}"/>
              </a:ext>
            </a:extLst>
          </p:cNvPr>
          <p:cNvCxnSpPr>
            <a:cxnSpLocks/>
            <a:stCxn id="11" idx="6"/>
            <a:endCxn id="7" idx="1"/>
          </p:cNvCxnSpPr>
          <p:nvPr/>
        </p:nvCxnSpPr>
        <p:spPr>
          <a:xfrm>
            <a:off x="3240286" y="3155771"/>
            <a:ext cx="47850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1781058B-1DC2-2E48-A5D3-8C1395159BF6}"/>
              </a:ext>
            </a:extLst>
          </p:cNvPr>
          <p:cNvCxnSpPr>
            <a:cxnSpLocks/>
            <a:stCxn id="7" idx="3"/>
            <a:endCxn id="15" idx="2"/>
          </p:cNvCxnSpPr>
          <p:nvPr/>
        </p:nvCxnSpPr>
        <p:spPr>
          <a:xfrm>
            <a:off x="4480786" y="3155772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A77226B-1759-C646-89C2-23C05BF76F71}"/>
              </a:ext>
            </a:extLst>
          </p:cNvPr>
          <p:cNvCxnSpPr/>
          <p:nvPr/>
        </p:nvCxnSpPr>
        <p:spPr>
          <a:xfrm>
            <a:off x="5066158" y="315576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D8F90CFC-294D-524D-9A20-F6947C256735}"/>
              </a:ext>
            </a:extLst>
          </p:cNvPr>
          <p:cNvCxnSpPr/>
          <p:nvPr/>
        </p:nvCxnSpPr>
        <p:spPr>
          <a:xfrm>
            <a:off x="6888033" y="315576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70D0526-3432-D04B-9C46-2D138F05E9AA}"/>
              </a:ext>
            </a:extLst>
          </p:cNvPr>
          <p:cNvCxnSpPr/>
          <p:nvPr/>
        </p:nvCxnSpPr>
        <p:spPr>
          <a:xfrm>
            <a:off x="8711632" y="315576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84D47FD9-4009-2B4F-AFCC-27B0AD540038}"/>
              </a:ext>
            </a:extLst>
          </p:cNvPr>
          <p:cNvCxnSpPr>
            <a:cxnSpLocks/>
          </p:cNvCxnSpPr>
          <p:nvPr/>
        </p:nvCxnSpPr>
        <p:spPr>
          <a:xfrm>
            <a:off x="6306647" y="3155769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4217DE2C-F16C-F446-B98E-A0D9BEB70919}"/>
              </a:ext>
            </a:extLst>
          </p:cNvPr>
          <p:cNvCxnSpPr>
            <a:cxnSpLocks/>
          </p:cNvCxnSpPr>
          <p:nvPr/>
        </p:nvCxnSpPr>
        <p:spPr>
          <a:xfrm>
            <a:off x="8131981" y="3155769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C8289090-4380-6D4E-844D-9E3BE7BBA9BB}"/>
              </a:ext>
            </a:extLst>
          </p:cNvPr>
          <p:cNvCxnSpPr/>
          <p:nvPr/>
        </p:nvCxnSpPr>
        <p:spPr>
          <a:xfrm>
            <a:off x="9942960" y="315576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83E79ECB-294A-9E4F-89B0-908CFC5EDED1}"/>
              </a:ext>
            </a:extLst>
          </p:cNvPr>
          <p:cNvCxnSpPr>
            <a:cxnSpLocks/>
            <a:stCxn id="2" idx="3"/>
            <a:endCxn id="23" idx="0"/>
          </p:cNvCxnSpPr>
          <p:nvPr/>
        </p:nvCxnSpPr>
        <p:spPr>
          <a:xfrm>
            <a:off x="6302661" y="1354684"/>
            <a:ext cx="2265223" cy="165561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BEA5FDF2-A4A1-1F43-B259-06605EA6805E}"/>
              </a:ext>
            </a:extLst>
          </p:cNvPr>
          <p:cNvCxnSpPr>
            <a:endCxn id="2" idx="1"/>
          </p:cNvCxnSpPr>
          <p:nvPr/>
        </p:nvCxnSpPr>
        <p:spPr>
          <a:xfrm flipV="1">
            <a:off x="3397250" y="1354684"/>
            <a:ext cx="2143412" cy="1801085"/>
          </a:xfrm>
          <a:prstGeom prst="bentConnector3">
            <a:avLst>
              <a:gd name="adj1" fmla="val 8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5DE47678-A7B5-C44D-991F-23AEF6ADE2E4}"/>
              </a:ext>
            </a:extLst>
          </p:cNvPr>
          <p:cNvCxnSpPr>
            <a:endCxn id="6" idx="3"/>
          </p:cNvCxnSpPr>
          <p:nvPr/>
        </p:nvCxnSpPr>
        <p:spPr>
          <a:xfrm rot="5400000">
            <a:off x="4426238" y="3210318"/>
            <a:ext cx="931721" cy="82262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0ED1BA3C-0B30-F54D-A5B9-2B8EDB8120F6}"/>
              </a:ext>
            </a:extLst>
          </p:cNvPr>
          <p:cNvCxnSpPr>
            <a:cxnSpLocks/>
            <a:stCxn id="6" idx="1"/>
            <a:endCxn id="11" idx="4"/>
          </p:cNvCxnSpPr>
          <p:nvPr/>
        </p:nvCxnSpPr>
        <p:spPr>
          <a:xfrm rot="10800000">
            <a:off x="3094815" y="3301244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BB88FCC2-7ABC-DE44-A675-3A75B563BD25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>
            <a:off x="8082972" y="3197332"/>
            <a:ext cx="907475" cy="82434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47CFC3F1-F413-7045-AB10-4778B09BA348}"/>
              </a:ext>
            </a:extLst>
          </p:cNvPr>
          <p:cNvCxnSpPr>
            <a:cxnSpLocks/>
          </p:cNvCxnSpPr>
          <p:nvPr/>
        </p:nvCxnSpPr>
        <p:spPr>
          <a:xfrm rot="10800000">
            <a:off x="6740300" y="3283926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23CC952B-89A8-CE48-8BA9-A61BBC7EC5C5}"/>
              </a:ext>
            </a:extLst>
          </p:cNvPr>
          <p:cNvCxnSpPr>
            <a:cxnSpLocks/>
            <a:stCxn id="3" idx="1"/>
            <a:endCxn id="15" idx="0"/>
          </p:cNvCxnSpPr>
          <p:nvPr/>
        </p:nvCxnSpPr>
        <p:spPr>
          <a:xfrm rot="10800000" flipV="1">
            <a:off x="4916690" y="2255227"/>
            <a:ext cx="623973" cy="75507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74E4334-680B-0B4F-8327-2F76F18C7814}"/>
                  </a:ext>
                </a:extLst>
              </p:cNvPr>
              <p:cNvSpPr txBox="1"/>
              <p:nvPr/>
            </p:nvSpPr>
            <p:spPr>
              <a:xfrm>
                <a:off x="1388646" y="2861363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74E4334-680B-0B4F-8327-2F76F18C7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46" y="2861363"/>
                <a:ext cx="944169" cy="553998"/>
              </a:xfrm>
              <a:prstGeom prst="rect">
                <a:avLst/>
              </a:prstGeom>
              <a:blipFill>
                <a:blip r:embed="rId10"/>
                <a:stretch>
                  <a:fillRect l="-16000" r="-21333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5E3F125-0E6F-0F4E-AA91-43D1A9ADA534}"/>
                  </a:ext>
                </a:extLst>
              </p:cNvPr>
              <p:cNvSpPr txBox="1"/>
              <p:nvPr/>
            </p:nvSpPr>
            <p:spPr>
              <a:xfrm>
                <a:off x="10562935" y="2861363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5E3F125-0E6F-0F4E-AA91-43D1A9ADA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935" y="2861363"/>
                <a:ext cx="896079" cy="553998"/>
              </a:xfrm>
              <a:prstGeom prst="rect">
                <a:avLst/>
              </a:prstGeom>
              <a:blipFill>
                <a:blip r:embed="rId11"/>
                <a:stretch>
                  <a:fillRect l="-16667" r="-23611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A77C377-E08B-2E48-A843-B09CB851D044}"/>
                  </a:ext>
                </a:extLst>
              </p:cNvPr>
              <p:cNvSpPr txBox="1"/>
              <p:nvPr/>
            </p:nvSpPr>
            <p:spPr>
              <a:xfrm>
                <a:off x="436146" y="4505711"/>
                <a:ext cx="180903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A77C377-E08B-2E48-A843-B09CB851D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46" y="4505711"/>
                <a:ext cx="1809032" cy="553998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D3A08231-1143-8E40-97AA-745DA9AE4C70}"/>
                  </a:ext>
                </a:extLst>
              </p:cNvPr>
              <p:cNvSpPr txBox="1"/>
              <p:nvPr/>
            </p:nvSpPr>
            <p:spPr>
              <a:xfrm>
                <a:off x="1915251" y="4505709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D3A08231-1143-8E40-97AA-745DA9AE4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251" y="4505709"/>
                <a:ext cx="1418499" cy="553998"/>
              </a:xfrm>
              <a:prstGeom prst="rect">
                <a:avLst/>
              </a:prstGeom>
              <a:blipFill>
                <a:blip r:embed="rId13"/>
                <a:stretch>
                  <a:fillRect l="-5310" r="-885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81A695B-3AB0-1248-A8CC-A92D32608E2B}"/>
                  </a:ext>
                </a:extLst>
              </p:cNvPr>
              <p:cNvSpPr txBox="1"/>
              <p:nvPr/>
            </p:nvSpPr>
            <p:spPr>
              <a:xfrm>
                <a:off x="3333750" y="4505709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281A695B-3AB0-1248-A8CC-A92D32608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4505709"/>
                <a:ext cx="1418499" cy="553998"/>
              </a:xfrm>
              <a:prstGeom prst="rect">
                <a:avLst/>
              </a:prstGeom>
              <a:blipFill>
                <a:blip r:embed="rId14"/>
                <a:stretch>
                  <a:fillRect l="-5310" r="-796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146722F-E758-7D44-9A58-3C89DA1976A1}"/>
                  </a:ext>
                </a:extLst>
              </p:cNvPr>
              <p:cNvSpPr txBox="1"/>
              <p:nvPr/>
            </p:nvSpPr>
            <p:spPr>
              <a:xfrm>
                <a:off x="4752249" y="4505709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146722F-E758-7D44-9A58-3C89DA197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249" y="4505709"/>
                <a:ext cx="1418499" cy="553998"/>
              </a:xfrm>
              <a:prstGeom prst="rect">
                <a:avLst/>
              </a:prstGeom>
              <a:blipFill>
                <a:blip r:embed="rId15"/>
                <a:stretch>
                  <a:fillRect l="-5357" r="-8929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2C54343-8490-EF4F-B93C-A516D5A36A77}"/>
                  </a:ext>
                </a:extLst>
              </p:cNvPr>
              <p:cNvSpPr txBox="1"/>
              <p:nvPr/>
            </p:nvSpPr>
            <p:spPr>
              <a:xfrm>
                <a:off x="6096000" y="4512638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2C54343-8490-EF4F-B93C-A516D5A36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12638"/>
                <a:ext cx="2793576" cy="553998"/>
              </a:xfrm>
              <a:prstGeom prst="rect">
                <a:avLst/>
              </a:prstGeom>
              <a:blipFill>
                <a:blip r:embed="rId16"/>
                <a:stretch>
                  <a:fillRect r="-45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572AE39-771A-BE48-9349-DC3997EAC557}"/>
                  </a:ext>
                </a:extLst>
              </p:cNvPr>
              <p:cNvSpPr txBox="1"/>
              <p:nvPr/>
            </p:nvSpPr>
            <p:spPr>
              <a:xfrm>
                <a:off x="8670748" y="4512638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572AE39-771A-BE48-9349-DC3997EAC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748" y="4512638"/>
                <a:ext cx="2793576" cy="553998"/>
              </a:xfrm>
              <a:prstGeom prst="rect">
                <a:avLst/>
              </a:prstGeom>
              <a:blipFill>
                <a:blip r:embed="rId17"/>
                <a:stretch>
                  <a:fillRect l="-90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肘形连接符 49">
            <a:extLst>
              <a:ext uri="{FF2B5EF4-FFF2-40B4-BE49-F238E27FC236}">
                <a16:creationId xmlns:a16="http://schemas.microsoft.com/office/drawing/2014/main" id="{DDF334AA-5942-FF4A-822A-6B2C966C978F}"/>
              </a:ext>
            </a:extLst>
          </p:cNvPr>
          <p:cNvCxnSpPr>
            <a:cxnSpLocks/>
            <a:stCxn id="15" idx="6"/>
            <a:endCxn id="6" idx="3"/>
          </p:cNvCxnSpPr>
          <p:nvPr/>
        </p:nvCxnSpPr>
        <p:spPr>
          <a:xfrm flipH="1">
            <a:off x="4480786" y="3155772"/>
            <a:ext cx="581375" cy="931718"/>
          </a:xfrm>
          <a:prstGeom prst="bentConnector3">
            <a:avLst>
              <a:gd name="adj1" fmla="val -393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>
            <a:extLst>
              <a:ext uri="{FF2B5EF4-FFF2-40B4-BE49-F238E27FC236}">
                <a16:creationId xmlns:a16="http://schemas.microsoft.com/office/drawing/2014/main" id="{7D3B1245-35DB-7549-A638-DC30465ACE27}"/>
              </a:ext>
            </a:extLst>
          </p:cNvPr>
          <p:cNvCxnSpPr>
            <a:cxnSpLocks/>
            <a:stCxn id="23" idx="6"/>
            <a:endCxn id="5" idx="3"/>
          </p:cNvCxnSpPr>
          <p:nvPr/>
        </p:nvCxnSpPr>
        <p:spPr>
          <a:xfrm flipH="1">
            <a:off x="8124535" y="3155771"/>
            <a:ext cx="588821" cy="907473"/>
          </a:xfrm>
          <a:prstGeom prst="bentConnector3">
            <a:avLst>
              <a:gd name="adj1" fmla="val -38823"/>
            </a:avLst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51">
            <a:extLst>
              <a:ext uri="{FF2B5EF4-FFF2-40B4-BE49-F238E27FC236}">
                <a16:creationId xmlns:a16="http://schemas.microsoft.com/office/drawing/2014/main" id="{AB421996-BF6C-6C43-A514-A3CC68E707EA}"/>
              </a:ext>
            </a:extLst>
          </p:cNvPr>
          <p:cNvCxnSpPr>
            <a:cxnSpLocks/>
            <a:stCxn id="11" idx="6"/>
            <a:endCxn id="2" idx="1"/>
          </p:cNvCxnSpPr>
          <p:nvPr/>
        </p:nvCxnSpPr>
        <p:spPr>
          <a:xfrm flipV="1">
            <a:off x="3240286" y="1354684"/>
            <a:ext cx="2300376" cy="1801087"/>
          </a:xfrm>
          <a:prstGeom prst="bentConnector3">
            <a:avLst>
              <a:gd name="adj1" fmla="val 721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98C0E800-C193-C242-ABD7-1D1296691A84}"/>
              </a:ext>
            </a:extLst>
          </p:cNvPr>
          <p:cNvCxnSpPr>
            <a:cxnSpLocks/>
            <a:stCxn id="19" idx="6"/>
            <a:endCxn id="3" idx="3"/>
          </p:cNvCxnSpPr>
          <p:nvPr/>
        </p:nvCxnSpPr>
        <p:spPr>
          <a:xfrm flipH="1" flipV="1">
            <a:off x="6302661" y="2255228"/>
            <a:ext cx="585361" cy="903427"/>
          </a:xfrm>
          <a:prstGeom prst="bentConnector3">
            <a:avLst>
              <a:gd name="adj1" fmla="val -3037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2AD9E6DE-BB25-124E-935A-D4C1023B945E}"/>
              </a:ext>
            </a:extLst>
          </p:cNvPr>
          <p:cNvCxnSpPr/>
          <p:nvPr/>
        </p:nvCxnSpPr>
        <p:spPr>
          <a:xfrm>
            <a:off x="3242560" y="3155768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00051A74-3E31-E644-B83E-9A08448AA5AE}"/>
              </a:ext>
            </a:extLst>
          </p:cNvPr>
          <p:cNvCxnSpPr/>
          <p:nvPr/>
        </p:nvCxnSpPr>
        <p:spPr>
          <a:xfrm>
            <a:off x="5069031" y="314884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5CABD8DA-22FC-374A-957B-77BB957B22C3}"/>
              </a:ext>
            </a:extLst>
          </p:cNvPr>
          <p:cNvCxnSpPr/>
          <p:nvPr/>
        </p:nvCxnSpPr>
        <p:spPr>
          <a:xfrm>
            <a:off x="6888139" y="3148261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3D96F545-5797-5046-A8A5-3FF856937574}"/>
              </a:ext>
            </a:extLst>
          </p:cNvPr>
          <p:cNvCxnSpPr/>
          <p:nvPr/>
        </p:nvCxnSpPr>
        <p:spPr>
          <a:xfrm>
            <a:off x="8715791" y="3155767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879B43FA-1C9B-0E40-8FCE-424B342FA9CF}"/>
              </a:ext>
            </a:extLst>
          </p:cNvPr>
          <p:cNvGrpSpPr/>
          <p:nvPr/>
        </p:nvGrpSpPr>
        <p:grpSpPr>
          <a:xfrm>
            <a:off x="2334539" y="3021017"/>
            <a:ext cx="269500" cy="269500"/>
            <a:chOff x="3124862" y="2918709"/>
            <a:chExt cx="269500" cy="269500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FA9DDBFB-5B76-4C43-902F-11ECB37795AE}"/>
                </a:ext>
              </a:extLst>
            </p:cNvPr>
            <p:cNvSpPr/>
            <p:nvPr/>
          </p:nvSpPr>
          <p:spPr>
            <a:xfrm>
              <a:off x="3124862" y="2918709"/>
              <a:ext cx="269500" cy="2695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38619BDD-9924-6947-AC08-4FA3CC144F1F}"/>
                </a:ext>
              </a:extLst>
            </p:cNvPr>
            <p:cNvSpPr/>
            <p:nvPr/>
          </p:nvSpPr>
          <p:spPr>
            <a:xfrm rot="19217114">
              <a:off x="3299191" y="2927327"/>
              <a:ext cx="45719" cy="140397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36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B23E5FC-4391-C94E-8E07-02AEEF111DB1}"/>
                  </a:ext>
                </a:extLst>
              </p:cNvPr>
              <p:cNvSpPr txBox="1"/>
              <p:nvPr/>
            </p:nvSpPr>
            <p:spPr>
              <a:xfrm>
                <a:off x="5999159" y="5239031"/>
                <a:ext cx="236128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3600" b="1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CB23E5FC-4391-C94E-8E07-02AEEF111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9159" y="5239031"/>
                <a:ext cx="2361282" cy="553998"/>
              </a:xfrm>
              <a:prstGeom prst="rect">
                <a:avLst/>
              </a:prstGeom>
              <a:blipFill>
                <a:blip r:embed="rId18"/>
                <a:stretch>
                  <a:fillRect l="-2674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5165586-3DAA-0045-9A1C-17FA3D00DAFC}"/>
                  </a:ext>
                </a:extLst>
              </p:cNvPr>
              <p:cNvSpPr txBox="1"/>
              <p:nvPr/>
            </p:nvSpPr>
            <p:spPr>
              <a:xfrm>
                <a:off x="8567883" y="5251266"/>
                <a:ext cx="315246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5165586-3DAA-0045-9A1C-17FA3D00D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7883" y="5251266"/>
                <a:ext cx="3152467" cy="553998"/>
              </a:xfrm>
              <a:prstGeom prst="rect">
                <a:avLst/>
              </a:prstGeom>
              <a:blipFill>
                <a:blip r:embed="rId19"/>
                <a:stretch>
                  <a:fillRect l="-3200" r="-1200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ECE5FE6-E71B-5143-A469-C86E7C9DAF16}"/>
                  </a:ext>
                </a:extLst>
              </p:cNvPr>
              <p:cNvSpPr txBox="1"/>
              <p:nvPr/>
            </p:nvSpPr>
            <p:spPr>
              <a:xfrm>
                <a:off x="612440" y="5241905"/>
                <a:ext cx="344370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5ECE5FE6-E71B-5143-A469-C86E7C9DA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40" y="5241905"/>
                <a:ext cx="3443704" cy="553998"/>
              </a:xfrm>
              <a:prstGeom prst="rect">
                <a:avLst/>
              </a:prstGeom>
              <a:blipFill>
                <a:blip r:embed="rId20"/>
                <a:stretch>
                  <a:fillRect l="-1471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3">
            <a:extLst>
              <a:ext uri="{FF2B5EF4-FFF2-40B4-BE49-F238E27FC236}">
                <a16:creationId xmlns:a16="http://schemas.microsoft.com/office/drawing/2014/main" id="{294F384E-F059-8641-BB73-D1429C0CB6E0}"/>
              </a:ext>
            </a:extLst>
          </p:cNvPr>
          <p:cNvSpPr txBox="1"/>
          <p:nvPr/>
        </p:nvSpPr>
        <p:spPr>
          <a:xfrm>
            <a:off x="614452" y="332656"/>
            <a:ext cx="454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：由结构图求传递函数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DF48F50-90D5-E740-A00B-99837258770C}"/>
                  </a:ext>
                </a:extLst>
              </p:cNvPr>
              <p:cNvSpPr txBox="1"/>
              <p:nvPr/>
            </p:nvSpPr>
            <p:spPr>
              <a:xfrm>
                <a:off x="4182848" y="5251266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DF48F50-90D5-E740-A00B-998372587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848" y="5251266"/>
                <a:ext cx="1418499" cy="553998"/>
              </a:xfrm>
              <a:prstGeom prst="rect">
                <a:avLst/>
              </a:prstGeom>
              <a:blipFill>
                <a:blip r:embed="rId21"/>
                <a:stretch>
                  <a:fillRect l="-9735" r="-973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198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5.55112E-17 L 0.07813 5.55112E-17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06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7" presetClass="emph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5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8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4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7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0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53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3" presetClass="emph" presetSubtype="2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7"/>
                                            </p:cond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44444E-6 L -0.21341 -4.44444E-6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6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66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  <p:set>
                                      <p:cBhvr>
                                        <p:cTn id="69" dur="1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29B1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2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5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78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7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1" dur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4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87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"/>
                            </p:stCondLst>
                            <p:childTnLst>
                              <p:par>
                                <p:cTn id="89" presetID="7" presetClass="emph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9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2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5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8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10"/>
                            </p:stCondLst>
                            <p:childTnLst>
                              <p:par>
                                <p:cTn id="10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2"/>
                                            </p:cond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510"/>
                            </p:stCondLst>
                            <p:childTnLst>
                              <p:par>
                                <p:cTn id="105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96296E-6 L -0.11641 2.96296E-6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-0.11628 2.96296E-6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0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344 3.7037E-7 L -0.33012 3.7037E-7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5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6" presetID="7" presetClass="emph" presetSubtype="2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18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9" presetID="7" presetClass="emph" presetSubtype="2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21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2" presetID="7" presetClass="emph" presetSubtype="2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24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"/>
                            </p:stCondLst>
                            <p:childTnLst>
                              <p:par>
                                <p:cTn id="126" presetID="7" presetClass="emph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29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2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5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8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1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4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4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47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510"/>
                            </p:stCondLst>
                            <p:childTnLst>
                              <p:par>
                                <p:cTn id="151" presetID="3" presetClass="emph" presetSubtype="2" repeatCount="3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51"/>
                                            </p:cond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57" dur="1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5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0" dur="1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3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6" dur="1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69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72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75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78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0"/>
                            </p:stCondLst>
                            <p:childTnLst>
                              <p:par>
                                <p:cTn id="18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13 -1.11111E-6 L 0.07813 -0.26065 L 0.50078 -0.26065 L 0.50078 -1.11111E-6 " pathEditMode="relative" rAng="0" ptsTypes="AAAA">
                                      <p:cBhvr>
                                        <p:cTn id="181" dur="4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33" y="-13032"/>
                                    </p:animMotion>
                                  </p:childTnLst>
                                </p:cTn>
                              </p:par>
                              <p:par>
                                <p:cTn id="18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43200000">
                                      <p:cBhvr>
                                        <p:cTn id="183" dur="4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4010"/>
                            </p:stCondLst>
                            <p:childTnLst>
                              <p:par>
                                <p:cTn id="185" presetID="7" presetClass="emph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8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1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9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94" presetID="7" presetClass="emph" presetSubtype="2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510"/>
                            </p:stCondLst>
                            <p:childTnLst>
                              <p:par>
                                <p:cTn id="198" presetID="3" presetClass="emph" presetSubtype="2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ED2B00"/>
                                      </p:to>
                                    </p:animClr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8"/>
                                            </p:cond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04" dur="1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07" dur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10" dur="1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213" dur="1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0"/>
                            </p:stCondLst>
                            <p:childTnLst>
                              <p:par>
                                <p:cTn id="21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0072 4.81481E-6 L 0.65777 4.81481E-6 " pathEditMode="relative" rAng="0" ptsTypes="AA">
                                      <p:cBhvr>
                                        <p:cTn id="21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53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1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2010"/>
                            </p:stCondLst>
                            <p:childTnLst>
                              <p:par>
                                <p:cTn id="2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7" grpId="1"/>
      <p:bldP spid="48" grpId="0"/>
      <p:bldP spid="49" grpId="0"/>
      <p:bldP spid="49" grpId="1"/>
      <p:bldP spid="49" grpId="2"/>
      <p:bldP spid="61" grpId="0"/>
      <p:bldP spid="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0E84E6A-5F88-5547-83D0-2C477FB0CA58}"/>
                  </a:ext>
                </a:extLst>
              </p:cNvPr>
              <p:cNvSpPr/>
              <p:nvPr/>
            </p:nvSpPr>
            <p:spPr>
              <a:xfrm>
                <a:off x="5540662" y="1060275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0E84E6A-5F88-5547-83D0-2C477FB0CA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060275"/>
                <a:ext cx="761999" cy="588818"/>
              </a:xfrm>
              <a:prstGeom prst="rect">
                <a:avLst/>
              </a:prstGeom>
              <a:blipFill>
                <a:blip r:embed="rId2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05CC1D7-327D-0E47-9111-8046A811B5A7}"/>
                  </a:ext>
                </a:extLst>
              </p:cNvPr>
              <p:cNvSpPr/>
              <p:nvPr/>
            </p:nvSpPr>
            <p:spPr>
              <a:xfrm>
                <a:off x="5540662" y="1960819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05CC1D7-327D-0E47-9111-8046A811B5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960819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F382191-1062-EA4B-A757-20490A991F73}"/>
                  </a:ext>
                </a:extLst>
              </p:cNvPr>
              <p:cNvSpPr/>
              <p:nvPr/>
            </p:nvSpPr>
            <p:spPr>
              <a:xfrm>
                <a:off x="5540662" y="2861363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F382191-1062-EA4B-A757-20490A991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2861363"/>
                <a:ext cx="761999" cy="588818"/>
              </a:xfrm>
              <a:prstGeom prst="rect">
                <a:avLst/>
              </a:prstGeom>
              <a:blipFill>
                <a:blip r:embed="rId4"/>
                <a:stretch>
                  <a:fillRect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CA4013F-06D3-4D46-9C98-1883A0BD962D}"/>
                  </a:ext>
                </a:extLst>
              </p:cNvPr>
              <p:cNvSpPr/>
              <p:nvPr/>
            </p:nvSpPr>
            <p:spPr>
              <a:xfrm>
                <a:off x="7362536" y="3768835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CA4013F-06D3-4D46-9C98-1883A0BD96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3768835"/>
                <a:ext cx="761999" cy="588818"/>
              </a:xfrm>
              <a:prstGeom prst="rect">
                <a:avLst/>
              </a:prstGeom>
              <a:blipFill>
                <a:blip r:embed="rId5"/>
                <a:stretch>
                  <a:fillRect l="-6349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CB5BBDC-24E8-3F4A-B307-075AD5A6F8A2}"/>
                  </a:ext>
                </a:extLst>
              </p:cNvPr>
              <p:cNvSpPr/>
              <p:nvPr/>
            </p:nvSpPr>
            <p:spPr>
              <a:xfrm>
                <a:off x="3718787" y="3793081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8CB5BBDC-24E8-3F4A-B307-075AD5A6F8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3793081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l="-4762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12A7679-1C88-664C-AB8C-700B4314A0DF}"/>
                  </a:ext>
                </a:extLst>
              </p:cNvPr>
              <p:cNvSpPr/>
              <p:nvPr/>
            </p:nvSpPr>
            <p:spPr>
              <a:xfrm>
                <a:off x="3718787" y="2861363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12A7679-1C88-664C-AB8C-700B4314A0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2861363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82972F2-7857-8B4A-B359-E7555249FFB3}"/>
                  </a:ext>
                </a:extLst>
              </p:cNvPr>
              <p:cNvSpPr/>
              <p:nvPr/>
            </p:nvSpPr>
            <p:spPr>
              <a:xfrm>
                <a:off x="7362536" y="2861363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82972F2-7857-8B4A-B359-E7555249FF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2861363"/>
                <a:ext cx="761999" cy="588818"/>
              </a:xfrm>
              <a:prstGeom prst="rect">
                <a:avLst/>
              </a:prstGeom>
              <a:blipFill>
                <a:blip r:embed="rId8"/>
                <a:stretch>
                  <a:fillRect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666EE2C-3C5B-5E40-A7C7-B49D78A6E486}"/>
                  </a:ext>
                </a:extLst>
              </p:cNvPr>
              <p:cNvSpPr/>
              <p:nvPr/>
            </p:nvSpPr>
            <p:spPr>
              <a:xfrm>
                <a:off x="9184410" y="2861363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666EE2C-3C5B-5E40-A7C7-B49D78A6E4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410" y="2861363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90AE83F7-7EFB-C046-A7B2-8436A271F712}"/>
              </a:ext>
            </a:extLst>
          </p:cNvPr>
          <p:cNvGrpSpPr/>
          <p:nvPr/>
        </p:nvGrpSpPr>
        <p:grpSpPr>
          <a:xfrm>
            <a:off x="2949341" y="3010298"/>
            <a:ext cx="290945" cy="290945"/>
            <a:chOff x="2971800" y="2670464"/>
            <a:chExt cx="290945" cy="290945"/>
          </a:xfrm>
        </p:grpSpPr>
        <p:sp>
          <p:nvSpPr>
            <p:cNvPr id="11" name="同心圆 10">
              <a:extLst>
                <a:ext uri="{FF2B5EF4-FFF2-40B4-BE49-F238E27FC236}">
                  <a16:creationId xmlns:a16="http://schemas.microsoft.com/office/drawing/2014/main" id="{06287DA2-4D45-8847-ACE2-C974CE4DE53A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EFB539BF-357A-0347-9B53-BB6F7B77CD0D}"/>
                </a:ext>
              </a:extLst>
            </p:cNvPr>
            <p:cNvCxnSpPr>
              <a:stCxn id="11" idx="1"/>
              <a:endCxn id="11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48D4440D-F504-EB44-92CA-2845BF43EAAB}"/>
                </a:ext>
              </a:extLst>
            </p:cNvPr>
            <p:cNvCxnSpPr>
              <a:stCxn id="11" idx="7"/>
              <a:endCxn id="11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7419075-14EC-4047-A677-683EB685A688}"/>
              </a:ext>
            </a:extLst>
          </p:cNvPr>
          <p:cNvGrpSpPr/>
          <p:nvPr/>
        </p:nvGrpSpPr>
        <p:grpSpPr>
          <a:xfrm>
            <a:off x="4771216" y="3010299"/>
            <a:ext cx="290945" cy="290945"/>
            <a:chOff x="2971800" y="2670464"/>
            <a:chExt cx="290945" cy="290945"/>
          </a:xfrm>
        </p:grpSpPr>
        <p:sp>
          <p:nvSpPr>
            <p:cNvPr id="15" name="同心圆 14">
              <a:extLst>
                <a:ext uri="{FF2B5EF4-FFF2-40B4-BE49-F238E27FC236}">
                  <a16:creationId xmlns:a16="http://schemas.microsoft.com/office/drawing/2014/main" id="{A60D6A2C-360F-5C45-98BB-BD4E6E857FCE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015E0F0F-FE3E-5349-89DA-FB95B46DAEC1}"/>
                </a:ext>
              </a:extLst>
            </p:cNvPr>
            <p:cNvCxnSpPr>
              <a:stCxn id="15" idx="1"/>
              <a:endCxn id="1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4ED235DD-9BC0-5441-B38F-5186F953094D}"/>
                </a:ext>
              </a:extLst>
            </p:cNvPr>
            <p:cNvCxnSpPr>
              <a:stCxn id="15" idx="7"/>
              <a:endCxn id="1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138D75C-9F9F-344F-ACF5-F7C0EB7351B8}"/>
              </a:ext>
            </a:extLst>
          </p:cNvPr>
          <p:cNvGrpSpPr/>
          <p:nvPr/>
        </p:nvGrpSpPr>
        <p:grpSpPr>
          <a:xfrm>
            <a:off x="6597077" y="3013182"/>
            <a:ext cx="290945" cy="290945"/>
            <a:chOff x="2971800" y="2670464"/>
            <a:chExt cx="290945" cy="290945"/>
          </a:xfrm>
        </p:grpSpPr>
        <p:sp>
          <p:nvSpPr>
            <p:cNvPr id="19" name="同心圆 18">
              <a:extLst>
                <a:ext uri="{FF2B5EF4-FFF2-40B4-BE49-F238E27FC236}">
                  <a16:creationId xmlns:a16="http://schemas.microsoft.com/office/drawing/2014/main" id="{EE8CBDE8-AA50-CB4A-825E-6B0DE369858E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EE2BB796-6D6C-A04C-8876-ECB15520065C}"/>
                </a:ext>
              </a:extLst>
            </p:cNvPr>
            <p:cNvCxnSpPr>
              <a:stCxn id="19" idx="1"/>
              <a:endCxn id="19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F618FED2-0281-294F-9122-E4370E565FF7}"/>
                </a:ext>
              </a:extLst>
            </p:cNvPr>
            <p:cNvCxnSpPr>
              <a:stCxn id="19" idx="7"/>
              <a:endCxn id="19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EB655A2-7DE3-B24E-A252-9B76E7F40105}"/>
              </a:ext>
            </a:extLst>
          </p:cNvPr>
          <p:cNvGrpSpPr/>
          <p:nvPr/>
        </p:nvGrpSpPr>
        <p:grpSpPr>
          <a:xfrm>
            <a:off x="8422411" y="3010298"/>
            <a:ext cx="290945" cy="290945"/>
            <a:chOff x="2971800" y="2670464"/>
            <a:chExt cx="290945" cy="290945"/>
          </a:xfrm>
        </p:grpSpPr>
        <p:sp>
          <p:nvSpPr>
            <p:cNvPr id="23" name="同心圆 22">
              <a:extLst>
                <a:ext uri="{FF2B5EF4-FFF2-40B4-BE49-F238E27FC236}">
                  <a16:creationId xmlns:a16="http://schemas.microsoft.com/office/drawing/2014/main" id="{45EB7DB7-C8C3-9340-A6AC-F5727B234BA9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47C1E632-3E4C-8547-97D8-49208DF97202}"/>
                </a:ext>
              </a:extLst>
            </p:cNvPr>
            <p:cNvCxnSpPr>
              <a:stCxn id="23" idx="1"/>
              <a:endCxn id="23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3DF19FBC-41AA-B748-9C51-A20705DA19AD}"/>
                </a:ext>
              </a:extLst>
            </p:cNvPr>
            <p:cNvCxnSpPr>
              <a:stCxn id="23" idx="7"/>
              <a:endCxn id="23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6404E1F3-3D96-C245-9F26-B6B8369FF98F}"/>
              </a:ext>
            </a:extLst>
          </p:cNvPr>
          <p:cNvCxnSpPr>
            <a:endCxn id="11" idx="2"/>
          </p:cNvCxnSpPr>
          <p:nvPr/>
        </p:nvCxnSpPr>
        <p:spPr>
          <a:xfrm>
            <a:off x="2474838" y="315577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DF6DCDF7-1DF8-EF4C-B3CE-DEE5FB8461F3}"/>
              </a:ext>
            </a:extLst>
          </p:cNvPr>
          <p:cNvCxnSpPr>
            <a:cxnSpLocks/>
            <a:stCxn id="11" idx="6"/>
            <a:endCxn id="7" idx="1"/>
          </p:cNvCxnSpPr>
          <p:nvPr/>
        </p:nvCxnSpPr>
        <p:spPr>
          <a:xfrm>
            <a:off x="3240286" y="3155771"/>
            <a:ext cx="47850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799AB91E-E0A1-774E-955B-5BD35728A1B3}"/>
              </a:ext>
            </a:extLst>
          </p:cNvPr>
          <p:cNvCxnSpPr>
            <a:cxnSpLocks/>
            <a:stCxn id="7" idx="3"/>
            <a:endCxn id="15" idx="2"/>
          </p:cNvCxnSpPr>
          <p:nvPr/>
        </p:nvCxnSpPr>
        <p:spPr>
          <a:xfrm>
            <a:off x="4480786" y="3155772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3ED2DB67-34CE-ED45-B87D-6C4A20185609}"/>
              </a:ext>
            </a:extLst>
          </p:cNvPr>
          <p:cNvCxnSpPr/>
          <p:nvPr/>
        </p:nvCxnSpPr>
        <p:spPr>
          <a:xfrm>
            <a:off x="5066158" y="315576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4C4F682-4FED-DD4F-8A43-CC128CE59A48}"/>
              </a:ext>
            </a:extLst>
          </p:cNvPr>
          <p:cNvCxnSpPr/>
          <p:nvPr/>
        </p:nvCxnSpPr>
        <p:spPr>
          <a:xfrm>
            <a:off x="6888033" y="315576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FC0A9DC-06AD-0746-8F8C-C8012BBF2FE8}"/>
              </a:ext>
            </a:extLst>
          </p:cNvPr>
          <p:cNvCxnSpPr/>
          <p:nvPr/>
        </p:nvCxnSpPr>
        <p:spPr>
          <a:xfrm>
            <a:off x="8711632" y="315576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6219D676-90D0-B148-AEA2-26D048B4F84A}"/>
              </a:ext>
            </a:extLst>
          </p:cNvPr>
          <p:cNvCxnSpPr>
            <a:cxnSpLocks/>
          </p:cNvCxnSpPr>
          <p:nvPr/>
        </p:nvCxnSpPr>
        <p:spPr>
          <a:xfrm>
            <a:off x="6306647" y="3155769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F7FE663-672D-7F4D-B3E0-B797DB830E6A}"/>
              </a:ext>
            </a:extLst>
          </p:cNvPr>
          <p:cNvCxnSpPr>
            <a:cxnSpLocks/>
          </p:cNvCxnSpPr>
          <p:nvPr/>
        </p:nvCxnSpPr>
        <p:spPr>
          <a:xfrm>
            <a:off x="8131981" y="3155769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A00E1E0E-D7B5-734B-9FB7-8149B9066C55}"/>
              </a:ext>
            </a:extLst>
          </p:cNvPr>
          <p:cNvCxnSpPr/>
          <p:nvPr/>
        </p:nvCxnSpPr>
        <p:spPr>
          <a:xfrm>
            <a:off x="9942960" y="315576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DB8F4E21-90C3-EE44-A3D0-9DCADCB460AF}"/>
              </a:ext>
            </a:extLst>
          </p:cNvPr>
          <p:cNvCxnSpPr>
            <a:cxnSpLocks/>
            <a:stCxn id="2" idx="3"/>
            <a:endCxn id="23" idx="0"/>
          </p:cNvCxnSpPr>
          <p:nvPr/>
        </p:nvCxnSpPr>
        <p:spPr>
          <a:xfrm>
            <a:off x="6302661" y="1354684"/>
            <a:ext cx="2265223" cy="165561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EE8F6B79-A59E-7D46-812E-31B7AA9D92CE}"/>
              </a:ext>
            </a:extLst>
          </p:cNvPr>
          <p:cNvCxnSpPr>
            <a:endCxn id="2" idx="1"/>
          </p:cNvCxnSpPr>
          <p:nvPr/>
        </p:nvCxnSpPr>
        <p:spPr>
          <a:xfrm flipV="1">
            <a:off x="3397250" y="1354684"/>
            <a:ext cx="2143412" cy="1801085"/>
          </a:xfrm>
          <a:prstGeom prst="bentConnector3">
            <a:avLst>
              <a:gd name="adj1" fmla="val 8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19990756-8E66-F044-8B2C-1C46C5532CC9}"/>
              </a:ext>
            </a:extLst>
          </p:cNvPr>
          <p:cNvCxnSpPr>
            <a:endCxn id="6" idx="3"/>
          </p:cNvCxnSpPr>
          <p:nvPr/>
        </p:nvCxnSpPr>
        <p:spPr>
          <a:xfrm rot="5400000">
            <a:off x="4426238" y="3210318"/>
            <a:ext cx="931721" cy="82262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9E6DC430-E944-C345-921C-50F187C59A83}"/>
              </a:ext>
            </a:extLst>
          </p:cNvPr>
          <p:cNvCxnSpPr>
            <a:cxnSpLocks/>
            <a:stCxn id="6" idx="1"/>
            <a:endCxn id="11" idx="4"/>
          </p:cNvCxnSpPr>
          <p:nvPr/>
        </p:nvCxnSpPr>
        <p:spPr>
          <a:xfrm rot="10800000">
            <a:off x="3094815" y="3301244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D5135EDD-E7E4-704B-B317-359E64127AA4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>
            <a:off x="8082972" y="3197332"/>
            <a:ext cx="907475" cy="82434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7A9203BC-E723-8149-8EAE-5B95FAC8CEBC}"/>
              </a:ext>
            </a:extLst>
          </p:cNvPr>
          <p:cNvCxnSpPr>
            <a:cxnSpLocks/>
          </p:cNvCxnSpPr>
          <p:nvPr/>
        </p:nvCxnSpPr>
        <p:spPr>
          <a:xfrm rot="10800000">
            <a:off x="6740300" y="3283926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04CD37B0-6517-9649-B07C-FD1E2F084C50}"/>
              </a:ext>
            </a:extLst>
          </p:cNvPr>
          <p:cNvCxnSpPr>
            <a:cxnSpLocks/>
            <a:stCxn id="3" idx="1"/>
            <a:endCxn id="15" idx="0"/>
          </p:cNvCxnSpPr>
          <p:nvPr/>
        </p:nvCxnSpPr>
        <p:spPr>
          <a:xfrm rot="10800000" flipV="1">
            <a:off x="4916690" y="2255227"/>
            <a:ext cx="623973" cy="75507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(s)">
                <a:extLst>
                  <a:ext uri="{FF2B5EF4-FFF2-40B4-BE49-F238E27FC236}">
                    <a16:creationId xmlns:a16="http://schemas.microsoft.com/office/drawing/2014/main" id="{1920D3A4-5215-8741-AFCA-9039BA05A5EE}"/>
                  </a:ext>
                </a:extLst>
              </p:cNvPr>
              <p:cNvSpPr txBox="1"/>
              <p:nvPr/>
            </p:nvSpPr>
            <p:spPr>
              <a:xfrm>
                <a:off x="1388646" y="2861363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2" name="R(s)">
                <a:extLst>
                  <a:ext uri="{FF2B5EF4-FFF2-40B4-BE49-F238E27FC236}">
                    <a16:creationId xmlns:a16="http://schemas.microsoft.com/office/drawing/2014/main" id="{1920D3A4-5215-8741-AFCA-9039BA05A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46" y="2861363"/>
                <a:ext cx="944169" cy="553998"/>
              </a:xfrm>
              <a:prstGeom prst="rect">
                <a:avLst/>
              </a:prstGeom>
              <a:blipFill>
                <a:blip r:embed="rId10"/>
                <a:stretch>
                  <a:fillRect l="-16000" r="-21333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(s)">
                <a:extLst>
                  <a:ext uri="{FF2B5EF4-FFF2-40B4-BE49-F238E27FC236}">
                    <a16:creationId xmlns:a16="http://schemas.microsoft.com/office/drawing/2014/main" id="{3BF1D5FB-9620-B644-8722-EE65BCA6545B}"/>
                  </a:ext>
                </a:extLst>
              </p:cNvPr>
              <p:cNvSpPr txBox="1"/>
              <p:nvPr/>
            </p:nvSpPr>
            <p:spPr>
              <a:xfrm>
                <a:off x="10562935" y="2861363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C(s)">
                <a:extLst>
                  <a:ext uri="{FF2B5EF4-FFF2-40B4-BE49-F238E27FC236}">
                    <a16:creationId xmlns:a16="http://schemas.microsoft.com/office/drawing/2014/main" id="{3BF1D5FB-9620-B644-8722-EE65BCA65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935" y="2861363"/>
                <a:ext cx="896079" cy="553998"/>
              </a:xfrm>
              <a:prstGeom prst="rect">
                <a:avLst/>
              </a:prstGeom>
              <a:blipFill>
                <a:blip r:embed="rId11"/>
                <a:stretch>
                  <a:fillRect l="-16667" r="-23611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045398B-BDDA-7C43-A449-64D4AB4E9712}"/>
                  </a:ext>
                </a:extLst>
              </p:cNvPr>
              <p:cNvSpPr txBox="1"/>
              <p:nvPr/>
            </p:nvSpPr>
            <p:spPr>
              <a:xfrm>
                <a:off x="436146" y="4505711"/>
                <a:ext cx="180903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𝚫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045398B-BDDA-7C43-A449-64D4AB4E9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146" y="4505711"/>
                <a:ext cx="1809032" cy="553998"/>
              </a:xfrm>
              <a:prstGeom prst="rect">
                <a:avLst/>
              </a:prstGeom>
              <a:blipFill>
                <a:blip r:embed="rId12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CBBDD25-5870-814A-8037-BDFBB3AEAD9A}"/>
                  </a:ext>
                </a:extLst>
              </p:cNvPr>
              <p:cNvSpPr txBox="1"/>
              <p:nvPr/>
            </p:nvSpPr>
            <p:spPr>
              <a:xfrm>
                <a:off x="1915251" y="4505709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FCBBDD25-5870-814A-8037-BDFBB3AEA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251" y="4505709"/>
                <a:ext cx="1418499" cy="553998"/>
              </a:xfrm>
              <a:prstGeom prst="rect">
                <a:avLst/>
              </a:prstGeom>
              <a:blipFill>
                <a:blip r:embed="rId13"/>
                <a:stretch>
                  <a:fillRect l="-5310" r="-885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A1A18AC6-18B1-6447-84B3-05002D74784C}"/>
                  </a:ext>
                </a:extLst>
              </p:cNvPr>
              <p:cNvSpPr txBox="1"/>
              <p:nvPr/>
            </p:nvSpPr>
            <p:spPr>
              <a:xfrm>
                <a:off x="3333750" y="4505709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A1A18AC6-18B1-6447-84B3-05002D747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3750" y="4505709"/>
                <a:ext cx="1418499" cy="553998"/>
              </a:xfrm>
              <a:prstGeom prst="rect">
                <a:avLst/>
              </a:prstGeom>
              <a:blipFill>
                <a:blip r:embed="rId14"/>
                <a:stretch>
                  <a:fillRect l="-5310" r="-796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6B4B07C-D1DA-C649-AC51-77FE1D270DB9}"/>
                  </a:ext>
                </a:extLst>
              </p:cNvPr>
              <p:cNvSpPr txBox="1"/>
              <p:nvPr/>
            </p:nvSpPr>
            <p:spPr>
              <a:xfrm>
                <a:off x="4752249" y="4505709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6B4B07C-D1DA-C649-AC51-77FE1D270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249" y="4505709"/>
                <a:ext cx="1418499" cy="553998"/>
              </a:xfrm>
              <a:prstGeom prst="rect">
                <a:avLst/>
              </a:prstGeom>
              <a:blipFill>
                <a:blip r:embed="rId15"/>
                <a:stretch>
                  <a:fillRect l="-5357" r="-8929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168CF915-84B4-5C4A-8AD2-D3252FD748D8}"/>
                  </a:ext>
                </a:extLst>
              </p:cNvPr>
              <p:cNvSpPr txBox="1"/>
              <p:nvPr/>
            </p:nvSpPr>
            <p:spPr>
              <a:xfrm>
                <a:off x="6096000" y="4512638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168CF915-84B4-5C4A-8AD2-D3252FD74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12638"/>
                <a:ext cx="2793576" cy="553998"/>
              </a:xfrm>
              <a:prstGeom prst="rect">
                <a:avLst/>
              </a:prstGeom>
              <a:blipFill>
                <a:blip r:embed="rId16"/>
                <a:stretch>
                  <a:fillRect r="-45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1E5CCBD-F371-9D4E-95D2-91C04188A714}"/>
                  </a:ext>
                </a:extLst>
              </p:cNvPr>
              <p:cNvSpPr txBox="1"/>
              <p:nvPr/>
            </p:nvSpPr>
            <p:spPr>
              <a:xfrm>
                <a:off x="8670748" y="4512638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C1E5CCBD-F371-9D4E-95D2-91C04188A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748" y="4512638"/>
                <a:ext cx="2793576" cy="553998"/>
              </a:xfrm>
              <a:prstGeom prst="rect">
                <a:avLst/>
              </a:prstGeom>
              <a:blipFill>
                <a:blip r:embed="rId17"/>
                <a:stretch>
                  <a:fillRect l="-90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肘形连接符 49">
            <a:extLst>
              <a:ext uri="{FF2B5EF4-FFF2-40B4-BE49-F238E27FC236}">
                <a16:creationId xmlns:a16="http://schemas.microsoft.com/office/drawing/2014/main" id="{01632A18-69DA-7F41-875A-25E42FC946B2}"/>
              </a:ext>
            </a:extLst>
          </p:cNvPr>
          <p:cNvCxnSpPr>
            <a:cxnSpLocks/>
            <a:stCxn id="15" idx="6"/>
            <a:endCxn id="6" idx="3"/>
          </p:cNvCxnSpPr>
          <p:nvPr/>
        </p:nvCxnSpPr>
        <p:spPr>
          <a:xfrm flipH="1">
            <a:off x="4480786" y="3155772"/>
            <a:ext cx="581375" cy="931718"/>
          </a:xfrm>
          <a:prstGeom prst="bentConnector3">
            <a:avLst>
              <a:gd name="adj1" fmla="val -393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>
            <a:extLst>
              <a:ext uri="{FF2B5EF4-FFF2-40B4-BE49-F238E27FC236}">
                <a16:creationId xmlns:a16="http://schemas.microsoft.com/office/drawing/2014/main" id="{D89A1153-BD3F-6943-959F-009033889355}"/>
              </a:ext>
            </a:extLst>
          </p:cNvPr>
          <p:cNvCxnSpPr>
            <a:cxnSpLocks/>
            <a:stCxn id="23" idx="6"/>
            <a:endCxn id="5" idx="3"/>
          </p:cNvCxnSpPr>
          <p:nvPr/>
        </p:nvCxnSpPr>
        <p:spPr>
          <a:xfrm flipH="1">
            <a:off x="8124535" y="3155771"/>
            <a:ext cx="588821" cy="907473"/>
          </a:xfrm>
          <a:prstGeom prst="bentConnector3">
            <a:avLst>
              <a:gd name="adj1" fmla="val -38823"/>
            </a:avLst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51">
            <a:extLst>
              <a:ext uri="{FF2B5EF4-FFF2-40B4-BE49-F238E27FC236}">
                <a16:creationId xmlns:a16="http://schemas.microsoft.com/office/drawing/2014/main" id="{40C81281-46F9-2B4D-A9F5-151C048918ED}"/>
              </a:ext>
            </a:extLst>
          </p:cNvPr>
          <p:cNvCxnSpPr>
            <a:cxnSpLocks/>
            <a:stCxn id="11" idx="6"/>
            <a:endCxn id="2" idx="1"/>
          </p:cNvCxnSpPr>
          <p:nvPr/>
        </p:nvCxnSpPr>
        <p:spPr>
          <a:xfrm flipV="1">
            <a:off x="3240286" y="1354684"/>
            <a:ext cx="2300376" cy="1801087"/>
          </a:xfrm>
          <a:prstGeom prst="bentConnector3">
            <a:avLst>
              <a:gd name="adj1" fmla="val 721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594C3418-4DEF-AB43-BA8D-5D2DAD44889B}"/>
              </a:ext>
            </a:extLst>
          </p:cNvPr>
          <p:cNvCxnSpPr>
            <a:cxnSpLocks/>
            <a:stCxn id="19" idx="6"/>
            <a:endCxn id="3" idx="3"/>
          </p:cNvCxnSpPr>
          <p:nvPr/>
        </p:nvCxnSpPr>
        <p:spPr>
          <a:xfrm flipH="1" flipV="1">
            <a:off x="6302661" y="2255228"/>
            <a:ext cx="585361" cy="903427"/>
          </a:xfrm>
          <a:prstGeom prst="bentConnector3">
            <a:avLst>
              <a:gd name="adj1" fmla="val -3037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E5DDE8D7-7EB8-0A42-BEE2-A9DB037E5FE7}"/>
              </a:ext>
            </a:extLst>
          </p:cNvPr>
          <p:cNvCxnSpPr/>
          <p:nvPr/>
        </p:nvCxnSpPr>
        <p:spPr>
          <a:xfrm>
            <a:off x="3242560" y="3155768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3E565FE6-76D2-8241-9F13-C381211146A4}"/>
              </a:ext>
            </a:extLst>
          </p:cNvPr>
          <p:cNvCxnSpPr/>
          <p:nvPr/>
        </p:nvCxnSpPr>
        <p:spPr>
          <a:xfrm>
            <a:off x="5069031" y="314884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E93265BA-38B0-5143-8A8B-004E152F6049}"/>
              </a:ext>
            </a:extLst>
          </p:cNvPr>
          <p:cNvCxnSpPr/>
          <p:nvPr/>
        </p:nvCxnSpPr>
        <p:spPr>
          <a:xfrm>
            <a:off x="6888139" y="3148261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6FCF4472-F6D3-E948-8FE0-E0B281517A9D}"/>
              </a:ext>
            </a:extLst>
          </p:cNvPr>
          <p:cNvCxnSpPr/>
          <p:nvPr/>
        </p:nvCxnSpPr>
        <p:spPr>
          <a:xfrm>
            <a:off x="8715791" y="3155767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80F368C-3D11-3341-A56E-F8E6F37F479B}"/>
                  </a:ext>
                </a:extLst>
              </p:cNvPr>
              <p:cNvSpPr txBox="1"/>
              <p:nvPr/>
            </p:nvSpPr>
            <p:spPr>
              <a:xfrm>
                <a:off x="5914249" y="5240410"/>
                <a:ext cx="136337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C80F368C-3D11-3341-A56E-F8E6F37F4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4249" y="5240410"/>
                <a:ext cx="1363377" cy="553998"/>
              </a:xfrm>
              <a:prstGeom prst="rect">
                <a:avLst/>
              </a:prstGeom>
              <a:blipFill>
                <a:blip r:embed="rId18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9BC6E981-DEEC-A94D-9BA2-7D5455074200}"/>
                  </a:ext>
                </a:extLst>
              </p:cNvPr>
              <p:cNvSpPr txBox="1"/>
              <p:nvPr/>
            </p:nvSpPr>
            <p:spPr>
              <a:xfrm>
                <a:off x="8486464" y="5238740"/>
                <a:ext cx="1266537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9BC6E981-DEEC-A94D-9BA2-7D5455074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464" y="5238740"/>
                <a:ext cx="1266537" cy="553998"/>
              </a:xfrm>
              <a:prstGeom prst="rect">
                <a:avLst/>
              </a:prstGeom>
              <a:blipFill>
                <a:blip r:embed="rId19"/>
                <a:stretch>
                  <a:fillRect l="-20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3253CA3-2CF6-834E-8051-3789A113EA39}"/>
                  </a:ext>
                </a:extLst>
              </p:cNvPr>
              <p:cNvSpPr txBox="1"/>
              <p:nvPr/>
            </p:nvSpPr>
            <p:spPr>
              <a:xfrm>
                <a:off x="568599" y="5241905"/>
                <a:ext cx="1302811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3253CA3-2CF6-834E-8051-3789A113E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99" y="5241905"/>
                <a:ext cx="1302811" cy="553998"/>
              </a:xfrm>
              <a:prstGeom prst="rect">
                <a:avLst/>
              </a:prstGeom>
              <a:blipFill>
                <a:blip r:embed="rId20"/>
                <a:stretch>
                  <a:fillRect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7172D903-442D-2547-9BFC-550ADA9238C9}"/>
                  </a:ext>
                </a:extLst>
              </p:cNvPr>
              <p:cNvSpPr txBox="1"/>
              <p:nvPr/>
            </p:nvSpPr>
            <p:spPr>
              <a:xfrm>
                <a:off x="4182848" y="5251266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7172D903-442D-2547-9BFC-550ADA923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848" y="5251266"/>
                <a:ext cx="1418499" cy="553998"/>
              </a:xfrm>
              <a:prstGeom prst="rect">
                <a:avLst/>
              </a:prstGeom>
              <a:blipFill>
                <a:blip r:embed="rId21"/>
                <a:stretch>
                  <a:fillRect l="-9735" r="-9735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5D65B9FD-3E85-924F-BAE1-277CFC5C20B7}"/>
                  </a:ext>
                </a:extLst>
              </p:cNvPr>
              <p:cNvSpPr txBox="1"/>
              <p:nvPr/>
            </p:nvSpPr>
            <p:spPr>
              <a:xfrm>
                <a:off x="1665078" y="5243812"/>
                <a:ext cx="243283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5D65B9FD-3E85-924F-BAE1-277CFC5C2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078" y="5243812"/>
                <a:ext cx="2432838" cy="553998"/>
              </a:xfrm>
              <a:prstGeom prst="rect">
                <a:avLst/>
              </a:prstGeom>
              <a:blipFill>
                <a:blip r:embed="rId22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73281E9A-973F-2142-A44D-6FB837330B43}"/>
                  </a:ext>
                </a:extLst>
              </p:cNvPr>
              <p:cNvSpPr txBox="1"/>
              <p:nvPr/>
            </p:nvSpPr>
            <p:spPr>
              <a:xfrm>
                <a:off x="7114831" y="5241436"/>
                <a:ext cx="126653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73281E9A-973F-2142-A44D-6FB837330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4831" y="5241436"/>
                <a:ext cx="1266536" cy="553998"/>
              </a:xfrm>
              <a:prstGeom prst="rect">
                <a:avLst/>
              </a:prstGeom>
              <a:blipFill>
                <a:blip r:embed="rId23"/>
                <a:stretch>
                  <a:fillRect l="-40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C204BE1-0F19-454F-A21E-849130FA4D8D}"/>
                  </a:ext>
                </a:extLst>
              </p:cNvPr>
              <p:cNvSpPr txBox="1"/>
              <p:nvPr/>
            </p:nvSpPr>
            <p:spPr>
              <a:xfrm>
                <a:off x="9607790" y="5238740"/>
                <a:ext cx="209605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DC204BE1-0F19-454F-A21E-849130FA4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7790" y="5238740"/>
                <a:ext cx="2096058" cy="553998"/>
              </a:xfrm>
              <a:prstGeom prst="rect">
                <a:avLst/>
              </a:prstGeom>
              <a:blipFill>
                <a:blip r:embed="rId24"/>
                <a:stretch>
                  <a:fillRect l="-3012" r="-602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3">
            <a:extLst>
              <a:ext uri="{FF2B5EF4-FFF2-40B4-BE49-F238E27FC236}">
                <a16:creationId xmlns:a16="http://schemas.microsoft.com/office/drawing/2014/main" id="{2A078CEA-F76D-BE46-9D45-86064E4D8257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：由结构图求传递函数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(s)移动">
                <a:extLst>
                  <a:ext uri="{FF2B5EF4-FFF2-40B4-BE49-F238E27FC236}">
                    <a16:creationId xmlns:a16="http://schemas.microsoft.com/office/drawing/2014/main" id="{60A2E363-A229-4649-BA06-BB9E36CB9E4C}"/>
                  </a:ext>
                </a:extLst>
              </p:cNvPr>
              <p:cNvSpPr txBox="1"/>
              <p:nvPr/>
            </p:nvSpPr>
            <p:spPr>
              <a:xfrm>
                <a:off x="1384150" y="2859456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6" name="R(s)移动">
                <a:extLst>
                  <a:ext uri="{FF2B5EF4-FFF2-40B4-BE49-F238E27FC236}">
                    <a16:creationId xmlns:a16="http://schemas.microsoft.com/office/drawing/2014/main" id="{60A2E363-A229-4649-BA06-BB9E36CB9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150" y="2859456"/>
                <a:ext cx="944169" cy="553998"/>
              </a:xfrm>
              <a:prstGeom prst="rect">
                <a:avLst/>
              </a:prstGeom>
              <a:blipFill>
                <a:blip r:embed="rId25"/>
                <a:stretch>
                  <a:fillRect l="-14474" r="-21053" b="-3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(s)移动">
                <a:extLst>
                  <a:ext uri="{FF2B5EF4-FFF2-40B4-BE49-F238E27FC236}">
                    <a16:creationId xmlns:a16="http://schemas.microsoft.com/office/drawing/2014/main" id="{457D774C-CB86-ED4B-87C1-C6307C31FEF1}"/>
                  </a:ext>
                </a:extLst>
              </p:cNvPr>
              <p:cNvSpPr txBox="1"/>
              <p:nvPr/>
            </p:nvSpPr>
            <p:spPr>
              <a:xfrm>
                <a:off x="10562935" y="2859456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7" name="C(s)移动">
                <a:extLst>
                  <a:ext uri="{FF2B5EF4-FFF2-40B4-BE49-F238E27FC236}">
                    <a16:creationId xmlns:a16="http://schemas.microsoft.com/office/drawing/2014/main" id="{457D774C-CB86-ED4B-87C1-C6307C31F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935" y="2859456"/>
                <a:ext cx="896079" cy="553998"/>
              </a:xfrm>
              <a:prstGeom prst="rect">
                <a:avLst/>
              </a:prstGeom>
              <a:blipFill>
                <a:blip r:embed="rId26"/>
                <a:stretch>
                  <a:fillRect l="-16667" r="-23611" b="-3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9024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520D8C7-C58A-4041-AF21-726C40FE7CA2}"/>
                  </a:ext>
                </a:extLst>
              </p:cNvPr>
              <p:cNvSpPr/>
              <p:nvPr/>
            </p:nvSpPr>
            <p:spPr>
              <a:xfrm>
                <a:off x="5540662" y="1052736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520D8C7-C58A-4041-AF21-726C40FE7C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052736"/>
                <a:ext cx="761999" cy="588818"/>
              </a:xfrm>
              <a:prstGeom prst="rect">
                <a:avLst/>
              </a:prstGeom>
              <a:blipFill>
                <a:blip r:embed="rId2"/>
                <a:stretch>
                  <a:fillRect b="-8163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F0CDE8A-1C35-4548-829B-E9680A0DF7C9}"/>
                  </a:ext>
                </a:extLst>
              </p:cNvPr>
              <p:cNvSpPr/>
              <p:nvPr/>
            </p:nvSpPr>
            <p:spPr>
              <a:xfrm>
                <a:off x="5540662" y="1953280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F0CDE8A-1C35-4548-829B-E9680A0DF7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1953280"/>
                <a:ext cx="761999" cy="588818"/>
              </a:xfrm>
              <a:prstGeom prst="rect">
                <a:avLst/>
              </a:prstGeom>
              <a:blipFill>
                <a:blip r:embed="rId3"/>
                <a:stretch>
                  <a:fillRect l="-6349"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F970C43-7D30-3F43-8B4D-F46E75C7D9B8}"/>
                  </a:ext>
                </a:extLst>
              </p:cNvPr>
              <p:cNvSpPr/>
              <p:nvPr/>
            </p:nvSpPr>
            <p:spPr>
              <a:xfrm>
                <a:off x="5540662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F970C43-7D30-3F43-8B4D-F46E75C7D9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2" y="2853824"/>
                <a:ext cx="761999" cy="588818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B88D83B-2C54-CB4B-B3E1-C4372E3357C3}"/>
                  </a:ext>
                </a:extLst>
              </p:cNvPr>
              <p:cNvSpPr/>
              <p:nvPr/>
            </p:nvSpPr>
            <p:spPr>
              <a:xfrm>
                <a:off x="7362536" y="3761296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B88D83B-2C54-CB4B-B3E1-C4372E3357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3761296"/>
                <a:ext cx="761999" cy="588818"/>
              </a:xfrm>
              <a:prstGeom prst="rect">
                <a:avLst/>
              </a:prstGeom>
              <a:blipFill>
                <a:blip r:embed="rId5"/>
                <a:stretch>
                  <a:fillRect l="-6349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E24512A-8431-D642-B8B1-6AC0D9D3284B}"/>
                  </a:ext>
                </a:extLst>
              </p:cNvPr>
              <p:cNvSpPr/>
              <p:nvPr/>
            </p:nvSpPr>
            <p:spPr>
              <a:xfrm>
                <a:off x="3718787" y="3785542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E24512A-8431-D642-B8B1-6AC0D9D32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3785542"/>
                <a:ext cx="761999" cy="588818"/>
              </a:xfrm>
              <a:prstGeom prst="rect">
                <a:avLst/>
              </a:prstGeom>
              <a:blipFill>
                <a:blip r:embed="rId6"/>
                <a:stretch>
                  <a:fillRect l="-4762" b="-10204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B2DF243-2FA9-E84A-8153-A19E923E7B06}"/>
                  </a:ext>
                </a:extLst>
              </p:cNvPr>
              <p:cNvSpPr/>
              <p:nvPr/>
            </p:nvSpPr>
            <p:spPr>
              <a:xfrm>
                <a:off x="3718787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CB2DF243-2FA9-E84A-8153-A19E923E7B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787" y="2853824"/>
                <a:ext cx="761999" cy="588818"/>
              </a:xfrm>
              <a:prstGeom prst="rect">
                <a:avLst/>
              </a:prstGeom>
              <a:blipFill>
                <a:blip r:embed="rId7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DAA2C16-D2C4-F849-A499-C9D0192655BE}"/>
                  </a:ext>
                </a:extLst>
              </p:cNvPr>
              <p:cNvSpPr/>
              <p:nvPr/>
            </p:nvSpPr>
            <p:spPr>
              <a:xfrm>
                <a:off x="7362536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DAA2C16-D2C4-F849-A499-C9D019265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536" y="2853824"/>
                <a:ext cx="761999" cy="588818"/>
              </a:xfrm>
              <a:prstGeom prst="rect">
                <a:avLst/>
              </a:prstGeom>
              <a:blipFill>
                <a:blip r:embed="rId8"/>
                <a:stretch>
                  <a:fillRect b="-8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A479483-771D-D146-BBEC-57B3B9978D76}"/>
                  </a:ext>
                </a:extLst>
              </p:cNvPr>
              <p:cNvSpPr/>
              <p:nvPr/>
            </p:nvSpPr>
            <p:spPr>
              <a:xfrm>
                <a:off x="9184410" y="2853824"/>
                <a:ext cx="761999" cy="588818"/>
              </a:xfrm>
              <a:prstGeom prst="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4A479483-771D-D146-BBEC-57B3B9978D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410" y="2853824"/>
                <a:ext cx="761999" cy="588818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  <a:ln w="254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7994F1DC-3394-074F-8F4C-C544C84DCC84}"/>
              </a:ext>
            </a:extLst>
          </p:cNvPr>
          <p:cNvGrpSpPr/>
          <p:nvPr/>
        </p:nvGrpSpPr>
        <p:grpSpPr>
          <a:xfrm>
            <a:off x="2949341" y="3002759"/>
            <a:ext cx="290945" cy="290945"/>
            <a:chOff x="2971800" y="2670464"/>
            <a:chExt cx="290945" cy="290945"/>
          </a:xfrm>
        </p:grpSpPr>
        <p:sp>
          <p:nvSpPr>
            <p:cNvPr id="11" name="同心圆 10">
              <a:extLst>
                <a:ext uri="{FF2B5EF4-FFF2-40B4-BE49-F238E27FC236}">
                  <a16:creationId xmlns:a16="http://schemas.microsoft.com/office/drawing/2014/main" id="{5E82B3B5-2498-D34C-A4C4-B7CE6DCF6B55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431E7A06-31EC-F341-A255-808526C377C4}"/>
                </a:ext>
              </a:extLst>
            </p:cNvPr>
            <p:cNvCxnSpPr>
              <a:stCxn id="11" idx="1"/>
              <a:endCxn id="11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46C5A8A5-C56E-7448-BFB5-7C2C702ED6A7}"/>
                </a:ext>
              </a:extLst>
            </p:cNvPr>
            <p:cNvCxnSpPr>
              <a:stCxn id="11" idx="7"/>
              <a:endCxn id="11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5890BAB-1F53-754D-B83C-85673D6D83DC}"/>
              </a:ext>
            </a:extLst>
          </p:cNvPr>
          <p:cNvGrpSpPr/>
          <p:nvPr/>
        </p:nvGrpSpPr>
        <p:grpSpPr>
          <a:xfrm>
            <a:off x="4771216" y="3002760"/>
            <a:ext cx="290945" cy="290945"/>
            <a:chOff x="2971800" y="2670464"/>
            <a:chExt cx="290945" cy="290945"/>
          </a:xfrm>
        </p:grpSpPr>
        <p:sp>
          <p:nvSpPr>
            <p:cNvPr id="15" name="同心圆 14">
              <a:extLst>
                <a:ext uri="{FF2B5EF4-FFF2-40B4-BE49-F238E27FC236}">
                  <a16:creationId xmlns:a16="http://schemas.microsoft.com/office/drawing/2014/main" id="{7FEE289E-0A73-8644-B3CA-40E0728EBE10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E6DA3996-94D2-7F49-9E7F-8F4520077D4C}"/>
                </a:ext>
              </a:extLst>
            </p:cNvPr>
            <p:cNvCxnSpPr>
              <a:stCxn id="15" idx="1"/>
              <a:endCxn id="15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线连接符 16">
              <a:extLst>
                <a:ext uri="{FF2B5EF4-FFF2-40B4-BE49-F238E27FC236}">
                  <a16:creationId xmlns:a16="http://schemas.microsoft.com/office/drawing/2014/main" id="{BEDEA01B-7080-1047-A0D5-1282214962BF}"/>
                </a:ext>
              </a:extLst>
            </p:cNvPr>
            <p:cNvCxnSpPr>
              <a:stCxn id="15" idx="7"/>
              <a:endCxn id="15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0D16E10-D740-864E-8ED3-592CCA161226}"/>
              </a:ext>
            </a:extLst>
          </p:cNvPr>
          <p:cNvGrpSpPr/>
          <p:nvPr/>
        </p:nvGrpSpPr>
        <p:grpSpPr>
          <a:xfrm>
            <a:off x="6597077" y="3005643"/>
            <a:ext cx="290945" cy="290945"/>
            <a:chOff x="2971800" y="2670464"/>
            <a:chExt cx="290945" cy="290945"/>
          </a:xfrm>
        </p:grpSpPr>
        <p:sp>
          <p:nvSpPr>
            <p:cNvPr id="19" name="同心圆 18">
              <a:extLst>
                <a:ext uri="{FF2B5EF4-FFF2-40B4-BE49-F238E27FC236}">
                  <a16:creationId xmlns:a16="http://schemas.microsoft.com/office/drawing/2014/main" id="{F5FD85A1-F071-2B4C-832F-EC8A40B4BBAF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0" name="直线连接符 19">
              <a:extLst>
                <a:ext uri="{FF2B5EF4-FFF2-40B4-BE49-F238E27FC236}">
                  <a16:creationId xmlns:a16="http://schemas.microsoft.com/office/drawing/2014/main" id="{5545D899-413C-0046-BAE6-ADE391403A85}"/>
                </a:ext>
              </a:extLst>
            </p:cNvPr>
            <p:cNvCxnSpPr>
              <a:stCxn id="19" idx="1"/>
              <a:endCxn id="19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线连接符 20">
              <a:extLst>
                <a:ext uri="{FF2B5EF4-FFF2-40B4-BE49-F238E27FC236}">
                  <a16:creationId xmlns:a16="http://schemas.microsoft.com/office/drawing/2014/main" id="{2D7581E6-3DA5-1044-8D6A-A0BC1650653D}"/>
                </a:ext>
              </a:extLst>
            </p:cNvPr>
            <p:cNvCxnSpPr>
              <a:stCxn id="19" idx="7"/>
              <a:endCxn id="19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F30177F3-F147-3C41-928C-FDCE03239BDE}"/>
              </a:ext>
            </a:extLst>
          </p:cNvPr>
          <p:cNvGrpSpPr/>
          <p:nvPr/>
        </p:nvGrpSpPr>
        <p:grpSpPr>
          <a:xfrm>
            <a:off x="8422411" y="3002759"/>
            <a:ext cx="290945" cy="290945"/>
            <a:chOff x="2971800" y="2670464"/>
            <a:chExt cx="290945" cy="290945"/>
          </a:xfrm>
        </p:grpSpPr>
        <p:sp>
          <p:nvSpPr>
            <p:cNvPr id="23" name="同心圆 22">
              <a:extLst>
                <a:ext uri="{FF2B5EF4-FFF2-40B4-BE49-F238E27FC236}">
                  <a16:creationId xmlns:a16="http://schemas.microsoft.com/office/drawing/2014/main" id="{9564AE75-AFB2-1F46-AE10-FA62FD64F170}"/>
                </a:ext>
              </a:extLst>
            </p:cNvPr>
            <p:cNvSpPr/>
            <p:nvPr/>
          </p:nvSpPr>
          <p:spPr>
            <a:xfrm>
              <a:off x="2971800" y="2670464"/>
              <a:ext cx="290945" cy="290945"/>
            </a:xfrm>
            <a:prstGeom prst="donut">
              <a:avLst>
                <a:gd name="adj" fmla="val 889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7603D0A8-3824-3A48-AEFF-DB2EECFBF28F}"/>
                </a:ext>
              </a:extLst>
            </p:cNvPr>
            <p:cNvCxnSpPr>
              <a:stCxn id="23" idx="1"/>
              <a:endCxn id="23" idx="5"/>
            </p:cNvCxnSpPr>
            <p:nvPr/>
          </p:nvCxnSpPr>
          <p:spPr>
            <a:xfrm>
              <a:off x="3014408" y="2713072"/>
              <a:ext cx="205729" cy="20572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A0721A03-B6E5-5646-A030-6C73EA59ED0C}"/>
                </a:ext>
              </a:extLst>
            </p:cNvPr>
            <p:cNvCxnSpPr>
              <a:stCxn id="23" idx="7"/>
              <a:endCxn id="23" idx="3"/>
            </p:cNvCxnSpPr>
            <p:nvPr/>
          </p:nvCxnSpPr>
          <p:spPr>
            <a:xfrm flipH="1">
              <a:off x="3014408" y="2713072"/>
              <a:ext cx="205729" cy="205729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51B78F2-47F3-4D49-B5AB-0936CCAEF253}"/>
              </a:ext>
            </a:extLst>
          </p:cNvPr>
          <p:cNvCxnSpPr>
            <a:endCxn id="11" idx="2"/>
          </p:cNvCxnSpPr>
          <p:nvPr/>
        </p:nvCxnSpPr>
        <p:spPr>
          <a:xfrm>
            <a:off x="2474838" y="3148231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DAC8738-C849-6E4C-9B7A-C7999182D263}"/>
              </a:ext>
            </a:extLst>
          </p:cNvPr>
          <p:cNvCxnSpPr>
            <a:cxnSpLocks/>
            <a:stCxn id="11" idx="6"/>
            <a:endCxn id="7" idx="1"/>
          </p:cNvCxnSpPr>
          <p:nvPr/>
        </p:nvCxnSpPr>
        <p:spPr>
          <a:xfrm>
            <a:off x="3240286" y="3148232"/>
            <a:ext cx="47850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CF3E8C41-D176-EE40-8BEF-52251967A3BD}"/>
              </a:ext>
            </a:extLst>
          </p:cNvPr>
          <p:cNvCxnSpPr>
            <a:cxnSpLocks/>
            <a:stCxn id="7" idx="3"/>
            <a:endCxn id="15" idx="2"/>
          </p:cNvCxnSpPr>
          <p:nvPr/>
        </p:nvCxnSpPr>
        <p:spPr>
          <a:xfrm>
            <a:off x="4480786" y="3148233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4CC5A855-2AFF-7542-8B31-8A827EE1E820}"/>
              </a:ext>
            </a:extLst>
          </p:cNvPr>
          <p:cNvCxnSpPr/>
          <p:nvPr/>
        </p:nvCxnSpPr>
        <p:spPr>
          <a:xfrm>
            <a:off x="5066158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07200E73-7E60-D247-B117-931FBDD6F277}"/>
              </a:ext>
            </a:extLst>
          </p:cNvPr>
          <p:cNvCxnSpPr/>
          <p:nvPr/>
        </p:nvCxnSpPr>
        <p:spPr>
          <a:xfrm>
            <a:off x="6888033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39E3250-37AE-9B4E-BC41-026AE23DE284}"/>
              </a:ext>
            </a:extLst>
          </p:cNvPr>
          <p:cNvCxnSpPr/>
          <p:nvPr/>
        </p:nvCxnSpPr>
        <p:spPr>
          <a:xfrm>
            <a:off x="8711632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57CB209E-971B-3947-8AED-A638ECD10616}"/>
              </a:ext>
            </a:extLst>
          </p:cNvPr>
          <p:cNvCxnSpPr>
            <a:cxnSpLocks/>
          </p:cNvCxnSpPr>
          <p:nvPr/>
        </p:nvCxnSpPr>
        <p:spPr>
          <a:xfrm>
            <a:off x="6306647" y="3148230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1B18FDB9-40F4-B94A-8B5D-A3A9C58C86F1}"/>
              </a:ext>
            </a:extLst>
          </p:cNvPr>
          <p:cNvCxnSpPr>
            <a:cxnSpLocks/>
          </p:cNvCxnSpPr>
          <p:nvPr/>
        </p:nvCxnSpPr>
        <p:spPr>
          <a:xfrm>
            <a:off x="8131981" y="3148230"/>
            <a:ext cx="2904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405D43D1-E76A-C24E-89FC-9D38B8823240}"/>
              </a:ext>
            </a:extLst>
          </p:cNvPr>
          <p:cNvCxnSpPr/>
          <p:nvPr/>
        </p:nvCxnSpPr>
        <p:spPr>
          <a:xfrm>
            <a:off x="9942960" y="3148230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5B051585-12A2-9C42-BF98-1F5872C0D8B8}"/>
              </a:ext>
            </a:extLst>
          </p:cNvPr>
          <p:cNvCxnSpPr>
            <a:cxnSpLocks/>
            <a:stCxn id="2" idx="3"/>
            <a:endCxn id="23" idx="0"/>
          </p:cNvCxnSpPr>
          <p:nvPr/>
        </p:nvCxnSpPr>
        <p:spPr>
          <a:xfrm>
            <a:off x="6302661" y="1347145"/>
            <a:ext cx="2265223" cy="165561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986E66B4-11EA-674B-A6F8-CC2960600C31}"/>
              </a:ext>
            </a:extLst>
          </p:cNvPr>
          <p:cNvCxnSpPr>
            <a:endCxn id="2" idx="1"/>
          </p:cNvCxnSpPr>
          <p:nvPr/>
        </p:nvCxnSpPr>
        <p:spPr>
          <a:xfrm flipV="1">
            <a:off x="3397250" y="1347145"/>
            <a:ext cx="2143412" cy="1801085"/>
          </a:xfrm>
          <a:prstGeom prst="bentConnector3">
            <a:avLst>
              <a:gd name="adj1" fmla="val 8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666D838A-0AF3-144B-B290-FCF652178E86}"/>
              </a:ext>
            </a:extLst>
          </p:cNvPr>
          <p:cNvCxnSpPr>
            <a:endCxn id="6" idx="3"/>
          </p:cNvCxnSpPr>
          <p:nvPr/>
        </p:nvCxnSpPr>
        <p:spPr>
          <a:xfrm rot="5400000">
            <a:off x="4426238" y="3202779"/>
            <a:ext cx="931721" cy="822623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>
            <a:extLst>
              <a:ext uri="{FF2B5EF4-FFF2-40B4-BE49-F238E27FC236}">
                <a16:creationId xmlns:a16="http://schemas.microsoft.com/office/drawing/2014/main" id="{9DFD4789-F2E7-9644-BEC3-8926BA4758CB}"/>
              </a:ext>
            </a:extLst>
          </p:cNvPr>
          <p:cNvCxnSpPr>
            <a:cxnSpLocks/>
            <a:stCxn id="6" idx="1"/>
            <a:endCxn id="11" idx="4"/>
          </p:cNvCxnSpPr>
          <p:nvPr/>
        </p:nvCxnSpPr>
        <p:spPr>
          <a:xfrm rot="10800000">
            <a:off x="3094815" y="3293705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7AB0D87E-2731-EF4E-AD49-6673690EB741}"/>
              </a:ext>
            </a:extLst>
          </p:cNvPr>
          <p:cNvCxnSpPr>
            <a:cxnSpLocks/>
            <a:endCxn id="5" idx="3"/>
          </p:cNvCxnSpPr>
          <p:nvPr/>
        </p:nvCxnSpPr>
        <p:spPr>
          <a:xfrm rot="5400000">
            <a:off x="8082972" y="3189793"/>
            <a:ext cx="907475" cy="82434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151B9D06-C8D8-EA44-8533-931BDB7D2805}"/>
              </a:ext>
            </a:extLst>
          </p:cNvPr>
          <p:cNvCxnSpPr>
            <a:cxnSpLocks/>
          </p:cNvCxnSpPr>
          <p:nvPr/>
        </p:nvCxnSpPr>
        <p:spPr>
          <a:xfrm rot="10800000">
            <a:off x="6740300" y="3276387"/>
            <a:ext cx="623973" cy="78624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6FC451E3-6C7B-B44B-B978-E25DDC468858}"/>
              </a:ext>
            </a:extLst>
          </p:cNvPr>
          <p:cNvCxnSpPr>
            <a:cxnSpLocks/>
            <a:stCxn id="3" idx="1"/>
            <a:endCxn id="15" idx="0"/>
          </p:cNvCxnSpPr>
          <p:nvPr/>
        </p:nvCxnSpPr>
        <p:spPr>
          <a:xfrm rot="10800000" flipV="1">
            <a:off x="4916690" y="2247688"/>
            <a:ext cx="623973" cy="75507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(s)移动">
                <a:extLst>
                  <a:ext uri="{FF2B5EF4-FFF2-40B4-BE49-F238E27FC236}">
                    <a16:creationId xmlns:a16="http://schemas.microsoft.com/office/drawing/2014/main" id="{065A146D-A079-D14A-9D68-4D603EDE2CD3}"/>
                  </a:ext>
                </a:extLst>
              </p:cNvPr>
              <p:cNvSpPr txBox="1"/>
              <p:nvPr/>
            </p:nvSpPr>
            <p:spPr>
              <a:xfrm>
                <a:off x="218524" y="5694474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2" name="R(s)移动">
                <a:extLst>
                  <a:ext uri="{FF2B5EF4-FFF2-40B4-BE49-F238E27FC236}">
                    <a16:creationId xmlns:a16="http://schemas.microsoft.com/office/drawing/2014/main" id="{065A146D-A079-D14A-9D68-4D603EDE2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24" y="5694474"/>
                <a:ext cx="944169" cy="553998"/>
              </a:xfrm>
              <a:prstGeom prst="rect">
                <a:avLst/>
              </a:prstGeom>
              <a:blipFill>
                <a:blip r:embed="rId10"/>
                <a:stretch>
                  <a:fillRect l="-16000" r="-21333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(s)移动">
                <a:extLst>
                  <a:ext uri="{FF2B5EF4-FFF2-40B4-BE49-F238E27FC236}">
                    <a16:creationId xmlns:a16="http://schemas.microsoft.com/office/drawing/2014/main" id="{FF00DC4E-AD45-CE48-9C4A-31AAB4CF3585}"/>
                  </a:ext>
                </a:extLst>
              </p:cNvPr>
              <p:cNvSpPr txBox="1"/>
              <p:nvPr/>
            </p:nvSpPr>
            <p:spPr>
              <a:xfrm>
                <a:off x="242568" y="5102950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3" name="C(s)移动">
                <a:extLst>
                  <a:ext uri="{FF2B5EF4-FFF2-40B4-BE49-F238E27FC236}">
                    <a16:creationId xmlns:a16="http://schemas.microsoft.com/office/drawing/2014/main" id="{FF00DC4E-AD45-CE48-9C4A-31AAB4CF3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568" y="5102950"/>
                <a:ext cx="896079" cy="553998"/>
              </a:xfrm>
              <a:prstGeom prst="rect">
                <a:avLst/>
              </a:prstGeom>
              <a:blipFill>
                <a:blip r:embed="rId11"/>
                <a:stretch>
                  <a:fillRect l="-18310" r="-23944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28BA9EF-4F51-2748-892F-107A3D02560A}"/>
                  </a:ext>
                </a:extLst>
              </p:cNvPr>
              <p:cNvSpPr txBox="1"/>
              <p:nvPr/>
            </p:nvSpPr>
            <p:spPr>
              <a:xfrm>
                <a:off x="2015653" y="5755322"/>
                <a:ext cx="43441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528BA9EF-4F51-2748-892F-107A3D025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5653" y="5755322"/>
                <a:ext cx="434413" cy="553998"/>
              </a:xfrm>
              <a:prstGeom prst="rect">
                <a:avLst/>
              </a:prstGeom>
              <a:blipFill>
                <a:blip r:embed="rId12"/>
                <a:stretch>
                  <a:fillRect l="-17143" r="-17143"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5602C2A-03B6-9447-BFCD-626EBFE2FD88}"/>
                  </a:ext>
                </a:extLst>
              </p:cNvPr>
              <p:cNvSpPr txBox="1"/>
              <p:nvPr/>
            </p:nvSpPr>
            <p:spPr>
              <a:xfrm>
                <a:off x="2416328" y="5706135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5602C2A-03B6-9447-BFCD-626EBFE2F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328" y="5706135"/>
                <a:ext cx="1418499" cy="553998"/>
              </a:xfrm>
              <a:prstGeom prst="rect">
                <a:avLst/>
              </a:prstGeom>
              <a:blipFill>
                <a:blip r:embed="rId13"/>
                <a:stretch>
                  <a:fillRect l="-5357" r="-8929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B8D347C-80CA-D94D-8D39-7F4FF4295639}"/>
                  </a:ext>
                </a:extLst>
              </p:cNvPr>
              <p:cNvSpPr txBox="1"/>
              <p:nvPr/>
            </p:nvSpPr>
            <p:spPr>
              <a:xfrm>
                <a:off x="3834827" y="5706135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B8D347C-80CA-D94D-8D39-7F4FF4295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827" y="5706135"/>
                <a:ext cx="1418499" cy="553998"/>
              </a:xfrm>
              <a:prstGeom prst="rect">
                <a:avLst/>
              </a:prstGeom>
              <a:blipFill>
                <a:blip r:embed="rId14"/>
                <a:stretch>
                  <a:fillRect l="-4425" r="-8850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58E0067-65EB-5D4E-A3E1-D56073D7472E}"/>
                  </a:ext>
                </a:extLst>
              </p:cNvPr>
              <p:cNvSpPr txBox="1"/>
              <p:nvPr/>
            </p:nvSpPr>
            <p:spPr>
              <a:xfrm>
                <a:off x="5253326" y="5706135"/>
                <a:ext cx="141849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958E0067-65EB-5D4E-A3E1-D56073D74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3326" y="5706135"/>
                <a:ext cx="1418499" cy="553998"/>
              </a:xfrm>
              <a:prstGeom prst="rect">
                <a:avLst/>
              </a:prstGeom>
              <a:blipFill>
                <a:blip r:embed="rId15"/>
                <a:stretch>
                  <a:fillRect l="-4425" r="-8850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8C54D80-4CDA-9245-8BF7-26C99F9EC80B}"/>
                  </a:ext>
                </a:extLst>
              </p:cNvPr>
              <p:cNvSpPr txBox="1"/>
              <p:nvPr/>
            </p:nvSpPr>
            <p:spPr>
              <a:xfrm>
                <a:off x="6597077" y="5713064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8C54D80-4CDA-9245-8BF7-26C99F9EC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077" y="5713064"/>
                <a:ext cx="2793576" cy="553998"/>
              </a:xfrm>
              <a:prstGeom prst="rect">
                <a:avLst/>
              </a:prstGeom>
              <a:blipFill>
                <a:blip r:embed="rId16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0343E6A-0A3A-BA47-AC98-FAC99A122674}"/>
                  </a:ext>
                </a:extLst>
              </p:cNvPr>
              <p:cNvSpPr txBox="1"/>
              <p:nvPr/>
            </p:nvSpPr>
            <p:spPr>
              <a:xfrm>
                <a:off x="9171825" y="5713064"/>
                <a:ext cx="27935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0343E6A-0A3A-BA47-AC98-FAC99A122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825" y="5713064"/>
                <a:ext cx="2793576" cy="553998"/>
              </a:xfrm>
              <a:prstGeom prst="rect">
                <a:avLst/>
              </a:prstGeom>
              <a:blipFill>
                <a:blip r:embed="rId17"/>
                <a:stretch>
                  <a:fillRect l="-905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肘形连接符 49">
            <a:extLst>
              <a:ext uri="{FF2B5EF4-FFF2-40B4-BE49-F238E27FC236}">
                <a16:creationId xmlns:a16="http://schemas.microsoft.com/office/drawing/2014/main" id="{70826CF2-1E70-8F46-A5ED-D22D582C21C2}"/>
              </a:ext>
            </a:extLst>
          </p:cNvPr>
          <p:cNvCxnSpPr>
            <a:cxnSpLocks/>
            <a:stCxn id="15" idx="6"/>
            <a:endCxn id="6" idx="3"/>
          </p:cNvCxnSpPr>
          <p:nvPr/>
        </p:nvCxnSpPr>
        <p:spPr>
          <a:xfrm flipH="1">
            <a:off x="4480786" y="3148233"/>
            <a:ext cx="581375" cy="931718"/>
          </a:xfrm>
          <a:prstGeom prst="bentConnector3">
            <a:avLst>
              <a:gd name="adj1" fmla="val -3932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肘形连接符 50">
            <a:extLst>
              <a:ext uri="{FF2B5EF4-FFF2-40B4-BE49-F238E27FC236}">
                <a16:creationId xmlns:a16="http://schemas.microsoft.com/office/drawing/2014/main" id="{59E4BA76-AB09-E340-AA2F-DEAB2C220962}"/>
              </a:ext>
            </a:extLst>
          </p:cNvPr>
          <p:cNvCxnSpPr>
            <a:cxnSpLocks/>
            <a:stCxn id="23" idx="6"/>
            <a:endCxn id="5" idx="3"/>
          </p:cNvCxnSpPr>
          <p:nvPr/>
        </p:nvCxnSpPr>
        <p:spPr>
          <a:xfrm flipH="1">
            <a:off x="8124535" y="3148232"/>
            <a:ext cx="588821" cy="907473"/>
          </a:xfrm>
          <a:prstGeom prst="bentConnector3">
            <a:avLst>
              <a:gd name="adj1" fmla="val -38823"/>
            </a:avLst>
          </a:prstGeom>
          <a:ln w="412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51">
            <a:extLst>
              <a:ext uri="{FF2B5EF4-FFF2-40B4-BE49-F238E27FC236}">
                <a16:creationId xmlns:a16="http://schemas.microsoft.com/office/drawing/2014/main" id="{530776C5-D857-E743-AABF-5F10C47B0A11}"/>
              </a:ext>
            </a:extLst>
          </p:cNvPr>
          <p:cNvCxnSpPr>
            <a:cxnSpLocks/>
            <a:stCxn id="11" idx="6"/>
            <a:endCxn id="2" idx="1"/>
          </p:cNvCxnSpPr>
          <p:nvPr/>
        </p:nvCxnSpPr>
        <p:spPr>
          <a:xfrm flipV="1">
            <a:off x="3240286" y="1347145"/>
            <a:ext cx="2300376" cy="1801087"/>
          </a:xfrm>
          <a:prstGeom prst="bentConnector3">
            <a:avLst>
              <a:gd name="adj1" fmla="val 721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57E1D7A9-796D-DD49-84BD-7CB4D1672268}"/>
              </a:ext>
            </a:extLst>
          </p:cNvPr>
          <p:cNvCxnSpPr>
            <a:cxnSpLocks/>
            <a:stCxn id="19" idx="6"/>
            <a:endCxn id="3" idx="3"/>
          </p:cNvCxnSpPr>
          <p:nvPr/>
        </p:nvCxnSpPr>
        <p:spPr>
          <a:xfrm flipH="1" flipV="1">
            <a:off x="6302661" y="2247689"/>
            <a:ext cx="585361" cy="903427"/>
          </a:xfrm>
          <a:prstGeom prst="bentConnector3">
            <a:avLst>
              <a:gd name="adj1" fmla="val -3037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D4ADF9E6-04C0-6C40-B362-80F929B5BE3D}"/>
              </a:ext>
            </a:extLst>
          </p:cNvPr>
          <p:cNvCxnSpPr/>
          <p:nvPr/>
        </p:nvCxnSpPr>
        <p:spPr>
          <a:xfrm>
            <a:off x="3242560" y="3148229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02745788-8F7E-3B44-9238-8185BA9EB6CD}"/>
              </a:ext>
            </a:extLst>
          </p:cNvPr>
          <p:cNvCxnSpPr/>
          <p:nvPr/>
        </p:nvCxnSpPr>
        <p:spPr>
          <a:xfrm>
            <a:off x="5069031" y="3141301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9461455A-E051-144B-A687-4BEA05CA0CC5}"/>
              </a:ext>
            </a:extLst>
          </p:cNvPr>
          <p:cNvCxnSpPr/>
          <p:nvPr/>
        </p:nvCxnSpPr>
        <p:spPr>
          <a:xfrm>
            <a:off x="6888139" y="3140722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0E68A8CA-7294-0E41-BEC3-F9654F382774}"/>
              </a:ext>
            </a:extLst>
          </p:cNvPr>
          <p:cNvCxnSpPr/>
          <p:nvPr/>
        </p:nvCxnSpPr>
        <p:spPr>
          <a:xfrm>
            <a:off x="8715791" y="3148228"/>
            <a:ext cx="47450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F0791D0-26FF-9047-ACB8-732413C35022}"/>
                  </a:ext>
                </a:extLst>
              </p:cNvPr>
              <p:cNvSpPr txBox="1"/>
              <p:nvPr/>
            </p:nvSpPr>
            <p:spPr>
              <a:xfrm>
                <a:off x="124579" y="5065423"/>
                <a:ext cx="1563185" cy="10849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kumimoji="1" lang="zh-CN" altLang="en-US" sz="3600" b="1" i="1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</m:den>
                      </m:f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9F0791D0-26FF-9047-ACB8-732413C35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79" y="5065423"/>
                <a:ext cx="1563185" cy="1084912"/>
              </a:xfrm>
              <a:prstGeom prst="rect">
                <a:avLst/>
              </a:prstGeom>
              <a:blipFill>
                <a:blip r:embed="rId18"/>
                <a:stretch>
                  <a:fillRect l="-11290" r="-3226" b="-298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69AF7FB-B646-2048-81B0-FAB256B8C3FA}"/>
                  </a:ext>
                </a:extLst>
              </p:cNvPr>
              <p:cNvSpPr txBox="1"/>
              <p:nvPr/>
            </p:nvSpPr>
            <p:spPr>
              <a:xfrm>
                <a:off x="1686958" y="5068064"/>
                <a:ext cx="10118823" cy="10849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kumimoji="1" lang="zh-CN" altLang="en-US" sz="3600" b="1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                               </m:t>
                          </m:r>
                        </m:den>
                      </m:f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69AF7FB-B646-2048-81B0-FAB256B8C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6958" y="5068064"/>
                <a:ext cx="10118823" cy="1084912"/>
              </a:xfrm>
              <a:prstGeom prst="rect">
                <a:avLst/>
              </a:prstGeom>
              <a:blipFill>
                <a:blip r:embed="rId19"/>
                <a:stretch>
                  <a:fillRect l="-1629" r="-1754" b="-298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9D2302C-C459-114D-B265-49D2D374F0A2}"/>
                  </a:ext>
                </a:extLst>
              </p:cNvPr>
              <p:cNvSpPr txBox="1"/>
              <p:nvPr/>
            </p:nvSpPr>
            <p:spPr>
              <a:xfrm>
                <a:off x="5385736" y="5057840"/>
                <a:ext cx="50497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9D2302C-C459-114D-B265-49D2D374F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736" y="5057840"/>
                <a:ext cx="504978" cy="553998"/>
              </a:xfrm>
              <a:prstGeom prst="rect">
                <a:avLst/>
              </a:prstGeom>
              <a:blipFill>
                <a:blip r:embed="rId20"/>
                <a:stretch>
                  <a:fillRect l="-12195" r="-12195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1BF9365-6790-4B41-A9E4-DE622A9A279F}"/>
                  </a:ext>
                </a:extLst>
              </p:cNvPr>
              <p:cNvSpPr txBox="1"/>
              <p:nvPr/>
            </p:nvSpPr>
            <p:spPr>
              <a:xfrm>
                <a:off x="3125577" y="5044980"/>
                <a:ext cx="243283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B1BF9365-6790-4B41-A9E4-DE622A9A2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577" y="5044980"/>
                <a:ext cx="2432838" cy="553998"/>
              </a:xfrm>
              <a:prstGeom prst="rect">
                <a:avLst/>
              </a:prstGeom>
              <a:blipFill>
                <a:blip r:embed="rId21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1EA19B24-D185-FE48-892F-5E71E463E926}"/>
                  </a:ext>
                </a:extLst>
              </p:cNvPr>
              <p:cNvSpPr txBox="1"/>
              <p:nvPr/>
            </p:nvSpPr>
            <p:spPr>
              <a:xfrm>
                <a:off x="5771226" y="5047948"/>
                <a:ext cx="126653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1EA19B24-D185-FE48-892F-5E71E463E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1226" y="5047948"/>
                <a:ext cx="1266536" cy="553998"/>
              </a:xfrm>
              <a:prstGeom prst="rect">
                <a:avLst/>
              </a:prstGeom>
              <a:blipFill>
                <a:blip r:embed="rId22"/>
                <a:stretch>
                  <a:fillRect l="-40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1DA4BDB-664A-094D-87B6-99F4D415B5C3}"/>
                  </a:ext>
                </a:extLst>
              </p:cNvPr>
              <p:cNvSpPr txBox="1"/>
              <p:nvPr/>
            </p:nvSpPr>
            <p:spPr>
              <a:xfrm>
                <a:off x="7111531" y="5064899"/>
                <a:ext cx="209605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1DA4BDB-664A-094D-87B6-99F4D415B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1531" y="5064899"/>
                <a:ext cx="2096058" cy="553998"/>
              </a:xfrm>
              <a:prstGeom prst="rect">
                <a:avLst/>
              </a:prstGeom>
              <a:blipFill>
                <a:blip r:embed="rId23"/>
                <a:stretch>
                  <a:fillRect l="-3636" r="-60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7404941-4F46-064A-84D3-12107D27BF12}"/>
                  </a:ext>
                </a:extLst>
              </p:cNvPr>
              <p:cNvSpPr txBox="1"/>
              <p:nvPr/>
            </p:nvSpPr>
            <p:spPr>
              <a:xfrm>
                <a:off x="6772648" y="5029924"/>
                <a:ext cx="50497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E7404941-4F46-064A-84D3-12107D27B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648" y="5029924"/>
                <a:ext cx="504978" cy="553998"/>
              </a:xfrm>
              <a:prstGeom prst="rect">
                <a:avLst/>
              </a:prstGeom>
              <a:blipFill>
                <a:blip r:embed="rId24"/>
                <a:stretch>
                  <a:fillRect l="-12195" r="-9756" b="-34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73C402F-6DCF-5246-97E6-4DDB6FBA0290}"/>
                  </a:ext>
                </a:extLst>
              </p:cNvPr>
              <p:cNvSpPr txBox="1"/>
              <p:nvPr/>
            </p:nvSpPr>
            <p:spPr>
              <a:xfrm>
                <a:off x="9003898" y="5026053"/>
                <a:ext cx="50497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173C402F-6DCF-5246-97E6-4DDB6FBA0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3898" y="5026053"/>
                <a:ext cx="504978" cy="553998"/>
              </a:xfrm>
              <a:prstGeom prst="rect">
                <a:avLst/>
              </a:prstGeom>
              <a:blipFill>
                <a:blip r:embed="rId25"/>
                <a:stretch>
                  <a:fillRect l="-9756" r="-12195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3">
            <a:extLst>
              <a:ext uri="{FF2B5EF4-FFF2-40B4-BE49-F238E27FC236}">
                <a16:creationId xmlns:a16="http://schemas.microsoft.com/office/drawing/2014/main" id="{72BE0B86-AD8F-8F47-B1DA-4C0D3BB55DB8}"/>
              </a:ext>
            </a:extLst>
          </p:cNvPr>
          <p:cNvSpPr txBox="1"/>
          <p:nvPr/>
        </p:nvSpPr>
        <p:spPr>
          <a:xfrm>
            <a:off x="614452" y="332656"/>
            <a:ext cx="44051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：由结构图求传递函数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(s)">
                <a:extLst>
                  <a:ext uri="{FF2B5EF4-FFF2-40B4-BE49-F238E27FC236}">
                    <a16:creationId xmlns:a16="http://schemas.microsoft.com/office/drawing/2014/main" id="{FB8473E5-7411-F244-9C0F-85B641529FCD}"/>
                  </a:ext>
                </a:extLst>
              </p:cNvPr>
              <p:cNvSpPr txBox="1"/>
              <p:nvPr/>
            </p:nvSpPr>
            <p:spPr>
              <a:xfrm>
                <a:off x="1388646" y="2861363"/>
                <a:ext cx="94416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67" name="R(s)">
                <a:extLst>
                  <a:ext uri="{FF2B5EF4-FFF2-40B4-BE49-F238E27FC236}">
                    <a16:creationId xmlns:a16="http://schemas.microsoft.com/office/drawing/2014/main" id="{FB8473E5-7411-F244-9C0F-85B641529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8646" y="2861363"/>
                <a:ext cx="944169" cy="553998"/>
              </a:xfrm>
              <a:prstGeom prst="rect">
                <a:avLst/>
              </a:prstGeom>
              <a:blipFill>
                <a:blip r:embed="rId26"/>
                <a:stretch>
                  <a:fillRect l="-16000" r="-21333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(s)">
                <a:extLst>
                  <a:ext uri="{FF2B5EF4-FFF2-40B4-BE49-F238E27FC236}">
                    <a16:creationId xmlns:a16="http://schemas.microsoft.com/office/drawing/2014/main" id="{AD1AC394-657B-FC42-BD87-45B0F12037E9}"/>
                  </a:ext>
                </a:extLst>
              </p:cNvPr>
              <p:cNvSpPr txBox="1"/>
              <p:nvPr/>
            </p:nvSpPr>
            <p:spPr>
              <a:xfrm>
                <a:off x="10562935" y="2861363"/>
                <a:ext cx="896079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8" name="C(s)">
                <a:extLst>
                  <a:ext uri="{FF2B5EF4-FFF2-40B4-BE49-F238E27FC236}">
                    <a16:creationId xmlns:a16="http://schemas.microsoft.com/office/drawing/2014/main" id="{AD1AC394-657B-FC42-BD87-45B0F1203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2935" y="2861363"/>
                <a:ext cx="896079" cy="553998"/>
              </a:xfrm>
              <a:prstGeom prst="rect">
                <a:avLst/>
              </a:prstGeom>
              <a:blipFill>
                <a:blip r:embed="rId27"/>
                <a:stretch>
                  <a:fillRect l="-16667" r="-23611" b="-36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4110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示&#10;&#10;描述已自动生成">
            <a:extLst>
              <a:ext uri="{FF2B5EF4-FFF2-40B4-BE49-F238E27FC236}">
                <a16:creationId xmlns:a16="http://schemas.microsoft.com/office/drawing/2014/main" id="{235240D3-7051-7C48-B77E-046BE2FD84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702" y="620688"/>
            <a:ext cx="9395898" cy="3625516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F6AF635-4B60-8648-9BB5-8DC20530C45A}"/>
              </a:ext>
            </a:extLst>
          </p:cNvPr>
          <p:cNvSpPr txBox="1"/>
          <p:nvPr/>
        </p:nvSpPr>
        <p:spPr>
          <a:xfrm>
            <a:off x="1530583" y="5726657"/>
            <a:ext cx="4536504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SYS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linmod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kumimoji="1" lang="en-US" altLang="zh-CN" dirty="0" err="1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SignalFlowExample</a:t>
            </a:r>
            <a:r>
              <a:rPr kumimoji="1" lang="en-US" altLang="zh-CN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n,d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ss2tf(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SYS.a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SYS.b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SYS.c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kumimoji="1"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SYS.d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);</a:t>
            </a:r>
          </a:p>
          <a:p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tf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1"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n,d</a:t>
            </a:r>
            <a:r>
              <a:rPr kumimoji="1"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A848FF9-8D98-3249-AF4C-20EBC339B31A}"/>
              </a:ext>
            </a:extLst>
          </p:cNvPr>
          <p:cNvGrpSpPr/>
          <p:nvPr/>
        </p:nvGrpSpPr>
        <p:grpSpPr>
          <a:xfrm>
            <a:off x="124579" y="4221088"/>
            <a:ext cx="11840822" cy="1283267"/>
            <a:chOff x="124579" y="4221088"/>
            <a:chExt cx="11840822" cy="12832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B709D57-DE2B-0D47-A3DA-85DE91A2B646}"/>
                    </a:ext>
                  </a:extLst>
                </p:cNvPr>
                <p:cNvSpPr txBox="1"/>
                <p:nvPr/>
              </p:nvSpPr>
              <p:spPr>
                <a:xfrm>
                  <a:off x="218524" y="4889509"/>
                  <a:ext cx="94416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B709D57-DE2B-0D47-A3DA-85DE91A2B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24" y="4889509"/>
                  <a:ext cx="944169" cy="553998"/>
                </a:xfrm>
                <a:prstGeom prst="rect">
                  <a:avLst/>
                </a:prstGeom>
                <a:blipFill>
                  <a:blip r:embed="rId3"/>
                  <a:stretch>
                    <a:fillRect l="-16000" r="-21333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565ABD9-B221-0B49-864F-43D214759D79}"/>
                    </a:ext>
                  </a:extLst>
                </p:cNvPr>
                <p:cNvSpPr txBox="1"/>
                <p:nvPr/>
              </p:nvSpPr>
              <p:spPr>
                <a:xfrm>
                  <a:off x="242568" y="4297985"/>
                  <a:ext cx="89607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  <m:r>
                          <a:rPr kumimoji="1" lang="en-US" altLang="zh-CN" sz="36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3600" b="1" i="1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kumimoji="1" lang="en-US" altLang="zh-CN" sz="3600" b="1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36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0565ABD9-B221-0B49-864F-43D214759D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568" y="4297985"/>
                  <a:ext cx="896079" cy="553998"/>
                </a:xfrm>
                <a:prstGeom prst="rect">
                  <a:avLst/>
                </a:prstGeom>
                <a:blipFill>
                  <a:blip r:embed="rId4"/>
                  <a:stretch>
                    <a:fillRect l="-18310" r="-23944" b="-311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3B51E27-FEC6-9E46-80C6-A35E6C68BB74}"/>
                    </a:ext>
                  </a:extLst>
                </p:cNvPr>
                <p:cNvSpPr txBox="1"/>
                <p:nvPr/>
              </p:nvSpPr>
              <p:spPr>
                <a:xfrm>
                  <a:off x="2015653" y="4950357"/>
                  <a:ext cx="434413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03B51E27-FEC6-9E46-80C6-A35E6C68B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5653" y="4950357"/>
                  <a:ext cx="434413" cy="553998"/>
                </a:xfrm>
                <a:prstGeom prst="rect">
                  <a:avLst/>
                </a:prstGeom>
                <a:blipFill>
                  <a:blip r:embed="rId5"/>
                  <a:stretch>
                    <a:fillRect l="-17143" r="-17143" b="-4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3285B81-367A-774B-993A-CD7B50C0AEA9}"/>
                    </a:ext>
                  </a:extLst>
                </p:cNvPr>
                <p:cNvSpPr txBox="1"/>
                <p:nvPr/>
              </p:nvSpPr>
              <p:spPr>
                <a:xfrm>
                  <a:off x="2416328" y="4901170"/>
                  <a:ext cx="141849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3285B81-367A-774B-993A-CD7B50C0A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6328" y="4901170"/>
                  <a:ext cx="1418499" cy="553998"/>
                </a:xfrm>
                <a:prstGeom prst="rect">
                  <a:avLst/>
                </a:prstGeom>
                <a:blipFill>
                  <a:blip r:embed="rId6"/>
                  <a:stretch>
                    <a:fillRect l="-5357" r="-8929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79F9839-5A59-AB46-B52E-93D457F59F0C}"/>
                    </a:ext>
                  </a:extLst>
                </p:cNvPr>
                <p:cNvSpPr txBox="1"/>
                <p:nvPr/>
              </p:nvSpPr>
              <p:spPr>
                <a:xfrm>
                  <a:off x="3834827" y="4901170"/>
                  <a:ext cx="141849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79F9839-5A59-AB46-B52E-93D457F59F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827" y="4901170"/>
                  <a:ext cx="1418499" cy="553998"/>
                </a:xfrm>
                <a:prstGeom prst="rect">
                  <a:avLst/>
                </a:prstGeom>
                <a:blipFill>
                  <a:blip r:embed="rId7"/>
                  <a:stretch>
                    <a:fillRect l="-4425" r="-8850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C63DC13-4F57-5A45-99A7-8DF314175065}"/>
                    </a:ext>
                  </a:extLst>
                </p:cNvPr>
                <p:cNvSpPr txBox="1"/>
                <p:nvPr/>
              </p:nvSpPr>
              <p:spPr>
                <a:xfrm>
                  <a:off x="5253326" y="4901170"/>
                  <a:ext cx="1418499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C63DC13-4F57-5A45-99A7-8DF314175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3326" y="4901170"/>
                  <a:ext cx="1418499" cy="553998"/>
                </a:xfrm>
                <a:prstGeom prst="rect">
                  <a:avLst/>
                </a:prstGeom>
                <a:blipFill>
                  <a:blip r:embed="rId8"/>
                  <a:stretch>
                    <a:fillRect l="-4425" r="-8850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7243E5E-0A5A-174B-A267-1256DA88E9C0}"/>
                    </a:ext>
                  </a:extLst>
                </p:cNvPr>
                <p:cNvSpPr txBox="1"/>
                <p:nvPr/>
              </p:nvSpPr>
              <p:spPr>
                <a:xfrm>
                  <a:off x="6597077" y="4908099"/>
                  <a:ext cx="2793576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A7243E5E-0A5A-174B-A267-1256DA88E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7077" y="4908099"/>
                  <a:ext cx="2793576" cy="553998"/>
                </a:xfrm>
                <a:prstGeom prst="rect">
                  <a:avLst/>
                </a:prstGeom>
                <a:blipFill>
                  <a:blip r:embed="rId9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FDD0CF2-5BFC-5C45-B237-3973FAF6A6FA}"/>
                    </a:ext>
                  </a:extLst>
                </p:cNvPr>
                <p:cNvSpPr txBox="1"/>
                <p:nvPr/>
              </p:nvSpPr>
              <p:spPr>
                <a:xfrm>
                  <a:off x="9171825" y="4908099"/>
                  <a:ext cx="2793576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FDD0CF2-5BFC-5C45-B237-3973FAF6A6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1825" y="4908099"/>
                  <a:ext cx="2793576" cy="553998"/>
                </a:xfrm>
                <a:prstGeom prst="rect">
                  <a:avLst/>
                </a:prstGeom>
                <a:blipFill>
                  <a:blip r:embed="rId10"/>
                  <a:stretch>
                    <a:fillRect l="-905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14957CA-F114-E44C-9BB0-32C3D035852B}"/>
                    </a:ext>
                  </a:extLst>
                </p:cNvPr>
                <p:cNvSpPr txBox="1"/>
                <p:nvPr/>
              </p:nvSpPr>
              <p:spPr>
                <a:xfrm>
                  <a:off x="124579" y="4260458"/>
                  <a:ext cx="1563185" cy="10849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/>
                          <m:den>
                            <m:r>
                              <a:rPr kumimoji="1" lang="zh-CN" altLang="en-US" sz="3600" b="1" i="1" smtClean="0"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</m:den>
                        </m:f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14957CA-F114-E44C-9BB0-32C3D03585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79" y="4260458"/>
                  <a:ext cx="1563185" cy="1084912"/>
                </a:xfrm>
                <a:prstGeom prst="rect">
                  <a:avLst/>
                </a:prstGeom>
                <a:blipFill>
                  <a:blip r:embed="rId11"/>
                  <a:stretch>
                    <a:fillRect l="-11290" r="-3226" b="-302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92FBE4E-90DE-9941-9A65-78FFDA56DBB4}"/>
                    </a:ext>
                  </a:extLst>
                </p:cNvPr>
                <p:cNvSpPr txBox="1"/>
                <p:nvPr/>
              </p:nvSpPr>
              <p:spPr>
                <a:xfrm>
                  <a:off x="1686958" y="4263099"/>
                  <a:ext cx="10118823" cy="108491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/>
                          <m:den>
                            <m:r>
                              <a:rPr kumimoji="1" lang="zh-CN" altLang="en-US" sz="3600" b="1" i="1" smtClean="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                                                         </m:t>
                            </m:r>
                          </m:den>
                        </m:f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92FBE4E-90DE-9941-9A65-78FFDA56D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6958" y="4263099"/>
                  <a:ext cx="10118823" cy="1084912"/>
                </a:xfrm>
                <a:prstGeom prst="rect">
                  <a:avLst/>
                </a:prstGeom>
                <a:blipFill>
                  <a:blip r:embed="rId12"/>
                  <a:stretch>
                    <a:fillRect l="-1629" r="-1754" b="-302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A4CC461-60AD-D64C-8DE5-6CF671C3A2AD}"/>
                    </a:ext>
                  </a:extLst>
                </p:cNvPr>
                <p:cNvSpPr txBox="1"/>
                <p:nvPr/>
              </p:nvSpPr>
              <p:spPr>
                <a:xfrm>
                  <a:off x="5385736" y="4252875"/>
                  <a:ext cx="50497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AA4CC461-60AD-D64C-8DE5-6CF671C3A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5736" y="4252875"/>
                  <a:ext cx="504978" cy="553998"/>
                </a:xfrm>
                <a:prstGeom prst="rect">
                  <a:avLst/>
                </a:prstGeom>
                <a:blipFill>
                  <a:blip r:embed="rId13"/>
                  <a:stretch>
                    <a:fillRect l="-12195" r="-12195" b="-6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DA348AA-B506-3349-9CD4-0A4AA9CEF8AF}"/>
                    </a:ext>
                  </a:extLst>
                </p:cNvPr>
                <p:cNvSpPr txBox="1"/>
                <p:nvPr/>
              </p:nvSpPr>
              <p:spPr>
                <a:xfrm>
                  <a:off x="3125577" y="4240015"/>
                  <a:ext cx="243283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2DA348AA-B506-3349-9CD4-0A4AA9CEF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5577" y="4240015"/>
                  <a:ext cx="2432838" cy="553998"/>
                </a:xfrm>
                <a:prstGeom prst="rect">
                  <a:avLst/>
                </a:prstGeom>
                <a:blipFill>
                  <a:blip r:embed="rId14"/>
                  <a:stretch>
                    <a:fillRect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7672EC9-4364-CD4F-B875-F52F5A29DFFC}"/>
                    </a:ext>
                  </a:extLst>
                </p:cNvPr>
                <p:cNvSpPr txBox="1"/>
                <p:nvPr/>
              </p:nvSpPr>
              <p:spPr>
                <a:xfrm>
                  <a:off x="5771226" y="4242983"/>
                  <a:ext cx="1266536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B7672EC9-4364-CD4F-B875-F52F5A29D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1226" y="4242983"/>
                  <a:ext cx="1266536" cy="553998"/>
                </a:xfrm>
                <a:prstGeom prst="rect">
                  <a:avLst/>
                </a:prstGeom>
                <a:blipFill>
                  <a:blip r:embed="rId15"/>
                  <a:stretch>
                    <a:fillRect l="-4000" b="-159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D154C49-130D-B444-9FE7-FCF9B0A5B50D}"/>
                    </a:ext>
                  </a:extLst>
                </p:cNvPr>
                <p:cNvSpPr txBox="1"/>
                <p:nvPr/>
              </p:nvSpPr>
              <p:spPr>
                <a:xfrm>
                  <a:off x="7111531" y="4259934"/>
                  <a:ext cx="209605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𝑮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kumimoji="1" lang="en-US" altLang="zh-CN" sz="3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D154C49-130D-B444-9FE7-FCF9B0A5B5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531" y="4259934"/>
                  <a:ext cx="2096058" cy="553998"/>
                </a:xfrm>
                <a:prstGeom prst="rect">
                  <a:avLst/>
                </a:prstGeom>
                <a:blipFill>
                  <a:blip r:embed="rId16"/>
                  <a:stretch>
                    <a:fillRect l="-3636" r="-606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CCF68F8-5957-3A42-B6FD-E561DB7460E4}"/>
                    </a:ext>
                  </a:extLst>
                </p:cNvPr>
                <p:cNvSpPr txBox="1"/>
                <p:nvPr/>
              </p:nvSpPr>
              <p:spPr>
                <a:xfrm>
                  <a:off x="6772648" y="4224959"/>
                  <a:ext cx="50497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(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CCF68F8-5957-3A42-B6FD-E561DB7460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72648" y="4224959"/>
                  <a:ext cx="504978" cy="553998"/>
                </a:xfrm>
                <a:prstGeom prst="rect">
                  <a:avLst/>
                </a:prstGeom>
                <a:blipFill>
                  <a:blip r:embed="rId17"/>
                  <a:stretch>
                    <a:fillRect l="-12195" r="-9756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E31D08E-162E-8B47-9948-C814B7176029}"/>
                    </a:ext>
                  </a:extLst>
                </p:cNvPr>
                <p:cNvSpPr txBox="1"/>
                <p:nvPr/>
              </p:nvSpPr>
              <p:spPr>
                <a:xfrm>
                  <a:off x="9003898" y="4221088"/>
                  <a:ext cx="504978" cy="5539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36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3600" b="1" dirty="0"/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E31D08E-162E-8B47-9948-C814B71760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03898" y="4221088"/>
                  <a:ext cx="504978" cy="553998"/>
                </a:xfrm>
                <a:prstGeom prst="rect">
                  <a:avLst/>
                </a:prstGeom>
                <a:blipFill>
                  <a:blip r:embed="rId18"/>
                  <a:stretch>
                    <a:fillRect l="-9756" r="-12195" b="-36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57268A0-4FE9-CB4B-9AF9-BAF1C3808531}"/>
                  </a:ext>
                </a:extLst>
              </p:cNvPr>
              <p:cNvSpPr txBox="1"/>
              <p:nvPr/>
            </p:nvSpPr>
            <p:spPr>
              <a:xfrm>
                <a:off x="6095206" y="5495070"/>
                <a:ext cx="5144711" cy="12240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p>
                          </m:sSup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sSup>
                            <m:sSup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p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kumimoji="1" lang="en-US" altLang="zh-CN" sz="3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57268A0-4FE9-CB4B-9AF9-BAF1C3808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5495070"/>
                <a:ext cx="5144711" cy="1224053"/>
              </a:xfrm>
              <a:prstGeom prst="rect">
                <a:avLst/>
              </a:prstGeom>
              <a:blipFill>
                <a:blip r:embed="rId19"/>
                <a:stretch>
                  <a:fillRect b="-16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 descr="图示&#10;&#10;低可信度描述已自动生成">
            <a:extLst>
              <a:ext uri="{FF2B5EF4-FFF2-40B4-BE49-F238E27FC236}">
                <a16:creationId xmlns:a16="http://schemas.microsoft.com/office/drawing/2014/main" id="{C779EB7B-2E6B-4046-9044-36322A7E96C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942" y="5625747"/>
            <a:ext cx="4697082" cy="1033358"/>
          </a:xfrm>
          <a:prstGeom prst="rect">
            <a:avLst/>
          </a:prstGeom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FB9EFA50-9218-B143-B44C-D6B033CF747C}"/>
              </a:ext>
            </a:extLst>
          </p:cNvPr>
          <p:cNvSpPr txBox="1"/>
          <p:nvPr/>
        </p:nvSpPr>
        <p:spPr>
          <a:xfrm>
            <a:off x="614452" y="332656"/>
            <a:ext cx="4760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：计算机辅助求传递函数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301806430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19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小标题1">
            <a:extLst>
              <a:ext uri="{FF2B5EF4-FFF2-40B4-BE49-F238E27FC236}">
                <a16:creationId xmlns:a16="http://schemas.microsoft.com/office/drawing/2014/main" id="{48961329-86E3-2F47-B987-2841BE20A43D}"/>
              </a:ext>
            </a:extLst>
          </p:cNvPr>
          <p:cNvGrpSpPr/>
          <p:nvPr/>
        </p:nvGrpSpPr>
        <p:grpSpPr>
          <a:xfrm>
            <a:off x="550590" y="1052736"/>
            <a:ext cx="3816424" cy="1013000"/>
            <a:chOff x="4943078" y="1556792"/>
            <a:chExt cx="3816424" cy="1013000"/>
          </a:xfrm>
        </p:grpSpPr>
        <p:sp>
          <p:nvSpPr>
            <p:cNvPr id="3" name="文本">
              <a:extLst>
                <a:ext uri="{FF2B5EF4-FFF2-40B4-BE49-F238E27FC236}">
                  <a16:creationId xmlns:a16="http://schemas.microsoft.com/office/drawing/2014/main" id="{FC6B8697-74E2-CB40-9098-5DD4B1F39DAD}"/>
                </a:ext>
              </a:extLst>
            </p:cNvPr>
            <p:cNvSpPr/>
            <p:nvPr/>
          </p:nvSpPr>
          <p:spPr bwMode="auto">
            <a:xfrm>
              <a:off x="5305666" y="1556792"/>
              <a:ext cx="3453836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基于图论</a:t>
              </a:r>
            </a:p>
          </p:txBody>
        </p:sp>
        <p:sp>
          <p:nvSpPr>
            <p:cNvPr id="4" name="序号">
              <a:extLst>
                <a:ext uri="{FF2B5EF4-FFF2-40B4-BE49-F238E27FC236}">
                  <a16:creationId xmlns:a16="http://schemas.microsoft.com/office/drawing/2014/main" id="{45EAD984-F57C-E64C-86D2-54760A6D4DD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1" name="引出1">
            <a:extLst>
              <a:ext uri="{FF2B5EF4-FFF2-40B4-BE49-F238E27FC236}">
                <a16:creationId xmlns:a16="http://schemas.microsoft.com/office/drawing/2014/main" id="{C03BA295-97B7-7B4B-99B1-D1C8D8FE142C}"/>
              </a:ext>
            </a:extLst>
          </p:cNvPr>
          <p:cNvGrpSpPr/>
          <p:nvPr/>
        </p:nvGrpSpPr>
        <p:grpSpPr>
          <a:xfrm>
            <a:off x="4583348" y="1052736"/>
            <a:ext cx="6408402" cy="5509200"/>
            <a:chOff x="4583348" y="1052736"/>
            <a:chExt cx="6408402" cy="550920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4FF9093-AA4C-2D48-9428-73F4692DAA7C}"/>
                </a:ext>
              </a:extLst>
            </p:cNvPr>
            <p:cNvSpPr txBox="1"/>
            <p:nvPr/>
          </p:nvSpPr>
          <p:spPr>
            <a:xfrm>
              <a:off x="5519142" y="1052736"/>
              <a:ext cx="5472608" cy="55092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" altLang="zh-CN" sz="3200" dirty="0"/>
                <a:t>[1] </a:t>
              </a:r>
              <a:r>
                <a:rPr kumimoji="1" lang="en" altLang="zh-CN" sz="3200" dirty="0" err="1"/>
                <a:t>Shyr</a:t>
              </a:r>
              <a:r>
                <a:rPr kumimoji="1" lang="en" altLang="zh-CN" sz="3200" dirty="0"/>
                <a:t>-Long </a:t>
              </a:r>
              <a:r>
                <a:rPr kumimoji="1" lang="en" altLang="zh-CN" sz="3200" dirty="0" err="1"/>
                <a:t>Jeng</a:t>
              </a:r>
              <a:r>
                <a:rPr kumimoji="1" lang="en" altLang="zh-CN" sz="3200" dirty="0"/>
                <a:t>, et. al. A Matrix Approach for Analyzing Signal Flow Graph[J]. Information, 2020, 11, 562</a:t>
              </a:r>
            </a:p>
            <a:p>
              <a:endParaRPr kumimoji="1" lang="en" altLang="zh-CN" sz="3200" dirty="0"/>
            </a:p>
            <a:p>
              <a:r>
                <a:rPr kumimoji="1" lang="en" altLang="zh-CN" sz="3200" dirty="0"/>
                <a:t>[2] V. C. Prasad. Compact Form of Mason’s Gain Formula for Signal Flow Graphs[J]. International Journal of Electrical Engineering Education, 2010, 47/4</a:t>
              </a:r>
            </a:p>
          </p:txBody>
        </p:sp>
        <p:sp>
          <p:nvSpPr>
            <p:cNvPr id="27" name="燕尾形 26">
              <a:extLst>
                <a:ext uri="{FF2B5EF4-FFF2-40B4-BE49-F238E27FC236}">
                  <a16:creationId xmlns:a16="http://schemas.microsoft.com/office/drawing/2014/main" id="{47C31114-29C6-FB49-A58E-773867D82AA2}"/>
                </a:ext>
              </a:extLst>
            </p:cNvPr>
            <p:cNvSpPr/>
            <p:nvPr/>
          </p:nvSpPr>
          <p:spPr>
            <a:xfrm>
              <a:off x="4583348" y="1201745"/>
              <a:ext cx="648072" cy="720080"/>
            </a:xfrm>
            <a:prstGeom prst="chevr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标题">
            <a:extLst>
              <a:ext uri="{FF2B5EF4-FFF2-40B4-BE49-F238E27FC236}">
                <a16:creationId xmlns:a16="http://schemas.microsoft.com/office/drawing/2014/main" id="{9864F56F-7812-A34B-8B41-E73161EDC6AD}"/>
              </a:ext>
            </a:extLst>
          </p:cNvPr>
          <p:cNvSpPr txBox="1"/>
          <p:nvPr/>
        </p:nvSpPr>
        <p:spPr>
          <a:xfrm>
            <a:off x="614452" y="332656"/>
            <a:ext cx="4898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拓展：计算机辅助求传递函数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3641965671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小标题1">
            <a:extLst>
              <a:ext uri="{FF2B5EF4-FFF2-40B4-BE49-F238E27FC236}">
                <a16:creationId xmlns:a16="http://schemas.microsoft.com/office/drawing/2014/main" id="{48961329-86E3-2F47-B987-2841BE20A43D}"/>
              </a:ext>
            </a:extLst>
          </p:cNvPr>
          <p:cNvGrpSpPr/>
          <p:nvPr/>
        </p:nvGrpSpPr>
        <p:grpSpPr>
          <a:xfrm>
            <a:off x="550590" y="1052736"/>
            <a:ext cx="3816424" cy="1013000"/>
            <a:chOff x="4943078" y="1556792"/>
            <a:chExt cx="3816424" cy="1013000"/>
          </a:xfrm>
        </p:grpSpPr>
        <p:sp>
          <p:nvSpPr>
            <p:cNvPr id="3" name="文本">
              <a:extLst>
                <a:ext uri="{FF2B5EF4-FFF2-40B4-BE49-F238E27FC236}">
                  <a16:creationId xmlns:a16="http://schemas.microsoft.com/office/drawing/2014/main" id="{FC6B8697-74E2-CB40-9098-5DD4B1F39DAD}"/>
                </a:ext>
              </a:extLst>
            </p:cNvPr>
            <p:cNvSpPr/>
            <p:nvPr/>
          </p:nvSpPr>
          <p:spPr bwMode="auto">
            <a:xfrm>
              <a:off x="5305666" y="1556792"/>
              <a:ext cx="3453836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基于图论</a:t>
              </a:r>
            </a:p>
          </p:txBody>
        </p:sp>
        <p:sp>
          <p:nvSpPr>
            <p:cNvPr id="4" name="序号">
              <a:extLst>
                <a:ext uri="{FF2B5EF4-FFF2-40B4-BE49-F238E27FC236}">
                  <a16:creationId xmlns:a16="http://schemas.microsoft.com/office/drawing/2014/main" id="{45EAD984-F57C-E64C-86D2-54760A6D4DD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" name="小标题2">
            <a:extLst>
              <a:ext uri="{FF2B5EF4-FFF2-40B4-BE49-F238E27FC236}">
                <a16:creationId xmlns:a16="http://schemas.microsoft.com/office/drawing/2014/main" id="{99900B4E-5461-0847-8AE2-83FC5C78EC6C}"/>
              </a:ext>
            </a:extLst>
          </p:cNvPr>
          <p:cNvGrpSpPr/>
          <p:nvPr/>
        </p:nvGrpSpPr>
        <p:grpSpPr>
          <a:xfrm>
            <a:off x="550590" y="2493759"/>
            <a:ext cx="3816424" cy="1013000"/>
            <a:chOff x="4943078" y="3214187"/>
            <a:chExt cx="3816424" cy="1013000"/>
          </a:xfrm>
        </p:grpSpPr>
        <p:sp>
          <p:nvSpPr>
            <p:cNvPr id="6" name="文本">
              <a:extLst>
                <a:ext uri="{FF2B5EF4-FFF2-40B4-BE49-F238E27FC236}">
                  <a16:creationId xmlns:a16="http://schemas.microsoft.com/office/drawing/2014/main" id="{9A1A3F46-E414-E048-967C-29B1DB2859FE}"/>
                </a:ext>
              </a:extLst>
            </p:cNvPr>
            <p:cNvSpPr/>
            <p:nvPr/>
          </p:nvSpPr>
          <p:spPr bwMode="auto">
            <a:xfrm>
              <a:off x="5305666" y="3214187"/>
              <a:ext cx="3453836" cy="1013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求解器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E843A492-F1EB-FD4F-9DD8-5F844CDB27DF}"/>
                </a:ext>
              </a:extLst>
            </p:cNvPr>
            <p:cNvSpPr/>
            <p:nvPr/>
          </p:nvSpPr>
          <p:spPr bwMode="auto">
            <a:xfrm>
              <a:off x="4943078" y="3358098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2" name="引出2">
            <a:extLst>
              <a:ext uri="{FF2B5EF4-FFF2-40B4-BE49-F238E27FC236}">
                <a16:creationId xmlns:a16="http://schemas.microsoft.com/office/drawing/2014/main" id="{5F031C42-0A3C-6A4A-B0DA-E0ED3542DF3E}"/>
              </a:ext>
            </a:extLst>
          </p:cNvPr>
          <p:cNvGrpSpPr/>
          <p:nvPr/>
        </p:nvGrpSpPr>
        <p:grpSpPr>
          <a:xfrm>
            <a:off x="4583348" y="1052736"/>
            <a:ext cx="7065648" cy="5336069"/>
            <a:chOff x="4583348" y="1052736"/>
            <a:chExt cx="7065648" cy="5336069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0F4DCA74-4463-CE48-BE16-70CED67537D9}"/>
                </a:ext>
              </a:extLst>
            </p:cNvPr>
            <p:cNvGrpSpPr/>
            <p:nvPr/>
          </p:nvGrpSpPr>
          <p:grpSpPr>
            <a:xfrm>
              <a:off x="5436104" y="1052736"/>
              <a:ext cx="6212892" cy="5336069"/>
              <a:chOff x="5375126" y="1052736"/>
              <a:chExt cx="6212892" cy="5336069"/>
            </a:xfrm>
          </p:grpSpPr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A61FC5D0-103A-1C40-867C-2464F8686851}"/>
                  </a:ext>
                </a:extLst>
              </p:cNvPr>
              <p:cNvSpPr txBox="1"/>
              <p:nvPr/>
            </p:nvSpPr>
            <p:spPr>
              <a:xfrm>
                <a:off x="5375126" y="1052736"/>
                <a:ext cx="6096000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127000" algn="just"/>
                <a:r>
                  <a:rPr lang="en-US" altLang="zh-CN" sz="3200" kern="100" dirty="0">
                    <a:ea typeface="宋体" panose="02010600030101010101" pitchFamily="2" charset="-122"/>
                    <a:cs typeface="Times New Roman (正文 CS 字体)"/>
                  </a:rPr>
                  <a:t>https://</a:t>
                </a:r>
                <a:r>
                  <a:rPr lang="en-US" altLang="zh-CN" sz="3200" kern="100" dirty="0" err="1">
                    <a:ea typeface="宋体" panose="02010600030101010101" pitchFamily="2" charset="-122"/>
                    <a:cs typeface="Times New Roman (正文 CS 字体)"/>
                  </a:rPr>
                  <a:t>chrome.google.com</a:t>
                </a:r>
                <a:r>
                  <a:rPr lang="en-US" altLang="zh-CN" sz="3200" kern="100" dirty="0">
                    <a:ea typeface="宋体" panose="02010600030101010101" pitchFamily="2" charset="-122"/>
                    <a:cs typeface="Times New Roman (正文 CS 字体)"/>
                  </a:rPr>
                  <a:t>/webstore/detail/signal-flow-graph/</a:t>
                </a:r>
                <a:r>
                  <a:rPr lang="en-US" altLang="zh-CN" sz="3200" kern="100" dirty="0" err="1">
                    <a:ea typeface="宋体" panose="02010600030101010101" pitchFamily="2" charset="-122"/>
                    <a:cs typeface="Times New Roman (正文 CS 字体)"/>
                  </a:rPr>
                  <a:t>cdgiabknpabkdlahjgabbammnjfabkol</a:t>
                </a:r>
                <a:r>
                  <a:rPr lang="en-US" altLang="zh-CN" sz="3200" kern="100" dirty="0">
                    <a:ea typeface="宋体" panose="02010600030101010101" pitchFamily="2" charset="-122"/>
                    <a:cs typeface="Times New Roman (正文 CS 字体)"/>
                  </a:rPr>
                  <a:t>/related</a:t>
                </a:r>
                <a:endParaRPr lang="zh-CN" altLang="zh-CN" sz="3200" kern="100" dirty="0">
                  <a:effectLst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  <p:pic>
            <p:nvPicPr>
              <p:cNvPr id="17" name="图片 16" descr="图表&#10;&#10;描述已自动生成">
                <a:extLst>
                  <a:ext uri="{FF2B5EF4-FFF2-40B4-BE49-F238E27FC236}">
                    <a16:creationId xmlns:a16="http://schemas.microsoft.com/office/drawing/2014/main" id="{767C9A67-DC87-1747-A551-5F62AB4E00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499124" y="2661135"/>
                <a:ext cx="6088894" cy="3727670"/>
              </a:xfrm>
              <a:prstGeom prst="rect">
                <a:avLst/>
              </a:prstGeom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p:spPr>
          </p:pic>
        </p:grpSp>
        <p:sp>
          <p:nvSpPr>
            <p:cNvPr id="28" name="燕尾形 27">
              <a:extLst>
                <a:ext uri="{FF2B5EF4-FFF2-40B4-BE49-F238E27FC236}">
                  <a16:creationId xmlns:a16="http://schemas.microsoft.com/office/drawing/2014/main" id="{30014A40-158A-9547-854B-FC52DC75ADED}"/>
                </a:ext>
              </a:extLst>
            </p:cNvPr>
            <p:cNvSpPr/>
            <p:nvPr/>
          </p:nvSpPr>
          <p:spPr>
            <a:xfrm>
              <a:off x="4583348" y="2637670"/>
              <a:ext cx="648072" cy="720080"/>
            </a:xfrm>
            <a:prstGeom prst="chevron">
              <a:avLst/>
            </a:prstGeom>
            <a:solidFill>
              <a:srgbClr val="E4486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标题">
            <a:extLst>
              <a:ext uri="{FF2B5EF4-FFF2-40B4-BE49-F238E27FC236}">
                <a16:creationId xmlns:a16="http://schemas.microsoft.com/office/drawing/2014/main" id="{9864F56F-7812-A34B-8B41-E73161EDC6AD}"/>
              </a:ext>
            </a:extLst>
          </p:cNvPr>
          <p:cNvSpPr txBox="1"/>
          <p:nvPr/>
        </p:nvSpPr>
        <p:spPr>
          <a:xfrm>
            <a:off x="614452" y="332656"/>
            <a:ext cx="4898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拓展：计算机辅助求传递函数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421361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小标题1">
            <a:extLst>
              <a:ext uri="{FF2B5EF4-FFF2-40B4-BE49-F238E27FC236}">
                <a16:creationId xmlns:a16="http://schemas.microsoft.com/office/drawing/2014/main" id="{48961329-86E3-2F47-B987-2841BE20A43D}"/>
              </a:ext>
            </a:extLst>
          </p:cNvPr>
          <p:cNvGrpSpPr/>
          <p:nvPr/>
        </p:nvGrpSpPr>
        <p:grpSpPr>
          <a:xfrm>
            <a:off x="550590" y="1052736"/>
            <a:ext cx="3816424" cy="1013000"/>
            <a:chOff x="4943078" y="1556792"/>
            <a:chExt cx="3816424" cy="1013000"/>
          </a:xfrm>
        </p:grpSpPr>
        <p:sp>
          <p:nvSpPr>
            <p:cNvPr id="3" name="文本">
              <a:extLst>
                <a:ext uri="{FF2B5EF4-FFF2-40B4-BE49-F238E27FC236}">
                  <a16:creationId xmlns:a16="http://schemas.microsoft.com/office/drawing/2014/main" id="{FC6B8697-74E2-CB40-9098-5DD4B1F39DAD}"/>
                </a:ext>
              </a:extLst>
            </p:cNvPr>
            <p:cNvSpPr/>
            <p:nvPr/>
          </p:nvSpPr>
          <p:spPr bwMode="auto">
            <a:xfrm>
              <a:off x="5305666" y="1556792"/>
              <a:ext cx="3453836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基于图论</a:t>
              </a:r>
            </a:p>
          </p:txBody>
        </p:sp>
        <p:sp>
          <p:nvSpPr>
            <p:cNvPr id="4" name="序号">
              <a:extLst>
                <a:ext uri="{FF2B5EF4-FFF2-40B4-BE49-F238E27FC236}">
                  <a16:creationId xmlns:a16="http://schemas.microsoft.com/office/drawing/2014/main" id="{45EAD984-F57C-E64C-86D2-54760A6D4DD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" name="小标题2">
            <a:extLst>
              <a:ext uri="{FF2B5EF4-FFF2-40B4-BE49-F238E27FC236}">
                <a16:creationId xmlns:a16="http://schemas.microsoft.com/office/drawing/2014/main" id="{99900B4E-5461-0847-8AE2-83FC5C78EC6C}"/>
              </a:ext>
            </a:extLst>
          </p:cNvPr>
          <p:cNvGrpSpPr/>
          <p:nvPr/>
        </p:nvGrpSpPr>
        <p:grpSpPr>
          <a:xfrm>
            <a:off x="550590" y="2493759"/>
            <a:ext cx="3816424" cy="1013000"/>
            <a:chOff x="4943078" y="3214187"/>
            <a:chExt cx="3816424" cy="1013000"/>
          </a:xfrm>
        </p:grpSpPr>
        <p:sp>
          <p:nvSpPr>
            <p:cNvPr id="6" name="文本">
              <a:extLst>
                <a:ext uri="{FF2B5EF4-FFF2-40B4-BE49-F238E27FC236}">
                  <a16:creationId xmlns:a16="http://schemas.microsoft.com/office/drawing/2014/main" id="{9A1A3F46-E414-E048-967C-29B1DB2859FE}"/>
                </a:ext>
              </a:extLst>
            </p:cNvPr>
            <p:cNvSpPr/>
            <p:nvPr/>
          </p:nvSpPr>
          <p:spPr bwMode="auto">
            <a:xfrm>
              <a:off x="5305666" y="3214187"/>
              <a:ext cx="3453836" cy="1013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求解器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E843A492-F1EB-FD4F-9DD8-5F844CDB27DF}"/>
                </a:ext>
              </a:extLst>
            </p:cNvPr>
            <p:cNvSpPr/>
            <p:nvPr/>
          </p:nvSpPr>
          <p:spPr bwMode="auto">
            <a:xfrm>
              <a:off x="4943078" y="3358098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" name="小标题3">
            <a:extLst>
              <a:ext uri="{FF2B5EF4-FFF2-40B4-BE49-F238E27FC236}">
                <a16:creationId xmlns:a16="http://schemas.microsoft.com/office/drawing/2014/main" id="{CB246593-2CB0-6545-9379-971E82B7F057}"/>
              </a:ext>
            </a:extLst>
          </p:cNvPr>
          <p:cNvGrpSpPr/>
          <p:nvPr/>
        </p:nvGrpSpPr>
        <p:grpSpPr>
          <a:xfrm>
            <a:off x="550590" y="3934782"/>
            <a:ext cx="3816424" cy="1013000"/>
            <a:chOff x="4943078" y="4871581"/>
            <a:chExt cx="3816424" cy="1013000"/>
          </a:xfrm>
        </p:grpSpPr>
        <p:sp>
          <p:nvSpPr>
            <p:cNvPr id="9" name="文本">
              <a:extLst>
                <a:ext uri="{FF2B5EF4-FFF2-40B4-BE49-F238E27FC236}">
                  <a16:creationId xmlns:a16="http://schemas.microsoft.com/office/drawing/2014/main" id="{30C92129-C4A8-3448-802D-8ECDDFFF2F7A}"/>
                </a:ext>
              </a:extLst>
            </p:cNvPr>
            <p:cNvSpPr/>
            <p:nvPr/>
          </p:nvSpPr>
          <p:spPr bwMode="auto">
            <a:xfrm>
              <a:off x="5305666" y="4871581"/>
              <a:ext cx="3453836" cy="1013000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第三方</a:t>
              </a:r>
              <a:r>
                <a:rPr lang="en-US" altLang="zh-CN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MATLAB</a:t>
              </a:r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函数</a:t>
              </a:r>
            </a:p>
          </p:txBody>
        </p:sp>
        <p:sp>
          <p:nvSpPr>
            <p:cNvPr id="10" name="序号">
              <a:extLst>
                <a:ext uri="{FF2B5EF4-FFF2-40B4-BE49-F238E27FC236}">
                  <a16:creationId xmlns:a16="http://schemas.microsoft.com/office/drawing/2014/main" id="{694CF517-E7E5-1B46-9DE2-8100ECB9526D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3" name="引出3">
            <a:extLst>
              <a:ext uri="{FF2B5EF4-FFF2-40B4-BE49-F238E27FC236}">
                <a16:creationId xmlns:a16="http://schemas.microsoft.com/office/drawing/2014/main" id="{4AC2A841-B268-1B47-BD13-560ECE96EC74}"/>
              </a:ext>
            </a:extLst>
          </p:cNvPr>
          <p:cNvGrpSpPr/>
          <p:nvPr/>
        </p:nvGrpSpPr>
        <p:grpSpPr>
          <a:xfrm>
            <a:off x="4577523" y="1010403"/>
            <a:ext cx="6948756" cy="4524315"/>
            <a:chOff x="4577523" y="1010403"/>
            <a:chExt cx="6948756" cy="452431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5408AB7-C64E-6846-AB34-7E203A877770}"/>
                </a:ext>
              </a:extLst>
            </p:cNvPr>
            <p:cNvSpPr txBox="1"/>
            <p:nvPr/>
          </p:nvSpPr>
          <p:spPr>
            <a:xfrm>
              <a:off x="5430279" y="1010403"/>
              <a:ext cx="6096000" cy="45243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127000"/>
              <a:r>
                <a:rPr lang="en-US" altLang="zh-CN" sz="3200" kern="100" dirty="0">
                  <a:ea typeface="宋体" panose="02010600030101010101" pitchFamily="2" charset="-122"/>
                  <a:cs typeface="Times New Roman (正文 CS 字体)"/>
                </a:rPr>
                <a:t>Marko </a:t>
              </a:r>
              <a:r>
                <a:rPr lang="en-US" altLang="zh-CN" sz="3200" kern="100" dirty="0" err="1">
                  <a:ea typeface="宋体" panose="02010600030101010101" pitchFamily="2" charset="-122"/>
                  <a:cs typeface="Times New Roman (正文 CS 字体)"/>
                </a:rPr>
                <a:t>Neitola</a:t>
              </a:r>
              <a:r>
                <a:rPr lang="en-US" altLang="zh-CN" sz="3200" kern="100" dirty="0">
                  <a:ea typeface="宋体" panose="02010600030101010101" pitchFamily="2" charset="-122"/>
                  <a:cs typeface="Times New Roman (正文 CS 字体)"/>
                </a:rPr>
                <a:t> (2021). A Fully Automated Flowgraph Analysis Tool for MATLAB (https://</a:t>
              </a:r>
              <a:r>
                <a:rPr lang="en-US" altLang="zh-CN" sz="3200" kern="100" dirty="0" err="1">
                  <a:ea typeface="宋体" panose="02010600030101010101" pitchFamily="2" charset="-122"/>
                  <a:cs typeface="Times New Roman (正文 CS 字体)"/>
                </a:rPr>
                <a:t>www.mathworks.com</a:t>
              </a:r>
              <a:r>
                <a:rPr lang="en-US" altLang="zh-CN" sz="3200" kern="100" dirty="0">
                  <a:ea typeface="宋体" panose="02010600030101010101" pitchFamily="2" charset="-122"/>
                  <a:cs typeface="Times New Roman (正文 CS 字体)"/>
                </a:rPr>
                <a:t>/</a:t>
              </a:r>
              <a:r>
                <a:rPr lang="en-US" altLang="zh-CN" sz="3200" kern="100" dirty="0" err="1">
                  <a:ea typeface="宋体" panose="02010600030101010101" pitchFamily="2" charset="-122"/>
                  <a:cs typeface="Times New Roman (正文 CS 字体)"/>
                </a:rPr>
                <a:t>matlabcentral</a:t>
              </a:r>
              <a:r>
                <a:rPr lang="en-US" altLang="zh-CN" sz="3200" kern="100" dirty="0">
                  <a:ea typeface="宋体" panose="02010600030101010101" pitchFamily="2" charset="-122"/>
                  <a:cs typeface="Times New Roman (正文 CS 字体)"/>
                </a:rPr>
                <a:t>/</a:t>
              </a:r>
              <a:r>
                <a:rPr lang="en-US" altLang="zh-CN" sz="3200" kern="100" dirty="0" err="1">
                  <a:ea typeface="宋体" panose="02010600030101010101" pitchFamily="2" charset="-122"/>
                  <a:cs typeface="Times New Roman (正文 CS 字体)"/>
                </a:rPr>
                <a:t>fileexchange</a:t>
              </a:r>
              <a:r>
                <a:rPr lang="en-US" altLang="zh-CN" sz="3200" kern="100" dirty="0">
                  <a:ea typeface="宋体" panose="02010600030101010101" pitchFamily="2" charset="-122"/>
                  <a:cs typeface="Times New Roman (正文 CS 字体)"/>
                </a:rPr>
                <a:t>/7224-a-fully-automated-flowgraph-analysis-tool-for-matlab), MATLAB Central File Exchange. Retrieved December 2, 2021.</a:t>
              </a:r>
              <a:endParaRPr lang="zh-CN" altLang="zh-CN" sz="3200" kern="100" dirty="0">
                <a:effectLst/>
                <a:ea typeface="宋体" panose="02010600030101010101" pitchFamily="2" charset="-122"/>
                <a:cs typeface="Times New Roman (正文 CS 字体)"/>
              </a:endParaRPr>
            </a:p>
          </p:txBody>
        </p:sp>
        <p:sp>
          <p:nvSpPr>
            <p:cNvPr id="29" name="燕尾形 28">
              <a:extLst>
                <a:ext uri="{FF2B5EF4-FFF2-40B4-BE49-F238E27FC236}">
                  <a16:creationId xmlns:a16="http://schemas.microsoft.com/office/drawing/2014/main" id="{FB9E2EDC-1637-8F4A-88D5-0A6217E1B9E4}"/>
                </a:ext>
              </a:extLst>
            </p:cNvPr>
            <p:cNvSpPr/>
            <p:nvPr/>
          </p:nvSpPr>
          <p:spPr>
            <a:xfrm>
              <a:off x="4577523" y="4073595"/>
              <a:ext cx="648072" cy="720080"/>
            </a:xfrm>
            <a:prstGeom prst="chevron">
              <a:avLst/>
            </a:prstGeom>
            <a:solidFill>
              <a:srgbClr val="76839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5" name="标题">
            <a:extLst>
              <a:ext uri="{FF2B5EF4-FFF2-40B4-BE49-F238E27FC236}">
                <a16:creationId xmlns:a16="http://schemas.microsoft.com/office/drawing/2014/main" id="{9864F56F-7812-A34B-8B41-E73161EDC6AD}"/>
              </a:ext>
            </a:extLst>
          </p:cNvPr>
          <p:cNvSpPr txBox="1"/>
          <p:nvPr/>
        </p:nvSpPr>
        <p:spPr>
          <a:xfrm>
            <a:off x="614452" y="332656"/>
            <a:ext cx="4898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拓展：计算机辅助求传递函数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23415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小标题1">
            <a:extLst>
              <a:ext uri="{FF2B5EF4-FFF2-40B4-BE49-F238E27FC236}">
                <a16:creationId xmlns:a16="http://schemas.microsoft.com/office/drawing/2014/main" id="{48961329-86E3-2F47-B987-2841BE20A43D}"/>
              </a:ext>
            </a:extLst>
          </p:cNvPr>
          <p:cNvGrpSpPr/>
          <p:nvPr/>
        </p:nvGrpSpPr>
        <p:grpSpPr>
          <a:xfrm>
            <a:off x="550590" y="1052736"/>
            <a:ext cx="3816424" cy="1013000"/>
            <a:chOff x="4943078" y="1556792"/>
            <a:chExt cx="3816424" cy="1013000"/>
          </a:xfrm>
        </p:grpSpPr>
        <p:sp>
          <p:nvSpPr>
            <p:cNvPr id="3" name="文本">
              <a:extLst>
                <a:ext uri="{FF2B5EF4-FFF2-40B4-BE49-F238E27FC236}">
                  <a16:creationId xmlns:a16="http://schemas.microsoft.com/office/drawing/2014/main" id="{FC6B8697-74E2-CB40-9098-5DD4B1F39DAD}"/>
                </a:ext>
              </a:extLst>
            </p:cNvPr>
            <p:cNvSpPr/>
            <p:nvPr/>
          </p:nvSpPr>
          <p:spPr bwMode="auto">
            <a:xfrm>
              <a:off x="5305666" y="1556792"/>
              <a:ext cx="3453836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基于图论</a:t>
              </a:r>
            </a:p>
          </p:txBody>
        </p:sp>
        <p:sp>
          <p:nvSpPr>
            <p:cNvPr id="4" name="序号">
              <a:extLst>
                <a:ext uri="{FF2B5EF4-FFF2-40B4-BE49-F238E27FC236}">
                  <a16:creationId xmlns:a16="http://schemas.microsoft.com/office/drawing/2014/main" id="{45EAD984-F57C-E64C-86D2-54760A6D4DD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" name="小标题2">
            <a:extLst>
              <a:ext uri="{FF2B5EF4-FFF2-40B4-BE49-F238E27FC236}">
                <a16:creationId xmlns:a16="http://schemas.microsoft.com/office/drawing/2014/main" id="{99900B4E-5461-0847-8AE2-83FC5C78EC6C}"/>
              </a:ext>
            </a:extLst>
          </p:cNvPr>
          <p:cNvGrpSpPr/>
          <p:nvPr/>
        </p:nvGrpSpPr>
        <p:grpSpPr>
          <a:xfrm>
            <a:off x="550590" y="2493759"/>
            <a:ext cx="3816424" cy="1013000"/>
            <a:chOff x="4943078" y="3214187"/>
            <a:chExt cx="3816424" cy="1013000"/>
          </a:xfrm>
        </p:grpSpPr>
        <p:sp>
          <p:nvSpPr>
            <p:cNvPr id="6" name="文本">
              <a:extLst>
                <a:ext uri="{FF2B5EF4-FFF2-40B4-BE49-F238E27FC236}">
                  <a16:creationId xmlns:a16="http://schemas.microsoft.com/office/drawing/2014/main" id="{9A1A3F46-E414-E048-967C-29B1DB2859FE}"/>
                </a:ext>
              </a:extLst>
            </p:cNvPr>
            <p:cNvSpPr/>
            <p:nvPr/>
          </p:nvSpPr>
          <p:spPr bwMode="auto">
            <a:xfrm>
              <a:off x="5305666" y="3214187"/>
              <a:ext cx="3453836" cy="1013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求解器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E843A492-F1EB-FD4F-9DD8-5F844CDB27DF}"/>
                </a:ext>
              </a:extLst>
            </p:cNvPr>
            <p:cNvSpPr/>
            <p:nvPr/>
          </p:nvSpPr>
          <p:spPr bwMode="auto">
            <a:xfrm>
              <a:off x="4943078" y="3358098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8" name="小标题3">
            <a:extLst>
              <a:ext uri="{FF2B5EF4-FFF2-40B4-BE49-F238E27FC236}">
                <a16:creationId xmlns:a16="http://schemas.microsoft.com/office/drawing/2014/main" id="{CB246593-2CB0-6545-9379-971E82B7F057}"/>
              </a:ext>
            </a:extLst>
          </p:cNvPr>
          <p:cNvGrpSpPr/>
          <p:nvPr/>
        </p:nvGrpSpPr>
        <p:grpSpPr>
          <a:xfrm>
            <a:off x="550590" y="3934782"/>
            <a:ext cx="3816424" cy="1013000"/>
            <a:chOff x="4943078" y="4871581"/>
            <a:chExt cx="3816424" cy="1013000"/>
          </a:xfrm>
        </p:grpSpPr>
        <p:sp>
          <p:nvSpPr>
            <p:cNvPr id="9" name="文本">
              <a:extLst>
                <a:ext uri="{FF2B5EF4-FFF2-40B4-BE49-F238E27FC236}">
                  <a16:creationId xmlns:a16="http://schemas.microsoft.com/office/drawing/2014/main" id="{30C92129-C4A8-3448-802D-8ECDDFFF2F7A}"/>
                </a:ext>
              </a:extLst>
            </p:cNvPr>
            <p:cNvSpPr/>
            <p:nvPr/>
          </p:nvSpPr>
          <p:spPr bwMode="auto">
            <a:xfrm>
              <a:off x="5305666" y="4871581"/>
              <a:ext cx="3453836" cy="1013000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第三方</a:t>
              </a:r>
              <a:r>
                <a:rPr lang="en-US" altLang="zh-CN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MATLAB</a:t>
              </a:r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函数</a:t>
              </a:r>
            </a:p>
          </p:txBody>
        </p:sp>
        <p:sp>
          <p:nvSpPr>
            <p:cNvPr id="10" name="序号">
              <a:extLst>
                <a:ext uri="{FF2B5EF4-FFF2-40B4-BE49-F238E27FC236}">
                  <a16:creationId xmlns:a16="http://schemas.microsoft.com/office/drawing/2014/main" id="{694CF517-E7E5-1B46-9DE2-8100ECB9526D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小标题4">
            <a:extLst>
              <a:ext uri="{FF2B5EF4-FFF2-40B4-BE49-F238E27FC236}">
                <a16:creationId xmlns:a16="http://schemas.microsoft.com/office/drawing/2014/main" id="{2AB9B00A-EDA4-924C-B280-54887E6AE71A}"/>
              </a:ext>
            </a:extLst>
          </p:cNvPr>
          <p:cNvGrpSpPr/>
          <p:nvPr/>
        </p:nvGrpSpPr>
        <p:grpSpPr>
          <a:xfrm>
            <a:off x="550590" y="5375805"/>
            <a:ext cx="3816424" cy="1013000"/>
            <a:chOff x="4943078" y="4871581"/>
            <a:chExt cx="3816424" cy="1013000"/>
          </a:xfrm>
        </p:grpSpPr>
        <p:sp>
          <p:nvSpPr>
            <p:cNvPr id="12" name="文本">
              <a:extLst>
                <a:ext uri="{FF2B5EF4-FFF2-40B4-BE49-F238E27FC236}">
                  <a16:creationId xmlns:a16="http://schemas.microsoft.com/office/drawing/2014/main" id="{D834D529-B457-1E40-9243-127687A680A9}"/>
                </a:ext>
              </a:extLst>
            </p:cNvPr>
            <p:cNvSpPr/>
            <p:nvPr/>
          </p:nvSpPr>
          <p:spPr bwMode="auto">
            <a:xfrm>
              <a:off x="5305666" y="4871581"/>
              <a:ext cx="3453836" cy="1013000"/>
            </a:xfrm>
            <a:prstGeom prst="roundRect">
              <a:avLst/>
            </a:prstGeom>
            <a:solidFill>
              <a:schemeClr val="accent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00"/>
              <a:r>
                <a:rPr lang="en-US" altLang="zh-CN" sz="2400" b="1" dirty="0" err="1">
                  <a:solidFill>
                    <a:schemeClr val="bg1"/>
                  </a:solidFill>
                  <a:latin typeface="Stencil" panose="040409050D0802020404" pitchFamily="82" charset="0"/>
                </a:rPr>
                <a:t>Github</a:t>
              </a:r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项目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EA9B2580-33D7-C44F-AFAA-A335F17CCE83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accent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4" name="引出4">
            <a:extLst>
              <a:ext uri="{FF2B5EF4-FFF2-40B4-BE49-F238E27FC236}">
                <a16:creationId xmlns:a16="http://schemas.microsoft.com/office/drawing/2014/main" id="{8C292FCF-5E3D-FE46-8741-9460031278F6}"/>
              </a:ext>
            </a:extLst>
          </p:cNvPr>
          <p:cNvGrpSpPr/>
          <p:nvPr/>
        </p:nvGrpSpPr>
        <p:grpSpPr>
          <a:xfrm>
            <a:off x="4577523" y="1022518"/>
            <a:ext cx="6695328" cy="5366287"/>
            <a:chOff x="4577523" y="1022518"/>
            <a:chExt cx="6695328" cy="5366287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106C6AC2-80BD-7E41-A001-A73352AEF718}"/>
                </a:ext>
              </a:extLst>
            </p:cNvPr>
            <p:cNvGrpSpPr/>
            <p:nvPr/>
          </p:nvGrpSpPr>
          <p:grpSpPr>
            <a:xfrm>
              <a:off x="5424454" y="1022518"/>
              <a:ext cx="5848397" cy="5366287"/>
              <a:chOff x="5537100" y="-498702"/>
              <a:chExt cx="5848397" cy="5366287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7EB979B8-FBB7-7E4E-A723-E3B86FE98B3A}"/>
                  </a:ext>
                </a:extLst>
              </p:cNvPr>
              <p:cNvSpPr txBox="1"/>
              <p:nvPr/>
            </p:nvSpPr>
            <p:spPr>
              <a:xfrm>
                <a:off x="5537100" y="-498702"/>
                <a:ext cx="5848397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127000" algn="just"/>
                <a:r>
                  <a:rPr lang="en-US" altLang="zh-CN" sz="3200" kern="100" dirty="0">
                    <a:ea typeface="宋体" panose="02010600030101010101" pitchFamily="2" charset="-122"/>
                    <a:cs typeface="Times New Roman (正文 CS 字体)"/>
                  </a:rPr>
                  <a:t>https://</a:t>
                </a:r>
                <a:r>
                  <a:rPr lang="en-US" altLang="zh-CN" sz="3200" kern="100" dirty="0" err="1">
                    <a:ea typeface="宋体" panose="02010600030101010101" pitchFamily="2" charset="-122"/>
                    <a:cs typeface="Times New Roman (正文 CS 字体)"/>
                  </a:rPr>
                  <a:t>github.com</a:t>
                </a:r>
                <a:r>
                  <a:rPr lang="en-US" altLang="zh-CN" sz="3200" kern="100" dirty="0">
                    <a:ea typeface="宋体" panose="02010600030101010101" pitchFamily="2" charset="-122"/>
                    <a:cs typeface="Times New Roman (正文 CS 字体)"/>
                  </a:rPr>
                  <a:t>/AhmedZahRan7/Signal-Flow-Graph-Solver</a:t>
                </a:r>
                <a:endParaRPr lang="zh-CN" altLang="zh-CN" sz="3200" kern="100" dirty="0">
                  <a:effectLst/>
                  <a:ea typeface="宋体" panose="02010600030101010101" pitchFamily="2" charset="-122"/>
                  <a:cs typeface="Times New Roman (正文 CS 字体)"/>
                </a:endParaRPr>
              </a:p>
            </p:txBody>
          </p:sp>
          <p:pic>
            <p:nvPicPr>
              <p:cNvPr id="23" name="图片 22" descr="文本&#10;&#10;描述已自动生成">
                <a:extLst>
                  <a:ext uri="{FF2B5EF4-FFF2-40B4-BE49-F238E27FC236}">
                    <a16:creationId xmlns:a16="http://schemas.microsoft.com/office/drawing/2014/main" id="{9D31E8D6-4037-F840-AB63-9FF8EAD430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39222" y="726875"/>
                <a:ext cx="4487024" cy="4140710"/>
              </a:xfrm>
              <a:prstGeom prst="rect">
                <a:avLst/>
              </a:prstGeom>
            </p:spPr>
          </p:pic>
        </p:grpSp>
        <p:sp>
          <p:nvSpPr>
            <p:cNvPr id="30" name="燕尾形 29">
              <a:extLst>
                <a:ext uri="{FF2B5EF4-FFF2-40B4-BE49-F238E27FC236}">
                  <a16:creationId xmlns:a16="http://schemas.microsoft.com/office/drawing/2014/main" id="{25D5A4F4-FD31-DB4B-952E-BB57EE7F9B8E}"/>
                </a:ext>
              </a:extLst>
            </p:cNvPr>
            <p:cNvSpPr/>
            <p:nvPr/>
          </p:nvSpPr>
          <p:spPr>
            <a:xfrm>
              <a:off x="4577523" y="5509520"/>
              <a:ext cx="648072" cy="720080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35" name="标题">
            <a:extLst>
              <a:ext uri="{FF2B5EF4-FFF2-40B4-BE49-F238E27FC236}">
                <a16:creationId xmlns:a16="http://schemas.microsoft.com/office/drawing/2014/main" id="{9864F56F-7812-A34B-8B41-E73161EDC6AD}"/>
              </a:ext>
            </a:extLst>
          </p:cNvPr>
          <p:cNvSpPr txBox="1"/>
          <p:nvPr/>
        </p:nvSpPr>
        <p:spPr>
          <a:xfrm>
            <a:off x="614452" y="332656"/>
            <a:ext cx="4898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拓展：计算机辅助求传递函数</a:t>
            </a:r>
          </a:p>
        </p:txBody>
      </p:sp>
    </p:spTree>
    <p:extLst>
      <p:ext uri="{BB962C8B-B14F-4D97-AF65-F5344CB8AC3E}">
        <p14:creationId xmlns:p14="http://schemas.microsoft.com/office/powerpoint/2010/main" val="3532479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思考：如何求输出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8378E-41D5-0F49-8B0A-084D662BFBF0}"/>
              </a:ext>
            </a:extLst>
          </p:cNvPr>
          <p:cNvSpPr/>
          <p:nvPr/>
        </p:nvSpPr>
        <p:spPr>
          <a:xfrm>
            <a:off x="3717235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32C855-6E03-7347-A817-6BC050922884}"/>
              </a:ext>
            </a:extLst>
          </p:cNvPr>
          <p:cNvSpPr/>
          <p:nvPr/>
        </p:nvSpPr>
        <p:spPr>
          <a:xfrm>
            <a:off x="5153293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A3B7F97-8659-034B-8146-218346AE3683}"/>
              </a:ext>
            </a:extLst>
          </p:cNvPr>
          <p:cNvSpPr/>
          <p:nvPr/>
        </p:nvSpPr>
        <p:spPr>
          <a:xfrm>
            <a:off x="6589351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DD5D2C3-3C18-044D-9323-D6D8A72C6EC7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3953405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D00D51F-593A-3344-9F86-691349C4A677}"/>
                  </a:ext>
                </a:extLst>
              </p:cNvPr>
              <p:cNvSpPr txBox="1"/>
              <p:nvPr/>
            </p:nvSpPr>
            <p:spPr>
              <a:xfrm>
                <a:off x="2991630" y="160567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D00D51F-593A-3344-9F86-691349C4A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630" y="1605671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7273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68018AF-7018-D844-9E2E-41800FA73B8F}"/>
                  </a:ext>
                </a:extLst>
              </p:cNvPr>
              <p:cNvSpPr txBox="1"/>
              <p:nvPr/>
            </p:nvSpPr>
            <p:spPr>
              <a:xfrm>
                <a:off x="11163678" y="157152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68018AF-7018-D844-9E2E-41800FA73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678" y="1571528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l="-1071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F53BB765-153C-294D-B4E4-40FA4A8EC018}"/>
              </a:ext>
            </a:extLst>
          </p:cNvPr>
          <p:cNvSpPr/>
          <p:nvPr/>
        </p:nvSpPr>
        <p:spPr>
          <a:xfrm>
            <a:off x="8025409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181D5306-AA12-A446-9EAE-A0F817620EC6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5389463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18FCE96-248D-C247-8711-9571C53847B8}"/>
              </a:ext>
            </a:extLst>
          </p:cNvPr>
          <p:cNvCxnSpPr>
            <a:cxnSpLocks/>
            <a:stCxn id="14" idx="6"/>
            <a:endCxn id="19" idx="2"/>
          </p:cNvCxnSpPr>
          <p:nvPr/>
        </p:nvCxnSpPr>
        <p:spPr>
          <a:xfrm>
            <a:off x="6825521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1161ED-509B-4E4D-8CB3-04AA19AA3DFD}"/>
                  </a:ext>
                </a:extLst>
              </p:cNvPr>
              <p:cNvSpPr txBox="1"/>
              <p:nvPr/>
            </p:nvSpPr>
            <p:spPr>
              <a:xfrm>
                <a:off x="6039176" y="191980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1161ED-509B-4E4D-8CB3-04AA19AA3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176" y="1919802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l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DDBFDC8-AE4C-7E4E-AD70-57C150770F5F}"/>
                  </a:ext>
                </a:extLst>
              </p:cNvPr>
              <p:cNvSpPr txBox="1"/>
              <p:nvPr/>
            </p:nvSpPr>
            <p:spPr>
              <a:xfrm>
                <a:off x="4021746" y="1334042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DDBFDC8-AE4C-7E4E-AD70-57C150770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746" y="1334042"/>
                <a:ext cx="692168" cy="557268"/>
              </a:xfrm>
              <a:prstGeom prst="rect">
                <a:avLst/>
              </a:prstGeom>
              <a:blipFill>
                <a:blip r:embed="rId6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椭圆 23">
            <a:extLst>
              <a:ext uri="{FF2B5EF4-FFF2-40B4-BE49-F238E27FC236}">
                <a16:creationId xmlns:a16="http://schemas.microsoft.com/office/drawing/2014/main" id="{CCCFDD32-46CB-A646-9073-9008A916482E}"/>
              </a:ext>
            </a:extLst>
          </p:cNvPr>
          <p:cNvSpPr/>
          <p:nvPr/>
        </p:nvSpPr>
        <p:spPr>
          <a:xfrm>
            <a:off x="9461467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30931D2-92E4-9A4F-816C-811558E4C32D}"/>
              </a:ext>
            </a:extLst>
          </p:cNvPr>
          <p:cNvSpPr/>
          <p:nvPr/>
        </p:nvSpPr>
        <p:spPr>
          <a:xfrm>
            <a:off x="10897525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D2F05FD6-79EA-E345-B725-AE12B074E08E}"/>
              </a:ext>
            </a:extLst>
          </p:cNvPr>
          <p:cNvCxnSpPr>
            <a:cxnSpLocks/>
            <a:stCxn id="19" idx="6"/>
            <a:endCxn id="24" idx="2"/>
          </p:cNvCxnSpPr>
          <p:nvPr/>
        </p:nvCxnSpPr>
        <p:spPr>
          <a:xfrm>
            <a:off x="8261579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D54DC929-15C2-8E4D-8EE5-A60CEACB9FC1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9697637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730D62E-A4C2-114F-B638-2D0A6E9FCA1D}"/>
                  </a:ext>
                </a:extLst>
              </p:cNvPr>
              <p:cNvSpPr txBox="1"/>
              <p:nvPr/>
            </p:nvSpPr>
            <p:spPr>
              <a:xfrm>
                <a:off x="8324821" y="18864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730D62E-A4C2-114F-B638-2D0A6E9FC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821" y="188640"/>
                <a:ext cx="692168" cy="553998"/>
              </a:xfrm>
              <a:prstGeom prst="rect">
                <a:avLst/>
              </a:prstGeom>
              <a:blipFill>
                <a:blip r:embed="rId7"/>
                <a:stretch>
                  <a:fillRect l="-16364" r="-10000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77D63A1-742F-3B41-8EFA-3EF653CC0AC9}"/>
                  </a:ext>
                </a:extLst>
              </p:cNvPr>
              <p:cNvSpPr txBox="1"/>
              <p:nvPr/>
            </p:nvSpPr>
            <p:spPr>
              <a:xfrm>
                <a:off x="9493271" y="191980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77D63A1-742F-3B41-8EFA-3EF653CC0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271" y="1919802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B0E7DC23-EA88-A24F-8CBC-965BAEA27619}"/>
              </a:ext>
            </a:extLst>
          </p:cNvPr>
          <p:cNvCxnSpPr>
            <a:cxnSpLocks/>
            <a:stCxn id="14" idx="4"/>
            <a:endCxn id="24" idx="4"/>
          </p:cNvCxnSpPr>
          <p:nvPr/>
        </p:nvCxnSpPr>
        <p:spPr>
          <a:xfrm rot="16200000" flipH="1">
            <a:off x="8143494" y="564765"/>
            <a:ext cx="12700" cy="2872116"/>
          </a:xfrm>
          <a:prstGeom prst="curvedConnector3">
            <a:avLst>
              <a:gd name="adj1" fmla="val 464651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线连接符 31">
            <a:extLst>
              <a:ext uri="{FF2B5EF4-FFF2-40B4-BE49-F238E27FC236}">
                <a16:creationId xmlns:a16="http://schemas.microsoft.com/office/drawing/2014/main" id="{D16CD926-2D5C-934C-A1A8-F576E945D681}"/>
              </a:ext>
            </a:extLst>
          </p:cNvPr>
          <p:cNvCxnSpPr>
            <a:cxnSpLocks/>
            <a:stCxn id="25" idx="4"/>
            <a:endCxn id="13" idx="4"/>
          </p:cNvCxnSpPr>
          <p:nvPr/>
        </p:nvCxnSpPr>
        <p:spPr>
          <a:xfrm rot="5400000">
            <a:off x="8143494" y="-871293"/>
            <a:ext cx="12700" cy="5744232"/>
          </a:xfrm>
          <a:prstGeom prst="curvedConnector3">
            <a:avLst>
              <a:gd name="adj1" fmla="val 111677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D2611A0-8A77-AB45-9D52-455A7EBAAB96}"/>
                  </a:ext>
                </a:extLst>
              </p:cNvPr>
              <p:cNvSpPr txBox="1"/>
              <p:nvPr/>
            </p:nvSpPr>
            <p:spPr>
              <a:xfrm>
                <a:off x="7679325" y="291187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D2611A0-8A77-AB45-9D52-455A7EBAA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325" y="2911876"/>
                <a:ext cx="692168" cy="553998"/>
              </a:xfrm>
              <a:prstGeom prst="rect">
                <a:avLst/>
              </a:prstGeom>
              <a:blipFill>
                <a:blip r:embed="rId9"/>
                <a:stretch>
                  <a:fillRect l="-5357" r="-16071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C70D54F-C03D-0946-90DB-F9889E2F0643}"/>
                  </a:ext>
                </a:extLst>
              </p:cNvPr>
              <p:cNvSpPr txBox="1"/>
              <p:nvPr/>
            </p:nvSpPr>
            <p:spPr>
              <a:xfrm>
                <a:off x="8822114" y="239617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C70D54F-C03D-0946-90DB-F9889E2F0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114" y="2396174"/>
                <a:ext cx="692168" cy="553998"/>
              </a:xfrm>
              <a:prstGeom prst="rect">
                <a:avLst/>
              </a:prstGeom>
              <a:blipFill>
                <a:blip r:embed="rId10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57275BA-501C-8545-A402-42295909A6FD}"/>
                  </a:ext>
                </a:extLst>
              </p:cNvPr>
              <p:cNvSpPr txBox="1"/>
              <p:nvPr/>
            </p:nvSpPr>
            <p:spPr>
              <a:xfrm>
                <a:off x="8169355" y="81247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57275BA-501C-8545-A402-42295909A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355" y="812477"/>
                <a:ext cx="692168" cy="553998"/>
              </a:xfrm>
              <a:prstGeom prst="rect">
                <a:avLst/>
              </a:prstGeom>
              <a:blipFill>
                <a:blip r:embed="rId11"/>
                <a:stretch>
                  <a:fillRect l="-7273" r="-18182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0F872E1-CFB0-7D4C-A6B9-C2E16F144075}"/>
                  </a:ext>
                </a:extLst>
              </p:cNvPr>
              <p:cNvSpPr txBox="1"/>
              <p:nvPr/>
            </p:nvSpPr>
            <p:spPr>
              <a:xfrm>
                <a:off x="3744380" y="2063871"/>
                <a:ext cx="171394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0F872E1-CFB0-7D4C-A6B9-C2E16F144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380" y="2063871"/>
                <a:ext cx="1713942" cy="553998"/>
              </a:xfrm>
              <a:prstGeom prst="rect">
                <a:avLst/>
              </a:prstGeom>
              <a:blipFill>
                <a:blip r:embed="rId12"/>
                <a:stretch>
                  <a:fillRect l="-4412" r="-2206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47D040B-42EB-8D45-B8CF-84CBA96B476E}"/>
                  </a:ext>
                </a:extLst>
              </p:cNvPr>
              <p:cNvSpPr txBox="1"/>
              <p:nvPr/>
            </p:nvSpPr>
            <p:spPr>
              <a:xfrm>
                <a:off x="9865420" y="1332296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47D040B-42EB-8D45-B8CF-84CBA96B4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420" y="1332296"/>
                <a:ext cx="692168" cy="557268"/>
              </a:xfrm>
              <a:prstGeom prst="rect">
                <a:avLst/>
              </a:prstGeom>
              <a:blipFill>
                <a:blip r:embed="rId13"/>
                <a:stretch>
                  <a:fillRect l="-10714" r="-1786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7277DC1-AC14-A64A-859A-AE73FFC8486A}"/>
                  </a:ext>
                </a:extLst>
              </p:cNvPr>
              <p:cNvSpPr txBox="1"/>
              <p:nvPr/>
            </p:nvSpPr>
            <p:spPr>
              <a:xfrm>
                <a:off x="8489781" y="1300381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7277DC1-AC14-A64A-859A-AE73FFC84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781" y="1300381"/>
                <a:ext cx="692168" cy="557268"/>
              </a:xfrm>
              <a:prstGeom prst="rect">
                <a:avLst/>
              </a:prstGeom>
              <a:blipFill>
                <a:blip r:embed="rId14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8076AE9-C21B-5841-9C3F-E0D0E1E5A770}"/>
                  </a:ext>
                </a:extLst>
              </p:cNvPr>
              <p:cNvSpPr txBox="1"/>
              <p:nvPr/>
            </p:nvSpPr>
            <p:spPr>
              <a:xfrm>
                <a:off x="6980187" y="133213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8076AE9-C21B-5841-9C3F-E0D0E1E5A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187" y="1332130"/>
                <a:ext cx="692168" cy="553998"/>
              </a:xfrm>
              <a:prstGeom prst="rect">
                <a:avLst/>
              </a:prstGeom>
              <a:blipFill>
                <a:blip r:embed="rId15"/>
                <a:stretch>
                  <a:fillRect l="-21429" r="-73214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椭圆 39">
            <a:extLst>
              <a:ext uri="{FF2B5EF4-FFF2-40B4-BE49-F238E27FC236}">
                <a16:creationId xmlns:a16="http://schemas.microsoft.com/office/drawing/2014/main" id="{8822290D-18E3-9944-B6C5-40D239B65209}"/>
              </a:ext>
            </a:extLst>
          </p:cNvPr>
          <p:cNvSpPr/>
          <p:nvPr/>
        </p:nvSpPr>
        <p:spPr>
          <a:xfrm>
            <a:off x="8015003" y="381260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69B63A28-28EE-F442-A419-3AED6EA6B130}"/>
              </a:ext>
            </a:extLst>
          </p:cNvPr>
          <p:cNvCxnSpPr>
            <a:cxnSpLocks/>
            <a:stCxn id="40" idx="4"/>
            <a:endCxn id="19" idx="0"/>
          </p:cNvCxnSpPr>
          <p:nvPr/>
        </p:nvCxnSpPr>
        <p:spPr>
          <a:xfrm>
            <a:off x="8133088" y="617430"/>
            <a:ext cx="10406" cy="11472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33530D-E857-C247-8460-4A805A923649}"/>
                  </a:ext>
                </a:extLst>
              </p:cNvPr>
              <p:cNvSpPr txBox="1"/>
              <p:nvPr/>
            </p:nvSpPr>
            <p:spPr>
              <a:xfrm>
                <a:off x="7874165" y="192421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33530D-E857-C247-8460-4A805A92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65" y="1924218"/>
                <a:ext cx="692168" cy="553998"/>
              </a:xfrm>
              <a:prstGeom prst="rect">
                <a:avLst/>
              </a:prstGeom>
              <a:blipFill>
                <a:blip r:embed="rId16"/>
                <a:stretch>
                  <a:fillRect l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5ABAAEF-A36F-3542-8D8B-23D3FD2F3E5E}"/>
                  </a:ext>
                </a:extLst>
              </p:cNvPr>
              <p:cNvSpPr txBox="1"/>
              <p:nvPr/>
            </p:nvSpPr>
            <p:spPr>
              <a:xfrm>
                <a:off x="3531211" y="33265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5ABAAEF-A36F-3542-8D8B-23D3FD2F3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211" y="332656"/>
                <a:ext cx="692168" cy="553998"/>
              </a:xfrm>
              <a:prstGeom prst="rect">
                <a:avLst/>
              </a:prstGeom>
              <a:blipFill>
                <a:blip r:embed="rId17"/>
                <a:stretch>
                  <a:fillRect l="-10714" b="-1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片包含 图示&#10;&#10;描述已自动生成">
            <a:extLst>
              <a:ext uri="{FF2B5EF4-FFF2-40B4-BE49-F238E27FC236}">
                <a16:creationId xmlns:a16="http://schemas.microsoft.com/office/drawing/2014/main" id="{70F05630-2E71-434B-B893-089CF7A4A04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75" y="1148061"/>
            <a:ext cx="2836232" cy="1839718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E2AB9114-2A46-744A-8B6A-F60CD558B8FC}"/>
              </a:ext>
            </a:extLst>
          </p:cNvPr>
          <p:cNvSpPr/>
          <p:nvPr/>
        </p:nvSpPr>
        <p:spPr>
          <a:xfrm>
            <a:off x="262558" y="3570921"/>
            <a:ext cx="11737304" cy="3096562"/>
          </a:xfrm>
          <a:custGeom>
            <a:avLst/>
            <a:gdLst>
              <a:gd name="connsiteX0" fmla="*/ 0 w 11737304"/>
              <a:gd name="connsiteY0" fmla="*/ 0 h 3096562"/>
              <a:gd name="connsiteX1" fmla="*/ 573057 w 11737304"/>
              <a:gd name="connsiteY1" fmla="*/ 0 h 3096562"/>
              <a:gd name="connsiteX2" fmla="*/ 911367 w 11737304"/>
              <a:gd name="connsiteY2" fmla="*/ 0 h 3096562"/>
              <a:gd name="connsiteX3" fmla="*/ 1836543 w 11737304"/>
              <a:gd name="connsiteY3" fmla="*/ 0 h 3096562"/>
              <a:gd name="connsiteX4" fmla="*/ 2409599 w 11737304"/>
              <a:gd name="connsiteY4" fmla="*/ 0 h 3096562"/>
              <a:gd name="connsiteX5" fmla="*/ 2982656 w 11737304"/>
              <a:gd name="connsiteY5" fmla="*/ 0 h 3096562"/>
              <a:gd name="connsiteX6" fmla="*/ 3907832 w 11737304"/>
              <a:gd name="connsiteY6" fmla="*/ 0 h 3096562"/>
              <a:gd name="connsiteX7" fmla="*/ 4363515 w 11737304"/>
              <a:gd name="connsiteY7" fmla="*/ 0 h 3096562"/>
              <a:gd name="connsiteX8" fmla="*/ 5288691 w 11737304"/>
              <a:gd name="connsiteY8" fmla="*/ 0 h 3096562"/>
              <a:gd name="connsiteX9" fmla="*/ 6213867 w 11737304"/>
              <a:gd name="connsiteY9" fmla="*/ 0 h 3096562"/>
              <a:gd name="connsiteX10" fmla="*/ 6904296 w 11737304"/>
              <a:gd name="connsiteY10" fmla="*/ 0 h 3096562"/>
              <a:gd name="connsiteX11" fmla="*/ 7829472 w 11737304"/>
              <a:gd name="connsiteY11" fmla="*/ 0 h 3096562"/>
              <a:gd name="connsiteX12" fmla="*/ 8402529 w 11737304"/>
              <a:gd name="connsiteY12" fmla="*/ 0 h 3096562"/>
              <a:gd name="connsiteX13" fmla="*/ 8975585 w 11737304"/>
              <a:gd name="connsiteY13" fmla="*/ 0 h 3096562"/>
              <a:gd name="connsiteX14" fmla="*/ 9783388 w 11737304"/>
              <a:gd name="connsiteY14" fmla="*/ 0 h 3096562"/>
              <a:gd name="connsiteX15" fmla="*/ 10356445 w 11737304"/>
              <a:gd name="connsiteY15" fmla="*/ 0 h 3096562"/>
              <a:gd name="connsiteX16" fmla="*/ 11737304 w 11737304"/>
              <a:gd name="connsiteY16" fmla="*/ 0 h 3096562"/>
              <a:gd name="connsiteX17" fmla="*/ 11737304 w 11737304"/>
              <a:gd name="connsiteY17" fmla="*/ 681244 h 3096562"/>
              <a:gd name="connsiteX18" fmla="*/ 11737304 w 11737304"/>
              <a:gd name="connsiteY18" fmla="*/ 1331522 h 3096562"/>
              <a:gd name="connsiteX19" fmla="*/ 11737304 w 11737304"/>
              <a:gd name="connsiteY19" fmla="*/ 1981800 h 3096562"/>
              <a:gd name="connsiteX20" fmla="*/ 11737304 w 11737304"/>
              <a:gd name="connsiteY20" fmla="*/ 2508215 h 3096562"/>
              <a:gd name="connsiteX21" fmla="*/ 11737304 w 11737304"/>
              <a:gd name="connsiteY21" fmla="*/ 3096562 h 3096562"/>
              <a:gd name="connsiteX22" fmla="*/ 10929501 w 11737304"/>
              <a:gd name="connsiteY22" fmla="*/ 3096562 h 3096562"/>
              <a:gd name="connsiteX23" fmla="*/ 10473818 w 11737304"/>
              <a:gd name="connsiteY23" fmla="*/ 3096562 h 3096562"/>
              <a:gd name="connsiteX24" fmla="*/ 9783388 w 11737304"/>
              <a:gd name="connsiteY24" fmla="*/ 3096562 h 3096562"/>
              <a:gd name="connsiteX25" fmla="*/ 9445078 w 11737304"/>
              <a:gd name="connsiteY25" fmla="*/ 3096562 h 3096562"/>
              <a:gd name="connsiteX26" fmla="*/ 9106767 w 11737304"/>
              <a:gd name="connsiteY26" fmla="*/ 3096562 h 3096562"/>
              <a:gd name="connsiteX27" fmla="*/ 8416337 w 11737304"/>
              <a:gd name="connsiteY27" fmla="*/ 3096562 h 3096562"/>
              <a:gd name="connsiteX28" fmla="*/ 7960654 w 11737304"/>
              <a:gd name="connsiteY28" fmla="*/ 3096562 h 3096562"/>
              <a:gd name="connsiteX29" fmla="*/ 7152851 w 11737304"/>
              <a:gd name="connsiteY29" fmla="*/ 3096562 h 3096562"/>
              <a:gd name="connsiteX30" fmla="*/ 6697168 w 11737304"/>
              <a:gd name="connsiteY30" fmla="*/ 3096562 h 3096562"/>
              <a:gd name="connsiteX31" fmla="*/ 5889365 w 11737304"/>
              <a:gd name="connsiteY31" fmla="*/ 3096562 h 3096562"/>
              <a:gd name="connsiteX32" fmla="*/ 5551054 w 11737304"/>
              <a:gd name="connsiteY32" fmla="*/ 3096562 h 3096562"/>
              <a:gd name="connsiteX33" fmla="*/ 4743252 w 11737304"/>
              <a:gd name="connsiteY33" fmla="*/ 3096562 h 3096562"/>
              <a:gd name="connsiteX34" fmla="*/ 4287568 w 11737304"/>
              <a:gd name="connsiteY34" fmla="*/ 3096562 h 3096562"/>
              <a:gd name="connsiteX35" fmla="*/ 3949258 w 11737304"/>
              <a:gd name="connsiteY35" fmla="*/ 3096562 h 3096562"/>
              <a:gd name="connsiteX36" fmla="*/ 3493574 w 11737304"/>
              <a:gd name="connsiteY36" fmla="*/ 3096562 h 3096562"/>
              <a:gd name="connsiteX37" fmla="*/ 2685771 w 11737304"/>
              <a:gd name="connsiteY37" fmla="*/ 3096562 h 3096562"/>
              <a:gd name="connsiteX38" fmla="*/ 2230088 w 11737304"/>
              <a:gd name="connsiteY38" fmla="*/ 3096562 h 3096562"/>
              <a:gd name="connsiteX39" fmla="*/ 1891777 w 11737304"/>
              <a:gd name="connsiteY39" fmla="*/ 3096562 h 3096562"/>
              <a:gd name="connsiteX40" fmla="*/ 1436094 w 11737304"/>
              <a:gd name="connsiteY40" fmla="*/ 3096562 h 3096562"/>
              <a:gd name="connsiteX41" fmla="*/ 863037 w 11737304"/>
              <a:gd name="connsiteY41" fmla="*/ 3096562 h 3096562"/>
              <a:gd name="connsiteX42" fmla="*/ 0 w 11737304"/>
              <a:gd name="connsiteY42" fmla="*/ 3096562 h 3096562"/>
              <a:gd name="connsiteX43" fmla="*/ 0 w 11737304"/>
              <a:gd name="connsiteY43" fmla="*/ 2539181 h 3096562"/>
              <a:gd name="connsiteX44" fmla="*/ 0 w 11737304"/>
              <a:gd name="connsiteY44" fmla="*/ 1981800 h 3096562"/>
              <a:gd name="connsiteX45" fmla="*/ 0 w 11737304"/>
              <a:gd name="connsiteY45" fmla="*/ 1362487 h 3096562"/>
              <a:gd name="connsiteX46" fmla="*/ 0 w 11737304"/>
              <a:gd name="connsiteY46" fmla="*/ 743175 h 3096562"/>
              <a:gd name="connsiteX47" fmla="*/ 0 w 11737304"/>
              <a:gd name="connsiteY47" fmla="*/ 0 h 309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737304" h="3096562" extrusionOk="0">
                <a:moveTo>
                  <a:pt x="0" y="0"/>
                </a:moveTo>
                <a:cubicBezTo>
                  <a:pt x="253605" y="9640"/>
                  <a:pt x="367465" y="9493"/>
                  <a:pt x="573057" y="0"/>
                </a:cubicBezTo>
                <a:cubicBezTo>
                  <a:pt x="778649" y="-9493"/>
                  <a:pt x="789477" y="-936"/>
                  <a:pt x="911367" y="0"/>
                </a:cubicBezTo>
                <a:cubicBezTo>
                  <a:pt x="1033257" y="936"/>
                  <a:pt x="1380148" y="-19170"/>
                  <a:pt x="1836543" y="0"/>
                </a:cubicBezTo>
                <a:cubicBezTo>
                  <a:pt x="2292938" y="19170"/>
                  <a:pt x="2292442" y="2319"/>
                  <a:pt x="2409599" y="0"/>
                </a:cubicBezTo>
                <a:cubicBezTo>
                  <a:pt x="2526756" y="-2319"/>
                  <a:pt x="2708215" y="-28368"/>
                  <a:pt x="2982656" y="0"/>
                </a:cubicBezTo>
                <a:cubicBezTo>
                  <a:pt x="3257097" y="28368"/>
                  <a:pt x="3623606" y="-25485"/>
                  <a:pt x="3907832" y="0"/>
                </a:cubicBezTo>
                <a:cubicBezTo>
                  <a:pt x="4192058" y="25485"/>
                  <a:pt x="4171947" y="-14860"/>
                  <a:pt x="4363515" y="0"/>
                </a:cubicBezTo>
                <a:cubicBezTo>
                  <a:pt x="4555083" y="14860"/>
                  <a:pt x="5099820" y="39897"/>
                  <a:pt x="5288691" y="0"/>
                </a:cubicBezTo>
                <a:cubicBezTo>
                  <a:pt x="5477562" y="-39897"/>
                  <a:pt x="5969366" y="-42168"/>
                  <a:pt x="6213867" y="0"/>
                </a:cubicBezTo>
                <a:cubicBezTo>
                  <a:pt x="6458368" y="42168"/>
                  <a:pt x="6750882" y="-27174"/>
                  <a:pt x="6904296" y="0"/>
                </a:cubicBezTo>
                <a:cubicBezTo>
                  <a:pt x="7057710" y="27174"/>
                  <a:pt x="7529376" y="12077"/>
                  <a:pt x="7829472" y="0"/>
                </a:cubicBezTo>
                <a:cubicBezTo>
                  <a:pt x="8129568" y="-12077"/>
                  <a:pt x="8279515" y="-6564"/>
                  <a:pt x="8402529" y="0"/>
                </a:cubicBezTo>
                <a:cubicBezTo>
                  <a:pt x="8525543" y="6564"/>
                  <a:pt x="8743607" y="-27049"/>
                  <a:pt x="8975585" y="0"/>
                </a:cubicBezTo>
                <a:cubicBezTo>
                  <a:pt x="9207563" y="27049"/>
                  <a:pt x="9569157" y="1217"/>
                  <a:pt x="9783388" y="0"/>
                </a:cubicBezTo>
                <a:cubicBezTo>
                  <a:pt x="9997619" y="-1217"/>
                  <a:pt x="10232992" y="4708"/>
                  <a:pt x="10356445" y="0"/>
                </a:cubicBezTo>
                <a:cubicBezTo>
                  <a:pt x="10479898" y="-4708"/>
                  <a:pt x="11436969" y="-39359"/>
                  <a:pt x="11737304" y="0"/>
                </a:cubicBezTo>
                <a:cubicBezTo>
                  <a:pt x="11716700" y="147391"/>
                  <a:pt x="11765885" y="431921"/>
                  <a:pt x="11737304" y="681244"/>
                </a:cubicBezTo>
                <a:cubicBezTo>
                  <a:pt x="11708723" y="930567"/>
                  <a:pt x="11753303" y="1059263"/>
                  <a:pt x="11737304" y="1331522"/>
                </a:cubicBezTo>
                <a:cubicBezTo>
                  <a:pt x="11721305" y="1603781"/>
                  <a:pt x="11760658" y="1679929"/>
                  <a:pt x="11737304" y="1981800"/>
                </a:cubicBezTo>
                <a:cubicBezTo>
                  <a:pt x="11713950" y="2283671"/>
                  <a:pt x="11741199" y="2305291"/>
                  <a:pt x="11737304" y="2508215"/>
                </a:cubicBezTo>
                <a:cubicBezTo>
                  <a:pt x="11733409" y="2711139"/>
                  <a:pt x="11751534" y="2938259"/>
                  <a:pt x="11737304" y="3096562"/>
                </a:cubicBezTo>
                <a:cubicBezTo>
                  <a:pt x="11358029" y="3089847"/>
                  <a:pt x="11310857" y="3123185"/>
                  <a:pt x="10929501" y="3096562"/>
                </a:cubicBezTo>
                <a:cubicBezTo>
                  <a:pt x="10548145" y="3069939"/>
                  <a:pt x="10622787" y="3117376"/>
                  <a:pt x="10473818" y="3096562"/>
                </a:cubicBezTo>
                <a:cubicBezTo>
                  <a:pt x="10324849" y="3075748"/>
                  <a:pt x="9956599" y="3064533"/>
                  <a:pt x="9783388" y="3096562"/>
                </a:cubicBezTo>
                <a:cubicBezTo>
                  <a:pt x="9610177" y="3128592"/>
                  <a:pt x="9559090" y="3094140"/>
                  <a:pt x="9445078" y="3096562"/>
                </a:cubicBezTo>
                <a:cubicBezTo>
                  <a:pt x="9331066" y="3098985"/>
                  <a:pt x="9244629" y="3111065"/>
                  <a:pt x="9106767" y="3096562"/>
                </a:cubicBezTo>
                <a:cubicBezTo>
                  <a:pt x="8968905" y="3082059"/>
                  <a:pt x="8743595" y="3118128"/>
                  <a:pt x="8416337" y="3096562"/>
                </a:cubicBezTo>
                <a:cubicBezTo>
                  <a:pt x="8089079" y="3074997"/>
                  <a:pt x="8096295" y="3087118"/>
                  <a:pt x="7960654" y="3096562"/>
                </a:cubicBezTo>
                <a:cubicBezTo>
                  <a:pt x="7825013" y="3106006"/>
                  <a:pt x="7315667" y="3111905"/>
                  <a:pt x="7152851" y="3096562"/>
                </a:cubicBezTo>
                <a:cubicBezTo>
                  <a:pt x="6990035" y="3081219"/>
                  <a:pt x="6890872" y="3106999"/>
                  <a:pt x="6697168" y="3096562"/>
                </a:cubicBezTo>
                <a:cubicBezTo>
                  <a:pt x="6503464" y="3086125"/>
                  <a:pt x="6127080" y="3102484"/>
                  <a:pt x="5889365" y="3096562"/>
                </a:cubicBezTo>
                <a:cubicBezTo>
                  <a:pt x="5651650" y="3090640"/>
                  <a:pt x="5702595" y="3094160"/>
                  <a:pt x="5551054" y="3096562"/>
                </a:cubicBezTo>
                <a:cubicBezTo>
                  <a:pt x="5399513" y="3098964"/>
                  <a:pt x="4939735" y="3062660"/>
                  <a:pt x="4743252" y="3096562"/>
                </a:cubicBezTo>
                <a:cubicBezTo>
                  <a:pt x="4546769" y="3130464"/>
                  <a:pt x="4390984" y="3113021"/>
                  <a:pt x="4287568" y="3096562"/>
                </a:cubicBezTo>
                <a:cubicBezTo>
                  <a:pt x="4184152" y="3080103"/>
                  <a:pt x="4017876" y="3088954"/>
                  <a:pt x="3949258" y="3096562"/>
                </a:cubicBezTo>
                <a:cubicBezTo>
                  <a:pt x="3880640" y="3104171"/>
                  <a:pt x="3643522" y="3082756"/>
                  <a:pt x="3493574" y="3096562"/>
                </a:cubicBezTo>
                <a:cubicBezTo>
                  <a:pt x="3343626" y="3110368"/>
                  <a:pt x="2887304" y="3079915"/>
                  <a:pt x="2685771" y="3096562"/>
                </a:cubicBezTo>
                <a:cubicBezTo>
                  <a:pt x="2484238" y="3113209"/>
                  <a:pt x="2353923" y="3081500"/>
                  <a:pt x="2230088" y="3096562"/>
                </a:cubicBezTo>
                <a:cubicBezTo>
                  <a:pt x="2106253" y="3111624"/>
                  <a:pt x="1962290" y="3090939"/>
                  <a:pt x="1891777" y="3096562"/>
                </a:cubicBezTo>
                <a:cubicBezTo>
                  <a:pt x="1821264" y="3102185"/>
                  <a:pt x="1658364" y="3090512"/>
                  <a:pt x="1436094" y="3096562"/>
                </a:cubicBezTo>
                <a:cubicBezTo>
                  <a:pt x="1213824" y="3102612"/>
                  <a:pt x="1085475" y="3071231"/>
                  <a:pt x="863037" y="3096562"/>
                </a:cubicBezTo>
                <a:cubicBezTo>
                  <a:pt x="640599" y="3121893"/>
                  <a:pt x="328967" y="3084360"/>
                  <a:pt x="0" y="3096562"/>
                </a:cubicBezTo>
                <a:cubicBezTo>
                  <a:pt x="2305" y="2916146"/>
                  <a:pt x="-24799" y="2702832"/>
                  <a:pt x="0" y="2539181"/>
                </a:cubicBezTo>
                <a:cubicBezTo>
                  <a:pt x="24799" y="2375530"/>
                  <a:pt x="-13420" y="2249527"/>
                  <a:pt x="0" y="1981800"/>
                </a:cubicBezTo>
                <a:cubicBezTo>
                  <a:pt x="13420" y="1714073"/>
                  <a:pt x="-20829" y="1512183"/>
                  <a:pt x="0" y="1362487"/>
                </a:cubicBezTo>
                <a:cubicBezTo>
                  <a:pt x="20829" y="1212791"/>
                  <a:pt x="-30346" y="949151"/>
                  <a:pt x="0" y="743175"/>
                </a:cubicBezTo>
                <a:cubicBezTo>
                  <a:pt x="30346" y="537199"/>
                  <a:pt x="32112" y="224311"/>
                  <a:pt x="0" y="0"/>
                </a:cubicBezTo>
                <a:close/>
              </a:path>
            </a:pathLst>
          </a:custGeom>
          <a:noFill/>
          <a:ln>
            <a:solidFill>
              <a:schemeClr val="accent1">
                <a:shade val="95000"/>
                <a:satMod val="10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4000" dirty="0">
                <a:solidFill>
                  <a:schemeClr val="bg2">
                    <a:lumMod val="90000"/>
                  </a:schemeClr>
                </a:solidFill>
              </a:rPr>
              <a:t>答题区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46680F74-7224-AD40-947F-9DF475828E31}"/>
                  </a:ext>
                </a:extLst>
              </p:cNvPr>
              <p:cNvSpPr txBox="1"/>
              <p:nvPr/>
            </p:nvSpPr>
            <p:spPr>
              <a:xfrm>
                <a:off x="5488586" y="1096228"/>
                <a:ext cx="692168" cy="7543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46680F74-7224-AD40-947F-9DF475828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586" y="1096228"/>
                <a:ext cx="692168" cy="754309"/>
              </a:xfrm>
              <a:prstGeom prst="rect">
                <a:avLst/>
              </a:prstGeom>
              <a:blipFill>
                <a:blip r:embed="rId19"/>
                <a:stretch>
                  <a:fillRect t="-1667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8254314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3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思考：如何求输出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8378E-41D5-0F49-8B0A-084D662BFBF0}"/>
              </a:ext>
            </a:extLst>
          </p:cNvPr>
          <p:cNvSpPr/>
          <p:nvPr/>
        </p:nvSpPr>
        <p:spPr>
          <a:xfrm>
            <a:off x="3717235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032C855-6E03-7347-A817-6BC050922884}"/>
              </a:ext>
            </a:extLst>
          </p:cNvPr>
          <p:cNvSpPr/>
          <p:nvPr/>
        </p:nvSpPr>
        <p:spPr>
          <a:xfrm>
            <a:off x="5153293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A3B7F97-8659-034B-8146-218346AE3683}"/>
              </a:ext>
            </a:extLst>
          </p:cNvPr>
          <p:cNvSpPr/>
          <p:nvPr/>
        </p:nvSpPr>
        <p:spPr>
          <a:xfrm>
            <a:off x="6589351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DD5D2C3-3C18-044D-9323-D6D8A72C6EC7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3953405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D00D51F-593A-3344-9F86-691349C4A677}"/>
                  </a:ext>
                </a:extLst>
              </p:cNvPr>
              <p:cNvSpPr txBox="1"/>
              <p:nvPr/>
            </p:nvSpPr>
            <p:spPr>
              <a:xfrm>
                <a:off x="2991630" y="1605671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9D00D51F-593A-3344-9F86-691349C4A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630" y="1605671"/>
                <a:ext cx="692168" cy="553998"/>
              </a:xfrm>
              <a:prstGeom prst="rect">
                <a:avLst/>
              </a:prstGeom>
              <a:blipFill>
                <a:blip r:embed="rId3"/>
                <a:stretch>
                  <a:fillRect l="-7273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68018AF-7018-D844-9E2E-41800FA73B8F}"/>
                  </a:ext>
                </a:extLst>
              </p:cNvPr>
              <p:cNvSpPr txBox="1"/>
              <p:nvPr/>
            </p:nvSpPr>
            <p:spPr>
              <a:xfrm>
                <a:off x="11163678" y="157152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68018AF-7018-D844-9E2E-41800FA73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678" y="1571528"/>
                <a:ext cx="692168" cy="553998"/>
              </a:xfrm>
              <a:prstGeom prst="rect">
                <a:avLst/>
              </a:prstGeom>
              <a:blipFill>
                <a:blip r:embed="rId4"/>
                <a:stretch>
                  <a:fillRect l="-1071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椭圆 18">
            <a:extLst>
              <a:ext uri="{FF2B5EF4-FFF2-40B4-BE49-F238E27FC236}">
                <a16:creationId xmlns:a16="http://schemas.microsoft.com/office/drawing/2014/main" id="{F53BB765-153C-294D-B4E4-40FA4A8EC018}"/>
              </a:ext>
            </a:extLst>
          </p:cNvPr>
          <p:cNvSpPr/>
          <p:nvPr/>
        </p:nvSpPr>
        <p:spPr>
          <a:xfrm>
            <a:off x="8025409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181D5306-AA12-A446-9EAE-A0F817620EC6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5389463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718FCE96-248D-C247-8711-9571C53847B8}"/>
              </a:ext>
            </a:extLst>
          </p:cNvPr>
          <p:cNvCxnSpPr>
            <a:cxnSpLocks/>
            <a:stCxn id="14" idx="6"/>
            <a:endCxn id="19" idx="2"/>
          </p:cNvCxnSpPr>
          <p:nvPr/>
        </p:nvCxnSpPr>
        <p:spPr>
          <a:xfrm>
            <a:off x="6825521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1161ED-509B-4E4D-8CB3-04AA19AA3DFD}"/>
                  </a:ext>
                </a:extLst>
              </p:cNvPr>
              <p:cNvSpPr txBox="1"/>
              <p:nvPr/>
            </p:nvSpPr>
            <p:spPr>
              <a:xfrm>
                <a:off x="6039176" y="191980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C81161ED-509B-4E4D-8CB3-04AA19AA3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9176" y="1919802"/>
                <a:ext cx="692168" cy="553998"/>
              </a:xfrm>
              <a:prstGeom prst="rect">
                <a:avLst/>
              </a:prstGeom>
              <a:blipFill>
                <a:blip r:embed="rId5"/>
                <a:stretch>
                  <a:fillRect l="-1818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DDBFDC8-AE4C-7E4E-AD70-57C150770F5F}"/>
                  </a:ext>
                </a:extLst>
              </p:cNvPr>
              <p:cNvSpPr txBox="1"/>
              <p:nvPr/>
            </p:nvSpPr>
            <p:spPr>
              <a:xfrm>
                <a:off x="4021746" y="1334042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DDBFDC8-AE4C-7E4E-AD70-57C150770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1746" y="1334042"/>
                <a:ext cx="692168" cy="557268"/>
              </a:xfrm>
              <a:prstGeom prst="rect">
                <a:avLst/>
              </a:prstGeom>
              <a:blipFill>
                <a:blip r:embed="rId6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椭圆 23">
            <a:extLst>
              <a:ext uri="{FF2B5EF4-FFF2-40B4-BE49-F238E27FC236}">
                <a16:creationId xmlns:a16="http://schemas.microsoft.com/office/drawing/2014/main" id="{CCCFDD32-46CB-A646-9073-9008A916482E}"/>
              </a:ext>
            </a:extLst>
          </p:cNvPr>
          <p:cNvSpPr/>
          <p:nvPr/>
        </p:nvSpPr>
        <p:spPr>
          <a:xfrm>
            <a:off x="9461467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F30931D2-92E4-9A4F-816C-811558E4C32D}"/>
              </a:ext>
            </a:extLst>
          </p:cNvPr>
          <p:cNvSpPr/>
          <p:nvPr/>
        </p:nvSpPr>
        <p:spPr>
          <a:xfrm>
            <a:off x="10897525" y="1764653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D2F05FD6-79EA-E345-B725-AE12B074E08E}"/>
              </a:ext>
            </a:extLst>
          </p:cNvPr>
          <p:cNvCxnSpPr>
            <a:cxnSpLocks/>
            <a:stCxn id="19" idx="6"/>
            <a:endCxn id="24" idx="2"/>
          </p:cNvCxnSpPr>
          <p:nvPr/>
        </p:nvCxnSpPr>
        <p:spPr>
          <a:xfrm>
            <a:off x="8261579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D54DC929-15C2-8E4D-8EE5-A60CEACB9FC1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9697637" y="1882738"/>
            <a:ext cx="119988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730D62E-A4C2-114F-B638-2D0A6E9FCA1D}"/>
                  </a:ext>
                </a:extLst>
              </p:cNvPr>
              <p:cNvSpPr txBox="1"/>
              <p:nvPr/>
            </p:nvSpPr>
            <p:spPr>
              <a:xfrm>
                <a:off x="8324821" y="18864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730D62E-A4C2-114F-B638-2D0A6E9FC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4821" y="188640"/>
                <a:ext cx="692168" cy="553998"/>
              </a:xfrm>
              <a:prstGeom prst="rect">
                <a:avLst/>
              </a:prstGeom>
              <a:blipFill>
                <a:blip r:embed="rId7"/>
                <a:stretch>
                  <a:fillRect l="-16364" r="-10000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77D63A1-742F-3B41-8EFA-3EF653CC0AC9}"/>
                  </a:ext>
                </a:extLst>
              </p:cNvPr>
              <p:cNvSpPr txBox="1"/>
              <p:nvPr/>
            </p:nvSpPr>
            <p:spPr>
              <a:xfrm>
                <a:off x="9493271" y="1919802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𝑰</m:t>
                      </m:r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77D63A1-742F-3B41-8EFA-3EF653CC0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3271" y="1919802"/>
                <a:ext cx="692168" cy="553998"/>
              </a:xfrm>
              <a:prstGeom prst="rect">
                <a:avLst/>
              </a:prstGeom>
              <a:blipFill>
                <a:blip r:embed="rId8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8A3FA07-AEAF-9E4A-A3BE-57938CDFED59}"/>
                  </a:ext>
                </a:extLst>
              </p:cNvPr>
              <p:cNvSpPr txBox="1"/>
              <p:nvPr/>
            </p:nvSpPr>
            <p:spPr>
              <a:xfrm>
                <a:off x="5488586" y="1096228"/>
                <a:ext cx="692168" cy="7543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4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4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1" lang="zh-CN" altLang="en-US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8A3FA07-AEAF-9E4A-A3BE-57938CDFE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8586" y="1096228"/>
                <a:ext cx="692168" cy="754309"/>
              </a:xfrm>
              <a:prstGeom prst="rect">
                <a:avLst/>
              </a:prstGeom>
              <a:blipFill>
                <a:blip r:embed="rId9"/>
                <a:stretch>
                  <a:fillRect t="-1667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曲线连接符 30">
            <a:extLst>
              <a:ext uri="{FF2B5EF4-FFF2-40B4-BE49-F238E27FC236}">
                <a16:creationId xmlns:a16="http://schemas.microsoft.com/office/drawing/2014/main" id="{B0E7DC23-EA88-A24F-8CBC-965BAEA27619}"/>
              </a:ext>
            </a:extLst>
          </p:cNvPr>
          <p:cNvCxnSpPr>
            <a:cxnSpLocks/>
            <a:stCxn id="14" idx="4"/>
            <a:endCxn id="24" idx="4"/>
          </p:cNvCxnSpPr>
          <p:nvPr/>
        </p:nvCxnSpPr>
        <p:spPr>
          <a:xfrm rot="16200000" flipH="1">
            <a:off x="8143494" y="564765"/>
            <a:ext cx="12700" cy="2872116"/>
          </a:xfrm>
          <a:prstGeom prst="curvedConnector3">
            <a:avLst>
              <a:gd name="adj1" fmla="val 464651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线连接符 31">
            <a:extLst>
              <a:ext uri="{FF2B5EF4-FFF2-40B4-BE49-F238E27FC236}">
                <a16:creationId xmlns:a16="http://schemas.microsoft.com/office/drawing/2014/main" id="{D16CD926-2D5C-934C-A1A8-F576E945D681}"/>
              </a:ext>
            </a:extLst>
          </p:cNvPr>
          <p:cNvCxnSpPr>
            <a:cxnSpLocks/>
            <a:stCxn id="25" idx="4"/>
            <a:endCxn id="13" idx="4"/>
          </p:cNvCxnSpPr>
          <p:nvPr/>
        </p:nvCxnSpPr>
        <p:spPr>
          <a:xfrm rot="5400000">
            <a:off x="8143494" y="-871293"/>
            <a:ext cx="12700" cy="5744232"/>
          </a:xfrm>
          <a:prstGeom prst="curvedConnector3">
            <a:avLst>
              <a:gd name="adj1" fmla="val 1116774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D2611A0-8A77-AB45-9D52-455A7EBAAB96}"/>
                  </a:ext>
                </a:extLst>
              </p:cNvPr>
              <p:cNvSpPr txBox="1"/>
              <p:nvPr/>
            </p:nvSpPr>
            <p:spPr>
              <a:xfrm>
                <a:off x="7679325" y="291187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D2611A0-8A77-AB45-9D52-455A7EBAA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325" y="2911876"/>
                <a:ext cx="692168" cy="553998"/>
              </a:xfrm>
              <a:prstGeom prst="rect">
                <a:avLst/>
              </a:prstGeom>
              <a:blipFill>
                <a:blip r:embed="rId10"/>
                <a:stretch>
                  <a:fillRect l="-5357" r="-16071"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C70D54F-C03D-0946-90DB-F9889E2F0643}"/>
                  </a:ext>
                </a:extLst>
              </p:cNvPr>
              <p:cNvSpPr txBox="1"/>
              <p:nvPr/>
            </p:nvSpPr>
            <p:spPr>
              <a:xfrm>
                <a:off x="8822114" y="2396174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1C70D54F-C03D-0946-90DB-F9889E2F0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114" y="2396174"/>
                <a:ext cx="692168" cy="553998"/>
              </a:xfrm>
              <a:prstGeom prst="rect">
                <a:avLst/>
              </a:prstGeom>
              <a:blipFill>
                <a:blip r:embed="rId11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57275BA-501C-8545-A402-42295909A6FD}"/>
                  </a:ext>
                </a:extLst>
              </p:cNvPr>
              <p:cNvSpPr txBox="1"/>
              <p:nvPr/>
            </p:nvSpPr>
            <p:spPr>
              <a:xfrm>
                <a:off x="8169355" y="812477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57275BA-501C-8545-A402-42295909A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355" y="812477"/>
                <a:ext cx="692168" cy="553998"/>
              </a:xfrm>
              <a:prstGeom prst="rect">
                <a:avLst/>
              </a:prstGeom>
              <a:blipFill>
                <a:blip r:embed="rId12"/>
                <a:stretch>
                  <a:fillRect l="-7273" r="-18182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0F872E1-CFB0-7D4C-A6B9-C2E16F144075}"/>
                  </a:ext>
                </a:extLst>
              </p:cNvPr>
              <p:cNvSpPr txBox="1"/>
              <p:nvPr/>
            </p:nvSpPr>
            <p:spPr>
              <a:xfrm>
                <a:off x="3744380" y="2063871"/>
                <a:ext cx="171394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1" lang="en-US" altLang="zh-CN" sz="36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0F872E1-CFB0-7D4C-A6B9-C2E16F144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380" y="2063871"/>
                <a:ext cx="1713942" cy="553998"/>
              </a:xfrm>
              <a:prstGeom prst="rect">
                <a:avLst/>
              </a:prstGeom>
              <a:blipFill>
                <a:blip r:embed="rId13"/>
                <a:stretch>
                  <a:fillRect l="-4412" r="-2206"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47D040B-42EB-8D45-B8CF-84CBA96B476E}"/>
                  </a:ext>
                </a:extLst>
              </p:cNvPr>
              <p:cNvSpPr txBox="1"/>
              <p:nvPr/>
            </p:nvSpPr>
            <p:spPr>
              <a:xfrm>
                <a:off x="9865420" y="1332296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A47D040B-42EB-8D45-B8CF-84CBA96B4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5420" y="1332296"/>
                <a:ext cx="692168" cy="557268"/>
              </a:xfrm>
              <a:prstGeom prst="rect">
                <a:avLst/>
              </a:prstGeom>
              <a:blipFill>
                <a:blip r:embed="rId14"/>
                <a:stretch>
                  <a:fillRect l="-10714" r="-1786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7277DC1-AC14-A64A-859A-AE73FFC8486A}"/>
                  </a:ext>
                </a:extLst>
              </p:cNvPr>
              <p:cNvSpPr txBox="1"/>
              <p:nvPr/>
            </p:nvSpPr>
            <p:spPr>
              <a:xfrm>
                <a:off x="8489781" y="1300381"/>
                <a:ext cx="692168" cy="5572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7277DC1-AC14-A64A-859A-AE73FFC84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9781" y="1300381"/>
                <a:ext cx="692168" cy="557268"/>
              </a:xfrm>
              <a:prstGeom prst="rect">
                <a:avLst/>
              </a:prstGeom>
              <a:blipFill>
                <a:blip r:embed="rId15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8076AE9-C21B-5841-9C3F-E0D0E1E5A770}"/>
                  </a:ext>
                </a:extLst>
              </p:cNvPr>
              <p:cNvSpPr txBox="1"/>
              <p:nvPr/>
            </p:nvSpPr>
            <p:spPr>
              <a:xfrm>
                <a:off x="6980187" y="1332130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36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𝑪𝒔</m:t>
                      </m:r>
                    </m:oMath>
                  </m:oMathPara>
                </a14:m>
                <a:endParaRPr kumimoji="1" lang="zh-CN" altLang="en-US" sz="36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98076AE9-C21B-5841-9C3F-E0D0E1E5A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187" y="1332130"/>
                <a:ext cx="692168" cy="553998"/>
              </a:xfrm>
              <a:prstGeom prst="rect">
                <a:avLst/>
              </a:prstGeom>
              <a:blipFill>
                <a:blip r:embed="rId16"/>
                <a:stretch>
                  <a:fillRect l="-21429" r="-73214" b="-15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椭圆 39">
            <a:extLst>
              <a:ext uri="{FF2B5EF4-FFF2-40B4-BE49-F238E27FC236}">
                <a16:creationId xmlns:a16="http://schemas.microsoft.com/office/drawing/2014/main" id="{8822290D-18E3-9944-B6C5-40D239B65209}"/>
              </a:ext>
            </a:extLst>
          </p:cNvPr>
          <p:cNvSpPr/>
          <p:nvPr/>
        </p:nvSpPr>
        <p:spPr>
          <a:xfrm>
            <a:off x="8015003" y="381260"/>
            <a:ext cx="236170" cy="23617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360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69B63A28-28EE-F442-A419-3AED6EA6B130}"/>
              </a:ext>
            </a:extLst>
          </p:cNvPr>
          <p:cNvCxnSpPr>
            <a:cxnSpLocks/>
            <a:stCxn id="40" idx="4"/>
            <a:endCxn id="19" idx="0"/>
          </p:cNvCxnSpPr>
          <p:nvPr/>
        </p:nvCxnSpPr>
        <p:spPr>
          <a:xfrm>
            <a:off x="8133088" y="617430"/>
            <a:ext cx="10406" cy="11472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33530D-E857-C247-8460-4A805A923649}"/>
                  </a:ext>
                </a:extLst>
              </p:cNvPr>
              <p:cNvSpPr txBox="1"/>
              <p:nvPr/>
            </p:nvSpPr>
            <p:spPr>
              <a:xfrm>
                <a:off x="7874165" y="1924218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33530D-E857-C247-8460-4A805A923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4165" y="1924218"/>
                <a:ext cx="692168" cy="553998"/>
              </a:xfrm>
              <a:prstGeom prst="rect">
                <a:avLst/>
              </a:prstGeom>
              <a:blipFill>
                <a:blip r:embed="rId17"/>
                <a:stretch>
                  <a:fillRect l="-3636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5ABAAEF-A36F-3542-8D8B-23D3FD2F3E5E}"/>
                  </a:ext>
                </a:extLst>
              </p:cNvPr>
              <p:cNvSpPr txBox="1"/>
              <p:nvPr/>
            </p:nvSpPr>
            <p:spPr>
              <a:xfrm>
                <a:off x="3531211" y="332656"/>
                <a:ext cx="69216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36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</m:oMath>
                  </m:oMathPara>
                </a14:m>
                <a:endParaRPr kumimoji="1" lang="zh-CN" altLang="en-US" sz="36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75ABAAEF-A36F-3542-8D8B-23D3FD2F3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211" y="332656"/>
                <a:ext cx="692168" cy="553998"/>
              </a:xfrm>
              <a:prstGeom prst="rect">
                <a:avLst/>
              </a:prstGeom>
              <a:blipFill>
                <a:blip r:embed="rId18"/>
                <a:stretch>
                  <a:fillRect l="-10714" b="-1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 descr="图片包含 图示&#10;&#10;描述已自动生成">
            <a:extLst>
              <a:ext uri="{FF2B5EF4-FFF2-40B4-BE49-F238E27FC236}">
                <a16:creationId xmlns:a16="http://schemas.microsoft.com/office/drawing/2014/main" id="{70F05630-2E71-434B-B893-089CF7A4A04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75" y="1148061"/>
            <a:ext cx="2836232" cy="18397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4C44364-06DF-B148-B271-55CBD1CEDE80}"/>
                  </a:ext>
                </a:extLst>
              </p:cNvPr>
              <p:cNvSpPr txBox="1"/>
              <p:nvPr/>
            </p:nvSpPr>
            <p:spPr>
              <a:xfrm>
                <a:off x="838622" y="3811608"/>
                <a:ext cx="4693907" cy="113011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kumimoji="1"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box>
                                <m:boxPr>
                                  <m:ctrlP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  <m: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  <m: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kumimoji="1"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kumimoji="1"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kumimoji="1"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zh-CN" sz="2800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box>
                            </m:num>
                            <m:den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b>
                                <m:sSubPr>
                                  <m:ctrlPr>
                                    <a:rPr kumimoji="1"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kumimoji="1"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box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den>
                      </m:f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𝒂𝑻𝒔</m:t>
                          </m:r>
                        </m:num>
                        <m:den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𝑻𝒔</m:t>
                          </m:r>
                        </m:den>
                      </m:f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4C44364-06DF-B148-B271-55CBD1CED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2" y="3811608"/>
                <a:ext cx="4693907" cy="1130118"/>
              </a:xfrm>
              <a:prstGeom prst="rect">
                <a:avLst/>
              </a:prstGeom>
              <a:blipFill>
                <a:blip r:embed="rId20"/>
                <a:stretch>
                  <a:fillRect l="-1081" r="-1081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B85311A-4DBF-8E47-AA0C-AD6518DB2A77}"/>
                  </a:ext>
                </a:extLst>
              </p:cNvPr>
              <p:cNvSpPr txBox="1"/>
              <p:nvPr/>
            </p:nvSpPr>
            <p:spPr>
              <a:xfrm>
                <a:off x="6087783" y="3907829"/>
                <a:ext cx="4957100" cy="102771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kumimoji="1"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box>
                                <m:boxPr>
                                  <m:ctrlP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  <m:sSub>
                                    <m:sSubPr>
                                      <m:ctrlPr>
                                        <a:rPr kumimoji="1"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box>
                            </m:num>
                            <m:den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  <m:sSub>
                                <m:sSubPr>
                                  <m:ctrlPr>
                                    <a:rPr kumimoji="1"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1" i="1">
                                      <a:latin typeface="Cambria Math" panose="02040503050406030204" pitchFamily="18" charset="0"/>
                                    </a:rPr>
                                    <m:t>𝑹</m:t>
                                  </m:r>
                                </m:e>
                                <m:sub>
                                  <m:r>
                                    <a:rPr kumimoji="1" lang="en-US" altLang="zh-CN" sz="2800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kumimoji="1" lang="en-US" altLang="zh-CN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kumimoji="1" lang="en-US" altLang="zh-CN" sz="2800" b="1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</m:e>
                      </m:box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𝑻𝒔</m:t>
                          </m:r>
                        </m:den>
                      </m:f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B85311A-4DBF-8E47-AA0C-AD6518DB2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783" y="3907829"/>
                <a:ext cx="4957100" cy="1027717"/>
              </a:xfrm>
              <a:prstGeom prst="rect">
                <a:avLst/>
              </a:prstGeom>
              <a:blipFill>
                <a:blip r:embed="rId21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F86DBF3-F106-DB4F-9D7F-C98C6F538714}"/>
                  </a:ext>
                </a:extLst>
              </p:cNvPr>
              <p:cNvSpPr txBox="1"/>
              <p:nvPr/>
            </p:nvSpPr>
            <p:spPr>
              <a:xfrm>
                <a:off x="5552212" y="4976451"/>
                <a:ext cx="6239704" cy="10985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f>
                                <m:fPr>
                                  <m:ctrlP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kumimoji="1" lang="en-US" altLang="zh-CN" sz="28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</m:den>
                              </m:f>
                            </m:e>
                          </m:box>
                          <m:d>
                            <m:d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𝒂𝑻𝒔</m:t>
                              </m:r>
                            </m:e>
                          </m:d>
                        </m:num>
                        <m:den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𝑻𝒔</m:t>
                          </m:r>
                        </m:den>
                      </m:f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num>
                        <m:den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𝑻𝒔</m:t>
                          </m:r>
                        </m:den>
                      </m:f>
                      <m:sSub>
                        <m:sSub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800" b="1" dirty="0"/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F86DBF3-F106-DB4F-9D7F-C98C6F538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212" y="4976451"/>
                <a:ext cx="6239704" cy="1098506"/>
              </a:xfrm>
              <a:prstGeom prst="rect">
                <a:avLst/>
              </a:prstGeom>
              <a:blipFill>
                <a:blip r:embed="rId22"/>
                <a:stretch>
                  <a:fillRect t="-1136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A1D2F62-9682-E746-B63A-D84CD2C4F6B8}"/>
                  </a:ext>
                </a:extLst>
              </p:cNvPr>
              <p:cNvSpPr txBox="1"/>
              <p:nvPr/>
            </p:nvSpPr>
            <p:spPr>
              <a:xfrm>
                <a:off x="656195" y="5225222"/>
                <a:ext cx="2304256" cy="972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7A1D2F62-9682-E746-B63A-D84CD2C4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95" y="5225222"/>
                <a:ext cx="2304256" cy="972254"/>
              </a:xfrm>
              <a:prstGeom prst="rect">
                <a:avLst/>
              </a:prstGeom>
              <a:blipFill>
                <a:blip r:embed="rId23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AC524B58-0AE2-C64D-B93F-38585429D479}"/>
                  </a:ext>
                </a:extLst>
              </p:cNvPr>
              <p:cNvSpPr txBox="1"/>
              <p:nvPr/>
            </p:nvSpPr>
            <p:spPr>
              <a:xfrm>
                <a:off x="2967636" y="5225222"/>
                <a:ext cx="2304256" cy="969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kumimoji="1" lang="en-US" altLang="zh-CN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AC524B58-0AE2-C64D-B93F-38585429D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636" y="5225222"/>
                <a:ext cx="2304256" cy="969433"/>
              </a:xfrm>
              <a:prstGeom prst="rect">
                <a:avLst/>
              </a:prstGeom>
              <a:blipFill>
                <a:blip r:embed="rId24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876894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示&#10;&#10;描述已自动生成">
            <a:extLst>
              <a:ext uri="{FF2B5EF4-FFF2-40B4-BE49-F238E27FC236}">
                <a16:creationId xmlns:a16="http://schemas.microsoft.com/office/drawing/2014/main" id="{06A784E5-40C4-8A45-852F-93F04DD42A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66" y="1209506"/>
            <a:ext cx="3070196" cy="2304256"/>
          </a:xfrm>
          <a:prstGeom prst="rect">
            <a:avLst/>
          </a:prstGeom>
        </p:spPr>
      </p:pic>
      <p:pic>
        <p:nvPicPr>
          <p:cNvPr id="127" name="图片 126" descr="牛在草地上&#10;&#10;描述已自动生成">
            <a:extLst>
              <a:ext uri="{FF2B5EF4-FFF2-40B4-BE49-F238E27FC236}">
                <a16:creationId xmlns:a16="http://schemas.microsoft.com/office/drawing/2014/main" id="{70CF927D-8043-534E-90CE-70B3E010F81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05091" y="3859469"/>
            <a:ext cx="2598387" cy="1728192"/>
          </a:xfrm>
          <a:prstGeom prst="rect">
            <a:avLst/>
          </a:prstGeom>
        </p:spPr>
      </p:pic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0038F15B-1279-C047-A3D3-AC66D3A7FF52}"/>
              </a:ext>
            </a:extLst>
          </p:cNvPr>
          <p:cNvGrpSpPr/>
          <p:nvPr/>
        </p:nvGrpSpPr>
        <p:grpSpPr>
          <a:xfrm>
            <a:off x="3281398" y="1550115"/>
            <a:ext cx="3138192" cy="1666116"/>
            <a:chOff x="3281398" y="1550115"/>
            <a:chExt cx="3138192" cy="1666116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2BEF2EBF-5F02-B446-9D59-1D8012BDDDD2}"/>
                </a:ext>
              </a:extLst>
            </p:cNvPr>
            <p:cNvGrpSpPr/>
            <p:nvPr/>
          </p:nvGrpSpPr>
          <p:grpSpPr>
            <a:xfrm>
              <a:off x="3767513" y="1550115"/>
              <a:ext cx="2652077" cy="1666116"/>
              <a:chOff x="4688895" y="886908"/>
              <a:chExt cx="3066855" cy="12270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" name="矩形 2">
                    <a:extLst>
                      <a:ext uri="{FF2B5EF4-FFF2-40B4-BE49-F238E27FC236}">
                        <a16:creationId xmlns:a16="http://schemas.microsoft.com/office/drawing/2014/main" id="{DED6988F-0278-9B46-9D9C-F3C887FA67A1}"/>
                      </a:ext>
                    </a:extLst>
                  </p:cNvPr>
                  <p:cNvSpPr/>
                  <p:nvPr/>
                </p:nvSpPr>
                <p:spPr>
                  <a:xfrm>
                    <a:off x="5872690" y="886908"/>
                    <a:ext cx="294228" cy="217511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" name="矩形 2">
                    <a:extLst>
                      <a:ext uri="{FF2B5EF4-FFF2-40B4-BE49-F238E27FC236}">
                        <a16:creationId xmlns:a16="http://schemas.microsoft.com/office/drawing/2014/main" id="{DED6988F-0278-9B46-9D9C-F3C887FA67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2690" y="886908"/>
                    <a:ext cx="294228" cy="21751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696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矩形 3">
                    <a:extLst>
                      <a:ext uri="{FF2B5EF4-FFF2-40B4-BE49-F238E27FC236}">
                        <a16:creationId xmlns:a16="http://schemas.microsoft.com/office/drawing/2014/main" id="{45B73A04-879F-B144-BA33-8F4370482B49}"/>
                      </a:ext>
                    </a:extLst>
                  </p:cNvPr>
                  <p:cNvSpPr/>
                  <p:nvPr/>
                </p:nvSpPr>
                <p:spPr>
                  <a:xfrm>
                    <a:off x="5872690" y="1219571"/>
                    <a:ext cx="294228" cy="217511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矩形 3">
                    <a:extLst>
                      <a:ext uri="{FF2B5EF4-FFF2-40B4-BE49-F238E27FC236}">
                        <a16:creationId xmlns:a16="http://schemas.microsoft.com/office/drawing/2014/main" id="{45B73A04-879F-B144-BA33-8F4370482B4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2690" y="1219571"/>
                    <a:ext cx="294228" cy="21751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043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矩形 4">
                    <a:extLst>
                      <a:ext uri="{FF2B5EF4-FFF2-40B4-BE49-F238E27FC236}">
                        <a16:creationId xmlns:a16="http://schemas.microsoft.com/office/drawing/2014/main" id="{FA67FDB2-0C0C-0D4A-BE45-D7D88F3AD966}"/>
                      </a:ext>
                    </a:extLst>
                  </p:cNvPr>
                  <p:cNvSpPr/>
                  <p:nvPr/>
                </p:nvSpPr>
                <p:spPr>
                  <a:xfrm>
                    <a:off x="5872690" y="1552234"/>
                    <a:ext cx="294228" cy="217511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矩形 4">
                    <a:extLst>
                      <a:ext uri="{FF2B5EF4-FFF2-40B4-BE49-F238E27FC236}">
                        <a16:creationId xmlns:a16="http://schemas.microsoft.com/office/drawing/2014/main" id="{FA67FDB2-0C0C-0D4A-BE45-D7D88F3AD96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72690" y="1552234"/>
                    <a:ext cx="294228" cy="21751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696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22F77352-3CC1-6842-B951-1317426E0561}"/>
                      </a:ext>
                    </a:extLst>
                  </p:cNvPr>
                  <p:cNvSpPr/>
                  <p:nvPr/>
                </p:nvSpPr>
                <p:spPr>
                  <a:xfrm>
                    <a:off x="6576163" y="1887456"/>
                    <a:ext cx="294228" cy="217511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22F77352-3CC1-6842-B951-1317426E056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6163" y="1887456"/>
                    <a:ext cx="294228" cy="21751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3636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矩形 6">
                    <a:extLst>
                      <a:ext uri="{FF2B5EF4-FFF2-40B4-BE49-F238E27FC236}">
                        <a16:creationId xmlns:a16="http://schemas.microsoft.com/office/drawing/2014/main" id="{BEB63E9E-68CD-4640-BB10-93534768159F}"/>
                      </a:ext>
                    </a:extLst>
                  </p:cNvPr>
                  <p:cNvSpPr/>
                  <p:nvPr/>
                </p:nvSpPr>
                <p:spPr>
                  <a:xfrm>
                    <a:off x="5169216" y="1896412"/>
                    <a:ext cx="294228" cy="217511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𝑯</m:t>
                              </m:r>
                            </m:e>
                            <m:sub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矩形 6">
                    <a:extLst>
                      <a:ext uri="{FF2B5EF4-FFF2-40B4-BE49-F238E27FC236}">
                        <a16:creationId xmlns:a16="http://schemas.microsoft.com/office/drawing/2014/main" id="{BEB63E9E-68CD-4640-BB10-93534768159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69216" y="1896412"/>
                    <a:ext cx="294228" cy="217511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3043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矩形 7">
                    <a:extLst>
                      <a:ext uri="{FF2B5EF4-FFF2-40B4-BE49-F238E27FC236}">
                        <a16:creationId xmlns:a16="http://schemas.microsoft.com/office/drawing/2014/main" id="{52D9247A-EBBB-2B4D-9CB3-5E74031EE3E7}"/>
                      </a:ext>
                    </a:extLst>
                  </p:cNvPr>
                  <p:cNvSpPr/>
                  <p:nvPr/>
                </p:nvSpPr>
                <p:spPr>
                  <a:xfrm>
                    <a:off x="5169216" y="1552234"/>
                    <a:ext cx="294228" cy="217511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矩形 7">
                    <a:extLst>
                      <a:ext uri="{FF2B5EF4-FFF2-40B4-BE49-F238E27FC236}">
                        <a16:creationId xmlns:a16="http://schemas.microsoft.com/office/drawing/2014/main" id="{52D9247A-EBBB-2B4D-9CB3-5E74031EE3E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69216" y="1552234"/>
                    <a:ext cx="294228" cy="217511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8696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0EC55608-190D-5B4A-928B-C2A5F5504FC0}"/>
                      </a:ext>
                    </a:extLst>
                  </p:cNvPr>
                  <p:cNvSpPr/>
                  <p:nvPr/>
                </p:nvSpPr>
                <p:spPr>
                  <a:xfrm>
                    <a:off x="6576163" y="1552234"/>
                    <a:ext cx="294228" cy="217511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矩形 8">
                    <a:extLst>
                      <a:ext uri="{FF2B5EF4-FFF2-40B4-BE49-F238E27FC236}">
                        <a16:creationId xmlns:a16="http://schemas.microsoft.com/office/drawing/2014/main" id="{0EC55608-190D-5B4A-928B-C2A5F5504FC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76163" y="1552234"/>
                    <a:ext cx="294228" cy="21751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9091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矩形 9">
                    <a:extLst>
                      <a:ext uri="{FF2B5EF4-FFF2-40B4-BE49-F238E27FC236}">
                        <a16:creationId xmlns:a16="http://schemas.microsoft.com/office/drawing/2014/main" id="{E034D7F9-95ED-F449-BE04-D0735A03ECE4}"/>
                      </a:ext>
                    </a:extLst>
                  </p:cNvPr>
                  <p:cNvSpPr/>
                  <p:nvPr/>
                </p:nvSpPr>
                <p:spPr>
                  <a:xfrm>
                    <a:off x="7279636" y="1552234"/>
                    <a:ext cx="294228" cy="217511"/>
                  </a:xfrm>
                  <a:prstGeom prst="rect">
                    <a:avLst/>
                  </a:prstGeom>
                  <a:noFill/>
                  <a:ln w="254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kumimoji="1" lang="en-US" altLang="zh-CN" sz="12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矩形 9">
                    <a:extLst>
                      <a:ext uri="{FF2B5EF4-FFF2-40B4-BE49-F238E27FC236}">
                        <a16:creationId xmlns:a16="http://schemas.microsoft.com/office/drawing/2014/main" id="{E034D7F9-95ED-F449-BE04-D0735A03ECE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79636" y="1552234"/>
                    <a:ext cx="294228" cy="217511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9091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1E1A514E-6467-1643-8FF6-A07B81A59E74}"/>
                  </a:ext>
                </a:extLst>
              </p:cNvPr>
              <p:cNvGrpSpPr/>
              <p:nvPr/>
            </p:nvGrpSpPr>
            <p:grpSpPr>
              <a:xfrm>
                <a:off x="4872113" y="1607251"/>
                <a:ext cx="112341" cy="107476"/>
                <a:chOff x="2971800" y="2670464"/>
                <a:chExt cx="290945" cy="290945"/>
              </a:xfrm>
            </p:grpSpPr>
            <p:sp>
              <p:nvSpPr>
                <p:cNvPr id="12" name="同心圆 11">
                  <a:extLst>
                    <a:ext uri="{FF2B5EF4-FFF2-40B4-BE49-F238E27FC236}">
                      <a16:creationId xmlns:a16="http://schemas.microsoft.com/office/drawing/2014/main" id="{82496E37-0754-144B-9F04-62CE86B5B3E8}"/>
                    </a:ext>
                  </a:extLst>
                </p:cNvPr>
                <p:cNvSpPr/>
                <p:nvPr/>
              </p:nvSpPr>
              <p:spPr>
                <a:xfrm>
                  <a:off x="2971800" y="2670464"/>
                  <a:ext cx="290945" cy="290945"/>
                </a:xfrm>
                <a:prstGeom prst="donut">
                  <a:avLst>
                    <a:gd name="adj" fmla="val 8897"/>
                  </a:avLst>
                </a:prstGeom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" name="直线连接符 12">
                  <a:extLst>
                    <a:ext uri="{FF2B5EF4-FFF2-40B4-BE49-F238E27FC236}">
                      <a16:creationId xmlns:a16="http://schemas.microsoft.com/office/drawing/2014/main" id="{0E1E1498-E60C-644C-A5BA-3F2F12432D3F}"/>
                    </a:ext>
                  </a:extLst>
                </p:cNvPr>
                <p:cNvCxnSpPr>
                  <a:stCxn id="12" idx="1"/>
                  <a:endCxn id="12" idx="5"/>
                </p:cNvCxnSpPr>
                <p:nvPr/>
              </p:nvCxnSpPr>
              <p:spPr>
                <a:xfrm>
                  <a:off x="3014408" y="2713072"/>
                  <a:ext cx="205729" cy="2057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线连接符 13">
                  <a:extLst>
                    <a:ext uri="{FF2B5EF4-FFF2-40B4-BE49-F238E27FC236}">
                      <a16:creationId xmlns:a16="http://schemas.microsoft.com/office/drawing/2014/main" id="{68233344-BA59-3E4B-9C53-E8A0BA1E7961}"/>
                    </a:ext>
                  </a:extLst>
                </p:cNvPr>
                <p:cNvCxnSpPr>
                  <a:stCxn id="12" idx="7"/>
                  <a:endCxn id="12" idx="3"/>
                </p:cNvCxnSpPr>
                <p:nvPr/>
              </p:nvCxnSpPr>
              <p:spPr>
                <a:xfrm flipH="1">
                  <a:off x="3014408" y="2713072"/>
                  <a:ext cx="205729" cy="2057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C32E8850-B3A4-6A49-B368-96ED63E0F5B0}"/>
                  </a:ext>
                </a:extLst>
              </p:cNvPr>
              <p:cNvGrpSpPr/>
              <p:nvPr/>
            </p:nvGrpSpPr>
            <p:grpSpPr>
              <a:xfrm>
                <a:off x="5575587" y="1607251"/>
                <a:ext cx="112341" cy="107476"/>
                <a:chOff x="2971800" y="2670464"/>
                <a:chExt cx="290945" cy="290945"/>
              </a:xfrm>
            </p:grpSpPr>
            <p:sp>
              <p:nvSpPr>
                <p:cNvPr id="16" name="同心圆 15">
                  <a:extLst>
                    <a:ext uri="{FF2B5EF4-FFF2-40B4-BE49-F238E27FC236}">
                      <a16:creationId xmlns:a16="http://schemas.microsoft.com/office/drawing/2014/main" id="{A16E6244-B121-5A4B-9001-2A458DB4AB8A}"/>
                    </a:ext>
                  </a:extLst>
                </p:cNvPr>
                <p:cNvSpPr/>
                <p:nvPr/>
              </p:nvSpPr>
              <p:spPr>
                <a:xfrm>
                  <a:off x="2971800" y="2670464"/>
                  <a:ext cx="290945" cy="290945"/>
                </a:xfrm>
                <a:prstGeom prst="donut">
                  <a:avLst>
                    <a:gd name="adj" fmla="val 8897"/>
                  </a:avLst>
                </a:prstGeom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7" name="直线连接符 16">
                  <a:extLst>
                    <a:ext uri="{FF2B5EF4-FFF2-40B4-BE49-F238E27FC236}">
                      <a16:creationId xmlns:a16="http://schemas.microsoft.com/office/drawing/2014/main" id="{41E7CC35-D3BF-BA46-967D-1427C5D1ADA1}"/>
                    </a:ext>
                  </a:extLst>
                </p:cNvPr>
                <p:cNvCxnSpPr>
                  <a:stCxn id="16" idx="1"/>
                  <a:endCxn id="16" idx="5"/>
                </p:cNvCxnSpPr>
                <p:nvPr/>
              </p:nvCxnSpPr>
              <p:spPr>
                <a:xfrm>
                  <a:off x="3014408" y="2713072"/>
                  <a:ext cx="205729" cy="2057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线连接符 17">
                  <a:extLst>
                    <a:ext uri="{FF2B5EF4-FFF2-40B4-BE49-F238E27FC236}">
                      <a16:creationId xmlns:a16="http://schemas.microsoft.com/office/drawing/2014/main" id="{04F65099-4CC4-534B-A168-0EF9BDD6C184}"/>
                    </a:ext>
                  </a:extLst>
                </p:cNvPr>
                <p:cNvCxnSpPr>
                  <a:stCxn id="16" idx="7"/>
                  <a:endCxn id="16" idx="3"/>
                </p:cNvCxnSpPr>
                <p:nvPr/>
              </p:nvCxnSpPr>
              <p:spPr>
                <a:xfrm flipH="1">
                  <a:off x="3014408" y="2713072"/>
                  <a:ext cx="205729" cy="2057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B1A365B3-89F6-FB4D-8B15-75F8AF80CD8B}"/>
                  </a:ext>
                </a:extLst>
              </p:cNvPr>
              <p:cNvGrpSpPr/>
              <p:nvPr/>
            </p:nvGrpSpPr>
            <p:grpSpPr>
              <a:xfrm>
                <a:off x="6280599" y="1608316"/>
                <a:ext cx="112341" cy="107476"/>
                <a:chOff x="2971800" y="2670464"/>
                <a:chExt cx="290945" cy="290945"/>
              </a:xfrm>
            </p:grpSpPr>
            <p:sp>
              <p:nvSpPr>
                <p:cNvPr id="20" name="同心圆 19">
                  <a:extLst>
                    <a:ext uri="{FF2B5EF4-FFF2-40B4-BE49-F238E27FC236}">
                      <a16:creationId xmlns:a16="http://schemas.microsoft.com/office/drawing/2014/main" id="{5E0113D3-B474-DD4E-AC66-9FE21965826F}"/>
                    </a:ext>
                  </a:extLst>
                </p:cNvPr>
                <p:cNvSpPr/>
                <p:nvPr/>
              </p:nvSpPr>
              <p:spPr>
                <a:xfrm>
                  <a:off x="2971800" y="2670464"/>
                  <a:ext cx="290945" cy="290945"/>
                </a:xfrm>
                <a:prstGeom prst="donut">
                  <a:avLst>
                    <a:gd name="adj" fmla="val 8897"/>
                  </a:avLst>
                </a:prstGeom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1" name="直线连接符 20">
                  <a:extLst>
                    <a:ext uri="{FF2B5EF4-FFF2-40B4-BE49-F238E27FC236}">
                      <a16:creationId xmlns:a16="http://schemas.microsoft.com/office/drawing/2014/main" id="{494CDF49-1F84-CF48-9092-B385F932BF08}"/>
                    </a:ext>
                  </a:extLst>
                </p:cNvPr>
                <p:cNvCxnSpPr>
                  <a:stCxn id="20" idx="1"/>
                  <a:endCxn id="20" idx="5"/>
                </p:cNvCxnSpPr>
                <p:nvPr/>
              </p:nvCxnSpPr>
              <p:spPr>
                <a:xfrm>
                  <a:off x="3014408" y="2713072"/>
                  <a:ext cx="205729" cy="2057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线连接符 21">
                  <a:extLst>
                    <a:ext uri="{FF2B5EF4-FFF2-40B4-BE49-F238E27FC236}">
                      <a16:creationId xmlns:a16="http://schemas.microsoft.com/office/drawing/2014/main" id="{1FFFFED8-1324-3E4B-830E-F157AA18EF93}"/>
                    </a:ext>
                  </a:extLst>
                </p:cNvPr>
                <p:cNvCxnSpPr>
                  <a:stCxn id="20" idx="7"/>
                  <a:endCxn id="20" idx="3"/>
                </p:cNvCxnSpPr>
                <p:nvPr/>
              </p:nvCxnSpPr>
              <p:spPr>
                <a:xfrm flipH="1">
                  <a:off x="3014408" y="2713072"/>
                  <a:ext cx="205729" cy="2057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7B272974-2815-3548-B1F0-0F1F8ACA5BB2}"/>
                  </a:ext>
                </a:extLst>
              </p:cNvPr>
              <p:cNvGrpSpPr/>
              <p:nvPr/>
            </p:nvGrpSpPr>
            <p:grpSpPr>
              <a:xfrm>
                <a:off x="6985408" y="1607251"/>
                <a:ext cx="112341" cy="107476"/>
                <a:chOff x="2971800" y="2670464"/>
                <a:chExt cx="290945" cy="290945"/>
              </a:xfrm>
            </p:grpSpPr>
            <p:sp>
              <p:nvSpPr>
                <p:cNvPr id="24" name="同心圆 23">
                  <a:extLst>
                    <a:ext uri="{FF2B5EF4-FFF2-40B4-BE49-F238E27FC236}">
                      <a16:creationId xmlns:a16="http://schemas.microsoft.com/office/drawing/2014/main" id="{4FDECF06-4241-4E48-BCC9-8944DC4586C4}"/>
                    </a:ext>
                  </a:extLst>
                </p:cNvPr>
                <p:cNvSpPr/>
                <p:nvPr/>
              </p:nvSpPr>
              <p:spPr>
                <a:xfrm>
                  <a:off x="2971800" y="2670464"/>
                  <a:ext cx="290945" cy="290945"/>
                </a:xfrm>
                <a:prstGeom prst="donut">
                  <a:avLst>
                    <a:gd name="adj" fmla="val 8897"/>
                  </a:avLst>
                </a:prstGeom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sz="120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5" name="直线连接符 24">
                  <a:extLst>
                    <a:ext uri="{FF2B5EF4-FFF2-40B4-BE49-F238E27FC236}">
                      <a16:creationId xmlns:a16="http://schemas.microsoft.com/office/drawing/2014/main" id="{A18C87EB-E070-3D4C-8C29-60913057BFF0}"/>
                    </a:ext>
                  </a:extLst>
                </p:cNvPr>
                <p:cNvCxnSpPr>
                  <a:stCxn id="24" idx="1"/>
                  <a:endCxn id="24" idx="5"/>
                </p:cNvCxnSpPr>
                <p:nvPr/>
              </p:nvCxnSpPr>
              <p:spPr>
                <a:xfrm>
                  <a:off x="3014408" y="2713072"/>
                  <a:ext cx="205729" cy="2057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线连接符 25">
                  <a:extLst>
                    <a:ext uri="{FF2B5EF4-FFF2-40B4-BE49-F238E27FC236}">
                      <a16:creationId xmlns:a16="http://schemas.microsoft.com/office/drawing/2014/main" id="{45FBD490-8168-014A-A423-BEEDDA832693}"/>
                    </a:ext>
                  </a:extLst>
                </p:cNvPr>
                <p:cNvCxnSpPr>
                  <a:stCxn id="24" idx="7"/>
                  <a:endCxn id="24" idx="3"/>
                </p:cNvCxnSpPr>
                <p:nvPr/>
              </p:nvCxnSpPr>
              <p:spPr>
                <a:xfrm flipH="1">
                  <a:off x="3014408" y="2713072"/>
                  <a:ext cx="205729" cy="205729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直线箭头连接符 26">
                <a:extLst>
                  <a:ext uri="{FF2B5EF4-FFF2-40B4-BE49-F238E27FC236}">
                    <a16:creationId xmlns:a16="http://schemas.microsoft.com/office/drawing/2014/main" id="{1C9BF375-82E2-A247-AF4E-6C064B612A5A}"/>
                  </a:ext>
                </a:extLst>
              </p:cNvPr>
              <p:cNvCxnSpPr>
                <a:endCxn id="12" idx="2"/>
              </p:cNvCxnSpPr>
              <p:nvPr/>
            </p:nvCxnSpPr>
            <p:spPr>
              <a:xfrm>
                <a:off x="4688895" y="1660988"/>
                <a:ext cx="18321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线箭头连接符 27">
                <a:extLst>
                  <a:ext uri="{FF2B5EF4-FFF2-40B4-BE49-F238E27FC236}">
                    <a16:creationId xmlns:a16="http://schemas.microsoft.com/office/drawing/2014/main" id="{7F11BD7C-D369-BD41-9653-409D3F41D59F}"/>
                  </a:ext>
                </a:extLst>
              </p:cNvPr>
              <p:cNvCxnSpPr>
                <a:cxnSpLocks/>
                <a:stCxn id="12" idx="6"/>
                <a:endCxn id="8" idx="1"/>
              </p:cNvCxnSpPr>
              <p:nvPr/>
            </p:nvCxnSpPr>
            <p:spPr>
              <a:xfrm>
                <a:off x="4984455" y="1660989"/>
                <a:ext cx="184762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线箭头连接符 28">
                <a:extLst>
                  <a:ext uri="{FF2B5EF4-FFF2-40B4-BE49-F238E27FC236}">
                    <a16:creationId xmlns:a16="http://schemas.microsoft.com/office/drawing/2014/main" id="{6EA45E8D-7C41-BB48-B721-CF183EDB3E35}"/>
                  </a:ext>
                </a:extLst>
              </p:cNvPr>
              <p:cNvCxnSpPr>
                <a:cxnSpLocks/>
                <a:stCxn id="8" idx="3"/>
                <a:endCxn id="16" idx="2"/>
              </p:cNvCxnSpPr>
              <p:nvPr/>
            </p:nvCxnSpPr>
            <p:spPr>
              <a:xfrm>
                <a:off x="5463444" y="1660989"/>
                <a:ext cx="112143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线箭头连接符 29">
                <a:extLst>
                  <a:ext uri="{FF2B5EF4-FFF2-40B4-BE49-F238E27FC236}">
                    <a16:creationId xmlns:a16="http://schemas.microsoft.com/office/drawing/2014/main" id="{04CD02FE-256C-5B49-BEB2-905BEBB9315C}"/>
                  </a:ext>
                </a:extLst>
              </p:cNvPr>
              <p:cNvCxnSpPr/>
              <p:nvPr/>
            </p:nvCxnSpPr>
            <p:spPr>
              <a:xfrm>
                <a:off x="5689471" y="1660988"/>
                <a:ext cx="18321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线箭头连接符 30">
                <a:extLst>
                  <a:ext uri="{FF2B5EF4-FFF2-40B4-BE49-F238E27FC236}">
                    <a16:creationId xmlns:a16="http://schemas.microsoft.com/office/drawing/2014/main" id="{13F12055-4883-CE46-8278-5AC530FA5CBE}"/>
                  </a:ext>
                </a:extLst>
              </p:cNvPr>
              <p:cNvCxnSpPr/>
              <p:nvPr/>
            </p:nvCxnSpPr>
            <p:spPr>
              <a:xfrm>
                <a:off x="6392945" y="1660988"/>
                <a:ext cx="18321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线箭头连接符 31">
                <a:extLst>
                  <a:ext uri="{FF2B5EF4-FFF2-40B4-BE49-F238E27FC236}">
                    <a16:creationId xmlns:a16="http://schemas.microsoft.com/office/drawing/2014/main" id="{00951999-58EC-AC4B-8D4C-C5904520974E}"/>
                  </a:ext>
                </a:extLst>
              </p:cNvPr>
              <p:cNvCxnSpPr/>
              <p:nvPr/>
            </p:nvCxnSpPr>
            <p:spPr>
              <a:xfrm>
                <a:off x="7097084" y="1660988"/>
                <a:ext cx="18321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箭头连接符 32">
                <a:extLst>
                  <a:ext uri="{FF2B5EF4-FFF2-40B4-BE49-F238E27FC236}">
                    <a16:creationId xmlns:a16="http://schemas.microsoft.com/office/drawing/2014/main" id="{67B3A321-0B58-1241-8371-72380120CA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8457" y="1660988"/>
                <a:ext cx="112143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箭头连接符 33">
                <a:extLst>
                  <a:ext uri="{FF2B5EF4-FFF2-40B4-BE49-F238E27FC236}">
                    <a16:creationId xmlns:a16="http://schemas.microsoft.com/office/drawing/2014/main" id="{59CA6C94-EA2B-A548-AF13-770B4BE95A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3266" y="1660988"/>
                <a:ext cx="112143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线箭头连接符 34">
                <a:extLst>
                  <a:ext uri="{FF2B5EF4-FFF2-40B4-BE49-F238E27FC236}">
                    <a16:creationId xmlns:a16="http://schemas.microsoft.com/office/drawing/2014/main" id="{E40448DB-20CA-C945-B732-3C4BFF852606}"/>
                  </a:ext>
                </a:extLst>
              </p:cNvPr>
              <p:cNvCxnSpPr/>
              <p:nvPr/>
            </p:nvCxnSpPr>
            <p:spPr>
              <a:xfrm>
                <a:off x="7572532" y="1660988"/>
                <a:ext cx="18321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肘形连接符 35">
                <a:extLst>
                  <a:ext uri="{FF2B5EF4-FFF2-40B4-BE49-F238E27FC236}">
                    <a16:creationId xmlns:a16="http://schemas.microsoft.com/office/drawing/2014/main" id="{8E4046C2-F3CA-2440-8355-ACD252B73672}"/>
                  </a:ext>
                </a:extLst>
              </p:cNvPr>
              <p:cNvCxnSpPr>
                <a:cxnSpLocks/>
                <a:stCxn id="3" idx="3"/>
                <a:endCxn id="24" idx="0"/>
              </p:cNvCxnSpPr>
              <p:nvPr/>
            </p:nvCxnSpPr>
            <p:spPr>
              <a:xfrm>
                <a:off x="6166917" y="995663"/>
                <a:ext cx="874662" cy="611587"/>
              </a:xfrm>
              <a:prstGeom prst="bentConnector2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肘形连接符 36">
                <a:extLst>
                  <a:ext uri="{FF2B5EF4-FFF2-40B4-BE49-F238E27FC236}">
                    <a16:creationId xmlns:a16="http://schemas.microsoft.com/office/drawing/2014/main" id="{DD32F7FB-80C0-5840-B817-1484BAF33933}"/>
                  </a:ext>
                </a:extLst>
              </p:cNvPr>
              <p:cNvCxnSpPr>
                <a:endCxn id="3" idx="1"/>
              </p:cNvCxnSpPr>
              <p:nvPr/>
            </p:nvCxnSpPr>
            <p:spPr>
              <a:xfrm flipV="1">
                <a:off x="5045062" y="995663"/>
                <a:ext cx="827627" cy="665325"/>
              </a:xfrm>
              <a:prstGeom prst="bentConnector3">
                <a:avLst>
                  <a:gd name="adj1" fmla="val 821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肘形连接符 37">
                <a:extLst>
                  <a:ext uri="{FF2B5EF4-FFF2-40B4-BE49-F238E27FC236}">
                    <a16:creationId xmlns:a16="http://schemas.microsoft.com/office/drawing/2014/main" id="{14E8071A-9F9D-E844-A91C-F3DFA0339C4E}"/>
                  </a:ext>
                </a:extLst>
              </p:cNvPr>
              <p:cNvCxnSpPr>
                <a:endCxn id="7" idx="3"/>
              </p:cNvCxnSpPr>
              <p:nvPr/>
            </p:nvCxnSpPr>
            <p:spPr>
              <a:xfrm rot="5400000">
                <a:off x="5450173" y="1674260"/>
                <a:ext cx="344180" cy="317636"/>
              </a:xfrm>
              <a:prstGeom prst="bentConnector2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肘形连接符 38">
                <a:extLst>
                  <a:ext uri="{FF2B5EF4-FFF2-40B4-BE49-F238E27FC236}">
                    <a16:creationId xmlns:a16="http://schemas.microsoft.com/office/drawing/2014/main" id="{256A40B1-0A80-534E-83E3-F3AA43385375}"/>
                  </a:ext>
                </a:extLst>
              </p:cNvPr>
              <p:cNvCxnSpPr>
                <a:cxnSpLocks/>
                <a:stCxn id="7" idx="1"/>
                <a:endCxn id="12" idx="4"/>
              </p:cNvCxnSpPr>
              <p:nvPr/>
            </p:nvCxnSpPr>
            <p:spPr>
              <a:xfrm rot="10800000">
                <a:off x="4928284" y="1714727"/>
                <a:ext cx="240932" cy="290441"/>
              </a:xfrm>
              <a:prstGeom prst="bentConnector2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肘形连接符 39">
                <a:extLst>
                  <a:ext uri="{FF2B5EF4-FFF2-40B4-BE49-F238E27FC236}">
                    <a16:creationId xmlns:a16="http://schemas.microsoft.com/office/drawing/2014/main" id="{82497C1A-8626-B74A-80DF-EDA089E3904C}"/>
                  </a:ext>
                </a:extLst>
              </p:cNvPr>
              <p:cNvCxnSpPr>
                <a:cxnSpLocks/>
                <a:endCxn id="6" idx="3"/>
              </p:cNvCxnSpPr>
              <p:nvPr/>
            </p:nvCxnSpPr>
            <p:spPr>
              <a:xfrm rot="5400000">
                <a:off x="6861930" y="1669448"/>
                <a:ext cx="335223" cy="318302"/>
              </a:xfrm>
              <a:prstGeom prst="bentConnector2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肘形连接符 40">
                <a:extLst>
                  <a:ext uri="{FF2B5EF4-FFF2-40B4-BE49-F238E27FC236}">
                    <a16:creationId xmlns:a16="http://schemas.microsoft.com/office/drawing/2014/main" id="{7B6FA71D-16E7-0C4E-AABF-DD03DA3EE0F1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335901" y="1708329"/>
                <a:ext cx="240932" cy="290441"/>
              </a:xfrm>
              <a:prstGeom prst="bentConnector2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肘形连接符 41">
                <a:extLst>
                  <a:ext uri="{FF2B5EF4-FFF2-40B4-BE49-F238E27FC236}">
                    <a16:creationId xmlns:a16="http://schemas.microsoft.com/office/drawing/2014/main" id="{BF2C98FB-4351-4844-BF74-699447B18A11}"/>
                  </a:ext>
                </a:extLst>
              </p:cNvPr>
              <p:cNvCxnSpPr>
                <a:cxnSpLocks/>
                <a:stCxn id="4" idx="1"/>
                <a:endCxn id="16" idx="0"/>
              </p:cNvCxnSpPr>
              <p:nvPr/>
            </p:nvCxnSpPr>
            <p:spPr>
              <a:xfrm rot="10800000" flipV="1">
                <a:off x="5631758" y="1328326"/>
                <a:ext cx="240932" cy="278925"/>
              </a:xfrm>
              <a:prstGeom prst="bentConnector2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肘形连接符 44">
                <a:extLst>
                  <a:ext uri="{FF2B5EF4-FFF2-40B4-BE49-F238E27FC236}">
                    <a16:creationId xmlns:a16="http://schemas.microsoft.com/office/drawing/2014/main" id="{1B1E0A22-44A3-CD4F-93DA-C138D7AE54F7}"/>
                  </a:ext>
                </a:extLst>
              </p:cNvPr>
              <p:cNvCxnSpPr>
                <a:cxnSpLocks/>
                <a:stCxn id="16" idx="6"/>
                <a:endCxn id="7" idx="3"/>
              </p:cNvCxnSpPr>
              <p:nvPr/>
            </p:nvCxnSpPr>
            <p:spPr>
              <a:xfrm flipH="1">
                <a:off x="5463444" y="1660989"/>
                <a:ext cx="224484" cy="344179"/>
              </a:xfrm>
              <a:prstGeom prst="bentConnector3">
                <a:avLst>
                  <a:gd name="adj1" fmla="val -39321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肘形连接符 45">
                <a:extLst>
                  <a:ext uri="{FF2B5EF4-FFF2-40B4-BE49-F238E27FC236}">
                    <a16:creationId xmlns:a16="http://schemas.microsoft.com/office/drawing/2014/main" id="{4680146D-3D2E-2C4B-9419-672F38EB5DAE}"/>
                  </a:ext>
                </a:extLst>
              </p:cNvPr>
              <p:cNvCxnSpPr>
                <a:cxnSpLocks/>
                <a:stCxn id="24" idx="6"/>
                <a:endCxn id="6" idx="3"/>
              </p:cNvCxnSpPr>
              <p:nvPr/>
            </p:nvCxnSpPr>
            <p:spPr>
              <a:xfrm flipH="1">
                <a:off x="6870391" y="1660989"/>
                <a:ext cx="227359" cy="335222"/>
              </a:xfrm>
              <a:prstGeom prst="bentConnector3">
                <a:avLst>
                  <a:gd name="adj1" fmla="val -38823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肘形连接符 46">
                <a:extLst>
                  <a:ext uri="{FF2B5EF4-FFF2-40B4-BE49-F238E27FC236}">
                    <a16:creationId xmlns:a16="http://schemas.microsoft.com/office/drawing/2014/main" id="{3F4AC577-C127-4A43-B082-F4BBDD4EED0B}"/>
                  </a:ext>
                </a:extLst>
              </p:cNvPr>
              <p:cNvCxnSpPr>
                <a:cxnSpLocks/>
                <a:stCxn id="12" idx="6"/>
                <a:endCxn id="3" idx="1"/>
              </p:cNvCxnSpPr>
              <p:nvPr/>
            </p:nvCxnSpPr>
            <p:spPr>
              <a:xfrm flipV="1">
                <a:off x="4984455" y="995663"/>
                <a:ext cx="888235" cy="665325"/>
              </a:xfrm>
              <a:prstGeom prst="bentConnector3">
                <a:avLst>
                  <a:gd name="adj1" fmla="val 7214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肘形连接符 47">
                <a:extLst>
                  <a:ext uri="{FF2B5EF4-FFF2-40B4-BE49-F238E27FC236}">
                    <a16:creationId xmlns:a16="http://schemas.microsoft.com/office/drawing/2014/main" id="{7AE0C18F-FC24-6B49-8447-07AB005FFD0E}"/>
                  </a:ext>
                </a:extLst>
              </p:cNvPr>
              <p:cNvCxnSpPr>
                <a:cxnSpLocks/>
                <a:stCxn id="20" idx="6"/>
                <a:endCxn id="4" idx="3"/>
              </p:cNvCxnSpPr>
              <p:nvPr/>
            </p:nvCxnSpPr>
            <p:spPr>
              <a:xfrm flipH="1" flipV="1">
                <a:off x="6166917" y="1328326"/>
                <a:ext cx="226023" cy="333728"/>
              </a:xfrm>
              <a:prstGeom prst="bentConnector3">
                <a:avLst>
                  <a:gd name="adj1" fmla="val -30375"/>
                </a:avLst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燕尾形 130">
              <a:extLst>
                <a:ext uri="{FF2B5EF4-FFF2-40B4-BE49-F238E27FC236}">
                  <a16:creationId xmlns:a16="http://schemas.microsoft.com/office/drawing/2014/main" id="{2E26A9B8-F209-D64C-976C-47EF48F92966}"/>
                </a:ext>
              </a:extLst>
            </p:cNvPr>
            <p:cNvSpPr/>
            <p:nvPr/>
          </p:nvSpPr>
          <p:spPr>
            <a:xfrm>
              <a:off x="3281398" y="2138477"/>
              <a:ext cx="401554" cy="60379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028E00E8-B7D0-874D-B8C9-A9B396B3D8BB}"/>
              </a:ext>
            </a:extLst>
          </p:cNvPr>
          <p:cNvGrpSpPr/>
          <p:nvPr/>
        </p:nvGrpSpPr>
        <p:grpSpPr>
          <a:xfrm>
            <a:off x="6439586" y="1540588"/>
            <a:ext cx="2837858" cy="1596564"/>
            <a:chOff x="6439586" y="1540588"/>
            <a:chExt cx="2837858" cy="1596564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4EE05B67-FBE6-E745-9DE9-311596BD5130}"/>
                </a:ext>
              </a:extLst>
            </p:cNvPr>
            <p:cNvGrpSpPr/>
            <p:nvPr/>
          </p:nvGrpSpPr>
          <p:grpSpPr>
            <a:xfrm>
              <a:off x="6908228" y="1540588"/>
              <a:ext cx="2369216" cy="1596564"/>
              <a:chOff x="4227636" y="3246750"/>
              <a:chExt cx="6949463" cy="2810050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719AE3C8-EDB9-C24C-94E7-2322BD666290}"/>
                  </a:ext>
                </a:extLst>
              </p:cNvPr>
              <p:cNvSpPr/>
              <p:nvPr/>
            </p:nvSpPr>
            <p:spPr>
              <a:xfrm>
                <a:off x="4227636" y="4839389"/>
                <a:ext cx="236170" cy="236170"/>
              </a:xfrm>
              <a:prstGeom prst="ellipse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/>
              </a:p>
            </p:txBody>
          </p:sp>
          <p:cxnSp>
            <p:nvCxnSpPr>
              <p:cNvPr id="51" name="曲线连接符 50">
                <a:extLst>
                  <a:ext uri="{FF2B5EF4-FFF2-40B4-BE49-F238E27FC236}">
                    <a16:creationId xmlns:a16="http://schemas.microsoft.com/office/drawing/2014/main" id="{2ACE9B5B-CF59-B14B-A3DD-7B94AE9F69D0}"/>
                  </a:ext>
                </a:extLst>
              </p:cNvPr>
              <p:cNvCxnSpPr>
                <a:cxnSpLocks/>
                <a:stCxn id="65" idx="0"/>
                <a:endCxn id="67" idx="0"/>
              </p:cNvCxnSpPr>
              <p:nvPr/>
            </p:nvCxnSpPr>
            <p:spPr>
              <a:xfrm rot="16200000" flipH="1">
                <a:off x="7695808" y="2831960"/>
                <a:ext cx="13119" cy="4027977"/>
              </a:xfrm>
              <a:prstGeom prst="curvedConnector3">
                <a:avLst>
                  <a:gd name="adj1" fmla="val -8448540"/>
                </a:avLst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曲线连接符 51">
                <a:extLst>
                  <a:ext uri="{FF2B5EF4-FFF2-40B4-BE49-F238E27FC236}">
                    <a16:creationId xmlns:a16="http://schemas.microsoft.com/office/drawing/2014/main" id="{A9C56100-5C2C-9043-B255-1C194CE7DAEA}"/>
                  </a:ext>
                </a:extLst>
              </p:cNvPr>
              <p:cNvCxnSpPr>
                <a:cxnSpLocks/>
                <a:stCxn id="67" idx="4"/>
                <a:endCxn id="66" idx="4"/>
              </p:cNvCxnSpPr>
              <p:nvPr/>
            </p:nvCxnSpPr>
            <p:spPr>
              <a:xfrm rot="5400000">
                <a:off x="9043526" y="4418851"/>
                <a:ext cx="3005" cy="1342659"/>
              </a:xfrm>
              <a:prstGeom prst="curvedConnector3">
                <a:avLst>
                  <a:gd name="adj1" fmla="val 15545158"/>
                </a:avLst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曲线连接符 52">
                <a:extLst>
                  <a:ext uri="{FF2B5EF4-FFF2-40B4-BE49-F238E27FC236}">
                    <a16:creationId xmlns:a16="http://schemas.microsoft.com/office/drawing/2014/main" id="{829A4ACB-018C-AC40-8FB4-953ECBE43325}"/>
                  </a:ext>
                </a:extLst>
              </p:cNvPr>
              <p:cNvCxnSpPr>
                <a:cxnSpLocks/>
                <a:stCxn id="66" idx="0"/>
                <a:endCxn id="64" idx="0"/>
              </p:cNvCxnSpPr>
              <p:nvPr/>
            </p:nvCxnSpPr>
            <p:spPr>
              <a:xfrm rot="16200000" flipV="1">
                <a:off x="7700867" y="4182681"/>
                <a:ext cx="3005" cy="1342659"/>
              </a:xfrm>
              <a:prstGeom prst="curvedConnector3">
                <a:avLst>
                  <a:gd name="adj1" fmla="val 18541997"/>
                </a:avLst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曲线连接符 53">
                <a:extLst>
                  <a:ext uri="{FF2B5EF4-FFF2-40B4-BE49-F238E27FC236}">
                    <a16:creationId xmlns:a16="http://schemas.microsoft.com/office/drawing/2014/main" id="{DDE4E2D4-7168-744E-8EBD-8464A993876E}"/>
                  </a:ext>
                </a:extLst>
              </p:cNvPr>
              <p:cNvCxnSpPr>
                <a:cxnSpLocks/>
                <a:stCxn id="64" idx="4"/>
                <a:endCxn id="65" idx="4"/>
              </p:cNvCxnSpPr>
              <p:nvPr/>
            </p:nvCxnSpPr>
            <p:spPr>
              <a:xfrm rot="5400000" flipH="1">
                <a:off x="6353150" y="4410790"/>
                <a:ext cx="13119" cy="1342659"/>
              </a:xfrm>
              <a:prstGeom prst="curvedConnector3">
                <a:avLst>
                  <a:gd name="adj1" fmla="val -3907455"/>
                </a:avLst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690A68B3-F288-8943-87A6-46C0B4D939CE}"/>
                      </a:ext>
                    </a:extLst>
                  </p:cNvPr>
                  <p:cNvSpPr txBox="1"/>
                  <p:nvPr/>
                </p:nvSpPr>
                <p:spPr>
                  <a:xfrm>
                    <a:off x="6214064" y="4403454"/>
                    <a:ext cx="367086" cy="4508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oMath>
                      </m:oMathPara>
                    </a14:m>
                    <a:endParaRPr kumimoji="1" lang="zh-CN" altLang="en-US" sz="1200" b="1" dirty="0"/>
                  </a:p>
                </p:txBody>
              </p:sp>
            </mc:Choice>
            <mc:Fallback xmlns="">
              <p:sp>
                <p:nvSpPr>
                  <p:cNvPr id="55" name="文本框 54">
                    <a:extLst>
                      <a:ext uri="{FF2B5EF4-FFF2-40B4-BE49-F238E27FC236}">
                        <a16:creationId xmlns:a16="http://schemas.microsoft.com/office/drawing/2014/main" id="{690A68B3-F288-8943-87A6-46C0B4D939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4064" y="4403454"/>
                    <a:ext cx="367086" cy="450848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18182" r="-1818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8BAB65C9-3FBC-0B47-B69F-BDF87BBA8A43}"/>
                      </a:ext>
                    </a:extLst>
                  </p:cNvPr>
                  <p:cNvSpPr txBox="1"/>
                  <p:nvPr/>
                </p:nvSpPr>
                <p:spPr>
                  <a:xfrm>
                    <a:off x="7480925" y="4459272"/>
                    <a:ext cx="360675" cy="4508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oMath>
                      </m:oMathPara>
                    </a14:m>
                    <a:endParaRPr kumimoji="1" lang="zh-CN" altLang="en-US" sz="1200" b="1" dirty="0"/>
                  </a:p>
                </p:txBody>
              </p:sp>
            </mc:Choice>
            <mc:Fallback xmlns="">
              <p:sp>
                <p:nvSpPr>
                  <p:cNvPr id="56" name="文本框 55">
                    <a:extLst>
                      <a:ext uri="{FF2B5EF4-FFF2-40B4-BE49-F238E27FC236}">
                        <a16:creationId xmlns:a16="http://schemas.microsoft.com/office/drawing/2014/main" id="{8BAB65C9-3FBC-0B47-B69F-BDF87BBA8A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0925" y="4459272"/>
                    <a:ext cx="360675" cy="45084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0000" r="-4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741E9A4A-4A58-314B-BC02-416CA4CC2BF1}"/>
                      </a:ext>
                    </a:extLst>
                  </p:cNvPr>
                  <p:cNvSpPr txBox="1"/>
                  <p:nvPr/>
                </p:nvSpPr>
                <p:spPr>
                  <a:xfrm>
                    <a:off x="8838366" y="4434675"/>
                    <a:ext cx="318998" cy="4508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oMath>
                      </m:oMathPara>
                    </a14:m>
                    <a:endParaRPr kumimoji="1" lang="zh-CN" altLang="en-US" sz="1200" b="1" dirty="0"/>
                  </a:p>
                </p:txBody>
              </p:sp>
            </mc:Choice>
            <mc:Fallback xmlns="">
              <p:sp>
                <p:nvSpPr>
                  <p:cNvPr id="57" name="文本框 56">
                    <a:extLst>
                      <a:ext uri="{FF2B5EF4-FFF2-40B4-BE49-F238E27FC236}">
                        <a16:creationId xmlns:a16="http://schemas.microsoft.com/office/drawing/2014/main" id="{741E9A4A-4A58-314B-BC02-416CA4CC2B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38366" y="4434675"/>
                    <a:ext cx="318998" cy="450848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2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09F7B6F5-E378-404C-AED8-4E20E85C149B}"/>
                      </a:ext>
                    </a:extLst>
                  </p:cNvPr>
                  <p:cNvSpPr txBox="1"/>
                  <p:nvPr/>
                </p:nvSpPr>
                <p:spPr>
                  <a:xfrm>
                    <a:off x="10199332" y="4439446"/>
                    <a:ext cx="376705" cy="4508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oMath>
                      </m:oMathPara>
                    </a14:m>
                    <a:endParaRPr kumimoji="1" lang="zh-CN" altLang="en-US" sz="1200" b="1" dirty="0"/>
                  </a:p>
                </p:txBody>
              </p:sp>
            </mc:Choice>
            <mc:Fallback xmlns="">
              <p:sp>
                <p:nvSpPr>
                  <p:cNvPr id="58" name="文本框 57">
                    <a:extLst>
                      <a:ext uri="{FF2B5EF4-FFF2-40B4-BE49-F238E27FC236}">
                        <a16:creationId xmlns:a16="http://schemas.microsoft.com/office/drawing/2014/main" id="{09F7B6F5-E378-404C-AED8-4E20E85C14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99332" y="4439446"/>
                    <a:ext cx="376705" cy="45084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7273" r="-272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2438C460-959A-E94B-8E45-F3CAEEA558BB}"/>
                      </a:ext>
                    </a:extLst>
                  </p:cNvPr>
                  <p:cNvSpPr txBox="1"/>
                  <p:nvPr/>
                </p:nvSpPr>
                <p:spPr>
                  <a:xfrm>
                    <a:off x="7533249" y="3246750"/>
                    <a:ext cx="338234" cy="4508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oMath>
                      </m:oMathPara>
                    </a14:m>
                    <a:endParaRPr kumimoji="1" lang="zh-CN" altLang="en-US" sz="1200" b="1" dirty="0"/>
                  </a:p>
                </p:txBody>
              </p:sp>
            </mc:Choice>
            <mc:Fallback xmlns="">
              <p:sp>
                <p:nvSpPr>
                  <p:cNvPr id="59" name="文本框 58">
                    <a:extLst>
                      <a:ext uri="{FF2B5EF4-FFF2-40B4-BE49-F238E27FC236}">
                        <a16:creationId xmlns:a16="http://schemas.microsoft.com/office/drawing/2014/main" id="{2438C460-959A-E94B-8E45-F3CAEEA558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33249" y="3246750"/>
                    <a:ext cx="338234" cy="45084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0000" r="-2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26DBB07B-A842-5346-8C0C-4A7E52634E49}"/>
                      </a:ext>
                    </a:extLst>
                  </p:cNvPr>
                  <p:cNvSpPr txBox="1"/>
                  <p:nvPr/>
                </p:nvSpPr>
                <p:spPr>
                  <a:xfrm>
                    <a:off x="6211818" y="5595772"/>
                    <a:ext cx="343043" cy="4508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oMath>
                      </m:oMathPara>
                    </a14:m>
                    <a:endParaRPr kumimoji="1" lang="zh-CN" altLang="en-US" sz="1200" b="1" dirty="0"/>
                  </a:p>
                </p:txBody>
              </p:sp>
            </mc:Choice>
            <mc:Fallback xmlns="">
              <p:sp>
                <p:nvSpPr>
                  <p:cNvPr id="60" name="文本框 59">
                    <a:extLst>
                      <a:ext uri="{FF2B5EF4-FFF2-40B4-BE49-F238E27FC236}">
                        <a16:creationId xmlns:a16="http://schemas.microsoft.com/office/drawing/2014/main" id="{26DBB07B-A842-5346-8C0C-4A7E52634E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11818" y="5595772"/>
                    <a:ext cx="343043" cy="450848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50000" r="-50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A5F62941-7381-214F-8AA9-B93564FFB0B7}"/>
                      </a:ext>
                    </a:extLst>
                  </p:cNvPr>
                  <p:cNvSpPr txBox="1"/>
                  <p:nvPr/>
                </p:nvSpPr>
                <p:spPr>
                  <a:xfrm>
                    <a:off x="7481953" y="3714512"/>
                    <a:ext cx="389530" cy="4508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oMath>
                      </m:oMathPara>
                    </a14:m>
                    <a:endParaRPr kumimoji="1" lang="zh-CN" altLang="en-US" sz="1200" b="1" dirty="0"/>
                  </a:p>
                </p:txBody>
              </p:sp>
            </mc:Choice>
            <mc:Fallback xmlns="">
              <p:sp>
                <p:nvSpPr>
                  <p:cNvPr id="61" name="文本框 60">
                    <a:extLst>
                      <a:ext uri="{FF2B5EF4-FFF2-40B4-BE49-F238E27FC236}">
                        <a16:creationId xmlns:a16="http://schemas.microsoft.com/office/drawing/2014/main" id="{A5F62941-7381-214F-8AA9-B93564FFB0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81953" y="3714512"/>
                    <a:ext cx="389530" cy="45084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36364" r="-3636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E6587D22-0383-3E43-B324-5449A4CC33C8}"/>
                      </a:ext>
                    </a:extLst>
                  </p:cNvPr>
                  <p:cNvSpPr txBox="1"/>
                  <p:nvPr/>
                </p:nvSpPr>
                <p:spPr>
                  <a:xfrm>
                    <a:off x="8859077" y="5605952"/>
                    <a:ext cx="371898" cy="45084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oMath>
                      </m:oMathPara>
                    </a14:m>
                    <a:endParaRPr kumimoji="1" lang="zh-CN" altLang="en-US" sz="1200" b="1" dirty="0"/>
                  </a:p>
                </p:txBody>
              </p:sp>
            </mc:Choice>
            <mc:Fallback xmlns="">
              <p:sp>
                <p:nvSpPr>
                  <p:cNvPr id="62" name="文本框 61">
                    <a:extLst>
                      <a:ext uri="{FF2B5EF4-FFF2-40B4-BE49-F238E27FC236}">
                        <a16:creationId xmlns:a16="http://schemas.microsoft.com/office/drawing/2014/main" id="{E6587D22-0383-3E43-B324-5449A4CC33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859077" y="5605952"/>
                    <a:ext cx="371898" cy="45084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7273" r="-272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C3B20A23-B524-2947-917D-14B3E77D6C5C}"/>
                  </a:ext>
                </a:extLst>
              </p:cNvPr>
              <p:cNvSpPr/>
              <p:nvPr/>
            </p:nvSpPr>
            <p:spPr>
              <a:xfrm>
                <a:off x="10940929" y="4852806"/>
                <a:ext cx="236170" cy="236170"/>
              </a:xfrm>
              <a:prstGeom prst="ellipse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3675A11A-7200-2547-80BF-842E5C8299BF}"/>
                  </a:ext>
                </a:extLst>
              </p:cNvPr>
              <p:cNvSpPr/>
              <p:nvPr/>
            </p:nvSpPr>
            <p:spPr>
              <a:xfrm>
                <a:off x="6912954" y="4852508"/>
                <a:ext cx="236170" cy="236170"/>
              </a:xfrm>
              <a:prstGeom prst="ellipse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/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5E5A445B-BB97-904A-9F68-9AEAEE3A6D34}"/>
                  </a:ext>
                </a:extLst>
              </p:cNvPr>
              <p:cNvSpPr/>
              <p:nvPr/>
            </p:nvSpPr>
            <p:spPr>
              <a:xfrm>
                <a:off x="5570295" y="4839389"/>
                <a:ext cx="236170" cy="236170"/>
              </a:xfrm>
              <a:prstGeom prst="ellipse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AAD57224-CB1B-1745-9635-07E84ACA0EDE}"/>
                  </a:ext>
                </a:extLst>
              </p:cNvPr>
              <p:cNvSpPr/>
              <p:nvPr/>
            </p:nvSpPr>
            <p:spPr>
              <a:xfrm>
                <a:off x="8255613" y="4855513"/>
                <a:ext cx="236170" cy="236170"/>
              </a:xfrm>
              <a:prstGeom prst="ellipse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1A926064-E310-AD4C-99E6-2A6F6CBA053F}"/>
                  </a:ext>
                </a:extLst>
              </p:cNvPr>
              <p:cNvSpPr/>
              <p:nvPr/>
            </p:nvSpPr>
            <p:spPr>
              <a:xfrm>
                <a:off x="9598272" y="4852508"/>
                <a:ext cx="236170" cy="236170"/>
              </a:xfrm>
              <a:prstGeom prst="ellipse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200"/>
              </a:p>
            </p:txBody>
          </p:sp>
          <p:cxnSp>
            <p:nvCxnSpPr>
              <p:cNvPr id="68" name="直线箭头连接符 67">
                <a:extLst>
                  <a:ext uri="{FF2B5EF4-FFF2-40B4-BE49-F238E27FC236}">
                    <a16:creationId xmlns:a16="http://schemas.microsoft.com/office/drawing/2014/main" id="{969FAF05-C05F-5546-8D66-E4BB8653BAA7}"/>
                  </a:ext>
                </a:extLst>
              </p:cNvPr>
              <p:cNvCxnSpPr>
                <a:cxnSpLocks/>
                <a:stCxn id="65" idx="6"/>
                <a:endCxn id="64" idx="2"/>
              </p:cNvCxnSpPr>
              <p:nvPr/>
            </p:nvCxnSpPr>
            <p:spPr>
              <a:xfrm>
                <a:off x="5806465" y="4957474"/>
                <a:ext cx="1106489" cy="1311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线箭头连接符 68">
                <a:extLst>
                  <a:ext uri="{FF2B5EF4-FFF2-40B4-BE49-F238E27FC236}">
                    <a16:creationId xmlns:a16="http://schemas.microsoft.com/office/drawing/2014/main" id="{C2798500-81A2-2D4C-9D2A-290A51F6C72C}"/>
                  </a:ext>
                </a:extLst>
              </p:cNvPr>
              <p:cNvCxnSpPr>
                <a:cxnSpLocks/>
                <a:stCxn id="64" idx="6"/>
                <a:endCxn id="66" idx="2"/>
              </p:cNvCxnSpPr>
              <p:nvPr/>
            </p:nvCxnSpPr>
            <p:spPr>
              <a:xfrm>
                <a:off x="7149124" y="4970593"/>
                <a:ext cx="1106489" cy="300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线箭头连接符 69">
                <a:extLst>
                  <a:ext uri="{FF2B5EF4-FFF2-40B4-BE49-F238E27FC236}">
                    <a16:creationId xmlns:a16="http://schemas.microsoft.com/office/drawing/2014/main" id="{51F99B22-4993-234E-9859-2565DCB7C875}"/>
                  </a:ext>
                </a:extLst>
              </p:cNvPr>
              <p:cNvCxnSpPr>
                <a:cxnSpLocks/>
                <a:stCxn id="66" idx="6"/>
                <a:endCxn id="67" idx="2"/>
              </p:cNvCxnSpPr>
              <p:nvPr/>
            </p:nvCxnSpPr>
            <p:spPr>
              <a:xfrm flipV="1">
                <a:off x="8491783" y="4970593"/>
                <a:ext cx="1106489" cy="300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箭头连接符 70">
                <a:extLst>
                  <a:ext uri="{FF2B5EF4-FFF2-40B4-BE49-F238E27FC236}">
                    <a16:creationId xmlns:a16="http://schemas.microsoft.com/office/drawing/2014/main" id="{F1E6F1E4-13F1-3C4C-B122-4664C94BD288}"/>
                  </a:ext>
                </a:extLst>
              </p:cNvPr>
              <p:cNvCxnSpPr>
                <a:cxnSpLocks/>
                <a:stCxn id="67" idx="6"/>
                <a:endCxn id="63" idx="2"/>
              </p:cNvCxnSpPr>
              <p:nvPr/>
            </p:nvCxnSpPr>
            <p:spPr>
              <a:xfrm>
                <a:off x="9834442" y="4970593"/>
                <a:ext cx="1106487" cy="29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箭头连接符 71">
                <a:extLst>
                  <a:ext uri="{FF2B5EF4-FFF2-40B4-BE49-F238E27FC236}">
                    <a16:creationId xmlns:a16="http://schemas.microsoft.com/office/drawing/2014/main" id="{BA34F91E-E21F-8E42-8A6A-C89A7BFB70DD}"/>
                  </a:ext>
                </a:extLst>
              </p:cNvPr>
              <p:cNvCxnSpPr>
                <a:cxnSpLocks/>
                <a:stCxn id="50" idx="6"/>
                <a:endCxn id="65" idx="2"/>
              </p:cNvCxnSpPr>
              <p:nvPr/>
            </p:nvCxnSpPr>
            <p:spPr>
              <a:xfrm>
                <a:off x="4463806" y="4957474"/>
                <a:ext cx="110648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98C069C5-2D9C-9D48-B913-E34F3D0255CF}"/>
                      </a:ext>
                    </a:extLst>
                  </p:cNvPr>
                  <p:cNvSpPr txBox="1"/>
                  <p:nvPr/>
                </p:nvSpPr>
                <p:spPr>
                  <a:xfrm>
                    <a:off x="4853096" y="4370051"/>
                    <a:ext cx="352305" cy="676271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73" name="文本框 72">
                    <a:extLst>
                      <a:ext uri="{FF2B5EF4-FFF2-40B4-BE49-F238E27FC236}">
                        <a16:creationId xmlns:a16="http://schemas.microsoft.com/office/drawing/2014/main" id="{98C069C5-2D9C-9D48-B913-E34F3D0255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53096" y="4370051"/>
                    <a:ext cx="352305" cy="676271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5454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2" name="燕尾形 131">
              <a:extLst>
                <a:ext uri="{FF2B5EF4-FFF2-40B4-BE49-F238E27FC236}">
                  <a16:creationId xmlns:a16="http://schemas.microsoft.com/office/drawing/2014/main" id="{E12FFDEA-B629-0741-B9B9-09EE791BD266}"/>
                </a:ext>
              </a:extLst>
            </p:cNvPr>
            <p:cNvSpPr/>
            <p:nvPr/>
          </p:nvSpPr>
          <p:spPr>
            <a:xfrm>
              <a:off x="6439586" y="2113014"/>
              <a:ext cx="401554" cy="60379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94D157A5-9575-9B4F-B9FC-0A7296179964}"/>
              </a:ext>
            </a:extLst>
          </p:cNvPr>
          <p:cNvGrpSpPr/>
          <p:nvPr/>
        </p:nvGrpSpPr>
        <p:grpSpPr>
          <a:xfrm>
            <a:off x="9228871" y="2076410"/>
            <a:ext cx="2658775" cy="654468"/>
            <a:chOff x="9228871" y="2076410"/>
            <a:chExt cx="2658775" cy="6544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D9B39D69-58B5-464A-AE8B-C8063853A9A8}"/>
                    </a:ext>
                  </a:extLst>
                </p:cNvPr>
                <p:cNvSpPr txBox="1"/>
                <p:nvPr/>
              </p:nvSpPr>
              <p:spPr>
                <a:xfrm>
                  <a:off x="9615293" y="2197783"/>
                  <a:ext cx="2272353" cy="5330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𝒂𝒃𝒄𝒅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𝒆𝒅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𝒃𝒈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𝒂𝒇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𝒃𝒈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𝒄𝒉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𝒆𝒉𝒈𝒇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𝒂𝒇𝒄𝒉</m:t>
                          </m:r>
                        </m:den>
                      </m:f>
                    </m:oMath>
                  </a14:m>
                  <a:r>
                    <a:rPr kumimoji="1" lang="zh-CN" altLang="en-US" sz="1800" b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126" name="文本框 125">
                  <a:extLst>
                    <a:ext uri="{FF2B5EF4-FFF2-40B4-BE49-F238E27FC236}">
                      <a16:creationId xmlns:a16="http://schemas.microsoft.com/office/drawing/2014/main" id="{D9B39D69-58B5-464A-AE8B-C8063853A9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5293" y="2197783"/>
                  <a:ext cx="2272353" cy="533095"/>
                </a:xfrm>
                <a:prstGeom prst="rect">
                  <a:avLst/>
                </a:prstGeom>
                <a:blipFill>
                  <a:blip r:embed="rId21"/>
                  <a:stretch>
                    <a:fillRect b="-23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3" name="燕尾形 132">
              <a:extLst>
                <a:ext uri="{FF2B5EF4-FFF2-40B4-BE49-F238E27FC236}">
                  <a16:creationId xmlns:a16="http://schemas.microsoft.com/office/drawing/2014/main" id="{A8610F32-728F-A647-9BBF-B570E3C10113}"/>
                </a:ext>
              </a:extLst>
            </p:cNvPr>
            <p:cNvSpPr/>
            <p:nvPr/>
          </p:nvSpPr>
          <p:spPr>
            <a:xfrm>
              <a:off x="9228871" y="2076410"/>
              <a:ext cx="401554" cy="60379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1EF7697D-F792-E04A-B191-F160A2D62BBB}"/>
              </a:ext>
            </a:extLst>
          </p:cNvPr>
          <p:cNvGrpSpPr/>
          <p:nvPr/>
        </p:nvGrpSpPr>
        <p:grpSpPr>
          <a:xfrm>
            <a:off x="3275196" y="3859452"/>
            <a:ext cx="3115991" cy="1729788"/>
            <a:chOff x="3275196" y="3859452"/>
            <a:chExt cx="3115991" cy="1729788"/>
          </a:xfrm>
        </p:grpSpPr>
        <p:pic>
          <p:nvPicPr>
            <p:cNvPr id="128" name="图片 127" descr="文本&#10;&#10;低可信度描述已自动生成">
              <a:extLst>
                <a:ext uri="{FF2B5EF4-FFF2-40B4-BE49-F238E27FC236}">
                  <a16:creationId xmlns:a16="http://schemas.microsoft.com/office/drawing/2014/main" id="{2D7BEEE2-3B8C-C741-81DA-A4E89C123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2799" y="3859452"/>
              <a:ext cx="2598388" cy="1729788"/>
            </a:xfrm>
            <a:prstGeom prst="rect">
              <a:avLst/>
            </a:prstGeom>
          </p:spPr>
        </p:pic>
        <p:sp>
          <p:nvSpPr>
            <p:cNvPr id="134" name="燕尾形 133">
              <a:extLst>
                <a:ext uri="{FF2B5EF4-FFF2-40B4-BE49-F238E27FC236}">
                  <a16:creationId xmlns:a16="http://schemas.microsoft.com/office/drawing/2014/main" id="{09D59DC8-75BE-B741-AF4F-8C59BA892223}"/>
                </a:ext>
              </a:extLst>
            </p:cNvPr>
            <p:cNvSpPr/>
            <p:nvPr/>
          </p:nvSpPr>
          <p:spPr>
            <a:xfrm>
              <a:off x="3275196" y="4421668"/>
              <a:ext cx="401554" cy="60379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037189AD-929D-8E48-8621-CF80A0D6DDA9}"/>
              </a:ext>
            </a:extLst>
          </p:cNvPr>
          <p:cNvGrpSpPr/>
          <p:nvPr/>
        </p:nvGrpSpPr>
        <p:grpSpPr>
          <a:xfrm>
            <a:off x="6442117" y="3834961"/>
            <a:ext cx="2787077" cy="1730879"/>
            <a:chOff x="6442117" y="3834961"/>
            <a:chExt cx="2787077" cy="1730879"/>
          </a:xfrm>
        </p:grpSpPr>
        <p:pic>
          <p:nvPicPr>
            <p:cNvPr id="129" name="图片 128" descr="图示&#10;&#10;中度可信度描述已自动生成">
              <a:extLst>
                <a:ext uri="{FF2B5EF4-FFF2-40B4-BE49-F238E27FC236}">
                  <a16:creationId xmlns:a16="http://schemas.microsoft.com/office/drawing/2014/main" id="{1828BC94-7304-5341-9CF3-0B80BE04D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4520" y="3834961"/>
              <a:ext cx="2334674" cy="1730879"/>
            </a:xfrm>
            <a:prstGeom prst="rect">
              <a:avLst/>
            </a:prstGeom>
          </p:spPr>
        </p:pic>
        <p:sp>
          <p:nvSpPr>
            <p:cNvPr id="135" name="燕尾形 134">
              <a:extLst>
                <a:ext uri="{FF2B5EF4-FFF2-40B4-BE49-F238E27FC236}">
                  <a16:creationId xmlns:a16="http://schemas.microsoft.com/office/drawing/2014/main" id="{6747E0C1-9FB7-DE45-9F0A-5C4F5983428F}"/>
                </a:ext>
              </a:extLst>
            </p:cNvPr>
            <p:cNvSpPr/>
            <p:nvPr/>
          </p:nvSpPr>
          <p:spPr>
            <a:xfrm>
              <a:off x="6442117" y="4398503"/>
              <a:ext cx="401554" cy="60379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2"/>
                </a:solidFill>
              </a:endParaRPr>
            </a:p>
          </p:txBody>
        </p: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ADE7BB2D-9220-8C4A-8309-12D1E053DA15}"/>
              </a:ext>
            </a:extLst>
          </p:cNvPr>
          <p:cNvGrpSpPr/>
          <p:nvPr/>
        </p:nvGrpSpPr>
        <p:grpSpPr>
          <a:xfrm>
            <a:off x="9226602" y="4147500"/>
            <a:ext cx="2614228" cy="1333937"/>
            <a:chOff x="9226602" y="4147500"/>
            <a:chExt cx="2614228" cy="1333937"/>
          </a:xfrm>
        </p:grpSpPr>
        <p:pic>
          <p:nvPicPr>
            <p:cNvPr id="130" name="图片 129" descr="文本, 信件&#10;&#10;描述已自动生成">
              <a:extLst>
                <a:ext uri="{FF2B5EF4-FFF2-40B4-BE49-F238E27FC236}">
                  <a16:creationId xmlns:a16="http://schemas.microsoft.com/office/drawing/2014/main" id="{D8BA5F98-37B9-844A-97C1-7A3B3A8E8E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07" t="15758" r="17174" b="25420"/>
            <a:stretch/>
          </p:blipFill>
          <p:spPr bwMode="auto">
            <a:xfrm>
              <a:off x="9599816" y="4147500"/>
              <a:ext cx="2241014" cy="1333937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36" name="燕尾形 135">
              <a:extLst>
                <a:ext uri="{FF2B5EF4-FFF2-40B4-BE49-F238E27FC236}">
                  <a16:creationId xmlns:a16="http://schemas.microsoft.com/office/drawing/2014/main" id="{BE06783C-1E87-784E-9124-25613F6FF841}"/>
                </a:ext>
              </a:extLst>
            </p:cNvPr>
            <p:cNvSpPr/>
            <p:nvPr/>
          </p:nvSpPr>
          <p:spPr>
            <a:xfrm>
              <a:off x="9226602" y="4421668"/>
              <a:ext cx="401554" cy="603794"/>
            </a:xfrm>
            <a:prstGeom prst="chevr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43" name="TextBox 3">
            <a:extLst>
              <a:ext uri="{FF2B5EF4-FFF2-40B4-BE49-F238E27FC236}">
                <a16:creationId xmlns:a16="http://schemas.microsoft.com/office/drawing/2014/main" id="{BF3D5198-ADE8-EA4C-A6A2-32C7827FC0D6}"/>
              </a:ext>
            </a:extLst>
          </p:cNvPr>
          <p:cNvSpPr txBox="1"/>
          <p:nvPr/>
        </p:nvSpPr>
        <p:spPr>
          <a:xfrm>
            <a:off x="614453" y="332656"/>
            <a:ext cx="1664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模型抽象</a:t>
            </a:r>
          </a:p>
        </p:txBody>
      </p:sp>
    </p:spTree>
    <p:extLst>
      <p:ext uri="{BB962C8B-B14F-4D97-AF65-F5344CB8AC3E}">
        <p14:creationId xmlns:p14="http://schemas.microsoft.com/office/powerpoint/2010/main" val="381671212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413069ED-CC78-524A-9EA9-F299EF2AE143}"/>
              </a:ext>
            </a:extLst>
          </p:cNvPr>
          <p:cNvGraphicFramePr>
            <a:graphicFrameLocks noGrp="1"/>
          </p:cNvGraphicFramePr>
          <p:nvPr/>
        </p:nvGraphicFramePr>
        <p:xfrm>
          <a:off x="614452" y="1224070"/>
          <a:ext cx="11089230" cy="36450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40160">
                  <a:extLst>
                    <a:ext uri="{9D8B030D-6E8A-4147-A177-3AD203B41FA5}">
                      <a16:colId xmlns:a16="http://schemas.microsoft.com/office/drawing/2014/main" val="248812521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1744363648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846786815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743527658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046338608"/>
                    </a:ext>
                  </a:extLst>
                </a:gridCol>
                <a:gridCol w="2808310">
                  <a:extLst>
                    <a:ext uri="{9D8B030D-6E8A-4147-A177-3AD203B41FA5}">
                      <a16:colId xmlns:a16="http://schemas.microsoft.com/office/drawing/2014/main" val="345400497"/>
                    </a:ext>
                  </a:extLst>
                </a:gridCol>
              </a:tblGrid>
              <a:tr h="91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优点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缺点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转传递函数方法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优点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缺点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4219031"/>
                  </a:ext>
                </a:extLst>
              </a:tr>
              <a:tr h="91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微分方程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反映机理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计算复杂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拉普拉斯变换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查表可得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复杂情况计算麻烦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702836"/>
                  </a:ext>
                </a:extLst>
              </a:tr>
              <a:tr h="91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结构图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反映结构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画图繁琐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结构图等效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计算简便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部分回路无法解开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4999"/>
                  </a:ext>
                </a:extLst>
              </a:tr>
              <a:tr h="91127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信号流图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反映拓扑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高度抽象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梅森增益公式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计算简便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容易漏数回路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401620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A5F7062-9B5F-174A-8622-E17D3AD58534}"/>
                  </a:ext>
                </a:extLst>
              </p:cNvPr>
              <p:cNvSpPr txBox="1"/>
              <p:nvPr/>
            </p:nvSpPr>
            <p:spPr>
              <a:xfrm>
                <a:off x="-1584176" y="7173416"/>
                <a:ext cx="3168352" cy="15098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kumimoji="1" lang="en-US" altLang="zh-CN" sz="36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𝚫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36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𝚫</m:t>
                              </m:r>
                            </m:e>
                            <m:sub>
                              <m:r>
                                <a:rPr kumimoji="1" lang="en-US" altLang="zh-CN" sz="3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36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A5F7062-9B5F-174A-8622-E17D3AD58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84176" y="7173416"/>
                <a:ext cx="3168352" cy="1509837"/>
              </a:xfrm>
              <a:prstGeom prst="rect">
                <a:avLst/>
              </a:prstGeom>
              <a:blipFill>
                <a:blip r:embed="rId3"/>
                <a:stretch>
                  <a:fillRect l="-12800" t="-120833" r="-800" b="-18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图示 3">
                <a:extLst>
                  <a:ext uri="{FF2B5EF4-FFF2-40B4-BE49-F238E27FC236}">
                    <a16:creationId xmlns:a16="http://schemas.microsoft.com/office/drawing/2014/main" id="{5A7A51BD-17D0-9146-8EE4-16174F613A5C}"/>
                  </a:ext>
                </a:extLst>
              </p:cNvPr>
              <p:cNvGraphicFramePr/>
              <p:nvPr/>
            </p:nvGraphicFramePr>
            <p:xfrm>
              <a:off x="838622" y="5085184"/>
              <a:ext cx="10873208" cy="112480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4" name="图示 3">
                <a:extLst>
                  <a:ext uri="{FF2B5EF4-FFF2-40B4-BE49-F238E27FC236}">
                    <a16:creationId xmlns:a16="http://schemas.microsoft.com/office/drawing/2014/main" id="{5A7A51BD-17D0-9146-8EE4-16174F613A5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27764540"/>
                  </p:ext>
                </p:extLst>
              </p:nvPr>
            </p:nvGraphicFramePr>
            <p:xfrm>
              <a:off x="838622" y="5085184"/>
              <a:ext cx="10873208" cy="112480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p:sp>
        <p:nvSpPr>
          <p:cNvPr id="5" name="TextBox 3">
            <a:extLst>
              <a:ext uri="{FF2B5EF4-FFF2-40B4-BE49-F238E27FC236}">
                <a16:creationId xmlns:a16="http://schemas.microsoft.com/office/drawing/2014/main" id="{3A6DC8ED-196D-7A42-B5B9-45936AF46C0B}"/>
              </a:ext>
            </a:extLst>
          </p:cNvPr>
          <p:cNvSpPr txBox="1"/>
          <p:nvPr/>
        </p:nvSpPr>
        <p:spPr>
          <a:xfrm>
            <a:off x="614452" y="332656"/>
            <a:ext cx="40744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课程小结</a:t>
            </a:r>
          </a:p>
        </p:txBody>
      </p:sp>
    </p:spTree>
    <p:extLst>
      <p:ext uri="{BB962C8B-B14F-4D97-AF65-F5344CB8AC3E}">
        <p14:creationId xmlns:p14="http://schemas.microsoft.com/office/powerpoint/2010/main" val="202598985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5313421-624F-544A-95AB-B2DEF2D01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E5313421-624F-544A-95AB-B2DEF2D012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E5313421-624F-544A-95AB-B2DEF2D012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454D93-B5C6-8543-BC1A-9FC8D44B88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EA454D93-B5C6-8543-BC1A-9FC8D44B887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4">
                                            <p:graphicEl>
                                              <a:dgm id="{EA454D93-B5C6-8543-BC1A-9FC8D44B887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AC36972-7C0B-EC4E-8797-DE731818D4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BAC36972-7C0B-EC4E-8797-DE731818D4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4">
                                            <p:graphicEl>
                                              <a:dgm id="{BAC36972-7C0B-EC4E-8797-DE731818D49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898EE96-D05B-6CC8-F3DD-9BE673DF5E39}"/>
              </a:ext>
            </a:extLst>
          </p:cNvPr>
          <p:cNvGrpSpPr/>
          <p:nvPr/>
        </p:nvGrpSpPr>
        <p:grpSpPr>
          <a:xfrm>
            <a:off x="622598" y="1268413"/>
            <a:ext cx="10776909" cy="3833556"/>
            <a:chOff x="622598" y="1268413"/>
            <a:chExt cx="10776909" cy="3833556"/>
          </a:xfrm>
        </p:grpSpPr>
        <p:sp>
          <p:nvSpPr>
            <p:cNvPr id="10" name="说明4">
              <a:extLst>
                <a:ext uri="{FF2B5EF4-FFF2-40B4-BE49-F238E27FC236}">
                  <a16:creationId xmlns:a16="http://schemas.microsoft.com/office/drawing/2014/main" id="{8A1671A6-B890-1834-BBDB-B49E5D404371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梅森公式解决信号流图和系统框图问题讲解：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/video/BV1Qb4y1k7sV?share_source=</a:t>
              </a:r>
              <a:r>
                <a:rPr lang="en" altLang="zh-CN" sz="2800" dirty="0" err="1"/>
                <a:t>copy_web</a:t>
              </a:r>
              <a:endParaRPr lang="zh-CN" altLang="en-US" sz="2800" dirty="0"/>
            </a:p>
          </p:txBody>
        </p:sp>
        <p:pic>
          <p:nvPicPr>
            <p:cNvPr id="11" name="图片 10" descr="图片包含 文本&#10;&#10;描述已自动生成">
              <a:extLst>
                <a:ext uri="{FF2B5EF4-FFF2-40B4-BE49-F238E27FC236}">
                  <a16:creationId xmlns:a16="http://schemas.microsoft.com/office/drawing/2014/main" id="{630C2BC5-D873-6893-3E6F-359720C5C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598" y="1268413"/>
              <a:ext cx="2933700" cy="1714500"/>
            </a:xfrm>
            <a:prstGeom prst="rect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0E041B8F-E2A0-5F81-7F78-E40C470FA1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4106" y="3387469"/>
              <a:ext cx="1714500" cy="171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说明1">
            <a:extLst>
              <a:ext uri="{FF2B5EF4-FFF2-40B4-BE49-F238E27FC236}">
                <a16:creationId xmlns:a16="http://schemas.microsoft.com/office/drawing/2014/main" id="{69666A14-AAAB-EF07-0D87-C1B19BA92414}"/>
              </a:ext>
            </a:extLst>
          </p:cNvPr>
          <p:cNvSpPr txBox="1"/>
          <p:nvPr/>
        </p:nvSpPr>
        <p:spPr>
          <a:xfrm>
            <a:off x="3935413" y="2749986"/>
            <a:ext cx="77743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Mason, S. J. (1956). Feedback theory: Further properties of signal flow graphs.</a:t>
            </a:r>
          </a:p>
          <a:p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Sundararajan, D. (2022). Block Diagrams and Signal-Flow Graphs. In Control Systems (pp. 99-110). Springer, Cham.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22A7D92-052B-9D9B-F87B-B1DC85FB106A}"/>
              </a:ext>
            </a:extLst>
          </p:cNvPr>
          <p:cNvGrpSpPr/>
          <p:nvPr/>
        </p:nvGrpSpPr>
        <p:grpSpPr>
          <a:xfrm>
            <a:off x="4143113" y="3279054"/>
            <a:ext cx="7256394" cy="3064307"/>
            <a:chOff x="4143113" y="3279054"/>
            <a:chExt cx="7256394" cy="3064307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143113" y="4884396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027</a:t>
              </a:r>
              <a:r>
                <a:rPr lang="zh-CN" altLang="en-US" sz="2800" dirty="0"/>
                <a:t>、</a:t>
              </a:r>
              <a:r>
                <a:rPr lang="en-US" altLang="zh-CN" sz="2800" dirty="0"/>
                <a:t>028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文本, 信件&#10;&#10;描述已自动生成">
              <a:extLst>
                <a:ext uri="{FF2B5EF4-FFF2-40B4-BE49-F238E27FC236}">
                  <a16:creationId xmlns:a16="http://schemas.microsoft.com/office/drawing/2014/main" id="{27F34B36-701D-5F99-B29B-E1AD09B72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7413" y="3279054"/>
              <a:ext cx="2374900" cy="1638300"/>
            </a:xfrm>
            <a:prstGeom prst="rect">
              <a:avLst/>
            </a:prstGeom>
          </p:spPr>
        </p:pic>
        <p:pic>
          <p:nvPicPr>
            <p:cNvPr id="8" name="图片 7" descr="文本&#10;&#10;描述已自动生成">
              <a:extLst>
                <a:ext uri="{FF2B5EF4-FFF2-40B4-BE49-F238E27FC236}">
                  <a16:creationId xmlns:a16="http://schemas.microsoft.com/office/drawing/2014/main" id="{DA8EB77E-52D5-2F6C-3DBB-08FEC89A9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03907" y="5047961"/>
              <a:ext cx="2895600" cy="1295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>
            <a:extLst>
              <a:ext uri="{FF2B5EF4-FFF2-40B4-BE49-F238E27FC236}">
                <a16:creationId xmlns:a16="http://schemas.microsoft.com/office/drawing/2014/main" id="{0D9F92EB-3CA9-A902-A182-049D79C981E7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6EC177CA-D300-484D-6148-089EE9AAE0F2}"/>
              </a:ext>
            </a:extLst>
          </p:cNvPr>
          <p:cNvSpPr/>
          <p:nvPr/>
        </p:nvSpPr>
        <p:spPr bwMode="auto">
          <a:xfrm>
            <a:off x="622598" y="1665645"/>
            <a:ext cx="5909732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16C9D5-7D40-F139-7191-700C560BAF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1258507"/>
            <a:ext cx="2540000" cy="279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896196-19CB-D853-E30B-3478509D4076}"/>
              </a:ext>
            </a:extLst>
          </p:cNvPr>
          <p:cNvSpPr txBox="1"/>
          <p:nvPr/>
        </p:nvSpPr>
        <p:spPr>
          <a:xfrm>
            <a:off x="6703897" y="4413727"/>
            <a:ext cx="44644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Samuel Jefferson Mason</a:t>
            </a:r>
          </a:p>
          <a:p>
            <a:pPr algn="ctr"/>
            <a:r>
              <a:rPr kumimoji="1" lang="en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(1921–1974)</a:t>
            </a:r>
            <a:endParaRPr kumimoji="1" lang="zh-CN" altLang="en-US" sz="2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8554605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18080</TotalTime>
  <Words>1715</Words>
  <Application>Microsoft Macintosh PowerPoint</Application>
  <PresentationFormat>自定义</PresentationFormat>
  <Paragraphs>572</Paragraphs>
  <Slides>28</Slides>
  <Notes>13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等线</vt:lpstr>
      <vt:lpstr>汉仪菱心体简</vt:lpstr>
      <vt:lpstr>宋体</vt:lpstr>
      <vt:lpstr>Microsoft YaHei</vt:lpstr>
      <vt:lpstr>Microsoft YaHei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532</cp:revision>
  <dcterms:created xsi:type="dcterms:W3CDTF">2012-09-21T08:06:35Z</dcterms:created>
  <dcterms:modified xsi:type="dcterms:W3CDTF">2024-03-12T07:54:46Z</dcterms:modified>
  <cp:category/>
</cp:coreProperties>
</file>