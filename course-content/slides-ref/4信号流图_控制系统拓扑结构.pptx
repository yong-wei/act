
<file path=[Content_Types].xml><?xml version="1.0" encoding="utf-8"?>
<Types xmlns="http://schemas.openxmlformats.org/package/2006/content-types">
  <Default Extension="emf" ContentType="image/x-emf"/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53" r:id="rId2"/>
    <p:sldId id="510" r:id="rId3"/>
    <p:sldId id="511" r:id="rId4"/>
    <p:sldId id="520" r:id="rId5"/>
    <p:sldId id="407" r:id="rId6"/>
    <p:sldId id="403" r:id="rId7"/>
    <p:sldId id="419" r:id="rId8"/>
    <p:sldId id="418" r:id="rId9"/>
    <p:sldId id="417" r:id="rId10"/>
    <p:sldId id="469" r:id="rId11"/>
    <p:sldId id="470" r:id="rId12"/>
    <p:sldId id="433" r:id="rId13"/>
    <p:sldId id="435" r:id="rId14"/>
    <p:sldId id="420" r:id="rId15"/>
    <p:sldId id="421" r:id="rId16"/>
    <p:sldId id="422" r:id="rId17"/>
    <p:sldId id="424" r:id="rId18"/>
    <p:sldId id="425" r:id="rId19"/>
    <p:sldId id="449" r:id="rId20"/>
    <p:sldId id="450" r:id="rId21"/>
    <p:sldId id="451" r:id="rId22"/>
    <p:sldId id="448" r:id="rId23"/>
    <p:sldId id="423" r:id="rId24"/>
    <p:sldId id="447" r:id="rId25"/>
    <p:sldId id="426" r:id="rId26"/>
    <p:sldId id="436" r:id="rId27"/>
    <p:sldId id="438" r:id="rId28"/>
    <p:sldId id="443" r:id="rId29"/>
    <p:sldId id="444" r:id="rId30"/>
    <p:sldId id="467" r:id="rId31"/>
    <p:sldId id="468" r:id="rId32"/>
    <p:sldId id="474" r:id="rId33"/>
    <p:sldId id="512" r:id="rId34"/>
    <p:sldId id="513" r:id="rId35"/>
    <p:sldId id="517" r:id="rId36"/>
    <p:sldId id="518" r:id="rId37"/>
    <p:sldId id="519" r:id="rId38"/>
  </p:sldIdLst>
  <p:sldSz cx="12190413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00B0F0"/>
    <a:srgbClr val="FFC000"/>
    <a:srgbClr val="9BBB59"/>
    <a:srgbClr val="768395"/>
    <a:srgbClr val="1C1C1C"/>
    <a:srgbClr val="2980B9"/>
    <a:srgbClr val="F69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4" autoAdjust="0"/>
    <p:restoredTop sz="93521" autoAdjust="0"/>
  </p:normalViewPr>
  <p:slideViewPr>
    <p:cSldViewPr>
      <p:cViewPr varScale="1">
        <p:scale>
          <a:sx n="97" d="100"/>
          <a:sy n="97" d="100"/>
        </p:scale>
        <p:origin x="1056" y="488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2025/2/26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886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144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336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400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290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589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988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20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64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706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157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132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270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991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55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264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854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63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669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绿条地图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基本情况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设计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效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成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05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7436357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59" r:id="rId3"/>
    <p:sldLayoutId id="2147483667" r:id="rId4"/>
    <p:sldLayoutId id="2147483668" r:id="rId5"/>
    <p:sldLayoutId id="2147483671" r:id="rId6"/>
    <p:sldLayoutId id="2147483669" r:id="rId7"/>
    <p:sldLayoutId id="2147483670" r:id="rId8"/>
    <p:sldLayoutId id="2147483672" r:id="rId9"/>
    <p:sldLayoutId id="2147483673" r:id="rId1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microsoft.com/office/2017/06/relationships/model3d" Target="../media/model3d2.glb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2.png"/><Relationship Id="rId7" Type="http://schemas.openxmlformats.org/officeDocument/2006/relationships/image" Target="../media/image812.png"/><Relationship Id="rId2" Type="http://schemas.openxmlformats.org/officeDocument/2006/relationships/image" Target="../media/image76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02.png"/><Relationship Id="rId5" Type="http://schemas.openxmlformats.org/officeDocument/2006/relationships/image" Target="../media/image792.png"/><Relationship Id="rId4" Type="http://schemas.openxmlformats.org/officeDocument/2006/relationships/image" Target="../media/image78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2.png"/><Relationship Id="rId7" Type="http://schemas.openxmlformats.org/officeDocument/2006/relationships/image" Target="../media/image850.png"/><Relationship Id="rId2" Type="http://schemas.openxmlformats.org/officeDocument/2006/relationships/image" Target="../media/image76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40.png"/><Relationship Id="rId5" Type="http://schemas.openxmlformats.org/officeDocument/2006/relationships/image" Target="../media/image792.png"/><Relationship Id="rId4" Type="http://schemas.openxmlformats.org/officeDocument/2006/relationships/image" Target="../media/image8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762.png"/><Relationship Id="rId7" Type="http://schemas.openxmlformats.org/officeDocument/2006/relationships/image" Target="../media/image8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92.png"/><Relationship Id="rId5" Type="http://schemas.openxmlformats.org/officeDocument/2006/relationships/image" Target="../media/image832.png"/><Relationship Id="rId4" Type="http://schemas.openxmlformats.org/officeDocument/2006/relationships/image" Target="../media/image8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image" Target="../media/image342.png"/><Relationship Id="rId7" Type="http://schemas.openxmlformats.org/officeDocument/2006/relationships/image" Target="../media/image382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2.png"/><Relationship Id="rId11" Type="http://schemas.openxmlformats.org/officeDocument/2006/relationships/image" Target="../media/image422.png"/><Relationship Id="rId5" Type="http://schemas.openxmlformats.org/officeDocument/2006/relationships/image" Target="../media/image361.png"/><Relationship Id="rId10" Type="http://schemas.openxmlformats.org/officeDocument/2006/relationships/image" Target="../media/image412.png"/><Relationship Id="rId4" Type="http://schemas.openxmlformats.org/officeDocument/2006/relationships/image" Target="../media/image352.png"/><Relationship Id="rId9" Type="http://schemas.openxmlformats.org/officeDocument/2006/relationships/image" Target="../media/image4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3" Type="http://schemas.openxmlformats.org/officeDocument/2006/relationships/image" Target="../media/image442.png"/><Relationship Id="rId7" Type="http://schemas.openxmlformats.org/officeDocument/2006/relationships/image" Target="../media/image472.png"/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2.png"/><Relationship Id="rId11" Type="http://schemas.openxmlformats.org/officeDocument/2006/relationships/image" Target="../media/image492.png"/><Relationship Id="rId5" Type="http://schemas.openxmlformats.org/officeDocument/2006/relationships/image" Target="../media/image462.png"/><Relationship Id="rId10" Type="http://schemas.openxmlformats.org/officeDocument/2006/relationships/image" Target="../media/image412.png"/><Relationship Id="rId4" Type="http://schemas.openxmlformats.org/officeDocument/2006/relationships/image" Target="../media/image452.png"/><Relationship Id="rId9" Type="http://schemas.openxmlformats.org/officeDocument/2006/relationships/image" Target="../media/image4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png"/><Relationship Id="rId3" Type="http://schemas.openxmlformats.org/officeDocument/2006/relationships/image" Target="../media/image452.png"/><Relationship Id="rId7" Type="http://schemas.openxmlformats.org/officeDocument/2006/relationships/image" Target="../media/image402.png"/><Relationship Id="rId12" Type="http://schemas.openxmlformats.org/officeDocument/2006/relationships/image" Target="../media/image411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2.png"/><Relationship Id="rId11" Type="http://schemas.openxmlformats.org/officeDocument/2006/relationships/image" Target="../media/image401.png"/><Relationship Id="rId5" Type="http://schemas.openxmlformats.org/officeDocument/2006/relationships/image" Target="../media/image372.png"/><Relationship Id="rId10" Type="http://schemas.openxmlformats.org/officeDocument/2006/relationships/image" Target="../media/image12.emf"/><Relationship Id="rId4" Type="http://schemas.openxmlformats.org/officeDocument/2006/relationships/image" Target="../media/image462.png"/><Relationship Id="rId9" Type="http://schemas.openxmlformats.org/officeDocument/2006/relationships/image" Target="../media/image4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png"/><Relationship Id="rId13" Type="http://schemas.openxmlformats.org/officeDocument/2006/relationships/image" Target="../media/image521.png"/><Relationship Id="rId18" Type="http://schemas.openxmlformats.org/officeDocument/2006/relationships/image" Target="../media/image571.png"/><Relationship Id="rId26" Type="http://schemas.openxmlformats.org/officeDocument/2006/relationships/image" Target="../media/image870.png"/><Relationship Id="rId3" Type="http://schemas.openxmlformats.org/officeDocument/2006/relationships/image" Target="../media/image421.png"/><Relationship Id="rId21" Type="http://schemas.openxmlformats.org/officeDocument/2006/relationships/image" Target="../media/image601.png"/><Relationship Id="rId7" Type="http://schemas.openxmlformats.org/officeDocument/2006/relationships/image" Target="../media/image461.png"/><Relationship Id="rId12" Type="http://schemas.openxmlformats.org/officeDocument/2006/relationships/image" Target="../media/image511.png"/><Relationship Id="rId17" Type="http://schemas.openxmlformats.org/officeDocument/2006/relationships/image" Target="../media/image561.png"/><Relationship Id="rId25" Type="http://schemas.openxmlformats.org/officeDocument/2006/relationships/image" Target="../media/image6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51.png"/><Relationship Id="rId20" Type="http://schemas.openxmlformats.org/officeDocument/2006/relationships/image" Target="../media/image59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1.png"/><Relationship Id="rId11" Type="http://schemas.openxmlformats.org/officeDocument/2006/relationships/image" Target="../media/image501.png"/><Relationship Id="rId24" Type="http://schemas.openxmlformats.org/officeDocument/2006/relationships/image" Target="../media/image631.png"/><Relationship Id="rId5" Type="http://schemas.openxmlformats.org/officeDocument/2006/relationships/image" Target="../media/image441.png"/><Relationship Id="rId15" Type="http://schemas.openxmlformats.org/officeDocument/2006/relationships/image" Target="../media/image541.png"/><Relationship Id="rId23" Type="http://schemas.openxmlformats.org/officeDocument/2006/relationships/image" Target="../media/image621.png"/><Relationship Id="rId10" Type="http://schemas.openxmlformats.org/officeDocument/2006/relationships/image" Target="../media/image491.png"/><Relationship Id="rId19" Type="http://schemas.openxmlformats.org/officeDocument/2006/relationships/image" Target="../media/image581.png"/><Relationship Id="rId4" Type="http://schemas.openxmlformats.org/officeDocument/2006/relationships/image" Target="../media/image431.png"/><Relationship Id="rId9" Type="http://schemas.openxmlformats.org/officeDocument/2006/relationships/image" Target="../media/image481.png"/><Relationship Id="rId14" Type="http://schemas.openxmlformats.org/officeDocument/2006/relationships/image" Target="../media/image531.png"/><Relationship Id="rId22" Type="http://schemas.openxmlformats.org/officeDocument/2006/relationships/image" Target="../media/image611.png"/><Relationship Id="rId27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13" Type="http://schemas.openxmlformats.org/officeDocument/2006/relationships/image" Target="../media/image1140.png"/><Relationship Id="rId3" Type="http://schemas.openxmlformats.org/officeDocument/2006/relationships/image" Target="../media/image1050.png"/><Relationship Id="rId7" Type="http://schemas.openxmlformats.org/officeDocument/2006/relationships/image" Target="../media/image1080.png"/><Relationship Id="rId33" Type="http://schemas.openxmlformats.org/officeDocument/2006/relationships/image" Target="../media/image13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0.png"/><Relationship Id="rId32" Type="http://schemas.openxmlformats.org/officeDocument/2006/relationships/image" Target="../media/image1311.png"/><Relationship Id="rId5" Type="http://schemas.openxmlformats.org/officeDocument/2006/relationships/image" Target="../media/image1060.png"/><Relationship Id="rId4" Type="http://schemas.openxmlformats.org/officeDocument/2006/relationships/image" Target="../media/image791.png"/><Relationship Id="rId9" Type="http://schemas.openxmlformats.org/officeDocument/2006/relationships/image" Target="../media/image11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13" Type="http://schemas.openxmlformats.org/officeDocument/2006/relationships/image" Target="../media/image910.png"/><Relationship Id="rId3" Type="http://schemas.openxmlformats.org/officeDocument/2006/relationships/image" Target="../media/image1050.png"/><Relationship Id="rId7" Type="http://schemas.openxmlformats.org/officeDocument/2006/relationships/image" Target="../media/image1080.png"/><Relationship Id="rId12" Type="http://schemas.openxmlformats.org/officeDocument/2006/relationships/image" Target="../media/image900.png"/><Relationship Id="rId33" Type="http://schemas.openxmlformats.org/officeDocument/2006/relationships/image" Target="../media/image13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70.png"/><Relationship Id="rId11" Type="http://schemas.openxmlformats.org/officeDocument/2006/relationships/image" Target="../media/image890.png"/><Relationship Id="rId32" Type="http://schemas.openxmlformats.org/officeDocument/2006/relationships/image" Target="../media/image1311.png"/><Relationship Id="rId5" Type="http://schemas.openxmlformats.org/officeDocument/2006/relationships/image" Target="../media/image1060.png"/><Relationship Id="rId15" Type="http://schemas.openxmlformats.org/officeDocument/2006/relationships/image" Target="../media/image1140.png"/><Relationship Id="rId10" Type="http://schemas.openxmlformats.org/officeDocument/2006/relationships/image" Target="../media/image880.png"/><Relationship Id="rId4" Type="http://schemas.openxmlformats.org/officeDocument/2006/relationships/image" Target="../media/image791.png"/><Relationship Id="rId9" Type="http://schemas.openxmlformats.org/officeDocument/2006/relationships/image" Target="../media/image1100.png"/><Relationship Id="rId14" Type="http://schemas.openxmlformats.org/officeDocument/2006/relationships/image" Target="../media/image920.png"/></Relationships>
</file>

<file path=ppt/slides/_rels/slide20.xml.rels><?xml version="1.0" encoding="UTF-8" standalone="yes"?>
<Relationships xmlns="http://schemas.openxmlformats.org/package/2006/relationships"><Relationship Id="rId39" Type="http://schemas.openxmlformats.org/officeDocument/2006/relationships/image" Target="../media/image962.png"/><Relationship Id="rId34" Type="http://schemas.openxmlformats.org/officeDocument/2006/relationships/image" Target="../media/image652.png"/><Relationship Id="rId42" Type="http://schemas.openxmlformats.org/officeDocument/2006/relationships/image" Target="../media/image992.png"/><Relationship Id="rId47" Type="http://schemas.openxmlformats.org/officeDocument/2006/relationships/image" Target="../media/image920.png"/><Relationship Id="rId50" Type="http://schemas.openxmlformats.org/officeDocument/2006/relationships/image" Target="../media/image1022.png"/><Relationship Id="rId38" Type="http://schemas.openxmlformats.org/officeDocument/2006/relationships/image" Target="../media/image952.png"/><Relationship Id="rId46" Type="http://schemas.openxmlformats.org/officeDocument/2006/relationships/image" Target="../media/image910.png"/><Relationship Id="rId2" Type="http://schemas.openxmlformats.org/officeDocument/2006/relationships/notesSlide" Target="../notesSlides/notesSlide9.xml"/><Relationship Id="rId41" Type="http://schemas.openxmlformats.org/officeDocument/2006/relationships/image" Target="../media/image980.png"/><Relationship Id="rId1" Type="http://schemas.openxmlformats.org/officeDocument/2006/relationships/slideLayout" Target="../slideLayouts/slideLayout4.xml"/><Relationship Id="rId37" Type="http://schemas.openxmlformats.org/officeDocument/2006/relationships/image" Target="../media/image942.png"/><Relationship Id="rId40" Type="http://schemas.openxmlformats.org/officeDocument/2006/relationships/image" Target="../media/image970.png"/><Relationship Id="rId45" Type="http://schemas.openxmlformats.org/officeDocument/2006/relationships/image" Target="../media/image900.png"/><Relationship Id="rId36" Type="http://schemas.openxmlformats.org/officeDocument/2006/relationships/image" Target="../media/image932.png"/><Relationship Id="rId49" Type="http://schemas.openxmlformats.org/officeDocument/2006/relationships/image" Target="../media/image1013.png"/><Relationship Id="rId44" Type="http://schemas.openxmlformats.org/officeDocument/2006/relationships/image" Target="../media/image890.png"/><Relationship Id="rId35" Type="http://schemas.openxmlformats.org/officeDocument/2006/relationships/image" Target="../media/image662.png"/><Relationship Id="rId43" Type="http://schemas.openxmlformats.org/officeDocument/2006/relationships/image" Target="../media/image880.png"/><Relationship Id="rId48" Type="http://schemas.openxmlformats.org/officeDocument/2006/relationships/image" Target="../media/image1002.png"/></Relationships>
</file>

<file path=ppt/slides/_rels/slide2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702.png"/><Relationship Id="rId51" Type="http://schemas.openxmlformats.org/officeDocument/2006/relationships/image" Target="../media/image910.png"/><Relationship Id="rId34" Type="http://schemas.openxmlformats.org/officeDocument/2006/relationships/image" Target="../media/image652.png"/><Relationship Id="rId42" Type="http://schemas.openxmlformats.org/officeDocument/2006/relationships/image" Target="../media/image942.png"/><Relationship Id="rId47" Type="http://schemas.openxmlformats.org/officeDocument/2006/relationships/image" Target="../media/image992.png"/><Relationship Id="rId50" Type="http://schemas.openxmlformats.org/officeDocument/2006/relationships/image" Target="../media/image900.png"/><Relationship Id="rId55" Type="http://schemas.openxmlformats.org/officeDocument/2006/relationships/image" Target="../media/image1022.png"/><Relationship Id="rId38" Type="http://schemas.openxmlformats.org/officeDocument/2006/relationships/image" Target="../media/image692.png"/><Relationship Id="rId46" Type="http://schemas.openxmlformats.org/officeDocument/2006/relationships/image" Target="../media/image980.png"/><Relationship Id="rId2" Type="http://schemas.openxmlformats.org/officeDocument/2006/relationships/notesSlide" Target="../notesSlides/notesSlide10.xml"/><Relationship Id="rId41" Type="http://schemas.openxmlformats.org/officeDocument/2006/relationships/image" Target="../media/image932.png"/><Relationship Id="rId54" Type="http://schemas.openxmlformats.org/officeDocument/2006/relationships/image" Target="../media/image1013.png"/><Relationship Id="rId1" Type="http://schemas.openxmlformats.org/officeDocument/2006/relationships/slideLayout" Target="../slideLayouts/slideLayout4.xml"/><Relationship Id="rId37" Type="http://schemas.openxmlformats.org/officeDocument/2006/relationships/image" Target="../media/image682.png"/><Relationship Id="rId40" Type="http://schemas.openxmlformats.org/officeDocument/2006/relationships/image" Target="../media/image712.png"/><Relationship Id="rId45" Type="http://schemas.openxmlformats.org/officeDocument/2006/relationships/image" Target="../media/image970.png"/><Relationship Id="rId53" Type="http://schemas.openxmlformats.org/officeDocument/2006/relationships/image" Target="../media/image1002.png"/><Relationship Id="rId36" Type="http://schemas.openxmlformats.org/officeDocument/2006/relationships/image" Target="../media/image672.png"/><Relationship Id="rId49" Type="http://schemas.openxmlformats.org/officeDocument/2006/relationships/image" Target="../media/image890.png"/><Relationship Id="rId44" Type="http://schemas.openxmlformats.org/officeDocument/2006/relationships/image" Target="../media/image962.png"/><Relationship Id="rId52" Type="http://schemas.openxmlformats.org/officeDocument/2006/relationships/image" Target="../media/image920.png"/><Relationship Id="rId35" Type="http://schemas.openxmlformats.org/officeDocument/2006/relationships/image" Target="../media/image662.png"/><Relationship Id="rId43" Type="http://schemas.openxmlformats.org/officeDocument/2006/relationships/image" Target="../media/image952.png"/><Relationship Id="rId48" Type="http://schemas.openxmlformats.org/officeDocument/2006/relationships/image" Target="../media/image88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0.png"/><Relationship Id="rId18" Type="http://schemas.openxmlformats.org/officeDocument/2006/relationships/image" Target="../media/image1251.png"/><Relationship Id="rId26" Type="http://schemas.openxmlformats.org/officeDocument/2006/relationships/image" Target="../media/image880.png"/><Relationship Id="rId3" Type="http://schemas.openxmlformats.org/officeDocument/2006/relationships/image" Target="../media/image1032.png"/><Relationship Id="rId21" Type="http://schemas.openxmlformats.org/officeDocument/2006/relationships/image" Target="../media/image952.png"/><Relationship Id="rId7" Type="http://schemas.openxmlformats.org/officeDocument/2006/relationships/image" Target="../media/image1130.png"/><Relationship Id="rId12" Type="http://schemas.openxmlformats.org/officeDocument/2006/relationships/image" Target="../media/image1190.png"/><Relationship Id="rId17" Type="http://schemas.openxmlformats.org/officeDocument/2006/relationships/image" Target="../media/image1241.png"/><Relationship Id="rId25" Type="http://schemas.openxmlformats.org/officeDocument/2006/relationships/image" Target="../media/image992.png"/><Relationship Id="rId33" Type="http://schemas.openxmlformats.org/officeDocument/2006/relationships/image" Target="../media/image102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31.png"/><Relationship Id="rId20" Type="http://schemas.openxmlformats.org/officeDocument/2006/relationships/image" Target="../media/image942.png"/><Relationship Id="rId29" Type="http://schemas.openxmlformats.org/officeDocument/2006/relationships/image" Target="../media/image9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0.png"/><Relationship Id="rId11" Type="http://schemas.openxmlformats.org/officeDocument/2006/relationships/image" Target="../media/image1180.png"/><Relationship Id="rId24" Type="http://schemas.openxmlformats.org/officeDocument/2006/relationships/image" Target="../media/image980.png"/><Relationship Id="rId32" Type="http://schemas.openxmlformats.org/officeDocument/2006/relationships/image" Target="../media/image1013.png"/><Relationship Id="rId5" Type="http://schemas.openxmlformats.org/officeDocument/2006/relationships/image" Target="../media/image1111.png"/><Relationship Id="rId15" Type="http://schemas.openxmlformats.org/officeDocument/2006/relationships/image" Target="../media/image1221.png"/><Relationship Id="rId23" Type="http://schemas.openxmlformats.org/officeDocument/2006/relationships/image" Target="../media/image970.png"/><Relationship Id="rId28" Type="http://schemas.openxmlformats.org/officeDocument/2006/relationships/image" Target="../media/image900.png"/><Relationship Id="rId10" Type="http://schemas.openxmlformats.org/officeDocument/2006/relationships/image" Target="../media/image1170.png"/><Relationship Id="rId19" Type="http://schemas.openxmlformats.org/officeDocument/2006/relationships/image" Target="../media/image932.png"/><Relationship Id="rId31" Type="http://schemas.openxmlformats.org/officeDocument/2006/relationships/image" Target="../media/image1002.png"/><Relationship Id="rId4" Type="http://schemas.openxmlformats.org/officeDocument/2006/relationships/image" Target="../media/image1042.png"/><Relationship Id="rId9" Type="http://schemas.openxmlformats.org/officeDocument/2006/relationships/image" Target="../media/image1160.png"/><Relationship Id="rId14" Type="http://schemas.openxmlformats.org/officeDocument/2006/relationships/image" Target="../media/image1211.png"/><Relationship Id="rId22" Type="http://schemas.openxmlformats.org/officeDocument/2006/relationships/image" Target="../media/image962.png"/><Relationship Id="rId27" Type="http://schemas.openxmlformats.org/officeDocument/2006/relationships/image" Target="../media/image890.png"/><Relationship Id="rId30" Type="http://schemas.openxmlformats.org/officeDocument/2006/relationships/image" Target="../media/image920.png"/><Relationship Id="rId8" Type="http://schemas.openxmlformats.org/officeDocument/2006/relationships/image" Target="../media/image11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13" Type="http://schemas.openxmlformats.org/officeDocument/2006/relationships/image" Target="../media/image751.png"/><Relationship Id="rId3" Type="http://schemas.openxmlformats.org/officeDocument/2006/relationships/image" Target="../media/image651.png"/><Relationship Id="rId7" Type="http://schemas.openxmlformats.org/officeDocument/2006/relationships/image" Target="../media/image691.png"/><Relationship Id="rId12" Type="http://schemas.openxmlformats.org/officeDocument/2006/relationships/image" Target="../media/image740.png"/><Relationship Id="rId17" Type="http://schemas.openxmlformats.org/officeDocument/2006/relationships/image" Target="../media/image79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1.png"/><Relationship Id="rId11" Type="http://schemas.openxmlformats.org/officeDocument/2006/relationships/image" Target="../media/image731.png"/><Relationship Id="rId45" Type="http://schemas.openxmlformats.org/officeDocument/2006/relationships/image" Target="../media/image1041.png"/><Relationship Id="rId24" Type="http://schemas.openxmlformats.org/officeDocument/2006/relationships/image" Target="../media/image321.png"/><Relationship Id="rId5" Type="http://schemas.openxmlformats.org/officeDocument/2006/relationships/image" Target="../media/image671.png"/><Relationship Id="rId10" Type="http://schemas.openxmlformats.org/officeDocument/2006/relationships/image" Target="../media/image721.png"/><Relationship Id="rId4" Type="http://schemas.openxmlformats.org/officeDocument/2006/relationships/image" Target="../media/image661.png"/><Relationship Id="rId9" Type="http://schemas.openxmlformats.org/officeDocument/2006/relationships/image" Target="../media/image711.png"/><Relationship Id="rId22" Type="http://schemas.openxmlformats.org/officeDocument/2006/relationships/image" Target="../media/image841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1.png"/><Relationship Id="rId18" Type="http://schemas.openxmlformats.org/officeDocument/2006/relationships/image" Target="../media/image801.png"/><Relationship Id="rId26" Type="http://schemas.openxmlformats.org/officeDocument/2006/relationships/image" Target="../media/image871.png"/><Relationship Id="rId39" Type="http://schemas.openxmlformats.org/officeDocument/2006/relationships/image" Target="../media/image991.png"/><Relationship Id="rId21" Type="http://schemas.openxmlformats.org/officeDocument/2006/relationships/image" Target="../media/image831.png"/><Relationship Id="rId34" Type="http://schemas.openxmlformats.org/officeDocument/2006/relationships/image" Target="../media/image951.png"/><Relationship Id="rId42" Type="http://schemas.openxmlformats.org/officeDocument/2006/relationships/image" Target="../media/image1011.png"/><Relationship Id="rId7" Type="http://schemas.openxmlformats.org/officeDocument/2006/relationships/image" Target="../media/image69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81.png"/><Relationship Id="rId29" Type="http://schemas.openxmlformats.org/officeDocument/2006/relationships/image" Target="../media/image90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1.png"/><Relationship Id="rId11" Type="http://schemas.openxmlformats.org/officeDocument/2006/relationships/image" Target="../media/image731.png"/><Relationship Id="rId24" Type="http://schemas.openxmlformats.org/officeDocument/2006/relationships/image" Target="../media/image321.png"/><Relationship Id="rId32" Type="http://schemas.openxmlformats.org/officeDocument/2006/relationships/image" Target="../media/image931.png"/><Relationship Id="rId37" Type="http://schemas.openxmlformats.org/officeDocument/2006/relationships/image" Target="../media/image971.png"/><Relationship Id="rId40" Type="http://schemas.openxmlformats.org/officeDocument/2006/relationships/image" Target="../media/image381.png"/><Relationship Id="rId45" Type="http://schemas.openxmlformats.org/officeDocument/2006/relationships/image" Target="../media/image1041.png"/><Relationship Id="rId5" Type="http://schemas.openxmlformats.org/officeDocument/2006/relationships/image" Target="../media/image671.png"/><Relationship Id="rId15" Type="http://schemas.openxmlformats.org/officeDocument/2006/relationships/image" Target="../media/image771.png"/><Relationship Id="rId23" Type="http://schemas.openxmlformats.org/officeDocument/2006/relationships/image" Target="../media/image851.png"/><Relationship Id="rId28" Type="http://schemas.openxmlformats.org/officeDocument/2006/relationships/image" Target="../media/image891.png"/><Relationship Id="rId36" Type="http://schemas.openxmlformats.org/officeDocument/2006/relationships/image" Target="../media/image961.png"/><Relationship Id="rId10" Type="http://schemas.openxmlformats.org/officeDocument/2006/relationships/image" Target="../media/image721.png"/><Relationship Id="rId19" Type="http://schemas.openxmlformats.org/officeDocument/2006/relationships/image" Target="../media/image811.png"/><Relationship Id="rId31" Type="http://schemas.openxmlformats.org/officeDocument/2006/relationships/image" Target="../media/image921.png"/><Relationship Id="rId44" Type="http://schemas.openxmlformats.org/officeDocument/2006/relationships/image" Target="../media/image1031.png"/><Relationship Id="rId4" Type="http://schemas.openxmlformats.org/officeDocument/2006/relationships/image" Target="../media/image661.png"/><Relationship Id="rId9" Type="http://schemas.openxmlformats.org/officeDocument/2006/relationships/image" Target="../media/image711.png"/><Relationship Id="rId14" Type="http://schemas.openxmlformats.org/officeDocument/2006/relationships/image" Target="../media/image761.png"/><Relationship Id="rId22" Type="http://schemas.openxmlformats.org/officeDocument/2006/relationships/image" Target="../media/image841.png"/><Relationship Id="rId27" Type="http://schemas.openxmlformats.org/officeDocument/2006/relationships/image" Target="../media/image881.png"/><Relationship Id="rId30" Type="http://schemas.openxmlformats.org/officeDocument/2006/relationships/image" Target="../media/image911.png"/><Relationship Id="rId35" Type="http://schemas.openxmlformats.org/officeDocument/2006/relationships/image" Target="../media/image541.png"/><Relationship Id="rId43" Type="http://schemas.openxmlformats.org/officeDocument/2006/relationships/image" Target="../media/image1021.png"/><Relationship Id="rId8" Type="http://schemas.openxmlformats.org/officeDocument/2006/relationships/image" Target="../media/image701.png"/><Relationship Id="rId3" Type="http://schemas.openxmlformats.org/officeDocument/2006/relationships/image" Target="../media/image651.png"/><Relationship Id="rId12" Type="http://schemas.openxmlformats.org/officeDocument/2006/relationships/image" Target="../media/image740.png"/><Relationship Id="rId17" Type="http://schemas.openxmlformats.org/officeDocument/2006/relationships/image" Target="../media/image791.png"/><Relationship Id="rId25" Type="http://schemas.openxmlformats.org/officeDocument/2006/relationships/image" Target="../media/image861.png"/><Relationship Id="rId33" Type="http://schemas.openxmlformats.org/officeDocument/2006/relationships/image" Target="../media/image941.png"/><Relationship Id="rId38" Type="http://schemas.openxmlformats.org/officeDocument/2006/relationships/image" Target="../media/image981.png"/><Relationship Id="rId46" Type="http://schemas.openxmlformats.org/officeDocument/2006/relationships/image" Target="../media/image12.png"/><Relationship Id="rId20" Type="http://schemas.openxmlformats.org/officeDocument/2006/relationships/image" Target="../media/image821.png"/><Relationship Id="rId41" Type="http://schemas.openxmlformats.org/officeDocument/2006/relationships/image" Target="../media/image100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1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61.png"/><Relationship Id="rId21" Type="http://schemas.openxmlformats.org/officeDocument/2006/relationships/image" Target="../media/image146.png"/><Relationship Id="rId7" Type="http://schemas.openxmlformats.org/officeDocument/2006/relationships/image" Target="../media/image1301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91.png"/><Relationship Id="rId11" Type="http://schemas.openxmlformats.org/officeDocument/2006/relationships/image" Target="../media/image136.png"/><Relationship Id="rId5" Type="http://schemas.openxmlformats.org/officeDocument/2006/relationships/image" Target="../media/image1281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71.png"/><Relationship Id="rId9" Type="http://schemas.openxmlformats.org/officeDocument/2006/relationships/image" Target="../media/image1341.png"/><Relationship Id="rId14" Type="http://schemas.openxmlformats.org/officeDocument/2006/relationships/image" Target="../media/image1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.png"/><Relationship Id="rId18" Type="http://schemas.openxmlformats.org/officeDocument/2006/relationships/image" Target="../media/image149.png"/><Relationship Id="rId21" Type="http://schemas.openxmlformats.org/officeDocument/2006/relationships/image" Target="../media/image152.png"/><Relationship Id="rId12" Type="http://schemas.openxmlformats.org/officeDocument/2006/relationships/image" Target="../media/image160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0.xml"/><Relationship Id="rId24" Type="http://schemas.openxmlformats.org/officeDocument/2006/relationships/image" Target="../media/image154.png"/><Relationship Id="rId15" Type="http://schemas.openxmlformats.org/officeDocument/2006/relationships/image" Target="../media/image163.png"/><Relationship Id="rId23" Type="http://schemas.openxmlformats.org/officeDocument/2006/relationships/image" Target="../media/image153.png"/><Relationship Id="rId19" Type="http://schemas.openxmlformats.org/officeDocument/2006/relationships/image" Target="../media/image150.png"/><Relationship Id="rId14" Type="http://schemas.openxmlformats.org/officeDocument/2006/relationships/image" Target="../media/image162.png"/><Relationship Id="rId22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0.png"/><Relationship Id="rId11" Type="http://schemas.openxmlformats.org/officeDocument/2006/relationships/image" Target="../media/image154.png"/><Relationship Id="rId5" Type="http://schemas.openxmlformats.org/officeDocument/2006/relationships/image" Target="../media/image149.png"/><Relationship Id="rId10" Type="http://schemas.openxmlformats.org/officeDocument/2006/relationships/image" Target="../media/image153.png"/><Relationship Id="rId4" Type="http://schemas.openxmlformats.org/officeDocument/2006/relationships/image" Target="../media/image148.png"/><Relationship Id="rId9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image" Target="../media/image151.png"/><Relationship Id="rId21" Type="http://schemas.openxmlformats.org/officeDocument/2006/relationships/image" Target="../media/image153.png"/><Relationship Id="rId12" Type="http://schemas.openxmlformats.org/officeDocument/2006/relationships/image" Target="../media/image168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9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0.xml"/><Relationship Id="rId15" Type="http://schemas.openxmlformats.org/officeDocument/2006/relationships/image" Target="../media/image148.png"/><Relationship Id="rId19" Type="http://schemas.openxmlformats.org/officeDocument/2006/relationships/image" Target="../media/image152.png"/><Relationship Id="rId14" Type="http://schemas.openxmlformats.org/officeDocument/2006/relationships/image" Target="../media/image147.png"/><Relationship Id="rId22" Type="http://schemas.openxmlformats.org/officeDocument/2006/relationships/image" Target="../media/image1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8.png"/><Relationship Id="rId3" Type="http://schemas.openxmlformats.org/officeDocument/2006/relationships/image" Target="../media/image155.png"/><Relationship Id="rId7" Type="http://schemas.openxmlformats.org/officeDocument/2006/relationships/image" Target="../media/image149.png"/><Relationship Id="rId12" Type="http://schemas.openxmlformats.org/officeDocument/2006/relationships/image" Target="../media/image1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8.png"/><Relationship Id="rId11" Type="http://schemas.openxmlformats.org/officeDocument/2006/relationships/image" Target="../media/image62.png"/><Relationship Id="rId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156.png"/><Relationship Id="rId9" Type="http://schemas.openxmlformats.org/officeDocument/2006/relationships/image" Target="../media/image15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62.png"/><Relationship Id="rId3" Type="http://schemas.openxmlformats.org/officeDocument/2006/relationships/image" Target="../media/image155.png"/><Relationship Id="rId21" Type="http://schemas.openxmlformats.org/officeDocument/2006/relationships/image" Target="../media/image148.png"/><Relationship Id="rId7" Type="http://schemas.openxmlformats.org/officeDocument/2006/relationships/image" Target="../media/image165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5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75.png"/><Relationship Id="rId20" Type="http://schemas.openxmlformats.org/officeDocument/2006/relationships/image" Target="../media/image157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4.png"/><Relationship Id="rId11" Type="http://schemas.openxmlformats.org/officeDocument/2006/relationships/image" Target="../media/image140.png"/><Relationship Id="rId24" Type="http://schemas.openxmlformats.org/officeDocument/2006/relationships/image" Target="../media/image151.png"/><Relationship Id="rId5" Type="http://schemas.openxmlformats.org/officeDocument/2006/relationships/image" Target="../media/image159.png"/><Relationship Id="rId15" Type="http://schemas.openxmlformats.org/officeDocument/2006/relationships/image" Target="../media/image174.png"/><Relationship Id="rId23" Type="http://schemas.openxmlformats.org/officeDocument/2006/relationships/image" Target="../media/image150.png"/><Relationship Id="rId28" Type="http://schemas.openxmlformats.org/officeDocument/2006/relationships/image" Target="../media/image158.png"/><Relationship Id="rId19" Type="http://schemas.openxmlformats.org/officeDocument/2006/relationships/image" Target="../media/image178.png"/><Relationship Id="rId4" Type="http://schemas.openxmlformats.org/officeDocument/2006/relationships/image" Target="../media/image156.png"/><Relationship Id="rId9" Type="http://schemas.openxmlformats.org/officeDocument/2006/relationships/image" Target="../media/image167.png"/><Relationship Id="rId14" Type="http://schemas.openxmlformats.org/officeDocument/2006/relationships/image" Target="../media/image173.png"/><Relationship Id="rId22" Type="http://schemas.openxmlformats.org/officeDocument/2006/relationships/image" Target="../media/image149.png"/><Relationship Id="rId27" Type="http://schemas.openxmlformats.org/officeDocument/2006/relationships/image" Target="../media/image1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0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0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AD6C483-1E13-E7F9-D44A-DE7952EC4C15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1147930-8DE8-0B80-F4E3-68FF6EA7235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5A6F85B-6A73-3569-9195-3600CFDA6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26F53AB-4A66-4EB0-9887-730DDCD7F95E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01098062-D92F-72A4-34A0-75D8E9CABB4E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28BB56F9-E306-A08C-6686-AAB097895940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6686BE5-C74E-EA77-FE06-E3E51A2F61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72BD9FFC-7C4E-F08B-83A6-D332B5468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">
            <a:extLst>
              <a:ext uri="{FF2B5EF4-FFF2-40B4-BE49-F238E27FC236}">
                <a16:creationId xmlns:a16="http://schemas.microsoft.com/office/drawing/2014/main" id="{78AFE6D7-FAF1-28BE-A122-E23878D42388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24" name="节段2">
            <a:extLst>
              <a:ext uri="{FF2B5EF4-FFF2-40B4-BE49-F238E27FC236}">
                <a16:creationId xmlns:a16="http://schemas.microsoft.com/office/drawing/2014/main" id="{44DB4F18-3C13-5A9D-AC70-FA03763645B6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25" name="节段3">
            <a:extLst>
              <a:ext uri="{FF2B5EF4-FFF2-40B4-BE49-F238E27FC236}">
                <a16:creationId xmlns:a16="http://schemas.microsoft.com/office/drawing/2014/main" id="{FBC174EA-7275-2AC1-353B-68A5E0696AAD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26" name="节段4">
            <a:extLst>
              <a:ext uri="{FF2B5EF4-FFF2-40B4-BE49-F238E27FC236}">
                <a16:creationId xmlns:a16="http://schemas.microsoft.com/office/drawing/2014/main" id="{980D3B08-B524-4598-C6E6-573B5CFEDB06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27" name="节段5">
            <a:extLst>
              <a:ext uri="{FF2B5EF4-FFF2-40B4-BE49-F238E27FC236}">
                <a16:creationId xmlns:a16="http://schemas.microsoft.com/office/drawing/2014/main" id="{17F9BC14-77BB-0A3F-AE67-E6BAB12B398B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28" name="节段6">
            <a:extLst>
              <a:ext uri="{FF2B5EF4-FFF2-40B4-BE49-F238E27FC236}">
                <a16:creationId xmlns:a16="http://schemas.microsoft.com/office/drawing/2014/main" id="{D89F78EA-EAD8-7E6F-AFA4-60C513A8B721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29" name="节段7">
            <a:extLst>
              <a:ext uri="{FF2B5EF4-FFF2-40B4-BE49-F238E27FC236}">
                <a16:creationId xmlns:a16="http://schemas.microsoft.com/office/drawing/2014/main" id="{6B486DAA-6349-81C2-7D18-F977B5581EB4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30" name="节段8">
            <a:extLst>
              <a:ext uri="{FF2B5EF4-FFF2-40B4-BE49-F238E27FC236}">
                <a16:creationId xmlns:a16="http://schemas.microsoft.com/office/drawing/2014/main" id="{3BBB3A34-133F-6DBE-52E7-38697D641D45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31" name="节段9">
            <a:extLst>
              <a:ext uri="{FF2B5EF4-FFF2-40B4-BE49-F238E27FC236}">
                <a16:creationId xmlns:a16="http://schemas.microsoft.com/office/drawing/2014/main" id="{DFE02CDF-B406-5BF6-4A8B-F8C5A5CC7EC3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32" name="节段10">
            <a:extLst>
              <a:ext uri="{FF2B5EF4-FFF2-40B4-BE49-F238E27FC236}">
                <a16:creationId xmlns:a16="http://schemas.microsoft.com/office/drawing/2014/main" id="{209F254B-6567-4D58-66F1-FDE36CE5B1A5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33" name="节段17">
            <a:extLst>
              <a:ext uri="{FF2B5EF4-FFF2-40B4-BE49-F238E27FC236}">
                <a16:creationId xmlns:a16="http://schemas.microsoft.com/office/drawing/2014/main" id="{56EE2EF4-E53B-62F3-C081-F71320BB4C54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34" name="节段18">
            <a:extLst>
              <a:ext uri="{FF2B5EF4-FFF2-40B4-BE49-F238E27FC236}">
                <a16:creationId xmlns:a16="http://schemas.microsoft.com/office/drawing/2014/main" id="{2463EB8A-78EC-4341-8E6F-499CE84D1E87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了解信号流图组成元素及含义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能够将结构图转化为信号流图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能够从代数式建立信号流图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能够建立非零初始状态的信号流图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06813"/>
              </p:ext>
            </p:extLst>
          </p:nvPr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20340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26014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4">
            <a:extLst>
              <a:ext uri="{FF2B5EF4-FFF2-40B4-BE49-F238E27FC236}">
                <a16:creationId xmlns:a16="http://schemas.microsoft.com/office/drawing/2014/main" id="{8C5E8D36-56D9-3653-6504-09B6D8DB7BA8}"/>
              </a:ext>
            </a:extLst>
          </p:cNvPr>
          <p:cNvSpPr/>
          <p:nvPr/>
        </p:nvSpPr>
        <p:spPr bwMode="auto">
          <a:xfrm>
            <a:off x="363935" y="1320582"/>
            <a:ext cx="58706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【好煮意】莲藕变黑了还能吃吗？">
            <a:extLst>
              <a:ext uri="{FF2B5EF4-FFF2-40B4-BE49-F238E27FC236}">
                <a16:creationId xmlns:a16="http://schemas.microsoft.com/office/drawing/2014/main" id="{826DB327-2821-3C8F-451C-4C0BC27AE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702" y="938994"/>
            <a:ext cx="8736863" cy="498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841840"/>
      </p:ext>
    </p:extLst>
  </p:cSld>
  <p:clrMapOvr>
    <a:masterClrMapping/>
  </p:clrMapOvr>
  <p:transition spd="slow"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614452" y="332656"/>
            <a:ext cx="425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信号流图导入：拓扑结构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模型 1">
                <a:extLst>
                  <a:ext uri="{FF2B5EF4-FFF2-40B4-BE49-F238E27FC236}">
                    <a16:creationId xmlns:a16="http://schemas.microsoft.com/office/drawing/2014/main" id="{E03982E2-D5FD-054D-BA29-9BB6587282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1831" y="1694666"/>
              <a:ext cx="5022128" cy="388073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022128" cy="3880736"/>
                    </a:xfrm>
                    <a:prstGeom prst="rect">
                      <a:avLst/>
                    </a:prstGeom>
                  </am3d:spPr>
                  <am3d:camera>
                    <am3d:pos x="0" y="0" z="663243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300" d="1000000"/>
                    <am3d:preTrans dx="-2945360" dy="-46" dz="300"/>
                    <am3d:scale>
                      <am3d:sx n="1000000" d="1000000"/>
                      <am3d:sy n="1000000" d="1000000"/>
                      <am3d:sz n="1000000" d="1000000"/>
                    </am3d:scale>
                    <am3d:rot ax="6487971" ay="-2148522" az="-715414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9498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模型 1">
                <a:extLst>
                  <a:ext uri="{FF2B5EF4-FFF2-40B4-BE49-F238E27FC236}">
                    <a16:creationId xmlns:a16="http://schemas.microsoft.com/office/drawing/2014/main" id="{E03982E2-D5FD-054D-BA29-9BB6587282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1831" y="1694666"/>
                <a:ext cx="5022128" cy="3880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模型 3">
                <a:extLst>
                  <a:ext uri="{FF2B5EF4-FFF2-40B4-BE49-F238E27FC236}">
                    <a16:creationId xmlns:a16="http://schemas.microsoft.com/office/drawing/2014/main" id="{68D9DB4C-BA8A-7B46-9787-DC5350CAB3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79182" y="1484784"/>
              <a:ext cx="5082203" cy="4176464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5082203" cy="4176464"/>
                    </a:xfrm>
                    <a:prstGeom prst="rect">
                      <a:avLst/>
                    </a:prstGeom>
                  </am3d:spPr>
                  <am3d:camera>
                    <am3d:pos x="0" y="0" z="741027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650" d="1000000"/>
                    <am3d:preTrans dx="-210865" dy="-61963" dz="188866"/>
                    <am3d:scale>
                      <am3d:sx n="1000000" d="1000000"/>
                      <am3d:sy n="1000000" d="1000000"/>
                      <am3d:sz n="1000000" d="1000000"/>
                    </am3d:scale>
                    <am3d:rot ax="2235360" ay="1568915" az="111182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0614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模型 3">
                <a:extLst>
                  <a:ext uri="{FF2B5EF4-FFF2-40B4-BE49-F238E27FC236}">
                    <a16:creationId xmlns:a16="http://schemas.microsoft.com/office/drawing/2014/main" id="{68D9DB4C-BA8A-7B46-9787-DC5350CAB3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79182" y="1484784"/>
                <a:ext cx="5082203" cy="417646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D52CF6A-BD92-224A-8B2B-F7718E57C59A}"/>
              </a:ext>
            </a:extLst>
          </p:cNvPr>
          <p:cNvSpPr txBox="1"/>
          <p:nvPr/>
        </p:nvSpPr>
        <p:spPr>
          <a:xfrm>
            <a:off x="6311230" y="6237311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"3 Rings (Trefoil Knot)" (https://</a:t>
            </a:r>
            <a:r>
              <a:rPr kumimoji="1" lang="en" altLang="zh-CN" sz="1200" dirty="0" err="1">
                <a:solidFill>
                  <a:schemeClr val="bg2">
                    <a:lumMod val="50000"/>
                  </a:schemeClr>
                </a:solidFill>
              </a:rPr>
              <a:t>skfb.ly</a:t>
            </a:r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/6uYnN) by e.hoseinkhani88 is licensed under Creative Commons Attribution (http://</a:t>
            </a:r>
            <a:r>
              <a:rPr kumimoji="1" lang="en" altLang="zh-CN" sz="1200" dirty="0" err="1">
                <a:solidFill>
                  <a:schemeClr val="bg2">
                    <a:lumMod val="50000"/>
                  </a:schemeClr>
                </a:solidFill>
              </a:rPr>
              <a:t>creativecommons.org</a:t>
            </a:r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/licenses/by/4.0/).</a:t>
            </a:r>
            <a:endParaRPr kumimoji="1" lang="zh-CN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29A550-B261-BB43-9497-2C9280EF1AFC}"/>
              </a:ext>
            </a:extLst>
          </p:cNvPr>
          <p:cNvSpPr txBox="1"/>
          <p:nvPr/>
        </p:nvSpPr>
        <p:spPr>
          <a:xfrm>
            <a:off x="614452" y="6237311"/>
            <a:ext cx="5022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"Möbius band" (https://</a:t>
            </a:r>
            <a:r>
              <a:rPr kumimoji="1" lang="en" altLang="zh-CN" sz="1200" dirty="0" err="1">
                <a:solidFill>
                  <a:schemeClr val="bg2">
                    <a:lumMod val="50000"/>
                  </a:schemeClr>
                </a:solidFill>
              </a:rPr>
              <a:t>skfb.ly</a:t>
            </a:r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/o6MYP) by </a:t>
            </a:r>
            <a:r>
              <a:rPr kumimoji="1" lang="en" altLang="zh-CN" sz="1200" dirty="0" err="1">
                <a:solidFill>
                  <a:schemeClr val="bg2">
                    <a:lumMod val="50000"/>
                  </a:schemeClr>
                </a:solidFill>
              </a:rPr>
              <a:t>you.likelihood</a:t>
            </a:r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 is licensed under Creative Commons Attribution (http://</a:t>
            </a:r>
            <a:r>
              <a:rPr kumimoji="1" lang="en" altLang="zh-CN" sz="1200" dirty="0" err="1">
                <a:solidFill>
                  <a:schemeClr val="bg2">
                    <a:lumMod val="50000"/>
                  </a:schemeClr>
                </a:solidFill>
              </a:rPr>
              <a:t>creativecommons.org</a:t>
            </a:r>
            <a:r>
              <a:rPr kumimoji="1" lang="en" altLang="zh-CN" sz="1200" dirty="0">
                <a:solidFill>
                  <a:schemeClr val="bg2">
                    <a:lumMod val="50000"/>
                  </a:schemeClr>
                </a:solidFill>
              </a:rPr>
              <a:t>/licenses/by/4.0/).</a:t>
            </a:r>
            <a:endParaRPr kumimoji="1" lang="zh-CN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880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60" presetClass="entr" presetSubtype="1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小熊布偶&#10;&#10;中度可信度描述已自动生成">
            <a:extLst>
              <a:ext uri="{FF2B5EF4-FFF2-40B4-BE49-F238E27FC236}">
                <a16:creationId xmlns:a16="http://schemas.microsoft.com/office/drawing/2014/main" id="{2C85B4B9-B5ED-E64E-993A-1B7F0272E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270" y="1803400"/>
            <a:ext cx="3744416" cy="37444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9" name="图片 38" descr="图标&#10;&#10;描述已自动生成">
            <a:extLst>
              <a:ext uri="{FF2B5EF4-FFF2-40B4-BE49-F238E27FC236}">
                <a16:creationId xmlns:a16="http://schemas.microsoft.com/office/drawing/2014/main" id="{FFFC759D-97BF-BD4B-94E2-E477007976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702" y="1628800"/>
            <a:ext cx="4320480" cy="432048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170E50D5-760D-814B-81E5-E4E073FB4204}"/>
              </a:ext>
            </a:extLst>
          </p:cNvPr>
          <p:cNvSpPr txBox="1"/>
          <p:nvPr/>
        </p:nvSpPr>
        <p:spPr>
          <a:xfrm>
            <a:off x="4799062" y="6237312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图片引用自</a:t>
            </a:r>
            <a:r>
              <a:rPr lang="en" altLang="zh-CN" dirty="0">
                <a:solidFill>
                  <a:schemeClr val="bg2">
                    <a:lumMod val="50000"/>
                  </a:schemeClr>
                </a:solidFill>
              </a:rPr>
              <a:t>Wikipedia </a:t>
            </a:r>
            <a:endParaRPr lang="en" altLang="zh-CN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182404" y="362556"/>
            <a:ext cx="5912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</a:t>
            </a:r>
          </a:p>
        </p:txBody>
      </p:sp>
    </p:spTree>
    <p:extLst>
      <p:ext uri="{BB962C8B-B14F-4D97-AF65-F5344CB8AC3E}">
        <p14:creationId xmlns:p14="http://schemas.microsoft.com/office/powerpoint/2010/main" val="378412136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190550" y="332656"/>
            <a:ext cx="540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</a:p>
        </p:txBody>
      </p:sp>
      <p:sp>
        <p:nvSpPr>
          <p:cNvPr id="5" name="圆变方">
            <a:extLst>
              <a:ext uri="{FF2B5EF4-FFF2-40B4-BE49-F238E27FC236}">
                <a16:creationId xmlns:a16="http://schemas.microsoft.com/office/drawing/2014/main" id="{59E05BE9-CA6D-4D47-86B1-FAD0FD572DB9}"/>
              </a:ext>
            </a:extLst>
          </p:cNvPr>
          <p:cNvSpPr/>
          <p:nvPr/>
        </p:nvSpPr>
        <p:spPr>
          <a:xfrm>
            <a:off x="3826954" y="1160748"/>
            <a:ext cx="4536504" cy="4536504"/>
          </a:xfrm>
          <a:custGeom>
            <a:avLst/>
            <a:gdLst>
              <a:gd name="connsiteX0" fmla="*/ 2268252 w 4536504"/>
              <a:gd name="connsiteY0" fmla="*/ 0 h 4536504"/>
              <a:gd name="connsiteX1" fmla="*/ 4536504 w 4536504"/>
              <a:gd name="connsiteY1" fmla="*/ 4536504 h 4536504"/>
              <a:gd name="connsiteX2" fmla="*/ 0 w 4536504"/>
              <a:gd name="connsiteY2" fmla="*/ 4536504 h 453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504" h="4536504">
                <a:moveTo>
                  <a:pt x="2268252" y="0"/>
                </a:moveTo>
                <a:lnTo>
                  <a:pt x="4536504" y="4536504"/>
                </a:lnTo>
                <a:lnTo>
                  <a:pt x="0" y="453650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67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变方">
            <a:extLst>
              <a:ext uri="{FF2B5EF4-FFF2-40B4-BE49-F238E27FC236}">
                <a16:creationId xmlns:a16="http://schemas.microsoft.com/office/drawing/2014/main" id="{60606CF9-F99B-CC42-A629-463A78D56620}"/>
              </a:ext>
            </a:extLst>
          </p:cNvPr>
          <p:cNvSpPr/>
          <p:nvPr/>
        </p:nvSpPr>
        <p:spPr>
          <a:xfrm>
            <a:off x="3826954" y="1160748"/>
            <a:ext cx="4536504" cy="4536504"/>
          </a:xfrm>
          <a:custGeom>
            <a:avLst/>
            <a:gdLst>
              <a:gd name="connsiteX0" fmla="*/ 0 w 4536504"/>
              <a:gd name="connsiteY0" fmla="*/ 0 h 4536504"/>
              <a:gd name="connsiteX1" fmla="*/ 4536504 w 4536504"/>
              <a:gd name="connsiteY1" fmla="*/ 0 h 4536504"/>
              <a:gd name="connsiteX2" fmla="*/ 4536504 w 4536504"/>
              <a:gd name="connsiteY2" fmla="*/ 4536504 h 4536504"/>
              <a:gd name="connsiteX3" fmla="*/ 0 w 4536504"/>
              <a:gd name="connsiteY3" fmla="*/ 4536504 h 453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6504" h="4536504">
                <a:moveTo>
                  <a:pt x="0" y="0"/>
                </a:moveTo>
                <a:lnTo>
                  <a:pt x="4536504" y="0"/>
                </a:lnTo>
                <a:lnTo>
                  <a:pt x="4536504" y="4536504"/>
                </a:lnTo>
                <a:lnTo>
                  <a:pt x="0" y="453650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05F13-2DE4-B24D-A58E-C0D178F821A9}"/>
              </a:ext>
            </a:extLst>
          </p:cNvPr>
          <p:cNvSpPr txBox="1"/>
          <p:nvPr/>
        </p:nvSpPr>
        <p:spPr>
          <a:xfrm>
            <a:off x="190550" y="332656"/>
            <a:ext cx="540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</a:p>
        </p:txBody>
      </p:sp>
    </p:spTree>
    <p:extLst>
      <p:ext uri="{BB962C8B-B14F-4D97-AF65-F5344CB8AC3E}">
        <p14:creationId xmlns:p14="http://schemas.microsoft.com/office/powerpoint/2010/main" val="809995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变方">
            <a:extLst>
              <a:ext uri="{FF2B5EF4-FFF2-40B4-BE49-F238E27FC236}">
                <a16:creationId xmlns:a16="http://schemas.microsoft.com/office/drawing/2014/main" id="{66B9B264-F1A8-B94C-8ED7-2AEF75D2BA2D}"/>
              </a:ext>
            </a:extLst>
          </p:cNvPr>
          <p:cNvSpPr/>
          <p:nvPr/>
        </p:nvSpPr>
        <p:spPr>
          <a:xfrm rot="18900000">
            <a:off x="3826954" y="1160748"/>
            <a:ext cx="4536504" cy="4536504"/>
          </a:xfrm>
          <a:custGeom>
            <a:avLst/>
            <a:gdLst>
              <a:gd name="connsiteX0" fmla="*/ 2268252 w 4536504"/>
              <a:gd name="connsiteY0" fmla="*/ 0 h 4536504"/>
              <a:gd name="connsiteX1" fmla="*/ 4536504 w 4536504"/>
              <a:gd name="connsiteY1" fmla="*/ 2268252 h 4536504"/>
              <a:gd name="connsiteX2" fmla="*/ 2268252 w 4536504"/>
              <a:gd name="connsiteY2" fmla="*/ 4536504 h 4536504"/>
              <a:gd name="connsiteX3" fmla="*/ 0 w 4536504"/>
              <a:gd name="connsiteY3" fmla="*/ 2268252 h 4536504"/>
              <a:gd name="connsiteX4" fmla="*/ 2268252 w 4536504"/>
              <a:gd name="connsiteY4" fmla="*/ 0 h 453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504" h="4536504">
                <a:moveTo>
                  <a:pt x="2268252" y="0"/>
                </a:moveTo>
                <a:cubicBezTo>
                  <a:pt x="3520973" y="0"/>
                  <a:pt x="4536504" y="1015531"/>
                  <a:pt x="4536504" y="2268252"/>
                </a:cubicBezTo>
                <a:cubicBezTo>
                  <a:pt x="4536504" y="3520973"/>
                  <a:pt x="3520973" y="4536504"/>
                  <a:pt x="2268252" y="4536504"/>
                </a:cubicBezTo>
                <a:cubicBezTo>
                  <a:pt x="1015531" y="4536504"/>
                  <a:pt x="0" y="3520973"/>
                  <a:pt x="0" y="2268252"/>
                </a:cubicBezTo>
                <a:cubicBezTo>
                  <a:pt x="0" y="1015531"/>
                  <a:pt x="1015531" y="0"/>
                  <a:pt x="22682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x1">
                <a:extLst>
                  <a:ext uri="{FF2B5EF4-FFF2-40B4-BE49-F238E27FC236}">
                    <a16:creationId xmlns:a16="http://schemas.microsoft.com/office/drawing/2014/main" id="{DA43F782-DC1C-804D-A533-1400F6040153}"/>
                  </a:ext>
                </a:extLst>
              </p:cNvPr>
              <p:cNvSpPr txBox="1"/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" name="文本框x1">
                <a:extLst>
                  <a:ext uri="{FF2B5EF4-FFF2-40B4-BE49-F238E27FC236}">
                    <a16:creationId xmlns:a16="http://schemas.microsoft.com/office/drawing/2014/main" id="{DA43F782-DC1C-804D-A533-1400F6040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blipFill>
                <a:blip r:embed="rId2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x1">
            <a:extLst>
              <a:ext uri="{FF2B5EF4-FFF2-40B4-BE49-F238E27FC236}">
                <a16:creationId xmlns:a16="http://schemas.microsoft.com/office/drawing/2014/main" id="{E6639674-E621-B048-8BD7-F6BE01703DC2}"/>
              </a:ext>
            </a:extLst>
          </p:cNvPr>
          <p:cNvSpPr/>
          <p:nvPr/>
        </p:nvSpPr>
        <p:spPr>
          <a:xfrm>
            <a:off x="5977121" y="139263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D20525BE-980B-654E-8F6C-D29CF501FAD4}"/>
                  </a:ext>
                </a:extLst>
              </p:cNvPr>
              <p:cNvSpPr txBox="1"/>
              <p:nvPr/>
            </p:nvSpPr>
            <p:spPr>
              <a:xfrm>
                <a:off x="8025603" y="190911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D20525BE-980B-654E-8F6C-D29CF501F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603" y="1909110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3636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x2">
            <a:extLst>
              <a:ext uri="{FF2B5EF4-FFF2-40B4-BE49-F238E27FC236}">
                <a16:creationId xmlns:a16="http://schemas.microsoft.com/office/drawing/2014/main" id="{CD92FC5C-A35F-B84C-8069-2D7E6ED107F7}"/>
              </a:ext>
            </a:extLst>
          </p:cNvPr>
          <p:cNvSpPr/>
          <p:nvPr/>
        </p:nvSpPr>
        <p:spPr>
          <a:xfrm>
            <a:off x="7607374" y="234502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81E43111-20B9-734A-B047-F0D1A5E4E6D2}"/>
                  </a:ext>
                </a:extLst>
              </p:cNvPr>
              <p:cNvSpPr txBox="1"/>
              <p:nvPr/>
            </p:nvSpPr>
            <p:spPr>
              <a:xfrm>
                <a:off x="8025603" y="43157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81E43111-20B9-734A-B047-F0D1A5E4E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603" y="4315774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x3">
            <a:extLst>
              <a:ext uri="{FF2B5EF4-FFF2-40B4-BE49-F238E27FC236}">
                <a16:creationId xmlns:a16="http://schemas.microsoft.com/office/drawing/2014/main" id="{45D8078A-9CD6-F34C-B380-8A85C8204127}"/>
              </a:ext>
            </a:extLst>
          </p:cNvPr>
          <p:cNvSpPr/>
          <p:nvPr/>
        </p:nvSpPr>
        <p:spPr>
          <a:xfrm>
            <a:off x="7607374" y="426068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E1A94AC9-B36E-B845-A1EA-CDA5C9C07E74}"/>
                  </a:ext>
                </a:extLst>
              </p:cNvPr>
              <p:cNvSpPr txBox="1"/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E1A94AC9-B36E-B845-A1EA-CDA5C9C07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x4">
            <a:extLst>
              <a:ext uri="{FF2B5EF4-FFF2-40B4-BE49-F238E27FC236}">
                <a16:creationId xmlns:a16="http://schemas.microsoft.com/office/drawing/2014/main" id="{177FE795-24AF-2149-B5AE-5365893061D3}"/>
              </a:ext>
            </a:extLst>
          </p:cNvPr>
          <p:cNvSpPr/>
          <p:nvPr/>
        </p:nvSpPr>
        <p:spPr>
          <a:xfrm>
            <a:off x="5977772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4A7FC697-4FBA-A546-915E-7765C0E04D37}"/>
                  </a:ext>
                </a:extLst>
              </p:cNvPr>
              <p:cNvSpPr txBox="1"/>
              <p:nvPr/>
            </p:nvSpPr>
            <p:spPr>
              <a:xfrm>
                <a:off x="3510496" y="43157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4A7FC697-4FBA-A546-915E-7765C0E04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96" y="4315774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x5">
            <a:extLst>
              <a:ext uri="{FF2B5EF4-FFF2-40B4-BE49-F238E27FC236}">
                <a16:creationId xmlns:a16="http://schemas.microsoft.com/office/drawing/2014/main" id="{A0E28BD8-7606-0547-B491-CF9D5CD949B4}"/>
              </a:ext>
            </a:extLst>
          </p:cNvPr>
          <p:cNvSpPr/>
          <p:nvPr/>
        </p:nvSpPr>
        <p:spPr>
          <a:xfrm>
            <a:off x="4265468" y="42734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BC842B68-D1A8-9F4F-9A8B-78DEDF65434E}"/>
                  </a:ext>
                </a:extLst>
              </p:cNvPr>
              <p:cNvSpPr txBox="1"/>
              <p:nvPr/>
            </p:nvSpPr>
            <p:spPr>
              <a:xfrm>
                <a:off x="3370459" y="202719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BC842B68-D1A8-9F4F-9A8B-78DEDF654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459" y="2027195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x6">
            <a:extLst>
              <a:ext uri="{FF2B5EF4-FFF2-40B4-BE49-F238E27FC236}">
                <a16:creationId xmlns:a16="http://schemas.microsoft.com/office/drawing/2014/main" id="{C9854223-01AE-8F4D-B5EC-AC82BC508294}"/>
              </a:ext>
            </a:extLst>
          </p:cNvPr>
          <p:cNvSpPr/>
          <p:nvPr/>
        </p:nvSpPr>
        <p:spPr>
          <a:xfrm>
            <a:off x="4262799" y="234502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3" name="!!直线连接符1-2">
            <a:extLst>
              <a:ext uri="{FF2B5EF4-FFF2-40B4-BE49-F238E27FC236}">
                <a16:creationId xmlns:a16="http://schemas.microsoft.com/office/drawing/2014/main" id="{2326E61B-6AAF-9C4E-AFD5-70267C73876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6178705" y="1594214"/>
            <a:ext cx="1463255" cy="785395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线连接符2-3">
            <a:extLst>
              <a:ext uri="{FF2B5EF4-FFF2-40B4-BE49-F238E27FC236}">
                <a16:creationId xmlns:a16="http://schemas.microsoft.com/office/drawing/2014/main" id="{6E958E89-4F1A-BF4F-9CEB-2179171BF841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7725459" y="2581193"/>
            <a:ext cx="0" cy="1679494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直线连接符3-4">
            <a:extLst>
              <a:ext uri="{FF2B5EF4-FFF2-40B4-BE49-F238E27FC236}">
                <a16:creationId xmlns:a16="http://schemas.microsoft.com/office/drawing/2014/main" id="{F6B5FE0A-2808-A642-ACAA-92E69C13E5B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6179356" y="4496857"/>
            <a:ext cx="1462604" cy="834395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直线连接符4-5">
            <a:extLst>
              <a:ext uri="{FF2B5EF4-FFF2-40B4-BE49-F238E27FC236}">
                <a16:creationId xmlns:a16="http://schemas.microsoft.com/office/drawing/2014/main" id="{F7687FA3-A3C5-714E-879E-41796FDABFA0}"/>
              </a:ext>
            </a:extLst>
          </p:cNvPr>
          <p:cNvCxnSpPr>
            <a:cxnSpLocks/>
            <a:stCxn id="12" idx="2"/>
            <a:endCxn id="14" idx="5"/>
          </p:cNvCxnSpPr>
          <p:nvPr/>
        </p:nvCxnSpPr>
        <p:spPr>
          <a:xfrm flipH="1" flipV="1">
            <a:off x="4467052" y="4475081"/>
            <a:ext cx="1510720" cy="93967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直线连接符5-6">
            <a:extLst>
              <a:ext uri="{FF2B5EF4-FFF2-40B4-BE49-F238E27FC236}">
                <a16:creationId xmlns:a16="http://schemas.microsoft.com/office/drawing/2014/main" id="{67E06564-8AFF-C949-A1E7-023891EC42A9}"/>
              </a:ext>
            </a:extLst>
          </p:cNvPr>
          <p:cNvCxnSpPr>
            <a:cxnSpLocks/>
            <a:stCxn id="14" idx="0"/>
            <a:endCxn id="16" idx="4"/>
          </p:cNvCxnSpPr>
          <p:nvPr/>
        </p:nvCxnSpPr>
        <p:spPr>
          <a:xfrm flipH="1" flipV="1">
            <a:off x="4380884" y="2581193"/>
            <a:ext cx="2669" cy="1692304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直线连接符6-1">
            <a:extLst>
              <a:ext uri="{FF2B5EF4-FFF2-40B4-BE49-F238E27FC236}">
                <a16:creationId xmlns:a16="http://schemas.microsoft.com/office/drawing/2014/main" id="{4D731377-8D70-F64B-AB22-5C81CBCCA6B3}"/>
              </a:ext>
            </a:extLst>
          </p:cNvPr>
          <p:cNvCxnSpPr>
            <a:cxnSpLocks/>
            <a:stCxn id="16" idx="7"/>
            <a:endCxn id="4" idx="2"/>
          </p:cNvCxnSpPr>
          <p:nvPr/>
        </p:nvCxnSpPr>
        <p:spPr>
          <a:xfrm flipV="1">
            <a:off x="4464383" y="1510715"/>
            <a:ext cx="1512738" cy="868894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5ED796C7-400F-3F4A-807E-6C9B31033F4E}"/>
              </a:ext>
            </a:extLst>
          </p:cNvPr>
          <p:cNvSpPr txBox="1"/>
          <p:nvPr/>
        </p:nvSpPr>
        <p:spPr>
          <a:xfrm>
            <a:off x="190550" y="332656"/>
            <a:ext cx="540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</a:p>
        </p:txBody>
      </p:sp>
    </p:spTree>
    <p:extLst>
      <p:ext uri="{BB962C8B-B14F-4D97-AF65-F5344CB8AC3E}">
        <p14:creationId xmlns:p14="http://schemas.microsoft.com/office/powerpoint/2010/main" val="525409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变方">
            <a:extLst>
              <a:ext uri="{FF2B5EF4-FFF2-40B4-BE49-F238E27FC236}">
                <a16:creationId xmlns:a16="http://schemas.microsoft.com/office/drawing/2014/main" id="{60606CF9-F99B-CC42-A629-463A78D56620}"/>
              </a:ext>
            </a:extLst>
          </p:cNvPr>
          <p:cNvSpPr/>
          <p:nvPr/>
        </p:nvSpPr>
        <p:spPr>
          <a:xfrm>
            <a:off x="3826954" y="1160748"/>
            <a:ext cx="4536504" cy="4536504"/>
          </a:xfrm>
          <a:custGeom>
            <a:avLst/>
            <a:gdLst>
              <a:gd name="connsiteX0" fmla="*/ 0 w 4536504"/>
              <a:gd name="connsiteY0" fmla="*/ 0 h 4536504"/>
              <a:gd name="connsiteX1" fmla="*/ 4536504 w 4536504"/>
              <a:gd name="connsiteY1" fmla="*/ 0 h 4536504"/>
              <a:gd name="connsiteX2" fmla="*/ 4536504 w 4536504"/>
              <a:gd name="connsiteY2" fmla="*/ 4536504 h 4536504"/>
              <a:gd name="connsiteX3" fmla="*/ 0 w 4536504"/>
              <a:gd name="connsiteY3" fmla="*/ 4536504 h 453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6504" h="4536504">
                <a:moveTo>
                  <a:pt x="0" y="0"/>
                </a:moveTo>
                <a:lnTo>
                  <a:pt x="4536504" y="0"/>
                </a:lnTo>
                <a:lnTo>
                  <a:pt x="4536504" y="4536504"/>
                </a:lnTo>
                <a:lnTo>
                  <a:pt x="0" y="453650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x1">
                <a:extLst>
                  <a:ext uri="{FF2B5EF4-FFF2-40B4-BE49-F238E27FC236}">
                    <a16:creationId xmlns:a16="http://schemas.microsoft.com/office/drawing/2014/main" id="{1FF0855B-130F-2C4B-B49E-98793108B8A2}"/>
                  </a:ext>
                </a:extLst>
              </p:cNvPr>
              <p:cNvSpPr txBox="1"/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" name="文本框x1">
                <a:extLst>
                  <a:ext uri="{FF2B5EF4-FFF2-40B4-BE49-F238E27FC236}">
                    <a16:creationId xmlns:a16="http://schemas.microsoft.com/office/drawing/2014/main" id="{1FF0855B-130F-2C4B-B49E-98793108B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blipFill>
                <a:blip r:embed="rId2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x1">
            <a:extLst>
              <a:ext uri="{FF2B5EF4-FFF2-40B4-BE49-F238E27FC236}">
                <a16:creationId xmlns:a16="http://schemas.microsoft.com/office/drawing/2014/main" id="{E37517D8-2DDF-3946-B737-BC890698C157}"/>
              </a:ext>
            </a:extLst>
          </p:cNvPr>
          <p:cNvSpPr/>
          <p:nvPr/>
        </p:nvSpPr>
        <p:spPr>
          <a:xfrm>
            <a:off x="5977121" y="139263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EAF00ED1-8E81-DE48-A52B-6DB963B74425}"/>
                  </a:ext>
                </a:extLst>
              </p:cNvPr>
              <p:cNvSpPr txBox="1"/>
              <p:nvPr/>
            </p:nvSpPr>
            <p:spPr>
              <a:xfrm>
                <a:off x="8360625" y="116074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EAF00ED1-8E81-DE48-A52B-6DB963B74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625" y="1160748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x2">
            <a:extLst>
              <a:ext uri="{FF2B5EF4-FFF2-40B4-BE49-F238E27FC236}">
                <a16:creationId xmlns:a16="http://schemas.microsoft.com/office/drawing/2014/main" id="{9C9DFB81-A4E0-AB42-8046-52F3117201AB}"/>
              </a:ext>
            </a:extLst>
          </p:cNvPr>
          <p:cNvSpPr/>
          <p:nvPr/>
        </p:nvSpPr>
        <p:spPr>
          <a:xfrm>
            <a:off x="7843480" y="139263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2DD14F99-6427-7B48-B214-DD788AE290E2}"/>
                  </a:ext>
                </a:extLst>
              </p:cNvPr>
              <p:cNvSpPr txBox="1"/>
              <p:nvPr/>
            </p:nvSpPr>
            <p:spPr>
              <a:xfrm>
                <a:off x="8371687" y="50610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2DD14F99-6427-7B48-B214-DD788AE29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687" y="5061046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x3">
            <a:extLst>
              <a:ext uri="{FF2B5EF4-FFF2-40B4-BE49-F238E27FC236}">
                <a16:creationId xmlns:a16="http://schemas.microsoft.com/office/drawing/2014/main" id="{2DBEC0C1-9769-9245-B39E-27328BC74C20}"/>
              </a:ext>
            </a:extLst>
          </p:cNvPr>
          <p:cNvSpPr/>
          <p:nvPr/>
        </p:nvSpPr>
        <p:spPr>
          <a:xfrm>
            <a:off x="7843480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25ABA256-474D-044B-9129-D5F1F1E1013A}"/>
                  </a:ext>
                </a:extLst>
              </p:cNvPr>
              <p:cNvSpPr txBox="1"/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25ABA256-474D-044B-9129-D5F1F1E10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x4">
            <a:extLst>
              <a:ext uri="{FF2B5EF4-FFF2-40B4-BE49-F238E27FC236}">
                <a16:creationId xmlns:a16="http://schemas.microsoft.com/office/drawing/2014/main" id="{34DAFDFE-2D1C-BA44-9EC2-222C69EBC44E}"/>
              </a:ext>
            </a:extLst>
          </p:cNvPr>
          <p:cNvSpPr/>
          <p:nvPr/>
        </p:nvSpPr>
        <p:spPr>
          <a:xfrm>
            <a:off x="5977772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FBB5ADE0-35D6-0040-8FC0-7A3D8153C01E}"/>
                  </a:ext>
                </a:extLst>
              </p:cNvPr>
              <p:cNvSpPr txBox="1"/>
              <p:nvPr/>
            </p:nvSpPr>
            <p:spPr>
              <a:xfrm>
                <a:off x="3155118" y="50610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FBB5ADE0-35D6-0040-8FC0-7A3D8153C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118" y="5061046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x5">
            <a:extLst>
              <a:ext uri="{FF2B5EF4-FFF2-40B4-BE49-F238E27FC236}">
                <a16:creationId xmlns:a16="http://schemas.microsoft.com/office/drawing/2014/main" id="{A7627119-A051-EC44-AF4A-845744EAB037}"/>
              </a:ext>
            </a:extLst>
          </p:cNvPr>
          <p:cNvSpPr/>
          <p:nvPr/>
        </p:nvSpPr>
        <p:spPr>
          <a:xfrm>
            <a:off x="4062627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38248F7E-24F6-CA44-AEFF-32820C71811F}"/>
                  </a:ext>
                </a:extLst>
              </p:cNvPr>
              <p:cNvSpPr txBox="1"/>
              <p:nvPr/>
            </p:nvSpPr>
            <p:spPr>
              <a:xfrm>
                <a:off x="3137619" y="114826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38248F7E-24F6-CA44-AEFF-32820C718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619" y="1148264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x6">
            <a:extLst>
              <a:ext uri="{FF2B5EF4-FFF2-40B4-BE49-F238E27FC236}">
                <a16:creationId xmlns:a16="http://schemas.microsoft.com/office/drawing/2014/main" id="{E3C48E4C-AFAC-3B48-969B-E8C042D15C00}"/>
              </a:ext>
            </a:extLst>
          </p:cNvPr>
          <p:cNvSpPr/>
          <p:nvPr/>
        </p:nvSpPr>
        <p:spPr>
          <a:xfrm>
            <a:off x="4062627" y="139263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7" name="!!直线连接符1-2">
            <a:extLst>
              <a:ext uri="{FF2B5EF4-FFF2-40B4-BE49-F238E27FC236}">
                <a16:creationId xmlns:a16="http://schemas.microsoft.com/office/drawing/2014/main" id="{C71A3A87-4A38-8845-94D1-CF893FEE40AE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6213291" y="1510715"/>
            <a:ext cx="1630189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线连接符2-3">
            <a:extLst>
              <a:ext uri="{FF2B5EF4-FFF2-40B4-BE49-F238E27FC236}">
                <a16:creationId xmlns:a16="http://schemas.microsoft.com/office/drawing/2014/main" id="{D6D10735-8A92-EA4D-82D5-262A380D00CC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7961565" y="1628800"/>
            <a:ext cx="0" cy="3667866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直线连接符3-4">
            <a:extLst>
              <a:ext uri="{FF2B5EF4-FFF2-40B4-BE49-F238E27FC236}">
                <a16:creationId xmlns:a16="http://schemas.microsoft.com/office/drawing/2014/main" id="{2971750F-D2D8-1843-98DB-BDF5283B87F7}"/>
              </a:ext>
            </a:extLst>
          </p:cNvPr>
          <p:cNvCxnSpPr>
            <a:cxnSpLocks/>
            <a:stCxn id="10" idx="2"/>
            <a:endCxn id="12" idx="6"/>
          </p:cNvCxnSpPr>
          <p:nvPr/>
        </p:nvCxnSpPr>
        <p:spPr>
          <a:xfrm flipH="1">
            <a:off x="6213942" y="5414751"/>
            <a:ext cx="1629538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直线连接符4-5">
            <a:extLst>
              <a:ext uri="{FF2B5EF4-FFF2-40B4-BE49-F238E27FC236}">
                <a16:creationId xmlns:a16="http://schemas.microsoft.com/office/drawing/2014/main" id="{A0A3CE8E-C632-B040-8AE1-F5E2E32BE705}"/>
              </a:ext>
            </a:extLst>
          </p:cNvPr>
          <p:cNvCxnSpPr>
            <a:cxnSpLocks/>
            <a:stCxn id="12" idx="2"/>
            <a:endCxn id="14" idx="6"/>
          </p:cNvCxnSpPr>
          <p:nvPr/>
        </p:nvCxnSpPr>
        <p:spPr>
          <a:xfrm flipH="1">
            <a:off x="4298797" y="5414751"/>
            <a:ext cx="1678975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直线连接符5-6">
            <a:extLst>
              <a:ext uri="{FF2B5EF4-FFF2-40B4-BE49-F238E27FC236}">
                <a16:creationId xmlns:a16="http://schemas.microsoft.com/office/drawing/2014/main" id="{CB4DFF50-1EE8-734F-A798-ADBB6ACC459E}"/>
              </a:ext>
            </a:extLst>
          </p:cNvPr>
          <p:cNvCxnSpPr>
            <a:cxnSpLocks/>
            <a:stCxn id="14" idx="0"/>
            <a:endCxn id="16" idx="4"/>
          </p:cNvCxnSpPr>
          <p:nvPr/>
        </p:nvCxnSpPr>
        <p:spPr>
          <a:xfrm flipV="1">
            <a:off x="4180712" y="1628800"/>
            <a:ext cx="0" cy="3667866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直线连接符6-1">
            <a:extLst>
              <a:ext uri="{FF2B5EF4-FFF2-40B4-BE49-F238E27FC236}">
                <a16:creationId xmlns:a16="http://schemas.microsoft.com/office/drawing/2014/main" id="{53F3574F-E540-3A41-8D55-790947DDAB38}"/>
              </a:ext>
            </a:extLst>
          </p:cNvPr>
          <p:cNvCxnSpPr>
            <a:cxnSpLocks/>
            <a:stCxn id="16" idx="6"/>
            <a:endCxn id="5" idx="2"/>
          </p:cNvCxnSpPr>
          <p:nvPr/>
        </p:nvCxnSpPr>
        <p:spPr>
          <a:xfrm>
            <a:off x="4298797" y="1510715"/>
            <a:ext cx="1678324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41C34F7A-BE78-7A42-A463-73A99E637D00}"/>
              </a:ext>
            </a:extLst>
          </p:cNvPr>
          <p:cNvSpPr txBox="1"/>
          <p:nvPr/>
        </p:nvSpPr>
        <p:spPr>
          <a:xfrm>
            <a:off x="190550" y="332656"/>
            <a:ext cx="540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</a:p>
        </p:txBody>
      </p:sp>
    </p:spTree>
    <p:extLst>
      <p:ext uri="{BB962C8B-B14F-4D97-AF65-F5344CB8AC3E}">
        <p14:creationId xmlns:p14="http://schemas.microsoft.com/office/powerpoint/2010/main" val="423335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变方">
            <a:extLst>
              <a:ext uri="{FF2B5EF4-FFF2-40B4-BE49-F238E27FC236}">
                <a16:creationId xmlns:a16="http://schemas.microsoft.com/office/drawing/2014/main" id="{59E05BE9-CA6D-4D47-86B1-FAD0FD572DB9}"/>
              </a:ext>
            </a:extLst>
          </p:cNvPr>
          <p:cNvSpPr/>
          <p:nvPr/>
        </p:nvSpPr>
        <p:spPr>
          <a:xfrm>
            <a:off x="3826954" y="1160748"/>
            <a:ext cx="4536504" cy="4536504"/>
          </a:xfrm>
          <a:custGeom>
            <a:avLst/>
            <a:gdLst>
              <a:gd name="connsiteX0" fmla="*/ 2268252 w 4536504"/>
              <a:gd name="connsiteY0" fmla="*/ 0 h 4536504"/>
              <a:gd name="connsiteX1" fmla="*/ 4536504 w 4536504"/>
              <a:gd name="connsiteY1" fmla="*/ 4536504 h 4536504"/>
              <a:gd name="connsiteX2" fmla="*/ 0 w 4536504"/>
              <a:gd name="connsiteY2" fmla="*/ 4536504 h 453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36504" h="4536504">
                <a:moveTo>
                  <a:pt x="2268252" y="0"/>
                </a:moveTo>
                <a:lnTo>
                  <a:pt x="4536504" y="4536504"/>
                </a:lnTo>
                <a:lnTo>
                  <a:pt x="0" y="453650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x1">
                <a:extLst>
                  <a:ext uri="{FF2B5EF4-FFF2-40B4-BE49-F238E27FC236}">
                    <a16:creationId xmlns:a16="http://schemas.microsoft.com/office/drawing/2014/main" id="{5042DA9B-712D-3646-9A50-8375EA04995A}"/>
                  </a:ext>
                </a:extLst>
              </p:cNvPr>
              <p:cNvSpPr txBox="1"/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" name="文本框x1">
                <a:extLst>
                  <a:ext uri="{FF2B5EF4-FFF2-40B4-BE49-F238E27FC236}">
                    <a16:creationId xmlns:a16="http://schemas.microsoft.com/office/drawing/2014/main" id="{5042DA9B-712D-3646-9A50-8375EA049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94266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x1">
            <a:extLst>
              <a:ext uri="{FF2B5EF4-FFF2-40B4-BE49-F238E27FC236}">
                <a16:creationId xmlns:a16="http://schemas.microsoft.com/office/drawing/2014/main" id="{D8E05880-E86C-E540-BFF8-FB9542F0CC59}"/>
              </a:ext>
            </a:extLst>
          </p:cNvPr>
          <p:cNvSpPr/>
          <p:nvPr/>
        </p:nvSpPr>
        <p:spPr>
          <a:xfrm>
            <a:off x="5975705" y="154130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5C7F1197-8F93-B848-B7EB-66DD68E7B0FF}"/>
                  </a:ext>
                </a:extLst>
              </p:cNvPr>
              <p:cNvSpPr txBox="1"/>
              <p:nvPr/>
            </p:nvSpPr>
            <p:spPr>
              <a:xfrm>
                <a:off x="7230498" y="295156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文本框x2">
                <a:extLst>
                  <a:ext uri="{FF2B5EF4-FFF2-40B4-BE49-F238E27FC236}">
                    <a16:creationId xmlns:a16="http://schemas.microsoft.com/office/drawing/2014/main" id="{5C7F1197-8F93-B848-B7EB-66DD68E7B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498" y="2951566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x2">
            <a:extLst>
              <a:ext uri="{FF2B5EF4-FFF2-40B4-BE49-F238E27FC236}">
                <a16:creationId xmlns:a16="http://schemas.microsoft.com/office/drawing/2014/main" id="{30D04137-E3FA-3A4B-8FBC-81464753A8E1}"/>
              </a:ext>
            </a:extLst>
          </p:cNvPr>
          <p:cNvSpPr/>
          <p:nvPr/>
        </p:nvSpPr>
        <p:spPr>
          <a:xfrm>
            <a:off x="6792541" y="322341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F8D77739-F2E8-6546-A886-257DFCA1D197}"/>
                  </a:ext>
                </a:extLst>
              </p:cNvPr>
              <p:cNvSpPr txBox="1"/>
              <p:nvPr/>
            </p:nvSpPr>
            <p:spPr>
              <a:xfrm>
                <a:off x="8371687" y="50610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x3">
                <a:extLst>
                  <a:ext uri="{FF2B5EF4-FFF2-40B4-BE49-F238E27FC236}">
                    <a16:creationId xmlns:a16="http://schemas.microsoft.com/office/drawing/2014/main" id="{F8D77739-F2E8-6546-A886-257DFCA1D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687" y="5061046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x3">
            <a:extLst>
              <a:ext uri="{FF2B5EF4-FFF2-40B4-BE49-F238E27FC236}">
                <a16:creationId xmlns:a16="http://schemas.microsoft.com/office/drawing/2014/main" id="{176368DA-9029-6B40-864A-9EB25187AFAF}"/>
              </a:ext>
            </a:extLst>
          </p:cNvPr>
          <p:cNvSpPr/>
          <p:nvPr/>
        </p:nvSpPr>
        <p:spPr>
          <a:xfrm>
            <a:off x="7725395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D1743B2C-16F2-A247-8C51-9B9F8F9AEE9D}"/>
                  </a:ext>
                </a:extLst>
              </p:cNvPr>
              <p:cNvSpPr txBox="1"/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x4">
                <a:extLst>
                  <a:ext uri="{FF2B5EF4-FFF2-40B4-BE49-F238E27FC236}">
                    <a16:creationId xmlns:a16="http://schemas.microsoft.com/office/drawing/2014/main" id="{D1743B2C-16F2-A247-8C51-9B9F8F9AE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122" y="5532836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x4">
            <a:extLst>
              <a:ext uri="{FF2B5EF4-FFF2-40B4-BE49-F238E27FC236}">
                <a16:creationId xmlns:a16="http://schemas.microsoft.com/office/drawing/2014/main" id="{D443CCCB-CEDF-8741-8378-A4B3B5B94CDB}"/>
              </a:ext>
            </a:extLst>
          </p:cNvPr>
          <p:cNvSpPr/>
          <p:nvPr/>
        </p:nvSpPr>
        <p:spPr>
          <a:xfrm>
            <a:off x="5977772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23F78FCD-C9FB-E54B-9450-7D55CB484B51}"/>
                  </a:ext>
                </a:extLst>
              </p:cNvPr>
              <p:cNvSpPr txBox="1"/>
              <p:nvPr/>
            </p:nvSpPr>
            <p:spPr>
              <a:xfrm>
                <a:off x="3155118" y="50610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5">
                <a:extLst>
                  <a:ext uri="{FF2B5EF4-FFF2-40B4-BE49-F238E27FC236}">
                    <a16:creationId xmlns:a16="http://schemas.microsoft.com/office/drawing/2014/main" id="{23F78FCD-C9FB-E54B-9450-7D55CB48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118" y="5061046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x5">
            <a:extLst>
              <a:ext uri="{FF2B5EF4-FFF2-40B4-BE49-F238E27FC236}">
                <a16:creationId xmlns:a16="http://schemas.microsoft.com/office/drawing/2014/main" id="{D0061823-5311-2641-B2DE-A7101002078D}"/>
              </a:ext>
            </a:extLst>
          </p:cNvPr>
          <p:cNvSpPr/>
          <p:nvPr/>
        </p:nvSpPr>
        <p:spPr>
          <a:xfrm>
            <a:off x="4180712" y="52966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F8A9888F-9C93-5240-A5D0-C3461E9DBCCD}"/>
                  </a:ext>
                </a:extLst>
              </p:cNvPr>
              <p:cNvSpPr txBox="1"/>
              <p:nvPr/>
            </p:nvSpPr>
            <p:spPr>
              <a:xfrm>
                <a:off x="4179623" y="298100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x6">
                <a:extLst>
                  <a:ext uri="{FF2B5EF4-FFF2-40B4-BE49-F238E27FC236}">
                    <a16:creationId xmlns:a16="http://schemas.microsoft.com/office/drawing/2014/main" id="{F8A9888F-9C93-5240-A5D0-C3461E9DB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623" y="2981005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x6">
            <a:extLst>
              <a:ext uri="{FF2B5EF4-FFF2-40B4-BE49-F238E27FC236}">
                <a16:creationId xmlns:a16="http://schemas.microsoft.com/office/drawing/2014/main" id="{1B20DA68-9A8D-1F44-9BD2-99A325F4C45A}"/>
              </a:ext>
            </a:extLst>
          </p:cNvPr>
          <p:cNvSpPr/>
          <p:nvPr/>
        </p:nvSpPr>
        <p:spPr>
          <a:xfrm>
            <a:off x="5073578" y="343066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7" name="!!直线连接符1-2">
            <a:extLst>
              <a:ext uri="{FF2B5EF4-FFF2-40B4-BE49-F238E27FC236}">
                <a16:creationId xmlns:a16="http://schemas.microsoft.com/office/drawing/2014/main" id="{2872C1A7-2047-064C-90F7-22E4F609B0B9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6177289" y="1742887"/>
            <a:ext cx="649838" cy="1515117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线连接符2-3">
            <a:extLst>
              <a:ext uri="{FF2B5EF4-FFF2-40B4-BE49-F238E27FC236}">
                <a16:creationId xmlns:a16="http://schemas.microsoft.com/office/drawing/2014/main" id="{6FFA3993-DD55-1D4B-A2DB-AD7933A2E0E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969668" y="3459588"/>
            <a:ext cx="873812" cy="1837078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!!直线连接符3-4">
            <a:extLst>
              <a:ext uri="{FF2B5EF4-FFF2-40B4-BE49-F238E27FC236}">
                <a16:creationId xmlns:a16="http://schemas.microsoft.com/office/drawing/2014/main" id="{A8BD6B5B-1DBC-C041-A8DF-D2E1412B392A}"/>
              </a:ext>
            </a:extLst>
          </p:cNvPr>
          <p:cNvCxnSpPr>
            <a:cxnSpLocks/>
            <a:stCxn id="10" idx="2"/>
            <a:endCxn id="12" idx="6"/>
          </p:cNvCxnSpPr>
          <p:nvPr/>
        </p:nvCxnSpPr>
        <p:spPr>
          <a:xfrm flipH="1">
            <a:off x="6213942" y="5414751"/>
            <a:ext cx="1511453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!!直线连接符4-5">
            <a:extLst>
              <a:ext uri="{FF2B5EF4-FFF2-40B4-BE49-F238E27FC236}">
                <a16:creationId xmlns:a16="http://schemas.microsoft.com/office/drawing/2014/main" id="{3CB15C39-1385-AA40-BC92-EC1AD51F652C}"/>
              </a:ext>
            </a:extLst>
          </p:cNvPr>
          <p:cNvCxnSpPr>
            <a:cxnSpLocks/>
            <a:stCxn id="12" idx="2"/>
            <a:endCxn id="14" idx="6"/>
          </p:cNvCxnSpPr>
          <p:nvPr/>
        </p:nvCxnSpPr>
        <p:spPr>
          <a:xfrm flipH="1">
            <a:off x="4416882" y="5414751"/>
            <a:ext cx="156089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直线连接符5-6">
            <a:extLst>
              <a:ext uri="{FF2B5EF4-FFF2-40B4-BE49-F238E27FC236}">
                <a16:creationId xmlns:a16="http://schemas.microsoft.com/office/drawing/2014/main" id="{3EC60B86-9AA7-5E45-B8A8-709A9174794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298797" y="3666833"/>
            <a:ext cx="873811" cy="1629833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!!直线连接符6-1">
            <a:extLst>
              <a:ext uri="{FF2B5EF4-FFF2-40B4-BE49-F238E27FC236}">
                <a16:creationId xmlns:a16="http://schemas.microsoft.com/office/drawing/2014/main" id="{B9087A32-6B08-A94C-A2E6-EBE724F29E7A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5267103" y="1742887"/>
            <a:ext cx="743188" cy="168445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A866540E-FDEC-4146-B910-BAB1AE0A6E58}"/>
              </a:ext>
            </a:extLst>
          </p:cNvPr>
          <p:cNvSpPr txBox="1"/>
          <p:nvPr/>
        </p:nvSpPr>
        <p:spPr>
          <a:xfrm>
            <a:off x="190550" y="332656"/>
            <a:ext cx="5408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</a:p>
        </p:txBody>
      </p:sp>
    </p:spTree>
    <p:extLst>
      <p:ext uri="{BB962C8B-B14F-4D97-AF65-F5344CB8AC3E}">
        <p14:creationId xmlns:p14="http://schemas.microsoft.com/office/powerpoint/2010/main" val="1807727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123214" y="332656"/>
            <a:ext cx="5865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</a:p>
        </p:txBody>
      </p:sp>
      <p:sp>
        <p:nvSpPr>
          <p:cNvPr id="17" name="xc">
            <a:extLst>
              <a:ext uri="{FF2B5EF4-FFF2-40B4-BE49-F238E27FC236}">
                <a16:creationId xmlns:a16="http://schemas.microsoft.com/office/drawing/2014/main" id="{1542BDA4-BC92-3F40-93CB-92254EA34C72}"/>
              </a:ext>
            </a:extLst>
          </p:cNvPr>
          <p:cNvSpPr/>
          <p:nvPr/>
        </p:nvSpPr>
        <p:spPr>
          <a:xfrm>
            <a:off x="4964997" y="4693965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7" name="!!x3">
            <a:extLst>
              <a:ext uri="{FF2B5EF4-FFF2-40B4-BE49-F238E27FC236}">
                <a16:creationId xmlns:a16="http://schemas.microsoft.com/office/drawing/2014/main" id="{6C7842E8-0EF7-EB42-8B58-453ADC4E2C98}"/>
              </a:ext>
            </a:extLst>
          </p:cNvPr>
          <p:cNvSpPr/>
          <p:nvPr/>
        </p:nvSpPr>
        <p:spPr>
          <a:xfrm>
            <a:off x="3867681" y="351978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9" name="!!x2">
            <a:extLst>
              <a:ext uri="{FF2B5EF4-FFF2-40B4-BE49-F238E27FC236}">
                <a16:creationId xmlns:a16="http://schemas.microsoft.com/office/drawing/2014/main" id="{50ADAF96-98E8-2147-A928-1AF58F30748F}"/>
              </a:ext>
            </a:extLst>
          </p:cNvPr>
          <p:cNvSpPr/>
          <p:nvPr/>
        </p:nvSpPr>
        <p:spPr>
          <a:xfrm>
            <a:off x="4964998" y="351978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" name="!!x1">
            <a:extLst>
              <a:ext uri="{FF2B5EF4-FFF2-40B4-BE49-F238E27FC236}">
                <a16:creationId xmlns:a16="http://schemas.microsoft.com/office/drawing/2014/main" id="{D718A691-8A5A-6F43-BBE1-EF12785A7B12}"/>
              </a:ext>
            </a:extLst>
          </p:cNvPr>
          <p:cNvSpPr/>
          <p:nvPr/>
        </p:nvSpPr>
        <p:spPr>
          <a:xfrm>
            <a:off x="6005684" y="351978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" name="!!xr">
            <a:extLst>
              <a:ext uri="{FF2B5EF4-FFF2-40B4-BE49-F238E27FC236}">
                <a16:creationId xmlns:a16="http://schemas.microsoft.com/office/drawing/2014/main" id="{AEF59D05-3893-2248-9B0C-26C4B5CF94E3}"/>
              </a:ext>
            </a:extLst>
          </p:cNvPr>
          <p:cNvSpPr/>
          <p:nvPr/>
        </p:nvSpPr>
        <p:spPr>
          <a:xfrm>
            <a:off x="6015875" y="465313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9" name="!!直线箭头连接符1">
            <a:extLst>
              <a:ext uri="{FF2B5EF4-FFF2-40B4-BE49-F238E27FC236}">
                <a16:creationId xmlns:a16="http://schemas.microsoft.com/office/drawing/2014/main" id="{453875A9-3EA4-6D4C-A047-F9571B039258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 flipH="1">
            <a:off x="5083082" y="3755958"/>
            <a:ext cx="1" cy="938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直线箭头连接符d">
            <a:extLst>
              <a:ext uri="{FF2B5EF4-FFF2-40B4-BE49-F238E27FC236}">
                <a16:creationId xmlns:a16="http://schemas.microsoft.com/office/drawing/2014/main" id="{B3D914CD-ABC1-6B4C-B447-FA483DBB3426}"/>
              </a:ext>
            </a:extLst>
          </p:cNvPr>
          <p:cNvCxnSpPr>
            <a:cxnSpLocks/>
            <a:stCxn id="27" idx="6"/>
            <a:endCxn id="9" idx="2"/>
          </p:cNvCxnSpPr>
          <p:nvPr/>
        </p:nvCxnSpPr>
        <p:spPr>
          <a:xfrm>
            <a:off x="4103851" y="3637873"/>
            <a:ext cx="8611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曲线连接符c">
            <a:extLst>
              <a:ext uri="{FF2B5EF4-FFF2-40B4-BE49-F238E27FC236}">
                <a16:creationId xmlns:a16="http://schemas.microsoft.com/office/drawing/2014/main" id="{23CAFD02-7288-0F48-8C0A-A98C6D200167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5400000" flipH="1" flipV="1">
            <a:off x="5603426" y="2999445"/>
            <a:ext cx="12700" cy="1040686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线箭头连接符b">
            <a:extLst>
              <a:ext uri="{FF2B5EF4-FFF2-40B4-BE49-F238E27FC236}">
                <a16:creationId xmlns:a16="http://schemas.microsoft.com/office/drawing/2014/main" id="{74F1279B-2B76-C04C-BC46-6D9DC119BBC4}"/>
              </a:ext>
            </a:extLst>
          </p:cNvPr>
          <p:cNvCxnSpPr>
            <a:cxnSpLocks/>
            <a:stCxn id="8" idx="2"/>
            <a:endCxn id="9" idx="6"/>
          </p:cNvCxnSpPr>
          <p:nvPr/>
        </p:nvCxnSpPr>
        <p:spPr>
          <a:xfrm flipH="1">
            <a:off x="5201168" y="3637873"/>
            <a:ext cx="8045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直线箭头连接符a">
            <a:extLst>
              <a:ext uri="{FF2B5EF4-FFF2-40B4-BE49-F238E27FC236}">
                <a16:creationId xmlns:a16="http://schemas.microsoft.com/office/drawing/2014/main" id="{F4663114-B733-6948-A2EA-99FD93FEE7F7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6123769" y="3755958"/>
            <a:ext cx="10191" cy="897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x3">
                <a:extLst>
                  <a:ext uri="{FF2B5EF4-FFF2-40B4-BE49-F238E27FC236}">
                    <a16:creationId xmlns:a16="http://schemas.microsoft.com/office/drawing/2014/main" id="{1AF17F3D-79BF-D943-901F-5F93B30A964F}"/>
                  </a:ext>
                </a:extLst>
              </p:cNvPr>
              <p:cNvSpPr txBox="1"/>
              <p:nvPr/>
            </p:nvSpPr>
            <p:spPr>
              <a:xfrm>
                <a:off x="3193370" y="332261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4" name="文本框x3">
                <a:extLst>
                  <a:ext uri="{FF2B5EF4-FFF2-40B4-BE49-F238E27FC236}">
                    <a16:creationId xmlns:a16="http://schemas.microsoft.com/office/drawing/2014/main" id="{1AF17F3D-79BF-D943-901F-5F93B30A9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70" y="3322617"/>
                <a:ext cx="692168" cy="553998"/>
              </a:xfrm>
              <a:prstGeom prst="rect">
                <a:avLst/>
              </a:prstGeom>
              <a:blipFill>
                <a:blip r:embed="rId2"/>
                <a:stretch>
                  <a:fillRect l="-181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x2">
                <a:extLst>
                  <a:ext uri="{FF2B5EF4-FFF2-40B4-BE49-F238E27FC236}">
                    <a16:creationId xmlns:a16="http://schemas.microsoft.com/office/drawing/2014/main" id="{E573547C-C1D0-4346-9EF9-52E0D81AD777}"/>
                  </a:ext>
                </a:extLst>
              </p:cNvPr>
              <p:cNvSpPr txBox="1"/>
              <p:nvPr/>
            </p:nvSpPr>
            <p:spPr>
              <a:xfrm>
                <a:off x="4574853" y="291057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0" name="文本框x2">
                <a:extLst>
                  <a:ext uri="{FF2B5EF4-FFF2-40B4-BE49-F238E27FC236}">
                    <a16:creationId xmlns:a16="http://schemas.microsoft.com/office/drawing/2014/main" id="{E573547C-C1D0-4346-9EF9-52E0D81A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853" y="2910572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x1">
                <a:extLst>
                  <a:ext uri="{FF2B5EF4-FFF2-40B4-BE49-F238E27FC236}">
                    <a16:creationId xmlns:a16="http://schemas.microsoft.com/office/drawing/2014/main" id="{A42E76FB-0297-1A43-83A6-E2A91D9715C7}"/>
                  </a:ext>
                </a:extLst>
              </p:cNvPr>
              <p:cNvSpPr txBox="1"/>
              <p:nvPr/>
            </p:nvSpPr>
            <p:spPr>
              <a:xfrm>
                <a:off x="6087554" y="295289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" name="文本框x1">
                <a:extLst>
                  <a:ext uri="{FF2B5EF4-FFF2-40B4-BE49-F238E27FC236}">
                    <a16:creationId xmlns:a16="http://schemas.microsoft.com/office/drawing/2014/main" id="{A42E76FB-0297-1A43-83A6-E2A91D97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554" y="2952892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818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xr">
                <a:extLst>
                  <a:ext uri="{FF2B5EF4-FFF2-40B4-BE49-F238E27FC236}">
                    <a16:creationId xmlns:a16="http://schemas.microsoft.com/office/drawing/2014/main" id="{34FD35D2-1D13-004E-9934-CFA66A8CBD79}"/>
                  </a:ext>
                </a:extLst>
              </p:cNvPr>
              <p:cNvSpPr txBox="1"/>
              <p:nvPr/>
            </p:nvSpPr>
            <p:spPr>
              <a:xfrm>
                <a:off x="5787876" y="481205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" name="文本框xr">
                <a:extLst>
                  <a:ext uri="{FF2B5EF4-FFF2-40B4-BE49-F238E27FC236}">
                    <a16:creationId xmlns:a16="http://schemas.microsoft.com/office/drawing/2014/main" id="{34FD35D2-1D13-004E-9934-CFA66A8CB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76" y="4812050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c">
                <a:extLst>
                  <a:ext uri="{FF2B5EF4-FFF2-40B4-BE49-F238E27FC236}">
                    <a16:creationId xmlns:a16="http://schemas.microsoft.com/office/drawing/2014/main" id="{1E56F2EE-62FE-BE44-BCCC-2A192DA7E85F}"/>
                  </a:ext>
                </a:extLst>
              </p:cNvPr>
              <p:cNvSpPr txBox="1"/>
              <p:nvPr/>
            </p:nvSpPr>
            <p:spPr>
              <a:xfrm>
                <a:off x="4802354" y="487058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c">
                <a:extLst>
                  <a:ext uri="{FF2B5EF4-FFF2-40B4-BE49-F238E27FC236}">
                    <a16:creationId xmlns:a16="http://schemas.microsoft.com/office/drawing/2014/main" id="{1E56F2EE-62FE-BE44-BCCC-2A192DA7E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354" y="4870584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1">
                <a:extLst>
                  <a:ext uri="{FF2B5EF4-FFF2-40B4-BE49-F238E27FC236}">
                    <a16:creationId xmlns:a16="http://schemas.microsoft.com/office/drawing/2014/main" id="{DCDB0059-A9FD-BA49-A977-35F4E34BBBD7}"/>
                  </a:ext>
                </a:extLst>
              </p:cNvPr>
              <p:cNvSpPr txBox="1"/>
              <p:nvPr/>
            </p:nvSpPr>
            <p:spPr>
              <a:xfrm>
                <a:off x="4399436" y="4198708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文本框1">
                <a:extLst>
                  <a:ext uri="{FF2B5EF4-FFF2-40B4-BE49-F238E27FC236}">
                    <a16:creationId xmlns:a16="http://schemas.microsoft.com/office/drawing/2014/main" id="{DCDB0059-A9FD-BA49-A977-35F4E34BB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436" y="4198708"/>
                <a:ext cx="692168" cy="55726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d">
                <a:extLst>
                  <a:ext uri="{FF2B5EF4-FFF2-40B4-BE49-F238E27FC236}">
                    <a16:creationId xmlns:a16="http://schemas.microsoft.com/office/drawing/2014/main" id="{45711E10-BF84-E64A-82C3-EF353E137BF6}"/>
                  </a:ext>
                </a:extLst>
              </p:cNvPr>
              <p:cNvSpPr txBox="1"/>
              <p:nvPr/>
            </p:nvSpPr>
            <p:spPr>
              <a:xfrm>
                <a:off x="4066623" y="308387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文本框d">
                <a:extLst>
                  <a:ext uri="{FF2B5EF4-FFF2-40B4-BE49-F238E27FC236}">
                    <a16:creationId xmlns:a16="http://schemas.microsoft.com/office/drawing/2014/main" id="{45711E10-BF84-E64A-82C3-EF353E137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623" y="3083875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c">
                <a:extLst>
                  <a:ext uri="{FF2B5EF4-FFF2-40B4-BE49-F238E27FC236}">
                    <a16:creationId xmlns:a16="http://schemas.microsoft.com/office/drawing/2014/main" id="{FAD181EF-9D99-3847-A12E-5F1F65BC30D6}"/>
                  </a:ext>
                </a:extLst>
              </p:cNvPr>
              <p:cNvSpPr txBox="1"/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文本框c">
                <a:extLst>
                  <a:ext uri="{FF2B5EF4-FFF2-40B4-BE49-F238E27FC236}">
                    <a16:creationId xmlns:a16="http://schemas.microsoft.com/office/drawing/2014/main" id="{FAD181EF-9D99-3847-A12E-5F1F65BC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b">
                <a:extLst>
                  <a:ext uri="{FF2B5EF4-FFF2-40B4-BE49-F238E27FC236}">
                    <a16:creationId xmlns:a16="http://schemas.microsoft.com/office/drawing/2014/main" id="{98696287-C440-9B45-9997-74C0D269EBEF}"/>
                  </a:ext>
                </a:extLst>
              </p:cNvPr>
              <p:cNvSpPr txBox="1"/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文本框b">
                <a:extLst>
                  <a:ext uri="{FF2B5EF4-FFF2-40B4-BE49-F238E27FC236}">
                    <a16:creationId xmlns:a16="http://schemas.microsoft.com/office/drawing/2014/main" id="{98696287-C440-9B45-9997-74C0D269E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a">
                <a:extLst>
                  <a:ext uri="{FF2B5EF4-FFF2-40B4-BE49-F238E27FC236}">
                    <a16:creationId xmlns:a16="http://schemas.microsoft.com/office/drawing/2014/main" id="{9BAEFD4C-F38A-3047-B0FE-47D96FB34711}"/>
                  </a:ext>
                </a:extLst>
              </p:cNvPr>
              <p:cNvSpPr txBox="1"/>
              <p:nvPr/>
            </p:nvSpPr>
            <p:spPr>
              <a:xfrm>
                <a:off x="6023843" y="408888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4" name="文本框a">
                <a:extLst>
                  <a:ext uri="{FF2B5EF4-FFF2-40B4-BE49-F238E27FC236}">
                    <a16:creationId xmlns:a16="http://schemas.microsoft.com/office/drawing/2014/main" id="{9BAEFD4C-F38A-3047-B0FE-47D96FB34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843" y="4088888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082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xc">
            <a:extLst>
              <a:ext uri="{FF2B5EF4-FFF2-40B4-BE49-F238E27FC236}">
                <a16:creationId xmlns:a16="http://schemas.microsoft.com/office/drawing/2014/main" id="{1542BDA4-BC92-3F40-93CB-92254EA34C72}"/>
              </a:ext>
            </a:extLst>
          </p:cNvPr>
          <p:cNvSpPr/>
          <p:nvPr/>
        </p:nvSpPr>
        <p:spPr>
          <a:xfrm>
            <a:off x="7161591" y="35285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7" name="!!x3">
            <a:extLst>
              <a:ext uri="{FF2B5EF4-FFF2-40B4-BE49-F238E27FC236}">
                <a16:creationId xmlns:a16="http://schemas.microsoft.com/office/drawing/2014/main" id="{6C7842E8-0EF7-EB42-8B58-453ADC4E2C98}"/>
              </a:ext>
            </a:extLst>
          </p:cNvPr>
          <p:cNvSpPr/>
          <p:nvPr/>
        </p:nvSpPr>
        <p:spPr>
          <a:xfrm>
            <a:off x="6012631" y="4741354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9" name="!!x2">
            <a:extLst>
              <a:ext uri="{FF2B5EF4-FFF2-40B4-BE49-F238E27FC236}">
                <a16:creationId xmlns:a16="http://schemas.microsoft.com/office/drawing/2014/main" id="{50ADAF96-98E8-2147-A928-1AF58F30748F}"/>
              </a:ext>
            </a:extLst>
          </p:cNvPr>
          <p:cNvSpPr/>
          <p:nvPr/>
        </p:nvSpPr>
        <p:spPr>
          <a:xfrm>
            <a:off x="6015875" y="351978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" name="!!x1">
            <a:extLst>
              <a:ext uri="{FF2B5EF4-FFF2-40B4-BE49-F238E27FC236}">
                <a16:creationId xmlns:a16="http://schemas.microsoft.com/office/drawing/2014/main" id="{D718A691-8A5A-6F43-BBE1-EF12785A7B12}"/>
              </a:ext>
            </a:extLst>
          </p:cNvPr>
          <p:cNvSpPr/>
          <p:nvPr/>
        </p:nvSpPr>
        <p:spPr>
          <a:xfrm>
            <a:off x="4966957" y="352842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" name="!!xr">
            <a:extLst>
              <a:ext uri="{FF2B5EF4-FFF2-40B4-BE49-F238E27FC236}">
                <a16:creationId xmlns:a16="http://schemas.microsoft.com/office/drawing/2014/main" id="{AEF59D05-3893-2248-9B0C-26C4B5CF94E3}"/>
              </a:ext>
            </a:extLst>
          </p:cNvPr>
          <p:cNvSpPr/>
          <p:nvPr/>
        </p:nvSpPr>
        <p:spPr>
          <a:xfrm>
            <a:off x="3869795" y="352842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9" name="!!直线箭头连接符1">
            <a:extLst>
              <a:ext uri="{FF2B5EF4-FFF2-40B4-BE49-F238E27FC236}">
                <a16:creationId xmlns:a16="http://schemas.microsoft.com/office/drawing/2014/main" id="{453875A9-3EA4-6D4C-A047-F9571B039258}"/>
              </a:ext>
            </a:extLst>
          </p:cNvPr>
          <p:cNvCxnSpPr>
            <a:cxnSpLocks/>
            <a:stCxn id="9" idx="6"/>
            <a:endCxn id="17" idx="2"/>
          </p:cNvCxnSpPr>
          <p:nvPr/>
        </p:nvCxnSpPr>
        <p:spPr>
          <a:xfrm>
            <a:off x="6252045" y="3637874"/>
            <a:ext cx="909546" cy="87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直线箭头连接符d">
            <a:extLst>
              <a:ext uri="{FF2B5EF4-FFF2-40B4-BE49-F238E27FC236}">
                <a16:creationId xmlns:a16="http://schemas.microsoft.com/office/drawing/2014/main" id="{2A2F3E4A-B549-EA4E-A0CF-36463F120413}"/>
              </a:ext>
            </a:extLst>
          </p:cNvPr>
          <p:cNvCxnSpPr>
            <a:cxnSpLocks/>
            <a:stCxn id="27" idx="0"/>
            <a:endCxn id="9" idx="4"/>
          </p:cNvCxnSpPr>
          <p:nvPr/>
        </p:nvCxnSpPr>
        <p:spPr>
          <a:xfrm flipV="1">
            <a:off x="6130716" y="3755959"/>
            <a:ext cx="3244" cy="985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曲线连接符c">
            <a:extLst>
              <a:ext uri="{FF2B5EF4-FFF2-40B4-BE49-F238E27FC236}">
                <a16:creationId xmlns:a16="http://schemas.microsoft.com/office/drawing/2014/main" id="{23CAFD02-7288-0F48-8C0A-A98C6D200167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16200000" flipH="1" flipV="1">
            <a:off x="5605181" y="2999650"/>
            <a:ext cx="8640" cy="1048918"/>
          </a:xfrm>
          <a:prstGeom prst="curvedConnector3">
            <a:avLst>
              <a:gd name="adj1" fmla="val -264583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!!直线箭头连接符b">
            <a:extLst>
              <a:ext uri="{FF2B5EF4-FFF2-40B4-BE49-F238E27FC236}">
                <a16:creationId xmlns:a16="http://schemas.microsoft.com/office/drawing/2014/main" id="{74F1279B-2B76-C04C-BC46-6D9DC119BBC4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5203127" y="3637874"/>
            <a:ext cx="812748" cy="86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直线箭头连接符a">
            <a:extLst>
              <a:ext uri="{FF2B5EF4-FFF2-40B4-BE49-F238E27FC236}">
                <a16:creationId xmlns:a16="http://schemas.microsoft.com/office/drawing/2014/main" id="{F4663114-B733-6948-A2EA-99FD93FEE7F7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4105965" y="3646514"/>
            <a:ext cx="8609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x3">
                <a:extLst>
                  <a:ext uri="{FF2B5EF4-FFF2-40B4-BE49-F238E27FC236}">
                    <a16:creationId xmlns:a16="http://schemas.microsoft.com/office/drawing/2014/main" id="{1AF17F3D-79BF-D943-901F-5F93B30A964F}"/>
                  </a:ext>
                </a:extLst>
              </p:cNvPr>
              <p:cNvSpPr txBox="1"/>
              <p:nvPr/>
            </p:nvSpPr>
            <p:spPr>
              <a:xfrm>
                <a:off x="5859271" y="490808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4" name="文本框x3">
                <a:extLst>
                  <a:ext uri="{FF2B5EF4-FFF2-40B4-BE49-F238E27FC236}">
                    <a16:creationId xmlns:a16="http://schemas.microsoft.com/office/drawing/2014/main" id="{1AF17F3D-79BF-D943-901F-5F93B30A9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71" y="4908084"/>
                <a:ext cx="692168" cy="553998"/>
              </a:xfrm>
              <a:prstGeom prst="rect">
                <a:avLst/>
              </a:prstGeom>
              <a:blipFill>
                <a:blip r:embed="rId2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x2">
                <a:extLst>
                  <a:ext uri="{FF2B5EF4-FFF2-40B4-BE49-F238E27FC236}">
                    <a16:creationId xmlns:a16="http://schemas.microsoft.com/office/drawing/2014/main" id="{E573547C-C1D0-4346-9EF9-52E0D81AD777}"/>
                  </a:ext>
                </a:extLst>
              </p:cNvPr>
              <p:cNvSpPr txBox="1"/>
              <p:nvPr/>
            </p:nvSpPr>
            <p:spPr>
              <a:xfrm>
                <a:off x="6094950" y="294808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0" name="文本框x2">
                <a:extLst>
                  <a:ext uri="{FF2B5EF4-FFF2-40B4-BE49-F238E27FC236}">
                    <a16:creationId xmlns:a16="http://schemas.microsoft.com/office/drawing/2014/main" id="{E573547C-C1D0-4346-9EF9-52E0D81A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50" y="2948086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x1">
                <a:extLst>
                  <a:ext uri="{FF2B5EF4-FFF2-40B4-BE49-F238E27FC236}">
                    <a16:creationId xmlns:a16="http://schemas.microsoft.com/office/drawing/2014/main" id="{A42E76FB-0297-1A43-83A6-E2A91D9715C7}"/>
                  </a:ext>
                </a:extLst>
              </p:cNvPr>
              <p:cNvSpPr txBox="1"/>
              <p:nvPr/>
            </p:nvSpPr>
            <p:spPr>
              <a:xfrm>
                <a:off x="4540478" y="294808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" name="文本框x1">
                <a:extLst>
                  <a:ext uri="{FF2B5EF4-FFF2-40B4-BE49-F238E27FC236}">
                    <a16:creationId xmlns:a16="http://schemas.microsoft.com/office/drawing/2014/main" id="{A42E76FB-0297-1A43-83A6-E2A91D97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478" y="2948086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xr">
                <a:extLst>
                  <a:ext uri="{FF2B5EF4-FFF2-40B4-BE49-F238E27FC236}">
                    <a16:creationId xmlns:a16="http://schemas.microsoft.com/office/drawing/2014/main" id="{34FD35D2-1D13-004E-9934-CFA66A8CBD79}"/>
                  </a:ext>
                </a:extLst>
              </p:cNvPr>
              <p:cNvSpPr txBox="1"/>
              <p:nvPr/>
            </p:nvSpPr>
            <p:spPr>
              <a:xfrm>
                <a:off x="3144190" y="336951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" name="文本框xr">
                <a:extLst>
                  <a:ext uri="{FF2B5EF4-FFF2-40B4-BE49-F238E27FC236}">
                    <a16:creationId xmlns:a16="http://schemas.microsoft.com/office/drawing/2014/main" id="{34FD35D2-1D13-004E-9934-CFA66A8CB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190" y="3369515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c">
                <a:extLst>
                  <a:ext uri="{FF2B5EF4-FFF2-40B4-BE49-F238E27FC236}">
                    <a16:creationId xmlns:a16="http://schemas.microsoft.com/office/drawing/2014/main" id="{1E56F2EE-62FE-BE44-BCCC-2A192DA7E85F}"/>
                  </a:ext>
                </a:extLst>
              </p:cNvPr>
              <p:cNvSpPr txBox="1"/>
              <p:nvPr/>
            </p:nvSpPr>
            <p:spPr>
              <a:xfrm>
                <a:off x="7431198" y="332261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c">
                <a:extLst>
                  <a:ext uri="{FF2B5EF4-FFF2-40B4-BE49-F238E27FC236}">
                    <a16:creationId xmlns:a16="http://schemas.microsoft.com/office/drawing/2014/main" id="{1E56F2EE-62FE-BE44-BCCC-2A192DA7E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198" y="3322617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1">
                <a:extLst>
                  <a:ext uri="{FF2B5EF4-FFF2-40B4-BE49-F238E27FC236}">
                    <a16:creationId xmlns:a16="http://schemas.microsoft.com/office/drawing/2014/main" id="{DCDB0059-A9FD-BA49-A977-35F4E34BBBD7}"/>
                  </a:ext>
                </a:extLst>
              </p:cNvPr>
              <p:cNvSpPr txBox="1"/>
              <p:nvPr/>
            </p:nvSpPr>
            <p:spPr>
              <a:xfrm>
                <a:off x="6313871" y="3646514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文本框1">
                <a:extLst>
                  <a:ext uri="{FF2B5EF4-FFF2-40B4-BE49-F238E27FC236}">
                    <a16:creationId xmlns:a16="http://schemas.microsoft.com/office/drawing/2014/main" id="{DCDB0059-A9FD-BA49-A977-35F4E34BB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871" y="3646514"/>
                <a:ext cx="692168" cy="55726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d">
                <a:extLst>
                  <a:ext uri="{FF2B5EF4-FFF2-40B4-BE49-F238E27FC236}">
                    <a16:creationId xmlns:a16="http://schemas.microsoft.com/office/drawing/2014/main" id="{45711E10-BF84-E64A-82C3-EF353E137BF6}"/>
                  </a:ext>
                </a:extLst>
              </p:cNvPr>
              <p:cNvSpPr txBox="1"/>
              <p:nvPr/>
            </p:nvSpPr>
            <p:spPr>
              <a:xfrm>
                <a:off x="6046265" y="417579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文本框d">
                <a:extLst>
                  <a:ext uri="{FF2B5EF4-FFF2-40B4-BE49-F238E27FC236}">
                    <a16:creationId xmlns:a16="http://schemas.microsoft.com/office/drawing/2014/main" id="{45711E10-BF84-E64A-82C3-EF353E137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65" y="4175796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c">
                <a:extLst>
                  <a:ext uri="{FF2B5EF4-FFF2-40B4-BE49-F238E27FC236}">
                    <a16:creationId xmlns:a16="http://schemas.microsoft.com/office/drawing/2014/main" id="{FAD181EF-9D99-3847-A12E-5F1F65BC30D6}"/>
                  </a:ext>
                </a:extLst>
              </p:cNvPr>
              <p:cNvSpPr txBox="1"/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文本框c">
                <a:extLst>
                  <a:ext uri="{FF2B5EF4-FFF2-40B4-BE49-F238E27FC236}">
                    <a16:creationId xmlns:a16="http://schemas.microsoft.com/office/drawing/2014/main" id="{FAD181EF-9D99-3847-A12E-5F1F65BC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b">
                <a:extLst>
                  <a:ext uri="{FF2B5EF4-FFF2-40B4-BE49-F238E27FC236}">
                    <a16:creationId xmlns:a16="http://schemas.microsoft.com/office/drawing/2014/main" id="{98696287-C440-9B45-9997-74C0D269EBEF}"/>
                  </a:ext>
                </a:extLst>
              </p:cNvPr>
              <p:cNvSpPr txBox="1"/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文本框b">
                <a:extLst>
                  <a:ext uri="{FF2B5EF4-FFF2-40B4-BE49-F238E27FC236}">
                    <a16:creationId xmlns:a16="http://schemas.microsoft.com/office/drawing/2014/main" id="{98696287-C440-9B45-9997-74C0D269E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a">
                <a:extLst>
                  <a:ext uri="{FF2B5EF4-FFF2-40B4-BE49-F238E27FC236}">
                    <a16:creationId xmlns:a16="http://schemas.microsoft.com/office/drawing/2014/main" id="{9BAEFD4C-F38A-3047-B0FE-47D96FB34711}"/>
                  </a:ext>
                </a:extLst>
              </p:cNvPr>
              <p:cNvSpPr txBox="1"/>
              <p:nvPr/>
            </p:nvSpPr>
            <p:spPr>
              <a:xfrm>
                <a:off x="3946629" y="305168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4" name="文本框a">
                <a:extLst>
                  <a:ext uri="{FF2B5EF4-FFF2-40B4-BE49-F238E27FC236}">
                    <a16:creationId xmlns:a16="http://schemas.microsoft.com/office/drawing/2014/main" id="{9BAEFD4C-F38A-3047-B0FE-47D96FB34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629" y="3051687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3">
            <a:extLst>
              <a:ext uri="{FF2B5EF4-FFF2-40B4-BE49-F238E27FC236}">
                <a16:creationId xmlns:a16="http://schemas.microsoft.com/office/drawing/2014/main" id="{22BEEBE5-B8AA-604C-9F54-53B87030E614}"/>
              </a:ext>
            </a:extLst>
          </p:cNvPr>
          <p:cNvSpPr txBox="1"/>
          <p:nvPr/>
        </p:nvSpPr>
        <p:spPr>
          <a:xfrm>
            <a:off x="123214" y="332656"/>
            <a:ext cx="5865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信号流图导入：拓扑不变性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</a:p>
        </p:txBody>
      </p:sp>
    </p:spTree>
    <p:extLst>
      <p:ext uri="{BB962C8B-B14F-4D97-AF65-F5344CB8AC3E}">
        <p14:creationId xmlns:p14="http://schemas.microsoft.com/office/powerpoint/2010/main" val="247097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614452" y="332656"/>
            <a:ext cx="407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信号流图概念</a:t>
            </a:r>
          </a:p>
        </p:txBody>
      </p:sp>
      <p:sp>
        <p:nvSpPr>
          <p:cNvPr id="20" name="xc">
            <a:extLst>
              <a:ext uri="{FF2B5EF4-FFF2-40B4-BE49-F238E27FC236}">
                <a16:creationId xmlns:a16="http://schemas.microsoft.com/office/drawing/2014/main" id="{5D2BE3AE-EABF-8040-9F40-CB53CC088169}"/>
              </a:ext>
            </a:extLst>
          </p:cNvPr>
          <p:cNvSpPr/>
          <p:nvPr/>
        </p:nvSpPr>
        <p:spPr>
          <a:xfrm>
            <a:off x="7161591" y="352856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9" name="!!x2">
            <a:extLst>
              <a:ext uri="{FF2B5EF4-FFF2-40B4-BE49-F238E27FC236}">
                <a16:creationId xmlns:a16="http://schemas.microsoft.com/office/drawing/2014/main" id="{B2C0A281-8E65-7B4F-AFB6-054A22C52DD5}"/>
              </a:ext>
            </a:extLst>
          </p:cNvPr>
          <p:cNvSpPr/>
          <p:nvPr/>
        </p:nvSpPr>
        <p:spPr>
          <a:xfrm>
            <a:off x="6015875" y="351978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" name="!!x1">
            <a:extLst>
              <a:ext uri="{FF2B5EF4-FFF2-40B4-BE49-F238E27FC236}">
                <a16:creationId xmlns:a16="http://schemas.microsoft.com/office/drawing/2014/main" id="{CB27FDEB-A6F7-E042-99DE-7FFB9A2BA2B2}"/>
              </a:ext>
            </a:extLst>
          </p:cNvPr>
          <p:cNvSpPr/>
          <p:nvPr/>
        </p:nvSpPr>
        <p:spPr>
          <a:xfrm>
            <a:off x="4966957" y="352842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" name="!!xr">
            <a:extLst>
              <a:ext uri="{FF2B5EF4-FFF2-40B4-BE49-F238E27FC236}">
                <a16:creationId xmlns:a16="http://schemas.microsoft.com/office/drawing/2014/main" id="{615E8BE0-3AD6-6740-A336-CE2A79E498C7}"/>
              </a:ext>
            </a:extLst>
          </p:cNvPr>
          <p:cNvSpPr/>
          <p:nvPr/>
        </p:nvSpPr>
        <p:spPr>
          <a:xfrm>
            <a:off x="3869795" y="352842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6" name="!!直线箭头连接符1">
            <a:extLst>
              <a:ext uri="{FF2B5EF4-FFF2-40B4-BE49-F238E27FC236}">
                <a16:creationId xmlns:a16="http://schemas.microsoft.com/office/drawing/2014/main" id="{8C17D85C-7C28-AD49-8CB1-FCF221D62B3B}"/>
              </a:ext>
            </a:extLst>
          </p:cNvPr>
          <p:cNvCxnSpPr>
            <a:cxnSpLocks/>
            <a:stCxn id="9" idx="6"/>
            <a:endCxn id="20" idx="2"/>
          </p:cNvCxnSpPr>
          <p:nvPr/>
        </p:nvCxnSpPr>
        <p:spPr>
          <a:xfrm>
            <a:off x="6252045" y="3637874"/>
            <a:ext cx="909546" cy="87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曲线连接符c">
            <a:extLst>
              <a:ext uri="{FF2B5EF4-FFF2-40B4-BE49-F238E27FC236}">
                <a16:creationId xmlns:a16="http://schemas.microsoft.com/office/drawing/2014/main" id="{2605636A-146D-5546-A574-594559AC88B9}"/>
              </a:ext>
            </a:extLst>
          </p:cNvPr>
          <p:cNvCxnSpPr>
            <a:cxnSpLocks/>
            <a:stCxn id="9" idx="0"/>
            <a:endCxn id="8" idx="0"/>
          </p:cNvCxnSpPr>
          <p:nvPr/>
        </p:nvCxnSpPr>
        <p:spPr>
          <a:xfrm rot="16200000" flipH="1" flipV="1">
            <a:off x="5605181" y="2999650"/>
            <a:ext cx="8640" cy="1048918"/>
          </a:xfrm>
          <a:prstGeom prst="curvedConnector3">
            <a:avLst>
              <a:gd name="adj1" fmla="val -264583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!!直线箭头连接符b">
            <a:extLst>
              <a:ext uri="{FF2B5EF4-FFF2-40B4-BE49-F238E27FC236}">
                <a16:creationId xmlns:a16="http://schemas.microsoft.com/office/drawing/2014/main" id="{D3C1EC6F-5654-C94D-B192-EBE696F7D964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5203127" y="3637874"/>
            <a:ext cx="812748" cy="86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直线箭头连接符a">
            <a:extLst>
              <a:ext uri="{FF2B5EF4-FFF2-40B4-BE49-F238E27FC236}">
                <a16:creationId xmlns:a16="http://schemas.microsoft.com/office/drawing/2014/main" id="{3C2EEB1B-23A0-CA4B-8756-1B1E73446BCD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4105965" y="3646514"/>
            <a:ext cx="8609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x2">
                <a:extLst>
                  <a:ext uri="{FF2B5EF4-FFF2-40B4-BE49-F238E27FC236}">
                    <a16:creationId xmlns:a16="http://schemas.microsoft.com/office/drawing/2014/main" id="{41668B7B-2D99-6240-9636-C6645D682608}"/>
                  </a:ext>
                </a:extLst>
              </p:cNvPr>
              <p:cNvSpPr txBox="1"/>
              <p:nvPr/>
            </p:nvSpPr>
            <p:spPr>
              <a:xfrm>
                <a:off x="6094950" y="294808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9" name="文本框x2">
                <a:extLst>
                  <a:ext uri="{FF2B5EF4-FFF2-40B4-BE49-F238E27FC236}">
                    <a16:creationId xmlns:a16="http://schemas.microsoft.com/office/drawing/2014/main" id="{41668B7B-2D99-6240-9636-C6645D682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50" y="2948086"/>
                <a:ext cx="692168" cy="553998"/>
              </a:xfrm>
              <a:prstGeom prst="rect">
                <a:avLst/>
              </a:prstGeom>
              <a:blipFill>
                <a:blip r:embed="rId2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x1">
                <a:extLst>
                  <a:ext uri="{FF2B5EF4-FFF2-40B4-BE49-F238E27FC236}">
                    <a16:creationId xmlns:a16="http://schemas.microsoft.com/office/drawing/2014/main" id="{3F8DC471-C4CE-6F4E-A97A-293F679C94DB}"/>
                  </a:ext>
                </a:extLst>
              </p:cNvPr>
              <p:cNvSpPr txBox="1"/>
              <p:nvPr/>
            </p:nvSpPr>
            <p:spPr>
              <a:xfrm>
                <a:off x="4540478" y="294808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" name="文本框x1">
                <a:extLst>
                  <a:ext uri="{FF2B5EF4-FFF2-40B4-BE49-F238E27FC236}">
                    <a16:creationId xmlns:a16="http://schemas.microsoft.com/office/drawing/2014/main" id="{3F8DC471-C4CE-6F4E-A97A-293F679C9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478" y="2948086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xr">
                <a:extLst>
                  <a:ext uri="{FF2B5EF4-FFF2-40B4-BE49-F238E27FC236}">
                    <a16:creationId xmlns:a16="http://schemas.microsoft.com/office/drawing/2014/main" id="{1F0FE332-7224-BA43-8EBC-ED731C457F79}"/>
                  </a:ext>
                </a:extLst>
              </p:cNvPr>
              <p:cNvSpPr txBox="1"/>
              <p:nvPr/>
            </p:nvSpPr>
            <p:spPr>
              <a:xfrm>
                <a:off x="3144190" y="336951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xr">
                <a:extLst>
                  <a:ext uri="{FF2B5EF4-FFF2-40B4-BE49-F238E27FC236}">
                    <a16:creationId xmlns:a16="http://schemas.microsoft.com/office/drawing/2014/main" id="{1F0FE332-7224-BA43-8EBC-ED731C457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190" y="3369515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xc">
                <a:extLst>
                  <a:ext uri="{FF2B5EF4-FFF2-40B4-BE49-F238E27FC236}">
                    <a16:creationId xmlns:a16="http://schemas.microsoft.com/office/drawing/2014/main" id="{25F51FA5-B662-E144-BC0B-E96F968C7DE0}"/>
                  </a:ext>
                </a:extLst>
              </p:cNvPr>
              <p:cNvSpPr txBox="1"/>
              <p:nvPr/>
            </p:nvSpPr>
            <p:spPr>
              <a:xfrm>
                <a:off x="7431198" y="332261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4" name="文本框xc">
                <a:extLst>
                  <a:ext uri="{FF2B5EF4-FFF2-40B4-BE49-F238E27FC236}">
                    <a16:creationId xmlns:a16="http://schemas.microsoft.com/office/drawing/2014/main" id="{25F51FA5-B662-E144-BC0B-E96F968C7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198" y="3322617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16A9E1D-B802-834A-A17B-6384D05C3874}"/>
                  </a:ext>
                </a:extLst>
              </p:cNvPr>
              <p:cNvSpPr txBox="1"/>
              <p:nvPr/>
            </p:nvSpPr>
            <p:spPr>
              <a:xfrm>
                <a:off x="3946629" y="305168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16A9E1D-B802-834A-A17B-6384D05C3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629" y="3051687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82590A2-5808-6442-8FBD-4E4664C6F5A7}"/>
                  </a:ext>
                </a:extLst>
              </p:cNvPr>
              <p:cNvSpPr txBox="1"/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82590A2-5808-6442-8FBD-4E4664C6F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204" y="2679940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A9888F7-B852-094A-922B-2325D881D070}"/>
                  </a:ext>
                </a:extLst>
              </p:cNvPr>
              <p:cNvSpPr txBox="1"/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A9888F7-B852-094A-922B-2325D881D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342" y="3637874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20A67E3-4A34-984D-A17A-8CCB16813943}"/>
                  </a:ext>
                </a:extLst>
              </p:cNvPr>
              <p:cNvSpPr txBox="1"/>
              <p:nvPr/>
            </p:nvSpPr>
            <p:spPr>
              <a:xfrm>
                <a:off x="6313871" y="3646514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20A67E3-4A34-984D-A17A-8CCB16813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871" y="3646514"/>
                <a:ext cx="692168" cy="557268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节点组合">
            <a:extLst>
              <a:ext uri="{FF2B5EF4-FFF2-40B4-BE49-F238E27FC236}">
                <a16:creationId xmlns:a16="http://schemas.microsoft.com/office/drawing/2014/main" id="{3FDFBB5B-97C9-8744-8B93-E0D7FEA82929}"/>
              </a:ext>
            </a:extLst>
          </p:cNvPr>
          <p:cNvGrpSpPr/>
          <p:nvPr/>
        </p:nvGrpSpPr>
        <p:grpSpPr>
          <a:xfrm>
            <a:off x="3428858" y="3841892"/>
            <a:ext cx="1972206" cy="2107388"/>
            <a:chOff x="3428858" y="3841892"/>
            <a:chExt cx="1972206" cy="2107388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5E5926B-1C39-4848-9020-7E26ED1A01E6}"/>
                </a:ext>
              </a:extLst>
            </p:cNvPr>
            <p:cNvSpPr txBox="1"/>
            <p:nvPr/>
          </p:nvSpPr>
          <p:spPr>
            <a:xfrm>
              <a:off x="3428858" y="5234191"/>
              <a:ext cx="1260075" cy="715089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节点</a:t>
              </a:r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4C6ED9BE-1F07-9440-B4A9-2C7960A61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7568846" flipH="1">
              <a:off x="4157451" y="4310958"/>
              <a:ext cx="1219752" cy="28162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78187D0-CC32-4A4C-92E4-45F6563487D6}"/>
                </a:ext>
              </a:extLst>
            </p:cNvPr>
            <p:cNvSpPr/>
            <p:nvPr/>
          </p:nvSpPr>
          <p:spPr>
            <a:xfrm>
              <a:off x="5164894" y="5473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</p:grpSp>
      <p:grpSp>
        <p:nvGrpSpPr>
          <p:cNvPr id="44" name="支路组合">
            <a:extLst>
              <a:ext uri="{FF2B5EF4-FFF2-40B4-BE49-F238E27FC236}">
                <a16:creationId xmlns:a16="http://schemas.microsoft.com/office/drawing/2014/main" id="{C924BA63-9C18-A042-9744-7C8304FBDE23}"/>
              </a:ext>
            </a:extLst>
          </p:cNvPr>
          <p:cNvGrpSpPr/>
          <p:nvPr/>
        </p:nvGrpSpPr>
        <p:grpSpPr>
          <a:xfrm>
            <a:off x="3428858" y="1343748"/>
            <a:ext cx="2402702" cy="1928857"/>
            <a:chOff x="3428858" y="1343748"/>
            <a:chExt cx="2402702" cy="1928857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E756048C-9CB1-E94D-859E-D61B4A8D6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3304761" flipH="1" flipV="1">
              <a:off x="4347277" y="2484317"/>
              <a:ext cx="1239359" cy="337218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8FD2BCE-EE0C-5C47-9065-D93EC4DF45F1}"/>
                </a:ext>
              </a:extLst>
            </p:cNvPr>
            <p:cNvSpPr txBox="1"/>
            <p:nvPr/>
          </p:nvSpPr>
          <p:spPr>
            <a:xfrm>
              <a:off x="3428858" y="1343748"/>
              <a:ext cx="1260075" cy="715089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支路</a:t>
              </a:r>
            </a:p>
          </p:txBody>
        </p: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D58865D9-DBF8-7F49-B6DC-184B3819D941}"/>
                </a:ext>
              </a:extLst>
            </p:cNvPr>
            <p:cNvCxnSpPr>
              <a:cxnSpLocks/>
            </p:cNvCxnSpPr>
            <p:nvPr/>
          </p:nvCxnSpPr>
          <p:spPr>
            <a:xfrm>
              <a:off x="4970568" y="1693834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B0D2106D-904F-5B42-B610-9103AFAAB0DD}"/>
              </a:ext>
            </a:extLst>
          </p:cNvPr>
          <p:cNvSpPr txBox="1"/>
          <p:nvPr/>
        </p:nvSpPr>
        <p:spPr>
          <a:xfrm>
            <a:off x="6035817" y="5234190"/>
            <a:ext cx="4025728" cy="715089"/>
          </a:xfrm>
          <a:prstGeom prst="flowChartAlternateProcess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6"/>
                </a:solidFill>
              </a:rPr>
              <a:t>系统中的变量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CB96225-2D5C-7F41-B640-E319AB552B17}"/>
              </a:ext>
            </a:extLst>
          </p:cNvPr>
          <p:cNvSpPr txBox="1"/>
          <p:nvPr/>
        </p:nvSpPr>
        <p:spPr>
          <a:xfrm>
            <a:off x="6018037" y="1377396"/>
            <a:ext cx="4110463" cy="715089"/>
          </a:xfrm>
          <a:prstGeom prst="flowChartAlternateProcess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6"/>
                </a:solidFill>
              </a:rPr>
              <a:t>变量间的传输关系</a:t>
            </a:r>
          </a:p>
        </p:txBody>
      </p:sp>
      <p:grpSp>
        <p:nvGrpSpPr>
          <p:cNvPr id="66" name="输入节点1">
            <a:extLst>
              <a:ext uri="{FF2B5EF4-FFF2-40B4-BE49-F238E27FC236}">
                <a16:creationId xmlns:a16="http://schemas.microsoft.com/office/drawing/2014/main" id="{C7C168E1-D856-4A4B-9026-7850063704EC}"/>
              </a:ext>
            </a:extLst>
          </p:cNvPr>
          <p:cNvGrpSpPr/>
          <p:nvPr/>
        </p:nvGrpSpPr>
        <p:grpSpPr>
          <a:xfrm>
            <a:off x="964841" y="2457457"/>
            <a:ext cx="2867979" cy="1316415"/>
            <a:chOff x="964841" y="2457457"/>
            <a:chExt cx="2867979" cy="1316415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92B11A3-9886-684F-A0A2-3C75928F3B43}"/>
                </a:ext>
              </a:extLst>
            </p:cNvPr>
            <p:cNvSpPr txBox="1"/>
            <p:nvPr/>
          </p:nvSpPr>
          <p:spPr>
            <a:xfrm>
              <a:off x="964841" y="2457457"/>
              <a:ext cx="1260075" cy="1316415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输入节点</a:t>
              </a:r>
            </a:p>
          </p:txBody>
        </p: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5F690C0A-B0D0-9E4F-99CA-3D6284C39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328776" flipH="1" flipV="1">
              <a:off x="2613068" y="3177348"/>
              <a:ext cx="1219752" cy="257482"/>
            </a:xfrm>
            <a:prstGeom prst="rect">
              <a:avLst/>
            </a:prstGeom>
          </p:spPr>
        </p:pic>
      </p:grpSp>
      <p:grpSp>
        <p:nvGrpSpPr>
          <p:cNvPr id="69" name="输出节点">
            <a:extLst>
              <a:ext uri="{FF2B5EF4-FFF2-40B4-BE49-F238E27FC236}">
                <a16:creationId xmlns:a16="http://schemas.microsoft.com/office/drawing/2014/main" id="{CE3F0229-D0EE-834C-8978-9D2F2286C644}"/>
              </a:ext>
            </a:extLst>
          </p:cNvPr>
          <p:cNvGrpSpPr/>
          <p:nvPr/>
        </p:nvGrpSpPr>
        <p:grpSpPr>
          <a:xfrm>
            <a:off x="7812657" y="2518590"/>
            <a:ext cx="2771372" cy="1316415"/>
            <a:chOff x="7812657" y="2518590"/>
            <a:chExt cx="2771372" cy="1316415"/>
          </a:xfrm>
        </p:grpSpPr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DE52A90D-7ADE-F943-9B89-959288586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9279226" flipH="1">
              <a:off x="7812657" y="3132297"/>
              <a:ext cx="1219752" cy="226333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CDFEEEE-D274-B24C-BFF2-50519CF690EE}"/>
                </a:ext>
              </a:extLst>
            </p:cNvPr>
            <p:cNvSpPr txBox="1"/>
            <p:nvPr/>
          </p:nvSpPr>
          <p:spPr>
            <a:xfrm>
              <a:off x="9323954" y="2518590"/>
              <a:ext cx="1260075" cy="1316415"/>
            </a:xfrm>
            <a:prstGeom prst="flowChartAlternateProcess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输出节点</a:t>
              </a:r>
            </a:p>
          </p:txBody>
        </p:sp>
      </p:grpSp>
      <p:grpSp>
        <p:nvGrpSpPr>
          <p:cNvPr id="68" name="混合节点">
            <a:extLst>
              <a:ext uri="{FF2B5EF4-FFF2-40B4-BE49-F238E27FC236}">
                <a16:creationId xmlns:a16="http://schemas.microsoft.com/office/drawing/2014/main" id="{9E1F3791-CEE3-5D48-9283-EAF18F97ECF0}"/>
              </a:ext>
            </a:extLst>
          </p:cNvPr>
          <p:cNvGrpSpPr/>
          <p:nvPr/>
        </p:nvGrpSpPr>
        <p:grpSpPr>
          <a:xfrm>
            <a:off x="2549875" y="4229915"/>
            <a:ext cx="2486915" cy="2184594"/>
            <a:chOff x="2549875" y="4229915"/>
            <a:chExt cx="2486915" cy="2184594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37069E71-AE83-3749-8E25-D90DD62A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9494351" flipH="1" flipV="1">
              <a:off x="3683994" y="4229915"/>
              <a:ext cx="1352796" cy="214864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14B417A-AA6E-924A-80CB-249E9142971C}"/>
                </a:ext>
              </a:extLst>
            </p:cNvPr>
            <p:cNvSpPr txBox="1"/>
            <p:nvPr/>
          </p:nvSpPr>
          <p:spPr>
            <a:xfrm>
              <a:off x="2549875" y="5098094"/>
              <a:ext cx="1260075" cy="1316415"/>
            </a:xfrm>
            <a:prstGeom prst="flowChartAlternateProcess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混合节点</a:t>
              </a:r>
            </a:p>
          </p:txBody>
        </p:sp>
      </p:grpSp>
      <p:grpSp>
        <p:nvGrpSpPr>
          <p:cNvPr id="73" name="输入节点图">
            <a:extLst>
              <a:ext uri="{FF2B5EF4-FFF2-40B4-BE49-F238E27FC236}">
                <a16:creationId xmlns:a16="http://schemas.microsoft.com/office/drawing/2014/main" id="{94120C06-B881-0F45-9666-91374FB2C94E}"/>
              </a:ext>
            </a:extLst>
          </p:cNvPr>
          <p:cNvGrpSpPr/>
          <p:nvPr/>
        </p:nvGrpSpPr>
        <p:grpSpPr>
          <a:xfrm>
            <a:off x="5859271" y="3755959"/>
            <a:ext cx="879162" cy="1706123"/>
            <a:chOff x="5859271" y="3755959"/>
            <a:chExt cx="879162" cy="17061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4B28B02-EFE6-C847-8680-799BB9C44684}"/>
                    </a:ext>
                  </a:extLst>
                </p:cNvPr>
                <p:cNvSpPr txBox="1"/>
                <p:nvPr/>
              </p:nvSpPr>
              <p:spPr>
                <a:xfrm>
                  <a:off x="5859271" y="49080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4B28B02-EFE6-C847-8680-799BB9C44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9271" y="4908084"/>
                  <a:ext cx="692168" cy="553998"/>
                </a:xfrm>
                <a:prstGeom prst="rect">
                  <a:avLst/>
                </a:prstGeom>
                <a:blipFill>
                  <a:blip r:embed="rId11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C5B3884F-1FA0-384B-8E86-AC75E3E1725A}"/>
                    </a:ext>
                  </a:extLst>
                </p:cNvPr>
                <p:cNvSpPr txBox="1"/>
                <p:nvPr/>
              </p:nvSpPr>
              <p:spPr>
                <a:xfrm>
                  <a:off x="6046265" y="417579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C5B3884F-1FA0-384B-8E86-AC75E3E17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6265" y="4175796"/>
                  <a:ext cx="692168" cy="553998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2B80642C-F3C1-6342-B7C5-C1FF03242DA2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6133960" y="3755959"/>
              <a:ext cx="0" cy="9691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1FD590A-E502-8647-9105-B1C9859C9DCE}"/>
                </a:ext>
              </a:extLst>
            </p:cNvPr>
            <p:cNvSpPr/>
            <p:nvPr/>
          </p:nvSpPr>
          <p:spPr>
            <a:xfrm>
              <a:off x="6012631" y="4741354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</p:grpSp>
      <p:grpSp>
        <p:nvGrpSpPr>
          <p:cNvPr id="67" name="输入节点2">
            <a:extLst>
              <a:ext uri="{FF2B5EF4-FFF2-40B4-BE49-F238E27FC236}">
                <a16:creationId xmlns:a16="http://schemas.microsoft.com/office/drawing/2014/main" id="{C966C777-18B1-F743-8B20-2A103A37DEA8}"/>
              </a:ext>
            </a:extLst>
          </p:cNvPr>
          <p:cNvGrpSpPr/>
          <p:nvPr/>
        </p:nvGrpSpPr>
        <p:grpSpPr>
          <a:xfrm>
            <a:off x="6412341" y="4952944"/>
            <a:ext cx="2670654" cy="1504878"/>
            <a:chOff x="6412341" y="4952944"/>
            <a:chExt cx="2670654" cy="1504878"/>
          </a:xfrm>
        </p:grpSpPr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2FEBBE66-BEC7-154E-8A2A-0A02E173B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1337016" flipH="1">
              <a:off x="6412341" y="4952944"/>
              <a:ext cx="1219752" cy="226333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E11E143-2ECA-B44D-B035-ED0A234F34C9}"/>
                </a:ext>
              </a:extLst>
            </p:cNvPr>
            <p:cNvSpPr txBox="1"/>
            <p:nvPr/>
          </p:nvSpPr>
          <p:spPr>
            <a:xfrm>
              <a:off x="7822920" y="5141407"/>
              <a:ext cx="1260075" cy="1316415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输入节点</a:t>
              </a:r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F7EEC474-0184-4641-8EF1-841B36759D5F}"/>
              </a:ext>
            </a:extLst>
          </p:cNvPr>
          <p:cNvSpPr txBox="1"/>
          <p:nvPr/>
        </p:nvSpPr>
        <p:spPr>
          <a:xfrm>
            <a:off x="461503" y="4203011"/>
            <a:ext cx="2416228" cy="715089"/>
          </a:xfrm>
          <a:prstGeom prst="flowChartAlternateProcess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2"/>
                </a:solidFill>
              </a:rPr>
              <a:t>只出不入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A07C3A6-6237-E540-8F0A-B59E4B0C4F9C}"/>
              </a:ext>
            </a:extLst>
          </p:cNvPr>
          <p:cNvSpPr txBox="1"/>
          <p:nvPr/>
        </p:nvSpPr>
        <p:spPr>
          <a:xfrm>
            <a:off x="8903518" y="1528650"/>
            <a:ext cx="2416228" cy="715089"/>
          </a:xfrm>
          <a:prstGeom prst="flowChartAlternateProcess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6"/>
                </a:solidFill>
              </a:rPr>
              <a:t>只入不出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8601921-B7A3-5E49-8AF1-8A4E16FDBBAE}"/>
              </a:ext>
            </a:extLst>
          </p:cNvPr>
          <p:cNvSpPr txBox="1"/>
          <p:nvPr/>
        </p:nvSpPr>
        <p:spPr>
          <a:xfrm>
            <a:off x="9323954" y="5473649"/>
            <a:ext cx="2416228" cy="715089"/>
          </a:xfrm>
          <a:prstGeom prst="flowChartAlternateProcess">
            <a:avLst/>
          </a:prstGeom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2"/>
                </a:solidFill>
              </a:rPr>
              <a:t>只出不入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C8922DA-97D4-3948-A49C-B66EACF2A28F}"/>
              </a:ext>
            </a:extLst>
          </p:cNvPr>
          <p:cNvSpPr txBox="1"/>
          <p:nvPr/>
        </p:nvSpPr>
        <p:spPr>
          <a:xfrm>
            <a:off x="3995013" y="5473649"/>
            <a:ext cx="2416228" cy="715089"/>
          </a:xfrm>
          <a:prstGeom prst="flowChartAlternateProcess">
            <a:avLst/>
          </a:prstGeom>
          <a:ln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4"/>
                </a:solidFill>
              </a:rPr>
              <a:t>有出有入</a:t>
            </a:r>
          </a:p>
        </p:txBody>
      </p:sp>
    </p:spTree>
    <p:extLst>
      <p:ext uri="{BB962C8B-B14F-4D97-AF65-F5344CB8AC3E}">
        <p14:creationId xmlns:p14="http://schemas.microsoft.com/office/powerpoint/2010/main" val="28149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9" grpId="0" animBg="1"/>
      <p:bldP spid="39" grpId="1" animBg="1"/>
      <p:bldP spid="40" grpId="0" animBg="1"/>
      <p:bldP spid="40" grpId="1" animBg="1"/>
      <p:bldP spid="62" grpId="0" animBg="1"/>
      <p:bldP spid="63" grpId="0" animBg="1"/>
      <p:bldP spid="64" grpId="0" animBg="1"/>
      <p:bldP spid="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614452" y="332656"/>
            <a:ext cx="407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信号流图的概念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20FC05DC-04CB-B34B-AAD3-7A11427FFD98}"/>
              </a:ext>
            </a:extLst>
          </p:cNvPr>
          <p:cNvSpPr/>
          <p:nvPr/>
        </p:nvSpPr>
        <p:spPr>
          <a:xfrm>
            <a:off x="1060171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A2507792-92BE-B341-A874-6853CC9D6819}"/>
              </a:ext>
            </a:extLst>
          </p:cNvPr>
          <p:cNvSpPr/>
          <p:nvPr/>
        </p:nvSpPr>
        <p:spPr>
          <a:xfrm>
            <a:off x="2164058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61A53AA-D346-754E-90DF-20F83D1BC979}"/>
              </a:ext>
            </a:extLst>
          </p:cNvPr>
          <p:cNvSpPr/>
          <p:nvPr/>
        </p:nvSpPr>
        <p:spPr>
          <a:xfrm>
            <a:off x="3267945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29942AD5-BC61-234B-B685-F697E7F58E15}"/>
              </a:ext>
            </a:extLst>
          </p:cNvPr>
          <p:cNvCxnSpPr>
            <a:cxnSpLocks/>
            <a:stCxn id="56" idx="6"/>
            <a:endCxn id="70" idx="2"/>
          </p:cNvCxnSpPr>
          <p:nvPr/>
        </p:nvCxnSpPr>
        <p:spPr>
          <a:xfrm>
            <a:off x="1296341" y="2134697"/>
            <a:ext cx="8677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曲线连接符 73">
            <a:extLst>
              <a:ext uri="{FF2B5EF4-FFF2-40B4-BE49-F238E27FC236}">
                <a16:creationId xmlns:a16="http://schemas.microsoft.com/office/drawing/2014/main" id="{7A089DBA-DA45-2147-BF93-1D9BE31B4938}"/>
              </a:ext>
            </a:extLst>
          </p:cNvPr>
          <p:cNvCxnSpPr>
            <a:cxnSpLocks/>
            <a:stCxn id="88" idx="0"/>
            <a:endCxn id="80" idx="0"/>
          </p:cNvCxnSpPr>
          <p:nvPr/>
        </p:nvCxnSpPr>
        <p:spPr>
          <a:xfrm rot="16200000" flipV="1">
            <a:off x="6145747" y="360782"/>
            <a:ext cx="12700" cy="3311659"/>
          </a:xfrm>
          <a:prstGeom prst="curvedConnector3">
            <a:avLst>
              <a:gd name="adj1" fmla="val 719998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546C65F-3905-B04F-B078-6D1040AFDE99}"/>
                  </a:ext>
                </a:extLst>
              </p:cNvPr>
              <p:cNvSpPr txBox="1"/>
              <p:nvPr/>
            </p:nvSpPr>
            <p:spPr>
              <a:xfrm>
                <a:off x="334566" y="185763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546C65F-3905-B04F-B078-6D1040AF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1857630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11AC2A7-1369-664F-A4E6-A4655AF55313}"/>
                  </a:ext>
                </a:extLst>
              </p:cNvPr>
              <p:cNvSpPr txBox="1"/>
              <p:nvPr/>
            </p:nvSpPr>
            <p:spPr>
              <a:xfrm>
                <a:off x="11231319" y="181729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11AC2A7-1369-664F-A4E6-A4655AF5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319" y="1817290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0CF9FA21-BBBE-2D49-8F31-94DE8DB3DEB3}"/>
                  </a:ext>
                </a:extLst>
              </p:cNvPr>
              <p:cNvSpPr txBox="1"/>
              <p:nvPr/>
            </p:nvSpPr>
            <p:spPr>
              <a:xfrm>
                <a:off x="2012480" y="1459573"/>
                <a:ext cx="53932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0CF9FA21-BBBE-2D49-8F31-94DE8DB3D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480" y="1459573"/>
                <a:ext cx="539325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椭圆 79">
            <a:extLst>
              <a:ext uri="{FF2B5EF4-FFF2-40B4-BE49-F238E27FC236}">
                <a16:creationId xmlns:a16="http://schemas.microsoft.com/office/drawing/2014/main" id="{69DC345F-D0C1-3C44-9CA7-478880331CC7}"/>
              </a:ext>
            </a:extLst>
          </p:cNvPr>
          <p:cNvSpPr/>
          <p:nvPr/>
        </p:nvSpPr>
        <p:spPr>
          <a:xfrm>
            <a:off x="4371832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54D3D09D-152D-9A4C-B91B-E85D17B4EE38}"/>
              </a:ext>
            </a:extLst>
          </p:cNvPr>
          <p:cNvCxnSpPr>
            <a:cxnSpLocks/>
            <a:stCxn id="70" idx="6"/>
            <a:endCxn id="71" idx="2"/>
          </p:cNvCxnSpPr>
          <p:nvPr/>
        </p:nvCxnSpPr>
        <p:spPr>
          <a:xfrm>
            <a:off x="2400228" y="2134697"/>
            <a:ext cx="8677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F66F47D6-E83A-7743-B87F-0E4EB7CBB800}"/>
              </a:ext>
            </a:extLst>
          </p:cNvPr>
          <p:cNvCxnSpPr>
            <a:cxnSpLocks/>
            <a:stCxn id="71" idx="6"/>
            <a:endCxn id="80" idx="2"/>
          </p:cNvCxnSpPr>
          <p:nvPr/>
        </p:nvCxnSpPr>
        <p:spPr>
          <a:xfrm>
            <a:off x="3504115" y="2134697"/>
            <a:ext cx="8677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8C84A2E-6679-6147-9AB1-B2C33A4BCE3A}"/>
                  </a:ext>
                </a:extLst>
              </p:cNvPr>
              <p:cNvSpPr txBox="1"/>
              <p:nvPr/>
            </p:nvSpPr>
            <p:spPr>
              <a:xfrm>
                <a:off x="2975595" y="145957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8C84A2E-6679-6147-9AB1-B2C33A4B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595" y="1459573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89C0E6E-8994-9840-BE4F-2B29EBF5E9FF}"/>
                  </a:ext>
                </a:extLst>
              </p:cNvPr>
              <p:cNvSpPr txBox="1"/>
              <p:nvPr/>
            </p:nvSpPr>
            <p:spPr>
              <a:xfrm>
                <a:off x="2458269" y="156313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F89C0E6E-8994-9840-BE4F-2B29EBF5E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269" y="1563139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0714" r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FA59A24-DDED-5F4E-B1AB-C1F392E5116C}"/>
                  </a:ext>
                </a:extLst>
              </p:cNvPr>
              <p:cNvSpPr txBox="1"/>
              <p:nvPr/>
            </p:nvSpPr>
            <p:spPr>
              <a:xfrm>
                <a:off x="1364682" y="1586001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FA59A24-DDED-5F4E-B1AB-C1F392E51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682" y="1586001"/>
                <a:ext cx="692168" cy="557268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椭圆 85">
            <a:extLst>
              <a:ext uri="{FF2B5EF4-FFF2-40B4-BE49-F238E27FC236}">
                <a16:creationId xmlns:a16="http://schemas.microsoft.com/office/drawing/2014/main" id="{960831F0-01B2-9E4F-B29E-46BFFB9C2050}"/>
              </a:ext>
            </a:extLst>
          </p:cNvPr>
          <p:cNvSpPr/>
          <p:nvPr/>
        </p:nvSpPr>
        <p:spPr>
          <a:xfrm>
            <a:off x="5475718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4346E0FA-7EA6-0647-8C6F-C841F774F86C}"/>
              </a:ext>
            </a:extLst>
          </p:cNvPr>
          <p:cNvSpPr/>
          <p:nvPr/>
        </p:nvSpPr>
        <p:spPr>
          <a:xfrm>
            <a:off x="6579604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8BBFB532-2E77-7541-B1F3-F5B02C46812C}"/>
              </a:ext>
            </a:extLst>
          </p:cNvPr>
          <p:cNvSpPr/>
          <p:nvPr/>
        </p:nvSpPr>
        <p:spPr>
          <a:xfrm>
            <a:off x="7683491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C2AF9818-3326-D74D-8DBB-D746126CFE1A}"/>
              </a:ext>
            </a:extLst>
          </p:cNvPr>
          <p:cNvSpPr/>
          <p:nvPr/>
        </p:nvSpPr>
        <p:spPr>
          <a:xfrm>
            <a:off x="8787377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D7168F2A-1762-D249-8C6E-82315E479DD5}"/>
              </a:ext>
            </a:extLst>
          </p:cNvPr>
          <p:cNvSpPr/>
          <p:nvPr/>
        </p:nvSpPr>
        <p:spPr>
          <a:xfrm>
            <a:off x="9891263" y="201661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60EFC024-4175-9A42-8F1B-E91D520297C0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4603765" y="2134697"/>
            <a:ext cx="871953" cy="85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44D29727-831C-3645-91A4-167107015693}"/>
              </a:ext>
            </a:extLst>
          </p:cNvPr>
          <p:cNvCxnSpPr>
            <a:cxnSpLocks/>
            <a:endCxn id="87" idx="2"/>
          </p:cNvCxnSpPr>
          <p:nvPr/>
        </p:nvCxnSpPr>
        <p:spPr>
          <a:xfrm flipV="1">
            <a:off x="5735485" y="2134697"/>
            <a:ext cx="844119" cy="41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AE246F0F-E26E-0D4C-AED9-5CCA226C025A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6832647" y="2130173"/>
            <a:ext cx="850844" cy="45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E5CDFEBC-98C5-6441-AE23-42B313DCC442}"/>
              </a:ext>
            </a:extLst>
          </p:cNvPr>
          <p:cNvCxnSpPr>
            <a:cxnSpLocks/>
            <a:stCxn id="88" idx="6"/>
            <a:endCxn id="89" idx="2"/>
          </p:cNvCxnSpPr>
          <p:nvPr/>
        </p:nvCxnSpPr>
        <p:spPr>
          <a:xfrm>
            <a:off x="7919661" y="2134697"/>
            <a:ext cx="867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00D6D9F5-F656-0745-BCBE-ECC2472F6D15}"/>
              </a:ext>
            </a:extLst>
          </p:cNvPr>
          <p:cNvCxnSpPr>
            <a:cxnSpLocks/>
            <a:stCxn id="89" idx="6"/>
            <a:endCxn id="90" idx="2"/>
          </p:cNvCxnSpPr>
          <p:nvPr/>
        </p:nvCxnSpPr>
        <p:spPr>
          <a:xfrm>
            <a:off x="9023547" y="2134697"/>
            <a:ext cx="867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C97AFC8-A6DB-E545-AB33-D2E25447DE63}"/>
                  </a:ext>
                </a:extLst>
              </p:cNvPr>
              <p:cNvSpPr txBox="1"/>
              <p:nvPr/>
            </p:nvSpPr>
            <p:spPr>
              <a:xfrm>
                <a:off x="4091553" y="215520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C97AFC8-A6DB-E545-AB33-D2E25447D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53" y="2155205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ED8A7-D83B-9A45-8ED7-21B2AEF44F84}"/>
                  </a:ext>
                </a:extLst>
              </p:cNvPr>
              <p:cNvSpPr txBox="1"/>
              <p:nvPr/>
            </p:nvSpPr>
            <p:spPr>
              <a:xfrm>
                <a:off x="5207511" y="145957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ED8A7-D83B-9A45-8ED7-21B2AEF44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511" y="1459573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840F5B8-7D61-7649-9839-945E95DF5BB7}"/>
                  </a:ext>
                </a:extLst>
              </p:cNvPr>
              <p:cNvSpPr txBox="1"/>
              <p:nvPr/>
            </p:nvSpPr>
            <p:spPr>
              <a:xfrm>
                <a:off x="6323469" y="145957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840F5B8-7D61-7649-9839-945E95DF5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69" y="1459573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03361E2-F616-BB44-B362-DD640F7DF784}"/>
                  </a:ext>
                </a:extLst>
              </p:cNvPr>
              <p:cNvSpPr txBox="1"/>
              <p:nvPr/>
            </p:nvSpPr>
            <p:spPr>
              <a:xfrm>
                <a:off x="7439427" y="215520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03361E2-F616-BB44-B362-DD640F7D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427" y="2155205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 l="-1786" r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F72DA8F-09E4-F541-A141-D96FAE238191}"/>
                  </a:ext>
                </a:extLst>
              </p:cNvPr>
              <p:cNvSpPr txBox="1"/>
              <p:nvPr/>
            </p:nvSpPr>
            <p:spPr>
              <a:xfrm>
                <a:off x="8555385" y="145957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F72DA8F-09E4-F541-A141-D96FAE238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385" y="1459573"/>
                <a:ext cx="692168" cy="553998"/>
              </a:xfrm>
              <a:prstGeom prst="rect">
                <a:avLst/>
              </a:prstGeom>
              <a:blipFill>
                <a:blip r:embed="rId13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椭圆 101">
            <a:extLst>
              <a:ext uri="{FF2B5EF4-FFF2-40B4-BE49-F238E27FC236}">
                <a16:creationId xmlns:a16="http://schemas.microsoft.com/office/drawing/2014/main" id="{82BA32EB-0BE9-4C4B-910E-E10417CE7707}"/>
              </a:ext>
            </a:extLst>
          </p:cNvPr>
          <p:cNvSpPr/>
          <p:nvPr/>
        </p:nvSpPr>
        <p:spPr>
          <a:xfrm>
            <a:off x="10995149" y="202079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463959EA-B8F2-984A-8EB1-42D97E05614C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10127433" y="2138881"/>
            <a:ext cx="8677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586A6CD-65AD-0F4E-AB73-9C601DB6AAD8}"/>
                  </a:ext>
                </a:extLst>
              </p:cNvPr>
              <p:cNvSpPr txBox="1"/>
              <p:nvPr/>
            </p:nvSpPr>
            <p:spPr>
              <a:xfrm>
                <a:off x="9671345" y="145957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586A6CD-65AD-0F4E-AB73-9C601DB6A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345" y="1459573"/>
                <a:ext cx="692168" cy="553998"/>
              </a:xfrm>
              <a:prstGeom prst="rect">
                <a:avLst/>
              </a:prstGeom>
              <a:blipFill>
                <a:blip r:embed="rId14"/>
                <a:stretch>
                  <a:fillRect l="-3571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2218C6E4-DED9-E344-B4D2-80816750DABA}"/>
                  </a:ext>
                </a:extLst>
              </p:cNvPr>
              <p:cNvSpPr txBox="1"/>
              <p:nvPr/>
            </p:nvSpPr>
            <p:spPr>
              <a:xfrm>
                <a:off x="3551438" y="156019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2218C6E4-DED9-E344-B4D2-80816750D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438" y="1560192"/>
                <a:ext cx="692168" cy="553998"/>
              </a:xfrm>
              <a:prstGeom prst="rect">
                <a:avLst/>
              </a:prstGeom>
              <a:blipFill>
                <a:blip r:embed="rId15"/>
                <a:stretch>
                  <a:fillRect l="-8929" r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4C0AB51-D1A8-BE4B-AD7E-4A47EDB6E897}"/>
                  </a:ext>
                </a:extLst>
              </p:cNvPr>
              <p:cNvSpPr txBox="1"/>
              <p:nvPr/>
            </p:nvSpPr>
            <p:spPr>
              <a:xfrm>
                <a:off x="4676340" y="157617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4C0AB51-D1A8-BE4B-AD7E-4A47EDB6E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40" y="1576175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10909" r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29637637-81AE-6044-9A41-B89803311D57}"/>
                  </a:ext>
                </a:extLst>
              </p:cNvPr>
              <p:cNvSpPr txBox="1"/>
              <p:nvPr/>
            </p:nvSpPr>
            <p:spPr>
              <a:xfrm>
                <a:off x="6881691" y="157479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29637637-81AE-6044-9A41-B89803311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691" y="1574792"/>
                <a:ext cx="692168" cy="553998"/>
              </a:xfrm>
              <a:prstGeom prst="rect">
                <a:avLst/>
              </a:prstGeom>
              <a:blipFill>
                <a:blip r:embed="rId17"/>
                <a:stretch>
                  <a:fillRect l="-8929" r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E0733F18-397D-0647-BA04-EE4731D5ECDA}"/>
                  </a:ext>
                </a:extLst>
              </p:cNvPr>
              <p:cNvSpPr txBox="1"/>
              <p:nvPr/>
            </p:nvSpPr>
            <p:spPr>
              <a:xfrm>
                <a:off x="7973221" y="156313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E0733F18-397D-0647-BA04-EE4731D5E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221" y="1563139"/>
                <a:ext cx="692168" cy="553998"/>
              </a:xfrm>
              <a:prstGeom prst="rect">
                <a:avLst/>
              </a:prstGeom>
              <a:blipFill>
                <a:blip r:embed="rId18"/>
                <a:stretch>
                  <a:fillRect l="-8929" r="-1786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B1CE8A2-AAB5-DF43-8851-D82C28E4219E}"/>
                  </a:ext>
                </a:extLst>
              </p:cNvPr>
              <p:cNvSpPr txBox="1"/>
              <p:nvPr/>
            </p:nvSpPr>
            <p:spPr>
              <a:xfrm>
                <a:off x="9092538" y="157914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B1CE8A2-AAB5-DF43-8851-D82C28E4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538" y="1579141"/>
                <a:ext cx="692168" cy="553998"/>
              </a:xfrm>
              <a:prstGeom prst="rect">
                <a:avLst/>
              </a:prstGeom>
              <a:blipFill>
                <a:blip r:embed="rId19"/>
                <a:stretch>
                  <a:fillRect l="-10909" r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CE63073-08B6-D347-9E5E-83C210629D22}"/>
                  </a:ext>
                </a:extLst>
              </p:cNvPr>
              <p:cNvSpPr txBox="1"/>
              <p:nvPr/>
            </p:nvSpPr>
            <p:spPr>
              <a:xfrm>
                <a:off x="5767964" y="1609760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CE63073-08B6-D347-9E5E-83C210629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64" y="1609760"/>
                <a:ext cx="692168" cy="557268"/>
              </a:xfrm>
              <a:prstGeom prst="rect">
                <a:avLst/>
              </a:prstGeom>
              <a:blipFill>
                <a:blip r:embed="rId2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曲线连接符 110">
            <a:extLst>
              <a:ext uri="{FF2B5EF4-FFF2-40B4-BE49-F238E27FC236}">
                <a16:creationId xmlns:a16="http://schemas.microsoft.com/office/drawing/2014/main" id="{F71ED940-290D-D44B-8B80-75ECE3D5C9E2}"/>
              </a:ext>
            </a:extLst>
          </p:cNvPr>
          <p:cNvCxnSpPr>
            <a:cxnSpLocks/>
            <a:stCxn id="86" idx="4"/>
            <a:endCxn id="71" idx="4"/>
          </p:cNvCxnSpPr>
          <p:nvPr/>
        </p:nvCxnSpPr>
        <p:spPr>
          <a:xfrm rot="5400000">
            <a:off x="4489917" y="1148896"/>
            <a:ext cx="12700" cy="2207773"/>
          </a:xfrm>
          <a:prstGeom prst="curvedConnector3">
            <a:avLst>
              <a:gd name="adj1" fmla="val 4968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曲线连接符 111">
            <a:extLst>
              <a:ext uri="{FF2B5EF4-FFF2-40B4-BE49-F238E27FC236}">
                <a16:creationId xmlns:a16="http://schemas.microsoft.com/office/drawing/2014/main" id="{A423B5CB-20A5-E340-93DF-405AAA3DDA6A}"/>
              </a:ext>
            </a:extLst>
          </p:cNvPr>
          <p:cNvCxnSpPr>
            <a:cxnSpLocks/>
            <a:stCxn id="89" idx="4"/>
            <a:endCxn id="87" idx="4"/>
          </p:cNvCxnSpPr>
          <p:nvPr/>
        </p:nvCxnSpPr>
        <p:spPr>
          <a:xfrm rot="5400000">
            <a:off x="7801576" y="1148896"/>
            <a:ext cx="12700" cy="2207773"/>
          </a:xfrm>
          <a:prstGeom prst="curvedConnector3">
            <a:avLst>
              <a:gd name="adj1" fmla="val 504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线连接符 112">
            <a:extLst>
              <a:ext uri="{FF2B5EF4-FFF2-40B4-BE49-F238E27FC236}">
                <a16:creationId xmlns:a16="http://schemas.microsoft.com/office/drawing/2014/main" id="{7F2B6B67-2166-3543-B288-0F989B077DB2}"/>
              </a:ext>
            </a:extLst>
          </p:cNvPr>
          <p:cNvCxnSpPr>
            <a:cxnSpLocks/>
            <a:stCxn id="90" idx="4"/>
            <a:endCxn id="70" idx="4"/>
          </p:cNvCxnSpPr>
          <p:nvPr/>
        </p:nvCxnSpPr>
        <p:spPr>
          <a:xfrm rot="5400000">
            <a:off x="6145746" y="-1610820"/>
            <a:ext cx="12700" cy="7727205"/>
          </a:xfrm>
          <a:prstGeom prst="curvedConnector3">
            <a:avLst>
              <a:gd name="adj1" fmla="val 1404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F17D522-BB5E-6340-9ED3-22D0FCB5574C}"/>
                  </a:ext>
                </a:extLst>
              </p:cNvPr>
              <p:cNvSpPr txBox="1"/>
              <p:nvPr/>
            </p:nvSpPr>
            <p:spPr>
              <a:xfrm>
                <a:off x="5771627" y="342928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7F17D522-BB5E-6340-9ED3-22D0FCB55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627" y="3429283"/>
                <a:ext cx="692168" cy="553998"/>
              </a:xfrm>
              <a:prstGeom prst="rect">
                <a:avLst/>
              </a:prstGeom>
              <a:blipFill>
                <a:blip r:embed="rId21"/>
                <a:stretch>
                  <a:fillRect l="-10909" r="-47273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9FC9F191-48F7-8E40-AA95-48CA3FFF0211}"/>
                  </a:ext>
                </a:extLst>
              </p:cNvPr>
              <p:cNvSpPr txBox="1"/>
              <p:nvPr/>
            </p:nvSpPr>
            <p:spPr>
              <a:xfrm>
                <a:off x="3897522" y="287640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9FC9F191-48F7-8E40-AA95-48CA3FFF0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522" y="2876405"/>
                <a:ext cx="692168" cy="553998"/>
              </a:xfrm>
              <a:prstGeom prst="rect">
                <a:avLst/>
              </a:prstGeom>
              <a:blipFill>
                <a:blip r:embed="rId22"/>
                <a:stretch>
                  <a:fillRect l="-10714" r="-46429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C5A3C8AC-9BC5-8D40-B1C6-05FFB1A7E376}"/>
                  </a:ext>
                </a:extLst>
              </p:cNvPr>
              <p:cNvSpPr txBox="1"/>
              <p:nvPr/>
            </p:nvSpPr>
            <p:spPr>
              <a:xfrm>
                <a:off x="7227775" y="287640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C5A3C8AC-9BC5-8D40-B1C6-05FFB1A7E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775" y="2876405"/>
                <a:ext cx="692168" cy="553998"/>
              </a:xfrm>
              <a:prstGeom prst="rect">
                <a:avLst/>
              </a:prstGeom>
              <a:blipFill>
                <a:blip r:embed="rId23"/>
                <a:stretch>
                  <a:fillRect l="-10909" r="-4727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DC303F-6C26-6546-B49E-5891982408E8}"/>
                  </a:ext>
                </a:extLst>
              </p:cNvPr>
              <p:cNvSpPr txBox="1"/>
              <p:nvPr/>
            </p:nvSpPr>
            <p:spPr>
              <a:xfrm>
                <a:off x="5623494" y="105948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DC303F-6C26-6546-B49E-589198240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494" y="1059481"/>
                <a:ext cx="692168" cy="553998"/>
              </a:xfrm>
              <a:prstGeom prst="rect">
                <a:avLst/>
              </a:prstGeom>
              <a:blipFill>
                <a:blip r:embed="rId24"/>
                <a:stretch>
                  <a:fillRect l="-8929" r="-46429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本框 118">
            <a:extLst>
              <a:ext uri="{FF2B5EF4-FFF2-40B4-BE49-F238E27FC236}">
                <a16:creationId xmlns:a16="http://schemas.microsoft.com/office/drawing/2014/main" id="{8875F6FD-24BC-5449-A5E1-1C7F60E0AD3C}"/>
              </a:ext>
            </a:extLst>
          </p:cNvPr>
          <p:cNvSpPr txBox="1"/>
          <p:nvPr/>
        </p:nvSpPr>
        <p:spPr>
          <a:xfrm>
            <a:off x="5126691" y="2163971"/>
            <a:ext cx="387007" cy="557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3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5962C72-82AB-3F4C-92B8-1947E590D15C}"/>
              </a:ext>
            </a:extLst>
          </p:cNvPr>
          <p:cNvSpPr txBox="1"/>
          <p:nvPr/>
        </p:nvSpPr>
        <p:spPr>
          <a:xfrm>
            <a:off x="7384017" y="908720"/>
            <a:ext cx="387007" cy="557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kumimoji="1" lang="zh-CN" altLang="en-US" sz="3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3802BB7-5FE7-7941-BD26-CC9BD06B07A7}"/>
              </a:ext>
            </a:extLst>
          </p:cNvPr>
          <p:cNvSpPr txBox="1"/>
          <p:nvPr/>
        </p:nvSpPr>
        <p:spPr>
          <a:xfrm>
            <a:off x="8150808" y="2124697"/>
            <a:ext cx="56757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kumimoji="1" lang="zh-CN" altLang="en-US" sz="3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B29D70B-5446-EA4D-8A8A-AC0F5F82D91E}"/>
              </a:ext>
            </a:extLst>
          </p:cNvPr>
          <p:cNvSpPr txBox="1"/>
          <p:nvPr/>
        </p:nvSpPr>
        <p:spPr>
          <a:xfrm>
            <a:off x="4933187" y="3413985"/>
            <a:ext cx="5805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kumimoji="1" lang="zh-CN" altLang="en-US" sz="3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B8BEC50-D582-F646-B943-2AD8A1639E78}"/>
              </a:ext>
            </a:extLst>
          </p:cNvPr>
          <p:cNvSpPr txBox="1"/>
          <p:nvPr/>
        </p:nvSpPr>
        <p:spPr>
          <a:xfrm>
            <a:off x="3984263" y="4441729"/>
            <a:ext cx="1382015" cy="740093"/>
          </a:xfrm>
          <a:prstGeom prst="roundRect">
            <a:avLst>
              <a:gd name="adj" fmla="val 22661"/>
            </a:avLst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通路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68EEB31-8435-2E4F-A166-B53E68AA26D4}"/>
              </a:ext>
            </a:extLst>
          </p:cNvPr>
          <p:cNvSpPr txBox="1"/>
          <p:nvPr/>
        </p:nvSpPr>
        <p:spPr>
          <a:xfrm>
            <a:off x="5888596" y="4453616"/>
            <a:ext cx="1382015" cy="740093"/>
          </a:xfrm>
          <a:prstGeom prst="roundRect">
            <a:avLst>
              <a:gd name="adj" fmla="val 22661"/>
            </a:avLst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回路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F50634F6-CED1-104A-A90F-A35722B5ADCB}"/>
              </a:ext>
            </a:extLst>
          </p:cNvPr>
          <p:cNvSpPr txBox="1"/>
          <p:nvPr/>
        </p:nvSpPr>
        <p:spPr>
          <a:xfrm>
            <a:off x="7751392" y="4441729"/>
            <a:ext cx="2205769" cy="740093"/>
          </a:xfrm>
          <a:prstGeom prst="roundRect">
            <a:avLst>
              <a:gd name="adj" fmla="val 22661"/>
            </a:avLst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回路增益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C3D39CF2-E331-A340-AC92-59A8477FA1F9}"/>
              </a:ext>
            </a:extLst>
          </p:cNvPr>
          <p:cNvSpPr txBox="1"/>
          <p:nvPr/>
        </p:nvSpPr>
        <p:spPr>
          <a:xfrm>
            <a:off x="3967373" y="5468588"/>
            <a:ext cx="2492759" cy="740093"/>
          </a:xfrm>
          <a:prstGeom prst="roundRect">
            <a:avLst>
              <a:gd name="adj" fmla="val 22661"/>
            </a:avLst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前向通路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CA3111BE-165F-0743-9C08-DC35F981AA9C}"/>
              </a:ext>
            </a:extLst>
          </p:cNvPr>
          <p:cNvSpPr txBox="1"/>
          <p:nvPr/>
        </p:nvSpPr>
        <p:spPr>
          <a:xfrm>
            <a:off x="7015637" y="5465870"/>
            <a:ext cx="2950781" cy="740093"/>
          </a:xfrm>
          <a:prstGeom prst="roundRect">
            <a:avLst>
              <a:gd name="adj" fmla="val 22661"/>
            </a:avLst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不接触回路</a:t>
            </a:r>
          </a:p>
        </p:txBody>
      </p:sp>
      <p:grpSp>
        <p:nvGrpSpPr>
          <p:cNvPr id="132" name="你来说说">
            <a:extLst>
              <a:ext uri="{FF2B5EF4-FFF2-40B4-BE49-F238E27FC236}">
                <a16:creationId xmlns:a16="http://schemas.microsoft.com/office/drawing/2014/main" id="{EA0B18AA-6895-B048-B99B-0CB7578B49EB}"/>
              </a:ext>
            </a:extLst>
          </p:cNvPr>
          <p:cNvGrpSpPr/>
          <p:nvPr/>
        </p:nvGrpSpPr>
        <p:grpSpPr>
          <a:xfrm>
            <a:off x="454456" y="4178736"/>
            <a:ext cx="10969342" cy="2393149"/>
            <a:chOff x="454456" y="4178736"/>
            <a:chExt cx="10969342" cy="2393149"/>
          </a:xfrm>
        </p:grpSpPr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7C99337E-125A-BC47-B791-160FCDB89845}"/>
                </a:ext>
              </a:extLst>
            </p:cNvPr>
            <p:cNvSpPr/>
            <p:nvPr/>
          </p:nvSpPr>
          <p:spPr>
            <a:xfrm>
              <a:off x="454456" y="4178736"/>
              <a:ext cx="10969342" cy="2393149"/>
            </a:xfrm>
            <a:prstGeom prst="roundRect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6A0F35E7-ECAB-2047-8551-14EF8EC7E52D}"/>
                </a:ext>
              </a:extLst>
            </p:cNvPr>
            <p:cNvSpPr txBox="1"/>
            <p:nvPr/>
          </p:nvSpPr>
          <p:spPr>
            <a:xfrm>
              <a:off x="1082835" y="4688081"/>
              <a:ext cx="1382015" cy="1374458"/>
            </a:xfrm>
            <a:prstGeom prst="roundRect">
              <a:avLst>
                <a:gd name="adj" fmla="val 22661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bg1"/>
                  </a:solidFill>
                </a:rPr>
                <a:t>你来说说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0C680A2E-2BCE-DB4B-B9DD-4E080491C006}"/>
                  </a:ext>
                </a:extLst>
              </p:cNvPr>
              <p:cNvSpPr txBox="1"/>
              <p:nvPr/>
            </p:nvSpPr>
            <p:spPr>
              <a:xfrm>
                <a:off x="10184896" y="1574388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0C680A2E-2BCE-DB4B-B9DD-4E080491C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896" y="1574388"/>
                <a:ext cx="692168" cy="557268"/>
              </a:xfrm>
              <a:prstGeom prst="rect">
                <a:avLst/>
              </a:prstGeom>
              <a:blipFill>
                <a:blip r:embed="rId2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90A2AFEA-68D5-7F48-97EF-5B4F474909BE}"/>
              </a:ext>
            </a:extLst>
          </p:cNvPr>
          <p:cNvGrpSpPr/>
          <p:nvPr/>
        </p:nvGrpSpPr>
        <p:grpSpPr>
          <a:xfrm>
            <a:off x="8472585" y="2945833"/>
            <a:ext cx="3193609" cy="1256120"/>
            <a:chOff x="8472585" y="2945833"/>
            <a:chExt cx="3193609" cy="1256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917A16A-1017-EF44-9C68-ABF871285CE2}"/>
                    </a:ext>
                  </a:extLst>
                </p:cNvPr>
                <p:cNvSpPr txBox="1"/>
                <p:nvPr/>
              </p:nvSpPr>
              <p:spPr>
                <a:xfrm>
                  <a:off x="8522308" y="3617178"/>
                  <a:ext cx="3143886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1" lang="en-US" altLang="zh-CN" sz="32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𝑰𝑰𝑰</m:t>
                            </m:r>
                          </m:sub>
                        </m:sSub>
                        <m:r>
                          <a:rPr kumimoji="1" lang="en-US" altLang="zh-CN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3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2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2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2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917A16A-1017-EF44-9C68-ABF871285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2308" y="3617178"/>
                  <a:ext cx="3143886" cy="584775"/>
                </a:xfrm>
                <a:prstGeom prst="rect">
                  <a:avLst/>
                </a:prstGeom>
                <a:blipFill>
                  <a:blip r:embed="rId26"/>
                  <a:stretch>
                    <a:fillRect l="-806" b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E554E0A5-6CFA-C045-9E65-94701DCE8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13184703" flipH="1">
              <a:off x="8472585" y="2945833"/>
              <a:ext cx="1631655" cy="2263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06910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5" grpId="0" animBg="1"/>
      <p:bldP spid="126" grpId="0" animBg="1"/>
      <p:bldP spid="127" grpId="0" animBg="1"/>
      <p:bldP spid="1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3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由结构图绘制信号流图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EA4BB64-4B8B-974E-B7E1-85D6A6C0BF2F}"/>
              </a:ext>
            </a:extLst>
          </p:cNvPr>
          <p:cNvSpPr txBox="1"/>
          <p:nvPr/>
        </p:nvSpPr>
        <p:spPr>
          <a:xfrm>
            <a:off x="1349018" y="1340768"/>
            <a:ext cx="3533812" cy="74009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结构图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D6B5033-D08F-9A4B-9A6B-0971DF4D6A93}"/>
              </a:ext>
            </a:extLst>
          </p:cNvPr>
          <p:cNvSpPr txBox="1"/>
          <p:nvPr/>
        </p:nvSpPr>
        <p:spPr>
          <a:xfrm>
            <a:off x="7319342" y="1339479"/>
            <a:ext cx="3533813" cy="74009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信号流图</a:t>
            </a:r>
          </a:p>
        </p:txBody>
      </p:sp>
      <p:grpSp>
        <p:nvGrpSpPr>
          <p:cNvPr id="3" name="结构图元素">
            <a:extLst>
              <a:ext uri="{FF2B5EF4-FFF2-40B4-BE49-F238E27FC236}">
                <a16:creationId xmlns:a16="http://schemas.microsoft.com/office/drawing/2014/main" id="{98E1E787-8BA9-D546-B60E-12A1DB75E000}"/>
              </a:ext>
            </a:extLst>
          </p:cNvPr>
          <p:cNvGrpSpPr/>
          <p:nvPr/>
        </p:nvGrpSpPr>
        <p:grpSpPr>
          <a:xfrm>
            <a:off x="1342678" y="2324168"/>
            <a:ext cx="3539692" cy="3862813"/>
            <a:chOff x="1342678" y="2324168"/>
            <a:chExt cx="3539692" cy="3862813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FB7B427-69BB-CC4D-88D3-D6A0E1668512}"/>
                </a:ext>
              </a:extLst>
            </p:cNvPr>
            <p:cNvSpPr txBox="1"/>
            <p:nvPr/>
          </p:nvSpPr>
          <p:spPr>
            <a:xfrm>
              <a:off x="1349478" y="2324168"/>
              <a:ext cx="3532892" cy="715089"/>
            </a:xfrm>
            <a:prstGeom prst="flowChartAlternateProcess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1"/>
                  </a:solidFill>
                </a:rPr>
                <a:t>输入信号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88DE4A9-B587-8E40-8707-64A5D33FD8F1}"/>
                </a:ext>
              </a:extLst>
            </p:cNvPr>
            <p:cNvSpPr txBox="1"/>
            <p:nvPr/>
          </p:nvSpPr>
          <p:spPr>
            <a:xfrm>
              <a:off x="1342678" y="3111099"/>
              <a:ext cx="3532892" cy="715089"/>
            </a:xfrm>
            <a:prstGeom prst="flowChartAlternateProcess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1"/>
                  </a:solidFill>
                </a:rPr>
                <a:t>输出信号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5F192199-9269-9E49-A649-190CF41FB9B0}"/>
                </a:ext>
              </a:extLst>
            </p:cNvPr>
            <p:cNvSpPr txBox="1"/>
            <p:nvPr/>
          </p:nvSpPr>
          <p:spPr>
            <a:xfrm>
              <a:off x="1343596" y="3898030"/>
              <a:ext cx="3533813" cy="715089"/>
            </a:xfrm>
            <a:prstGeom prst="flowChartAlternateProcess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1"/>
                  </a:solidFill>
                </a:rPr>
                <a:t>比较点，引出点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D1B976C9-4635-304C-805B-CC285B187324}"/>
                </a:ext>
              </a:extLst>
            </p:cNvPr>
            <p:cNvSpPr txBox="1"/>
            <p:nvPr/>
          </p:nvSpPr>
          <p:spPr>
            <a:xfrm>
              <a:off x="1343596" y="4684961"/>
              <a:ext cx="3532893" cy="715089"/>
            </a:xfrm>
            <a:prstGeom prst="flowChartAlternateProcess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1"/>
                  </a:solidFill>
                </a:rPr>
                <a:t>环节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D6E0E051-6944-D441-8EDB-22D2E6CF8D0D}"/>
                </a:ext>
              </a:extLst>
            </p:cNvPr>
            <p:cNvSpPr txBox="1"/>
            <p:nvPr/>
          </p:nvSpPr>
          <p:spPr>
            <a:xfrm>
              <a:off x="1342678" y="5471892"/>
              <a:ext cx="3533812" cy="715089"/>
            </a:xfrm>
            <a:prstGeom prst="flowChartAlternateProcess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1"/>
                  </a:solidFill>
                </a:rPr>
                <a:t>环节传递函数</a:t>
              </a:r>
            </a:p>
          </p:txBody>
        </p:sp>
      </p:grpSp>
      <p:grpSp>
        <p:nvGrpSpPr>
          <p:cNvPr id="4" name="输入节点">
            <a:extLst>
              <a:ext uri="{FF2B5EF4-FFF2-40B4-BE49-F238E27FC236}">
                <a16:creationId xmlns:a16="http://schemas.microsoft.com/office/drawing/2014/main" id="{3874D17F-0E8A-9F42-AC28-BDBA77F5620B}"/>
              </a:ext>
            </a:extLst>
          </p:cNvPr>
          <p:cNvGrpSpPr/>
          <p:nvPr/>
        </p:nvGrpSpPr>
        <p:grpSpPr>
          <a:xfrm>
            <a:off x="5497791" y="2324167"/>
            <a:ext cx="5355364" cy="715089"/>
            <a:chOff x="5497791" y="2324167"/>
            <a:chExt cx="5355364" cy="715089"/>
          </a:xfrm>
        </p:grpSpPr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FB4FFFE-35B7-344A-8F5A-F5AA63CDCD71}"/>
                </a:ext>
              </a:extLst>
            </p:cNvPr>
            <p:cNvSpPr txBox="1"/>
            <p:nvPr/>
          </p:nvSpPr>
          <p:spPr>
            <a:xfrm>
              <a:off x="7320263" y="2324167"/>
              <a:ext cx="3532892" cy="715089"/>
            </a:xfrm>
            <a:prstGeom prst="flowChartAlternateProcess">
              <a:avLst/>
            </a:prstGeom>
            <a:noFill/>
            <a:ln>
              <a:solidFill>
                <a:schemeClr val="accent6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6"/>
                  </a:solidFill>
                </a:rPr>
                <a:t>输入节点</a:t>
              </a:r>
            </a:p>
          </p:txBody>
        </p:sp>
        <p:sp>
          <p:nvSpPr>
            <p:cNvPr id="2" name="右箭头 1">
              <a:extLst>
                <a:ext uri="{FF2B5EF4-FFF2-40B4-BE49-F238E27FC236}">
                  <a16:creationId xmlns:a16="http://schemas.microsoft.com/office/drawing/2014/main" id="{45990D42-4644-E541-AE68-BB7F7FC7EE29}"/>
                </a:ext>
              </a:extLst>
            </p:cNvPr>
            <p:cNvSpPr/>
            <p:nvPr/>
          </p:nvSpPr>
          <p:spPr>
            <a:xfrm>
              <a:off x="5497791" y="2465687"/>
              <a:ext cx="1224136" cy="43204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" name="输出节点">
            <a:extLst>
              <a:ext uri="{FF2B5EF4-FFF2-40B4-BE49-F238E27FC236}">
                <a16:creationId xmlns:a16="http://schemas.microsoft.com/office/drawing/2014/main" id="{65E01B3C-C8CA-E942-8DDB-DDA92941C6E0}"/>
              </a:ext>
            </a:extLst>
          </p:cNvPr>
          <p:cNvGrpSpPr/>
          <p:nvPr/>
        </p:nvGrpSpPr>
        <p:grpSpPr>
          <a:xfrm>
            <a:off x="5497791" y="3129100"/>
            <a:ext cx="5355364" cy="715089"/>
            <a:chOff x="5497791" y="3129100"/>
            <a:chExt cx="5355364" cy="715089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550999C2-BDEF-314A-A06F-290B079E1412}"/>
                </a:ext>
              </a:extLst>
            </p:cNvPr>
            <p:cNvSpPr txBox="1"/>
            <p:nvPr/>
          </p:nvSpPr>
          <p:spPr>
            <a:xfrm>
              <a:off x="7320263" y="3129100"/>
              <a:ext cx="3532892" cy="715089"/>
            </a:xfrm>
            <a:prstGeom prst="flowChartAlternateProcess">
              <a:avLst/>
            </a:prstGeom>
            <a:noFill/>
            <a:ln>
              <a:solidFill>
                <a:schemeClr val="accent6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6"/>
                  </a:solidFill>
                </a:rPr>
                <a:t>输出节点</a:t>
              </a:r>
            </a:p>
          </p:txBody>
        </p:sp>
        <p:sp>
          <p:nvSpPr>
            <p:cNvPr id="81" name="右箭头 80">
              <a:extLst>
                <a:ext uri="{FF2B5EF4-FFF2-40B4-BE49-F238E27FC236}">
                  <a16:creationId xmlns:a16="http://schemas.microsoft.com/office/drawing/2014/main" id="{594DAF38-FDC0-4B44-8873-74ED919BC406}"/>
                </a:ext>
              </a:extLst>
            </p:cNvPr>
            <p:cNvSpPr/>
            <p:nvPr/>
          </p:nvSpPr>
          <p:spPr>
            <a:xfrm>
              <a:off x="5497791" y="3252618"/>
              <a:ext cx="1224136" cy="43204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" name="混合节点">
            <a:extLst>
              <a:ext uri="{FF2B5EF4-FFF2-40B4-BE49-F238E27FC236}">
                <a16:creationId xmlns:a16="http://schemas.microsoft.com/office/drawing/2014/main" id="{D3581742-8DEE-A446-A85D-DC20D6FE9048}"/>
              </a:ext>
            </a:extLst>
          </p:cNvPr>
          <p:cNvGrpSpPr/>
          <p:nvPr/>
        </p:nvGrpSpPr>
        <p:grpSpPr>
          <a:xfrm>
            <a:off x="5497791" y="3934033"/>
            <a:ext cx="5355364" cy="715089"/>
            <a:chOff x="5497791" y="3934033"/>
            <a:chExt cx="5355364" cy="715089"/>
          </a:xfrm>
        </p:grpSpPr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C406A89-1377-024C-AF57-E8F1535D48F0}"/>
                </a:ext>
              </a:extLst>
            </p:cNvPr>
            <p:cNvSpPr txBox="1"/>
            <p:nvPr/>
          </p:nvSpPr>
          <p:spPr>
            <a:xfrm>
              <a:off x="7319342" y="3934033"/>
              <a:ext cx="3533813" cy="715089"/>
            </a:xfrm>
            <a:prstGeom prst="flowChartAlternateProcess">
              <a:avLst/>
            </a:prstGeom>
            <a:noFill/>
            <a:ln>
              <a:solidFill>
                <a:schemeClr val="accent6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6"/>
                  </a:solidFill>
                </a:rPr>
                <a:t>混合节点</a:t>
              </a:r>
            </a:p>
          </p:txBody>
        </p:sp>
        <p:sp>
          <p:nvSpPr>
            <p:cNvPr id="82" name="右箭头 81">
              <a:extLst>
                <a:ext uri="{FF2B5EF4-FFF2-40B4-BE49-F238E27FC236}">
                  <a16:creationId xmlns:a16="http://schemas.microsoft.com/office/drawing/2014/main" id="{C0BF27D4-9F75-664F-8333-EA65E9599CE6}"/>
                </a:ext>
              </a:extLst>
            </p:cNvPr>
            <p:cNvSpPr/>
            <p:nvPr/>
          </p:nvSpPr>
          <p:spPr>
            <a:xfrm>
              <a:off x="5497791" y="4039549"/>
              <a:ext cx="1224136" cy="43204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2" name="支路">
            <a:extLst>
              <a:ext uri="{FF2B5EF4-FFF2-40B4-BE49-F238E27FC236}">
                <a16:creationId xmlns:a16="http://schemas.microsoft.com/office/drawing/2014/main" id="{08D838CA-AE19-764F-9D22-CC134B31267B}"/>
              </a:ext>
            </a:extLst>
          </p:cNvPr>
          <p:cNvGrpSpPr/>
          <p:nvPr/>
        </p:nvGrpSpPr>
        <p:grpSpPr>
          <a:xfrm>
            <a:off x="5497791" y="4738966"/>
            <a:ext cx="5355364" cy="715089"/>
            <a:chOff x="5497791" y="4738966"/>
            <a:chExt cx="5355364" cy="715089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DA619FC-6519-2945-B91C-8FC7A82B3E13}"/>
                </a:ext>
              </a:extLst>
            </p:cNvPr>
            <p:cNvSpPr txBox="1"/>
            <p:nvPr/>
          </p:nvSpPr>
          <p:spPr>
            <a:xfrm>
              <a:off x="7319342" y="4738966"/>
              <a:ext cx="3533813" cy="715089"/>
            </a:xfrm>
            <a:prstGeom prst="flowChartAlternateProcess">
              <a:avLst/>
            </a:prstGeom>
            <a:noFill/>
            <a:ln>
              <a:solidFill>
                <a:schemeClr val="accent6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6"/>
                  </a:solidFill>
                </a:rPr>
                <a:t>支路</a:t>
              </a:r>
            </a:p>
          </p:txBody>
        </p:sp>
        <p:sp>
          <p:nvSpPr>
            <p:cNvPr id="83" name="右箭头 82">
              <a:extLst>
                <a:ext uri="{FF2B5EF4-FFF2-40B4-BE49-F238E27FC236}">
                  <a16:creationId xmlns:a16="http://schemas.microsoft.com/office/drawing/2014/main" id="{4710C97F-82E0-C74F-A7A3-09ED7333048A}"/>
                </a:ext>
              </a:extLst>
            </p:cNvPr>
            <p:cNvSpPr/>
            <p:nvPr/>
          </p:nvSpPr>
          <p:spPr>
            <a:xfrm>
              <a:off x="5497791" y="4826480"/>
              <a:ext cx="1224136" cy="43204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6" name="支路增益">
            <a:extLst>
              <a:ext uri="{FF2B5EF4-FFF2-40B4-BE49-F238E27FC236}">
                <a16:creationId xmlns:a16="http://schemas.microsoft.com/office/drawing/2014/main" id="{5C837A29-E4F4-574C-AE69-4B8C1190924B}"/>
              </a:ext>
            </a:extLst>
          </p:cNvPr>
          <p:cNvGrpSpPr/>
          <p:nvPr/>
        </p:nvGrpSpPr>
        <p:grpSpPr>
          <a:xfrm>
            <a:off x="5483138" y="5543901"/>
            <a:ext cx="5370017" cy="715089"/>
            <a:chOff x="5483138" y="5543901"/>
            <a:chExt cx="5370017" cy="715089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411D9A9E-13B5-364D-964B-E1AB3DEDFC79}"/>
                </a:ext>
              </a:extLst>
            </p:cNvPr>
            <p:cNvSpPr txBox="1"/>
            <p:nvPr/>
          </p:nvSpPr>
          <p:spPr>
            <a:xfrm>
              <a:off x="7319342" y="5543901"/>
              <a:ext cx="3533813" cy="715089"/>
            </a:xfrm>
            <a:prstGeom prst="flowChartAlternateProcess">
              <a:avLst/>
            </a:prstGeom>
            <a:noFill/>
            <a:ln>
              <a:solidFill>
                <a:schemeClr val="accent6"/>
              </a:solidFill>
              <a:prstDash val="sysDot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3600" dirty="0">
                  <a:solidFill>
                    <a:schemeClr val="accent6"/>
                  </a:solidFill>
                </a:rPr>
                <a:t>支路增益</a:t>
              </a:r>
            </a:p>
          </p:txBody>
        </p:sp>
        <p:sp>
          <p:nvSpPr>
            <p:cNvPr id="84" name="右箭头 83">
              <a:extLst>
                <a:ext uri="{FF2B5EF4-FFF2-40B4-BE49-F238E27FC236}">
                  <a16:creationId xmlns:a16="http://schemas.microsoft.com/office/drawing/2014/main" id="{CC8302D8-CA40-CC46-A181-2BC1429F6298}"/>
                </a:ext>
              </a:extLst>
            </p:cNvPr>
            <p:cNvSpPr/>
            <p:nvPr/>
          </p:nvSpPr>
          <p:spPr>
            <a:xfrm>
              <a:off x="5483138" y="5613412"/>
              <a:ext cx="1224136" cy="43204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51781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C6E65CEB-52EC-ED41-BF97-4F0713EFF3AE}"/>
              </a:ext>
            </a:extLst>
          </p:cNvPr>
          <p:cNvGrpSpPr/>
          <p:nvPr/>
        </p:nvGrpSpPr>
        <p:grpSpPr>
          <a:xfrm>
            <a:off x="550590" y="1052736"/>
            <a:ext cx="7776864" cy="1013000"/>
            <a:chOff x="4943078" y="1556792"/>
            <a:chExt cx="7776864" cy="1013000"/>
          </a:xfrm>
        </p:grpSpPr>
        <p:sp>
          <p:nvSpPr>
            <p:cNvPr id="27" name="íŝlïďê">
              <a:extLst>
                <a:ext uri="{FF2B5EF4-FFF2-40B4-BE49-F238E27FC236}">
                  <a16:creationId xmlns:a16="http://schemas.microsoft.com/office/drawing/2014/main" id="{C3C2BB7D-6BFA-FE41-9066-11D0C6FE2536}"/>
                </a:ext>
              </a:extLst>
            </p:cNvPr>
            <p:cNvSpPr/>
            <p:nvPr/>
          </p:nvSpPr>
          <p:spPr bwMode="auto">
            <a:xfrm>
              <a:off x="5305666" y="1556792"/>
              <a:ext cx="7414276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标出各变量对应节点名称</a:t>
              </a:r>
            </a:p>
          </p:txBody>
        </p:sp>
        <p:sp>
          <p:nvSpPr>
            <p:cNvPr id="28" name="ï$ľiďê">
              <a:extLst>
                <a:ext uri="{FF2B5EF4-FFF2-40B4-BE49-F238E27FC236}">
                  <a16:creationId xmlns:a16="http://schemas.microsoft.com/office/drawing/2014/main" id="{056FC499-62AD-E44D-BC86-69E75EA1E2F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F407497-D710-A841-AD40-4DDE7FBB7003}"/>
              </a:ext>
            </a:extLst>
          </p:cNvPr>
          <p:cNvGrpSpPr/>
          <p:nvPr/>
        </p:nvGrpSpPr>
        <p:grpSpPr>
          <a:xfrm>
            <a:off x="550590" y="2493759"/>
            <a:ext cx="7776864" cy="1013000"/>
            <a:chOff x="4943078" y="3214187"/>
            <a:chExt cx="7776864" cy="1013000"/>
          </a:xfrm>
        </p:grpSpPr>
        <p:sp>
          <p:nvSpPr>
            <p:cNvPr id="30" name="ïṡľíḑé">
              <a:extLst>
                <a:ext uri="{FF2B5EF4-FFF2-40B4-BE49-F238E27FC236}">
                  <a16:creationId xmlns:a16="http://schemas.microsoft.com/office/drawing/2014/main" id="{D44991FC-1CE9-BA41-90F1-FDA954A2144D}"/>
                </a:ext>
              </a:extLst>
            </p:cNvPr>
            <p:cNvSpPr/>
            <p:nvPr/>
          </p:nvSpPr>
          <p:spPr bwMode="auto">
            <a:xfrm>
              <a:off x="5305666" y="3214187"/>
              <a:ext cx="7414276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输入信号为输入节点，输出信号为输出节点，可引入单位增益区分</a:t>
              </a:r>
            </a:p>
          </p:txBody>
        </p:sp>
        <p:sp>
          <p:nvSpPr>
            <p:cNvPr id="31" name="ï$ḷiďè">
              <a:extLst>
                <a:ext uri="{FF2B5EF4-FFF2-40B4-BE49-F238E27FC236}">
                  <a16:creationId xmlns:a16="http://schemas.microsoft.com/office/drawing/2014/main" id="{B8B468A5-ADA7-F14C-A66F-7E12D04C2040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7CC4875-65B0-1F42-BC39-A3AECA975540}"/>
              </a:ext>
            </a:extLst>
          </p:cNvPr>
          <p:cNvGrpSpPr/>
          <p:nvPr/>
        </p:nvGrpSpPr>
        <p:grpSpPr>
          <a:xfrm>
            <a:off x="550590" y="3934782"/>
            <a:ext cx="7776864" cy="1013000"/>
            <a:chOff x="4943078" y="4871581"/>
            <a:chExt cx="7776864" cy="1013000"/>
          </a:xfrm>
        </p:grpSpPr>
        <p:sp>
          <p:nvSpPr>
            <p:cNvPr id="33" name="îśḷíḓe">
              <a:extLst>
                <a:ext uri="{FF2B5EF4-FFF2-40B4-BE49-F238E27FC236}">
                  <a16:creationId xmlns:a16="http://schemas.microsoft.com/office/drawing/2014/main" id="{2269E8D8-256C-6542-AAA4-DA606A3B18C0}"/>
                </a:ext>
              </a:extLst>
            </p:cNvPr>
            <p:cNvSpPr/>
            <p:nvPr/>
          </p:nvSpPr>
          <p:spPr bwMode="auto">
            <a:xfrm>
              <a:off x="5305666" y="4871581"/>
              <a:ext cx="7414276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按因果关系排列节点</a:t>
              </a:r>
            </a:p>
          </p:txBody>
        </p:sp>
        <p:sp>
          <p:nvSpPr>
            <p:cNvPr id="34" name="iŝľïḑè">
              <a:extLst>
                <a:ext uri="{FF2B5EF4-FFF2-40B4-BE49-F238E27FC236}">
                  <a16:creationId xmlns:a16="http://schemas.microsoft.com/office/drawing/2014/main" id="{BFD61FC3-3840-4049-8A85-19C1E5AAD238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5819BDA-ED77-5D4A-B237-6244B8E3123D}"/>
              </a:ext>
            </a:extLst>
          </p:cNvPr>
          <p:cNvGrpSpPr/>
          <p:nvPr/>
        </p:nvGrpSpPr>
        <p:grpSpPr>
          <a:xfrm>
            <a:off x="550590" y="5375805"/>
            <a:ext cx="7776864" cy="1013000"/>
            <a:chOff x="4943078" y="4871581"/>
            <a:chExt cx="7776864" cy="1013000"/>
          </a:xfrm>
        </p:grpSpPr>
        <p:sp>
          <p:nvSpPr>
            <p:cNvPr id="36" name="îśḷíḓe">
              <a:extLst>
                <a:ext uri="{FF2B5EF4-FFF2-40B4-BE49-F238E27FC236}">
                  <a16:creationId xmlns:a16="http://schemas.microsoft.com/office/drawing/2014/main" id="{7E9888F3-E0EB-6540-B97E-9C4E89F43271}"/>
                </a:ext>
              </a:extLst>
            </p:cNvPr>
            <p:cNvSpPr/>
            <p:nvPr/>
          </p:nvSpPr>
          <p:spPr bwMode="auto">
            <a:xfrm>
              <a:off x="5305666" y="4871581"/>
              <a:ext cx="7414276" cy="1013000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连接支路，注明增益，注意增益符号</a:t>
              </a:r>
            </a:p>
          </p:txBody>
        </p:sp>
        <p:sp>
          <p:nvSpPr>
            <p:cNvPr id="37" name="iŝľïḑè">
              <a:extLst>
                <a:ext uri="{FF2B5EF4-FFF2-40B4-BE49-F238E27FC236}">
                  <a16:creationId xmlns:a16="http://schemas.microsoft.com/office/drawing/2014/main" id="{A0A05955-712C-3F43-9C50-98D490428B24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" name="标变量">
            <a:extLst>
              <a:ext uri="{FF2B5EF4-FFF2-40B4-BE49-F238E27FC236}">
                <a16:creationId xmlns:a16="http://schemas.microsoft.com/office/drawing/2014/main" id="{637C13B2-AB0F-5846-A234-CF055C83C18A}"/>
              </a:ext>
            </a:extLst>
          </p:cNvPr>
          <p:cNvGrpSpPr/>
          <p:nvPr/>
        </p:nvGrpSpPr>
        <p:grpSpPr>
          <a:xfrm>
            <a:off x="8538424" y="1052736"/>
            <a:ext cx="3029390" cy="1013000"/>
            <a:chOff x="8538424" y="1052736"/>
            <a:chExt cx="3029390" cy="1013000"/>
          </a:xfrm>
        </p:grpSpPr>
        <p:sp>
          <p:nvSpPr>
            <p:cNvPr id="16" name="íŝlïďê">
              <a:extLst>
                <a:ext uri="{FF2B5EF4-FFF2-40B4-BE49-F238E27FC236}">
                  <a16:creationId xmlns:a16="http://schemas.microsoft.com/office/drawing/2014/main" id="{D8B10E6D-2F37-9846-9F1B-95A6118C456C}"/>
                </a:ext>
              </a:extLst>
            </p:cNvPr>
            <p:cNvSpPr/>
            <p:nvPr/>
          </p:nvSpPr>
          <p:spPr bwMode="auto">
            <a:xfrm>
              <a:off x="9335566" y="1052736"/>
              <a:ext cx="2232248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标变量</a:t>
              </a:r>
            </a:p>
          </p:txBody>
        </p:sp>
        <p:sp>
          <p:nvSpPr>
            <p:cNvPr id="21" name="燕尾形 20">
              <a:extLst>
                <a:ext uri="{FF2B5EF4-FFF2-40B4-BE49-F238E27FC236}">
                  <a16:creationId xmlns:a16="http://schemas.microsoft.com/office/drawing/2014/main" id="{C79D95C1-FB07-A14B-A74F-E0D3E3260510}"/>
                </a:ext>
              </a:extLst>
            </p:cNvPr>
            <p:cNvSpPr/>
            <p:nvPr/>
          </p:nvSpPr>
          <p:spPr>
            <a:xfrm>
              <a:off x="8538424" y="1201745"/>
              <a:ext cx="648072" cy="72008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定出入">
            <a:extLst>
              <a:ext uri="{FF2B5EF4-FFF2-40B4-BE49-F238E27FC236}">
                <a16:creationId xmlns:a16="http://schemas.microsoft.com/office/drawing/2014/main" id="{BEB09EE2-D2FA-C546-A4BD-CDC6FAD55B30}"/>
              </a:ext>
            </a:extLst>
          </p:cNvPr>
          <p:cNvGrpSpPr/>
          <p:nvPr/>
        </p:nvGrpSpPr>
        <p:grpSpPr>
          <a:xfrm>
            <a:off x="8507474" y="2493758"/>
            <a:ext cx="3060340" cy="1013000"/>
            <a:chOff x="8507474" y="2493758"/>
            <a:chExt cx="3060340" cy="1013000"/>
          </a:xfrm>
        </p:grpSpPr>
        <p:sp>
          <p:nvSpPr>
            <p:cNvPr id="17" name="ïṡľíḑé">
              <a:extLst>
                <a:ext uri="{FF2B5EF4-FFF2-40B4-BE49-F238E27FC236}">
                  <a16:creationId xmlns:a16="http://schemas.microsoft.com/office/drawing/2014/main" id="{5E342E90-A90C-2A4B-8856-221C9427C47C}"/>
                </a:ext>
              </a:extLst>
            </p:cNvPr>
            <p:cNvSpPr/>
            <p:nvPr/>
          </p:nvSpPr>
          <p:spPr bwMode="auto">
            <a:xfrm>
              <a:off x="9335566" y="2493758"/>
              <a:ext cx="2232248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定出入</a:t>
              </a:r>
            </a:p>
          </p:txBody>
        </p:sp>
        <p:sp>
          <p:nvSpPr>
            <p:cNvPr id="22" name="燕尾形 21">
              <a:extLst>
                <a:ext uri="{FF2B5EF4-FFF2-40B4-BE49-F238E27FC236}">
                  <a16:creationId xmlns:a16="http://schemas.microsoft.com/office/drawing/2014/main" id="{C6FD6392-1726-614A-A39F-8B7756A05116}"/>
                </a:ext>
              </a:extLst>
            </p:cNvPr>
            <p:cNvSpPr/>
            <p:nvPr/>
          </p:nvSpPr>
          <p:spPr>
            <a:xfrm>
              <a:off x="8507474" y="2626925"/>
              <a:ext cx="648072" cy="720080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列节点">
            <a:extLst>
              <a:ext uri="{FF2B5EF4-FFF2-40B4-BE49-F238E27FC236}">
                <a16:creationId xmlns:a16="http://schemas.microsoft.com/office/drawing/2014/main" id="{368BD371-9695-0E41-9908-4635C03F6BF2}"/>
              </a:ext>
            </a:extLst>
          </p:cNvPr>
          <p:cNvGrpSpPr/>
          <p:nvPr/>
        </p:nvGrpSpPr>
        <p:grpSpPr>
          <a:xfrm>
            <a:off x="8538424" y="3934782"/>
            <a:ext cx="3029390" cy="1013000"/>
            <a:chOff x="8538424" y="3934782"/>
            <a:chExt cx="3029390" cy="1013000"/>
          </a:xfrm>
        </p:grpSpPr>
        <p:sp>
          <p:nvSpPr>
            <p:cNvPr id="18" name="îśḷíḓe">
              <a:extLst>
                <a:ext uri="{FF2B5EF4-FFF2-40B4-BE49-F238E27FC236}">
                  <a16:creationId xmlns:a16="http://schemas.microsoft.com/office/drawing/2014/main" id="{34259B37-A6AF-ED4E-BD28-D9F1FDC1697D}"/>
                </a:ext>
              </a:extLst>
            </p:cNvPr>
            <p:cNvSpPr/>
            <p:nvPr/>
          </p:nvSpPr>
          <p:spPr bwMode="auto">
            <a:xfrm>
              <a:off x="9335566" y="3934782"/>
              <a:ext cx="2232248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列节点</a:t>
              </a:r>
            </a:p>
          </p:txBody>
        </p:sp>
        <p:sp>
          <p:nvSpPr>
            <p:cNvPr id="23" name="燕尾形 22">
              <a:extLst>
                <a:ext uri="{FF2B5EF4-FFF2-40B4-BE49-F238E27FC236}">
                  <a16:creationId xmlns:a16="http://schemas.microsoft.com/office/drawing/2014/main" id="{4A3F71E0-95E0-6B49-933D-DD8CBDF9CC93}"/>
                </a:ext>
              </a:extLst>
            </p:cNvPr>
            <p:cNvSpPr/>
            <p:nvPr/>
          </p:nvSpPr>
          <p:spPr>
            <a:xfrm>
              <a:off x="8538424" y="4074843"/>
              <a:ext cx="648072" cy="720080"/>
            </a:xfrm>
            <a:prstGeom prst="chevron">
              <a:avLst/>
            </a:prstGeom>
            <a:solidFill>
              <a:srgbClr val="76839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连支路">
            <a:extLst>
              <a:ext uri="{FF2B5EF4-FFF2-40B4-BE49-F238E27FC236}">
                <a16:creationId xmlns:a16="http://schemas.microsoft.com/office/drawing/2014/main" id="{4075FEAC-ECD1-384F-830A-A32DC398BF8D}"/>
              </a:ext>
            </a:extLst>
          </p:cNvPr>
          <p:cNvGrpSpPr/>
          <p:nvPr/>
        </p:nvGrpSpPr>
        <p:grpSpPr>
          <a:xfrm>
            <a:off x="8538424" y="5375805"/>
            <a:ext cx="3029390" cy="1013000"/>
            <a:chOff x="8538424" y="5375805"/>
            <a:chExt cx="3029390" cy="1013000"/>
          </a:xfrm>
        </p:grpSpPr>
        <p:sp>
          <p:nvSpPr>
            <p:cNvPr id="19" name="îśḷíḓe">
              <a:extLst>
                <a:ext uri="{FF2B5EF4-FFF2-40B4-BE49-F238E27FC236}">
                  <a16:creationId xmlns:a16="http://schemas.microsoft.com/office/drawing/2014/main" id="{38BC9FDB-F24A-3441-BFDF-806FCC65FFAD}"/>
                </a:ext>
              </a:extLst>
            </p:cNvPr>
            <p:cNvSpPr/>
            <p:nvPr/>
          </p:nvSpPr>
          <p:spPr bwMode="auto">
            <a:xfrm>
              <a:off x="9335566" y="5375805"/>
              <a:ext cx="2232248" cy="1013000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连支路</a:t>
              </a:r>
            </a:p>
          </p:txBody>
        </p:sp>
        <p:sp>
          <p:nvSpPr>
            <p:cNvPr id="24" name="燕尾形 23">
              <a:extLst>
                <a:ext uri="{FF2B5EF4-FFF2-40B4-BE49-F238E27FC236}">
                  <a16:creationId xmlns:a16="http://schemas.microsoft.com/office/drawing/2014/main" id="{0A952D3A-C131-BC4F-B51F-309AA1824904}"/>
                </a:ext>
              </a:extLst>
            </p:cNvPr>
            <p:cNvSpPr/>
            <p:nvPr/>
          </p:nvSpPr>
          <p:spPr>
            <a:xfrm>
              <a:off x="8538424" y="5542286"/>
              <a:ext cx="648072" cy="7200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">
            <a:extLst>
              <a:ext uri="{FF2B5EF4-FFF2-40B4-BE49-F238E27FC236}">
                <a16:creationId xmlns:a16="http://schemas.microsoft.com/office/drawing/2014/main" id="{9AE2A2DB-04AC-1749-BEC5-6A90BFA069D8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由结构图绘制信号流图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11318599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/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/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CA613602-2E66-9B4B-AD25-2BB1C6478A68}"/>
              </a:ext>
            </a:extLst>
          </p:cNvPr>
          <p:cNvGrpSpPr/>
          <p:nvPr/>
        </p:nvGrpSpPr>
        <p:grpSpPr>
          <a:xfrm>
            <a:off x="1882642" y="1272135"/>
            <a:ext cx="290945" cy="290945"/>
            <a:chOff x="2971800" y="2670464"/>
            <a:chExt cx="290945" cy="290945"/>
          </a:xfrm>
        </p:grpSpPr>
        <p:sp>
          <p:nvSpPr>
            <p:cNvPr id="68" name="同心圆 67">
              <a:extLst>
                <a:ext uri="{FF2B5EF4-FFF2-40B4-BE49-F238E27FC236}">
                  <a16:creationId xmlns:a16="http://schemas.microsoft.com/office/drawing/2014/main" id="{6A99B9B9-AD02-3C4A-823F-DD779BB03D2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96D070E1-13D3-0647-B2EB-99DAEEF11E14}"/>
                </a:ext>
              </a:extLst>
            </p:cNvPr>
            <p:cNvCxnSpPr>
              <a:stCxn id="68" idx="1"/>
              <a:endCxn id="68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B9A3324-DEE7-B94C-8482-52340E30AE59}"/>
                </a:ext>
              </a:extLst>
            </p:cNvPr>
            <p:cNvCxnSpPr>
              <a:stCxn id="68" idx="7"/>
              <a:endCxn id="68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E6F5B39D-CBDF-0F4E-85FB-1CFC1A4DAA33}"/>
              </a:ext>
            </a:extLst>
          </p:cNvPr>
          <p:cNvCxnSpPr>
            <a:cxnSpLocks/>
            <a:endCxn id="68" idx="4"/>
          </p:cNvCxnSpPr>
          <p:nvPr/>
        </p:nvCxnSpPr>
        <p:spPr>
          <a:xfrm rot="10800000" flipV="1">
            <a:off x="2028116" y="1416674"/>
            <a:ext cx="7840399" cy="146405"/>
          </a:xfrm>
          <a:prstGeom prst="bentConnector4">
            <a:avLst>
              <a:gd name="adj1" fmla="val -212"/>
              <a:gd name="adj2" fmla="val 9210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7F4FB09-6DD1-794C-9498-4450C2CC04D4}"/>
              </a:ext>
            </a:extLst>
          </p:cNvPr>
          <p:cNvCxnSpPr>
            <a:cxnSpLocks/>
          </p:cNvCxnSpPr>
          <p:nvPr/>
        </p:nvCxnSpPr>
        <p:spPr>
          <a:xfrm>
            <a:off x="2173587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4894A984-53E1-B74E-BB15-AD31A4D0EC1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1118741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/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blipFill>
                <a:blip r:embed="rId5"/>
                <a:stretch>
                  <a:fillRect l="-5714" r="-11429"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/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/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ADCD8F58-CD4A-BD4E-86B3-AA5B027E2875}"/>
              </a:ext>
            </a:extLst>
          </p:cNvPr>
          <p:cNvGrpSpPr/>
          <p:nvPr/>
        </p:nvGrpSpPr>
        <p:grpSpPr>
          <a:xfrm>
            <a:off x="3544684" y="1280849"/>
            <a:ext cx="290945" cy="290945"/>
            <a:chOff x="2971800" y="2670464"/>
            <a:chExt cx="290945" cy="290945"/>
          </a:xfrm>
        </p:grpSpPr>
        <p:sp>
          <p:nvSpPr>
            <p:cNvPr id="136" name="同心圆 135">
              <a:extLst>
                <a:ext uri="{FF2B5EF4-FFF2-40B4-BE49-F238E27FC236}">
                  <a16:creationId xmlns:a16="http://schemas.microsoft.com/office/drawing/2014/main" id="{554013A4-F7F0-3E41-99C3-E215CC4F7095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7" name="直线连接符 136">
              <a:extLst>
                <a:ext uri="{FF2B5EF4-FFF2-40B4-BE49-F238E27FC236}">
                  <a16:creationId xmlns:a16="http://schemas.microsoft.com/office/drawing/2014/main" id="{B8B47BA1-1109-A343-8D02-E0F1DDEAB4DE}"/>
                </a:ext>
              </a:extLst>
            </p:cNvPr>
            <p:cNvCxnSpPr>
              <a:stCxn id="136" idx="1"/>
              <a:endCxn id="13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DC09DF55-D566-5143-BD71-BD865BF65913}"/>
                </a:ext>
              </a:extLst>
            </p:cNvPr>
            <p:cNvCxnSpPr>
              <a:stCxn id="136" idx="7"/>
              <a:endCxn id="13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384C8CAA-282C-3D4B-A0DC-B51FB6EF1B07}"/>
              </a:ext>
            </a:extLst>
          </p:cNvPr>
          <p:cNvCxnSpPr>
            <a:cxnSpLocks/>
            <a:stCxn id="60" idx="3"/>
            <a:endCxn id="136" idx="2"/>
          </p:cNvCxnSpPr>
          <p:nvPr/>
        </p:nvCxnSpPr>
        <p:spPr>
          <a:xfrm>
            <a:off x="3345646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97904364-9F68-7943-98B7-F1182ADF030C}"/>
              </a:ext>
            </a:extLst>
          </p:cNvPr>
          <p:cNvCxnSpPr>
            <a:cxnSpLocks/>
            <a:stCxn id="136" idx="6"/>
            <a:endCxn id="114" idx="1"/>
          </p:cNvCxnSpPr>
          <p:nvPr/>
        </p:nvCxnSpPr>
        <p:spPr>
          <a:xfrm flipV="1">
            <a:off x="3835629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795D210-0083-3142-AA51-26C533EE74B3}"/>
              </a:ext>
            </a:extLst>
          </p:cNvPr>
          <p:cNvCxnSpPr>
            <a:cxnSpLocks/>
            <a:stCxn id="114" idx="3"/>
            <a:endCxn id="155" idx="2"/>
          </p:cNvCxnSpPr>
          <p:nvPr/>
        </p:nvCxnSpPr>
        <p:spPr>
          <a:xfrm flipV="1">
            <a:off x="5149099" y="1414145"/>
            <a:ext cx="547912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B4239132-08B5-514D-BADF-35CCC34B2A11}"/>
              </a:ext>
            </a:extLst>
          </p:cNvPr>
          <p:cNvCxnSpPr>
            <a:cxnSpLocks/>
            <a:stCxn id="123" idx="3"/>
            <a:endCxn id="129" idx="1"/>
          </p:cNvCxnSpPr>
          <p:nvPr/>
        </p:nvCxnSpPr>
        <p:spPr>
          <a:xfrm>
            <a:off x="7353195" y="1418856"/>
            <a:ext cx="1182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A3914E3B-686F-1644-B73B-D156BBF12A0E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9297411" y="1418856"/>
            <a:ext cx="15796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/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/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B9210B8-A9DA-9C40-BC82-7CB8AD7EE747}"/>
              </a:ext>
            </a:extLst>
          </p:cNvPr>
          <p:cNvGrpSpPr/>
          <p:nvPr/>
        </p:nvGrpSpPr>
        <p:grpSpPr>
          <a:xfrm>
            <a:off x="5697011" y="1268672"/>
            <a:ext cx="290945" cy="290945"/>
            <a:chOff x="2971800" y="2670464"/>
            <a:chExt cx="290945" cy="290945"/>
          </a:xfrm>
        </p:grpSpPr>
        <p:sp>
          <p:nvSpPr>
            <p:cNvPr id="155" name="同心圆 154">
              <a:extLst>
                <a:ext uri="{FF2B5EF4-FFF2-40B4-BE49-F238E27FC236}">
                  <a16:creationId xmlns:a16="http://schemas.microsoft.com/office/drawing/2014/main" id="{EA7C1FA7-9B46-B347-81D9-354C934FA0D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8D53FDA8-2AD4-9140-84B1-CCBFF9C473C7}"/>
                </a:ext>
              </a:extLst>
            </p:cNvPr>
            <p:cNvCxnSpPr>
              <a:stCxn id="155" idx="1"/>
              <a:endCxn id="15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E6F70D54-2991-8140-A60B-8A3F6811B6FE}"/>
                </a:ext>
              </a:extLst>
            </p:cNvPr>
            <p:cNvCxnSpPr>
              <a:stCxn id="155" idx="7"/>
              <a:endCxn id="15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AD8CBBF5-E9C6-8644-8013-934A18FB9E1D}"/>
              </a:ext>
            </a:extLst>
          </p:cNvPr>
          <p:cNvCxnSpPr>
            <a:cxnSpLocks/>
            <a:stCxn id="155" idx="6"/>
            <a:endCxn id="123" idx="1"/>
          </p:cNvCxnSpPr>
          <p:nvPr/>
        </p:nvCxnSpPr>
        <p:spPr>
          <a:xfrm>
            <a:off x="5987956" y="1414145"/>
            <a:ext cx="603240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>
            <a:extLst>
              <a:ext uri="{FF2B5EF4-FFF2-40B4-BE49-F238E27FC236}">
                <a16:creationId xmlns:a16="http://schemas.microsoft.com/office/drawing/2014/main" id="{CC98571E-3100-6B46-868B-9392B9402B2D}"/>
              </a:ext>
            </a:extLst>
          </p:cNvPr>
          <p:cNvCxnSpPr>
            <a:cxnSpLocks/>
            <a:stCxn id="152" idx="1"/>
            <a:endCxn id="155" idx="4"/>
          </p:cNvCxnSpPr>
          <p:nvPr/>
        </p:nvCxnSpPr>
        <p:spPr>
          <a:xfrm rot="10800000">
            <a:off x="5842485" y="1559617"/>
            <a:ext cx="1798743" cy="6388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>
            <a:extLst>
              <a:ext uri="{FF2B5EF4-FFF2-40B4-BE49-F238E27FC236}">
                <a16:creationId xmlns:a16="http://schemas.microsoft.com/office/drawing/2014/main" id="{8D6E9180-029C-9240-A530-C8FB78C0C8F6}"/>
              </a:ext>
            </a:extLst>
          </p:cNvPr>
          <p:cNvCxnSpPr>
            <a:cxnSpLocks/>
            <a:endCxn id="152" idx="3"/>
          </p:cNvCxnSpPr>
          <p:nvPr/>
        </p:nvCxnSpPr>
        <p:spPr>
          <a:xfrm rot="10800000" flipV="1">
            <a:off x="8295205" y="1418855"/>
            <a:ext cx="1247276" cy="779583"/>
          </a:xfrm>
          <a:prstGeom prst="bentConnector3">
            <a:avLst>
              <a:gd name="adj1" fmla="val -272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连接符 162">
            <a:extLst>
              <a:ext uri="{FF2B5EF4-FFF2-40B4-BE49-F238E27FC236}">
                <a16:creationId xmlns:a16="http://schemas.microsoft.com/office/drawing/2014/main" id="{25B2B881-3982-424C-9EA9-FE8B43FA23FB}"/>
              </a:ext>
            </a:extLst>
          </p:cNvPr>
          <p:cNvCxnSpPr>
            <a:cxnSpLocks/>
            <a:endCxn id="153" idx="3"/>
          </p:cNvCxnSpPr>
          <p:nvPr/>
        </p:nvCxnSpPr>
        <p:spPr>
          <a:xfrm rot="10800000">
            <a:off x="6098971" y="605237"/>
            <a:ext cx="1470249" cy="817352"/>
          </a:xfrm>
          <a:prstGeom prst="bentConnector3">
            <a:avLst>
              <a:gd name="adj1" fmla="val -349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肘形连接符 163">
            <a:extLst>
              <a:ext uri="{FF2B5EF4-FFF2-40B4-BE49-F238E27FC236}">
                <a16:creationId xmlns:a16="http://schemas.microsoft.com/office/drawing/2014/main" id="{7EF5C4EC-6E11-1D4B-9F28-4233903D70EA}"/>
              </a:ext>
            </a:extLst>
          </p:cNvPr>
          <p:cNvCxnSpPr>
            <a:cxnSpLocks/>
            <a:stCxn id="153" idx="1"/>
            <a:endCxn id="136" idx="0"/>
          </p:cNvCxnSpPr>
          <p:nvPr/>
        </p:nvCxnSpPr>
        <p:spPr>
          <a:xfrm rot="10800000" flipV="1">
            <a:off x="3690157" y="605237"/>
            <a:ext cx="1646814" cy="6756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/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blipFill>
                <a:blip r:embed="rId13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/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blipFill>
                <a:blip r:embed="rId3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/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blipFill>
                <a:blip r:embed="rId3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FC94C8-81DB-4C4C-BD6A-F25AC203D288}"/>
                  </a:ext>
                </a:extLst>
              </p:cNvPr>
              <p:cNvSpPr txBox="1"/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FC94C8-81DB-4C4C-BD6A-F25AC203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20364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/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/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CA613602-2E66-9B4B-AD25-2BB1C6478A68}"/>
              </a:ext>
            </a:extLst>
          </p:cNvPr>
          <p:cNvGrpSpPr/>
          <p:nvPr/>
        </p:nvGrpSpPr>
        <p:grpSpPr>
          <a:xfrm>
            <a:off x="1882642" y="1272135"/>
            <a:ext cx="290945" cy="290945"/>
            <a:chOff x="2971800" y="2670464"/>
            <a:chExt cx="290945" cy="290945"/>
          </a:xfrm>
        </p:grpSpPr>
        <p:sp>
          <p:nvSpPr>
            <p:cNvPr id="68" name="同心圆 67">
              <a:extLst>
                <a:ext uri="{FF2B5EF4-FFF2-40B4-BE49-F238E27FC236}">
                  <a16:creationId xmlns:a16="http://schemas.microsoft.com/office/drawing/2014/main" id="{6A99B9B9-AD02-3C4A-823F-DD779BB03D2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96D070E1-13D3-0647-B2EB-99DAEEF11E14}"/>
                </a:ext>
              </a:extLst>
            </p:cNvPr>
            <p:cNvCxnSpPr>
              <a:stCxn id="68" idx="1"/>
              <a:endCxn id="68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B9A3324-DEE7-B94C-8482-52340E30AE59}"/>
                </a:ext>
              </a:extLst>
            </p:cNvPr>
            <p:cNvCxnSpPr>
              <a:stCxn id="68" idx="7"/>
              <a:endCxn id="68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E6F5B39D-CBDF-0F4E-85FB-1CFC1A4DAA33}"/>
              </a:ext>
            </a:extLst>
          </p:cNvPr>
          <p:cNvCxnSpPr>
            <a:cxnSpLocks/>
            <a:endCxn id="68" idx="4"/>
          </p:cNvCxnSpPr>
          <p:nvPr/>
        </p:nvCxnSpPr>
        <p:spPr>
          <a:xfrm rot="10800000" flipV="1">
            <a:off x="2028116" y="1416674"/>
            <a:ext cx="7840399" cy="146405"/>
          </a:xfrm>
          <a:prstGeom prst="bentConnector4">
            <a:avLst>
              <a:gd name="adj1" fmla="val -212"/>
              <a:gd name="adj2" fmla="val 9210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7F4FB09-6DD1-794C-9498-4450C2CC04D4}"/>
              </a:ext>
            </a:extLst>
          </p:cNvPr>
          <p:cNvCxnSpPr>
            <a:cxnSpLocks/>
          </p:cNvCxnSpPr>
          <p:nvPr/>
        </p:nvCxnSpPr>
        <p:spPr>
          <a:xfrm>
            <a:off x="2173587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4894A984-53E1-B74E-BB15-AD31A4D0EC1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1118741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/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blipFill>
                <a:blip r:embed="rId5"/>
                <a:stretch>
                  <a:fillRect l="-5714" r="-11429"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/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/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ADCD8F58-CD4A-BD4E-86B3-AA5B027E2875}"/>
              </a:ext>
            </a:extLst>
          </p:cNvPr>
          <p:cNvGrpSpPr/>
          <p:nvPr/>
        </p:nvGrpSpPr>
        <p:grpSpPr>
          <a:xfrm>
            <a:off x="3544684" y="1280849"/>
            <a:ext cx="290945" cy="290945"/>
            <a:chOff x="2971800" y="2670464"/>
            <a:chExt cx="290945" cy="290945"/>
          </a:xfrm>
        </p:grpSpPr>
        <p:sp>
          <p:nvSpPr>
            <p:cNvPr id="136" name="同心圆 135">
              <a:extLst>
                <a:ext uri="{FF2B5EF4-FFF2-40B4-BE49-F238E27FC236}">
                  <a16:creationId xmlns:a16="http://schemas.microsoft.com/office/drawing/2014/main" id="{554013A4-F7F0-3E41-99C3-E215CC4F7095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7" name="直线连接符 136">
              <a:extLst>
                <a:ext uri="{FF2B5EF4-FFF2-40B4-BE49-F238E27FC236}">
                  <a16:creationId xmlns:a16="http://schemas.microsoft.com/office/drawing/2014/main" id="{B8B47BA1-1109-A343-8D02-E0F1DDEAB4DE}"/>
                </a:ext>
              </a:extLst>
            </p:cNvPr>
            <p:cNvCxnSpPr>
              <a:stCxn id="136" idx="1"/>
              <a:endCxn id="13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DC09DF55-D566-5143-BD71-BD865BF65913}"/>
                </a:ext>
              </a:extLst>
            </p:cNvPr>
            <p:cNvCxnSpPr>
              <a:stCxn id="136" idx="7"/>
              <a:endCxn id="13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384C8CAA-282C-3D4B-A0DC-B51FB6EF1B07}"/>
              </a:ext>
            </a:extLst>
          </p:cNvPr>
          <p:cNvCxnSpPr>
            <a:cxnSpLocks/>
            <a:stCxn id="60" idx="3"/>
            <a:endCxn id="136" idx="2"/>
          </p:cNvCxnSpPr>
          <p:nvPr/>
        </p:nvCxnSpPr>
        <p:spPr>
          <a:xfrm>
            <a:off x="3345646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97904364-9F68-7943-98B7-F1182ADF030C}"/>
              </a:ext>
            </a:extLst>
          </p:cNvPr>
          <p:cNvCxnSpPr>
            <a:cxnSpLocks/>
            <a:stCxn id="136" idx="6"/>
            <a:endCxn id="114" idx="1"/>
          </p:cNvCxnSpPr>
          <p:nvPr/>
        </p:nvCxnSpPr>
        <p:spPr>
          <a:xfrm flipV="1">
            <a:off x="3835629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795D210-0083-3142-AA51-26C533EE74B3}"/>
              </a:ext>
            </a:extLst>
          </p:cNvPr>
          <p:cNvCxnSpPr>
            <a:cxnSpLocks/>
            <a:stCxn id="114" idx="3"/>
            <a:endCxn id="155" idx="2"/>
          </p:cNvCxnSpPr>
          <p:nvPr/>
        </p:nvCxnSpPr>
        <p:spPr>
          <a:xfrm flipV="1">
            <a:off x="5149099" y="1414145"/>
            <a:ext cx="547912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B4239132-08B5-514D-BADF-35CCC34B2A11}"/>
              </a:ext>
            </a:extLst>
          </p:cNvPr>
          <p:cNvCxnSpPr>
            <a:cxnSpLocks/>
            <a:stCxn id="123" idx="3"/>
            <a:endCxn id="129" idx="1"/>
          </p:cNvCxnSpPr>
          <p:nvPr/>
        </p:nvCxnSpPr>
        <p:spPr>
          <a:xfrm>
            <a:off x="7353195" y="1418856"/>
            <a:ext cx="1182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A3914E3B-686F-1644-B73B-D156BBF12A0E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9297411" y="1418856"/>
            <a:ext cx="15796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/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/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B9210B8-A9DA-9C40-BC82-7CB8AD7EE747}"/>
              </a:ext>
            </a:extLst>
          </p:cNvPr>
          <p:cNvGrpSpPr/>
          <p:nvPr/>
        </p:nvGrpSpPr>
        <p:grpSpPr>
          <a:xfrm>
            <a:off x="5697011" y="1268672"/>
            <a:ext cx="290945" cy="290945"/>
            <a:chOff x="2971800" y="2670464"/>
            <a:chExt cx="290945" cy="290945"/>
          </a:xfrm>
        </p:grpSpPr>
        <p:sp>
          <p:nvSpPr>
            <p:cNvPr id="155" name="同心圆 154">
              <a:extLst>
                <a:ext uri="{FF2B5EF4-FFF2-40B4-BE49-F238E27FC236}">
                  <a16:creationId xmlns:a16="http://schemas.microsoft.com/office/drawing/2014/main" id="{EA7C1FA7-9B46-B347-81D9-354C934FA0D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8D53FDA8-2AD4-9140-84B1-CCBFF9C473C7}"/>
                </a:ext>
              </a:extLst>
            </p:cNvPr>
            <p:cNvCxnSpPr>
              <a:stCxn id="155" idx="1"/>
              <a:endCxn id="15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E6F70D54-2991-8140-A60B-8A3F6811B6FE}"/>
                </a:ext>
              </a:extLst>
            </p:cNvPr>
            <p:cNvCxnSpPr>
              <a:stCxn id="155" idx="7"/>
              <a:endCxn id="15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AD8CBBF5-E9C6-8644-8013-934A18FB9E1D}"/>
              </a:ext>
            </a:extLst>
          </p:cNvPr>
          <p:cNvCxnSpPr>
            <a:cxnSpLocks/>
            <a:stCxn id="155" idx="6"/>
            <a:endCxn id="123" idx="1"/>
          </p:cNvCxnSpPr>
          <p:nvPr/>
        </p:nvCxnSpPr>
        <p:spPr>
          <a:xfrm>
            <a:off x="5987956" y="1414145"/>
            <a:ext cx="603240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>
            <a:extLst>
              <a:ext uri="{FF2B5EF4-FFF2-40B4-BE49-F238E27FC236}">
                <a16:creationId xmlns:a16="http://schemas.microsoft.com/office/drawing/2014/main" id="{CC98571E-3100-6B46-868B-9392B9402B2D}"/>
              </a:ext>
            </a:extLst>
          </p:cNvPr>
          <p:cNvCxnSpPr>
            <a:cxnSpLocks/>
            <a:stCxn id="152" idx="1"/>
            <a:endCxn id="155" idx="4"/>
          </p:cNvCxnSpPr>
          <p:nvPr/>
        </p:nvCxnSpPr>
        <p:spPr>
          <a:xfrm rot="10800000">
            <a:off x="5842485" y="1559617"/>
            <a:ext cx="1798743" cy="6388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>
            <a:extLst>
              <a:ext uri="{FF2B5EF4-FFF2-40B4-BE49-F238E27FC236}">
                <a16:creationId xmlns:a16="http://schemas.microsoft.com/office/drawing/2014/main" id="{8D6E9180-029C-9240-A530-C8FB78C0C8F6}"/>
              </a:ext>
            </a:extLst>
          </p:cNvPr>
          <p:cNvCxnSpPr>
            <a:cxnSpLocks/>
            <a:endCxn id="152" idx="3"/>
          </p:cNvCxnSpPr>
          <p:nvPr/>
        </p:nvCxnSpPr>
        <p:spPr>
          <a:xfrm rot="10800000" flipV="1">
            <a:off x="8295205" y="1418855"/>
            <a:ext cx="1247276" cy="779583"/>
          </a:xfrm>
          <a:prstGeom prst="bentConnector3">
            <a:avLst>
              <a:gd name="adj1" fmla="val -272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连接符 162">
            <a:extLst>
              <a:ext uri="{FF2B5EF4-FFF2-40B4-BE49-F238E27FC236}">
                <a16:creationId xmlns:a16="http://schemas.microsoft.com/office/drawing/2014/main" id="{25B2B881-3982-424C-9EA9-FE8B43FA23FB}"/>
              </a:ext>
            </a:extLst>
          </p:cNvPr>
          <p:cNvCxnSpPr>
            <a:cxnSpLocks/>
            <a:endCxn id="153" idx="3"/>
          </p:cNvCxnSpPr>
          <p:nvPr/>
        </p:nvCxnSpPr>
        <p:spPr>
          <a:xfrm rot="10800000">
            <a:off x="6098971" y="605237"/>
            <a:ext cx="1470249" cy="817352"/>
          </a:xfrm>
          <a:prstGeom prst="bentConnector3">
            <a:avLst>
              <a:gd name="adj1" fmla="val -349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肘形连接符 163">
            <a:extLst>
              <a:ext uri="{FF2B5EF4-FFF2-40B4-BE49-F238E27FC236}">
                <a16:creationId xmlns:a16="http://schemas.microsoft.com/office/drawing/2014/main" id="{7EF5C4EC-6E11-1D4B-9F28-4233903D70EA}"/>
              </a:ext>
            </a:extLst>
          </p:cNvPr>
          <p:cNvCxnSpPr>
            <a:cxnSpLocks/>
            <a:stCxn id="153" idx="1"/>
            <a:endCxn id="136" idx="0"/>
          </p:cNvCxnSpPr>
          <p:nvPr/>
        </p:nvCxnSpPr>
        <p:spPr>
          <a:xfrm rot="10800000" flipV="1">
            <a:off x="3690157" y="605237"/>
            <a:ext cx="1646814" cy="6756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1a4">
                <a:extLst>
                  <a:ext uri="{FF2B5EF4-FFF2-40B4-BE49-F238E27FC236}">
                    <a16:creationId xmlns:a16="http://schemas.microsoft.com/office/drawing/2014/main" id="{B9227979-668A-B949-B8AA-49F1B3E625D2}"/>
                  </a:ext>
                </a:extLst>
              </p:cNvPr>
              <p:cNvSpPr txBox="1"/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0" name="1a4">
                <a:extLst>
                  <a:ext uri="{FF2B5EF4-FFF2-40B4-BE49-F238E27FC236}">
                    <a16:creationId xmlns:a16="http://schemas.microsoft.com/office/drawing/2014/main" id="{B9227979-668A-B949-B8AA-49F1B3E62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blipFill>
                <a:blip r:embed="rId10"/>
                <a:stretch>
                  <a:fillRect l="-10000" r="-75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1a3">
                <a:extLst>
                  <a:ext uri="{FF2B5EF4-FFF2-40B4-BE49-F238E27FC236}">
                    <a16:creationId xmlns:a16="http://schemas.microsoft.com/office/drawing/2014/main" id="{448CA6CF-9147-044E-9C18-476CFDF47058}"/>
                  </a:ext>
                </a:extLst>
              </p:cNvPr>
              <p:cNvSpPr txBox="1"/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9" name="1a3">
                <a:extLst>
                  <a:ext uri="{FF2B5EF4-FFF2-40B4-BE49-F238E27FC236}">
                    <a16:creationId xmlns:a16="http://schemas.microsoft.com/office/drawing/2014/main" id="{448CA6CF-9147-044E-9C18-476CFDF4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blipFill>
                <a:blip r:embed="rId11"/>
                <a:stretch>
                  <a:fillRect l="-27273" r="-4545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1a2">
                <a:extLst>
                  <a:ext uri="{FF2B5EF4-FFF2-40B4-BE49-F238E27FC236}">
                    <a16:creationId xmlns:a16="http://schemas.microsoft.com/office/drawing/2014/main" id="{C87596D8-9166-9842-A8F5-1F33C8D53B1D}"/>
                  </a:ext>
                </a:extLst>
              </p:cNvPr>
              <p:cNvSpPr txBox="1"/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7" name="1a2">
                <a:extLst>
                  <a:ext uri="{FF2B5EF4-FFF2-40B4-BE49-F238E27FC236}">
                    <a16:creationId xmlns:a16="http://schemas.microsoft.com/office/drawing/2014/main" id="{C87596D8-9166-9842-A8F5-1F33C8D53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blipFill>
                <a:blip r:embed="rId12"/>
                <a:stretch>
                  <a:fillRect l="-26471" r="-441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1a1">
                <a:extLst>
                  <a:ext uri="{FF2B5EF4-FFF2-40B4-BE49-F238E27FC236}">
                    <a16:creationId xmlns:a16="http://schemas.microsoft.com/office/drawing/2014/main" id="{24F792C2-2A7F-6348-88BB-C956A52F0312}"/>
                  </a:ext>
                </a:extLst>
              </p:cNvPr>
              <p:cNvSpPr txBox="1"/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6" name="1a1">
                <a:extLst>
                  <a:ext uri="{FF2B5EF4-FFF2-40B4-BE49-F238E27FC236}">
                    <a16:creationId xmlns:a16="http://schemas.microsoft.com/office/drawing/2014/main" id="{24F792C2-2A7F-6348-88BB-C956A52F0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blipFill>
                <a:blip r:embed="rId13"/>
                <a:stretch>
                  <a:fillRect l="-27273" r="-4545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1e">
                <a:extLst>
                  <a:ext uri="{FF2B5EF4-FFF2-40B4-BE49-F238E27FC236}">
                    <a16:creationId xmlns:a16="http://schemas.microsoft.com/office/drawing/2014/main" id="{FC961650-F75B-394B-84BE-3E298539460F}"/>
                  </a:ext>
                </a:extLst>
              </p:cNvPr>
              <p:cNvSpPr txBox="1"/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5" name="1e">
                <a:extLst>
                  <a:ext uri="{FF2B5EF4-FFF2-40B4-BE49-F238E27FC236}">
                    <a16:creationId xmlns:a16="http://schemas.microsoft.com/office/drawing/2014/main" id="{FC961650-F75B-394B-84BE-3E2985394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blipFill>
                <a:blip r:embed="rId14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/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blipFill>
                <a:blip r:embed="rId15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/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blipFill>
                <a:blip r:embed="rId3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/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blipFill>
                <a:blip r:embed="rId3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FC94C8-81DB-4C4C-BD6A-F25AC203D288}"/>
                  </a:ext>
                </a:extLst>
              </p:cNvPr>
              <p:cNvSpPr txBox="1"/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77FC94C8-81DB-4C4C-BD6A-F25AC203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íŝlïďê">
            <a:extLst>
              <a:ext uri="{FF2B5EF4-FFF2-40B4-BE49-F238E27FC236}">
                <a16:creationId xmlns:a16="http://schemas.microsoft.com/office/drawing/2014/main" id="{8EF05B88-F287-F048-8338-2238BB76EC39}"/>
              </a:ext>
            </a:extLst>
          </p:cNvPr>
          <p:cNvSpPr/>
          <p:nvPr/>
        </p:nvSpPr>
        <p:spPr bwMode="auto">
          <a:xfrm>
            <a:off x="146369" y="2922500"/>
            <a:ext cx="2232248" cy="1013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标变量</a:t>
            </a:r>
          </a:p>
        </p:txBody>
      </p:sp>
    </p:spTree>
    <p:extLst>
      <p:ext uri="{BB962C8B-B14F-4D97-AF65-F5344CB8AC3E}">
        <p14:creationId xmlns:p14="http://schemas.microsoft.com/office/powerpoint/2010/main" val="3091178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  <p:bldP spid="169" grpId="0"/>
      <p:bldP spid="167" grpId="0"/>
      <p:bldP spid="166" grpId="0"/>
      <p:bldP spid="1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ïṡľíḑé">
            <a:extLst>
              <a:ext uri="{FF2B5EF4-FFF2-40B4-BE49-F238E27FC236}">
                <a16:creationId xmlns:a16="http://schemas.microsoft.com/office/drawing/2014/main" id="{85B22A0F-7907-AE49-93FE-8B87ABD4051F}"/>
              </a:ext>
            </a:extLst>
          </p:cNvPr>
          <p:cNvSpPr/>
          <p:nvPr/>
        </p:nvSpPr>
        <p:spPr bwMode="auto">
          <a:xfrm>
            <a:off x="146369" y="2922500"/>
            <a:ext cx="2232248" cy="1013000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定出入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B32F19A1-389D-2142-9DFB-31DEFF6DADFB}"/>
              </a:ext>
            </a:extLst>
          </p:cNvPr>
          <p:cNvSpPr/>
          <p:nvPr/>
        </p:nvSpPr>
        <p:spPr>
          <a:xfrm>
            <a:off x="1563168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9EA2049-2A93-3B4A-9853-18E782A83C3D}"/>
                  </a:ext>
                </a:extLst>
              </p:cNvPr>
              <p:cNvSpPr txBox="1"/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9EA2049-2A93-3B4A-9853-18E782A83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blipFill>
                <a:blip r:embed="rId3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5F16DB1-25F3-2E43-A027-C55B58BACFE7}"/>
                  </a:ext>
                </a:extLst>
              </p:cNvPr>
              <p:cNvSpPr txBox="1"/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5F16DB1-25F3-2E43-A027-C55B58BAC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blipFill>
                <a:blip r:embed="rId3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椭圆 61">
            <a:extLst>
              <a:ext uri="{FF2B5EF4-FFF2-40B4-BE49-F238E27FC236}">
                <a16:creationId xmlns:a16="http://schemas.microsoft.com/office/drawing/2014/main" id="{AE85F8E5-107B-7046-84A0-8B44E14A1B39}"/>
              </a:ext>
            </a:extLst>
          </p:cNvPr>
          <p:cNvSpPr/>
          <p:nvPr/>
        </p:nvSpPr>
        <p:spPr>
          <a:xfrm>
            <a:off x="10179516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98D7E29-1EA1-3546-AF3D-FDECD092D06D}"/>
                  </a:ext>
                </a:extLst>
              </p:cNvPr>
              <p:cNvSpPr/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98D7E29-1EA1-3546-AF3D-FDECD092D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blipFill>
                <a:blip r:embed="rId36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F066ED1-D736-FD48-929E-A1D25A5E273A}"/>
                  </a:ext>
                </a:extLst>
              </p:cNvPr>
              <p:cNvSpPr txBox="1"/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F066ED1-D736-FD48-929E-A1D25A5E2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blipFill>
                <a:blip r:embed="rId37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组合 51">
            <a:extLst>
              <a:ext uri="{FF2B5EF4-FFF2-40B4-BE49-F238E27FC236}">
                <a16:creationId xmlns:a16="http://schemas.microsoft.com/office/drawing/2014/main" id="{85BE2B9C-A475-2C4C-8985-24FF18658311}"/>
              </a:ext>
            </a:extLst>
          </p:cNvPr>
          <p:cNvGrpSpPr/>
          <p:nvPr/>
        </p:nvGrpSpPr>
        <p:grpSpPr>
          <a:xfrm>
            <a:off x="1882642" y="1272135"/>
            <a:ext cx="290945" cy="290945"/>
            <a:chOff x="2971800" y="2670464"/>
            <a:chExt cx="290945" cy="290945"/>
          </a:xfrm>
        </p:grpSpPr>
        <p:sp>
          <p:nvSpPr>
            <p:cNvPr id="53" name="同心圆 52">
              <a:extLst>
                <a:ext uri="{FF2B5EF4-FFF2-40B4-BE49-F238E27FC236}">
                  <a16:creationId xmlns:a16="http://schemas.microsoft.com/office/drawing/2014/main" id="{0859BB7F-AB1C-0C44-92BC-AF4D54972FA1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92091ECA-383F-D442-A5C1-4B12FB38237A}"/>
                </a:ext>
              </a:extLst>
            </p:cNvPr>
            <p:cNvCxnSpPr>
              <a:stCxn id="53" idx="1"/>
              <a:endCxn id="5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C56808D1-F3E6-0E43-86C3-1842A3206184}"/>
                </a:ext>
              </a:extLst>
            </p:cNvPr>
            <p:cNvCxnSpPr>
              <a:stCxn id="53" idx="7"/>
              <a:endCxn id="5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ADB758D1-3D53-B549-BC20-D5F49D9E574D}"/>
              </a:ext>
            </a:extLst>
          </p:cNvPr>
          <p:cNvCxnSpPr>
            <a:cxnSpLocks/>
            <a:endCxn id="53" idx="4"/>
          </p:cNvCxnSpPr>
          <p:nvPr/>
        </p:nvCxnSpPr>
        <p:spPr>
          <a:xfrm rot="10800000" flipV="1">
            <a:off x="2028116" y="1416674"/>
            <a:ext cx="7840399" cy="146405"/>
          </a:xfrm>
          <a:prstGeom prst="bentConnector4">
            <a:avLst>
              <a:gd name="adj1" fmla="val -212"/>
              <a:gd name="adj2" fmla="val 9210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79DB7503-6746-714E-BFDE-CAFFF0F44061}"/>
              </a:ext>
            </a:extLst>
          </p:cNvPr>
          <p:cNvCxnSpPr>
            <a:cxnSpLocks/>
          </p:cNvCxnSpPr>
          <p:nvPr/>
        </p:nvCxnSpPr>
        <p:spPr>
          <a:xfrm>
            <a:off x="2173587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17058677-A366-A349-8E87-F1CAEB3F9F4C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1118741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DE30F81-7E6B-9949-803D-52964BE7D53C}"/>
                  </a:ext>
                </a:extLst>
              </p:cNvPr>
              <p:cNvSpPr/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5DE30F81-7E6B-9949-803D-52964BE7D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blipFill>
                <a:blip r:embed="rId38"/>
                <a:stretch>
                  <a:fillRect l="-5714" r="-11429"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7B997DD-390F-FB40-8C59-C361E0EAF2CB}"/>
                  </a:ext>
                </a:extLst>
              </p:cNvPr>
              <p:cNvSpPr/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B7B997DD-390F-FB40-8C59-C361E0EAF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blipFill>
                <a:blip r:embed="rId39"/>
                <a:stretch>
                  <a:fillRect b="-4082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32728DB-AB75-4B46-A06B-3C59275D8771}"/>
                  </a:ext>
                </a:extLst>
              </p:cNvPr>
              <p:cNvSpPr/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32728DB-AB75-4B46-A06B-3C59275D87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blipFill>
                <a:blip r:embed="rId40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组合 63">
            <a:extLst>
              <a:ext uri="{FF2B5EF4-FFF2-40B4-BE49-F238E27FC236}">
                <a16:creationId xmlns:a16="http://schemas.microsoft.com/office/drawing/2014/main" id="{3179F93D-9CEC-B744-A200-B8A93A14D1CD}"/>
              </a:ext>
            </a:extLst>
          </p:cNvPr>
          <p:cNvGrpSpPr/>
          <p:nvPr/>
        </p:nvGrpSpPr>
        <p:grpSpPr>
          <a:xfrm>
            <a:off x="3544684" y="1280849"/>
            <a:ext cx="290945" cy="290945"/>
            <a:chOff x="2971800" y="2670464"/>
            <a:chExt cx="290945" cy="290945"/>
          </a:xfrm>
        </p:grpSpPr>
        <p:sp>
          <p:nvSpPr>
            <p:cNvPr id="66" name="同心圆 65">
              <a:extLst>
                <a:ext uri="{FF2B5EF4-FFF2-40B4-BE49-F238E27FC236}">
                  <a16:creationId xmlns:a16="http://schemas.microsoft.com/office/drawing/2014/main" id="{3F37F765-024A-ED40-98CF-4E64C30F2AF2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D4FE3521-4F23-A645-8761-C975CC75FBD9}"/>
                </a:ext>
              </a:extLst>
            </p:cNvPr>
            <p:cNvCxnSpPr>
              <a:stCxn id="66" idx="1"/>
              <a:endCxn id="6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E793D8D-A400-FE4A-B46D-1312A50A9C87}"/>
                </a:ext>
              </a:extLst>
            </p:cNvPr>
            <p:cNvCxnSpPr>
              <a:stCxn id="66" idx="7"/>
              <a:endCxn id="6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A1D9260B-31A4-F740-AF6A-3A38B4A78E99}"/>
              </a:ext>
            </a:extLst>
          </p:cNvPr>
          <p:cNvCxnSpPr>
            <a:cxnSpLocks/>
            <a:stCxn id="48" idx="3"/>
            <a:endCxn id="66" idx="2"/>
          </p:cNvCxnSpPr>
          <p:nvPr/>
        </p:nvCxnSpPr>
        <p:spPr>
          <a:xfrm>
            <a:off x="3345646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2EB8AC7E-3C15-F541-896F-D7AB32D32EB5}"/>
              </a:ext>
            </a:extLst>
          </p:cNvPr>
          <p:cNvCxnSpPr>
            <a:cxnSpLocks/>
            <a:stCxn id="66" idx="6"/>
            <a:endCxn id="59" idx="1"/>
          </p:cNvCxnSpPr>
          <p:nvPr/>
        </p:nvCxnSpPr>
        <p:spPr>
          <a:xfrm flipV="1">
            <a:off x="3835629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95AABD7C-0947-3040-AA4D-73DBC65849B9}"/>
              </a:ext>
            </a:extLst>
          </p:cNvPr>
          <p:cNvCxnSpPr>
            <a:cxnSpLocks/>
            <a:stCxn id="59" idx="3"/>
            <a:endCxn id="83" idx="2"/>
          </p:cNvCxnSpPr>
          <p:nvPr/>
        </p:nvCxnSpPr>
        <p:spPr>
          <a:xfrm flipV="1">
            <a:off x="5149099" y="1414145"/>
            <a:ext cx="547912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D15C79DE-151F-F743-B457-0D65D799F89E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7353195" y="1418856"/>
            <a:ext cx="1182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9120B74-831D-4D4E-B6B8-C407671484AA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9297411" y="1418856"/>
            <a:ext cx="15796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F0EE24E6-A2B2-6B40-B5F4-02D597E6D74D}"/>
                  </a:ext>
                </a:extLst>
              </p:cNvPr>
              <p:cNvSpPr/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F0EE24E6-A2B2-6B40-B5F4-02D597E6D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067702E-3221-5F47-A23E-0611DEB70332}"/>
                  </a:ext>
                </a:extLst>
              </p:cNvPr>
              <p:cNvSpPr/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067702E-3221-5F47-A23E-0611DEB70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blipFill>
                <a:blip r:embed="rId42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组合 81">
            <a:extLst>
              <a:ext uri="{FF2B5EF4-FFF2-40B4-BE49-F238E27FC236}">
                <a16:creationId xmlns:a16="http://schemas.microsoft.com/office/drawing/2014/main" id="{F706A531-9251-114E-84F7-B52E8264C240}"/>
              </a:ext>
            </a:extLst>
          </p:cNvPr>
          <p:cNvGrpSpPr/>
          <p:nvPr/>
        </p:nvGrpSpPr>
        <p:grpSpPr>
          <a:xfrm>
            <a:off x="5697011" y="1268672"/>
            <a:ext cx="290945" cy="290945"/>
            <a:chOff x="2971800" y="2670464"/>
            <a:chExt cx="290945" cy="290945"/>
          </a:xfrm>
        </p:grpSpPr>
        <p:sp>
          <p:nvSpPr>
            <p:cNvPr id="83" name="同心圆 82">
              <a:extLst>
                <a:ext uri="{FF2B5EF4-FFF2-40B4-BE49-F238E27FC236}">
                  <a16:creationId xmlns:a16="http://schemas.microsoft.com/office/drawing/2014/main" id="{6AA426CA-A7DD-274A-B9A8-3C5FD1D877A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090C94C0-88DE-E643-84BD-BB290C455CD5}"/>
                </a:ext>
              </a:extLst>
            </p:cNvPr>
            <p:cNvCxnSpPr>
              <a:stCxn id="83" idx="1"/>
              <a:endCxn id="8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FFB0745F-2993-664F-8A9C-F9B4E734A729}"/>
                </a:ext>
              </a:extLst>
            </p:cNvPr>
            <p:cNvCxnSpPr>
              <a:stCxn id="83" idx="7"/>
              <a:endCxn id="8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629A9274-F1A4-B849-85FF-0743D7FEFB91}"/>
              </a:ext>
            </a:extLst>
          </p:cNvPr>
          <p:cNvCxnSpPr>
            <a:cxnSpLocks/>
            <a:stCxn id="83" idx="6"/>
            <a:endCxn id="61" idx="1"/>
          </p:cNvCxnSpPr>
          <p:nvPr/>
        </p:nvCxnSpPr>
        <p:spPr>
          <a:xfrm>
            <a:off x="5987956" y="1414145"/>
            <a:ext cx="603240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连接符 86">
            <a:extLst>
              <a:ext uri="{FF2B5EF4-FFF2-40B4-BE49-F238E27FC236}">
                <a16:creationId xmlns:a16="http://schemas.microsoft.com/office/drawing/2014/main" id="{9F6DE2F8-166E-F341-8371-4F4F3F50ECB2}"/>
              </a:ext>
            </a:extLst>
          </p:cNvPr>
          <p:cNvCxnSpPr>
            <a:cxnSpLocks/>
            <a:stCxn id="80" idx="1"/>
            <a:endCxn id="83" idx="4"/>
          </p:cNvCxnSpPr>
          <p:nvPr/>
        </p:nvCxnSpPr>
        <p:spPr>
          <a:xfrm rot="10800000">
            <a:off x="5842485" y="1559617"/>
            <a:ext cx="1798743" cy="6388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49ADB29D-7484-3741-820A-591CABA76054}"/>
              </a:ext>
            </a:extLst>
          </p:cNvPr>
          <p:cNvCxnSpPr>
            <a:cxnSpLocks/>
            <a:endCxn id="80" idx="3"/>
          </p:cNvCxnSpPr>
          <p:nvPr/>
        </p:nvCxnSpPr>
        <p:spPr>
          <a:xfrm rot="10800000" flipV="1">
            <a:off x="8295205" y="1418855"/>
            <a:ext cx="1247276" cy="779583"/>
          </a:xfrm>
          <a:prstGeom prst="bentConnector3">
            <a:avLst>
              <a:gd name="adj1" fmla="val -272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D90043AB-EDCF-0B4B-94C4-FBC2D23169FD}"/>
              </a:ext>
            </a:extLst>
          </p:cNvPr>
          <p:cNvCxnSpPr>
            <a:cxnSpLocks/>
            <a:endCxn id="81" idx="3"/>
          </p:cNvCxnSpPr>
          <p:nvPr/>
        </p:nvCxnSpPr>
        <p:spPr>
          <a:xfrm rot="10800000">
            <a:off x="6098971" y="605237"/>
            <a:ext cx="1470249" cy="817352"/>
          </a:xfrm>
          <a:prstGeom prst="bentConnector3">
            <a:avLst>
              <a:gd name="adj1" fmla="val -349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F732F774-DEC5-B545-A1E7-3C458DFDF645}"/>
              </a:ext>
            </a:extLst>
          </p:cNvPr>
          <p:cNvCxnSpPr>
            <a:cxnSpLocks/>
            <a:stCxn id="81" idx="1"/>
            <a:endCxn id="66" idx="0"/>
          </p:cNvCxnSpPr>
          <p:nvPr/>
        </p:nvCxnSpPr>
        <p:spPr>
          <a:xfrm rot="10800000" flipV="1">
            <a:off x="3690157" y="605237"/>
            <a:ext cx="1646814" cy="6756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1a4">
                <a:extLst>
                  <a:ext uri="{FF2B5EF4-FFF2-40B4-BE49-F238E27FC236}">
                    <a16:creationId xmlns:a16="http://schemas.microsoft.com/office/drawing/2014/main" id="{D8ADBA49-118F-224D-AAD6-01C1DD35D179}"/>
                  </a:ext>
                </a:extLst>
              </p:cNvPr>
              <p:cNvSpPr txBox="1"/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1" name="1a4">
                <a:extLst>
                  <a:ext uri="{FF2B5EF4-FFF2-40B4-BE49-F238E27FC236}">
                    <a16:creationId xmlns:a16="http://schemas.microsoft.com/office/drawing/2014/main" id="{D8ADBA49-118F-224D-AAD6-01C1DD35D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blipFill>
                <a:blip r:embed="rId43"/>
                <a:stretch>
                  <a:fillRect l="-10000" r="-75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1a3">
                <a:extLst>
                  <a:ext uri="{FF2B5EF4-FFF2-40B4-BE49-F238E27FC236}">
                    <a16:creationId xmlns:a16="http://schemas.microsoft.com/office/drawing/2014/main" id="{5416E95D-48C0-9D47-9146-0BD0CD2238C0}"/>
                  </a:ext>
                </a:extLst>
              </p:cNvPr>
              <p:cNvSpPr txBox="1"/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2" name="1a3">
                <a:extLst>
                  <a:ext uri="{FF2B5EF4-FFF2-40B4-BE49-F238E27FC236}">
                    <a16:creationId xmlns:a16="http://schemas.microsoft.com/office/drawing/2014/main" id="{5416E95D-48C0-9D47-9146-0BD0CD223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blipFill>
                <a:blip r:embed="rId44"/>
                <a:stretch>
                  <a:fillRect l="-27273" r="-4545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1a2">
                <a:extLst>
                  <a:ext uri="{FF2B5EF4-FFF2-40B4-BE49-F238E27FC236}">
                    <a16:creationId xmlns:a16="http://schemas.microsoft.com/office/drawing/2014/main" id="{F63FC2E2-BAA1-4F41-8C57-C30DB9C08971}"/>
                  </a:ext>
                </a:extLst>
              </p:cNvPr>
              <p:cNvSpPr txBox="1"/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3" name="1a2">
                <a:extLst>
                  <a:ext uri="{FF2B5EF4-FFF2-40B4-BE49-F238E27FC236}">
                    <a16:creationId xmlns:a16="http://schemas.microsoft.com/office/drawing/2014/main" id="{F63FC2E2-BAA1-4F41-8C57-C30DB9C08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blipFill>
                <a:blip r:embed="rId45"/>
                <a:stretch>
                  <a:fillRect l="-26471" r="-441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1a1">
                <a:extLst>
                  <a:ext uri="{FF2B5EF4-FFF2-40B4-BE49-F238E27FC236}">
                    <a16:creationId xmlns:a16="http://schemas.microsoft.com/office/drawing/2014/main" id="{F1B4F11D-5FBF-B548-A00A-9CE7FE88021C}"/>
                  </a:ext>
                </a:extLst>
              </p:cNvPr>
              <p:cNvSpPr txBox="1"/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5" name="1a1">
                <a:extLst>
                  <a:ext uri="{FF2B5EF4-FFF2-40B4-BE49-F238E27FC236}">
                    <a16:creationId xmlns:a16="http://schemas.microsoft.com/office/drawing/2014/main" id="{F1B4F11D-5FBF-B548-A00A-9CE7FE880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blipFill>
                <a:blip r:embed="rId46"/>
                <a:stretch>
                  <a:fillRect l="-27273" r="-4545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1e">
                <a:extLst>
                  <a:ext uri="{FF2B5EF4-FFF2-40B4-BE49-F238E27FC236}">
                    <a16:creationId xmlns:a16="http://schemas.microsoft.com/office/drawing/2014/main" id="{96C930C5-475D-8C42-8600-B0A1EDC8944B}"/>
                  </a:ext>
                </a:extLst>
              </p:cNvPr>
              <p:cNvSpPr txBox="1"/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6" name="1e">
                <a:extLst>
                  <a:ext uri="{FF2B5EF4-FFF2-40B4-BE49-F238E27FC236}">
                    <a16:creationId xmlns:a16="http://schemas.microsoft.com/office/drawing/2014/main" id="{96C930C5-475D-8C42-8600-B0A1EDC89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blipFill>
                <a:blip r:embed="rId47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CB05A91-066B-7C40-853E-2033BBFB5DD2}"/>
                  </a:ext>
                </a:extLst>
              </p:cNvPr>
              <p:cNvSpPr txBox="1"/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CB05A91-066B-7C40-853E-2033BBFB5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blipFill>
                <a:blip r:embed="rId48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F31FB5A-F5EC-6644-81B2-7D9AF1FEA74C}"/>
                  </a:ext>
                </a:extLst>
              </p:cNvPr>
              <p:cNvSpPr txBox="1"/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DF31FB5A-F5EC-6644-81B2-7D9AF1FE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blipFill>
                <a:blip r:embed="rId4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D2B3F5D-B6E9-1143-B886-B38EE86FC187}"/>
                  </a:ext>
                </a:extLst>
              </p:cNvPr>
              <p:cNvSpPr txBox="1"/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6D2B3F5D-B6E9-1143-B886-B38EE86FC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blipFill>
                <a:blip r:embed="rId5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C8949C0-8BF5-1848-AE6E-4DD7A4B7F976}"/>
                  </a:ext>
                </a:extLst>
              </p:cNvPr>
              <p:cNvSpPr txBox="1"/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C8949C0-8BF5-1848-AE6E-4DD7A4B7F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blipFill>
                <a:blip r:embed="rId37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11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îśḷíḓe">
            <a:extLst>
              <a:ext uri="{FF2B5EF4-FFF2-40B4-BE49-F238E27FC236}">
                <a16:creationId xmlns:a16="http://schemas.microsoft.com/office/drawing/2014/main" id="{9DADD924-DBB2-6D43-B485-318F3240EFD4}"/>
              </a:ext>
            </a:extLst>
          </p:cNvPr>
          <p:cNvSpPr/>
          <p:nvPr/>
        </p:nvSpPr>
        <p:spPr bwMode="auto">
          <a:xfrm>
            <a:off x="162554" y="2922500"/>
            <a:ext cx="2232248" cy="1013000"/>
          </a:xfrm>
          <a:prstGeom prst="roundRect">
            <a:avLst/>
          </a:prstGeom>
          <a:solidFill>
            <a:schemeClr val="tx2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列节点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9F45777-98AF-4B42-BFED-8420986A7C1D}"/>
              </a:ext>
            </a:extLst>
          </p:cNvPr>
          <p:cNvSpPr/>
          <p:nvPr/>
        </p:nvSpPr>
        <p:spPr>
          <a:xfrm>
            <a:off x="1563168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63B19EB-BC7B-7F46-AA56-3D3219F89E3F}"/>
              </a:ext>
            </a:extLst>
          </p:cNvPr>
          <p:cNvSpPr/>
          <p:nvPr/>
        </p:nvSpPr>
        <p:spPr>
          <a:xfrm>
            <a:off x="2999226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72C6F2AA-94B4-1645-8864-17ADDC2B7E42}"/>
              </a:ext>
            </a:extLst>
          </p:cNvPr>
          <p:cNvSpPr/>
          <p:nvPr/>
        </p:nvSpPr>
        <p:spPr>
          <a:xfrm>
            <a:off x="4435284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F8D08AAD-9CCB-D74D-8CC9-FC208A6C620A}"/>
                  </a:ext>
                </a:extLst>
              </p:cNvPr>
              <p:cNvSpPr txBox="1"/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F8D08AAD-9CCB-D74D-8CC9-FC208A6C6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blipFill>
                <a:blip r:embed="rId3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A0C0C83-93FF-E94B-BFF1-762FC4B3C1EE}"/>
                  </a:ext>
                </a:extLst>
              </p:cNvPr>
              <p:cNvSpPr txBox="1"/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A0C0C83-93FF-E94B-BFF1-762FC4B3C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blipFill>
                <a:blip r:embed="rId3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6FCF080-D008-4244-B4CB-C0F2DEAE3176}"/>
                  </a:ext>
                </a:extLst>
              </p:cNvPr>
              <p:cNvSpPr txBox="1"/>
              <p:nvPr/>
            </p:nvSpPr>
            <p:spPr>
              <a:xfrm>
                <a:off x="2515477" y="3901100"/>
                <a:ext cx="53932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6FCF080-D008-4244-B4CB-C0F2DEAE3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77" y="3901100"/>
                <a:ext cx="539325" cy="55399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椭圆 58">
            <a:extLst>
              <a:ext uri="{FF2B5EF4-FFF2-40B4-BE49-F238E27FC236}">
                <a16:creationId xmlns:a16="http://schemas.microsoft.com/office/drawing/2014/main" id="{BC191B4F-331C-284D-90ED-62550EC92CAF}"/>
              </a:ext>
            </a:extLst>
          </p:cNvPr>
          <p:cNvSpPr/>
          <p:nvPr/>
        </p:nvSpPr>
        <p:spPr>
          <a:xfrm>
            <a:off x="5871342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E6D7485-75D2-FB42-8253-77E3D074BF0F}"/>
                  </a:ext>
                </a:extLst>
              </p:cNvPr>
              <p:cNvSpPr txBox="1"/>
              <p:nvPr/>
            </p:nvSpPr>
            <p:spPr>
              <a:xfrm>
                <a:off x="3899186" y="390110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E6D7485-75D2-FB42-8253-77E3D074B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86" y="3901100"/>
                <a:ext cx="692168" cy="553998"/>
              </a:xfrm>
              <a:prstGeom prst="rect">
                <a:avLst/>
              </a:prstGeom>
              <a:blipFill>
                <a:blip r:embed="rId37"/>
                <a:stretch>
                  <a:fillRect l="-3636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椭圆 70">
            <a:extLst>
              <a:ext uri="{FF2B5EF4-FFF2-40B4-BE49-F238E27FC236}">
                <a16:creationId xmlns:a16="http://schemas.microsoft.com/office/drawing/2014/main" id="{6A57261E-2E58-1B41-8A1A-738CEAD9F353}"/>
              </a:ext>
            </a:extLst>
          </p:cNvPr>
          <p:cNvSpPr/>
          <p:nvPr/>
        </p:nvSpPr>
        <p:spPr>
          <a:xfrm>
            <a:off x="7307400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71457D4C-B0B5-AB48-8202-1CB61B71D0C1}"/>
              </a:ext>
            </a:extLst>
          </p:cNvPr>
          <p:cNvSpPr/>
          <p:nvPr/>
        </p:nvSpPr>
        <p:spPr>
          <a:xfrm>
            <a:off x="8743458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D166558D-1D92-E746-A092-8EE28EF4051E}"/>
              </a:ext>
            </a:extLst>
          </p:cNvPr>
          <p:cNvSpPr/>
          <p:nvPr/>
        </p:nvSpPr>
        <p:spPr>
          <a:xfrm>
            <a:off x="10179516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B85FA70-F701-4646-9E5C-64CAFFE53038}"/>
                  </a:ext>
                </a:extLst>
              </p:cNvPr>
              <p:cNvSpPr txBox="1"/>
              <p:nvPr/>
            </p:nvSpPr>
            <p:spPr>
              <a:xfrm>
                <a:off x="5694023" y="389944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B85FA70-F701-4646-9E5C-64CAFFE53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023" y="3899445"/>
                <a:ext cx="692168" cy="553998"/>
              </a:xfrm>
              <a:prstGeom prst="rect">
                <a:avLst/>
              </a:prstGeom>
              <a:blipFill>
                <a:blip r:embed="rId38"/>
                <a:stretch>
                  <a:fillRect l="-3571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EFAFCC7-63C3-F844-BEFF-7EB6BFFC2ED1}"/>
                  </a:ext>
                </a:extLst>
              </p:cNvPr>
              <p:cNvSpPr txBox="1"/>
              <p:nvPr/>
            </p:nvSpPr>
            <p:spPr>
              <a:xfrm>
                <a:off x="8535412" y="391049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EFAFCC7-63C3-F844-BEFF-7EB6BFFC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3910491"/>
                <a:ext cx="692168" cy="553998"/>
              </a:xfrm>
              <a:prstGeom prst="rect">
                <a:avLst/>
              </a:prstGeom>
              <a:blipFill>
                <a:blip r:embed="rId39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5BF5E63-B309-094B-8508-BBF2E8868AEA}"/>
                  </a:ext>
                </a:extLst>
              </p:cNvPr>
              <p:cNvSpPr txBox="1"/>
              <p:nvPr/>
            </p:nvSpPr>
            <p:spPr>
              <a:xfrm>
                <a:off x="7105262" y="461043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5BF5E63-B309-094B-8508-BBF2E8868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262" y="4610436"/>
                <a:ext cx="692168" cy="553998"/>
              </a:xfrm>
              <a:prstGeom prst="rect">
                <a:avLst/>
              </a:prstGeom>
              <a:blipFill>
                <a:blip r:embed="rId40"/>
                <a:stretch>
                  <a:fillRect l="-3636" r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88F4DD4-06A1-2040-AAC2-4E9EC059B274}"/>
                  </a:ext>
                </a:extLst>
              </p:cNvPr>
              <p:cNvSpPr/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688F4DD4-06A1-2040-AAC2-4E9EC059B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blipFill>
                <a:blip r:embed="rId41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E1BCEF77-63D3-6340-B6A9-6F4EE0136E40}"/>
                  </a:ext>
                </a:extLst>
              </p:cNvPr>
              <p:cNvSpPr txBox="1"/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E1BCEF77-63D3-6340-B6A9-6F4EE0136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blipFill>
                <a:blip r:embed="rId42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组合 62">
            <a:extLst>
              <a:ext uri="{FF2B5EF4-FFF2-40B4-BE49-F238E27FC236}">
                <a16:creationId xmlns:a16="http://schemas.microsoft.com/office/drawing/2014/main" id="{5E8DB709-1DD4-A148-A15C-9489F536AE99}"/>
              </a:ext>
            </a:extLst>
          </p:cNvPr>
          <p:cNvGrpSpPr/>
          <p:nvPr/>
        </p:nvGrpSpPr>
        <p:grpSpPr>
          <a:xfrm>
            <a:off x="1882642" y="1272135"/>
            <a:ext cx="290945" cy="290945"/>
            <a:chOff x="2971800" y="2670464"/>
            <a:chExt cx="290945" cy="290945"/>
          </a:xfrm>
        </p:grpSpPr>
        <p:sp>
          <p:nvSpPr>
            <p:cNvPr id="66" name="同心圆 65">
              <a:extLst>
                <a:ext uri="{FF2B5EF4-FFF2-40B4-BE49-F238E27FC236}">
                  <a16:creationId xmlns:a16="http://schemas.microsoft.com/office/drawing/2014/main" id="{537BE493-7108-504B-9890-53AD705D854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912FB9C7-1C8B-D24C-99B2-E47D9519F747}"/>
                </a:ext>
              </a:extLst>
            </p:cNvPr>
            <p:cNvCxnSpPr>
              <a:stCxn id="66" idx="1"/>
              <a:endCxn id="6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07637F80-BEBD-9A4B-B01D-22CED92C7924}"/>
                </a:ext>
              </a:extLst>
            </p:cNvPr>
            <p:cNvCxnSpPr>
              <a:stCxn id="66" idx="7"/>
              <a:endCxn id="6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肘形连接符 75">
            <a:extLst>
              <a:ext uri="{FF2B5EF4-FFF2-40B4-BE49-F238E27FC236}">
                <a16:creationId xmlns:a16="http://schemas.microsoft.com/office/drawing/2014/main" id="{B9644BD9-A19C-CA44-A03E-9A74088A5907}"/>
              </a:ext>
            </a:extLst>
          </p:cNvPr>
          <p:cNvCxnSpPr>
            <a:cxnSpLocks/>
            <a:endCxn id="66" idx="4"/>
          </p:cNvCxnSpPr>
          <p:nvPr/>
        </p:nvCxnSpPr>
        <p:spPr>
          <a:xfrm rot="10800000" flipV="1">
            <a:off x="2028116" y="1416674"/>
            <a:ext cx="7840399" cy="146405"/>
          </a:xfrm>
          <a:prstGeom prst="bentConnector4">
            <a:avLst>
              <a:gd name="adj1" fmla="val -212"/>
              <a:gd name="adj2" fmla="val 9210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085471C4-DE78-9A49-B652-38909D53C98D}"/>
              </a:ext>
            </a:extLst>
          </p:cNvPr>
          <p:cNvCxnSpPr>
            <a:cxnSpLocks/>
          </p:cNvCxnSpPr>
          <p:nvPr/>
        </p:nvCxnSpPr>
        <p:spPr>
          <a:xfrm>
            <a:off x="2173587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4C6B66D4-3C25-4E40-A9C1-C25627A1F792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1118741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281B2A0D-0169-7244-B34D-C7073EF02789}"/>
                  </a:ext>
                </a:extLst>
              </p:cNvPr>
              <p:cNvSpPr/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281B2A0D-0169-7244-B34D-C7073EF02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blipFill>
                <a:blip r:embed="rId43"/>
                <a:stretch>
                  <a:fillRect l="-5714" r="-11429"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065C8C44-AF5E-FB41-8B11-A12183BD0683}"/>
                  </a:ext>
                </a:extLst>
              </p:cNvPr>
              <p:cNvSpPr/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065C8C44-AF5E-FB41-8B11-A12183BD06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blipFill>
                <a:blip r:embed="rId44"/>
                <a:stretch>
                  <a:fillRect b="-4082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3F4EB3FF-E9CE-234A-9464-64A8AD8BB06A}"/>
                  </a:ext>
                </a:extLst>
              </p:cNvPr>
              <p:cNvSpPr/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3F4EB3FF-E9CE-234A-9464-64A8AD8BB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blipFill>
                <a:blip r:embed="rId45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组合 85">
            <a:extLst>
              <a:ext uri="{FF2B5EF4-FFF2-40B4-BE49-F238E27FC236}">
                <a16:creationId xmlns:a16="http://schemas.microsoft.com/office/drawing/2014/main" id="{9E79C2F4-7B62-5247-A9AE-A48DEFF10EB0}"/>
              </a:ext>
            </a:extLst>
          </p:cNvPr>
          <p:cNvGrpSpPr/>
          <p:nvPr/>
        </p:nvGrpSpPr>
        <p:grpSpPr>
          <a:xfrm>
            <a:off x="3544684" y="1280849"/>
            <a:ext cx="290945" cy="290945"/>
            <a:chOff x="2971800" y="2670464"/>
            <a:chExt cx="290945" cy="290945"/>
          </a:xfrm>
        </p:grpSpPr>
        <p:sp>
          <p:nvSpPr>
            <p:cNvPr id="87" name="同心圆 86">
              <a:extLst>
                <a:ext uri="{FF2B5EF4-FFF2-40B4-BE49-F238E27FC236}">
                  <a16:creationId xmlns:a16="http://schemas.microsoft.com/office/drawing/2014/main" id="{D069F33D-5956-9542-BADA-51ABCE137BF6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903DF619-6CC6-8044-81DE-CE22881A7BD0}"/>
                </a:ext>
              </a:extLst>
            </p:cNvPr>
            <p:cNvCxnSpPr>
              <a:stCxn id="87" idx="1"/>
              <a:endCxn id="87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8ADEE444-EF7B-A148-8FAB-6D03ECBA7CBE}"/>
                </a:ext>
              </a:extLst>
            </p:cNvPr>
            <p:cNvCxnSpPr>
              <a:stCxn id="87" idx="7"/>
              <a:endCxn id="87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9E8DAF67-5483-AA4C-ACC4-D55321B4DA1F}"/>
              </a:ext>
            </a:extLst>
          </p:cNvPr>
          <p:cNvCxnSpPr>
            <a:cxnSpLocks/>
            <a:stCxn id="61" idx="3"/>
            <a:endCxn id="87" idx="2"/>
          </p:cNvCxnSpPr>
          <p:nvPr/>
        </p:nvCxnSpPr>
        <p:spPr>
          <a:xfrm>
            <a:off x="3345646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3DC35045-484D-E841-8A03-2B174E29031D}"/>
              </a:ext>
            </a:extLst>
          </p:cNvPr>
          <p:cNvCxnSpPr>
            <a:cxnSpLocks/>
            <a:stCxn id="87" idx="6"/>
            <a:endCxn id="83" idx="1"/>
          </p:cNvCxnSpPr>
          <p:nvPr/>
        </p:nvCxnSpPr>
        <p:spPr>
          <a:xfrm flipV="1">
            <a:off x="3835629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500E28B4-B6A9-6249-96DB-C732E9D5C9E8}"/>
              </a:ext>
            </a:extLst>
          </p:cNvPr>
          <p:cNvCxnSpPr>
            <a:cxnSpLocks/>
            <a:stCxn id="83" idx="3"/>
            <a:endCxn id="100" idx="2"/>
          </p:cNvCxnSpPr>
          <p:nvPr/>
        </p:nvCxnSpPr>
        <p:spPr>
          <a:xfrm flipV="1">
            <a:off x="5149099" y="1414145"/>
            <a:ext cx="547912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EAB330D1-07A5-1B43-B37C-3764EF10D7A0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7353195" y="1418856"/>
            <a:ext cx="1182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7552C414-086B-A646-95E2-196130389025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9297411" y="1418856"/>
            <a:ext cx="15796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6B83CB20-4497-FC4C-B861-1E2487014BD4}"/>
                  </a:ext>
                </a:extLst>
              </p:cNvPr>
              <p:cNvSpPr/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6B83CB20-4497-FC4C-B861-1E2487014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8DAA5301-37C4-0644-9D94-BA69CF04FEEB}"/>
                  </a:ext>
                </a:extLst>
              </p:cNvPr>
              <p:cNvSpPr/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8DAA5301-37C4-0644-9D94-BA69CF04F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blipFill>
                <a:blip r:embed="rId47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组合 98">
            <a:extLst>
              <a:ext uri="{FF2B5EF4-FFF2-40B4-BE49-F238E27FC236}">
                <a16:creationId xmlns:a16="http://schemas.microsoft.com/office/drawing/2014/main" id="{21E8AC13-1A01-F14D-936F-705322D34EB8}"/>
              </a:ext>
            </a:extLst>
          </p:cNvPr>
          <p:cNvGrpSpPr/>
          <p:nvPr/>
        </p:nvGrpSpPr>
        <p:grpSpPr>
          <a:xfrm>
            <a:off x="5697011" y="1268672"/>
            <a:ext cx="290945" cy="290945"/>
            <a:chOff x="2971800" y="2670464"/>
            <a:chExt cx="290945" cy="290945"/>
          </a:xfrm>
        </p:grpSpPr>
        <p:sp>
          <p:nvSpPr>
            <p:cNvPr id="100" name="同心圆 99">
              <a:extLst>
                <a:ext uri="{FF2B5EF4-FFF2-40B4-BE49-F238E27FC236}">
                  <a16:creationId xmlns:a16="http://schemas.microsoft.com/office/drawing/2014/main" id="{1871F326-03D1-4F4D-A02D-5BC0A5726D9C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48D9D519-677F-C343-A6AB-5937D4ED3400}"/>
                </a:ext>
              </a:extLst>
            </p:cNvPr>
            <p:cNvCxnSpPr>
              <a:stCxn id="100" idx="1"/>
              <a:endCxn id="100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274EE111-1336-1944-908D-779063A99328}"/>
                </a:ext>
              </a:extLst>
            </p:cNvPr>
            <p:cNvCxnSpPr>
              <a:stCxn id="100" idx="7"/>
              <a:endCxn id="100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875469E4-37C7-364A-B557-BFB768337659}"/>
              </a:ext>
            </a:extLst>
          </p:cNvPr>
          <p:cNvCxnSpPr>
            <a:cxnSpLocks/>
            <a:stCxn id="100" idx="6"/>
            <a:endCxn id="84" idx="1"/>
          </p:cNvCxnSpPr>
          <p:nvPr/>
        </p:nvCxnSpPr>
        <p:spPr>
          <a:xfrm>
            <a:off x="5987956" y="1414145"/>
            <a:ext cx="603240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肘形连接符 103">
            <a:extLst>
              <a:ext uri="{FF2B5EF4-FFF2-40B4-BE49-F238E27FC236}">
                <a16:creationId xmlns:a16="http://schemas.microsoft.com/office/drawing/2014/main" id="{E4BFE77D-1E4D-E84C-8C30-4FBE4725BFE5}"/>
              </a:ext>
            </a:extLst>
          </p:cNvPr>
          <p:cNvCxnSpPr>
            <a:cxnSpLocks/>
            <a:stCxn id="97" idx="1"/>
            <a:endCxn id="100" idx="4"/>
          </p:cNvCxnSpPr>
          <p:nvPr/>
        </p:nvCxnSpPr>
        <p:spPr>
          <a:xfrm rot="10800000">
            <a:off x="5842485" y="1559617"/>
            <a:ext cx="1798743" cy="6388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肘形连接符 104">
            <a:extLst>
              <a:ext uri="{FF2B5EF4-FFF2-40B4-BE49-F238E27FC236}">
                <a16:creationId xmlns:a16="http://schemas.microsoft.com/office/drawing/2014/main" id="{7DAC3CAF-8267-664C-9D20-B8A5F0D31FEB}"/>
              </a:ext>
            </a:extLst>
          </p:cNvPr>
          <p:cNvCxnSpPr>
            <a:cxnSpLocks/>
            <a:endCxn id="97" idx="3"/>
          </p:cNvCxnSpPr>
          <p:nvPr/>
        </p:nvCxnSpPr>
        <p:spPr>
          <a:xfrm rot="10800000" flipV="1">
            <a:off x="8295205" y="1418855"/>
            <a:ext cx="1247276" cy="779583"/>
          </a:xfrm>
          <a:prstGeom prst="bentConnector3">
            <a:avLst>
              <a:gd name="adj1" fmla="val -272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>
            <a:extLst>
              <a:ext uri="{FF2B5EF4-FFF2-40B4-BE49-F238E27FC236}">
                <a16:creationId xmlns:a16="http://schemas.microsoft.com/office/drawing/2014/main" id="{BBFB9936-A2CD-454D-BA3E-AFFB1A87EA54}"/>
              </a:ext>
            </a:extLst>
          </p:cNvPr>
          <p:cNvCxnSpPr>
            <a:cxnSpLocks/>
            <a:endCxn id="98" idx="3"/>
          </p:cNvCxnSpPr>
          <p:nvPr/>
        </p:nvCxnSpPr>
        <p:spPr>
          <a:xfrm rot="10800000">
            <a:off x="6098971" y="605237"/>
            <a:ext cx="1470249" cy="817352"/>
          </a:xfrm>
          <a:prstGeom prst="bentConnector3">
            <a:avLst>
              <a:gd name="adj1" fmla="val -349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>
            <a:extLst>
              <a:ext uri="{FF2B5EF4-FFF2-40B4-BE49-F238E27FC236}">
                <a16:creationId xmlns:a16="http://schemas.microsoft.com/office/drawing/2014/main" id="{759332C9-48CA-FE44-973E-7F724F0BCD3B}"/>
              </a:ext>
            </a:extLst>
          </p:cNvPr>
          <p:cNvCxnSpPr>
            <a:cxnSpLocks/>
            <a:stCxn id="98" idx="1"/>
            <a:endCxn id="87" idx="0"/>
          </p:cNvCxnSpPr>
          <p:nvPr/>
        </p:nvCxnSpPr>
        <p:spPr>
          <a:xfrm rot="10800000" flipV="1">
            <a:off x="3690157" y="605237"/>
            <a:ext cx="1646814" cy="6756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1a4">
                <a:extLst>
                  <a:ext uri="{FF2B5EF4-FFF2-40B4-BE49-F238E27FC236}">
                    <a16:creationId xmlns:a16="http://schemas.microsoft.com/office/drawing/2014/main" id="{A25090F0-6475-B24F-9C2E-D040C13DB88D}"/>
                  </a:ext>
                </a:extLst>
              </p:cNvPr>
              <p:cNvSpPr txBox="1"/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8" name="1a4">
                <a:extLst>
                  <a:ext uri="{FF2B5EF4-FFF2-40B4-BE49-F238E27FC236}">
                    <a16:creationId xmlns:a16="http://schemas.microsoft.com/office/drawing/2014/main" id="{A25090F0-6475-B24F-9C2E-D040C13DB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blipFill>
                <a:blip r:embed="rId48"/>
                <a:stretch>
                  <a:fillRect l="-10000" r="-75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1a3">
                <a:extLst>
                  <a:ext uri="{FF2B5EF4-FFF2-40B4-BE49-F238E27FC236}">
                    <a16:creationId xmlns:a16="http://schemas.microsoft.com/office/drawing/2014/main" id="{0AB8E9DC-C899-0D40-BD86-51DFEB707352}"/>
                  </a:ext>
                </a:extLst>
              </p:cNvPr>
              <p:cNvSpPr txBox="1"/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9" name="1a3">
                <a:extLst>
                  <a:ext uri="{FF2B5EF4-FFF2-40B4-BE49-F238E27FC236}">
                    <a16:creationId xmlns:a16="http://schemas.microsoft.com/office/drawing/2014/main" id="{0AB8E9DC-C899-0D40-BD86-51DFEB707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blipFill>
                <a:blip r:embed="rId49"/>
                <a:stretch>
                  <a:fillRect l="-27273" r="-4545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1a2">
                <a:extLst>
                  <a:ext uri="{FF2B5EF4-FFF2-40B4-BE49-F238E27FC236}">
                    <a16:creationId xmlns:a16="http://schemas.microsoft.com/office/drawing/2014/main" id="{92E8729E-064E-AF47-9D3E-152ED3F4393E}"/>
                  </a:ext>
                </a:extLst>
              </p:cNvPr>
              <p:cNvSpPr txBox="1"/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0" name="1a2">
                <a:extLst>
                  <a:ext uri="{FF2B5EF4-FFF2-40B4-BE49-F238E27FC236}">
                    <a16:creationId xmlns:a16="http://schemas.microsoft.com/office/drawing/2014/main" id="{92E8729E-064E-AF47-9D3E-152ED3F43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blipFill>
                <a:blip r:embed="rId50"/>
                <a:stretch>
                  <a:fillRect l="-26471" r="-441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1a1">
                <a:extLst>
                  <a:ext uri="{FF2B5EF4-FFF2-40B4-BE49-F238E27FC236}">
                    <a16:creationId xmlns:a16="http://schemas.microsoft.com/office/drawing/2014/main" id="{E25E5AF1-3AA0-984C-B550-25999C530124}"/>
                  </a:ext>
                </a:extLst>
              </p:cNvPr>
              <p:cNvSpPr txBox="1"/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1" name="1a1">
                <a:extLst>
                  <a:ext uri="{FF2B5EF4-FFF2-40B4-BE49-F238E27FC236}">
                    <a16:creationId xmlns:a16="http://schemas.microsoft.com/office/drawing/2014/main" id="{E25E5AF1-3AA0-984C-B550-25999C530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blipFill>
                <a:blip r:embed="rId51"/>
                <a:stretch>
                  <a:fillRect l="-27273" r="-4545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1e">
                <a:extLst>
                  <a:ext uri="{FF2B5EF4-FFF2-40B4-BE49-F238E27FC236}">
                    <a16:creationId xmlns:a16="http://schemas.microsoft.com/office/drawing/2014/main" id="{BD6F090D-CC90-9F40-B619-7A4787BA0C6F}"/>
                  </a:ext>
                </a:extLst>
              </p:cNvPr>
              <p:cNvSpPr txBox="1"/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2" name="1e">
                <a:extLst>
                  <a:ext uri="{FF2B5EF4-FFF2-40B4-BE49-F238E27FC236}">
                    <a16:creationId xmlns:a16="http://schemas.microsoft.com/office/drawing/2014/main" id="{BD6F090D-CC90-9F40-B619-7A4787BA0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blipFill>
                <a:blip r:embed="rId52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E6F91A7B-6D5C-5045-8ACE-4C8A15BE0772}"/>
                  </a:ext>
                </a:extLst>
              </p:cNvPr>
              <p:cNvSpPr txBox="1"/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E6F91A7B-6D5C-5045-8ACE-4C8A15BE0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blipFill>
                <a:blip r:embed="rId53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D6253D22-CA6B-AA47-85EB-0F2D13F9075B}"/>
                  </a:ext>
                </a:extLst>
              </p:cNvPr>
              <p:cNvSpPr txBox="1"/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D6253D22-CA6B-AA47-85EB-0F2D13F90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blipFill>
                <a:blip r:embed="rId5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EC8302A-AFA8-7645-8C6C-C388D9DBAE46}"/>
                  </a:ext>
                </a:extLst>
              </p:cNvPr>
              <p:cNvSpPr txBox="1"/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EC8302A-AFA8-7645-8C6C-C388D9DBA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blipFill>
                <a:blip r:embed="rId5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844CE0C-64C9-F248-8EE0-7F264A729C63}"/>
                  </a:ext>
                </a:extLst>
              </p:cNvPr>
              <p:cNvSpPr txBox="1"/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A844CE0C-64C9-F248-8EE0-7F264A729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blipFill>
                <a:blip r:embed="rId42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95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直线箭头连接符6">
            <a:extLst>
              <a:ext uri="{FF2B5EF4-FFF2-40B4-BE49-F238E27FC236}">
                <a16:creationId xmlns:a16="http://schemas.microsoft.com/office/drawing/2014/main" id="{2FC2D32B-0BBA-C74E-8DAF-411D39872F89}"/>
              </a:ext>
            </a:extLst>
          </p:cNvPr>
          <p:cNvCxnSpPr>
            <a:cxnSpLocks/>
            <a:stCxn id="193" idx="6"/>
            <a:endCxn id="194" idx="2"/>
          </p:cNvCxnSpPr>
          <p:nvPr/>
        </p:nvCxnSpPr>
        <p:spPr>
          <a:xfrm>
            <a:off x="8979628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线箭头连接符5">
            <a:extLst>
              <a:ext uri="{FF2B5EF4-FFF2-40B4-BE49-F238E27FC236}">
                <a16:creationId xmlns:a16="http://schemas.microsoft.com/office/drawing/2014/main" id="{A0F2DEB3-0D5C-6F48-B8A5-0A7969177607}"/>
              </a:ext>
            </a:extLst>
          </p:cNvPr>
          <p:cNvCxnSpPr>
            <a:cxnSpLocks/>
            <a:stCxn id="192" idx="6"/>
            <a:endCxn id="193" idx="2"/>
          </p:cNvCxnSpPr>
          <p:nvPr/>
        </p:nvCxnSpPr>
        <p:spPr>
          <a:xfrm>
            <a:off x="7543570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线箭头连接符4">
            <a:extLst>
              <a:ext uri="{FF2B5EF4-FFF2-40B4-BE49-F238E27FC236}">
                <a16:creationId xmlns:a16="http://schemas.microsoft.com/office/drawing/2014/main" id="{C5BCF17C-08A9-7A4D-AF90-5358B1AFE05A}"/>
              </a:ext>
            </a:extLst>
          </p:cNvPr>
          <p:cNvCxnSpPr>
            <a:cxnSpLocks/>
            <a:stCxn id="186" idx="6"/>
            <a:endCxn id="192" idx="2"/>
          </p:cNvCxnSpPr>
          <p:nvPr/>
        </p:nvCxnSpPr>
        <p:spPr>
          <a:xfrm>
            <a:off x="6107512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线箭头连接符3">
            <a:extLst>
              <a:ext uri="{FF2B5EF4-FFF2-40B4-BE49-F238E27FC236}">
                <a16:creationId xmlns:a16="http://schemas.microsoft.com/office/drawing/2014/main" id="{AB78F5F6-CBAB-154B-BC36-7130E8585CB5}"/>
              </a:ext>
            </a:extLst>
          </p:cNvPr>
          <p:cNvCxnSpPr>
            <a:cxnSpLocks/>
            <a:stCxn id="180" idx="6"/>
            <a:endCxn id="186" idx="2"/>
          </p:cNvCxnSpPr>
          <p:nvPr/>
        </p:nvCxnSpPr>
        <p:spPr>
          <a:xfrm>
            <a:off x="4671454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箭头连接符2">
            <a:extLst>
              <a:ext uri="{FF2B5EF4-FFF2-40B4-BE49-F238E27FC236}">
                <a16:creationId xmlns:a16="http://schemas.microsoft.com/office/drawing/2014/main" id="{F9A0BED9-9C2C-B242-AED5-7216356CC6AB}"/>
              </a:ext>
            </a:extLst>
          </p:cNvPr>
          <p:cNvCxnSpPr>
            <a:cxnSpLocks/>
            <a:stCxn id="179" idx="6"/>
            <a:endCxn id="180" idx="2"/>
          </p:cNvCxnSpPr>
          <p:nvPr/>
        </p:nvCxnSpPr>
        <p:spPr>
          <a:xfrm>
            <a:off x="3235396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1">
            <a:extLst>
              <a:ext uri="{FF2B5EF4-FFF2-40B4-BE49-F238E27FC236}">
                <a16:creationId xmlns:a16="http://schemas.microsoft.com/office/drawing/2014/main" id="{389C6354-E305-ED42-9F31-9F5EA44919A6}"/>
              </a:ext>
            </a:extLst>
          </p:cNvPr>
          <p:cNvCxnSpPr>
            <a:cxnSpLocks/>
            <a:stCxn id="178" idx="6"/>
            <a:endCxn id="179" idx="2"/>
          </p:cNvCxnSpPr>
          <p:nvPr/>
        </p:nvCxnSpPr>
        <p:spPr>
          <a:xfrm>
            <a:off x="1799338" y="4576224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曲线连接符3">
            <a:extLst>
              <a:ext uri="{FF2B5EF4-FFF2-40B4-BE49-F238E27FC236}">
                <a16:creationId xmlns:a16="http://schemas.microsoft.com/office/drawing/2014/main" id="{591CCCB5-7391-D04F-9C39-208B6EEBBA9F}"/>
              </a:ext>
            </a:extLst>
          </p:cNvPr>
          <p:cNvCxnSpPr>
            <a:cxnSpLocks/>
            <a:stCxn id="193" idx="4"/>
            <a:endCxn id="179" idx="4"/>
          </p:cNvCxnSpPr>
          <p:nvPr/>
        </p:nvCxnSpPr>
        <p:spPr>
          <a:xfrm rot="5400000">
            <a:off x="5989427" y="1822193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曲线连接符2">
            <a:extLst>
              <a:ext uri="{FF2B5EF4-FFF2-40B4-BE49-F238E27FC236}">
                <a16:creationId xmlns:a16="http://schemas.microsoft.com/office/drawing/2014/main" id="{564E8DD6-FB77-8545-AD15-79F94B645AC8}"/>
              </a:ext>
            </a:extLst>
          </p:cNvPr>
          <p:cNvCxnSpPr>
            <a:cxnSpLocks/>
            <a:stCxn id="193" idx="4"/>
            <a:endCxn id="186" idx="4"/>
          </p:cNvCxnSpPr>
          <p:nvPr/>
        </p:nvCxnSpPr>
        <p:spPr>
          <a:xfrm rot="5400000">
            <a:off x="7425485" y="3258251"/>
            <a:ext cx="12700" cy="2872116"/>
          </a:xfrm>
          <a:prstGeom prst="curvedConnector3">
            <a:avLst>
              <a:gd name="adj1" fmla="val 466452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曲线连接符1">
            <a:extLst>
              <a:ext uri="{FF2B5EF4-FFF2-40B4-BE49-F238E27FC236}">
                <a16:creationId xmlns:a16="http://schemas.microsoft.com/office/drawing/2014/main" id="{0A8D0A4C-7A37-2842-B571-2045850EEB49}"/>
              </a:ext>
            </a:extLst>
          </p:cNvPr>
          <p:cNvCxnSpPr>
            <a:cxnSpLocks/>
            <a:stCxn id="192" idx="0"/>
            <a:endCxn id="180" idx="0"/>
          </p:cNvCxnSpPr>
          <p:nvPr/>
        </p:nvCxnSpPr>
        <p:spPr>
          <a:xfrm rot="16200000" flipV="1">
            <a:off x="5989427" y="3022081"/>
            <a:ext cx="12700" cy="2872116"/>
          </a:xfrm>
          <a:prstGeom prst="curvedConnector3">
            <a:avLst>
              <a:gd name="adj1" fmla="val 729677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-1">
                <a:extLst>
                  <a:ext uri="{FF2B5EF4-FFF2-40B4-BE49-F238E27FC236}">
                    <a16:creationId xmlns:a16="http://schemas.microsoft.com/office/drawing/2014/main" id="{D402F662-4467-6045-A440-5D0DC61BC0F6}"/>
                  </a:ext>
                </a:extLst>
              </p:cNvPr>
              <p:cNvSpPr txBox="1"/>
              <p:nvPr/>
            </p:nvSpPr>
            <p:spPr>
              <a:xfrm>
                <a:off x="5525258" y="560376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0" name="-1">
                <a:extLst>
                  <a:ext uri="{FF2B5EF4-FFF2-40B4-BE49-F238E27FC236}">
                    <a16:creationId xmlns:a16="http://schemas.microsoft.com/office/drawing/2014/main" id="{D402F662-4467-6045-A440-5D0DC61BC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58" y="5603761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3571" r="-16071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-s">
                <a:extLst>
                  <a:ext uri="{FF2B5EF4-FFF2-40B4-BE49-F238E27FC236}">
                    <a16:creationId xmlns:a16="http://schemas.microsoft.com/office/drawing/2014/main" id="{4E249B7E-D9D2-7343-880F-367B44117EBA}"/>
                  </a:ext>
                </a:extLst>
              </p:cNvPr>
              <p:cNvSpPr txBox="1"/>
              <p:nvPr/>
            </p:nvSpPr>
            <p:spPr>
              <a:xfrm>
                <a:off x="6961316" y="521793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1" name="-s">
                <a:extLst>
                  <a:ext uri="{FF2B5EF4-FFF2-40B4-BE49-F238E27FC236}">
                    <a16:creationId xmlns:a16="http://schemas.microsoft.com/office/drawing/2014/main" id="{4E249B7E-D9D2-7343-880F-367B44117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316" y="5217932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818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单位增益2">
                <a:extLst>
                  <a:ext uri="{FF2B5EF4-FFF2-40B4-BE49-F238E27FC236}">
                    <a16:creationId xmlns:a16="http://schemas.microsoft.com/office/drawing/2014/main" id="{D0CE9DDB-7AC6-0745-AB8A-96E954C11935}"/>
                  </a:ext>
                </a:extLst>
              </p:cNvPr>
              <p:cNvSpPr txBox="1"/>
              <p:nvPr/>
            </p:nvSpPr>
            <p:spPr>
              <a:xfrm>
                <a:off x="9167248" y="403079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3" name="单位增益2">
                <a:extLst>
                  <a:ext uri="{FF2B5EF4-FFF2-40B4-BE49-F238E27FC236}">
                    <a16:creationId xmlns:a16="http://schemas.microsoft.com/office/drawing/2014/main" id="{D0CE9DDB-7AC6-0745-AB8A-96E954C11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248" y="4030798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重积分">
                <a:extLst>
                  <a:ext uri="{FF2B5EF4-FFF2-40B4-BE49-F238E27FC236}">
                    <a16:creationId xmlns:a16="http://schemas.microsoft.com/office/drawing/2014/main" id="{7E0504FC-4CCA-B044-9628-0EC034098A27}"/>
                  </a:ext>
                </a:extLst>
              </p:cNvPr>
              <p:cNvSpPr txBox="1"/>
              <p:nvPr/>
            </p:nvSpPr>
            <p:spPr>
              <a:xfrm>
                <a:off x="7717587" y="4021614"/>
                <a:ext cx="692168" cy="5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en-US" altLang="zh-CN" b="1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1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p>
                                  <m:r>
                                    <a:rPr kumimoji="1" lang="en-US" altLang="zh-CN" b="1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2" name="重积分">
                <a:extLst>
                  <a:ext uri="{FF2B5EF4-FFF2-40B4-BE49-F238E27FC236}">
                    <a16:creationId xmlns:a16="http://schemas.microsoft.com/office/drawing/2014/main" id="{7E0504FC-4CCA-B044-9628-0EC034098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587" y="4021614"/>
                <a:ext cx="692168" cy="520399"/>
              </a:xfrm>
              <a:prstGeom prst="rect">
                <a:avLst/>
              </a:prstGeom>
              <a:blipFill>
                <a:blip r:embed="rId6"/>
                <a:stretch>
                  <a:fillRect t="-4762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惯性环节">
                <a:extLst>
                  <a:ext uri="{FF2B5EF4-FFF2-40B4-BE49-F238E27FC236}">
                    <a16:creationId xmlns:a16="http://schemas.microsoft.com/office/drawing/2014/main" id="{08473242-6A4D-1041-BF51-775445367601}"/>
                  </a:ext>
                </a:extLst>
              </p:cNvPr>
              <p:cNvSpPr txBox="1"/>
              <p:nvPr/>
            </p:nvSpPr>
            <p:spPr>
              <a:xfrm>
                <a:off x="6320068" y="3997433"/>
                <a:ext cx="692168" cy="52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5" name="惯性环节">
                <a:extLst>
                  <a:ext uri="{FF2B5EF4-FFF2-40B4-BE49-F238E27FC236}">
                    <a16:creationId xmlns:a16="http://schemas.microsoft.com/office/drawing/2014/main" id="{08473242-6A4D-1041-BF51-775445367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068" y="3997433"/>
                <a:ext cx="692168" cy="525016"/>
              </a:xfrm>
              <a:prstGeom prst="rect">
                <a:avLst/>
              </a:prstGeom>
              <a:blipFill>
                <a:blip r:embed="rId7"/>
                <a:stretch>
                  <a:fillRect t="-4651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-5">
                <a:extLst>
                  <a:ext uri="{FF2B5EF4-FFF2-40B4-BE49-F238E27FC236}">
                    <a16:creationId xmlns:a16="http://schemas.microsoft.com/office/drawing/2014/main" id="{88D420F1-4581-894E-ABDD-0B6F6F90E8E0}"/>
                  </a:ext>
                </a:extLst>
              </p:cNvPr>
              <p:cNvSpPr txBox="1"/>
              <p:nvPr/>
            </p:nvSpPr>
            <p:spPr>
              <a:xfrm>
                <a:off x="5538810" y="298609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2" name="-5">
                <a:extLst>
                  <a:ext uri="{FF2B5EF4-FFF2-40B4-BE49-F238E27FC236}">
                    <a16:creationId xmlns:a16="http://schemas.microsoft.com/office/drawing/2014/main" id="{88D420F1-4581-894E-ABDD-0B6F6F90E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810" y="2986092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l="-5455" r="-18182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K">
                <a:extLst>
                  <a:ext uri="{FF2B5EF4-FFF2-40B4-BE49-F238E27FC236}">
                    <a16:creationId xmlns:a16="http://schemas.microsoft.com/office/drawing/2014/main" id="{FD5670B3-A315-7542-B570-D2B3A7B6275E}"/>
                  </a:ext>
                </a:extLst>
              </p:cNvPr>
              <p:cNvSpPr txBox="1"/>
              <p:nvPr/>
            </p:nvSpPr>
            <p:spPr>
              <a:xfrm>
                <a:off x="3304255" y="398031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0" name="K">
                <a:extLst>
                  <a:ext uri="{FF2B5EF4-FFF2-40B4-BE49-F238E27FC236}">
                    <a16:creationId xmlns:a16="http://schemas.microsoft.com/office/drawing/2014/main" id="{FD5670B3-A315-7542-B570-D2B3A7B62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255" y="3980319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0.5">
                <a:extLst>
                  <a:ext uri="{FF2B5EF4-FFF2-40B4-BE49-F238E27FC236}">
                    <a16:creationId xmlns:a16="http://schemas.microsoft.com/office/drawing/2014/main" id="{9EB5A48D-CAC0-2149-8298-B7DF7F80116D}"/>
                  </a:ext>
                </a:extLst>
              </p:cNvPr>
              <p:cNvSpPr txBox="1"/>
              <p:nvPr/>
            </p:nvSpPr>
            <p:spPr>
              <a:xfrm>
                <a:off x="4896134" y="400386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0" name="0.5">
                <a:extLst>
                  <a:ext uri="{FF2B5EF4-FFF2-40B4-BE49-F238E27FC236}">
                    <a16:creationId xmlns:a16="http://schemas.microsoft.com/office/drawing/2014/main" id="{9EB5A48D-CAC0-2149-8298-B7DF7F801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134" y="4003865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l="-21429" r="-25000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单位增益1">
                <a:extLst>
                  <a:ext uri="{FF2B5EF4-FFF2-40B4-BE49-F238E27FC236}">
                    <a16:creationId xmlns:a16="http://schemas.microsoft.com/office/drawing/2014/main" id="{377D6F03-233F-F94D-968C-6F27DC1740C6}"/>
                  </a:ext>
                </a:extLst>
              </p:cNvPr>
              <p:cNvSpPr txBox="1"/>
              <p:nvPr/>
            </p:nvSpPr>
            <p:spPr>
              <a:xfrm>
                <a:off x="1867679" y="4027528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1" name="单位增益1">
                <a:extLst>
                  <a:ext uri="{FF2B5EF4-FFF2-40B4-BE49-F238E27FC236}">
                    <a16:creationId xmlns:a16="http://schemas.microsoft.com/office/drawing/2014/main" id="{377D6F03-233F-F94D-968C-6F27DC174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679" y="4027528"/>
                <a:ext cx="692168" cy="557268"/>
              </a:xfrm>
              <a:prstGeom prst="rect">
                <a:avLst/>
              </a:prstGeom>
              <a:blipFill>
                <a:blip r:embed="rId11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椭圆xc">
            <a:extLst>
              <a:ext uri="{FF2B5EF4-FFF2-40B4-BE49-F238E27FC236}">
                <a16:creationId xmlns:a16="http://schemas.microsoft.com/office/drawing/2014/main" id="{74AA0CFD-E9D9-504D-9AB7-B78C2B2E7BE7}"/>
              </a:ext>
            </a:extLst>
          </p:cNvPr>
          <p:cNvSpPr/>
          <p:nvPr/>
        </p:nvSpPr>
        <p:spPr>
          <a:xfrm>
            <a:off x="10179516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93" name="椭圆a4">
            <a:extLst>
              <a:ext uri="{FF2B5EF4-FFF2-40B4-BE49-F238E27FC236}">
                <a16:creationId xmlns:a16="http://schemas.microsoft.com/office/drawing/2014/main" id="{A229B045-64DD-6A45-BB41-BC3107644F00}"/>
              </a:ext>
            </a:extLst>
          </p:cNvPr>
          <p:cNvSpPr/>
          <p:nvPr/>
        </p:nvSpPr>
        <p:spPr>
          <a:xfrm>
            <a:off x="8743458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92" name="椭圆a3">
            <a:extLst>
              <a:ext uri="{FF2B5EF4-FFF2-40B4-BE49-F238E27FC236}">
                <a16:creationId xmlns:a16="http://schemas.microsoft.com/office/drawing/2014/main" id="{713D30ED-F1FE-CD45-82E5-8A72B3A52860}"/>
              </a:ext>
            </a:extLst>
          </p:cNvPr>
          <p:cNvSpPr/>
          <p:nvPr/>
        </p:nvSpPr>
        <p:spPr>
          <a:xfrm>
            <a:off x="7307400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86" name="椭圆a2">
            <a:extLst>
              <a:ext uri="{FF2B5EF4-FFF2-40B4-BE49-F238E27FC236}">
                <a16:creationId xmlns:a16="http://schemas.microsoft.com/office/drawing/2014/main" id="{1C8F6720-4B2C-1B46-89BD-05E22F9F3ADB}"/>
              </a:ext>
            </a:extLst>
          </p:cNvPr>
          <p:cNvSpPr/>
          <p:nvPr/>
        </p:nvSpPr>
        <p:spPr>
          <a:xfrm>
            <a:off x="5871342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80" name="椭圆a1">
            <a:extLst>
              <a:ext uri="{FF2B5EF4-FFF2-40B4-BE49-F238E27FC236}">
                <a16:creationId xmlns:a16="http://schemas.microsoft.com/office/drawing/2014/main" id="{FC3AD87C-7519-7144-8D61-0EBD56EBDAD2}"/>
              </a:ext>
            </a:extLst>
          </p:cNvPr>
          <p:cNvSpPr/>
          <p:nvPr/>
        </p:nvSpPr>
        <p:spPr>
          <a:xfrm>
            <a:off x="4435284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79" name="椭圆e">
            <a:extLst>
              <a:ext uri="{FF2B5EF4-FFF2-40B4-BE49-F238E27FC236}">
                <a16:creationId xmlns:a16="http://schemas.microsoft.com/office/drawing/2014/main" id="{EC454F48-3E24-2642-856E-9EB25806D48A}"/>
              </a:ext>
            </a:extLst>
          </p:cNvPr>
          <p:cNvSpPr/>
          <p:nvPr/>
        </p:nvSpPr>
        <p:spPr>
          <a:xfrm>
            <a:off x="2999226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78" name="椭圆xr">
            <a:extLst>
              <a:ext uri="{FF2B5EF4-FFF2-40B4-BE49-F238E27FC236}">
                <a16:creationId xmlns:a16="http://schemas.microsoft.com/office/drawing/2014/main" id="{69E5F7D9-FDF9-2E4C-B251-B3B191857554}"/>
              </a:ext>
            </a:extLst>
          </p:cNvPr>
          <p:cNvSpPr/>
          <p:nvPr/>
        </p:nvSpPr>
        <p:spPr>
          <a:xfrm>
            <a:off x="1563168" y="4458139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2xc">
                <a:extLst>
                  <a:ext uri="{FF2B5EF4-FFF2-40B4-BE49-F238E27FC236}">
                    <a16:creationId xmlns:a16="http://schemas.microsoft.com/office/drawing/2014/main" id="{B27E4866-C49B-0D4E-89D1-D078C73E5BAD}"/>
                  </a:ext>
                </a:extLst>
              </p:cNvPr>
              <p:cNvSpPr txBox="1"/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4" name="2xc">
                <a:extLst>
                  <a:ext uri="{FF2B5EF4-FFF2-40B4-BE49-F238E27FC236}">
                    <a16:creationId xmlns:a16="http://schemas.microsoft.com/office/drawing/2014/main" id="{B27E4866-C49B-0D4E-89D1-D078C73E5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4187490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2a4">
                <a:extLst>
                  <a:ext uri="{FF2B5EF4-FFF2-40B4-BE49-F238E27FC236}">
                    <a16:creationId xmlns:a16="http://schemas.microsoft.com/office/drawing/2014/main" id="{30F0CEAF-4C7F-4246-96E1-0649F4A8508F}"/>
                  </a:ext>
                </a:extLst>
              </p:cNvPr>
              <p:cNvSpPr txBox="1"/>
              <p:nvPr/>
            </p:nvSpPr>
            <p:spPr>
              <a:xfrm>
                <a:off x="8535412" y="391049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04" name="2a4">
                <a:extLst>
                  <a:ext uri="{FF2B5EF4-FFF2-40B4-BE49-F238E27FC236}">
                    <a16:creationId xmlns:a16="http://schemas.microsoft.com/office/drawing/2014/main" id="{30F0CEAF-4C7F-4246-96E1-0649F4A85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3910491"/>
                <a:ext cx="692168" cy="553998"/>
              </a:xfrm>
              <a:prstGeom prst="rect">
                <a:avLst/>
              </a:prstGeom>
              <a:blipFill>
                <a:blip r:embed="rId13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2a3">
                <a:extLst>
                  <a:ext uri="{FF2B5EF4-FFF2-40B4-BE49-F238E27FC236}">
                    <a16:creationId xmlns:a16="http://schemas.microsoft.com/office/drawing/2014/main" id="{3EA223A5-D7BF-D540-B047-95163D6B3769}"/>
                  </a:ext>
                </a:extLst>
              </p:cNvPr>
              <p:cNvSpPr txBox="1"/>
              <p:nvPr/>
            </p:nvSpPr>
            <p:spPr>
              <a:xfrm>
                <a:off x="7105262" y="461043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03" name="2a3">
                <a:extLst>
                  <a:ext uri="{FF2B5EF4-FFF2-40B4-BE49-F238E27FC236}">
                    <a16:creationId xmlns:a16="http://schemas.microsoft.com/office/drawing/2014/main" id="{3EA223A5-D7BF-D540-B047-95163D6B3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262" y="4610436"/>
                <a:ext cx="692168" cy="553998"/>
              </a:xfrm>
              <a:prstGeom prst="rect">
                <a:avLst/>
              </a:prstGeom>
              <a:blipFill>
                <a:blip r:embed="rId14"/>
                <a:stretch>
                  <a:fillRect l="-3636" r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2a2">
                <a:extLst>
                  <a:ext uri="{FF2B5EF4-FFF2-40B4-BE49-F238E27FC236}">
                    <a16:creationId xmlns:a16="http://schemas.microsoft.com/office/drawing/2014/main" id="{EE420EBB-7C87-174A-B906-0FE7B59250CB}"/>
                  </a:ext>
                </a:extLst>
              </p:cNvPr>
              <p:cNvSpPr txBox="1"/>
              <p:nvPr/>
            </p:nvSpPr>
            <p:spPr>
              <a:xfrm>
                <a:off x="5694023" y="389944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02" name="2a2">
                <a:extLst>
                  <a:ext uri="{FF2B5EF4-FFF2-40B4-BE49-F238E27FC236}">
                    <a16:creationId xmlns:a16="http://schemas.microsoft.com/office/drawing/2014/main" id="{EE420EBB-7C87-174A-B906-0FE7B5925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023" y="3899445"/>
                <a:ext cx="692168" cy="553998"/>
              </a:xfrm>
              <a:prstGeom prst="rect">
                <a:avLst/>
              </a:prstGeom>
              <a:blipFill>
                <a:blip r:embed="rId15"/>
                <a:stretch>
                  <a:fillRect l="-3571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2a1">
                <a:extLst>
                  <a:ext uri="{FF2B5EF4-FFF2-40B4-BE49-F238E27FC236}">
                    <a16:creationId xmlns:a16="http://schemas.microsoft.com/office/drawing/2014/main" id="{BA285B46-D8FA-9F4F-8AF6-61A2D5715BDA}"/>
                  </a:ext>
                </a:extLst>
              </p:cNvPr>
              <p:cNvSpPr txBox="1"/>
              <p:nvPr/>
            </p:nvSpPr>
            <p:spPr>
              <a:xfrm>
                <a:off x="3899186" y="390110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9" name="2a1">
                <a:extLst>
                  <a:ext uri="{FF2B5EF4-FFF2-40B4-BE49-F238E27FC236}">
                    <a16:creationId xmlns:a16="http://schemas.microsoft.com/office/drawing/2014/main" id="{BA285B46-D8FA-9F4F-8AF6-61A2D5715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186" y="3901100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3636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2e">
                <a:extLst>
                  <a:ext uri="{FF2B5EF4-FFF2-40B4-BE49-F238E27FC236}">
                    <a16:creationId xmlns:a16="http://schemas.microsoft.com/office/drawing/2014/main" id="{6AD1CC2A-DEC3-6B4A-B24E-B62EFBCFD0B4}"/>
                  </a:ext>
                </a:extLst>
              </p:cNvPr>
              <p:cNvSpPr txBox="1"/>
              <p:nvPr/>
            </p:nvSpPr>
            <p:spPr>
              <a:xfrm>
                <a:off x="2515477" y="3901100"/>
                <a:ext cx="53932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5" name="2e">
                <a:extLst>
                  <a:ext uri="{FF2B5EF4-FFF2-40B4-BE49-F238E27FC236}">
                    <a16:creationId xmlns:a16="http://schemas.microsoft.com/office/drawing/2014/main" id="{6AD1CC2A-DEC3-6B4A-B24E-B62EFBCFD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477" y="3901100"/>
                <a:ext cx="539325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2xr">
                <a:extLst>
                  <a:ext uri="{FF2B5EF4-FFF2-40B4-BE49-F238E27FC236}">
                    <a16:creationId xmlns:a16="http://schemas.microsoft.com/office/drawing/2014/main" id="{0BCBF641-58D2-A64E-AF53-221757CB0B09}"/>
                  </a:ext>
                </a:extLst>
              </p:cNvPr>
              <p:cNvSpPr txBox="1"/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3" name="2xr">
                <a:extLst>
                  <a:ext uri="{FF2B5EF4-FFF2-40B4-BE49-F238E27FC236}">
                    <a16:creationId xmlns:a16="http://schemas.microsoft.com/office/drawing/2014/main" id="{0BCBF641-58D2-A64E-AF53-221757CB0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63" y="4299157"/>
                <a:ext cx="692168" cy="553998"/>
              </a:xfrm>
              <a:prstGeom prst="rect">
                <a:avLst/>
              </a:prstGeom>
              <a:blipFill>
                <a:blip r:embed="rId18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îśḷíḓe">
            <a:extLst>
              <a:ext uri="{FF2B5EF4-FFF2-40B4-BE49-F238E27FC236}">
                <a16:creationId xmlns:a16="http://schemas.microsoft.com/office/drawing/2014/main" id="{4213539F-65DD-0743-A758-7ECAF3970B98}"/>
              </a:ext>
            </a:extLst>
          </p:cNvPr>
          <p:cNvSpPr/>
          <p:nvPr/>
        </p:nvSpPr>
        <p:spPr bwMode="auto">
          <a:xfrm>
            <a:off x="172262" y="2922500"/>
            <a:ext cx="2232248" cy="1013000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连支路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91B73D95-B931-1440-9574-9499A441B62A}"/>
                  </a:ext>
                </a:extLst>
              </p:cNvPr>
              <p:cNvSpPr/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91B73D95-B931-1440-9574-9499A441B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647" y="1124447"/>
                <a:ext cx="761999" cy="588818"/>
              </a:xfrm>
              <a:prstGeom prst="rect">
                <a:avLst/>
              </a:prstGeom>
              <a:blipFill>
                <a:blip r:embed="rId19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45D70DE6-AE1F-914E-9286-D7181867F164}"/>
                  </a:ext>
                </a:extLst>
              </p:cNvPr>
              <p:cNvSpPr txBox="1"/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45D70DE6-AE1F-914E-9286-D7181867F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26" y="1403682"/>
                <a:ext cx="472085" cy="557268"/>
              </a:xfrm>
              <a:prstGeom prst="rect">
                <a:avLst/>
              </a:prstGeom>
              <a:blipFill>
                <a:blip r:embed="rId20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综合点3">
            <a:extLst>
              <a:ext uri="{FF2B5EF4-FFF2-40B4-BE49-F238E27FC236}">
                <a16:creationId xmlns:a16="http://schemas.microsoft.com/office/drawing/2014/main" id="{9A8C480D-187E-6C47-B9CC-53B4E8F98B52}"/>
              </a:ext>
            </a:extLst>
          </p:cNvPr>
          <p:cNvGrpSpPr/>
          <p:nvPr/>
        </p:nvGrpSpPr>
        <p:grpSpPr>
          <a:xfrm>
            <a:off x="5697011" y="1268672"/>
            <a:ext cx="290945" cy="290945"/>
            <a:chOff x="2971800" y="2670464"/>
            <a:chExt cx="290945" cy="290945"/>
          </a:xfrm>
        </p:grpSpPr>
        <p:sp>
          <p:nvSpPr>
            <p:cNvPr id="103" name="同心圆 102">
              <a:extLst>
                <a:ext uri="{FF2B5EF4-FFF2-40B4-BE49-F238E27FC236}">
                  <a16:creationId xmlns:a16="http://schemas.microsoft.com/office/drawing/2014/main" id="{84C0FD86-BC54-8A44-AEC6-43D704A130A9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ACB1D35A-6EA9-CE49-B01F-5D5A9AB48F58}"/>
                </a:ext>
              </a:extLst>
            </p:cNvPr>
            <p:cNvCxnSpPr>
              <a:stCxn id="103" idx="1"/>
              <a:endCxn id="10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858DBDB0-FBE8-EF4B-8B8C-C67F666CFD53}"/>
                </a:ext>
              </a:extLst>
            </p:cNvPr>
            <p:cNvCxnSpPr>
              <a:stCxn id="103" idx="7"/>
              <a:endCxn id="10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综合点2">
            <a:extLst>
              <a:ext uri="{FF2B5EF4-FFF2-40B4-BE49-F238E27FC236}">
                <a16:creationId xmlns:a16="http://schemas.microsoft.com/office/drawing/2014/main" id="{7B222A57-8D43-0744-A082-049F6725DB61}"/>
              </a:ext>
            </a:extLst>
          </p:cNvPr>
          <p:cNvGrpSpPr/>
          <p:nvPr/>
        </p:nvGrpSpPr>
        <p:grpSpPr>
          <a:xfrm>
            <a:off x="3544684" y="1280849"/>
            <a:ext cx="290945" cy="290945"/>
            <a:chOff x="2971800" y="2670464"/>
            <a:chExt cx="290945" cy="290945"/>
          </a:xfrm>
        </p:grpSpPr>
        <p:sp>
          <p:nvSpPr>
            <p:cNvPr id="91" name="同心圆 90">
              <a:extLst>
                <a:ext uri="{FF2B5EF4-FFF2-40B4-BE49-F238E27FC236}">
                  <a16:creationId xmlns:a16="http://schemas.microsoft.com/office/drawing/2014/main" id="{9014675C-5656-6845-B4F3-1DD94D09D727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92" name="直线连接符 91">
              <a:extLst>
                <a:ext uri="{FF2B5EF4-FFF2-40B4-BE49-F238E27FC236}">
                  <a16:creationId xmlns:a16="http://schemas.microsoft.com/office/drawing/2014/main" id="{113428AC-84F4-584B-893C-D62F6C9A46E1}"/>
                </a:ext>
              </a:extLst>
            </p:cNvPr>
            <p:cNvCxnSpPr>
              <a:stCxn id="91" idx="1"/>
              <a:endCxn id="9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DCC647EF-FBAA-B045-B4B7-3AB57A9F95A8}"/>
                </a:ext>
              </a:extLst>
            </p:cNvPr>
            <p:cNvCxnSpPr>
              <a:stCxn id="91" idx="7"/>
              <a:endCxn id="9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综合点1">
            <a:extLst>
              <a:ext uri="{FF2B5EF4-FFF2-40B4-BE49-F238E27FC236}">
                <a16:creationId xmlns:a16="http://schemas.microsoft.com/office/drawing/2014/main" id="{09EA04F1-84D4-F845-9E34-A6CD8FBB8FCE}"/>
              </a:ext>
            </a:extLst>
          </p:cNvPr>
          <p:cNvGrpSpPr/>
          <p:nvPr/>
        </p:nvGrpSpPr>
        <p:grpSpPr>
          <a:xfrm>
            <a:off x="1882642" y="1272135"/>
            <a:ext cx="290945" cy="290945"/>
            <a:chOff x="2971800" y="2670464"/>
            <a:chExt cx="290945" cy="290945"/>
          </a:xfrm>
        </p:grpSpPr>
        <p:sp>
          <p:nvSpPr>
            <p:cNvPr id="81" name="同心圆 80">
              <a:extLst>
                <a:ext uri="{FF2B5EF4-FFF2-40B4-BE49-F238E27FC236}">
                  <a16:creationId xmlns:a16="http://schemas.microsoft.com/office/drawing/2014/main" id="{48B05065-3A32-0649-93F4-6D70AC00226C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0EAC38FF-6911-0B4C-822A-D48AEA813288}"/>
                </a:ext>
              </a:extLst>
            </p:cNvPr>
            <p:cNvCxnSpPr>
              <a:stCxn id="81" idx="1"/>
              <a:endCxn id="8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9E05A895-27DB-0E4D-A8AE-4044CBDF6F70}"/>
                </a:ext>
              </a:extLst>
            </p:cNvPr>
            <p:cNvCxnSpPr>
              <a:stCxn id="81" idx="7"/>
              <a:endCxn id="8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肘形连接符 83">
            <a:extLst>
              <a:ext uri="{FF2B5EF4-FFF2-40B4-BE49-F238E27FC236}">
                <a16:creationId xmlns:a16="http://schemas.microsoft.com/office/drawing/2014/main" id="{2556C996-BC03-E640-8CB3-B1C2215256D2}"/>
              </a:ext>
            </a:extLst>
          </p:cNvPr>
          <p:cNvCxnSpPr>
            <a:cxnSpLocks/>
            <a:endCxn id="81" idx="4"/>
          </p:cNvCxnSpPr>
          <p:nvPr/>
        </p:nvCxnSpPr>
        <p:spPr>
          <a:xfrm rot="10800000" flipV="1">
            <a:off x="2028116" y="1416674"/>
            <a:ext cx="7840399" cy="146405"/>
          </a:xfrm>
          <a:prstGeom prst="bentConnector4">
            <a:avLst>
              <a:gd name="adj1" fmla="val -212"/>
              <a:gd name="adj2" fmla="val 9210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04C41843-3BBD-0246-92F3-F78B98A51FA0}"/>
              </a:ext>
            </a:extLst>
          </p:cNvPr>
          <p:cNvCxnSpPr>
            <a:cxnSpLocks/>
          </p:cNvCxnSpPr>
          <p:nvPr/>
        </p:nvCxnSpPr>
        <p:spPr>
          <a:xfrm>
            <a:off x="2173587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9B62ABC9-447C-154C-9E73-6B39418EE6E4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1118741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4A90E7D1-7375-0C48-B47A-601C67940FA5}"/>
                  </a:ext>
                </a:extLst>
              </p:cNvPr>
              <p:cNvSpPr/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4A90E7D1-7375-0C48-B47A-601C67940F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98" y="1124447"/>
                <a:ext cx="851601" cy="588818"/>
              </a:xfrm>
              <a:prstGeom prst="rect">
                <a:avLst/>
              </a:prstGeom>
              <a:blipFill>
                <a:blip r:embed="rId21"/>
                <a:stretch>
                  <a:fillRect l="-5714" r="-11429"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6F2BF141-4C49-F44F-BE3D-AAC1B9AABC8D}"/>
                  </a:ext>
                </a:extLst>
              </p:cNvPr>
              <p:cNvSpPr/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6F2BF141-4C49-F44F-BE3D-AAC1B9AAB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96" y="1124447"/>
                <a:ext cx="761999" cy="588818"/>
              </a:xfrm>
              <a:prstGeom prst="rect">
                <a:avLst/>
              </a:prstGeom>
              <a:blipFill>
                <a:blip r:embed="rId22"/>
                <a:stretch>
                  <a:fillRect b="-4082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4826057-E748-164D-B2B7-CC1822887D61}"/>
                  </a:ext>
                </a:extLst>
              </p:cNvPr>
              <p:cNvSpPr/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4826057-E748-164D-B2B7-CC1822887D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412" y="1124447"/>
                <a:ext cx="761999" cy="588818"/>
              </a:xfrm>
              <a:prstGeom prst="rect">
                <a:avLst/>
              </a:prstGeom>
              <a:blipFill>
                <a:blip r:embed="rId23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04E602C5-18CA-B24E-98B5-22FDEF4F4F77}"/>
              </a:ext>
            </a:extLst>
          </p:cNvPr>
          <p:cNvCxnSpPr>
            <a:cxnSpLocks/>
            <a:stCxn id="76" idx="3"/>
            <a:endCxn id="91" idx="2"/>
          </p:cNvCxnSpPr>
          <p:nvPr/>
        </p:nvCxnSpPr>
        <p:spPr>
          <a:xfrm>
            <a:off x="3345646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4EDC13E2-887C-D444-93DB-805FF4BE84BF}"/>
              </a:ext>
            </a:extLst>
          </p:cNvPr>
          <p:cNvCxnSpPr>
            <a:cxnSpLocks/>
            <a:stCxn id="91" idx="6"/>
            <a:endCxn id="87" idx="1"/>
          </p:cNvCxnSpPr>
          <p:nvPr/>
        </p:nvCxnSpPr>
        <p:spPr>
          <a:xfrm flipV="1">
            <a:off x="3835629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6ACF3806-5BDF-F44D-B9DA-842003CA50FE}"/>
              </a:ext>
            </a:extLst>
          </p:cNvPr>
          <p:cNvCxnSpPr>
            <a:cxnSpLocks/>
            <a:stCxn id="87" idx="3"/>
            <a:endCxn id="103" idx="2"/>
          </p:cNvCxnSpPr>
          <p:nvPr/>
        </p:nvCxnSpPr>
        <p:spPr>
          <a:xfrm flipV="1">
            <a:off x="5149099" y="1414145"/>
            <a:ext cx="547912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D0734F06-054E-0D4D-BD9A-51B5E3F5471D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7353195" y="1418856"/>
            <a:ext cx="1182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9D7462B-567B-A24B-984D-51F2BAF4988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9297411" y="1418856"/>
            <a:ext cx="15796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DF0237C-F7AF-6C4F-BE5A-BD01F36F2B03}"/>
                  </a:ext>
                </a:extLst>
              </p:cNvPr>
              <p:cNvSpPr/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DF0237C-F7AF-6C4F-BE5A-BD01F36F2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27" y="1904030"/>
                <a:ext cx="653978" cy="58881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02078DAD-57BC-DB4C-A522-C69E3BB565A4}"/>
                  </a:ext>
                </a:extLst>
              </p:cNvPr>
              <p:cNvSpPr/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02078DAD-57BC-DB4C-A522-C69E3BB56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971" y="310828"/>
                <a:ext cx="761999" cy="588818"/>
              </a:xfrm>
              <a:prstGeom prst="rect">
                <a:avLst/>
              </a:prstGeom>
              <a:blipFill>
                <a:blip r:embed="rId25"/>
                <a:stretch>
                  <a:fillRect b="-2041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9FDE5CEC-D4E4-CA42-83B5-FD22BBF3F618}"/>
              </a:ext>
            </a:extLst>
          </p:cNvPr>
          <p:cNvCxnSpPr>
            <a:cxnSpLocks/>
            <a:stCxn id="103" idx="6"/>
            <a:endCxn id="88" idx="1"/>
          </p:cNvCxnSpPr>
          <p:nvPr/>
        </p:nvCxnSpPr>
        <p:spPr>
          <a:xfrm>
            <a:off x="5987956" y="1414145"/>
            <a:ext cx="603240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>
            <a:extLst>
              <a:ext uri="{FF2B5EF4-FFF2-40B4-BE49-F238E27FC236}">
                <a16:creationId xmlns:a16="http://schemas.microsoft.com/office/drawing/2014/main" id="{A083CB93-0E89-134E-AADF-8A7B44979E0F}"/>
              </a:ext>
            </a:extLst>
          </p:cNvPr>
          <p:cNvCxnSpPr>
            <a:cxnSpLocks/>
            <a:stCxn id="100" idx="1"/>
            <a:endCxn id="103" idx="4"/>
          </p:cNvCxnSpPr>
          <p:nvPr/>
        </p:nvCxnSpPr>
        <p:spPr>
          <a:xfrm rot="10800000">
            <a:off x="5842485" y="1559617"/>
            <a:ext cx="1798743" cy="63882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肘形连接符 107">
            <a:extLst>
              <a:ext uri="{FF2B5EF4-FFF2-40B4-BE49-F238E27FC236}">
                <a16:creationId xmlns:a16="http://schemas.microsoft.com/office/drawing/2014/main" id="{78177E51-B94C-C44B-A92B-6F5AC5C25623}"/>
              </a:ext>
            </a:extLst>
          </p:cNvPr>
          <p:cNvCxnSpPr>
            <a:cxnSpLocks/>
            <a:endCxn id="100" idx="3"/>
          </p:cNvCxnSpPr>
          <p:nvPr/>
        </p:nvCxnSpPr>
        <p:spPr>
          <a:xfrm rot="10800000" flipV="1">
            <a:off x="8295205" y="1418855"/>
            <a:ext cx="1247276" cy="779583"/>
          </a:xfrm>
          <a:prstGeom prst="bentConnector3">
            <a:avLst>
              <a:gd name="adj1" fmla="val -2725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肘形连接符 108">
            <a:extLst>
              <a:ext uri="{FF2B5EF4-FFF2-40B4-BE49-F238E27FC236}">
                <a16:creationId xmlns:a16="http://schemas.microsoft.com/office/drawing/2014/main" id="{8FB0F9C7-71B0-BC41-BBE7-28C331557E9B}"/>
              </a:ext>
            </a:extLst>
          </p:cNvPr>
          <p:cNvCxnSpPr>
            <a:cxnSpLocks/>
            <a:endCxn id="101" idx="3"/>
          </p:cNvCxnSpPr>
          <p:nvPr/>
        </p:nvCxnSpPr>
        <p:spPr>
          <a:xfrm rot="10800000">
            <a:off x="6098971" y="605237"/>
            <a:ext cx="1470249" cy="817352"/>
          </a:xfrm>
          <a:prstGeom prst="bentConnector3">
            <a:avLst>
              <a:gd name="adj1" fmla="val -349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肘形连接符 109">
            <a:extLst>
              <a:ext uri="{FF2B5EF4-FFF2-40B4-BE49-F238E27FC236}">
                <a16:creationId xmlns:a16="http://schemas.microsoft.com/office/drawing/2014/main" id="{1FE41F6C-3DB0-9E4C-9B05-8E5077E7DE06}"/>
              </a:ext>
            </a:extLst>
          </p:cNvPr>
          <p:cNvCxnSpPr>
            <a:cxnSpLocks/>
            <a:stCxn id="101" idx="1"/>
            <a:endCxn id="91" idx="0"/>
          </p:cNvCxnSpPr>
          <p:nvPr/>
        </p:nvCxnSpPr>
        <p:spPr>
          <a:xfrm rot="10800000" flipV="1">
            <a:off x="3690157" y="605237"/>
            <a:ext cx="1646814" cy="6756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1a4">
                <a:extLst>
                  <a:ext uri="{FF2B5EF4-FFF2-40B4-BE49-F238E27FC236}">
                    <a16:creationId xmlns:a16="http://schemas.microsoft.com/office/drawing/2014/main" id="{1EBAAC3F-458D-5642-9068-C2AD09C83A09}"/>
                  </a:ext>
                </a:extLst>
              </p:cNvPr>
              <p:cNvSpPr txBox="1"/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1" name="1a4">
                <a:extLst>
                  <a:ext uri="{FF2B5EF4-FFF2-40B4-BE49-F238E27FC236}">
                    <a16:creationId xmlns:a16="http://schemas.microsoft.com/office/drawing/2014/main" id="{1EBAAC3F-458D-5642-9068-C2AD09C83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313" y="813630"/>
                <a:ext cx="992028" cy="553998"/>
              </a:xfrm>
              <a:prstGeom prst="rect">
                <a:avLst/>
              </a:prstGeom>
              <a:blipFill>
                <a:blip r:embed="rId26"/>
                <a:stretch>
                  <a:fillRect l="-10000" r="-75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1a3">
                <a:extLst>
                  <a:ext uri="{FF2B5EF4-FFF2-40B4-BE49-F238E27FC236}">
                    <a16:creationId xmlns:a16="http://schemas.microsoft.com/office/drawing/2014/main" id="{9FE696CE-FF39-724E-BD0D-BC3860A616E3}"/>
                  </a:ext>
                </a:extLst>
              </p:cNvPr>
              <p:cNvSpPr txBox="1"/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2" name="1a3">
                <a:extLst>
                  <a:ext uri="{FF2B5EF4-FFF2-40B4-BE49-F238E27FC236}">
                    <a16:creationId xmlns:a16="http://schemas.microsoft.com/office/drawing/2014/main" id="{9FE696CE-FF39-724E-BD0D-BC3860A61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176" y="802641"/>
                <a:ext cx="410060" cy="553998"/>
              </a:xfrm>
              <a:prstGeom prst="rect">
                <a:avLst/>
              </a:prstGeom>
              <a:blipFill>
                <a:blip r:embed="rId27"/>
                <a:stretch>
                  <a:fillRect l="-27273" r="-4545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1a2">
                <a:extLst>
                  <a:ext uri="{FF2B5EF4-FFF2-40B4-BE49-F238E27FC236}">
                    <a16:creationId xmlns:a16="http://schemas.microsoft.com/office/drawing/2014/main" id="{A25BE91A-395C-F441-8B9F-390BF1A144DB}"/>
                  </a:ext>
                </a:extLst>
              </p:cNvPr>
              <p:cNvSpPr txBox="1"/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3" name="1a2">
                <a:extLst>
                  <a:ext uri="{FF2B5EF4-FFF2-40B4-BE49-F238E27FC236}">
                    <a16:creationId xmlns:a16="http://schemas.microsoft.com/office/drawing/2014/main" id="{A25BE91A-395C-F441-8B9F-390BF1A1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031" y="770920"/>
                <a:ext cx="410060" cy="553998"/>
              </a:xfrm>
              <a:prstGeom prst="rect">
                <a:avLst/>
              </a:prstGeom>
              <a:blipFill>
                <a:blip r:embed="rId28"/>
                <a:stretch>
                  <a:fillRect l="-26471" r="-441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1a1">
                <a:extLst>
                  <a:ext uri="{FF2B5EF4-FFF2-40B4-BE49-F238E27FC236}">
                    <a16:creationId xmlns:a16="http://schemas.microsoft.com/office/drawing/2014/main" id="{458A419D-BFED-4E4C-8C76-55F5B1EF0D08}"/>
                  </a:ext>
                </a:extLst>
              </p:cNvPr>
              <p:cNvSpPr txBox="1"/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5" name="1a1">
                <a:extLst>
                  <a:ext uri="{FF2B5EF4-FFF2-40B4-BE49-F238E27FC236}">
                    <a16:creationId xmlns:a16="http://schemas.microsoft.com/office/drawing/2014/main" id="{458A419D-BFED-4E4C-8C76-55F5B1EF0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01" y="1345105"/>
                <a:ext cx="410060" cy="553998"/>
              </a:xfrm>
              <a:prstGeom prst="rect">
                <a:avLst/>
              </a:prstGeom>
              <a:blipFill>
                <a:blip r:embed="rId29"/>
                <a:stretch>
                  <a:fillRect l="-27273" r="-4545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1e">
                <a:extLst>
                  <a:ext uri="{FF2B5EF4-FFF2-40B4-BE49-F238E27FC236}">
                    <a16:creationId xmlns:a16="http://schemas.microsoft.com/office/drawing/2014/main" id="{0328B616-79D6-0644-A7B2-F8AAD32771D0}"/>
                  </a:ext>
                </a:extLst>
              </p:cNvPr>
              <p:cNvSpPr txBox="1"/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6" name="1e">
                <a:extLst>
                  <a:ext uri="{FF2B5EF4-FFF2-40B4-BE49-F238E27FC236}">
                    <a16:creationId xmlns:a16="http://schemas.microsoft.com/office/drawing/2014/main" id="{0328B616-79D6-0644-A7B2-F8AAD3277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670" y="813630"/>
                <a:ext cx="410060" cy="553998"/>
              </a:xfrm>
              <a:prstGeom prst="rect">
                <a:avLst/>
              </a:prstGeom>
              <a:blipFill>
                <a:blip r:embed="rId30"/>
                <a:stretch>
                  <a:fillRect l="-9091"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927405C0-C48C-AE4D-94B4-35710501F664}"/>
                  </a:ext>
                </a:extLst>
              </p:cNvPr>
              <p:cNvSpPr txBox="1"/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927405C0-C48C-AE4D-94B4-35710501F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63" y="767330"/>
                <a:ext cx="472085" cy="557268"/>
              </a:xfrm>
              <a:prstGeom prst="rect">
                <a:avLst/>
              </a:prstGeom>
              <a:blipFill>
                <a:blip r:embed="rId31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4EF515FD-E71C-ED4D-9383-CF2D52C1E939}"/>
                  </a:ext>
                </a:extLst>
              </p:cNvPr>
              <p:cNvSpPr txBox="1"/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4EF515FD-E71C-ED4D-9383-CF2D52C1E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14" y="783911"/>
                <a:ext cx="692168" cy="553998"/>
              </a:xfrm>
              <a:prstGeom prst="rect">
                <a:avLst/>
              </a:prstGeom>
              <a:blipFill>
                <a:blip r:embed="rId3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4C721EFA-A7B0-0643-9CBD-BD024A1F9A6F}"/>
                  </a:ext>
                </a:extLst>
              </p:cNvPr>
              <p:cNvSpPr txBox="1"/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4C721EFA-A7B0-0643-9CBD-BD024A1F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341" y="819858"/>
                <a:ext cx="692168" cy="553998"/>
              </a:xfrm>
              <a:prstGeom prst="rect">
                <a:avLst/>
              </a:prstGeom>
              <a:blipFill>
                <a:blip r:embed="rId3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F39A8CF2-B0D4-0C48-914C-41E55CC0756E}"/>
                  </a:ext>
                </a:extLst>
              </p:cNvPr>
              <p:cNvSpPr txBox="1"/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F39A8CF2-B0D4-0C48-914C-41E55CC0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14" y="1392584"/>
                <a:ext cx="472085" cy="557268"/>
              </a:xfrm>
              <a:prstGeom prst="rect">
                <a:avLst/>
              </a:prstGeom>
              <a:blipFill>
                <a:blip r:embed="rId20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609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/>
      <p:bldP spid="221" grpId="0"/>
      <p:bldP spid="213" grpId="0"/>
      <p:bldP spid="212" grpId="0"/>
      <p:bldP spid="215" grpId="0"/>
      <p:bldP spid="222" grpId="0"/>
      <p:bldP spid="210" grpId="0"/>
      <p:bldP spid="190" grpId="0"/>
      <p:bldP spid="19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/>
              <p:nvPr/>
            </p:nvSpPr>
            <p:spPr>
              <a:xfrm>
                <a:off x="2045738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738" y="1124447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4762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55901F71-AE9D-FD44-9295-6B821BD19B79}"/>
                  </a:ext>
                </a:extLst>
              </p:cNvPr>
              <p:cNvSpPr/>
              <p:nvPr/>
            </p:nvSpPr>
            <p:spPr>
              <a:xfrm>
                <a:off x="6399217" y="2408419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55901F71-AE9D-FD44-9295-6B821BD19B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217" y="2408419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l="-8065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/>
              <p:nvPr/>
            </p:nvSpPr>
            <p:spPr>
              <a:xfrm>
                <a:off x="998617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617" y="1403682"/>
                <a:ext cx="472085" cy="557268"/>
              </a:xfrm>
              <a:prstGeom prst="rect">
                <a:avLst/>
              </a:prstGeom>
              <a:blipFill>
                <a:blip r:embed="rId5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C999FABA-79C5-AC42-81BB-99927ED2C2E2}"/>
              </a:ext>
            </a:extLst>
          </p:cNvPr>
          <p:cNvCxnSpPr>
            <a:cxnSpLocks/>
            <a:stCxn id="61" idx="1"/>
            <a:endCxn id="68" idx="4"/>
          </p:cNvCxnSpPr>
          <p:nvPr/>
        </p:nvCxnSpPr>
        <p:spPr>
          <a:xfrm rot="10800000">
            <a:off x="1490207" y="1563080"/>
            <a:ext cx="4909011" cy="11397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A613602-2E66-9B4B-AD25-2BB1C6478A68}"/>
              </a:ext>
            </a:extLst>
          </p:cNvPr>
          <p:cNvGrpSpPr/>
          <p:nvPr/>
        </p:nvGrpSpPr>
        <p:grpSpPr>
          <a:xfrm>
            <a:off x="1344733" y="1272135"/>
            <a:ext cx="290945" cy="290945"/>
            <a:chOff x="2971800" y="2670464"/>
            <a:chExt cx="290945" cy="290945"/>
          </a:xfrm>
        </p:grpSpPr>
        <p:sp>
          <p:nvSpPr>
            <p:cNvPr id="68" name="同心圆 67">
              <a:extLst>
                <a:ext uri="{FF2B5EF4-FFF2-40B4-BE49-F238E27FC236}">
                  <a16:creationId xmlns:a16="http://schemas.microsoft.com/office/drawing/2014/main" id="{6A99B9B9-AD02-3C4A-823F-DD779BB03D2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96D070E1-13D3-0647-B2EB-99DAEEF11E14}"/>
                </a:ext>
              </a:extLst>
            </p:cNvPr>
            <p:cNvCxnSpPr>
              <a:stCxn id="68" idx="1"/>
              <a:endCxn id="68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B9A3324-DEE7-B94C-8482-52340E30AE59}"/>
                </a:ext>
              </a:extLst>
            </p:cNvPr>
            <p:cNvCxnSpPr>
              <a:stCxn id="68" idx="7"/>
              <a:endCxn id="68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E6F5B39D-CBDF-0F4E-85FB-1CFC1A4DAA33}"/>
              </a:ext>
            </a:extLst>
          </p:cNvPr>
          <p:cNvCxnSpPr>
            <a:cxnSpLocks/>
            <a:endCxn id="61" idx="3"/>
          </p:cNvCxnSpPr>
          <p:nvPr/>
        </p:nvCxnSpPr>
        <p:spPr>
          <a:xfrm rot="10800000" flipV="1">
            <a:off x="7161217" y="1417606"/>
            <a:ext cx="3982463" cy="1285221"/>
          </a:xfrm>
          <a:prstGeom prst="bentConnector3">
            <a:avLst>
              <a:gd name="adj1" fmla="val 1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7F4FB09-6DD1-794C-9498-4450C2CC04D4}"/>
              </a:ext>
            </a:extLst>
          </p:cNvPr>
          <p:cNvCxnSpPr>
            <a:cxnSpLocks/>
          </p:cNvCxnSpPr>
          <p:nvPr/>
        </p:nvCxnSpPr>
        <p:spPr>
          <a:xfrm>
            <a:off x="1635678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4894A984-53E1-B74E-BB15-AD31A4D0EC1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580832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/>
              <p:nvPr/>
            </p:nvSpPr>
            <p:spPr>
              <a:xfrm>
                <a:off x="3759589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89" y="1124447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/>
              <p:nvPr/>
            </p:nvSpPr>
            <p:spPr>
              <a:xfrm>
                <a:off x="5500071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071" y="1124447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l="-3226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/>
              <p:nvPr/>
            </p:nvSpPr>
            <p:spPr>
              <a:xfrm>
                <a:off x="742935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352" y="1124447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8E57201-A033-D54B-AFA0-431BF30D3E86}"/>
                  </a:ext>
                </a:extLst>
              </p:cNvPr>
              <p:cNvSpPr/>
              <p:nvPr/>
            </p:nvSpPr>
            <p:spPr>
              <a:xfrm>
                <a:off x="8797504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8E57201-A033-D54B-AFA0-431BF30D3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504" y="1124447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l="-3175" b="-12245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50630F94-C5A3-F44D-8A7C-F61D9557408D}"/>
                  </a:ext>
                </a:extLst>
              </p:cNvPr>
              <p:cNvSpPr/>
              <p:nvPr/>
            </p:nvSpPr>
            <p:spPr>
              <a:xfrm>
                <a:off x="10101714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50630F94-C5A3-F44D-8A7C-F61D95574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714" y="1124447"/>
                <a:ext cx="761999" cy="588818"/>
              </a:xfrm>
              <a:prstGeom prst="rect">
                <a:avLst/>
              </a:prstGeom>
              <a:blipFill>
                <a:blip r:embed="rId10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ADCD8F58-CD4A-BD4E-86B3-AA5B027E2875}"/>
              </a:ext>
            </a:extLst>
          </p:cNvPr>
          <p:cNvGrpSpPr/>
          <p:nvPr/>
        </p:nvGrpSpPr>
        <p:grpSpPr>
          <a:xfrm>
            <a:off x="3006775" y="1280849"/>
            <a:ext cx="290945" cy="290945"/>
            <a:chOff x="2971800" y="2670464"/>
            <a:chExt cx="290945" cy="290945"/>
          </a:xfrm>
        </p:grpSpPr>
        <p:sp>
          <p:nvSpPr>
            <p:cNvPr id="136" name="同心圆 135">
              <a:extLst>
                <a:ext uri="{FF2B5EF4-FFF2-40B4-BE49-F238E27FC236}">
                  <a16:creationId xmlns:a16="http://schemas.microsoft.com/office/drawing/2014/main" id="{554013A4-F7F0-3E41-99C3-E215CC4F7095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7" name="直线连接符 136">
              <a:extLst>
                <a:ext uri="{FF2B5EF4-FFF2-40B4-BE49-F238E27FC236}">
                  <a16:creationId xmlns:a16="http://schemas.microsoft.com/office/drawing/2014/main" id="{B8B47BA1-1109-A343-8D02-E0F1DDEAB4DE}"/>
                </a:ext>
              </a:extLst>
            </p:cNvPr>
            <p:cNvCxnSpPr>
              <a:stCxn id="136" idx="1"/>
              <a:endCxn id="13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DC09DF55-D566-5143-BD71-BD865BF65913}"/>
                </a:ext>
              </a:extLst>
            </p:cNvPr>
            <p:cNvCxnSpPr>
              <a:stCxn id="136" idx="7"/>
              <a:endCxn id="13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A9B379A0-1D71-6446-8FED-073F315DA40D}"/>
              </a:ext>
            </a:extLst>
          </p:cNvPr>
          <p:cNvGrpSpPr/>
          <p:nvPr/>
        </p:nvGrpSpPr>
        <p:grpSpPr>
          <a:xfrm>
            <a:off x="6749051" y="1272760"/>
            <a:ext cx="290945" cy="290945"/>
            <a:chOff x="2971800" y="2670464"/>
            <a:chExt cx="290945" cy="290945"/>
          </a:xfrm>
        </p:grpSpPr>
        <p:sp>
          <p:nvSpPr>
            <p:cNvPr id="140" name="同心圆 139">
              <a:extLst>
                <a:ext uri="{FF2B5EF4-FFF2-40B4-BE49-F238E27FC236}">
                  <a16:creationId xmlns:a16="http://schemas.microsoft.com/office/drawing/2014/main" id="{254AC6EF-B18C-0F4A-841A-3099A8E05DD1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AB23386F-330F-B548-B85B-A14F5D489E17}"/>
                </a:ext>
              </a:extLst>
            </p:cNvPr>
            <p:cNvCxnSpPr>
              <a:stCxn id="140" idx="1"/>
              <a:endCxn id="140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线连接符 141">
              <a:extLst>
                <a:ext uri="{FF2B5EF4-FFF2-40B4-BE49-F238E27FC236}">
                  <a16:creationId xmlns:a16="http://schemas.microsoft.com/office/drawing/2014/main" id="{2D792509-6A17-7F46-ACE2-59286E1943A6}"/>
                </a:ext>
              </a:extLst>
            </p:cNvPr>
            <p:cNvCxnSpPr>
              <a:stCxn id="140" idx="7"/>
              <a:endCxn id="140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384C8CAA-282C-3D4B-A0DC-B51FB6EF1B07}"/>
              </a:ext>
            </a:extLst>
          </p:cNvPr>
          <p:cNvCxnSpPr>
            <a:cxnSpLocks/>
            <a:stCxn id="60" idx="3"/>
            <a:endCxn id="136" idx="2"/>
          </p:cNvCxnSpPr>
          <p:nvPr/>
        </p:nvCxnSpPr>
        <p:spPr>
          <a:xfrm>
            <a:off x="2807737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97904364-9F68-7943-98B7-F1182ADF030C}"/>
              </a:ext>
            </a:extLst>
          </p:cNvPr>
          <p:cNvCxnSpPr>
            <a:cxnSpLocks/>
            <a:stCxn id="136" idx="6"/>
            <a:endCxn id="114" idx="1"/>
          </p:cNvCxnSpPr>
          <p:nvPr/>
        </p:nvCxnSpPr>
        <p:spPr>
          <a:xfrm flipV="1">
            <a:off x="3297720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795D210-0083-3142-AA51-26C533EE74B3}"/>
              </a:ext>
            </a:extLst>
          </p:cNvPr>
          <p:cNvCxnSpPr>
            <a:cxnSpLocks/>
            <a:stCxn id="114" idx="3"/>
            <a:endCxn id="155" idx="2"/>
          </p:cNvCxnSpPr>
          <p:nvPr/>
        </p:nvCxnSpPr>
        <p:spPr>
          <a:xfrm flipV="1">
            <a:off x="4521588" y="1414145"/>
            <a:ext cx="213379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B4239132-08B5-514D-BADF-35CCC34B2A11}"/>
              </a:ext>
            </a:extLst>
          </p:cNvPr>
          <p:cNvCxnSpPr>
            <a:cxnSpLocks/>
            <a:stCxn id="123" idx="3"/>
            <a:endCxn id="140" idx="2"/>
          </p:cNvCxnSpPr>
          <p:nvPr/>
        </p:nvCxnSpPr>
        <p:spPr>
          <a:xfrm flipV="1">
            <a:off x="6262070" y="1418233"/>
            <a:ext cx="486981" cy="6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B538010-D8EA-D04E-AF6A-C573294ECD1D}"/>
              </a:ext>
            </a:extLst>
          </p:cNvPr>
          <p:cNvCxnSpPr>
            <a:cxnSpLocks/>
            <a:stCxn id="140" idx="6"/>
            <a:endCxn id="129" idx="1"/>
          </p:cNvCxnSpPr>
          <p:nvPr/>
        </p:nvCxnSpPr>
        <p:spPr>
          <a:xfrm>
            <a:off x="7039996" y="1418233"/>
            <a:ext cx="389356" cy="6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BE3F0EF1-ADFA-8842-8F13-B6BAA6DE0549}"/>
              </a:ext>
            </a:extLst>
          </p:cNvPr>
          <p:cNvCxnSpPr>
            <a:cxnSpLocks/>
            <a:stCxn id="129" idx="3"/>
            <a:endCxn id="133" idx="1"/>
          </p:cNvCxnSpPr>
          <p:nvPr/>
        </p:nvCxnSpPr>
        <p:spPr>
          <a:xfrm>
            <a:off x="8191351" y="1418856"/>
            <a:ext cx="6061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A3914E3B-686F-1644-B73B-D156BBF12A0E}"/>
              </a:ext>
            </a:extLst>
          </p:cNvPr>
          <p:cNvCxnSpPr>
            <a:cxnSpLocks/>
            <a:stCxn id="133" idx="3"/>
            <a:endCxn id="134" idx="1"/>
          </p:cNvCxnSpPr>
          <p:nvPr/>
        </p:nvCxnSpPr>
        <p:spPr>
          <a:xfrm>
            <a:off x="9559503" y="1418856"/>
            <a:ext cx="5422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154EA47E-3490-244C-9DD0-DA4AA214CEA8}"/>
              </a:ext>
            </a:extLst>
          </p:cNvPr>
          <p:cNvCxnSpPr>
            <a:cxnSpLocks/>
          </p:cNvCxnSpPr>
          <p:nvPr/>
        </p:nvCxnSpPr>
        <p:spPr>
          <a:xfrm>
            <a:off x="10863713" y="1408368"/>
            <a:ext cx="7840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1E046F96-A628-A142-A336-B1B83DEA2C36}"/>
                  </a:ext>
                </a:extLst>
              </p:cNvPr>
              <p:cNvSpPr/>
              <p:nvPr/>
            </p:nvSpPr>
            <p:spPr>
              <a:xfrm>
                <a:off x="4647191" y="193621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1E046F96-A628-A142-A336-B1B83DEA2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91" y="1936214"/>
                <a:ext cx="761999" cy="588818"/>
              </a:xfrm>
              <a:prstGeom prst="rect">
                <a:avLst/>
              </a:prstGeom>
              <a:blipFill>
                <a:blip r:embed="rId11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/>
              <p:nvPr/>
            </p:nvSpPr>
            <p:spPr>
              <a:xfrm>
                <a:off x="8257835" y="191363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835" y="1913638"/>
                <a:ext cx="761999" cy="588818"/>
              </a:xfrm>
              <a:prstGeom prst="rect">
                <a:avLst/>
              </a:prstGeom>
              <a:blipFill>
                <a:blip r:embed="rId12"/>
                <a:stretch>
                  <a:fillRect l="-6349" b="-10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/>
              <p:nvPr/>
            </p:nvSpPr>
            <p:spPr>
              <a:xfrm>
                <a:off x="5909964" y="26064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964" y="260648"/>
                <a:ext cx="761999" cy="588818"/>
              </a:xfrm>
              <a:prstGeom prst="rect">
                <a:avLst/>
              </a:prstGeom>
              <a:blipFill>
                <a:blip r:embed="rId13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B9210B8-A9DA-9C40-BC82-7CB8AD7EE747}"/>
              </a:ext>
            </a:extLst>
          </p:cNvPr>
          <p:cNvGrpSpPr/>
          <p:nvPr/>
        </p:nvGrpSpPr>
        <p:grpSpPr>
          <a:xfrm>
            <a:off x="4734967" y="1268672"/>
            <a:ext cx="290945" cy="290945"/>
            <a:chOff x="2971800" y="2670464"/>
            <a:chExt cx="290945" cy="290945"/>
          </a:xfrm>
        </p:grpSpPr>
        <p:sp>
          <p:nvSpPr>
            <p:cNvPr id="155" name="同心圆 154">
              <a:extLst>
                <a:ext uri="{FF2B5EF4-FFF2-40B4-BE49-F238E27FC236}">
                  <a16:creationId xmlns:a16="http://schemas.microsoft.com/office/drawing/2014/main" id="{EA7C1FA7-9B46-B347-81D9-354C934FA0D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8D53FDA8-2AD4-9140-84B1-CCBFF9C473C7}"/>
                </a:ext>
              </a:extLst>
            </p:cNvPr>
            <p:cNvCxnSpPr>
              <a:stCxn id="155" idx="1"/>
              <a:endCxn id="15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E6F70D54-2991-8140-A60B-8A3F6811B6FE}"/>
                </a:ext>
              </a:extLst>
            </p:cNvPr>
            <p:cNvCxnSpPr>
              <a:stCxn id="155" idx="7"/>
              <a:endCxn id="15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AD8CBBF5-E9C6-8644-8013-934A18FB9E1D}"/>
              </a:ext>
            </a:extLst>
          </p:cNvPr>
          <p:cNvCxnSpPr>
            <a:cxnSpLocks/>
            <a:stCxn id="155" idx="6"/>
          </p:cNvCxnSpPr>
          <p:nvPr/>
        </p:nvCxnSpPr>
        <p:spPr>
          <a:xfrm flipV="1">
            <a:off x="5025912" y="1411789"/>
            <a:ext cx="488210" cy="23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肘形连接符 158">
            <a:extLst>
              <a:ext uri="{FF2B5EF4-FFF2-40B4-BE49-F238E27FC236}">
                <a16:creationId xmlns:a16="http://schemas.microsoft.com/office/drawing/2014/main" id="{198A736F-21D7-5E4C-AEFA-9293B653A8FA}"/>
              </a:ext>
            </a:extLst>
          </p:cNvPr>
          <p:cNvCxnSpPr>
            <a:cxnSpLocks/>
            <a:endCxn id="151" idx="3"/>
          </p:cNvCxnSpPr>
          <p:nvPr/>
        </p:nvCxnSpPr>
        <p:spPr>
          <a:xfrm rot="10800000" flipV="1">
            <a:off x="5409190" y="1425667"/>
            <a:ext cx="1009532" cy="804955"/>
          </a:xfrm>
          <a:prstGeom prst="bentConnector3">
            <a:avLst>
              <a:gd name="adj1" fmla="val -16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肘形连接符 159">
            <a:extLst>
              <a:ext uri="{FF2B5EF4-FFF2-40B4-BE49-F238E27FC236}">
                <a16:creationId xmlns:a16="http://schemas.microsoft.com/office/drawing/2014/main" id="{2D36C8E2-6BC0-3444-8C11-8B6DA07690EE}"/>
              </a:ext>
            </a:extLst>
          </p:cNvPr>
          <p:cNvCxnSpPr>
            <a:cxnSpLocks/>
            <a:stCxn id="151" idx="1"/>
            <a:endCxn id="136" idx="4"/>
          </p:cNvCxnSpPr>
          <p:nvPr/>
        </p:nvCxnSpPr>
        <p:spPr>
          <a:xfrm rot="10800000">
            <a:off x="3152249" y="1571795"/>
            <a:ext cx="1494943" cy="6588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>
            <a:extLst>
              <a:ext uri="{FF2B5EF4-FFF2-40B4-BE49-F238E27FC236}">
                <a16:creationId xmlns:a16="http://schemas.microsoft.com/office/drawing/2014/main" id="{CC98571E-3100-6B46-868B-9392B9402B2D}"/>
              </a:ext>
            </a:extLst>
          </p:cNvPr>
          <p:cNvCxnSpPr>
            <a:cxnSpLocks/>
            <a:stCxn id="152" idx="1"/>
            <a:endCxn id="140" idx="4"/>
          </p:cNvCxnSpPr>
          <p:nvPr/>
        </p:nvCxnSpPr>
        <p:spPr>
          <a:xfrm rot="10800000">
            <a:off x="6894525" y="1563705"/>
            <a:ext cx="1363311" cy="64434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>
            <a:extLst>
              <a:ext uri="{FF2B5EF4-FFF2-40B4-BE49-F238E27FC236}">
                <a16:creationId xmlns:a16="http://schemas.microsoft.com/office/drawing/2014/main" id="{8D6E9180-029C-9240-A530-C8FB78C0C8F6}"/>
              </a:ext>
            </a:extLst>
          </p:cNvPr>
          <p:cNvCxnSpPr>
            <a:cxnSpLocks/>
            <a:endCxn id="152" idx="3"/>
          </p:cNvCxnSpPr>
          <p:nvPr/>
        </p:nvCxnSpPr>
        <p:spPr>
          <a:xfrm rot="5400000">
            <a:off x="9011395" y="1437607"/>
            <a:ext cx="778880" cy="76200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连接符 162">
            <a:extLst>
              <a:ext uri="{FF2B5EF4-FFF2-40B4-BE49-F238E27FC236}">
                <a16:creationId xmlns:a16="http://schemas.microsoft.com/office/drawing/2014/main" id="{25B2B881-3982-424C-9EA9-FE8B43FA23FB}"/>
              </a:ext>
            </a:extLst>
          </p:cNvPr>
          <p:cNvCxnSpPr>
            <a:cxnSpLocks/>
            <a:endCxn id="153" idx="3"/>
          </p:cNvCxnSpPr>
          <p:nvPr/>
        </p:nvCxnSpPr>
        <p:spPr>
          <a:xfrm rot="10800000">
            <a:off x="6671963" y="555058"/>
            <a:ext cx="1541236" cy="863175"/>
          </a:xfrm>
          <a:prstGeom prst="bentConnector3">
            <a:avLst>
              <a:gd name="adj1" fmla="val -220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肘形连接符 163">
            <a:extLst>
              <a:ext uri="{FF2B5EF4-FFF2-40B4-BE49-F238E27FC236}">
                <a16:creationId xmlns:a16="http://schemas.microsoft.com/office/drawing/2014/main" id="{7EF5C4EC-6E11-1D4B-9F28-4233903D70EA}"/>
              </a:ext>
            </a:extLst>
          </p:cNvPr>
          <p:cNvCxnSpPr>
            <a:cxnSpLocks/>
            <a:stCxn id="153" idx="1"/>
            <a:endCxn id="155" idx="0"/>
          </p:cNvCxnSpPr>
          <p:nvPr/>
        </p:nvCxnSpPr>
        <p:spPr>
          <a:xfrm rot="10800000" flipV="1">
            <a:off x="4880440" y="555056"/>
            <a:ext cx="1029524" cy="71361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/>
              <p:nvPr/>
            </p:nvSpPr>
            <p:spPr>
              <a:xfrm>
                <a:off x="4928227" y="81745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7" y="817452"/>
                <a:ext cx="472085" cy="55726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C1F1E53-4D6E-EE46-954E-F9B6421D46F8}"/>
                  </a:ext>
                </a:extLst>
              </p:cNvPr>
              <p:cNvSpPr txBox="1"/>
              <p:nvPr/>
            </p:nvSpPr>
            <p:spPr>
              <a:xfrm>
                <a:off x="6927178" y="1426185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C1F1E53-4D6E-EE46-954E-F9B6421D4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178" y="1426185"/>
                <a:ext cx="472085" cy="557268"/>
              </a:xfrm>
              <a:prstGeom prst="rect">
                <a:avLst/>
              </a:prstGeom>
              <a:blipFill>
                <a:blip r:embed="rId22"/>
                <a:stretch>
                  <a:fillRect l="-2632"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/>
              <p:nvPr/>
            </p:nvSpPr>
            <p:spPr>
              <a:xfrm>
                <a:off x="331005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05" y="783911"/>
                <a:ext cx="692168" cy="553998"/>
              </a:xfrm>
              <a:prstGeom prst="rect">
                <a:avLst/>
              </a:prstGeom>
              <a:blipFill>
                <a:blip r:embed="rId4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/>
              <p:nvPr/>
            </p:nvSpPr>
            <p:spPr>
              <a:xfrm>
                <a:off x="11231319" y="76828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319" y="768287"/>
                <a:ext cx="692168" cy="553998"/>
              </a:xfrm>
              <a:prstGeom prst="rect">
                <a:avLst/>
              </a:prstGeom>
              <a:blipFill>
                <a:blip r:embed="rId2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矩形 110">
            <a:extLst>
              <a:ext uri="{FF2B5EF4-FFF2-40B4-BE49-F238E27FC236}">
                <a16:creationId xmlns:a16="http://schemas.microsoft.com/office/drawing/2014/main" id="{97F84CAA-4145-AA40-B5C2-0982A0F578C4}"/>
              </a:ext>
            </a:extLst>
          </p:cNvPr>
          <p:cNvSpPr/>
          <p:nvPr/>
        </p:nvSpPr>
        <p:spPr>
          <a:xfrm>
            <a:off x="262558" y="3081151"/>
            <a:ext cx="11737304" cy="3586332"/>
          </a:xfrm>
          <a:custGeom>
            <a:avLst/>
            <a:gdLst>
              <a:gd name="connsiteX0" fmla="*/ 0 w 11737304"/>
              <a:gd name="connsiteY0" fmla="*/ 0 h 3586332"/>
              <a:gd name="connsiteX1" fmla="*/ 573057 w 11737304"/>
              <a:gd name="connsiteY1" fmla="*/ 0 h 3586332"/>
              <a:gd name="connsiteX2" fmla="*/ 911367 w 11737304"/>
              <a:gd name="connsiteY2" fmla="*/ 0 h 3586332"/>
              <a:gd name="connsiteX3" fmla="*/ 1836543 w 11737304"/>
              <a:gd name="connsiteY3" fmla="*/ 0 h 3586332"/>
              <a:gd name="connsiteX4" fmla="*/ 2409599 w 11737304"/>
              <a:gd name="connsiteY4" fmla="*/ 0 h 3586332"/>
              <a:gd name="connsiteX5" fmla="*/ 2982656 w 11737304"/>
              <a:gd name="connsiteY5" fmla="*/ 0 h 3586332"/>
              <a:gd name="connsiteX6" fmla="*/ 3907832 w 11737304"/>
              <a:gd name="connsiteY6" fmla="*/ 0 h 3586332"/>
              <a:gd name="connsiteX7" fmla="*/ 4363515 w 11737304"/>
              <a:gd name="connsiteY7" fmla="*/ 0 h 3586332"/>
              <a:gd name="connsiteX8" fmla="*/ 5288691 w 11737304"/>
              <a:gd name="connsiteY8" fmla="*/ 0 h 3586332"/>
              <a:gd name="connsiteX9" fmla="*/ 6213867 w 11737304"/>
              <a:gd name="connsiteY9" fmla="*/ 0 h 3586332"/>
              <a:gd name="connsiteX10" fmla="*/ 6904296 w 11737304"/>
              <a:gd name="connsiteY10" fmla="*/ 0 h 3586332"/>
              <a:gd name="connsiteX11" fmla="*/ 7829472 w 11737304"/>
              <a:gd name="connsiteY11" fmla="*/ 0 h 3586332"/>
              <a:gd name="connsiteX12" fmla="*/ 8402529 w 11737304"/>
              <a:gd name="connsiteY12" fmla="*/ 0 h 3586332"/>
              <a:gd name="connsiteX13" fmla="*/ 8975585 w 11737304"/>
              <a:gd name="connsiteY13" fmla="*/ 0 h 3586332"/>
              <a:gd name="connsiteX14" fmla="*/ 9783388 w 11737304"/>
              <a:gd name="connsiteY14" fmla="*/ 0 h 3586332"/>
              <a:gd name="connsiteX15" fmla="*/ 10356445 w 11737304"/>
              <a:gd name="connsiteY15" fmla="*/ 0 h 3586332"/>
              <a:gd name="connsiteX16" fmla="*/ 11737304 w 11737304"/>
              <a:gd name="connsiteY16" fmla="*/ 0 h 3586332"/>
              <a:gd name="connsiteX17" fmla="*/ 11737304 w 11737304"/>
              <a:gd name="connsiteY17" fmla="*/ 669449 h 3586332"/>
              <a:gd name="connsiteX18" fmla="*/ 11737304 w 11737304"/>
              <a:gd name="connsiteY18" fmla="*/ 1303034 h 3586332"/>
              <a:gd name="connsiteX19" fmla="*/ 11737304 w 11737304"/>
              <a:gd name="connsiteY19" fmla="*/ 1936619 h 3586332"/>
              <a:gd name="connsiteX20" fmla="*/ 11737304 w 11737304"/>
              <a:gd name="connsiteY20" fmla="*/ 2426751 h 3586332"/>
              <a:gd name="connsiteX21" fmla="*/ 11737304 w 11737304"/>
              <a:gd name="connsiteY21" fmla="*/ 2952747 h 3586332"/>
              <a:gd name="connsiteX22" fmla="*/ 11737304 w 11737304"/>
              <a:gd name="connsiteY22" fmla="*/ 3586332 h 3586332"/>
              <a:gd name="connsiteX23" fmla="*/ 11164247 w 11737304"/>
              <a:gd name="connsiteY23" fmla="*/ 3586332 h 3586332"/>
              <a:gd name="connsiteX24" fmla="*/ 10473818 w 11737304"/>
              <a:gd name="connsiteY24" fmla="*/ 3586332 h 3586332"/>
              <a:gd name="connsiteX25" fmla="*/ 10135507 w 11737304"/>
              <a:gd name="connsiteY25" fmla="*/ 3586332 h 3586332"/>
              <a:gd name="connsiteX26" fmla="*/ 9797197 w 11737304"/>
              <a:gd name="connsiteY26" fmla="*/ 3586332 h 3586332"/>
              <a:gd name="connsiteX27" fmla="*/ 9106767 w 11737304"/>
              <a:gd name="connsiteY27" fmla="*/ 3586332 h 3586332"/>
              <a:gd name="connsiteX28" fmla="*/ 8651083 w 11737304"/>
              <a:gd name="connsiteY28" fmla="*/ 3586332 h 3586332"/>
              <a:gd name="connsiteX29" fmla="*/ 7843281 w 11737304"/>
              <a:gd name="connsiteY29" fmla="*/ 3586332 h 3586332"/>
              <a:gd name="connsiteX30" fmla="*/ 7387597 w 11737304"/>
              <a:gd name="connsiteY30" fmla="*/ 3586332 h 3586332"/>
              <a:gd name="connsiteX31" fmla="*/ 6579795 w 11737304"/>
              <a:gd name="connsiteY31" fmla="*/ 3586332 h 3586332"/>
              <a:gd name="connsiteX32" fmla="*/ 6241484 w 11737304"/>
              <a:gd name="connsiteY32" fmla="*/ 3586332 h 3586332"/>
              <a:gd name="connsiteX33" fmla="*/ 5433681 w 11737304"/>
              <a:gd name="connsiteY33" fmla="*/ 3586332 h 3586332"/>
              <a:gd name="connsiteX34" fmla="*/ 4977998 w 11737304"/>
              <a:gd name="connsiteY34" fmla="*/ 3586332 h 3586332"/>
              <a:gd name="connsiteX35" fmla="*/ 4639687 w 11737304"/>
              <a:gd name="connsiteY35" fmla="*/ 3586332 h 3586332"/>
              <a:gd name="connsiteX36" fmla="*/ 4184004 w 11737304"/>
              <a:gd name="connsiteY36" fmla="*/ 3586332 h 3586332"/>
              <a:gd name="connsiteX37" fmla="*/ 3376201 w 11737304"/>
              <a:gd name="connsiteY37" fmla="*/ 3586332 h 3586332"/>
              <a:gd name="connsiteX38" fmla="*/ 2920517 w 11737304"/>
              <a:gd name="connsiteY38" fmla="*/ 3586332 h 3586332"/>
              <a:gd name="connsiteX39" fmla="*/ 2582207 w 11737304"/>
              <a:gd name="connsiteY39" fmla="*/ 3586332 h 3586332"/>
              <a:gd name="connsiteX40" fmla="*/ 2126523 w 11737304"/>
              <a:gd name="connsiteY40" fmla="*/ 3586332 h 3586332"/>
              <a:gd name="connsiteX41" fmla="*/ 1553467 w 11737304"/>
              <a:gd name="connsiteY41" fmla="*/ 3586332 h 3586332"/>
              <a:gd name="connsiteX42" fmla="*/ 863037 w 11737304"/>
              <a:gd name="connsiteY42" fmla="*/ 3586332 h 3586332"/>
              <a:gd name="connsiteX43" fmla="*/ 0 w 11737304"/>
              <a:gd name="connsiteY43" fmla="*/ 3586332 h 3586332"/>
              <a:gd name="connsiteX44" fmla="*/ 0 w 11737304"/>
              <a:gd name="connsiteY44" fmla="*/ 2916883 h 3586332"/>
              <a:gd name="connsiteX45" fmla="*/ 0 w 11737304"/>
              <a:gd name="connsiteY45" fmla="*/ 2319161 h 3586332"/>
              <a:gd name="connsiteX46" fmla="*/ 0 w 11737304"/>
              <a:gd name="connsiteY46" fmla="*/ 1721439 h 3586332"/>
              <a:gd name="connsiteX47" fmla="*/ 0 w 11737304"/>
              <a:gd name="connsiteY47" fmla="*/ 1123717 h 3586332"/>
              <a:gd name="connsiteX48" fmla="*/ 0 w 11737304"/>
              <a:gd name="connsiteY48" fmla="*/ 525995 h 3586332"/>
              <a:gd name="connsiteX49" fmla="*/ 0 w 11737304"/>
              <a:gd name="connsiteY49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737304" h="3586332" extrusionOk="0">
                <a:moveTo>
                  <a:pt x="0" y="0"/>
                </a:moveTo>
                <a:cubicBezTo>
                  <a:pt x="253605" y="9640"/>
                  <a:pt x="367465" y="9493"/>
                  <a:pt x="573057" y="0"/>
                </a:cubicBezTo>
                <a:cubicBezTo>
                  <a:pt x="778649" y="-9493"/>
                  <a:pt x="789477" y="-936"/>
                  <a:pt x="911367" y="0"/>
                </a:cubicBezTo>
                <a:cubicBezTo>
                  <a:pt x="1033257" y="936"/>
                  <a:pt x="1380148" y="-19170"/>
                  <a:pt x="1836543" y="0"/>
                </a:cubicBezTo>
                <a:cubicBezTo>
                  <a:pt x="2292938" y="19170"/>
                  <a:pt x="2292442" y="2319"/>
                  <a:pt x="2409599" y="0"/>
                </a:cubicBezTo>
                <a:cubicBezTo>
                  <a:pt x="2526756" y="-2319"/>
                  <a:pt x="2708215" y="-28368"/>
                  <a:pt x="2982656" y="0"/>
                </a:cubicBezTo>
                <a:cubicBezTo>
                  <a:pt x="3257097" y="28368"/>
                  <a:pt x="3623606" y="-25485"/>
                  <a:pt x="3907832" y="0"/>
                </a:cubicBezTo>
                <a:cubicBezTo>
                  <a:pt x="4192058" y="25485"/>
                  <a:pt x="4171947" y="-14860"/>
                  <a:pt x="4363515" y="0"/>
                </a:cubicBezTo>
                <a:cubicBezTo>
                  <a:pt x="4555083" y="14860"/>
                  <a:pt x="5099820" y="39897"/>
                  <a:pt x="5288691" y="0"/>
                </a:cubicBezTo>
                <a:cubicBezTo>
                  <a:pt x="5477562" y="-39897"/>
                  <a:pt x="5969366" y="-42168"/>
                  <a:pt x="6213867" y="0"/>
                </a:cubicBezTo>
                <a:cubicBezTo>
                  <a:pt x="6458368" y="42168"/>
                  <a:pt x="6750882" y="-27174"/>
                  <a:pt x="6904296" y="0"/>
                </a:cubicBezTo>
                <a:cubicBezTo>
                  <a:pt x="7057710" y="27174"/>
                  <a:pt x="7529376" y="12077"/>
                  <a:pt x="7829472" y="0"/>
                </a:cubicBezTo>
                <a:cubicBezTo>
                  <a:pt x="8129568" y="-12077"/>
                  <a:pt x="8279515" y="-6564"/>
                  <a:pt x="8402529" y="0"/>
                </a:cubicBezTo>
                <a:cubicBezTo>
                  <a:pt x="8525543" y="6564"/>
                  <a:pt x="8743607" y="-27049"/>
                  <a:pt x="8975585" y="0"/>
                </a:cubicBezTo>
                <a:cubicBezTo>
                  <a:pt x="9207563" y="27049"/>
                  <a:pt x="9569157" y="1217"/>
                  <a:pt x="9783388" y="0"/>
                </a:cubicBezTo>
                <a:cubicBezTo>
                  <a:pt x="9997619" y="-1217"/>
                  <a:pt x="10232992" y="4708"/>
                  <a:pt x="10356445" y="0"/>
                </a:cubicBezTo>
                <a:cubicBezTo>
                  <a:pt x="10479898" y="-4708"/>
                  <a:pt x="11436969" y="-39359"/>
                  <a:pt x="11737304" y="0"/>
                </a:cubicBezTo>
                <a:cubicBezTo>
                  <a:pt x="11769162" y="264503"/>
                  <a:pt x="11705638" y="381962"/>
                  <a:pt x="11737304" y="669449"/>
                </a:cubicBezTo>
                <a:cubicBezTo>
                  <a:pt x="11768970" y="956936"/>
                  <a:pt x="11762802" y="1075274"/>
                  <a:pt x="11737304" y="1303034"/>
                </a:cubicBezTo>
                <a:cubicBezTo>
                  <a:pt x="11711806" y="1530794"/>
                  <a:pt x="11719059" y="1726057"/>
                  <a:pt x="11737304" y="1936619"/>
                </a:cubicBezTo>
                <a:cubicBezTo>
                  <a:pt x="11755549" y="2147181"/>
                  <a:pt x="11750225" y="2318088"/>
                  <a:pt x="11737304" y="2426751"/>
                </a:cubicBezTo>
                <a:cubicBezTo>
                  <a:pt x="11724383" y="2535414"/>
                  <a:pt x="11735479" y="2713662"/>
                  <a:pt x="11737304" y="2952747"/>
                </a:cubicBezTo>
                <a:cubicBezTo>
                  <a:pt x="11739129" y="3191832"/>
                  <a:pt x="11761330" y="3427819"/>
                  <a:pt x="11737304" y="3586332"/>
                </a:cubicBezTo>
                <a:cubicBezTo>
                  <a:pt x="11538965" y="3583619"/>
                  <a:pt x="11393774" y="3581806"/>
                  <a:pt x="11164247" y="3586332"/>
                </a:cubicBezTo>
                <a:cubicBezTo>
                  <a:pt x="10934720" y="3590858"/>
                  <a:pt x="10645896" y="3552758"/>
                  <a:pt x="10473818" y="3586332"/>
                </a:cubicBezTo>
                <a:cubicBezTo>
                  <a:pt x="10301740" y="3619906"/>
                  <a:pt x="10257279" y="3594276"/>
                  <a:pt x="10135507" y="3586332"/>
                </a:cubicBezTo>
                <a:cubicBezTo>
                  <a:pt x="10013735" y="3578388"/>
                  <a:pt x="9929821" y="3596177"/>
                  <a:pt x="9797197" y="3586332"/>
                </a:cubicBezTo>
                <a:cubicBezTo>
                  <a:pt x="9664573" y="3576488"/>
                  <a:pt x="9434025" y="3607898"/>
                  <a:pt x="9106767" y="3586332"/>
                </a:cubicBezTo>
                <a:cubicBezTo>
                  <a:pt x="8779509" y="3564767"/>
                  <a:pt x="8791513" y="3577846"/>
                  <a:pt x="8651083" y="3586332"/>
                </a:cubicBezTo>
                <a:cubicBezTo>
                  <a:pt x="8510653" y="3594818"/>
                  <a:pt x="8005488" y="3597840"/>
                  <a:pt x="7843281" y="3586332"/>
                </a:cubicBezTo>
                <a:cubicBezTo>
                  <a:pt x="7681074" y="3574824"/>
                  <a:pt x="7586070" y="3602361"/>
                  <a:pt x="7387597" y="3586332"/>
                </a:cubicBezTo>
                <a:cubicBezTo>
                  <a:pt x="7189124" y="3570303"/>
                  <a:pt x="6817096" y="3589228"/>
                  <a:pt x="6579795" y="3586332"/>
                </a:cubicBezTo>
                <a:cubicBezTo>
                  <a:pt x="6342494" y="3583436"/>
                  <a:pt x="6393025" y="3583930"/>
                  <a:pt x="6241484" y="3586332"/>
                </a:cubicBezTo>
                <a:cubicBezTo>
                  <a:pt x="6089943" y="3588734"/>
                  <a:pt x="5631067" y="3555698"/>
                  <a:pt x="5433681" y="3586332"/>
                </a:cubicBezTo>
                <a:cubicBezTo>
                  <a:pt x="5236295" y="3616966"/>
                  <a:pt x="5073886" y="3594214"/>
                  <a:pt x="4977998" y="3586332"/>
                </a:cubicBezTo>
                <a:cubicBezTo>
                  <a:pt x="4882110" y="3578450"/>
                  <a:pt x="4718505" y="3590373"/>
                  <a:pt x="4639687" y="3586332"/>
                </a:cubicBezTo>
                <a:cubicBezTo>
                  <a:pt x="4560869" y="3582291"/>
                  <a:pt x="4325196" y="3566690"/>
                  <a:pt x="4184004" y="3586332"/>
                </a:cubicBezTo>
                <a:cubicBezTo>
                  <a:pt x="4042812" y="3605974"/>
                  <a:pt x="3577734" y="3569685"/>
                  <a:pt x="3376201" y="3586332"/>
                </a:cubicBezTo>
                <a:cubicBezTo>
                  <a:pt x="3174668" y="3602979"/>
                  <a:pt x="3049003" y="3573207"/>
                  <a:pt x="2920517" y="3586332"/>
                </a:cubicBezTo>
                <a:cubicBezTo>
                  <a:pt x="2792031" y="3599457"/>
                  <a:pt x="2750433" y="3575975"/>
                  <a:pt x="2582207" y="3586332"/>
                </a:cubicBezTo>
                <a:cubicBezTo>
                  <a:pt x="2413981" y="3596690"/>
                  <a:pt x="2220524" y="3588560"/>
                  <a:pt x="2126523" y="3586332"/>
                </a:cubicBezTo>
                <a:cubicBezTo>
                  <a:pt x="2032522" y="3584104"/>
                  <a:pt x="1771892" y="3613023"/>
                  <a:pt x="1553467" y="3586332"/>
                </a:cubicBezTo>
                <a:cubicBezTo>
                  <a:pt x="1335042" y="3559641"/>
                  <a:pt x="1105942" y="3601267"/>
                  <a:pt x="863037" y="3586332"/>
                </a:cubicBezTo>
                <a:cubicBezTo>
                  <a:pt x="620132" y="3571398"/>
                  <a:pt x="192981" y="3626771"/>
                  <a:pt x="0" y="3586332"/>
                </a:cubicBezTo>
                <a:cubicBezTo>
                  <a:pt x="-25681" y="3426175"/>
                  <a:pt x="-2971" y="3122664"/>
                  <a:pt x="0" y="2916883"/>
                </a:cubicBezTo>
                <a:cubicBezTo>
                  <a:pt x="2971" y="2711102"/>
                  <a:pt x="-22258" y="2529707"/>
                  <a:pt x="0" y="2319161"/>
                </a:cubicBezTo>
                <a:cubicBezTo>
                  <a:pt x="22258" y="2108615"/>
                  <a:pt x="28641" y="1881297"/>
                  <a:pt x="0" y="1721439"/>
                </a:cubicBezTo>
                <a:cubicBezTo>
                  <a:pt x="-28641" y="1561581"/>
                  <a:pt x="-24214" y="1389430"/>
                  <a:pt x="0" y="1123717"/>
                </a:cubicBezTo>
                <a:cubicBezTo>
                  <a:pt x="24214" y="858004"/>
                  <a:pt x="29291" y="690049"/>
                  <a:pt x="0" y="525995"/>
                </a:cubicBezTo>
                <a:cubicBezTo>
                  <a:pt x="-29291" y="361941"/>
                  <a:pt x="-17790" y="258929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</p:spTree>
    <p:extLst>
      <p:ext uri="{BB962C8B-B14F-4D97-AF65-F5344CB8AC3E}">
        <p14:creationId xmlns:p14="http://schemas.microsoft.com/office/powerpoint/2010/main" val="424813784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/>
              <p:nvPr/>
            </p:nvSpPr>
            <p:spPr>
              <a:xfrm>
                <a:off x="2045738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CB9E92F-3440-2045-AF52-A95C66BC3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738" y="1124447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4762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55901F71-AE9D-FD44-9295-6B821BD19B79}"/>
                  </a:ext>
                </a:extLst>
              </p:cNvPr>
              <p:cNvSpPr/>
              <p:nvPr/>
            </p:nvSpPr>
            <p:spPr>
              <a:xfrm>
                <a:off x="6399217" y="2408419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55901F71-AE9D-FD44-9295-6B821BD19B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217" y="2408419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l="-8065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/>
              <p:nvPr/>
            </p:nvSpPr>
            <p:spPr>
              <a:xfrm>
                <a:off x="998617" y="140368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FA332ED-7FB0-724B-8698-307AB750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617" y="1403682"/>
                <a:ext cx="472085" cy="557268"/>
              </a:xfrm>
              <a:prstGeom prst="rect">
                <a:avLst/>
              </a:prstGeom>
              <a:blipFill>
                <a:blip r:embed="rId5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C999FABA-79C5-AC42-81BB-99927ED2C2E2}"/>
              </a:ext>
            </a:extLst>
          </p:cNvPr>
          <p:cNvCxnSpPr>
            <a:cxnSpLocks/>
            <a:stCxn id="61" idx="1"/>
            <a:endCxn id="68" idx="4"/>
          </p:cNvCxnSpPr>
          <p:nvPr/>
        </p:nvCxnSpPr>
        <p:spPr>
          <a:xfrm rot="10800000">
            <a:off x="1490207" y="1563080"/>
            <a:ext cx="4909011" cy="11397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A613602-2E66-9B4B-AD25-2BB1C6478A68}"/>
              </a:ext>
            </a:extLst>
          </p:cNvPr>
          <p:cNvGrpSpPr/>
          <p:nvPr/>
        </p:nvGrpSpPr>
        <p:grpSpPr>
          <a:xfrm>
            <a:off x="1344733" y="1272135"/>
            <a:ext cx="290945" cy="290945"/>
            <a:chOff x="2971800" y="2670464"/>
            <a:chExt cx="290945" cy="290945"/>
          </a:xfrm>
        </p:grpSpPr>
        <p:sp>
          <p:nvSpPr>
            <p:cNvPr id="68" name="同心圆 67">
              <a:extLst>
                <a:ext uri="{FF2B5EF4-FFF2-40B4-BE49-F238E27FC236}">
                  <a16:creationId xmlns:a16="http://schemas.microsoft.com/office/drawing/2014/main" id="{6A99B9B9-AD02-3C4A-823F-DD779BB03D2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96D070E1-13D3-0647-B2EB-99DAEEF11E14}"/>
                </a:ext>
              </a:extLst>
            </p:cNvPr>
            <p:cNvCxnSpPr>
              <a:stCxn id="68" idx="1"/>
              <a:endCxn id="68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B9A3324-DEE7-B94C-8482-52340E30AE59}"/>
                </a:ext>
              </a:extLst>
            </p:cNvPr>
            <p:cNvCxnSpPr>
              <a:stCxn id="68" idx="7"/>
              <a:endCxn id="68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E6F5B39D-CBDF-0F4E-85FB-1CFC1A4DAA33}"/>
              </a:ext>
            </a:extLst>
          </p:cNvPr>
          <p:cNvCxnSpPr>
            <a:cxnSpLocks/>
            <a:endCxn id="61" idx="3"/>
          </p:cNvCxnSpPr>
          <p:nvPr/>
        </p:nvCxnSpPr>
        <p:spPr>
          <a:xfrm rot="10800000" flipV="1">
            <a:off x="7161217" y="1417606"/>
            <a:ext cx="3982463" cy="1285221"/>
          </a:xfrm>
          <a:prstGeom prst="bentConnector3">
            <a:avLst>
              <a:gd name="adj1" fmla="val 1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27F4FB09-6DD1-794C-9498-4450C2CC04D4}"/>
              </a:ext>
            </a:extLst>
          </p:cNvPr>
          <p:cNvCxnSpPr>
            <a:cxnSpLocks/>
          </p:cNvCxnSpPr>
          <p:nvPr/>
        </p:nvCxnSpPr>
        <p:spPr>
          <a:xfrm>
            <a:off x="1635678" y="1415083"/>
            <a:ext cx="410060" cy="1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4894A984-53E1-B74E-BB15-AD31A4D0EC13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580832" y="1417608"/>
            <a:ext cx="763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/>
              <p:nvPr/>
            </p:nvSpPr>
            <p:spPr>
              <a:xfrm>
                <a:off x="3759589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1A63785-0812-EF43-9360-02277A2AA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89" y="1124447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/>
              <p:nvPr/>
            </p:nvSpPr>
            <p:spPr>
              <a:xfrm>
                <a:off x="5500071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BD71CD43-10D8-6F4E-B2E0-8226D9279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071" y="1124447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l="-3226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/>
              <p:nvPr/>
            </p:nvSpPr>
            <p:spPr>
              <a:xfrm>
                <a:off x="7429352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35A9B473-7E18-9344-9E33-F48BB46F77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352" y="1124447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8E57201-A033-D54B-AFA0-431BF30D3E86}"/>
                  </a:ext>
                </a:extLst>
              </p:cNvPr>
              <p:cNvSpPr/>
              <p:nvPr/>
            </p:nvSpPr>
            <p:spPr>
              <a:xfrm>
                <a:off x="8797504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8E57201-A033-D54B-AFA0-431BF30D3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504" y="1124447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l="-3175" b="-12245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50630F94-C5A3-F44D-8A7C-F61D9557408D}"/>
                  </a:ext>
                </a:extLst>
              </p:cNvPr>
              <p:cNvSpPr/>
              <p:nvPr/>
            </p:nvSpPr>
            <p:spPr>
              <a:xfrm>
                <a:off x="10101714" y="1124447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50630F94-C5A3-F44D-8A7C-F61D95574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714" y="1124447"/>
                <a:ext cx="761999" cy="588818"/>
              </a:xfrm>
              <a:prstGeom prst="rect">
                <a:avLst/>
              </a:prstGeom>
              <a:blipFill>
                <a:blip r:embed="rId10"/>
                <a:stretch>
                  <a:fillRect l="-3175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ADCD8F58-CD4A-BD4E-86B3-AA5B027E2875}"/>
              </a:ext>
            </a:extLst>
          </p:cNvPr>
          <p:cNvGrpSpPr/>
          <p:nvPr/>
        </p:nvGrpSpPr>
        <p:grpSpPr>
          <a:xfrm>
            <a:off x="3006775" y="1280849"/>
            <a:ext cx="290945" cy="290945"/>
            <a:chOff x="2971800" y="2670464"/>
            <a:chExt cx="290945" cy="290945"/>
          </a:xfrm>
        </p:grpSpPr>
        <p:sp>
          <p:nvSpPr>
            <p:cNvPr id="136" name="同心圆 135">
              <a:extLst>
                <a:ext uri="{FF2B5EF4-FFF2-40B4-BE49-F238E27FC236}">
                  <a16:creationId xmlns:a16="http://schemas.microsoft.com/office/drawing/2014/main" id="{554013A4-F7F0-3E41-99C3-E215CC4F7095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37" name="直线连接符 136">
              <a:extLst>
                <a:ext uri="{FF2B5EF4-FFF2-40B4-BE49-F238E27FC236}">
                  <a16:creationId xmlns:a16="http://schemas.microsoft.com/office/drawing/2014/main" id="{B8B47BA1-1109-A343-8D02-E0F1DDEAB4DE}"/>
                </a:ext>
              </a:extLst>
            </p:cNvPr>
            <p:cNvCxnSpPr>
              <a:stCxn id="136" idx="1"/>
              <a:endCxn id="136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DC09DF55-D566-5143-BD71-BD865BF65913}"/>
                </a:ext>
              </a:extLst>
            </p:cNvPr>
            <p:cNvCxnSpPr>
              <a:stCxn id="136" idx="7"/>
              <a:endCxn id="136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A9B379A0-1D71-6446-8FED-073F315DA40D}"/>
              </a:ext>
            </a:extLst>
          </p:cNvPr>
          <p:cNvGrpSpPr/>
          <p:nvPr/>
        </p:nvGrpSpPr>
        <p:grpSpPr>
          <a:xfrm>
            <a:off x="6749051" y="1272760"/>
            <a:ext cx="290945" cy="290945"/>
            <a:chOff x="2971800" y="2670464"/>
            <a:chExt cx="290945" cy="290945"/>
          </a:xfrm>
        </p:grpSpPr>
        <p:sp>
          <p:nvSpPr>
            <p:cNvPr id="140" name="同心圆 139">
              <a:extLst>
                <a:ext uri="{FF2B5EF4-FFF2-40B4-BE49-F238E27FC236}">
                  <a16:creationId xmlns:a16="http://schemas.microsoft.com/office/drawing/2014/main" id="{254AC6EF-B18C-0F4A-841A-3099A8E05DD1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AB23386F-330F-B548-B85B-A14F5D489E17}"/>
                </a:ext>
              </a:extLst>
            </p:cNvPr>
            <p:cNvCxnSpPr>
              <a:stCxn id="140" idx="1"/>
              <a:endCxn id="140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线连接符 141">
              <a:extLst>
                <a:ext uri="{FF2B5EF4-FFF2-40B4-BE49-F238E27FC236}">
                  <a16:creationId xmlns:a16="http://schemas.microsoft.com/office/drawing/2014/main" id="{2D792509-6A17-7F46-ACE2-59286E1943A6}"/>
                </a:ext>
              </a:extLst>
            </p:cNvPr>
            <p:cNvCxnSpPr>
              <a:stCxn id="140" idx="7"/>
              <a:endCxn id="140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384C8CAA-282C-3D4B-A0DC-B51FB6EF1B07}"/>
              </a:ext>
            </a:extLst>
          </p:cNvPr>
          <p:cNvCxnSpPr>
            <a:cxnSpLocks/>
            <a:stCxn id="60" idx="3"/>
            <a:endCxn id="136" idx="2"/>
          </p:cNvCxnSpPr>
          <p:nvPr/>
        </p:nvCxnSpPr>
        <p:spPr>
          <a:xfrm>
            <a:off x="2807737" y="1418856"/>
            <a:ext cx="199038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97904364-9F68-7943-98B7-F1182ADF030C}"/>
              </a:ext>
            </a:extLst>
          </p:cNvPr>
          <p:cNvCxnSpPr>
            <a:cxnSpLocks/>
            <a:stCxn id="136" idx="6"/>
            <a:endCxn id="114" idx="1"/>
          </p:cNvCxnSpPr>
          <p:nvPr/>
        </p:nvCxnSpPr>
        <p:spPr>
          <a:xfrm flipV="1">
            <a:off x="3297720" y="1418856"/>
            <a:ext cx="461869" cy="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795D210-0083-3142-AA51-26C533EE74B3}"/>
              </a:ext>
            </a:extLst>
          </p:cNvPr>
          <p:cNvCxnSpPr>
            <a:cxnSpLocks/>
            <a:stCxn id="114" idx="3"/>
            <a:endCxn id="155" idx="2"/>
          </p:cNvCxnSpPr>
          <p:nvPr/>
        </p:nvCxnSpPr>
        <p:spPr>
          <a:xfrm flipV="1">
            <a:off x="4521588" y="1414145"/>
            <a:ext cx="213379" cy="4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B4239132-08B5-514D-BADF-35CCC34B2A11}"/>
              </a:ext>
            </a:extLst>
          </p:cNvPr>
          <p:cNvCxnSpPr>
            <a:cxnSpLocks/>
            <a:stCxn id="123" idx="3"/>
            <a:endCxn id="140" idx="2"/>
          </p:cNvCxnSpPr>
          <p:nvPr/>
        </p:nvCxnSpPr>
        <p:spPr>
          <a:xfrm flipV="1">
            <a:off x="6262070" y="1418233"/>
            <a:ext cx="486981" cy="6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B538010-D8EA-D04E-AF6A-C573294ECD1D}"/>
              </a:ext>
            </a:extLst>
          </p:cNvPr>
          <p:cNvCxnSpPr>
            <a:cxnSpLocks/>
            <a:stCxn id="140" idx="6"/>
            <a:endCxn id="129" idx="1"/>
          </p:cNvCxnSpPr>
          <p:nvPr/>
        </p:nvCxnSpPr>
        <p:spPr>
          <a:xfrm>
            <a:off x="7039996" y="1418233"/>
            <a:ext cx="389356" cy="6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BE3F0EF1-ADFA-8842-8F13-B6BAA6DE0549}"/>
              </a:ext>
            </a:extLst>
          </p:cNvPr>
          <p:cNvCxnSpPr>
            <a:cxnSpLocks/>
            <a:stCxn id="129" idx="3"/>
            <a:endCxn id="133" idx="1"/>
          </p:cNvCxnSpPr>
          <p:nvPr/>
        </p:nvCxnSpPr>
        <p:spPr>
          <a:xfrm>
            <a:off x="8191351" y="1418856"/>
            <a:ext cx="6061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A3914E3B-686F-1644-B73B-D156BBF12A0E}"/>
              </a:ext>
            </a:extLst>
          </p:cNvPr>
          <p:cNvCxnSpPr>
            <a:cxnSpLocks/>
            <a:stCxn id="133" idx="3"/>
            <a:endCxn id="134" idx="1"/>
          </p:cNvCxnSpPr>
          <p:nvPr/>
        </p:nvCxnSpPr>
        <p:spPr>
          <a:xfrm>
            <a:off x="9559503" y="1418856"/>
            <a:ext cx="5422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154EA47E-3490-244C-9DD0-DA4AA214CEA8}"/>
              </a:ext>
            </a:extLst>
          </p:cNvPr>
          <p:cNvCxnSpPr>
            <a:cxnSpLocks/>
          </p:cNvCxnSpPr>
          <p:nvPr/>
        </p:nvCxnSpPr>
        <p:spPr>
          <a:xfrm>
            <a:off x="10863713" y="1408368"/>
            <a:ext cx="7840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1E046F96-A628-A142-A336-B1B83DEA2C36}"/>
                  </a:ext>
                </a:extLst>
              </p:cNvPr>
              <p:cNvSpPr/>
              <p:nvPr/>
            </p:nvSpPr>
            <p:spPr>
              <a:xfrm>
                <a:off x="4647191" y="193621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1E046F96-A628-A142-A336-B1B83DEA2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191" y="1936214"/>
                <a:ext cx="761999" cy="588818"/>
              </a:xfrm>
              <a:prstGeom prst="rect">
                <a:avLst/>
              </a:prstGeom>
              <a:blipFill>
                <a:blip r:embed="rId11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/>
              <p:nvPr/>
            </p:nvSpPr>
            <p:spPr>
              <a:xfrm>
                <a:off x="8257835" y="191363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402CB7A-A2B2-4143-B363-B4A4B309D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835" y="1913638"/>
                <a:ext cx="761999" cy="588818"/>
              </a:xfrm>
              <a:prstGeom prst="rect">
                <a:avLst/>
              </a:prstGeom>
              <a:blipFill>
                <a:blip r:embed="rId12"/>
                <a:stretch>
                  <a:fillRect l="-6349" b="-10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/>
              <p:nvPr/>
            </p:nvSpPr>
            <p:spPr>
              <a:xfrm>
                <a:off x="5909964" y="260648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C584F0C4-3C46-2241-B43E-8C8480F0F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964" y="260648"/>
                <a:ext cx="761999" cy="588818"/>
              </a:xfrm>
              <a:prstGeom prst="rect">
                <a:avLst/>
              </a:prstGeom>
              <a:blipFill>
                <a:blip r:embed="rId13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1B9210B8-A9DA-9C40-BC82-7CB8AD7EE747}"/>
              </a:ext>
            </a:extLst>
          </p:cNvPr>
          <p:cNvGrpSpPr/>
          <p:nvPr/>
        </p:nvGrpSpPr>
        <p:grpSpPr>
          <a:xfrm>
            <a:off x="4734967" y="1268672"/>
            <a:ext cx="290945" cy="290945"/>
            <a:chOff x="2971800" y="2670464"/>
            <a:chExt cx="290945" cy="290945"/>
          </a:xfrm>
        </p:grpSpPr>
        <p:sp>
          <p:nvSpPr>
            <p:cNvPr id="155" name="同心圆 154">
              <a:extLst>
                <a:ext uri="{FF2B5EF4-FFF2-40B4-BE49-F238E27FC236}">
                  <a16:creationId xmlns:a16="http://schemas.microsoft.com/office/drawing/2014/main" id="{EA7C1FA7-9B46-B347-81D9-354C934FA0D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8D53FDA8-2AD4-9140-84B1-CCBFF9C473C7}"/>
                </a:ext>
              </a:extLst>
            </p:cNvPr>
            <p:cNvCxnSpPr>
              <a:stCxn id="155" idx="1"/>
              <a:endCxn id="15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E6F70D54-2991-8140-A60B-8A3F6811B6FE}"/>
                </a:ext>
              </a:extLst>
            </p:cNvPr>
            <p:cNvCxnSpPr>
              <a:stCxn id="155" idx="7"/>
              <a:endCxn id="15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AD8CBBF5-E9C6-8644-8013-934A18FB9E1D}"/>
              </a:ext>
            </a:extLst>
          </p:cNvPr>
          <p:cNvCxnSpPr>
            <a:cxnSpLocks/>
            <a:stCxn id="155" idx="6"/>
          </p:cNvCxnSpPr>
          <p:nvPr/>
        </p:nvCxnSpPr>
        <p:spPr>
          <a:xfrm flipV="1">
            <a:off x="5025912" y="1411789"/>
            <a:ext cx="488210" cy="23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肘形连接符 158">
            <a:extLst>
              <a:ext uri="{FF2B5EF4-FFF2-40B4-BE49-F238E27FC236}">
                <a16:creationId xmlns:a16="http://schemas.microsoft.com/office/drawing/2014/main" id="{198A736F-21D7-5E4C-AEFA-9293B653A8FA}"/>
              </a:ext>
            </a:extLst>
          </p:cNvPr>
          <p:cNvCxnSpPr>
            <a:cxnSpLocks/>
            <a:endCxn id="151" idx="3"/>
          </p:cNvCxnSpPr>
          <p:nvPr/>
        </p:nvCxnSpPr>
        <p:spPr>
          <a:xfrm rot="10800000" flipV="1">
            <a:off x="5409190" y="1425667"/>
            <a:ext cx="1009532" cy="804955"/>
          </a:xfrm>
          <a:prstGeom prst="bentConnector3">
            <a:avLst>
              <a:gd name="adj1" fmla="val -16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肘形连接符 159">
            <a:extLst>
              <a:ext uri="{FF2B5EF4-FFF2-40B4-BE49-F238E27FC236}">
                <a16:creationId xmlns:a16="http://schemas.microsoft.com/office/drawing/2014/main" id="{2D36C8E2-6BC0-3444-8C11-8B6DA07690EE}"/>
              </a:ext>
            </a:extLst>
          </p:cNvPr>
          <p:cNvCxnSpPr>
            <a:cxnSpLocks/>
            <a:stCxn id="151" idx="1"/>
            <a:endCxn id="136" idx="4"/>
          </p:cNvCxnSpPr>
          <p:nvPr/>
        </p:nvCxnSpPr>
        <p:spPr>
          <a:xfrm rot="10800000">
            <a:off x="3152249" y="1571795"/>
            <a:ext cx="1494943" cy="6588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连接符 160">
            <a:extLst>
              <a:ext uri="{FF2B5EF4-FFF2-40B4-BE49-F238E27FC236}">
                <a16:creationId xmlns:a16="http://schemas.microsoft.com/office/drawing/2014/main" id="{CC98571E-3100-6B46-868B-9392B9402B2D}"/>
              </a:ext>
            </a:extLst>
          </p:cNvPr>
          <p:cNvCxnSpPr>
            <a:cxnSpLocks/>
            <a:stCxn id="152" idx="1"/>
            <a:endCxn id="140" idx="4"/>
          </p:cNvCxnSpPr>
          <p:nvPr/>
        </p:nvCxnSpPr>
        <p:spPr>
          <a:xfrm rot="10800000">
            <a:off x="6894525" y="1563705"/>
            <a:ext cx="1363311" cy="64434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>
            <a:extLst>
              <a:ext uri="{FF2B5EF4-FFF2-40B4-BE49-F238E27FC236}">
                <a16:creationId xmlns:a16="http://schemas.microsoft.com/office/drawing/2014/main" id="{8D6E9180-029C-9240-A530-C8FB78C0C8F6}"/>
              </a:ext>
            </a:extLst>
          </p:cNvPr>
          <p:cNvCxnSpPr>
            <a:cxnSpLocks/>
            <a:endCxn id="152" idx="3"/>
          </p:cNvCxnSpPr>
          <p:nvPr/>
        </p:nvCxnSpPr>
        <p:spPr>
          <a:xfrm rot="5400000">
            <a:off x="9011395" y="1437607"/>
            <a:ext cx="778880" cy="76200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连接符 162">
            <a:extLst>
              <a:ext uri="{FF2B5EF4-FFF2-40B4-BE49-F238E27FC236}">
                <a16:creationId xmlns:a16="http://schemas.microsoft.com/office/drawing/2014/main" id="{25B2B881-3982-424C-9EA9-FE8B43FA23FB}"/>
              </a:ext>
            </a:extLst>
          </p:cNvPr>
          <p:cNvCxnSpPr>
            <a:cxnSpLocks/>
            <a:endCxn id="153" idx="3"/>
          </p:cNvCxnSpPr>
          <p:nvPr/>
        </p:nvCxnSpPr>
        <p:spPr>
          <a:xfrm rot="10800000">
            <a:off x="6671963" y="555058"/>
            <a:ext cx="1541236" cy="863175"/>
          </a:xfrm>
          <a:prstGeom prst="bentConnector3">
            <a:avLst>
              <a:gd name="adj1" fmla="val -220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肘形连接符 163">
            <a:extLst>
              <a:ext uri="{FF2B5EF4-FFF2-40B4-BE49-F238E27FC236}">
                <a16:creationId xmlns:a16="http://schemas.microsoft.com/office/drawing/2014/main" id="{7EF5C4EC-6E11-1D4B-9F28-4233903D70EA}"/>
              </a:ext>
            </a:extLst>
          </p:cNvPr>
          <p:cNvCxnSpPr>
            <a:cxnSpLocks/>
            <a:stCxn id="153" idx="1"/>
            <a:endCxn id="155" idx="0"/>
          </p:cNvCxnSpPr>
          <p:nvPr/>
        </p:nvCxnSpPr>
        <p:spPr>
          <a:xfrm rot="10800000" flipV="1">
            <a:off x="4880440" y="555056"/>
            <a:ext cx="1029524" cy="71361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FC961650-F75B-394B-84BE-3E298539460F}"/>
                  </a:ext>
                </a:extLst>
              </p:cNvPr>
              <p:cNvSpPr txBox="1"/>
              <p:nvPr/>
            </p:nvSpPr>
            <p:spPr>
              <a:xfrm>
                <a:off x="1586761" y="8136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FC961650-F75B-394B-84BE-3E2985394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761" y="813630"/>
                <a:ext cx="410060" cy="553998"/>
              </a:xfrm>
              <a:prstGeom prst="rect">
                <a:avLst/>
              </a:prstGeom>
              <a:blipFill>
                <a:blip r:embed="rId14"/>
                <a:stretch>
                  <a:fillRect l="-8824" r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24F792C2-2A7F-6348-88BB-C956A52F0312}"/>
                  </a:ext>
                </a:extLst>
              </p:cNvPr>
              <p:cNvSpPr txBox="1"/>
              <p:nvPr/>
            </p:nvSpPr>
            <p:spPr>
              <a:xfrm>
                <a:off x="3261293" y="82259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24F792C2-2A7F-6348-88BB-C956A52F0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293" y="822591"/>
                <a:ext cx="410060" cy="553998"/>
              </a:xfrm>
              <a:prstGeom prst="rect">
                <a:avLst/>
              </a:prstGeom>
              <a:blipFill>
                <a:blip r:embed="rId15"/>
                <a:stretch>
                  <a:fillRect l="-27273" r="-4848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C87596D8-9166-9842-A8F5-1F33C8D53B1D}"/>
                  </a:ext>
                </a:extLst>
              </p:cNvPr>
              <p:cNvSpPr txBox="1"/>
              <p:nvPr/>
            </p:nvSpPr>
            <p:spPr>
              <a:xfrm>
                <a:off x="4996104" y="1330844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C87596D8-9166-9842-A8F5-1F33C8D53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104" y="1330844"/>
                <a:ext cx="410060" cy="553998"/>
              </a:xfrm>
              <a:prstGeom prst="rect">
                <a:avLst/>
              </a:prstGeom>
              <a:blipFill>
                <a:blip r:embed="rId16"/>
                <a:stretch>
                  <a:fillRect l="-27273" r="-4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/>
              <p:nvPr/>
            </p:nvSpPr>
            <p:spPr>
              <a:xfrm>
                <a:off x="4928227" y="81745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EA390A1-8800-4542-819C-71393B2F7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7" y="817452"/>
                <a:ext cx="472085" cy="55726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448CA6CF-9147-044E-9C18-476CFDF47058}"/>
                  </a:ext>
                </a:extLst>
              </p:cNvPr>
              <p:cNvSpPr txBox="1"/>
              <p:nvPr/>
            </p:nvSpPr>
            <p:spPr>
              <a:xfrm>
                <a:off x="6281736" y="743430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448CA6CF-9147-044E-9C18-476CFDF4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36" y="743430"/>
                <a:ext cx="410060" cy="553998"/>
              </a:xfrm>
              <a:prstGeom prst="rect">
                <a:avLst/>
              </a:prstGeom>
              <a:blipFill>
                <a:blip r:embed="rId18"/>
                <a:stretch>
                  <a:fillRect l="-26471" r="-4117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B9227979-668A-B949-B8AA-49F1B3E625D2}"/>
                  </a:ext>
                </a:extLst>
              </p:cNvPr>
              <p:cNvSpPr txBox="1"/>
              <p:nvPr/>
            </p:nvSpPr>
            <p:spPr>
              <a:xfrm>
                <a:off x="6917195" y="774301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B9227979-668A-B949-B8AA-49F1B3E62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195" y="774301"/>
                <a:ext cx="410060" cy="553998"/>
              </a:xfrm>
              <a:prstGeom prst="rect">
                <a:avLst/>
              </a:prstGeom>
              <a:blipFill>
                <a:blip r:embed="rId19"/>
                <a:stretch>
                  <a:fillRect l="-27273" r="-4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706E6F85-0DF5-F24F-AF6E-B7B576DF9D3B}"/>
                  </a:ext>
                </a:extLst>
              </p:cNvPr>
              <p:cNvSpPr txBox="1"/>
              <p:nvPr/>
            </p:nvSpPr>
            <p:spPr>
              <a:xfrm>
                <a:off x="8285347" y="757899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706E6F85-0DF5-F24F-AF6E-B7B576DF9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47" y="757899"/>
                <a:ext cx="410060" cy="553998"/>
              </a:xfrm>
              <a:prstGeom prst="rect">
                <a:avLst/>
              </a:prstGeom>
              <a:blipFill>
                <a:blip r:embed="rId20"/>
                <a:stretch>
                  <a:fillRect l="-27273" r="-4848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DBE040BA-9FC5-3742-8DB3-EDE4E29279D8}"/>
                  </a:ext>
                </a:extLst>
              </p:cNvPr>
              <p:cNvSpPr txBox="1"/>
              <p:nvPr/>
            </p:nvSpPr>
            <p:spPr>
              <a:xfrm>
                <a:off x="9581491" y="776846"/>
                <a:ext cx="41006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DBE040BA-9FC5-3742-8DB3-EDE4E2927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491" y="776846"/>
                <a:ext cx="410060" cy="553998"/>
              </a:xfrm>
              <a:prstGeom prst="rect">
                <a:avLst/>
              </a:prstGeom>
              <a:blipFill>
                <a:blip r:embed="rId21"/>
                <a:stretch>
                  <a:fillRect l="-27273" r="-4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C1F1E53-4D6E-EE46-954E-F9B6421D46F8}"/>
                  </a:ext>
                </a:extLst>
              </p:cNvPr>
              <p:cNvSpPr txBox="1"/>
              <p:nvPr/>
            </p:nvSpPr>
            <p:spPr>
              <a:xfrm>
                <a:off x="6927178" y="1426185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C1F1E53-4D6E-EE46-954E-F9B6421D4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178" y="1426185"/>
                <a:ext cx="472085" cy="557268"/>
              </a:xfrm>
              <a:prstGeom prst="rect">
                <a:avLst/>
              </a:prstGeom>
              <a:blipFill>
                <a:blip r:embed="rId22"/>
                <a:stretch>
                  <a:fillRect l="-2632" r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038D886C-A3F8-F842-9E12-8AAF5AAC1146}"/>
              </a:ext>
            </a:extLst>
          </p:cNvPr>
          <p:cNvGrpSpPr/>
          <p:nvPr/>
        </p:nvGrpSpPr>
        <p:grpSpPr>
          <a:xfrm>
            <a:off x="334566" y="3501008"/>
            <a:ext cx="11588921" cy="2923800"/>
            <a:chOff x="334566" y="3861048"/>
            <a:chExt cx="11588921" cy="2923800"/>
          </a:xfrm>
        </p:grpSpPr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69E5F7D9-FDF9-2E4C-B251-B3B191857554}"/>
                </a:ext>
              </a:extLst>
            </p:cNvPr>
            <p:cNvSpPr/>
            <p:nvPr/>
          </p:nvSpPr>
          <p:spPr>
            <a:xfrm>
              <a:off x="1060171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EC454F48-3E24-2642-856E-9EB25806D48A}"/>
                </a:ext>
              </a:extLst>
            </p:cNvPr>
            <p:cNvSpPr/>
            <p:nvPr/>
          </p:nvSpPr>
          <p:spPr>
            <a:xfrm>
              <a:off x="2164058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FC3AD87C-7519-7144-8D61-0EBD56EBDAD2}"/>
                </a:ext>
              </a:extLst>
            </p:cNvPr>
            <p:cNvSpPr/>
            <p:nvPr/>
          </p:nvSpPr>
          <p:spPr>
            <a:xfrm>
              <a:off x="3267945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1" name="直线箭头连接符 180">
              <a:extLst>
                <a:ext uri="{FF2B5EF4-FFF2-40B4-BE49-F238E27FC236}">
                  <a16:creationId xmlns:a16="http://schemas.microsoft.com/office/drawing/2014/main" id="{389C6354-E305-ED42-9F31-9F5EA44919A6}"/>
                </a:ext>
              </a:extLst>
            </p:cNvPr>
            <p:cNvCxnSpPr>
              <a:cxnSpLocks/>
              <a:stCxn id="178" idx="6"/>
              <a:endCxn id="179" idx="2"/>
            </p:cNvCxnSpPr>
            <p:nvPr/>
          </p:nvCxnSpPr>
          <p:spPr>
            <a:xfrm>
              <a:off x="1296341" y="4936264"/>
              <a:ext cx="8677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曲线连接符 181">
              <a:extLst>
                <a:ext uri="{FF2B5EF4-FFF2-40B4-BE49-F238E27FC236}">
                  <a16:creationId xmlns:a16="http://schemas.microsoft.com/office/drawing/2014/main" id="{0A8D0A4C-7A37-2842-B571-2045850EEB49}"/>
                </a:ext>
              </a:extLst>
            </p:cNvPr>
            <p:cNvCxnSpPr>
              <a:cxnSpLocks/>
              <a:stCxn id="194" idx="0"/>
              <a:endCxn id="186" idx="0"/>
            </p:cNvCxnSpPr>
            <p:nvPr/>
          </p:nvCxnSpPr>
          <p:spPr>
            <a:xfrm rot="16200000" flipV="1">
              <a:off x="6145747" y="3162349"/>
              <a:ext cx="12700" cy="3311659"/>
            </a:xfrm>
            <a:prstGeom prst="curvedConnector3">
              <a:avLst>
                <a:gd name="adj1" fmla="val 7199984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0BCBF641-58D2-A64E-AF53-221757CB0B09}"/>
                    </a:ext>
                  </a:extLst>
                </p:cNvPr>
                <p:cNvSpPr txBox="1"/>
                <p:nvPr/>
              </p:nvSpPr>
              <p:spPr>
                <a:xfrm>
                  <a:off x="334566" y="465919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0BCBF641-58D2-A64E-AF53-221757CB0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6" y="4659197"/>
                  <a:ext cx="692168" cy="553998"/>
                </a:xfrm>
                <a:prstGeom prst="rect">
                  <a:avLst/>
                </a:prstGeom>
                <a:blipFill>
                  <a:blip r:embed="rId2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B27E4866-C49B-0D4E-89D1-D078C73E5BAD}"/>
                    </a:ext>
                  </a:extLst>
                </p:cNvPr>
                <p:cNvSpPr txBox="1"/>
                <p:nvPr/>
              </p:nvSpPr>
              <p:spPr>
                <a:xfrm>
                  <a:off x="11231319" y="46188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B27E4866-C49B-0D4E-89D1-D078C73E5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1319" y="4618857"/>
                  <a:ext cx="692168" cy="553998"/>
                </a:xfrm>
                <a:prstGeom prst="rect">
                  <a:avLst/>
                </a:prstGeom>
                <a:blipFill>
                  <a:blip r:embed="rId24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6AD1CC2A-DEC3-6B4A-B24E-B62EFBCFD0B4}"/>
                    </a:ext>
                  </a:extLst>
                </p:cNvPr>
                <p:cNvSpPr txBox="1"/>
                <p:nvPr/>
              </p:nvSpPr>
              <p:spPr>
                <a:xfrm>
                  <a:off x="2012480" y="4261140"/>
                  <a:ext cx="539325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6AD1CC2A-DEC3-6B4A-B24E-B62EFBCFD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480" y="4261140"/>
                  <a:ext cx="539325" cy="553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1C8F6720-4B2C-1B46-89BD-05E22F9F3ADB}"/>
                </a:ext>
              </a:extLst>
            </p:cNvPr>
            <p:cNvSpPr/>
            <p:nvPr/>
          </p:nvSpPr>
          <p:spPr>
            <a:xfrm>
              <a:off x="4371832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7" name="直线箭头连接符 186">
              <a:extLst>
                <a:ext uri="{FF2B5EF4-FFF2-40B4-BE49-F238E27FC236}">
                  <a16:creationId xmlns:a16="http://schemas.microsoft.com/office/drawing/2014/main" id="{F9A0BED9-9C2C-B242-AED5-7216356CC6AB}"/>
                </a:ext>
              </a:extLst>
            </p:cNvPr>
            <p:cNvCxnSpPr>
              <a:cxnSpLocks/>
              <a:stCxn id="179" idx="6"/>
              <a:endCxn id="180" idx="2"/>
            </p:cNvCxnSpPr>
            <p:nvPr/>
          </p:nvCxnSpPr>
          <p:spPr>
            <a:xfrm>
              <a:off x="2400228" y="4936264"/>
              <a:ext cx="8677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箭头连接符 187">
              <a:extLst>
                <a:ext uri="{FF2B5EF4-FFF2-40B4-BE49-F238E27FC236}">
                  <a16:creationId xmlns:a16="http://schemas.microsoft.com/office/drawing/2014/main" id="{AB78F5F6-CBAB-154B-BC36-7130E8585CB5}"/>
                </a:ext>
              </a:extLst>
            </p:cNvPr>
            <p:cNvCxnSpPr>
              <a:cxnSpLocks/>
              <a:stCxn id="180" idx="6"/>
              <a:endCxn id="186" idx="2"/>
            </p:cNvCxnSpPr>
            <p:nvPr/>
          </p:nvCxnSpPr>
          <p:spPr>
            <a:xfrm>
              <a:off x="3504115" y="4936264"/>
              <a:ext cx="8677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BA285B46-D8FA-9F4F-8AF6-61A2D5715BDA}"/>
                    </a:ext>
                  </a:extLst>
                </p:cNvPr>
                <p:cNvSpPr txBox="1"/>
                <p:nvPr/>
              </p:nvSpPr>
              <p:spPr>
                <a:xfrm>
                  <a:off x="2975595" y="426114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BA285B46-D8FA-9F4F-8AF6-61A2D5715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5595" y="4261140"/>
                  <a:ext cx="692168" cy="553998"/>
                </a:xfrm>
                <a:prstGeom prst="rect">
                  <a:avLst/>
                </a:prstGeom>
                <a:blipFill>
                  <a:blip r:embed="rId26"/>
                  <a:stretch>
                    <a:fillRect l="-3636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9EB5A48D-CAC0-2149-8298-B7DF7F80116D}"/>
                    </a:ext>
                  </a:extLst>
                </p:cNvPr>
                <p:cNvSpPr txBox="1"/>
                <p:nvPr/>
              </p:nvSpPr>
              <p:spPr>
                <a:xfrm>
                  <a:off x="2458269" y="43647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9EB5A48D-CAC0-2149-8298-B7DF7F801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8269" y="4364706"/>
                  <a:ext cx="692168" cy="553998"/>
                </a:xfrm>
                <a:prstGeom prst="rect">
                  <a:avLst/>
                </a:prstGeom>
                <a:blipFill>
                  <a:blip r:embed="rId27"/>
                  <a:stretch>
                    <a:fillRect l="-10714" r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377D6F03-233F-F94D-968C-6F27DC1740C6}"/>
                    </a:ext>
                  </a:extLst>
                </p:cNvPr>
                <p:cNvSpPr txBox="1"/>
                <p:nvPr/>
              </p:nvSpPr>
              <p:spPr>
                <a:xfrm>
                  <a:off x="1364682" y="438756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377D6F03-233F-F94D-968C-6F27DC174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682" y="4387568"/>
                  <a:ext cx="692168" cy="557268"/>
                </a:xfrm>
                <a:prstGeom prst="rect">
                  <a:avLst/>
                </a:prstGeom>
                <a:blipFill>
                  <a:blip r:embed="rId28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713D30ED-F1FE-CD45-82E5-8A72B3A52860}"/>
                </a:ext>
              </a:extLst>
            </p:cNvPr>
            <p:cNvSpPr/>
            <p:nvPr/>
          </p:nvSpPr>
          <p:spPr>
            <a:xfrm>
              <a:off x="5475718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A229B045-64DD-6A45-BB41-BC3107644F00}"/>
                </a:ext>
              </a:extLst>
            </p:cNvPr>
            <p:cNvSpPr/>
            <p:nvPr/>
          </p:nvSpPr>
          <p:spPr>
            <a:xfrm>
              <a:off x="6579604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74AA0CFD-E9D9-504D-9AB7-B78C2B2E7BE7}"/>
                </a:ext>
              </a:extLst>
            </p:cNvPr>
            <p:cNvSpPr/>
            <p:nvPr/>
          </p:nvSpPr>
          <p:spPr>
            <a:xfrm>
              <a:off x="7683491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B3B97124-15C2-714A-9A10-9324BD0EE9E6}"/>
                </a:ext>
              </a:extLst>
            </p:cNvPr>
            <p:cNvSpPr/>
            <p:nvPr/>
          </p:nvSpPr>
          <p:spPr>
            <a:xfrm>
              <a:off x="8787377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65E731AC-09C9-5C4E-85CE-E63B5EE32607}"/>
                </a:ext>
              </a:extLst>
            </p:cNvPr>
            <p:cNvSpPr/>
            <p:nvPr/>
          </p:nvSpPr>
          <p:spPr>
            <a:xfrm>
              <a:off x="9891263" y="481817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97" name="直线箭头连接符 196">
              <a:extLst>
                <a:ext uri="{FF2B5EF4-FFF2-40B4-BE49-F238E27FC236}">
                  <a16:creationId xmlns:a16="http://schemas.microsoft.com/office/drawing/2014/main" id="{C5BCF17C-08A9-7A4D-AF90-5358B1AFE05A}"/>
                </a:ext>
              </a:extLst>
            </p:cNvPr>
            <p:cNvCxnSpPr>
              <a:cxnSpLocks/>
              <a:endCxn id="192" idx="2"/>
            </p:cNvCxnSpPr>
            <p:nvPr/>
          </p:nvCxnSpPr>
          <p:spPr>
            <a:xfrm flipV="1">
              <a:off x="4603765" y="4936264"/>
              <a:ext cx="871953" cy="85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线箭头连接符 197">
              <a:extLst>
                <a:ext uri="{FF2B5EF4-FFF2-40B4-BE49-F238E27FC236}">
                  <a16:creationId xmlns:a16="http://schemas.microsoft.com/office/drawing/2014/main" id="{A0F2DEB3-0D5C-6F48-B8A5-0A7969177607}"/>
                </a:ext>
              </a:extLst>
            </p:cNvPr>
            <p:cNvCxnSpPr>
              <a:cxnSpLocks/>
              <a:endCxn id="193" idx="2"/>
            </p:cNvCxnSpPr>
            <p:nvPr/>
          </p:nvCxnSpPr>
          <p:spPr>
            <a:xfrm flipV="1">
              <a:off x="5735485" y="4936264"/>
              <a:ext cx="844119" cy="41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线箭头连接符 198">
              <a:extLst>
                <a:ext uri="{FF2B5EF4-FFF2-40B4-BE49-F238E27FC236}">
                  <a16:creationId xmlns:a16="http://schemas.microsoft.com/office/drawing/2014/main" id="{2FC2D32B-0BBA-C74E-8DAF-411D39872F89}"/>
                </a:ext>
              </a:extLst>
            </p:cNvPr>
            <p:cNvCxnSpPr>
              <a:cxnSpLocks/>
              <a:endCxn id="194" idx="2"/>
            </p:cNvCxnSpPr>
            <p:nvPr/>
          </p:nvCxnSpPr>
          <p:spPr>
            <a:xfrm>
              <a:off x="6832647" y="4931740"/>
              <a:ext cx="850844" cy="45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线箭头连接符 199">
              <a:extLst>
                <a:ext uri="{FF2B5EF4-FFF2-40B4-BE49-F238E27FC236}">
                  <a16:creationId xmlns:a16="http://schemas.microsoft.com/office/drawing/2014/main" id="{66B686CA-FA77-0B4C-A0F1-F1A203D0E344}"/>
                </a:ext>
              </a:extLst>
            </p:cNvPr>
            <p:cNvCxnSpPr>
              <a:cxnSpLocks/>
              <a:stCxn id="194" idx="6"/>
              <a:endCxn id="195" idx="2"/>
            </p:cNvCxnSpPr>
            <p:nvPr/>
          </p:nvCxnSpPr>
          <p:spPr>
            <a:xfrm>
              <a:off x="7919661" y="4936264"/>
              <a:ext cx="86771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线箭头连接符 200">
              <a:extLst>
                <a:ext uri="{FF2B5EF4-FFF2-40B4-BE49-F238E27FC236}">
                  <a16:creationId xmlns:a16="http://schemas.microsoft.com/office/drawing/2014/main" id="{3745093E-A694-6942-938F-594295F4E09E}"/>
                </a:ext>
              </a:extLst>
            </p:cNvPr>
            <p:cNvCxnSpPr>
              <a:cxnSpLocks/>
              <a:stCxn id="195" idx="6"/>
              <a:endCxn id="196" idx="2"/>
            </p:cNvCxnSpPr>
            <p:nvPr/>
          </p:nvCxnSpPr>
          <p:spPr>
            <a:xfrm>
              <a:off x="9023547" y="4936264"/>
              <a:ext cx="86771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E420EBB-7C87-174A-B906-0FE7B59250CB}"/>
                    </a:ext>
                  </a:extLst>
                </p:cNvPr>
                <p:cNvSpPr txBox="1"/>
                <p:nvPr/>
              </p:nvSpPr>
              <p:spPr>
                <a:xfrm>
                  <a:off x="4091553" y="4956772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E420EBB-7C87-174A-B906-0FE7B59250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553" y="4956772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l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3EA223A5-D7BF-D540-B047-95163D6B3769}"/>
                    </a:ext>
                  </a:extLst>
                </p:cNvPr>
                <p:cNvSpPr txBox="1"/>
                <p:nvPr/>
              </p:nvSpPr>
              <p:spPr>
                <a:xfrm>
                  <a:off x="5207511" y="426114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3EA223A5-D7BF-D540-B047-95163D6B3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511" y="4261140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 l="-1786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30F0CEAF-4C7F-4246-96E1-0649F4A8508F}"/>
                    </a:ext>
                  </a:extLst>
                </p:cNvPr>
                <p:cNvSpPr txBox="1"/>
                <p:nvPr/>
              </p:nvSpPr>
              <p:spPr>
                <a:xfrm>
                  <a:off x="6323469" y="426114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30F0CEAF-4C7F-4246-96E1-0649F4A850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469" y="4261140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l="-1786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1D74E2AA-122F-2841-A41C-D257AFE009E9}"/>
                    </a:ext>
                  </a:extLst>
                </p:cNvPr>
                <p:cNvSpPr txBox="1"/>
                <p:nvPr/>
              </p:nvSpPr>
              <p:spPr>
                <a:xfrm>
                  <a:off x="7439427" y="4956772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1D74E2AA-122F-2841-A41C-D257AFE00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9427" y="4956772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 l="-1786" r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0001A3F1-E031-354E-AB68-05405B1CB76F}"/>
                    </a:ext>
                  </a:extLst>
                </p:cNvPr>
                <p:cNvSpPr txBox="1"/>
                <p:nvPr/>
              </p:nvSpPr>
              <p:spPr>
                <a:xfrm>
                  <a:off x="8555385" y="426114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0001A3F1-E031-354E-AB68-05405B1CB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5385" y="4261140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9B0B9635-ABBF-3147-B317-41108D087BE7}"/>
                </a:ext>
              </a:extLst>
            </p:cNvPr>
            <p:cNvSpPr/>
            <p:nvPr/>
          </p:nvSpPr>
          <p:spPr>
            <a:xfrm>
              <a:off x="10995149" y="482236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208" name="直线箭头连接符 207">
              <a:extLst>
                <a:ext uri="{FF2B5EF4-FFF2-40B4-BE49-F238E27FC236}">
                  <a16:creationId xmlns:a16="http://schemas.microsoft.com/office/drawing/2014/main" id="{E094CE9E-C108-A341-AE2D-927B5478DC38}"/>
                </a:ext>
              </a:extLst>
            </p:cNvPr>
            <p:cNvCxnSpPr>
              <a:cxnSpLocks/>
              <a:endCxn id="207" idx="2"/>
            </p:cNvCxnSpPr>
            <p:nvPr/>
          </p:nvCxnSpPr>
          <p:spPr>
            <a:xfrm>
              <a:off x="10127433" y="4940448"/>
              <a:ext cx="86771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814AEEED-E734-144B-BB94-A0B449897863}"/>
                    </a:ext>
                  </a:extLst>
                </p:cNvPr>
                <p:cNvSpPr txBox="1"/>
                <p:nvPr/>
              </p:nvSpPr>
              <p:spPr>
                <a:xfrm>
                  <a:off x="9671345" y="426114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814AEEED-E734-144B-BB94-A0B449897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1345" y="4261140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l="-3571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FD5670B3-A315-7542-B570-D2B3A7B6275E}"/>
                    </a:ext>
                  </a:extLst>
                </p:cNvPr>
                <p:cNvSpPr txBox="1"/>
                <p:nvPr/>
              </p:nvSpPr>
              <p:spPr>
                <a:xfrm>
                  <a:off x="3551438" y="436175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FD5670B3-A315-7542-B570-D2B3A7B62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1438" y="4361759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l="-8929" r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89B31AD3-16A7-CB44-B321-237E882DCBD6}"/>
                    </a:ext>
                  </a:extLst>
                </p:cNvPr>
                <p:cNvSpPr txBox="1"/>
                <p:nvPr/>
              </p:nvSpPr>
              <p:spPr>
                <a:xfrm>
                  <a:off x="4676340" y="4377742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89B31AD3-16A7-CB44-B321-237E882DC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340" y="4377742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 l="-10909" r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7E0504FC-4CCA-B044-9628-0EC034098A27}"/>
                    </a:ext>
                  </a:extLst>
                </p:cNvPr>
                <p:cNvSpPr txBox="1"/>
                <p:nvPr/>
              </p:nvSpPr>
              <p:spPr>
                <a:xfrm>
                  <a:off x="6881691" y="437635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7E0504FC-4CCA-B044-9628-0EC034098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1691" y="4376359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l="-8929" r="-1786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D0CE9DDB-7AC6-0745-AB8A-96E954C11935}"/>
                    </a:ext>
                  </a:extLst>
                </p:cNvPr>
                <p:cNvSpPr txBox="1"/>
                <p:nvPr/>
              </p:nvSpPr>
              <p:spPr>
                <a:xfrm>
                  <a:off x="7973221" y="43647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D0CE9DDB-7AC6-0745-AB8A-96E954C11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221" y="4364706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 l="-8929" r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EEE4C21-F78B-114E-B79B-2F19664F8E37}"/>
                    </a:ext>
                  </a:extLst>
                </p:cNvPr>
                <p:cNvSpPr txBox="1"/>
                <p:nvPr/>
              </p:nvSpPr>
              <p:spPr>
                <a:xfrm>
                  <a:off x="9092538" y="438070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0EEE4C21-F78B-114E-B79B-2F19664F8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2538" y="4380708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0909" r="-1818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08473242-6A4D-1041-BF51-775445367601}"/>
                    </a:ext>
                  </a:extLst>
                </p:cNvPr>
                <p:cNvSpPr txBox="1"/>
                <p:nvPr/>
              </p:nvSpPr>
              <p:spPr>
                <a:xfrm>
                  <a:off x="5767964" y="4411327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08473242-6A4D-1041-BF51-775445367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964" y="4411327"/>
                  <a:ext cx="692168" cy="557268"/>
                </a:xfrm>
                <a:prstGeom prst="rect">
                  <a:avLst/>
                </a:prstGeom>
                <a:blipFill>
                  <a:blip r:embed="rId40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6" name="曲线连接符 215">
              <a:extLst>
                <a:ext uri="{FF2B5EF4-FFF2-40B4-BE49-F238E27FC236}">
                  <a16:creationId xmlns:a16="http://schemas.microsoft.com/office/drawing/2014/main" id="{9BCF1D82-C504-5047-8F27-C6920445D28D}"/>
                </a:ext>
              </a:extLst>
            </p:cNvPr>
            <p:cNvCxnSpPr>
              <a:cxnSpLocks/>
              <a:stCxn id="192" idx="4"/>
              <a:endCxn id="180" idx="4"/>
            </p:cNvCxnSpPr>
            <p:nvPr/>
          </p:nvCxnSpPr>
          <p:spPr>
            <a:xfrm rot="5400000">
              <a:off x="4489917" y="3950463"/>
              <a:ext cx="12700" cy="2207773"/>
            </a:xfrm>
            <a:prstGeom prst="curvedConnector3">
              <a:avLst>
                <a:gd name="adj1" fmla="val 4968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曲线连接符 216">
              <a:extLst>
                <a:ext uri="{FF2B5EF4-FFF2-40B4-BE49-F238E27FC236}">
                  <a16:creationId xmlns:a16="http://schemas.microsoft.com/office/drawing/2014/main" id="{564E8DD6-FB77-8545-AD15-79F94B645AC8}"/>
                </a:ext>
              </a:extLst>
            </p:cNvPr>
            <p:cNvCxnSpPr>
              <a:cxnSpLocks/>
              <a:stCxn id="195" idx="4"/>
              <a:endCxn id="193" idx="4"/>
            </p:cNvCxnSpPr>
            <p:nvPr/>
          </p:nvCxnSpPr>
          <p:spPr>
            <a:xfrm rot="5400000">
              <a:off x="7801576" y="3950463"/>
              <a:ext cx="12700" cy="2207773"/>
            </a:xfrm>
            <a:prstGeom prst="curvedConnector3">
              <a:avLst>
                <a:gd name="adj1" fmla="val 504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曲线连接符 217">
              <a:extLst>
                <a:ext uri="{FF2B5EF4-FFF2-40B4-BE49-F238E27FC236}">
                  <a16:creationId xmlns:a16="http://schemas.microsoft.com/office/drawing/2014/main" id="{591CCCB5-7391-D04F-9C39-208B6EEBBA9F}"/>
                </a:ext>
              </a:extLst>
            </p:cNvPr>
            <p:cNvCxnSpPr>
              <a:cxnSpLocks/>
              <a:stCxn id="196" idx="4"/>
              <a:endCxn id="179" idx="4"/>
            </p:cNvCxnSpPr>
            <p:nvPr/>
          </p:nvCxnSpPr>
          <p:spPr>
            <a:xfrm rot="5400000">
              <a:off x="6145746" y="1190747"/>
              <a:ext cx="12700" cy="7727205"/>
            </a:xfrm>
            <a:prstGeom prst="curvedConnector3">
              <a:avLst>
                <a:gd name="adj1" fmla="val 1404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759BD141-F545-C249-ACD4-B8A95D4F0A89}"/>
                    </a:ext>
                  </a:extLst>
                </p:cNvPr>
                <p:cNvSpPr txBox="1"/>
                <p:nvPr/>
              </p:nvSpPr>
              <p:spPr>
                <a:xfrm>
                  <a:off x="5771627" y="623085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759BD141-F545-C249-ACD4-B8A95D4F0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1627" y="623085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l="-10909" r="-47273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D402F662-4467-6045-A440-5D0DC61BC0F6}"/>
                    </a:ext>
                  </a:extLst>
                </p:cNvPr>
                <p:cNvSpPr txBox="1"/>
                <p:nvPr/>
              </p:nvSpPr>
              <p:spPr>
                <a:xfrm>
                  <a:off x="3897522" y="5677972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D402F662-4467-6045-A440-5D0DC61BC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522" y="5677972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 l="-10714" r="-46429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4E249B7E-D9D2-7343-880F-367B44117EBA}"/>
                    </a:ext>
                  </a:extLst>
                </p:cNvPr>
                <p:cNvSpPr txBox="1"/>
                <p:nvPr/>
              </p:nvSpPr>
              <p:spPr>
                <a:xfrm>
                  <a:off x="7227775" y="5677972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本框 220">
                  <a:extLst>
                    <a:ext uri="{FF2B5EF4-FFF2-40B4-BE49-F238E27FC236}">
                      <a16:creationId xmlns:a16="http://schemas.microsoft.com/office/drawing/2014/main" id="{4E249B7E-D9D2-7343-880F-367B44117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7775" y="5677972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l="-10909" r="-47273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88D420F1-4581-894E-ABDD-0B6F6F90E8E0}"/>
                    </a:ext>
                  </a:extLst>
                </p:cNvPr>
                <p:cNvSpPr txBox="1"/>
                <p:nvPr/>
              </p:nvSpPr>
              <p:spPr>
                <a:xfrm>
                  <a:off x="5623494" y="386104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88D420F1-4581-894E-ABDD-0B6F6F90E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3494" y="3861048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 l="-8929" r="-46429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71B31BCC-32E6-0444-A9AF-381D6875A27B}"/>
                </a:ext>
              </a:extLst>
            </p:cNvPr>
            <p:cNvSpPr txBox="1"/>
            <p:nvPr/>
          </p:nvSpPr>
          <p:spPr>
            <a:xfrm>
              <a:off x="5126691" y="4965538"/>
              <a:ext cx="387007" cy="5572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3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zh-CN" altLang="en-US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DFFA25D8-1EE8-6C42-A99A-6EC90DDD7165}"/>
                </a:ext>
              </a:extLst>
            </p:cNvPr>
            <p:cNvSpPr txBox="1"/>
            <p:nvPr/>
          </p:nvSpPr>
          <p:spPr>
            <a:xfrm>
              <a:off x="8150808" y="4926264"/>
              <a:ext cx="567578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3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endParaRPr kumimoji="1" lang="zh-CN" altLang="en-US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59C37969-2309-9A47-8738-6D9CC8FCCC42}"/>
                </a:ext>
              </a:extLst>
            </p:cNvPr>
            <p:cNvSpPr txBox="1"/>
            <p:nvPr/>
          </p:nvSpPr>
          <p:spPr>
            <a:xfrm>
              <a:off x="4933187" y="6215552"/>
              <a:ext cx="58051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36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  <a:endParaRPr kumimoji="1" lang="zh-CN" altLang="en-US" sz="3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E85F03F0-FB32-3F48-844C-D32E7C0DB6AC}"/>
                    </a:ext>
                  </a:extLst>
                </p:cNvPr>
                <p:cNvSpPr txBox="1"/>
                <p:nvPr/>
              </p:nvSpPr>
              <p:spPr>
                <a:xfrm>
                  <a:off x="10184896" y="4375955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E85F03F0-FB32-3F48-844C-D32E7C0DB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896" y="4375955"/>
                  <a:ext cx="692168" cy="557268"/>
                </a:xfrm>
                <a:prstGeom prst="rect">
                  <a:avLst/>
                </a:prstGeom>
                <a:blipFill>
                  <a:blip r:embed="rId40"/>
                  <a:stretch>
                    <a:fillRect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/>
              <p:nvPr/>
            </p:nvSpPr>
            <p:spPr>
              <a:xfrm>
                <a:off x="331005" y="78391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DDF8072D-2C5A-5645-90F1-F8B2122B6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05" y="783911"/>
                <a:ext cx="692168" cy="553998"/>
              </a:xfrm>
              <a:prstGeom prst="rect">
                <a:avLst/>
              </a:prstGeom>
              <a:blipFill>
                <a:blip r:embed="rId4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/>
              <p:nvPr/>
            </p:nvSpPr>
            <p:spPr>
              <a:xfrm>
                <a:off x="11231319" y="76828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527C7128-5C05-454C-A038-460B8E26B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1319" y="768287"/>
                <a:ext cx="692168" cy="553998"/>
              </a:xfrm>
              <a:prstGeom prst="rect">
                <a:avLst/>
              </a:prstGeom>
              <a:blipFill>
                <a:blip r:embed="rId2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724591C-8774-703A-BC00-063952464024}"/>
                  </a:ext>
                </a:extLst>
              </p:cNvPr>
              <p:cNvSpPr txBox="1"/>
              <p:nvPr/>
            </p:nvSpPr>
            <p:spPr>
              <a:xfrm>
                <a:off x="3217378" y="1445032"/>
                <a:ext cx="472085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724591C-8774-703A-BC00-063952464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378" y="1445032"/>
                <a:ext cx="472085" cy="557268"/>
              </a:xfrm>
              <a:prstGeom prst="rect">
                <a:avLst/>
              </a:prstGeom>
              <a:blipFill>
                <a:blip r:embed="rId46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956086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FAF14CC8-6F68-3A45-896B-9312C382E5FF}"/>
              </a:ext>
            </a:extLst>
          </p:cNvPr>
          <p:cNvSpPr txBox="1"/>
          <p:nvPr/>
        </p:nvSpPr>
        <p:spPr>
          <a:xfrm>
            <a:off x="1367303" y="1196752"/>
            <a:ext cx="4032448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按次序绘制各节点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B372CB-8968-EC4C-842B-2FF7B0296DB8}"/>
              </a:ext>
            </a:extLst>
          </p:cNvPr>
          <p:cNvSpPr txBox="1"/>
          <p:nvPr/>
        </p:nvSpPr>
        <p:spPr>
          <a:xfrm>
            <a:off x="6671270" y="1196752"/>
            <a:ext cx="4536504" cy="715089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accent1"/>
                </a:solidFill>
              </a:rPr>
              <a:t>根据方程绘制各支路</a:t>
            </a:r>
          </a:p>
        </p:txBody>
      </p:sp>
      <p:sp>
        <p:nvSpPr>
          <p:cNvPr id="30" name="ï$ľiďê">
            <a:extLst>
              <a:ext uri="{FF2B5EF4-FFF2-40B4-BE49-F238E27FC236}">
                <a16:creationId xmlns:a16="http://schemas.microsoft.com/office/drawing/2014/main" id="{1ADDEFD8-CD67-4245-8305-D747DB352DAA}"/>
              </a:ext>
            </a:extLst>
          </p:cNvPr>
          <p:cNvSpPr/>
          <p:nvPr/>
        </p:nvSpPr>
        <p:spPr bwMode="auto">
          <a:xfrm>
            <a:off x="550590" y="119664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1" name="ï$ľiďê">
            <a:extLst>
              <a:ext uri="{FF2B5EF4-FFF2-40B4-BE49-F238E27FC236}">
                <a16:creationId xmlns:a16="http://schemas.microsoft.com/office/drawing/2014/main" id="{CC5D9B8A-AF65-BF47-8297-DEDD5C8061A6}"/>
              </a:ext>
            </a:extLst>
          </p:cNvPr>
          <p:cNvSpPr/>
          <p:nvPr/>
        </p:nvSpPr>
        <p:spPr bwMode="auto">
          <a:xfrm>
            <a:off x="5879182" y="1186664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x1">
                <a:extLst>
                  <a:ext uri="{FF2B5EF4-FFF2-40B4-BE49-F238E27FC236}">
                    <a16:creationId xmlns:a16="http://schemas.microsoft.com/office/drawing/2014/main" id="{F5A875F0-0DE6-0A4E-B5A0-AD558CF68C3C}"/>
                  </a:ext>
                </a:extLst>
              </p:cNvPr>
              <p:cNvSpPr txBox="1"/>
              <p:nvPr/>
            </p:nvSpPr>
            <p:spPr>
              <a:xfrm>
                <a:off x="892990" y="2193713"/>
                <a:ext cx="288032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2" name="文本框x1">
                <a:extLst>
                  <a:ext uri="{FF2B5EF4-FFF2-40B4-BE49-F238E27FC236}">
                    <a16:creationId xmlns:a16="http://schemas.microsoft.com/office/drawing/2014/main" id="{F5A875F0-0DE6-0A4E-B5A0-AD558CF68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90" y="2193713"/>
                <a:ext cx="2880320" cy="553998"/>
              </a:xfrm>
              <a:prstGeom prst="rect">
                <a:avLst/>
              </a:prstGeom>
              <a:blipFill>
                <a:blip r:embed="rId3"/>
                <a:stretch>
                  <a:fillRect l="-3509" r="-131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x2">
                <a:extLst>
                  <a:ext uri="{FF2B5EF4-FFF2-40B4-BE49-F238E27FC236}">
                    <a16:creationId xmlns:a16="http://schemas.microsoft.com/office/drawing/2014/main" id="{9AD56428-ADB1-9742-A2CF-BCA836903F03}"/>
                  </a:ext>
                </a:extLst>
              </p:cNvPr>
              <p:cNvSpPr txBox="1"/>
              <p:nvPr/>
            </p:nvSpPr>
            <p:spPr>
              <a:xfrm>
                <a:off x="4365257" y="2188038"/>
                <a:ext cx="320647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3" name="文本框x2">
                <a:extLst>
                  <a:ext uri="{FF2B5EF4-FFF2-40B4-BE49-F238E27FC236}">
                    <a16:creationId xmlns:a16="http://schemas.microsoft.com/office/drawing/2014/main" id="{9AD56428-ADB1-9742-A2CF-BCA836903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257" y="2188038"/>
                <a:ext cx="3206473" cy="553998"/>
              </a:xfrm>
              <a:prstGeom prst="rect">
                <a:avLst/>
              </a:prstGeom>
              <a:blipFill>
                <a:blip r:embed="rId4"/>
                <a:stretch>
                  <a:fillRect l="-2362" r="-1575" b="-3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x3">
                <a:extLst>
                  <a:ext uri="{FF2B5EF4-FFF2-40B4-BE49-F238E27FC236}">
                    <a16:creationId xmlns:a16="http://schemas.microsoft.com/office/drawing/2014/main" id="{17B059CA-2681-414B-BED4-8B3BB89B5B96}"/>
                  </a:ext>
                </a:extLst>
              </p:cNvPr>
              <p:cNvSpPr txBox="1"/>
              <p:nvPr/>
            </p:nvSpPr>
            <p:spPr>
              <a:xfrm>
                <a:off x="8163677" y="2188038"/>
                <a:ext cx="320647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4" name="文本框x3">
                <a:extLst>
                  <a:ext uri="{FF2B5EF4-FFF2-40B4-BE49-F238E27FC236}">
                    <a16:creationId xmlns:a16="http://schemas.microsoft.com/office/drawing/2014/main" id="{17B059CA-2681-414B-BED4-8B3BB89B5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677" y="2188038"/>
                <a:ext cx="3206472" cy="553998"/>
              </a:xfrm>
              <a:prstGeom prst="rect">
                <a:avLst/>
              </a:prstGeom>
              <a:blipFill>
                <a:blip r:embed="rId5"/>
                <a:stretch>
                  <a:fillRect l="-157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x4">
                <a:extLst>
                  <a:ext uri="{FF2B5EF4-FFF2-40B4-BE49-F238E27FC236}">
                    <a16:creationId xmlns:a16="http://schemas.microsoft.com/office/drawing/2014/main" id="{6590B097-259C-C94B-BA8F-6946C081C863}"/>
                  </a:ext>
                </a:extLst>
              </p:cNvPr>
              <p:cNvSpPr txBox="1"/>
              <p:nvPr/>
            </p:nvSpPr>
            <p:spPr>
              <a:xfrm>
                <a:off x="785338" y="2732557"/>
                <a:ext cx="20882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𝒄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5" name="文本框x4">
                <a:extLst>
                  <a:ext uri="{FF2B5EF4-FFF2-40B4-BE49-F238E27FC236}">
                    <a16:creationId xmlns:a16="http://schemas.microsoft.com/office/drawing/2014/main" id="{6590B097-259C-C94B-BA8F-6946C081C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38" y="2732557"/>
                <a:ext cx="2088232" cy="553998"/>
              </a:xfrm>
              <a:prstGeom prst="rect">
                <a:avLst/>
              </a:prstGeom>
              <a:blipFill>
                <a:blip r:embed="rId6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xc">
                <a:extLst>
                  <a:ext uri="{FF2B5EF4-FFF2-40B4-BE49-F238E27FC236}">
                    <a16:creationId xmlns:a16="http://schemas.microsoft.com/office/drawing/2014/main" id="{02C8133C-4524-7B4B-A5CF-B059A0D2E2BF}"/>
                  </a:ext>
                </a:extLst>
              </p:cNvPr>
              <p:cNvSpPr txBox="1"/>
              <p:nvPr/>
            </p:nvSpPr>
            <p:spPr>
              <a:xfrm>
                <a:off x="7967414" y="2742036"/>
                <a:ext cx="237626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6" name="文本框xc">
                <a:extLst>
                  <a:ext uri="{FF2B5EF4-FFF2-40B4-BE49-F238E27FC236}">
                    <a16:creationId xmlns:a16="http://schemas.microsoft.com/office/drawing/2014/main" id="{02C8133C-4524-7B4B-A5CF-B059A0D2E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414" y="2742036"/>
                <a:ext cx="2376264" cy="553998"/>
              </a:xfrm>
              <a:prstGeom prst="rect">
                <a:avLst/>
              </a:prstGeom>
              <a:blipFill>
                <a:blip r:embed="rId7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曲线连接符3">
            <a:extLst>
              <a:ext uri="{FF2B5EF4-FFF2-40B4-BE49-F238E27FC236}">
                <a16:creationId xmlns:a16="http://schemas.microsoft.com/office/drawing/2014/main" id="{5A98A58E-CCA3-E347-BACD-59E5F5CA7A7E}"/>
              </a:ext>
            </a:extLst>
          </p:cNvPr>
          <p:cNvCxnSpPr>
            <a:cxnSpLocks/>
            <a:stCxn id="53" idx="4"/>
            <a:endCxn id="38" idx="4"/>
          </p:cNvCxnSpPr>
          <p:nvPr/>
        </p:nvCxnSpPr>
        <p:spPr>
          <a:xfrm rot="5400000">
            <a:off x="6631326" y="2111170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-g">
                <a:extLst>
                  <a:ext uri="{FF2B5EF4-FFF2-40B4-BE49-F238E27FC236}">
                    <a16:creationId xmlns:a16="http://schemas.microsoft.com/office/drawing/2014/main" id="{68CD80FE-503A-8349-AB02-4A00538593F4}"/>
                  </a:ext>
                </a:extLst>
              </p:cNvPr>
              <p:cNvSpPr txBox="1"/>
              <p:nvPr/>
            </p:nvSpPr>
            <p:spPr>
              <a:xfrm>
                <a:off x="6191501" y="568331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9" name="-g">
                <a:extLst>
                  <a:ext uri="{FF2B5EF4-FFF2-40B4-BE49-F238E27FC236}">
                    <a16:creationId xmlns:a16="http://schemas.microsoft.com/office/drawing/2014/main" id="{68CD80FE-503A-8349-AB02-4A0053859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501" y="5683314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l="-7273" r="-21818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曲线连接符2">
            <a:extLst>
              <a:ext uri="{FF2B5EF4-FFF2-40B4-BE49-F238E27FC236}">
                <a16:creationId xmlns:a16="http://schemas.microsoft.com/office/drawing/2014/main" id="{ACB6AC1D-394E-CC49-B40A-E96AD4769248}"/>
              </a:ext>
            </a:extLst>
          </p:cNvPr>
          <p:cNvCxnSpPr>
            <a:cxnSpLocks/>
            <a:stCxn id="53" idx="4"/>
            <a:endCxn id="46" idx="4"/>
          </p:cNvCxnSpPr>
          <p:nvPr/>
        </p:nvCxnSpPr>
        <p:spPr>
          <a:xfrm rot="5400000">
            <a:off x="8067384" y="3547228"/>
            <a:ext cx="12700" cy="2872116"/>
          </a:xfrm>
          <a:prstGeom prst="curvedConnector3">
            <a:avLst>
              <a:gd name="adj1" fmla="val 466452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-e">
                <a:extLst>
                  <a:ext uri="{FF2B5EF4-FFF2-40B4-BE49-F238E27FC236}">
                    <a16:creationId xmlns:a16="http://schemas.microsoft.com/office/drawing/2014/main" id="{AC076360-E64F-BD4D-8A99-93DFF05891E1}"/>
                  </a:ext>
                </a:extLst>
              </p:cNvPr>
              <p:cNvSpPr txBox="1"/>
              <p:nvPr/>
            </p:nvSpPr>
            <p:spPr>
              <a:xfrm>
                <a:off x="7603215" y="550690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3" name="-e">
                <a:extLst>
                  <a:ext uri="{FF2B5EF4-FFF2-40B4-BE49-F238E27FC236}">
                    <a16:creationId xmlns:a16="http://schemas.microsoft.com/office/drawing/2014/main" id="{AC076360-E64F-BD4D-8A99-93DFF0589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215" y="5506909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l="-3571" r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曲线连接符1">
            <a:extLst>
              <a:ext uri="{FF2B5EF4-FFF2-40B4-BE49-F238E27FC236}">
                <a16:creationId xmlns:a16="http://schemas.microsoft.com/office/drawing/2014/main" id="{EDF74E83-4041-AC4A-91EC-607CC929AE8A}"/>
              </a:ext>
            </a:extLst>
          </p:cNvPr>
          <p:cNvCxnSpPr>
            <a:cxnSpLocks/>
            <a:stCxn id="52" idx="0"/>
            <a:endCxn id="39" idx="0"/>
          </p:cNvCxnSpPr>
          <p:nvPr/>
        </p:nvCxnSpPr>
        <p:spPr>
          <a:xfrm rot="16200000" flipV="1">
            <a:off x="6631326" y="3311058"/>
            <a:ext cx="12700" cy="2872116"/>
          </a:xfrm>
          <a:prstGeom prst="curvedConnector3">
            <a:avLst>
              <a:gd name="adj1" fmla="val 729677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-f">
                <a:extLst>
                  <a:ext uri="{FF2B5EF4-FFF2-40B4-BE49-F238E27FC236}">
                    <a16:creationId xmlns:a16="http://schemas.microsoft.com/office/drawing/2014/main" id="{C84BF3F4-6116-3C4B-B6AC-31B41EF481B5}"/>
                  </a:ext>
                </a:extLst>
              </p:cNvPr>
              <p:cNvSpPr txBox="1"/>
              <p:nvPr/>
            </p:nvSpPr>
            <p:spPr>
              <a:xfrm>
                <a:off x="6191501" y="316397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5" name="-f">
                <a:extLst>
                  <a:ext uri="{FF2B5EF4-FFF2-40B4-BE49-F238E27FC236}">
                    <a16:creationId xmlns:a16="http://schemas.microsoft.com/office/drawing/2014/main" id="{C84BF3F4-6116-3C4B-B6AC-31B41EF4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501" y="3163979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l="-3636" r="-23636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线箭头连接符5">
            <a:extLst>
              <a:ext uri="{FF2B5EF4-FFF2-40B4-BE49-F238E27FC236}">
                <a16:creationId xmlns:a16="http://schemas.microsoft.com/office/drawing/2014/main" id="{F541A21D-3042-144E-A288-73A2B4F4F583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>
            <a:off x="8185469" y="4865201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d">
                <a:extLst>
                  <a:ext uri="{FF2B5EF4-FFF2-40B4-BE49-F238E27FC236}">
                    <a16:creationId xmlns:a16="http://schemas.microsoft.com/office/drawing/2014/main" id="{82918ABE-A563-9740-A3C5-B67AB6CDFD5A}"/>
                  </a:ext>
                </a:extLst>
              </p:cNvPr>
              <p:cNvSpPr txBox="1"/>
              <p:nvPr/>
            </p:nvSpPr>
            <p:spPr>
              <a:xfrm>
                <a:off x="8353252" y="4314759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7" name="d">
                <a:extLst>
                  <a:ext uri="{FF2B5EF4-FFF2-40B4-BE49-F238E27FC236}">
                    <a16:creationId xmlns:a16="http://schemas.microsoft.com/office/drawing/2014/main" id="{82918ABE-A563-9740-A3C5-B67AB6CD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52" y="4314759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线箭头连接符4">
            <a:extLst>
              <a:ext uri="{FF2B5EF4-FFF2-40B4-BE49-F238E27FC236}">
                <a16:creationId xmlns:a16="http://schemas.microsoft.com/office/drawing/2014/main" id="{592F327E-A6CB-2640-9743-092AE69F2D28}"/>
              </a:ext>
            </a:extLst>
          </p:cNvPr>
          <p:cNvCxnSpPr>
            <a:cxnSpLocks/>
            <a:stCxn id="46" idx="6"/>
            <a:endCxn id="52" idx="2"/>
          </p:cNvCxnSpPr>
          <p:nvPr/>
        </p:nvCxnSpPr>
        <p:spPr>
          <a:xfrm>
            <a:off x="6749411" y="4865201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">
                <a:extLst>
                  <a:ext uri="{FF2B5EF4-FFF2-40B4-BE49-F238E27FC236}">
                    <a16:creationId xmlns:a16="http://schemas.microsoft.com/office/drawing/2014/main" id="{AF4DC96E-DD74-6347-A045-4BA79A286678}"/>
                  </a:ext>
                </a:extLst>
              </p:cNvPr>
              <p:cNvSpPr txBox="1"/>
              <p:nvPr/>
            </p:nvSpPr>
            <p:spPr>
              <a:xfrm>
                <a:off x="6977613" y="428284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8" name="c">
                <a:extLst>
                  <a:ext uri="{FF2B5EF4-FFF2-40B4-BE49-F238E27FC236}">
                    <a16:creationId xmlns:a16="http://schemas.microsoft.com/office/drawing/2014/main" id="{AF4DC96E-DD74-6347-A045-4BA79A286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613" y="4282844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线箭头连接符3">
            <a:extLst>
              <a:ext uri="{FF2B5EF4-FFF2-40B4-BE49-F238E27FC236}">
                <a16:creationId xmlns:a16="http://schemas.microsoft.com/office/drawing/2014/main" id="{788AA7CE-538F-5C4F-BB95-A384E38016A1}"/>
              </a:ext>
            </a:extLst>
          </p:cNvPr>
          <p:cNvCxnSpPr>
            <a:cxnSpLocks/>
            <a:stCxn id="39" idx="6"/>
            <a:endCxn id="46" idx="2"/>
          </p:cNvCxnSpPr>
          <p:nvPr/>
        </p:nvCxnSpPr>
        <p:spPr>
          <a:xfrm>
            <a:off x="5313353" y="4865201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b">
                <a:extLst>
                  <a:ext uri="{FF2B5EF4-FFF2-40B4-BE49-F238E27FC236}">
                    <a16:creationId xmlns:a16="http://schemas.microsoft.com/office/drawing/2014/main" id="{416B03FE-0AB0-8745-9118-7BB73B17B3E4}"/>
                  </a:ext>
                </a:extLst>
              </p:cNvPr>
              <p:cNvSpPr txBox="1"/>
              <p:nvPr/>
            </p:nvSpPr>
            <p:spPr>
              <a:xfrm>
                <a:off x="5468019" y="431459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9" name="b">
                <a:extLst>
                  <a:ext uri="{FF2B5EF4-FFF2-40B4-BE49-F238E27FC236}">
                    <a16:creationId xmlns:a16="http://schemas.microsoft.com/office/drawing/2014/main" id="{416B03FE-0AB0-8745-9118-7BB73B17B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019" y="4314593"/>
                <a:ext cx="692168" cy="553998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线箭头连接符2">
            <a:extLst>
              <a:ext uri="{FF2B5EF4-FFF2-40B4-BE49-F238E27FC236}">
                <a16:creationId xmlns:a16="http://schemas.microsoft.com/office/drawing/2014/main" id="{E8052734-CA7A-254C-B79E-EEEF92BF2669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>
            <a:off x="3877295" y="4865201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a">
                <a:extLst>
                  <a:ext uri="{FF2B5EF4-FFF2-40B4-BE49-F238E27FC236}">
                    <a16:creationId xmlns:a16="http://schemas.microsoft.com/office/drawing/2014/main" id="{A8D099F2-9E57-004F-8019-2FC181B78C17}"/>
                  </a:ext>
                </a:extLst>
              </p:cNvPr>
              <p:cNvSpPr txBox="1"/>
              <p:nvPr/>
            </p:nvSpPr>
            <p:spPr>
              <a:xfrm>
                <a:off x="3946154" y="426929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3" name="a">
                <a:extLst>
                  <a:ext uri="{FF2B5EF4-FFF2-40B4-BE49-F238E27FC236}">
                    <a16:creationId xmlns:a16="http://schemas.microsoft.com/office/drawing/2014/main" id="{A8D099F2-9E57-004F-8019-2FC181B78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154" y="4269296"/>
                <a:ext cx="692168" cy="5539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箭头连接符1">
            <a:extLst>
              <a:ext uri="{FF2B5EF4-FFF2-40B4-BE49-F238E27FC236}">
                <a16:creationId xmlns:a16="http://schemas.microsoft.com/office/drawing/2014/main" id="{904B9658-6E8C-724A-9177-7BDE649B9298}"/>
              </a:ext>
            </a:extLst>
          </p:cNvPr>
          <p:cNvCxnSpPr>
            <a:cxnSpLocks/>
            <a:stCxn id="37" idx="6"/>
            <a:endCxn id="38" idx="2"/>
          </p:cNvCxnSpPr>
          <p:nvPr/>
        </p:nvCxnSpPr>
        <p:spPr>
          <a:xfrm>
            <a:off x="2441237" y="4865201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单位增益">
                <a:extLst>
                  <a:ext uri="{FF2B5EF4-FFF2-40B4-BE49-F238E27FC236}">
                    <a16:creationId xmlns:a16="http://schemas.microsoft.com/office/drawing/2014/main" id="{3F360E59-659E-5D44-8593-8A5CEE0BB59E}"/>
                  </a:ext>
                </a:extLst>
              </p:cNvPr>
              <p:cNvSpPr txBox="1"/>
              <p:nvPr/>
            </p:nvSpPr>
            <p:spPr>
              <a:xfrm>
                <a:off x="2509578" y="4316505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1" name="单位增益">
                <a:extLst>
                  <a:ext uri="{FF2B5EF4-FFF2-40B4-BE49-F238E27FC236}">
                    <a16:creationId xmlns:a16="http://schemas.microsoft.com/office/drawing/2014/main" id="{3F360E59-659E-5D44-8593-8A5CEE0BB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4316505"/>
                <a:ext cx="692168" cy="557268"/>
              </a:xfrm>
              <a:prstGeom prst="rect">
                <a:avLst/>
              </a:prstGeom>
              <a:blipFill>
                <a:blip r:embed="rId1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椭圆x4">
            <a:extLst>
              <a:ext uri="{FF2B5EF4-FFF2-40B4-BE49-F238E27FC236}">
                <a16:creationId xmlns:a16="http://schemas.microsoft.com/office/drawing/2014/main" id="{8CA315D6-FBFC-7F4B-88A6-75453D31B47A}"/>
              </a:ext>
            </a:extLst>
          </p:cNvPr>
          <p:cNvSpPr/>
          <p:nvPr/>
        </p:nvSpPr>
        <p:spPr>
          <a:xfrm>
            <a:off x="7949299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x4">
                <a:extLst>
                  <a:ext uri="{FF2B5EF4-FFF2-40B4-BE49-F238E27FC236}">
                    <a16:creationId xmlns:a16="http://schemas.microsoft.com/office/drawing/2014/main" id="{0F212EAD-F64E-DA4D-80D9-8ED901179439}"/>
                  </a:ext>
                </a:extLst>
              </p:cNvPr>
              <p:cNvSpPr txBox="1"/>
              <p:nvPr/>
            </p:nvSpPr>
            <p:spPr>
              <a:xfrm>
                <a:off x="7747161" y="4899413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1" name="x4">
                <a:extLst>
                  <a:ext uri="{FF2B5EF4-FFF2-40B4-BE49-F238E27FC236}">
                    <a16:creationId xmlns:a16="http://schemas.microsoft.com/office/drawing/2014/main" id="{0F212EAD-F64E-DA4D-80D9-8ED901179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161" y="4899413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椭圆x3">
            <a:extLst>
              <a:ext uri="{FF2B5EF4-FFF2-40B4-BE49-F238E27FC236}">
                <a16:creationId xmlns:a16="http://schemas.microsoft.com/office/drawing/2014/main" id="{0FB8B7E3-8E39-1840-AA4C-9F0A6960DF8E}"/>
              </a:ext>
            </a:extLst>
          </p:cNvPr>
          <p:cNvSpPr/>
          <p:nvPr/>
        </p:nvSpPr>
        <p:spPr>
          <a:xfrm>
            <a:off x="6513241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x3">
                <a:extLst>
                  <a:ext uri="{FF2B5EF4-FFF2-40B4-BE49-F238E27FC236}">
                    <a16:creationId xmlns:a16="http://schemas.microsoft.com/office/drawing/2014/main" id="{6E33A3FF-E711-2645-8ECD-B2E62D7189E2}"/>
                  </a:ext>
                </a:extLst>
              </p:cNvPr>
              <p:cNvSpPr txBox="1"/>
              <p:nvPr/>
            </p:nvSpPr>
            <p:spPr>
              <a:xfrm>
                <a:off x="6335922" y="418842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0" name="x3">
                <a:extLst>
                  <a:ext uri="{FF2B5EF4-FFF2-40B4-BE49-F238E27FC236}">
                    <a16:creationId xmlns:a16="http://schemas.microsoft.com/office/drawing/2014/main" id="{6E33A3FF-E711-2645-8ECD-B2E62D718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922" y="4188422"/>
                <a:ext cx="692168" cy="553998"/>
              </a:xfrm>
              <a:prstGeom prst="rect">
                <a:avLst/>
              </a:prstGeom>
              <a:blipFill>
                <a:blip r:embed="rId17"/>
                <a:stretch>
                  <a:fillRect l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椭圆x2">
            <a:extLst>
              <a:ext uri="{FF2B5EF4-FFF2-40B4-BE49-F238E27FC236}">
                <a16:creationId xmlns:a16="http://schemas.microsoft.com/office/drawing/2014/main" id="{6F1F9596-5BFA-BD47-8ABE-D20EFBF66917}"/>
              </a:ext>
            </a:extLst>
          </p:cNvPr>
          <p:cNvSpPr/>
          <p:nvPr/>
        </p:nvSpPr>
        <p:spPr>
          <a:xfrm>
            <a:off x="5077183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x2">
                <a:extLst>
                  <a:ext uri="{FF2B5EF4-FFF2-40B4-BE49-F238E27FC236}">
                    <a16:creationId xmlns:a16="http://schemas.microsoft.com/office/drawing/2014/main" id="{69E5B065-7022-F244-B731-FA1EFA029A7C}"/>
                  </a:ext>
                </a:extLst>
              </p:cNvPr>
              <p:cNvSpPr txBox="1"/>
              <p:nvPr/>
            </p:nvSpPr>
            <p:spPr>
              <a:xfrm>
                <a:off x="4863068" y="488807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9" name="x2">
                <a:extLst>
                  <a:ext uri="{FF2B5EF4-FFF2-40B4-BE49-F238E27FC236}">
                    <a16:creationId xmlns:a16="http://schemas.microsoft.com/office/drawing/2014/main" id="{69E5B065-7022-F244-B731-FA1EFA029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068" y="4888071"/>
                <a:ext cx="692168" cy="553998"/>
              </a:xfrm>
              <a:prstGeom prst="rect">
                <a:avLst/>
              </a:prstGeom>
              <a:blipFill>
                <a:blip r:embed="rId18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椭圆x1">
            <a:extLst>
              <a:ext uri="{FF2B5EF4-FFF2-40B4-BE49-F238E27FC236}">
                <a16:creationId xmlns:a16="http://schemas.microsoft.com/office/drawing/2014/main" id="{5E42D884-EE01-6647-AF42-D21221E8F109}"/>
              </a:ext>
            </a:extLst>
          </p:cNvPr>
          <p:cNvSpPr/>
          <p:nvPr/>
        </p:nvSpPr>
        <p:spPr>
          <a:xfrm>
            <a:off x="3641125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x1">
                <a:extLst>
                  <a:ext uri="{FF2B5EF4-FFF2-40B4-BE49-F238E27FC236}">
                    <a16:creationId xmlns:a16="http://schemas.microsoft.com/office/drawing/2014/main" id="{676FADF0-0235-054A-83AC-D60707AA11C0}"/>
                  </a:ext>
                </a:extLst>
              </p:cNvPr>
              <p:cNvSpPr txBox="1"/>
              <p:nvPr/>
            </p:nvSpPr>
            <p:spPr>
              <a:xfrm>
                <a:off x="3333258" y="413255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86" name="x1">
                <a:extLst>
                  <a:ext uri="{FF2B5EF4-FFF2-40B4-BE49-F238E27FC236}">
                    <a16:creationId xmlns:a16="http://schemas.microsoft.com/office/drawing/2014/main" id="{676FADF0-0235-054A-83AC-D60707AA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258" y="4132555"/>
                <a:ext cx="692168" cy="553998"/>
              </a:xfrm>
              <a:prstGeom prst="rect">
                <a:avLst/>
              </a:prstGeom>
              <a:blipFill>
                <a:blip r:embed="rId19"/>
                <a:stretch>
                  <a:fillRect l="-181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椭圆xr">
            <a:extLst>
              <a:ext uri="{FF2B5EF4-FFF2-40B4-BE49-F238E27FC236}">
                <a16:creationId xmlns:a16="http://schemas.microsoft.com/office/drawing/2014/main" id="{2372789E-B28C-B54F-A828-B1A45A0DF4F7}"/>
              </a:ext>
            </a:extLst>
          </p:cNvPr>
          <p:cNvSpPr/>
          <p:nvPr/>
        </p:nvSpPr>
        <p:spPr>
          <a:xfrm>
            <a:off x="2205067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xr">
                <a:extLst>
                  <a:ext uri="{FF2B5EF4-FFF2-40B4-BE49-F238E27FC236}">
                    <a16:creationId xmlns:a16="http://schemas.microsoft.com/office/drawing/2014/main" id="{DBF7D378-1072-1848-B781-03FAD6C10263}"/>
                  </a:ext>
                </a:extLst>
              </p:cNvPr>
              <p:cNvSpPr txBox="1"/>
              <p:nvPr/>
            </p:nvSpPr>
            <p:spPr>
              <a:xfrm>
                <a:off x="1479462" y="458813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3" name="xr">
                <a:extLst>
                  <a:ext uri="{FF2B5EF4-FFF2-40B4-BE49-F238E27FC236}">
                    <a16:creationId xmlns:a16="http://schemas.microsoft.com/office/drawing/2014/main" id="{DBF7D378-1072-1848-B781-03FAD6C10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62" y="4588134"/>
                <a:ext cx="692168" cy="553998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椭圆xc">
            <a:extLst>
              <a:ext uri="{FF2B5EF4-FFF2-40B4-BE49-F238E27FC236}">
                <a16:creationId xmlns:a16="http://schemas.microsoft.com/office/drawing/2014/main" id="{999E696F-F162-CA41-876A-5B064F63FBD9}"/>
              </a:ext>
            </a:extLst>
          </p:cNvPr>
          <p:cNvSpPr/>
          <p:nvPr/>
        </p:nvSpPr>
        <p:spPr>
          <a:xfrm>
            <a:off x="9385357" y="474711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xc">
                <a:extLst>
                  <a:ext uri="{FF2B5EF4-FFF2-40B4-BE49-F238E27FC236}">
                    <a16:creationId xmlns:a16="http://schemas.microsoft.com/office/drawing/2014/main" id="{549E3D80-72CF-6F49-A834-7FB10685F237}"/>
                  </a:ext>
                </a:extLst>
              </p:cNvPr>
              <p:cNvSpPr txBox="1"/>
              <p:nvPr/>
            </p:nvSpPr>
            <p:spPr>
              <a:xfrm>
                <a:off x="9651510" y="455399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xc">
                <a:extLst>
                  <a:ext uri="{FF2B5EF4-FFF2-40B4-BE49-F238E27FC236}">
                    <a16:creationId xmlns:a16="http://schemas.microsoft.com/office/drawing/2014/main" id="{549E3D80-72CF-6F49-A834-7FB10685F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10" y="4553991"/>
                <a:ext cx="692168" cy="553998"/>
              </a:xfrm>
              <a:prstGeom prst="rect">
                <a:avLst/>
              </a:prstGeom>
              <a:blipFill>
                <a:blip r:embed="rId2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32911149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3" grpId="0"/>
      <p:bldP spid="85" grpId="0"/>
      <p:bldP spid="87" grpId="0"/>
      <p:bldP spid="88" grpId="0"/>
      <p:bldP spid="89" grpId="0"/>
      <p:bldP spid="63" grpId="0"/>
      <p:bldP spid="51" grpId="0"/>
      <p:bldP spid="52" grpId="0" animBg="1"/>
      <p:bldP spid="61" grpId="0"/>
      <p:bldP spid="46" grpId="0" animBg="1"/>
      <p:bldP spid="60" grpId="0"/>
      <p:bldP spid="39" grpId="0" animBg="1"/>
      <p:bldP spid="49" grpId="0"/>
      <p:bldP spid="38" grpId="0" animBg="1"/>
      <p:bldP spid="86" grpId="0"/>
      <p:bldP spid="37" grpId="0" animBg="1"/>
      <p:bldP spid="43" grpId="0"/>
      <p:bldP spid="53" grpId="0" animBg="1"/>
      <p:bldP spid="44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输入信号">
            <a:extLst>
              <a:ext uri="{FF2B5EF4-FFF2-40B4-BE49-F238E27FC236}">
                <a16:creationId xmlns:a16="http://schemas.microsoft.com/office/drawing/2014/main" id="{0960CAED-9EA4-4741-9D23-2CD96A39E446}"/>
              </a:ext>
            </a:extLst>
          </p:cNvPr>
          <p:cNvGrpSpPr/>
          <p:nvPr/>
        </p:nvGrpSpPr>
        <p:grpSpPr>
          <a:xfrm>
            <a:off x="7895406" y="5375805"/>
            <a:ext cx="3672408" cy="1013000"/>
            <a:chOff x="7895406" y="5375805"/>
            <a:chExt cx="3672408" cy="1013000"/>
          </a:xfrm>
        </p:grpSpPr>
        <p:sp>
          <p:nvSpPr>
            <p:cNvPr id="25" name="îśḷíḓe">
              <a:extLst>
                <a:ext uri="{FF2B5EF4-FFF2-40B4-BE49-F238E27FC236}">
                  <a16:creationId xmlns:a16="http://schemas.microsoft.com/office/drawing/2014/main" id="{EA63B8ED-B33A-794A-B887-025E4B99776C}"/>
                </a:ext>
              </a:extLst>
            </p:cNvPr>
            <p:cNvSpPr/>
            <p:nvPr/>
          </p:nvSpPr>
          <p:spPr bwMode="auto">
            <a:xfrm>
              <a:off x="9047534" y="5375805"/>
              <a:ext cx="2520280" cy="1013000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输入信号</a:t>
              </a:r>
            </a:p>
          </p:txBody>
        </p:sp>
        <p:sp>
          <p:nvSpPr>
            <p:cNvPr id="26" name="燕尾形 25">
              <a:extLst>
                <a:ext uri="{FF2B5EF4-FFF2-40B4-BE49-F238E27FC236}">
                  <a16:creationId xmlns:a16="http://schemas.microsoft.com/office/drawing/2014/main" id="{5CBE9707-D4D4-E145-B3F4-5F51D3BA124B}"/>
                </a:ext>
              </a:extLst>
            </p:cNvPr>
            <p:cNvSpPr/>
            <p:nvPr/>
          </p:nvSpPr>
          <p:spPr>
            <a:xfrm>
              <a:off x="7895406" y="5518057"/>
              <a:ext cx="648072" cy="7200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问题4">
            <a:extLst>
              <a:ext uri="{FF2B5EF4-FFF2-40B4-BE49-F238E27FC236}">
                <a16:creationId xmlns:a16="http://schemas.microsoft.com/office/drawing/2014/main" id="{4F89A8DF-6161-DF41-9CFF-771C61319BA3}"/>
              </a:ext>
            </a:extLst>
          </p:cNvPr>
          <p:cNvGrpSpPr/>
          <p:nvPr/>
        </p:nvGrpSpPr>
        <p:grpSpPr>
          <a:xfrm>
            <a:off x="550590" y="5375805"/>
            <a:ext cx="6840760" cy="1013000"/>
            <a:chOff x="4943078" y="4871581"/>
            <a:chExt cx="6840760" cy="1013000"/>
          </a:xfrm>
        </p:grpSpPr>
        <p:sp>
          <p:nvSpPr>
            <p:cNvPr id="13" name="îśḷíḓe">
              <a:extLst>
                <a:ext uri="{FF2B5EF4-FFF2-40B4-BE49-F238E27FC236}">
                  <a16:creationId xmlns:a16="http://schemas.microsoft.com/office/drawing/2014/main" id="{084AA945-D6F5-0240-AF0B-A61C3A275B42}"/>
                </a:ext>
              </a:extLst>
            </p:cNvPr>
            <p:cNvSpPr/>
            <p:nvPr/>
          </p:nvSpPr>
          <p:spPr bwMode="auto">
            <a:xfrm>
              <a:off x="5305666" y="4871581"/>
              <a:ext cx="6478172" cy="1013000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微分方程的初始条件如何表达？</a:t>
              </a:r>
            </a:p>
          </p:txBody>
        </p:sp>
        <p:sp>
          <p:nvSpPr>
            <p:cNvPr id="14" name="iŝľïḑè">
              <a:extLst>
                <a:ext uri="{FF2B5EF4-FFF2-40B4-BE49-F238E27FC236}">
                  <a16:creationId xmlns:a16="http://schemas.microsoft.com/office/drawing/2014/main" id="{85D3DAAA-00C8-5743-87C7-4108F5ECDCA3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1" name="拉氏变换">
            <a:extLst>
              <a:ext uri="{FF2B5EF4-FFF2-40B4-BE49-F238E27FC236}">
                <a16:creationId xmlns:a16="http://schemas.microsoft.com/office/drawing/2014/main" id="{302678C8-0A67-464E-BF1B-FA5998A3ABEA}"/>
              </a:ext>
            </a:extLst>
          </p:cNvPr>
          <p:cNvGrpSpPr/>
          <p:nvPr/>
        </p:nvGrpSpPr>
        <p:grpSpPr>
          <a:xfrm>
            <a:off x="7895406" y="3934782"/>
            <a:ext cx="3672408" cy="1013000"/>
            <a:chOff x="7895406" y="3934782"/>
            <a:chExt cx="3672408" cy="1013000"/>
          </a:xfrm>
        </p:grpSpPr>
        <p:sp>
          <p:nvSpPr>
            <p:cNvPr id="22" name="îśḷíḓe">
              <a:extLst>
                <a:ext uri="{FF2B5EF4-FFF2-40B4-BE49-F238E27FC236}">
                  <a16:creationId xmlns:a16="http://schemas.microsoft.com/office/drawing/2014/main" id="{4BD0C9C7-093B-004D-83B3-73856A2B3C5F}"/>
                </a:ext>
              </a:extLst>
            </p:cNvPr>
            <p:cNvSpPr/>
            <p:nvPr/>
          </p:nvSpPr>
          <p:spPr bwMode="auto">
            <a:xfrm>
              <a:off x="9047534" y="3934782"/>
              <a:ext cx="2520280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拉氏变换</a:t>
              </a:r>
            </a:p>
          </p:txBody>
        </p:sp>
        <p:sp>
          <p:nvSpPr>
            <p:cNvPr id="23" name="燕尾形 22">
              <a:extLst>
                <a:ext uri="{FF2B5EF4-FFF2-40B4-BE49-F238E27FC236}">
                  <a16:creationId xmlns:a16="http://schemas.microsoft.com/office/drawing/2014/main" id="{72C09007-FFE3-C846-851A-0D851D79D199}"/>
                </a:ext>
              </a:extLst>
            </p:cNvPr>
            <p:cNvSpPr/>
            <p:nvPr/>
          </p:nvSpPr>
          <p:spPr>
            <a:xfrm>
              <a:off x="7895406" y="4092096"/>
              <a:ext cx="648072" cy="720080"/>
            </a:xfrm>
            <a:prstGeom prst="chevron">
              <a:avLst/>
            </a:prstGeom>
            <a:solidFill>
              <a:srgbClr val="76839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问题3">
            <a:extLst>
              <a:ext uri="{FF2B5EF4-FFF2-40B4-BE49-F238E27FC236}">
                <a16:creationId xmlns:a16="http://schemas.microsoft.com/office/drawing/2014/main" id="{DE182805-0712-CB4A-9FCB-B41357F0BF29}"/>
              </a:ext>
            </a:extLst>
          </p:cNvPr>
          <p:cNvGrpSpPr/>
          <p:nvPr/>
        </p:nvGrpSpPr>
        <p:grpSpPr>
          <a:xfrm>
            <a:off x="550590" y="3934782"/>
            <a:ext cx="6840760" cy="1013000"/>
            <a:chOff x="4943078" y="4871581"/>
            <a:chExt cx="6840760" cy="1013000"/>
          </a:xfrm>
        </p:grpSpPr>
        <p:sp>
          <p:nvSpPr>
            <p:cNvPr id="64" name="îśḷíḓe">
              <a:extLst>
                <a:ext uri="{FF2B5EF4-FFF2-40B4-BE49-F238E27FC236}">
                  <a16:creationId xmlns:a16="http://schemas.microsoft.com/office/drawing/2014/main" id="{FAD7F484-E0AF-4F44-AA71-24690246D2DE}"/>
                </a:ext>
              </a:extLst>
            </p:cNvPr>
            <p:cNvSpPr/>
            <p:nvPr/>
          </p:nvSpPr>
          <p:spPr bwMode="auto">
            <a:xfrm>
              <a:off x="5305666" y="4871581"/>
              <a:ext cx="6478172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如何用信号流图表示微分方程？</a:t>
              </a:r>
            </a:p>
          </p:txBody>
        </p:sp>
        <p:sp>
          <p:nvSpPr>
            <p:cNvPr id="65" name="iŝľïḑè">
              <a:extLst>
                <a:ext uri="{FF2B5EF4-FFF2-40B4-BE49-F238E27FC236}">
                  <a16:creationId xmlns:a16="http://schemas.microsoft.com/office/drawing/2014/main" id="{21CE02CC-EA0C-4449-97F4-3BCCC652A474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8" name="线性方程">
            <a:extLst>
              <a:ext uri="{FF2B5EF4-FFF2-40B4-BE49-F238E27FC236}">
                <a16:creationId xmlns:a16="http://schemas.microsoft.com/office/drawing/2014/main" id="{CE8615A0-492C-C244-B98A-A2B9625D8412}"/>
              </a:ext>
            </a:extLst>
          </p:cNvPr>
          <p:cNvGrpSpPr/>
          <p:nvPr/>
        </p:nvGrpSpPr>
        <p:grpSpPr>
          <a:xfrm>
            <a:off x="7895406" y="2493758"/>
            <a:ext cx="3672408" cy="1013000"/>
            <a:chOff x="7895406" y="2493758"/>
            <a:chExt cx="3672408" cy="1013000"/>
          </a:xfrm>
        </p:grpSpPr>
        <p:sp>
          <p:nvSpPr>
            <p:cNvPr id="19" name="ïṡľíḑé">
              <a:extLst>
                <a:ext uri="{FF2B5EF4-FFF2-40B4-BE49-F238E27FC236}">
                  <a16:creationId xmlns:a16="http://schemas.microsoft.com/office/drawing/2014/main" id="{2A999E54-8D4D-A144-91C6-927C4448DF9D}"/>
                </a:ext>
              </a:extLst>
            </p:cNvPr>
            <p:cNvSpPr/>
            <p:nvPr/>
          </p:nvSpPr>
          <p:spPr bwMode="auto">
            <a:xfrm>
              <a:off x="9047534" y="2493758"/>
              <a:ext cx="2520280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线性方程</a:t>
              </a:r>
            </a:p>
          </p:txBody>
        </p:sp>
        <p:sp>
          <p:nvSpPr>
            <p:cNvPr id="20" name="燕尾形 19">
              <a:extLst>
                <a:ext uri="{FF2B5EF4-FFF2-40B4-BE49-F238E27FC236}">
                  <a16:creationId xmlns:a16="http://schemas.microsoft.com/office/drawing/2014/main" id="{F026308C-3571-CE48-A105-645C31DF068A}"/>
                </a:ext>
              </a:extLst>
            </p:cNvPr>
            <p:cNvSpPr/>
            <p:nvPr/>
          </p:nvSpPr>
          <p:spPr>
            <a:xfrm>
              <a:off x="7895406" y="2651935"/>
              <a:ext cx="648072" cy="720080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问题2">
            <a:extLst>
              <a:ext uri="{FF2B5EF4-FFF2-40B4-BE49-F238E27FC236}">
                <a16:creationId xmlns:a16="http://schemas.microsoft.com/office/drawing/2014/main" id="{D355D764-26AD-BB4E-882C-563367E9872E}"/>
              </a:ext>
            </a:extLst>
          </p:cNvPr>
          <p:cNvGrpSpPr/>
          <p:nvPr/>
        </p:nvGrpSpPr>
        <p:grpSpPr>
          <a:xfrm>
            <a:off x="550590" y="2493759"/>
            <a:ext cx="6840760" cy="1013000"/>
            <a:chOff x="4943078" y="3214187"/>
            <a:chExt cx="6840760" cy="1013000"/>
          </a:xfrm>
        </p:grpSpPr>
        <p:sp>
          <p:nvSpPr>
            <p:cNvPr id="56" name="ïṡľíḑé">
              <a:extLst>
                <a:ext uri="{FF2B5EF4-FFF2-40B4-BE49-F238E27FC236}">
                  <a16:creationId xmlns:a16="http://schemas.microsoft.com/office/drawing/2014/main" id="{DE6D57A1-D046-A24E-A7FE-2F156A01F20C}"/>
                </a:ext>
              </a:extLst>
            </p:cNvPr>
            <p:cNvSpPr/>
            <p:nvPr/>
          </p:nvSpPr>
          <p:spPr bwMode="auto">
            <a:xfrm>
              <a:off x="5305666" y="3214187"/>
              <a:ext cx="6478172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哪类方程可以用信号流图表示？</a:t>
              </a:r>
            </a:p>
          </p:txBody>
        </p:sp>
        <p:sp>
          <p:nvSpPr>
            <p:cNvPr id="59" name="ï$ḷiďè">
              <a:extLst>
                <a:ext uri="{FF2B5EF4-FFF2-40B4-BE49-F238E27FC236}">
                  <a16:creationId xmlns:a16="http://schemas.microsoft.com/office/drawing/2014/main" id="{DF88322E-A207-3247-AD58-374DB6E815CA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5" name="算数运算">
            <a:extLst>
              <a:ext uri="{FF2B5EF4-FFF2-40B4-BE49-F238E27FC236}">
                <a16:creationId xmlns:a16="http://schemas.microsoft.com/office/drawing/2014/main" id="{F4B98665-22B3-CC45-8B5A-744767C59C50}"/>
              </a:ext>
            </a:extLst>
          </p:cNvPr>
          <p:cNvGrpSpPr/>
          <p:nvPr/>
        </p:nvGrpSpPr>
        <p:grpSpPr>
          <a:xfrm>
            <a:off x="7895406" y="1052736"/>
            <a:ext cx="3672408" cy="1013000"/>
            <a:chOff x="7895406" y="1052736"/>
            <a:chExt cx="3672408" cy="1013000"/>
          </a:xfrm>
        </p:grpSpPr>
        <p:sp>
          <p:nvSpPr>
            <p:cNvPr id="16" name="íŝlïďê">
              <a:extLst>
                <a:ext uri="{FF2B5EF4-FFF2-40B4-BE49-F238E27FC236}">
                  <a16:creationId xmlns:a16="http://schemas.microsoft.com/office/drawing/2014/main" id="{03A3FE8D-8446-D943-9E67-B4F4CA9C5403}"/>
                </a:ext>
              </a:extLst>
            </p:cNvPr>
            <p:cNvSpPr/>
            <p:nvPr/>
          </p:nvSpPr>
          <p:spPr bwMode="auto">
            <a:xfrm>
              <a:off x="9047534" y="1052736"/>
              <a:ext cx="2520280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算数运算</a:t>
              </a:r>
            </a:p>
          </p:txBody>
        </p:sp>
        <p:sp>
          <p:nvSpPr>
            <p:cNvPr id="17" name="燕尾形 16">
              <a:extLst>
                <a:ext uri="{FF2B5EF4-FFF2-40B4-BE49-F238E27FC236}">
                  <a16:creationId xmlns:a16="http://schemas.microsoft.com/office/drawing/2014/main" id="{7A38843B-38FF-DB42-84F6-2AAC376C1B6B}"/>
                </a:ext>
              </a:extLst>
            </p:cNvPr>
            <p:cNvSpPr/>
            <p:nvPr/>
          </p:nvSpPr>
          <p:spPr>
            <a:xfrm>
              <a:off x="7895406" y="1201745"/>
              <a:ext cx="648072" cy="72008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问题1">
            <a:extLst>
              <a:ext uri="{FF2B5EF4-FFF2-40B4-BE49-F238E27FC236}">
                <a16:creationId xmlns:a16="http://schemas.microsoft.com/office/drawing/2014/main" id="{7ACE8AF4-D9FF-7344-9D72-936ED92C2B17}"/>
              </a:ext>
            </a:extLst>
          </p:cNvPr>
          <p:cNvGrpSpPr/>
          <p:nvPr/>
        </p:nvGrpSpPr>
        <p:grpSpPr>
          <a:xfrm>
            <a:off x="550590" y="1052736"/>
            <a:ext cx="6840760" cy="1013000"/>
            <a:chOff x="4943078" y="1556792"/>
            <a:chExt cx="6840760" cy="1013000"/>
          </a:xfrm>
        </p:grpSpPr>
        <p:sp>
          <p:nvSpPr>
            <p:cNvPr id="50" name="íŝlïďê">
              <a:extLst>
                <a:ext uri="{FF2B5EF4-FFF2-40B4-BE49-F238E27FC236}">
                  <a16:creationId xmlns:a16="http://schemas.microsoft.com/office/drawing/2014/main" id="{F33708A5-1267-1540-94A6-F84B226277AC}"/>
                </a:ext>
              </a:extLst>
            </p:cNvPr>
            <p:cNvSpPr/>
            <p:nvPr/>
          </p:nvSpPr>
          <p:spPr bwMode="auto">
            <a:xfrm>
              <a:off x="5305666" y="1556792"/>
              <a:ext cx="6478172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信号流图可以表示哪些运算？</a:t>
              </a:r>
            </a:p>
          </p:txBody>
        </p:sp>
        <p:sp>
          <p:nvSpPr>
            <p:cNvPr id="54" name="ï$ľiďê">
              <a:extLst>
                <a:ext uri="{FF2B5EF4-FFF2-40B4-BE49-F238E27FC236}">
                  <a16:creationId xmlns:a16="http://schemas.microsoft.com/office/drawing/2014/main" id="{1A9FB4D9-1AC0-8941-B9BC-881D2ECCC2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7" name="标题">
            <a:extLst>
              <a:ext uri="{FF2B5EF4-FFF2-40B4-BE49-F238E27FC236}">
                <a16:creationId xmlns:a16="http://schemas.microsoft.com/office/drawing/2014/main" id="{1AA6A26B-7C25-144C-91CB-F3915140B380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13658267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E6068E8-8D4C-F74A-83F3-FF7E28E539F2}"/>
                  </a:ext>
                </a:extLst>
              </p:cNvPr>
              <p:cNvSpPr txBox="1"/>
              <p:nvPr/>
            </p:nvSpPr>
            <p:spPr>
              <a:xfrm>
                <a:off x="5519142" y="2382739"/>
                <a:ext cx="5245771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E6068E8-8D4C-F74A-83F3-FF7E28E5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142" y="2382739"/>
                <a:ext cx="5245771" cy="553998"/>
              </a:xfrm>
              <a:prstGeom prst="rect">
                <a:avLst/>
              </a:prstGeom>
              <a:blipFill>
                <a:blip r:embed="rId12"/>
                <a:stretch>
                  <a:fillRect l="-217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4016ED1-B067-4640-B09A-5D5ED90D7079}"/>
                  </a:ext>
                </a:extLst>
              </p:cNvPr>
              <p:cNvSpPr txBox="1"/>
              <p:nvPr/>
            </p:nvSpPr>
            <p:spPr>
              <a:xfrm>
                <a:off x="5457941" y="2918464"/>
                <a:ext cx="41562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4016ED1-B067-4640-B09A-5D5ED90D7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941" y="2918464"/>
                <a:ext cx="4156260" cy="646331"/>
              </a:xfrm>
              <a:prstGeom prst="rect">
                <a:avLst/>
              </a:prstGeom>
              <a:blipFill>
                <a:blip r:embed="rId13"/>
                <a:stretch>
                  <a:fillRect l="-61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F0DA4D86-AC9F-D249-A9EF-9C6396417FF4}"/>
                  </a:ext>
                </a:extLst>
              </p:cNvPr>
              <p:cNvSpPr txBox="1"/>
              <p:nvPr/>
            </p:nvSpPr>
            <p:spPr>
              <a:xfrm>
                <a:off x="5457941" y="3472462"/>
                <a:ext cx="6347471" cy="1545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kumimoji="1" lang="en-US" altLang="zh-CN" sz="36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F0DA4D86-AC9F-D249-A9EF-9C639641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941" y="3472462"/>
                <a:ext cx="6347471" cy="1545231"/>
              </a:xfrm>
              <a:prstGeom prst="rect">
                <a:avLst/>
              </a:prstGeom>
              <a:blipFill>
                <a:blip r:embed="rId14"/>
                <a:stretch>
                  <a:fillRect l="-23553" t="-142276" b="-197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8825B7B8-487B-7648-B329-A7F10BF14311}"/>
                  </a:ext>
                </a:extLst>
              </p:cNvPr>
              <p:cNvSpPr txBox="1"/>
              <p:nvPr/>
            </p:nvSpPr>
            <p:spPr>
              <a:xfrm>
                <a:off x="5553522" y="4666089"/>
                <a:ext cx="493936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8825B7B8-487B-7648-B329-A7F10BF14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522" y="4666089"/>
                <a:ext cx="4939363" cy="553998"/>
              </a:xfrm>
              <a:prstGeom prst="rect">
                <a:avLst/>
              </a:prstGeom>
              <a:blipFill>
                <a:blip r:embed="rId15"/>
                <a:stretch>
                  <a:fillRect l="-3077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文本框 101">
            <a:extLst>
              <a:ext uri="{FF2B5EF4-FFF2-40B4-BE49-F238E27FC236}">
                <a16:creationId xmlns:a16="http://schemas.microsoft.com/office/drawing/2014/main" id="{3C002D25-DE92-4144-BDF6-9D99C440DC79}"/>
              </a:ext>
            </a:extLst>
          </p:cNvPr>
          <p:cNvSpPr txBox="1"/>
          <p:nvPr/>
        </p:nvSpPr>
        <p:spPr>
          <a:xfrm>
            <a:off x="6080389" y="1303079"/>
            <a:ext cx="3533812" cy="74009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考虑初始条件</a:t>
            </a:r>
          </a:p>
        </p:txBody>
      </p:sp>
      <p:grpSp>
        <p:nvGrpSpPr>
          <p:cNvPr id="36" name="超前网络">
            <a:extLst>
              <a:ext uri="{FF2B5EF4-FFF2-40B4-BE49-F238E27FC236}">
                <a16:creationId xmlns:a16="http://schemas.microsoft.com/office/drawing/2014/main" id="{5D7346B2-BE69-B247-A7FA-7E5E0516FBB4}"/>
              </a:ext>
            </a:extLst>
          </p:cNvPr>
          <p:cNvGrpSpPr/>
          <p:nvPr/>
        </p:nvGrpSpPr>
        <p:grpSpPr>
          <a:xfrm>
            <a:off x="478582" y="2195751"/>
            <a:ext cx="4702104" cy="3024336"/>
            <a:chOff x="945544" y="2338486"/>
            <a:chExt cx="4702104" cy="3024336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D7D8AC6-A2F0-4047-B775-0343E0C233FA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8A74D24-1686-F746-8F58-DCFAAE5BE181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8E1E09F-24CE-D54C-8287-BAD3D2EF0A70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EE8DEE6-9E7D-984D-81F5-1BD1A3076018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42" name="电阻R1">
              <a:extLst>
                <a:ext uri="{FF2B5EF4-FFF2-40B4-BE49-F238E27FC236}">
                  <a16:creationId xmlns:a16="http://schemas.microsoft.com/office/drawing/2014/main" id="{EF5DAE5C-CB9E-2B4C-B3D5-B53E913E7BA7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4" name="电容">
              <a:extLst>
                <a:ext uri="{FF2B5EF4-FFF2-40B4-BE49-F238E27FC236}">
                  <a16:creationId xmlns:a16="http://schemas.microsoft.com/office/drawing/2014/main" id="{9BB0BA04-7E6F-6A4B-8189-B9CA7FA7EAE1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B9050705-C296-874A-8506-C8066B746A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7DB54778-6589-294A-8926-7B66B795F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电阻R2">
              <a:extLst>
                <a:ext uri="{FF2B5EF4-FFF2-40B4-BE49-F238E27FC236}">
                  <a16:creationId xmlns:a16="http://schemas.microsoft.com/office/drawing/2014/main" id="{52F5802B-2264-8B4D-9B69-243BEE9F4D00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3046D9A8-5CA0-494B-BB38-900736C2CF3E}"/>
                </a:ext>
              </a:extLst>
            </p:cNvPr>
            <p:cNvCxnSpPr>
              <a:stCxn id="37" idx="6"/>
              <a:endCxn id="42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3FE9CC36-E5F3-0544-B9B4-3CD81501272F}"/>
                </a:ext>
              </a:extLst>
            </p:cNvPr>
            <p:cNvCxnSpPr>
              <a:cxnSpLocks/>
              <a:stCxn id="42" idx="3"/>
              <a:endCxn id="39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34283C29-A4AB-4B49-99B7-AE6D207AEDDB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B67E96AA-9588-5347-920F-93FBA071A1E6}"/>
                </a:ext>
              </a:extLst>
            </p:cNvPr>
            <p:cNvCxnSpPr>
              <a:cxnSpLocks/>
              <a:stCxn id="50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D918E794-C312-E643-820F-8B1AB46E993B}"/>
                </a:ext>
              </a:extLst>
            </p:cNvPr>
            <p:cNvCxnSpPr>
              <a:cxnSpLocks/>
              <a:stCxn id="38" idx="6"/>
              <a:endCxn id="40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肘形连接符 58">
              <a:extLst>
                <a:ext uri="{FF2B5EF4-FFF2-40B4-BE49-F238E27FC236}">
                  <a16:creationId xmlns:a16="http://schemas.microsoft.com/office/drawing/2014/main" id="{EF0F9654-B02E-3448-A1BB-963929DBF4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肘形连接符 60">
              <a:extLst>
                <a:ext uri="{FF2B5EF4-FFF2-40B4-BE49-F238E27FC236}">
                  <a16:creationId xmlns:a16="http://schemas.microsoft.com/office/drawing/2014/main" id="{5BA8A481-F728-4F41-A71E-89F596F9B8F6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68CC932-6F2F-3C4D-BA7E-7F059AF38143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68CC932-6F2F-3C4D-BA7E-7F059AF38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AEC2A07-775E-6B46-9C75-6B84E575A18B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AEC2A07-775E-6B46-9C75-6B84E575A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blipFill>
                  <a:blip r:embed="rId17"/>
                  <a:stretch>
                    <a:fillRect l="-3571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AF44A5D-4125-4144-9D25-E383A181F47F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AF44A5D-4125-4144-9D25-E383A181F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blipFill>
                  <a:blip r:embed="rId18"/>
                  <a:stretch>
                    <a:fillRect l="-10909" r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514DD39-2DFA-7B4F-945C-3C65CC3C01E7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514DD39-2DFA-7B4F-945C-3C65CC3C0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blipFill>
                  <a:blip r:embed="rId19"/>
                  <a:stretch>
                    <a:fillRect l="-12727" r="-3636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9C563173-3C00-A54F-ACC0-CCCF5BC5F64C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9C563173-3C00-A54F-ACC0-CCCF5BC5F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blipFill>
                  <a:blip r:embed="rId2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879F056A-CB10-CA4C-8322-91950B10A020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7795E1E-616F-4242-B30B-9130A80AFCA8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7795E1E-616F-4242-B30B-9130A80AF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blipFill>
                  <a:blip r:embed="rId21"/>
                  <a:stretch>
                    <a:fillRect l="-8824" r="-588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6BF25632-DEFD-0B42-A8F8-A5DE27F5332E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80DC19B-681E-0C45-8996-8C1B65BE645C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80DC19B-681E-0C45-8996-8C1B65BE6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blipFill>
                  <a:blip r:embed="rId22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29BF426C-09CF-2C42-A0EF-5D46AD2767AB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FF1F82-619E-0E49-922B-DB9F0392B6DA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FF1F82-619E-0E49-922B-DB9F0392B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blipFill>
                  <a:blip r:embed="rId23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EEF6CE5B-6366-2F4B-ADC4-61D9A5C23CDC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EEF6CE5B-6366-2F4B-ADC4-61D9A5C23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blipFill>
                  <a:blip r:embed="rId24"/>
                  <a:stretch>
                    <a:fillRect l="-3571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标题">
            <a:extLst>
              <a:ext uri="{FF2B5EF4-FFF2-40B4-BE49-F238E27FC236}">
                <a16:creationId xmlns:a16="http://schemas.microsoft.com/office/drawing/2014/main" id="{8098AE72-7091-6A49-8453-CC0FB23D8CC5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74256740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hidden="1">
            <a:extLst>
              <a:ext uri="{FF2B5EF4-FFF2-40B4-BE49-F238E27FC236}">
                <a16:creationId xmlns:a16="http://schemas.microsoft.com/office/drawing/2014/main" id="{E5466D63-C4DF-A740-B72B-697DF6AC4C95}"/>
              </a:ext>
            </a:extLst>
          </p:cNvPr>
          <p:cNvSpPr/>
          <p:nvPr/>
        </p:nvSpPr>
        <p:spPr>
          <a:xfrm>
            <a:off x="5652516" y="2154922"/>
            <a:ext cx="5987306" cy="3290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445AA-F802-9143-BF1B-583BA5D3F72E}"/>
              </a:ext>
            </a:extLst>
          </p:cNvPr>
          <p:cNvSpPr txBox="1"/>
          <p:nvPr/>
        </p:nvSpPr>
        <p:spPr>
          <a:xfrm>
            <a:off x="5433163" y="2425856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B68B42-C9F1-1E4E-A991-ED62CA5CA38B}"/>
              </a:ext>
            </a:extLst>
          </p:cNvPr>
          <p:cNvSpPr txBox="1"/>
          <p:nvPr/>
        </p:nvSpPr>
        <p:spPr>
          <a:xfrm>
            <a:off x="5764443" y="2616698"/>
            <a:ext cx="3073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𝒊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9E929013-D051-B34D-B19F-442D967125D4}"/>
              </a:ext>
            </a:extLst>
          </p:cNvPr>
          <p:cNvSpPr/>
          <p:nvPr/>
        </p:nvSpPr>
        <p:spPr>
          <a:xfrm>
            <a:off x="6038422" y="2537469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66 w 528487"/>
              <a:gd name="connsiteY1" fmla="*/ 73234 h 422713"/>
              <a:gd name="connsiteX2" fmla="*/ 526554 w 528487"/>
              <a:gd name="connsiteY2" fmla="*/ 210612 h 422713"/>
              <a:gd name="connsiteX3" fmla="*/ 491777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1 w 528487"/>
              <a:gd name="connsiteY6" fmla="*/ 336946 h 422713"/>
              <a:gd name="connsiteX7" fmla="*/ 487986 w 528487"/>
              <a:gd name="connsiteY7" fmla="*/ 208383 h 422713"/>
              <a:gd name="connsiteX8" fmla="*/ 463031 w 528487"/>
              <a:gd name="connsiteY8" fmla="*/ 83263 h 422713"/>
              <a:gd name="connsiteX9" fmla="*/ 385675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6" y="35278"/>
                  <a:pt x="491666" y="73234"/>
                </a:cubicBezTo>
                <a:cubicBezTo>
                  <a:pt x="514933" y="111192"/>
                  <a:pt x="526554" y="156983"/>
                  <a:pt x="526554" y="210612"/>
                </a:cubicBezTo>
                <a:cubicBezTo>
                  <a:pt x="526554" y="264388"/>
                  <a:pt x="514961" y="310173"/>
                  <a:pt x="491777" y="347982"/>
                </a:cubicBezTo>
                <a:cubicBezTo>
                  <a:pt x="468619" y="385791"/>
                  <a:pt x="435254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1" y="336946"/>
                </a:cubicBezTo>
                <a:cubicBezTo>
                  <a:pt x="479631" y="303231"/>
                  <a:pt x="487986" y="260377"/>
                  <a:pt x="487986" y="208383"/>
                </a:cubicBezTo>
                <a:cubicBezTo>
                  <a:pt x="487986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675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00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4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B4BCD6-A4D6-4A42-A0B5-8A416B3A46D2}"/>
              </a:ext>
            </a:extLst>
          </p:cNvPr>
          <p:cNvSpPr txBox="1"/>
          <p:nvPr/>
        </p:nvSpPr>
        <p:spPr>
          <a:xfrm>
            <a:off x="6096410" y="2359614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A14C31-3496-0442-B1CF-8493C4EC3B93}"/>
              </a:ext>
            </a:extLst>
          </p:cNvPr>
          <p:cNvSpPr txBox="1"/>
          <p:nvPr/>
        </p:nvSpPr>
        <p:spPr>
          <a:xfrm>
            <a:off x="6642556" y="2425856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9FE683-B8E2-0746-B396-90DAD035295D}"/>
              </a:ext>
            </a:extLst>
          </p:cNvPr>
          <p:cNvSpPr txBox="1"/>
          <p:nvPr/>
        </p:nvSpPr>
        <p:spPr>
          <a:xfrm>
            <a:off x="7110153" y="2425856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D05B5-6A66-FC4B-A304-B436E6FEC671}"/>
              </a:ext>
            </a:extLst>
          </p:cNvPr>
          <p:cNvSpPr txBox="1"/>
          <p:nvPr/>
        </p:nvSpPr>
        <p:spPr>
          <a:xfrm>
            <a:off x="7308284" y="2616698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D5DE65B2-0A13-A246-9DBB-FAACCB2AC890}"/>
              </a:ext>
            </a:extLst>
          </p:cNvPr>
          <p:cNvSpPr/>
          <p:nvPr/>
        </p:nvSpPr>
        <p:spPr>
          <a:xfrm>
            <a:off x="7658529" y="2536840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94 w 528487"/>
              <a:gd name="connsiteY1" fmla="*/ 73234 h 422713"/>
              <a:gd name="connsiteX2" fmla="*/ 526553 w 528487"/>
              <a:gd name="connsiteY2" fmla="*/ 210612 h 422713"/>
              <a:gd name="connsiteX3" fmla="*/ 491804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0 w 528487"/>
              <a:gd name="connsiteY6" fmla="*/ 336946 h 422713"/>
              <a:gd name="connsiteX7" fmla="*/ 488014 w 528487"/>
              <a:gd name="connsiteY7" fmla="*/ 208383 h 422713"/>
              <a:gd name="connsiteX8" fmla="*/ 463031 w 528487"/>
              <a:gd name="connsiteY8" fmla="*/ 83263 h 422713"/>
              <a:gd name="connsiteX9" fmla="*/ 385703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5" y="35278"/>
                  <a:pt x="491694" y="73234"/>
                </a:cubicBezTo>
                <a:cubicBezTo>
                  <a:pt x="514933" y="111192"/>
                  <a:pt x="526553" y="156983"/>
                  <a:pt x="526553" y="210612"/>
                </a:cubicBezTo>
                <a:cubicBezTo>
                  <a:pt x="526553" y="264388"/>
                  <a:pt x="514961" y="310173"/>
                  <a:pt x="491804" y="347982"/>
                </a:cubicBezTo>
                <a:cubicBezTo>
                  <a:pt x="468619" y="385791"/>
                  <a:pt x="435253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0" y="336946"/>
                </a:cubicBezTo>
                <a:cubicBezTo>
                  <a:pt x="479631" y="303231"/>
                  <a:pt x="488014" y="260377"/>
                  <a:pt x="488014" y="208383"/>
                </a:cubicBezTo>
                <a:cubicBezTo>
                  <a:pt x="488014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703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27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3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49344C-53DB-2043-B17F-EAA57E2C1FE8}"/>
              </a:ext>
            </a:extLst>
          </p:cNvPr>
          <p:cNvSpPr txBox="1"/>
          <p:nvPr/>
        </p:nvSpPr>
        <p:spPr>
          <a:xfrm>
            <a:off x="7723380" y="2375038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ED07F5-FE0D-1A45-880D-DA0A33CC9276}"/>
              </a:ext>
            </a:extLst>
          </p:cNvPr>
          <p:cNvSpPr txBox="1"/>
          <p:nvPr/>
        </p:nvSpPr>
        <p:spPr>
          <a:xfrm>
            <a:off x="8135688" y="2425856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AE5CD5-C939-9A45-B841-4293537913FE}"/>
              </a:ext>
            </a:extLst>
          </p:cNvPr>
          <p:cNvSpPr txBox="1"/>
          <p:nvPr/>
        </p:nvSpPr>
        <p:spPr>
          <a:xfrm>
            <a:off x="8454285" y="2616698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FFAF69-5BEE-C74D-8D48-BA92F91F6DA7}"/>
              </a:ext>
            </a:extLst>
          </p:cNvPr>
          <p:cNvSpPr txBox="1"/>
          <p:nvPr/>
        </p:nvSpPr>
        <p:spPr>
          <a:xfrm>
            <a:off x="8774405" y="2425856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1D4EE9-6A82-E442-B326-74B69F751AC9}"/>
              </a:ext>
            </a:extLst>
          </p:cNvPr>
          <p:cNvSpPr txBox="1"/>
          <p:nvPr/>
        </p:nvSpPr>
        <p:spPr>
          <a:xfrm>
            <a:off x="9216639" y="2425856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7648EC6-1E92-6E48-90C7-BDC089B1CE59}"/>
              </a:ext>
            </a:extLst>
          </p:cNvPr>
          <p:cNvSpPr txBox="1"/>
          <p:nvPr/>
        </p:nvSpPr>
        <p:spPr>
          <a:xfrm>
            <a:off x="9547919" y="2616698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554201-8704-B14A-BECB-359A71E1EDB7}"/>
              </a:ext>
            </a:extLst>
          </p:cNvPr>
          <p:cNvSpPr txBox="1"/>
          <p:nvPr/>
        </p:nvSpPr>
        <p:spPr>
          <a:xfrm>
            <a:off x="9758669" y="2425856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CE0F5E-095C-7A4E-A4BB-13D48577A86F}"/>
              </a:ext>
            </a:extLst>
          </p:cNvPr>
          <p:cNvSpPr txBox="1"/>
          <p:nvPr/>
        </p:nvSpPr>
        <p:spPr>
          <a:xfrm>
            <a:off x="10178710" y="2425856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CC5BD7-D741-3B4F-8F0D-4DCC30730BD3}"/>
              </a:ext>
            </a:extLst>
          </p:cNvPr>
          <p:cNvSpPr txBox="1"/>
          <p:nvPr/>
        </p:nvSpPr>
        <p:spPr>
          <a:xfrm>
            <a:off x="5463342" y="3006678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D1D891-3C76-BE41-A6FD-E425287C2BB1}"/>
              </a:ext>
            </a:extLst>
          </p:cNvPr>
          <p:cNvSpPr txBox="1"/>
          <p:nvPr/>
        </p:nvSpPr>
        <p:spPr>
          <a:xfrm>
            <a:off x="5794619" y="3194754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A1DD0EEC-AE40-514E-BFD8-930AF97E3E7D}"/>
              </a:ext>
            </a:extLst>
          </p:cNvPr>
          <p:cNvSpPr/>
          <p:nvPr/>
        </p:nvSpPr>
        <p:spPr>
          <a:xfrm>
            <a:off x="6136948" y="3064042"/>
            <a:ext cx="528487" cy="422728"/>
          </a:xfrm>
          <a:custGeom>
            <a:avLst/>
            <a:gdLst>
              <a:gd name="connsiteX0" fmla="*/ 391707 w 528487"/>
              <a:gd name="connsiteY0" fmla="*/ -857 h 422728"/>
              <a:gd name="connsiteX1" fmla="*/ 491667 w 528487"/>
              <a:gd name="connsiteY1" fmla="*/ 73239 h 422728"/>
              <a:gd name="connsiteX2" fmla="*/ 526554 w 528487"/>
              <a:gd name="connsiteY2" fmla="*/ 210618 h 422728"/>
              <a:gd name="connsiteX3" fmla="*/ 491777 w 528487"/>
              <a:gd name="connsiteY3" fmla="*/ 347996 h 422728"/>
              <a:gd name="connsiteX4" fmla="*/ 391707 w 528487"/>
              <a:gd name="connsiteY4" fmla="*/ 421871 h 422728"/>
              <a:gd name="connsiteX5" fmla="*/ 386340 w 528487"/>
              <a:gd name="connsiteY5" fmla="*/ 404695 h 422728"/>
              <a:gd name="connsiteX6" fmla="*/ 462921 w 528487"/>
              <a:gd name="connsiteY6" fmla="*/ 336960 h 422728"/>
              <a:gd name="connsiteX7" fmla="*/ 487987 w 528487"/>
              <a:gd name="connsiteY7" fmla="*/ 208405 h 422728"/>
              <a:gd name="connsiteX8" fmla="*/ 463031 w 528487"/>
              <a:gd name="connsiteY8" fmla="*/ 83279 h 422728"/>
              <a:gd name="connsiteX9" fmla="*/ 385676 w 528487"/>
              <a:gd name="connsiteY9" fmla="*/ 16319 h 422728"/>
              <a:gd name="connsiteX10" fmla="*/ 132913 w 528487"/>
              <a:gd name="connsiteY10" fmla="*/ -857 h 422728"/>
              <a:gd name="connsiteX11" fmla="*/ 138917 w 528487"/>
              <a:gd name="connsiteY11" fmla="*/ 16319 h 422728"/>
              <a:gd name="connsiteX12" fmla="*/ 61699 w 528487"/>
              <a:gd name="connsiteY12" fmla="*/ 83279 h 422728"/>
              <a:gd name="connsiteX13" fmla="*/ 36606 w 528487"/>
              <a:gd name="connsiteY13" fmla="*/ 208405 h 422728"/>
              <a:gd name="connsiteX14" fmla="*/ 61699 w 528487"/>
              <a:gd name="connsiteY14" fmla="*/ 336960 h 422728"/>
              <a:gd name="connsiteX15" fmla="*/ 138253 w 528487"/>
              <a:gd name="connsiteY15" fmla="*/ 404695 h 422728"/>
              <a:gd name="connsiteX16" fmla="*/ 132913 w 528487"/>
              <a:gd name="connsiteY16" fmla="*/ 421871 h 422728"/>
              <a:gd name="connsiteX17" fmla="*/ 32815 w 528487"/>
              <a:gd name="connsiteY17" fmla="*/ 347996 h 422728"/>
              <a:gd name="connsiteX18" fmla="*/ -1934 w 528487"/>
              <a:gd name="connsiteY18" fmla="*/ 210618 h 422728"/>
              <a:gd name="connsiteX19" fmla="*/ 32926 w 528487"/>
              <a:gd name="connsiteY19" fmla="*/ 73239 h 422728"/>
              <a:gd name="connsiteX20" fmla="*/ 132913 w 528487"/>
              <a:gd name="connsiteY20" fmla="*/ -857 h 42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28">
                <a:moveTo>
                  <a:pt x="391707" y="-857"/>
                </a:moveTo>
                <a:cubicBezTo>
                  <a:pt x="435088" y="10594"/>
                  <a:pt x="468426" y="35292"/>
                  <a:pt x="491667" y="73239"/>
                </a:cubicBezTo>
                <a:cubicBezTo>
                  <a:pt x="514934" y="111214"/>
                  <a:pt x="526554" y="156988"/>
                  <a:pt x="526554" y="210618"/>
                </a:cubicBezTo>
                <a:cubicBezTo>
                  <a:pt x="526554" y="264385"/>
                  <a:pt x="514962" y="310187"/>
                  <a:pt x="491777" y="347996"/>
                </a:cubicBezTo>
                <a:cubicBezTo>
                  <a:pt x="468592" y="385805"/>
                  <a:pt x="435254" y="410421"/>
                  <a:pt x="391707" y="421871"/>
                </a:cubicBezTo>
                <a:lnTo>
                  <a:pt x="386340" y="404695"/>
                </a:lnTo>
                <a:cubicBezTo>
                  <a:pt x="420674" y="393272"/>
                  <a:pt x="446210" y="370703"/>
                  <a:pt x="462921" y="336960"/>
                </a:cubicBezTo>
                <a:cubicBezTo>
                  <a:pt x="479631" y="303245"/>
                  <a:pt x="487987" y="260375"/>
                  <a:pt x="487987" y="208405"/>
                </a:cubicBezTo>
                <a:cubicBezTo>
                  <a:pt x="487987" y="158178"/>
                  <a:pt x="479687" y="116469"/>
                  <a:pt x="463031" y="83279"/>
                </a:cubicBezTo>
                <a:cubicBezTo>
                  <a:pt x="446376" y="50062"/>
                  <a:pt x="420618" y="27742"/>
                  <a:pt x="385676" y="16319"/>
                </a:cubicBezTo>
                <a:close/>
                <a:moveTo>
                  <a:pt x="132913" y="-857"/>
                </a:moveTo>
                <a:lnTo>
                  <a:pt x="138917" y="16319"/>
                </a:lnTo>
                <a:cubicBezTo>
                  <a:pt x="104168" y="27742"/>
                  <a:pt x="78410" y="50062"/>
                  <a:pt x="61699" y="83279"/>
                </a:cubicBezTo>
                <a:cubicBezTo>
                  <a:pt x="44961" y="116469"/>
                  <a:pt x="36606" y="158178"/>
                  <a:pt x="36606" y="208405"/>
                </a:cubicBezTo>
                <a:cubicBezTo>
                  <a:pt x="36606" y="260375"/>
                  <a:pt x="44961" y="303245"/>
                  <a:pt x="61699" y="336960"/>
                </a:cubicBezTo>
                <a:cubicBezTo>
                  <a:pt x="78410" y="370703"/>
                  <a:pt x="103919" y="393272"/>
                  <a:pt x="138253" y="404695"/>
                </a:cubicBezTo>
                <a:lnTo>
                  <a:pt x="132913" y="421871"/>
                </a:lnTo>
                <a:cubicBezTo>
                  <a:pt x="89366" y="410421"/>
                  <a:pt x="56000" y="385805"/>
                  <a:pt x="32815" y="347996"/>
                </a:cubicBezTo>
                <a:cubicBezTo>
                  <a:pt x="9659" y="310187"/>
                  <a:pt x="-1934" y="264385"/>
                  <a:pt x="-1934" y="210618"/>
                </a:cubicBezTo>
                <a:cubicBezTo>
                  <a:pt x="-1934" y="156988"/>
                  <a:pt x="9687" y="111214"/>
                  <a:pt x="32926" y="73239"/>
                </a:cubicBezTo>
                <a:cubicBezTo>
                  <a:pt x="56194" y="35292"/>
                  <a:pt x="89504" y="10594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1C6721-EB75-2C46-B14D-6ADF57FA406A}"/>
              </a:ext>
            </a:extLst>
          </p:cNvPr>
          <p:cNvSpPr txBox="1"/>
          <p:nvPr/>
        </p:nvSpPr>
        <p:spPr>
          <a:xfrm>
            <a:off x="6193305" y="2922237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0E6564-0848-E34F-9A2A-03D08B714748}"/>
              </a:ext>
            </a:extLst>
          </p:cNvPr>
          <p:cNvSpPr txBox="1"/>
          <p:nvPr/>
        </p:nvSpPr>
        <p:spPr>
          <a:xfrm>
            <a:off x="6740911" y="3006678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7189B3-D59B-1F47-AC5D-947B0BAC285E}"/>
              </a:ext>
            </a:extLst>
          </p:cNvPr>
          <p:cNvSpPr txBox="1"/>
          <p:nvPr/>
        </p:nvSpPr>
        <p:spPr>
          <a:xfrm>
            <a:off x="7208507" y="3006678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FDA487-7994-784E-B447-ED0EB100B5B6}"/>
              </a:ext>
            </a:extLst>
          </p:cNvPr>
          <p:cNvSpPr txBox="1"/>
          <p:nvPr/>
        </p:nvSpPr>
        <p:spPr>
          <a:xfrm>
            <a:off x="7406639" y="3006678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7C65755-87B2-EA4B-9B89-8B509726DC62}"/>
              </a:ext>
            </a:extLst>
          </p:cNvPr>
          <p:cNvSpPr txBox="1"/>
          <p:nvPr/>
        </p:nvSpPr>
        <p:spPr>
          <a:xfrm>
            <a:off x="7826682" y="3006678"/>
            <a:ext cx="689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)𝑹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CA74D-BCD1-3B43-B414-B42D409E7BC9}"/>
              </a:ext>
            </a:extLst>
          </p:cNvPr>
          <p:cNvSpPr txBox="1"/>
          <p:nvPr/>
        </p:nvSpPr>
        <p:spPr>
          <a:xfrm>
            <a:off x="8335488" y="3194754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15A46B8-D332-C24D-A7DA-9101C60070C9}"/>
              </a:ext>
            </a:extLst>
          </p:cNvPr>
          <p:cNvSpPr txBox="1"/>
          <p:nvPr/>
        </p:nvSpPr>
        <p:spPr>
          <a:xfrm>
            <a:off x="5585398" y="3518355"/>
            <a:ext cx="4567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F54CA6-28D8-3E41-B7C9-87A8258E31B2}"/>
              </a:ext>
            </a:extLst>
          </p:cNvPr>
          <p:cNvSpPr txBox="1"/>
          <p:nvPr/>
        </p:nvSpPr>
        <p:spPr>
          <a:xfrm>
            <a:off x="5463347" y="4168322"/>
            <a:ext cx="7002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𝑪𝒔</a:t>
            </a:r>
          </a:p>
        </p:txBody>
      </p:sp>
      <p:sp>
        <p:nvSpPr>
          <p:cNvPr id="50" name="任意形状 49">
            <a:extLst>
              <a:ext uri="{FF2B5EF4-FFF2-40B4-BE49-F238E27FC236}">
                <a16:creationId xmlns:a16="http://schemas.microsoft.com/office/drawing/2014/main" id="{E1BA681B-B4E4-BA42-AAC4-93B0175B21D8}"/>
              </a:ext>
            </a:extLst>
          </p:cNvPr>
          <p:cNvSpPr/>
          <p:nvPr/>
        </p:nvSpPr>
        <p:spPr>
          <a:xfrm>
            <a:off x="5554787" y="4119147"/>
            <a:ext cx="517365" cy="30424"/>
          </a:xfrm>
          <a:custGeom>
            <a:avLst/>
            <a:gdLst>
              <a:gd name="connsiteX0" fmla="*/ -1934 w 517365"/>
              <a:gd name="connsiteY0" fmla="*/ -857 h 30424"/>
              <a:gd name="connsiteX1" fmla="*/ 515432 w 517365"/>
              <a:gd name="connsiteY1" fmla="*/ -857 h 30424"/>
              <a:gd name="connsiteX2" fmla="*/ 515432 w 517365"/>
              <a:gd name="connsiteY2" fmla="*/ 29567 h 30424"/>
              <a:gd name="connsiteX3" fmla="*/ -1934 w 517365"/>
              <a:gd name="connsiteY3" fmla="*/ 29567 h 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65" h="30424">
                <a:moveTo>
                  <a:pt x="-1934" y="-857"/>
                </a:moveTo>
                <a:lnTo>
                  <a:pt x="515432" y="-857"/>
                </a:lnTo>
                <a:lnTo>
                  <a:pt x="515432" y="29567"/>
                </a:lnTo>
                <a:lnTo>
                  <a:pt x="-1934" y="29567"/>
                </a:ln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D4C3A4D-7E78-1E43-88EB-2077346A475E}"/>
              </a:ext>
            </a:extLst>
          </p:cNvPr>
          <p:cNvSpPr txBox="1"/>
          <p:nvPr/>
        </p:nvSpPr>
        <p:spPr>
          <a:xfrm>
            <a:off x="6056160" y="3864082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9E6D46-EC70-6140-B884-5E81255514B5}"/>
              </a:ext>
            </a:extLst>
          </p:cNvPr>
          <p:cNvSpPr txBox="1"/>
          <p:nvPr/>
        </p:nvSpPr>
        <p:spPr>
          <a:xfrm>
            <a:off x="6254293" y="4052158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4521BEE9-2AAA-B146-9516-F47AF5119398}"/>
              </a:ext>
            </a:extLst>
          </p:cNvPr>
          <p:cNvSpPr/>
          <p:nvPr/>
        </p:nvSpPr>
        <p:spPr>
          <a:xfrm>
            <a:off x="6604541" y="3921280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7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68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7 w 528487"/>
              <a:gd name="connsiteY7" fmla="*/ 208377 h 422700"/>
              <a:gd name="connsiteX8" fmla="*/ 463031 w 528487"/>
              <a:gd name="connsiteY8" fmla="*/ 83252 h 422700"/>
              <a:gd name="connsiteX9" fmla="*/ 385676 w 528487"/>
              <a:gd name="connsiteY9" fmla="*/ 16291 h 422700"/>
              <a:gd name="connsiteX10" fmla="*/ 132913 w 528487"/>
              <a:gd name="connsiteY10" fmla="*/ -857 h 422700"/>
              <a:gd name="connsiteX11" fmla="*/ 138917 w 528487"/>
              <a:gd name="connsiteY11" fmla="*/ 16291 h 422700"/>
              <a:gd name="connsiteX12" fmla="*/ 61699 w 528487"/>
              <a:gd name="connsiteY12" fmla="*/ 83252 h 422700"/>
              <a:gd name="connsiteX13" fmla="*/ 36606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15 w 528487"/>
              <a:gd name="connsiteY17" fmla="*/ 347968 h 422700"/>
              <a:gd name="connsiteX18" fmla="*/ -1934 w 528487"/>
              <a:gd name="connsiteY18" fmla="*/ 210617 h 422700"/>
              <a:gd name="connsiteX19" fmla="*/ 32926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7" y="73239"/>
                </a:cubicBezTo>
                <a:cubicBezTo>
                  <a:pt x="514934" y="111186"/>
                  <a:pt x="526554" y="156988"/>
                  <a:pt x="526554" y="210617"/>
                </a:cubicBezTo>
                <a:cubicBezTo>
                  <a:pt x="526554" y="264385"/>
                  <a:pt x="514962" y="310187"/>
                  <a:pt x="491777" y="347968"/>
                </a:cubicBezTo>
                <a:cubicBezTo>
                  <a:pt x="468592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7" y="260374"/>
                  <a:pt x="487987" y="208377"/>
                </a:cubicBezTo>
                <a:cubicBezTo>
                  <a:pt x="487987" y="158178"/>
                  <a:pt x="479687" y="116469"/>
                  <a:pt x="463031" y="83252"/>
                </a:cubicBezTo>
                <a:cubicBezTo>
                  <a:pt x="446376" y="50062"/>
                  <a:pt x="420618" y="27741"/>
                  <a:pt x="385676" y="16291"/>
                </a:cubicBezTo>
                <a:close/>
                <a:moveTo>
                  <a:pt x="132913" y="-857"/>
                </a:moveTo>
                <a:lnTo>
                  <a:pt x="138917" y="16291"/>
                </a:lnTo>
                <a:cubicBezTo>
                  <a:pt x="104168" y="27741"/>
                  <a:pt x="78410" y="50062"/>
                  <a:pt x="61699" y="83252"/>
                </a:cubicBezTo>
                <a:cubicBezTo>
                  <a:pt x="44989" y="116469"/>
                  <a:pt x="36606" y="158178"/>
                  <a:pt x="36606" y="208377"/>
                </a:cubicBezTo>
                <a:cubicBezTo>
                  <a:pt x="36606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15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26" y="73239"/>
                </a:cubicBezTo>
                <a:cubicBezTo>
                  <a:pt x="56194" y="35264"/>
                  <a:pt x="89532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3B12E7-867F-7D46-AFE8-B2F54CD4DEBC}"/>
              </a:ext>
            </a:extLst>
          </p:cNvPr>
          <p:cNvSpPr txBox="1"/>
          <p:nvPr/>
        </p:nvSpPr>
        <p:spPr>
          <a:xfrm>
            <a:off x="6662160" y="3779641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3109B44-273A-2149-BF56-A3C4B16AA316}"/>
              </a:ext>
            </a:extLst>
          </p:cNvPr>
          <p:cNvSpPr txBox="1"/>
          <p:nvPr/>
        </p:nvSpPr>
        <p:spPr>
          <a:xfrm>
            <a:off x="7183145" y="3864082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0BF3346-7AC5-C545-877A-1439EA926FBD}"/>
              </a:ext>
            </a:extLst>
          </p:cNvPr>
          <p:cNvSpPr txBox="1"/>
          <p:nvPr/>
        </p:nvSpPr>
        <p:spPr>
          <a:xfrm>
            <a:off x="7625377" y="3518355"/>
            <a:ext cx="478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𝒖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C08ACDB-926F-8E45-85CE-FC28B6F3F335}"/>
              </a:ext>
            </a:extLst>
          </p:cNvPr>
          <p:cNvSpPr txBox="1"/>
          <p:nvPr/>
        </p:nvSpPr>
        <p:spPr>
          <a:xfrm>
            <a:off x="7920201" y="3709196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2A74F69-D9B6-8F40-8B35-490FCAC1A127}"/>
              </a:ext>
            </a:extLst>
          </p:cNvPr>
          <p:cNvSpPr txBox="1"/>
          <p:nvPr/>
        </p:nvSpPr>
        <p:spPr>
          <a:xfrm>
            <a:off x="8138875" y="3518355"/>
            <a:ext cx="644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(𝟎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DC6E757-92A5-144B-8AD3-6C32C68E682C}"/>
              </a:ext>
            </a:extLst>
          </p:cNvPr>
          <p:cNvSpPr txBox="1"/>
          <p:nvPr/>
        </p:nvSpPr>
        <p:spPr>
          <a:xfrm>
            <a:off x="8601715" y="3518355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CC0584E-DA26-F643-9892-48AD0D935DB0}"/>
              </a:ext>
            </a:extLst>
          </p:cNvPr>
          <p:cNvSpPr txBox="1"/>
          <p:nvPr/>
        </p:nvSpPr>
        <p:spPr>
          <a:xfrm>
            <a:off x="8093734" y="4168322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8A08473D-BB36-BD42-A2FF-1E19E4672EE8}"/>
              </a:ext>
            </a:extLst>
          </p:cNvPr>
          <p:cNvSpPr/>
          <p:nvPr/>
        </p:nvSpPr>
        <p:spPr>
          <a:xfrm>
            <a:off x="7716224" y="4180818"/>
            <a:ext cx="1167531" cy="30424"/>
          </a:xfrm>
          <a:custGeom>
            <a:avLst/>
            <a:gdLst>
              <a:gd name="connsiteX0" fmla="*/ -1934 w 1167531"/>
              <a:gd name="connsiteY0" fmla="*/ -857 h 30424"/>
              <a:gd name="connsiteX1" fmla="*/ 1165597 w 1167531"/>
              <a:gd name="connsiteY1" fmla="*/ -857 h 30424"/>
              <a:gd name="connsiteX2" fmla="*/ 1165597 w 1167531"/>
              <a:gd name="connsiteY2" fmla="*/ 29567 h 30424"/>
              <a:gd name="connsiteX3" fmla="*/ -1934 w 1167531"/>
              <a:gd name="connsiteY3" fmla="*/ 29567 h 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531" h="30424">
                <a:moveTo>
                  <a:pt x="-1934" y="-857"/>
                </a:moveTo>
                <a:lnTo>
                  <a:pt x="1165597" y="-857"/>
                </a:lnTo>
                <a:lnTo>
                  <a:pt x="1165597" y="29567"/>
                </a:lnTo>
                <a:lnTo>
                  <a:pt x="-1934" y="29567"/>
                </a:ln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415347-6AFC-3C4D-84B0-73B104E9C11B}"/>
              </a:ext>
            </a:extLst>
          </p:cNvPr>
          <p:cNvSpPr txBox="1"/>
          <p:nvPr/>
        </p:nvSpPr>
        <p:spPr>
          <a:xfrm>
            <a:off x="9018591" y="3864082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0B0EE60-8BE7-A441-B474-9F625FB3097A}"/>
              </a:ext>
            </a:extLst>
          </p:cNvPr>
          <p:cNvSpPr txBox="1"/>
          <p:nvPr/>
        </p:nvSpPr>
        <p:spPr>
          <a:xfrm>
            <a:off x="9486186" y="3864082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3276D3-FD44-BF4B-82BA-7F4CBBEC41E1}"/>
              </a:ext>
            </a:extLst>
          </p:cNvPr>
          <p:cNvSpPr txBox="1"/>
          <p:nvPr/>
        </p:nvSpPr>
        <p:spPr>
          <a:xfrm>
            <a:off x="9684318" y="4052158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017C81D0-1985-8F48-A516-4D91A94B9729}"/>
              </a:ext>
            </a:extLst>
          </p:cNvPr>
          <p:cNvSpPr/>
          <p:nvPr/>
        </p:nvSpPr>
        <p:spPr>
          <a:xfrm>
            <a:off x="10034538" y="3921280"/>
            <a:ext cx="528515" cy="422700"/>
          </a:xfrm>
          <a:custGeom>
            <a:avLst/>
            <a:gdLst>
              <a:gd name="connsiteX0" fmla="*/ 391734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4 w 528515"/>
              <a:gd name="connsiteY3" fmla="*/ 347968 h 422700"/>
              <a:gd name="connsiteX4" fmla="*/ 391734 w 528515"/>
              <a:gd name="connsiteY4" fmla="*/ 421843 h 422700"/>
              <a:gd name="connsiteX5" fmla="*/ 386367 w 528515"/>
              <a:gd name="connsiteY5" fmla="*/ 404695 h 422700"/>
              <a:gd name="connsiteX6" fmla="*/ 462948 w 528515"/>
              <a:gd name="connsiteY6" fmla="*/ 336960 h 422700"/>
              <a:gd name="connsiteX7" fmla="*/ 488014 w 528515"/>
              <a:gd name="connsiteY7" fmla="*/ 208377 h 422700"/>
              <a:gd name="connsiteX8" fmla="*/ 463059 w 528515"/>
              <a:gd name="connsiteY8" fmla="*/ 83252 h 422700"/>
              <a:gd name="connsiteX9" fmla="*/ 385703 w 528515"/>
              <a:gd name="connsiteY9" fmla="*/ 16291 h 422700"/>
              <a:gd name="connsiteX10" fmla="*/ 132941 w 528515"/>
              <a:gd name="connsiteY10" fmla="*/ -857 h 422700"/>
              <a:gd name="connsiteX11" fmla="*/ 138945 w 528515"/>
              <a:gd name="connsiteY11" fmla="*/ 16291 h 422700"/>
              <a:gd name="connsiteX12" fmla="*/ 61727 w 528515"/>
              <a:gd name="connsiteY12" fmla="*/ 83252 h 422700"/>
              <a:gd name="connsiteX13" fmla="*/ 36634 w 528515"/>
              <a:gd name="connsiteY13" fmla="*/ 208377 h 422700"/>
              <a:gd name="connsiteX14" fmla="*/ 61727 w 528515"/>
              <a:gd name="connsiteY14" fmla="*/ 336960 h 422700"/>
              <a:gd name="connsiteX15" fmla="*/ 138281 w 528515"/>
              <a:gd name="connsiteY15" fmla="*/ 404695 h 422700"/>
              <a:gd name="connsiteX16" fmla="*/ 132941 w 528515"/>
              <a:gd name="connsiteY16" fmla="*/ 421843 h 422700"/>
              <a:gd name="connsiteX17" fmla="*/ 32843 w 528515"/>
              <a:gd name="connsiteY17" fmla="*/ 347968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41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34" y="-857"/>
                </a:moveTo>
                <a:cubicBezTo>
                  <a:pt x="435115" y="10566"/>
                  <a:pt x="468454" y="35264"/>
                  <a:pt x="491694" y="73239"/>
                </a:cubicBezTo>
                <a:cubicBezTo>
                  <a:pt x="514962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4" y="347968"/>
                </a:cubicBezTo>
                <a:cubicBezTo>
                  <a:pt x="468620" y="385777"/>
                  <a:pt x="435282" y="410420"/>
                  <a:pt x="391734" y="421843"/>
                </a:cubicBezTo>
                <a:lnTo>
                  <a:pt x="386367" y="404695"/>
                </a:lnTo>
                <a:cubicBezTo>
                  <a:pt x="420701" y="393245"/>
                  <a:pt x="446237" y="370675"/>
                  <a:pt x="462948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59" y="83252"/>
                </a:cubicBezTo>
                <a:cubicBezTo>
                  <a:pt x="446404" y="50062"/>
                  <a:pt x="420618" y="27741"/>
                  <a:pt x="385703" y="16291"/>
                </a:cubicBezTo>
                <a:close/>
                <a:moveTo>
                  <a:pt x="132941" y="-857"/>
                </a:moveTo>
                <a:lnTo>
                  <a:pt x="138945" y="16291"/>
                </a:lnTo>
                <a:cubicBezTo>
                  <a:pt x="104168" y="27741"/>
                  <a:pt x="78438" y="50062"/>
                  <a:pt x="61727" y="83252"/>
                </a:cubicBezTo>
                <a:cubicBezTo>
                  <a:pt x="44988" y="116469"/>
                  <a:pt x="36634" y="158178"/>
                  <a:pt x="36634" y="208377"/>
                </a:cubicBezTo>
                <a:cubicBezTo>
                  <a:pt x="36634" y="260374"/>
                  <a:pt x="44988" y="303217"/>
                  <a:pt x="61727" y="336960"/>
                </a:cubicBezTo>
                <a:cubicBezTo>
                  <a:pt x="78438" y="370675"/>
                  <a:pt x="103946" y="393245"/>
                  <a:pt x="138281" y="404695"/>
                </a:cubicBezTo>
                <a:lnTo>
                  <a:pt x="132941" y="421843"/>
                </a:lnTo>
                <a:cubicBezTo>
                  <a:pt x="89394" y="410420"/>
                  <a:pt x="56028" y="385777"/>
                  <a:pt x="32843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714" y="111186"/>
                  <a:pt x="32954" y="73239"/>
                </a:cubicBezTo>
                <a:cubicBezTo>
                  <a:pt x="56221" y="35264"/>
                  <a:pt x="89532" y="10566"/>
                  <a:pt x="132941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7D2048B-CC1D-CF4A-883E-000F8196609B}"/>
              </a:ext>
            </a:extLst>
          </p:cNvPr>
          <p:cNvSpPr txBox="1"/>
          <p:nvPr/>
        </p:nvSpPr>
        <p:spPr>
          <a:xfrm>
            <a:off x="10092442" y="3864082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651744C-618E-9144-A4C2-E574BCE6219B}"/>
              </a:ext>
            </a:extLst>
          </p:cNvPr>
          <p:cNvSpPr txBox="1"/>
          <p:nvPr/>
        </p:nvSpPr>
        <p:spPr>
          <a:xfrm>
            <a:off x="10511724" y="3864082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CD54D9-7ABE-594C-ADDA-B15B8AD7CCEB}"/>
              </a:ext>
            </a:extLst>
          </p:cNvPr>
          <p:cNvSpPr txBox="1"/>
          <p:nvPr/>
        </p:nvSpPr>
        <p:spPr>
          <a:xfrm>
            <a:off x="10830322" y="4052158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25E2FC0-9679-C74C-8C1B-34DAA5268B75}"/>
              </a:ext>
            </a:extLst>
          </p:cNvPr>
          <p:cNvSpPr txBox="1"/>
          <p:nvPr/>
        </p:nvSpPr>
        <p:spPr>
          <a:xfrm>
            <a:off x="5467497" y="470489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6F06A7D-5E35-D94E-9132-C011B9F9D22A}"/>
              </a:ext>
            </a:extLst>
          </p:cNvPr>
          <p:cNvSpPr txBox="1"/>
          <p:nvPr/>
        </p:nvSpPr>
        <p:spPr>
          <a:xfrm>
            <a:off x="5665618" y="4895733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857A8C39-6DC0-3347-8CBA-3C921E1AEEF8}"/>
              </a:ext>
            </a:extLst>
          </p:cNvPr>
          <p:cNvSpPr/>
          <p:nvPr/>
        </p:nvSpPr>
        <p:spPr>
          <a:xfrm>
            <a:off x="6015658" y="4814376"/>
            <a:ext cx="528515" cy="422700"/>
          </a:xfrm>
          <a:custGeom>
            <a:avLst/>
            <a:gdLst>
              <a:gd name="connsiteX0" fmla="*/ 391707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5 w 528515"/>
              <a:gd name="connsiteY3" fmla="*/ 347996 h 422700"/>
              <a:gd name="connsiteX4" fmla="*/ 391707 w 528515"/>
              <a:gd name="connsiteY4" fmla="*/ 421843 h 422700"/>
              <a:gd name="connsiteX5" fmla="*/ 386367 w 528515"/>
              <a:gd name="connsiteY5" fmla="*/ 404695 h 422700"/>
              <a:gd name="connsiteX6" fmla="*/ 462921 w 528515"/>
              <a:gd name="connsiteY6" fmla="*/ 336960 h 422700"/>
              <a:gd name="connsiteX7" fmla="*/ 488014 w 528515"/>
              <a:gd name="connsiteY7" fmla="*/ 208377 h 422700"/>
              <a:gd name="connsiteX8" fmla="*/ 463031 w 528515"/>
              <a:gd name="connsiteY8" fmla="*/ 83251 h 422700"/>
              <a:gd name="connsiteX9" fmla="*/ 385703 w 528515"/>
              <a:gd name="connsiteY9" fmla="*/ 16291 h 422700"/>
              <a:gd name="connsiteX10" fmla="*/ 132914 w 528515"/>
              <a:gd name="connsiteY10" fmla="*/ -857 h 422700"/>
              <a:gd name="connsiteX11" fmla="*/ 138945 w 528515"/>
              <a:gd name="connsiteY11" fmla="*/ 16291 h 422700"/>
              <a:gd name="connsiteX12" fmla="*/ 61699 w 528515"/>
              <a:gd name="connsiteY12" fmla="*/ 83251 h 422700"/>
              <a:gd name="connsiteX13" fmla="*/ 36634 w 528515"/>
              <a:gd name="connsiteY13" fmla="*/ 208377 h 422700"/>
              <a:gd name="connsiteX14" fmla="*/ 61699 w 528515"/>
              <a:gd name="connsiteY14" fmla="*/ 336960 h 422700"/>
              <a:gd name="connsiteX15" fmla="*/ 138281 w 528515"/>
              <a:gd name="connsiteY15" fmla="*/ 404695 h 422700"/>
              <a:gd name="connsiteX16" fmla="*/ 132914 w 528515"/>
              <a:gd name="connsiteY16" fmla="*/ 421843 h 422700"/>
              <a:gd name="connsiteX17" fmla="*/ 32843 w 528515"/>
              <a:gd name="connsiteY17" fmla="*/ 347996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14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07" y="-857"/>
                </a:moveTo>
                <a:cubicBezTo>
                  <a:pt x="435116" y="10566"/>
                  <a:pt x="468426" y="35264"/>
                  <a:pt x="491694" y="73239"/>
                </a:cubicBezTo>
                <a:cubicBezTo>
                  <a:pt x="514934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5" y="347996"/>
                </a:cubicBezTo>
                <a:cubicBezTo>
                  <a:pt x="468620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701" y="393245"/>
                  <a:pt x="446210" y="370675"/>
                  <a:pt x="462921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31" y="83251"/>
                </a:cubicBezTo>
                <a:cubicBezTo>
                  <a:pt x="446404" y="50061"/>
                  <a:pt x="420619" y="27741"/>
                  <a:pt x="385703" y="16291"/>
                </a:cubicBezTo>
                <a:close/>
                <a:moveTo>
                  <a:pt x="132914" y="-857"/>
                </a:moveTo>
                <a:lnTo>
                  <a:pt x="138945" y="16291"/>
                </a:lnTo>
                <a:cubicBezTo>
                  <a:pt x="104168" y="27741"/>
                  <a:pt x="78410" y="50061"/>
                  <a:pt x="61699" y="83251"/>
                </a:cubicBezTo>
                <a:cubicBezTo>
                  <a:pt x="44989" y="116469"/>
                  <a:pt x="36634" y="158178"/>
                  <a:pt x="36634" y="208377"/>
                </a:cubicBezTo>
                <a:cubicBezTo>
                  <a:pt x="36634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81" y="404695"/>
                </a:cubicBezTo>
                <a:lnTo>
                  <a:pt x="132914" y="421843"/>
                </a:lnTo>
                <a:cubicBezTo>
                  <a:pt x="89394" y="410420"/>
                  <a:pt x="56028" y="385777"/>
                  <a:pt x="32843" y="347996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54" y="73239"/>
                </a:cubicBezTo>
                <a:cubicBezTo>
                  <a:pt x="56194" y="35264"/>
                  <a:pt x="89532" y="10566"/>
                  <a:pt x="132914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AD7F2F1-6E7B-D44A-9119-FCB02A3AB495}"/>
              </a:ext>
            </a:extLst>
          </p:cNvPr>
          <p:cNvSpPr txBox="1"/>
          <p:nvPr/>
        </p:nvSpPr>
        <p:spPr>
          <a:xfrm>
            <a:off x="6594455" y="4704891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1D042F5-F725-F94C-AE33-C8E310862CF1}"/>
              </a:ext>
            </a:extLst>
          </p:cNvPr>
          <p:cNvSpPr txBox="1"/>
          <p:nvPr/>
        </p:nvSpPr>
        <p:spPr>
          <a:xfrm>
            <a:off x="7036687" y="470489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A02DBCF-3A15-1B46-8EA5-CABE08BF3565}"/>
              </a:ext>
            </a:extLst>
          </p:cNvPr>
          <p:cNvSpPr txBox="1"/>
          <p:nvPr/>
        </p:nvSpPr>
        <p:spPr>
          <a:xfrm>
            <a:off x="7234821" y="4895733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4A8DE7F7-94E8-3844-8F14-032E3477B74D}"/>
              </a:ext>
            </a:extLst>
          </p:cNvPr>
          <p:cNvSpPr/>
          <p:nvPr/>
        </p:nvSpPr>
        <p:spPr>
          <a:xfrm>
            <a:off x="7593818" y="4786104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6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96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6 w 528487"/>
              <a:gd name="connsiteY7" fmla="*/ 208377 h 422700"/>
              <a:gd name="connsiteX8" fmla="*/ 463031 w 528487"/>
              <a:gd name="connsiteY8" fmla="*/ 83251 h 422700"/>
              <a:gd name="connsiteX9" fmla="*/ 385675 w 528487"/>
              <a:gd name="connsiteY9" fmla="*/ 16291 h 422700"/>
              <a:gd name="connsiteX10" fmla="*/ 132913 w 528487"/>
              <a:gd name="connsiteY10" fmla="*/ -857 h 422700"/>
              <a:gd name="connsiteX11" fmla="*/ 138944 w 528487"/>
              <a:gd name="connsiteY11" fmla="*/ 16291 h 422700"/>
              <a:gd name="connsiteX12" fmla="*/ 61699 w 528487"/>
              <a:gd name="connsiteY12" fmla="*/ 83251 h 422700"/>
              <a:gd name="connsiteX13" fmla="*/ 36633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42 w 528487"/>
              <a:gd name="connsiteY17" fmla="*/ 347996 h 422700"/>
              <a:gd name="connsiteX18" fmla="*/ -1934 w 528487"/>
              <a:gd name="connsiteY18" fmla="*/ 210617 h 422700"/>
              <a:gd name="connsiteX19" fmla="*/ 32953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6" y="73239"/>
                </a:cubicBezTo>
                <a:cubicBezTo>
                  <a:pt x="514933" y="111186"/>
                  <a:pt x="526554" y="156988"/>
                  <a:pt x="526554" y="210617"/>
                </a:cubicBezTo>
                <a:cubicBezTo>
                  <a:pt x="526554" y="264385"/>
                  <a:pt x="514961" y="310187"/>
                  <a:pt x="491777" y="347996"/>
                </a:cubicBezTo>
                <a:cubicBezTo>
                  <a:pt x="468619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6" y="260374"/>
                  <a:pt x="487986" y="208377"/>
                </a:cubicBezTo>
                <a:cubicBezTo>
                  <a:pt x="487986" y="158178"/>
                  <a:pt x="479686" y="116469"/>
                  <a:pt x="463031" y="83251"/>
                </a:cubicBezTo>
                <a:cubicBezTo>
                  <a:pt x="446404" y="50061"/>
                  <a:pt x="420618" y="27741"/>
                  <a:pt x="385675" y="16291"/>
                </a:cubicBezTo>
                <a:close/>
                <a:moveTo>
                  <a:pt x="132913" y="-857"/>
                </a:moveTo>
                <a:lnTo>
                  <a:pt x="138944" y="16291"/>
                </a:lnTo>
                <a:cubicBezTo>
                  <a:pt x="104167" y="27741"/>
                  <a:pt x="78410" y="50061"/>
                  <a:pt x="61699" y="83251"/>
                </a:cubicBezTo>
                <a:cubicBezTo>
                  <a:pt x="44988" y="116469"/>
                  <a:pt x="36633" y="158178"/>
                  <a:pt x="36633" y="208377"/>
                </a:cubicBezTo>
                <a:cubicBezTo>
                  <a:pt x="36633" y="260374"/>
                  <a:pt x="44988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42" y="347996"/>
                </a:cubicBezTo>
                <a:cubicBezTo>
                  <a:pt x="9658" y="310187"/>
                  <a:pt x="-1934" y="264385"/>
                  <a:pt x="-1934" y="210617"/>
                </a:cubicBezTo>
                <a:cubicBezTo>
                  <a:pt x="-1934" y="156988"/>
                  <a:pt x="9686" y="111186"/>
                  <a:pt x="32953" y="73239"/>
                </a:cubicBezTo>
                <a:cubicBezTo>
                  <a:pt x="56194" y="35264"/>
                  <a:pt x="89531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C787FDC-9343-D94F-8D2B-A7EBEAF210AA}"/>
              </a:ext>
            </a:extLst>
          </p:cNvPr>
          <p:cNvSpPr txBox="1"/>
          <p:nvPr/>
        </p:nvSpPr>
        <p:spPr>
          <a:xfrm>
            <a:off x="7646740" y="4694498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2D9D168-8931-7849-AE04-81F3286BF1EB}"/>
              </a:ext>
            </a:extLst>
          </p:cNvPr>
          <p:cNvSpPr txBox="1"/>
          <p:nvPr/>
        </p:nvSpPr>
        <p:spPr>
          <a:xfrm>
            <a:off x="8189037" y="4704891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8ABE49B-C432-4E47-B07A-FBB9231031E9}"/>
              </a:ext>
            </a:extLst>
          </p:cNvPr>
          <p:cNvSpPr txBox="1"/>
          <p:nvPr/>
        </p:nvSpPr>
        <p:spPr>
          <a:xfrm>
            <a:off x="8656633" y="470489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9109347-91AC-634A-AD35-9D57EC1BC80C}"/>
              </a:ext>
            </a:extLst>
          </p:cNvPr>
          <p:cNvSpPr txBox="1"/>
          <p:nvPr/>
        </p:nvSpPr>
        <p:spPr>
          <a:xfrm>
            <a:off x="8854765" y="470489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63F3E8C-01F8-EB41-8AEA-97FA23FE23B2}"/>
              </a:ext>
            </a:extLst>
          </p:cNvPr>
          <p:cNvSpPr txBox="1"/>
          <p:nvPr/>
        </p:nvSpPr>
        <p:spPr>
          <a:xfrm>
            <a:off x="9274808" y="4704891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EC64FAE-9F97-5748-804C-1D723360A476}"/>
              </a:ext>
            </a:extLst>
          </p:cNvPr>
          <p:cNvSpPr txBox="1"/>
          <p:nvPr/>
        </p:nvSpPr>
        <p:spPr>
          <a:xfrm>
            <a:off x="6080287" y="4670571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1F3266D-C9AB-284E-B5CE-E6B395B977C1}"/>
              </a:ext>
            </a:extLst>
          </p:cNvPr>
          <p:cNvSpPr txBox="1"/>
          <p:nvPr/>
        </p:nvSpPr>
        <p:spPr>
          <a:xfrm>
            <a:off x="6080389" y="1303079"/>
            <a:ext cx="3533812" cy="74009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拉普拉斯变换</a:t>
            </a:r>
          </a:p>
        </p:txBody>
      </p:sp>
      <p:grpSp>
        <p:nvGrpSpPr>
          <p:cNvPr id="96" name="超前网络">
            <a:extLst>
              <a:ext uri="{FF2B5EF4-FFF2-40B4-BE49-F238E27FC236}">
                <a16:creationId xmlns:a16="http://schemas.microsoft.com/office/drawing/2014/main" id="{C6F27B11-A32E-7A4F-BA9D-29F489EA4FE1}"/>
              </a:ext>
            </a:extLst>
          </p:cNvPr>
          <p:cNvGrpSpPr/>
          <p:nvPr/>
        </p:nvGrpSpPr>
        <p:grpSpPr>
          <a:xfrm>
            <a:off x="478582" y="2195751"/>
            <a:ext cx="4702104" cy="3024336"/>
            <a:chOff x="945544" y="2338486"/>
            <a:chExt cx="4702104" cy="3024336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4C6693AE-C5BE-A64E-93AE-E49A282F0DC2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C5F7756F-6B6D-C940-A0B5-9304BBC2F9D0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84A6EB40-908D-8C4E-89F0-212ACF4D3B82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ADA49D5-910E-6D4D-BECC-9212CD03F412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6" name="电阻R1">
              <a:extLst>
                <a:ext uri="{FF2B5EF4-FFF2-40B4-BE49-F238E27FC236}">
                  <a16:creationId xmlns:a16="http://schemas.microsoft.com/office/drawing/2014/main" id="{7B786711-2F43-2E46-8BEB-7BA42919CE58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7" name="电容">
              <a:extLst>
                <a:ext uri="{FF2B5EF4-FFF2-40B4-BE49-F238E27FC236}">
                  <a16:creationId xmlns:a16="http://schemas.microsoft.com/office/drawing/2014/main" id="{25B9A419-C22A-7B4E-8CF9-F821AABD3AEA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128" name="直线连接符 127">
                <a:extLst>
                  <a:ext uri="{FF2B5EF4-FFF2-40B4-BE49-F238E27FC236}">
                    <a16:creationId xmlns:a16="http://schemas.microsoft.com/office/drawing/2014/main" id="{3C9045C7-4949-674F-849C-03FC3711A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线连接符 128">
                <a:extLst>
                  <a:ext uri="{FF2B5EF4-FFF2-40B4-BE49-F238E27FC236}">
                    <a16:creationId xmlns:a16="http://schemas.microsoft.com/office/drawing/2014/main" id="{B74256DE-7590-2546-91E4-971D25F68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" name="电阻R2">
              <a:extLst>
                <a:ext uri="{FF2B5EF4-FFF2-40B4-BE49-F238E27FC236}">
                  <a16:creationId xmlns:a16="http://schemas.microsoft.com/office/drawing/2014/main" id="{116F52A4-D3AC-994F-8651-F3661913A608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1ED21ECB-D297-6542-B0BA-4E9ECB730D39}"/>
                </a:ext>
              </a:extLst>
            </p:cNvPr>
            <p:cNvCxnSpPr>
              <a:stCxn id="98" idx="6"/>
              <a:endCxn id="106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94887BAC-F7BE-6446-8F71-6323309EA6B6}"/>
                </a:ext>
              </a:extLst>
            </p:cNvPr>
            <p:cNvCxnSpPr>
              <a:cxnSpLocks/>
              <a:stCxn id="106" idx="3"/>
              <a:endCxn id="100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线连接符 110">
              <a:extLst>
                <a:ext uri="{FF2B5EF4-FFF2-40B4-BE49-F238E27FC236}">
                  <a16:creationId xmlns:a16="http://schemas.microsoft.com/office/drawing/2014/main" id="{6A0261F1-CAFC-1447-AFF4-B2BBBB58C455}"/>
                </a:ext>
              </a:extLst>
            </p:cNvPr>
            <p:cNvCxnSpPr>
              <a:cxnSpLocks/>
              <a:endCxn id="108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线连接符 111">
              <a:extLst>
                <a:ext uri="{FF2B5EF4-FFF2-40B4-BE49-F238E27FC236}">
                  <a16:creationId xmlns:a16="http://schemas.microsoft.com/office/drawing/2014/main" id="{D963763A-D6EF-EA4C-AE36-5A58B7093E8B}"/>
                </a:ext>
              </a:extLst>
            </p:cNvPr>
            <p:cNvCxnSpPr>
              <a:cxnSpLocks/>
              <a:stCxn id="108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F4B10C77-0292-2447-94B0-302902DE0B97}"/>
                </a:ext>
              </a:extLst>
            </p:cNvPr>
            <p:cNvCxnSpPr>
              <a:cxnSpLocks/>
              <a:stCxn id="99" idx="6"/>
              <a:endCxn id="105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肘形连接符 113">
              <a:extLst>
                <a:ext uri="{FF2B5EF4-FFF2-40B4-BE49-F238E27FC236}">
                  <a16:creationId xmlns:a16="http://schemas.microsoft.com/office/drawing/2014/main" id="{ABFA4527-E0B6-744D-9689-119DEEC4D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肘形连接符 114">
              <a:extLst>
                <a:ext uri="{FF2B5EF4-FFF2-40B4-BE49-F238E27FC236}">
                  <a16:creationId xmlns:a16="http://schemas.microsoft.com/office/drawing/2014/main" id="{594A3240-3ABC-194E-B7F6-5BF8042B6FC8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850E6DFF-D75B-FE44-ADCD-2E458B963870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850E6DFF-D75B-FE44-ADCD-2E458B963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blipFill>
                  <a:blip r:embed="rId3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D221DE1-C304-7F4D-A569-3EC27E19C91E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D221DE1-C304-7F4D-A569-3EC27E19C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3571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CC36BB3E-39FE-E44F-908E-D58A52134539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CC36BB3E-39FE-E44F-908E-D58A52134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10909" r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CF8BCFB-5FB0-724E-9312-78190B68D868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CF8BCFB-5FB0-724E-9312-78190B68D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12727" r="-3636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0CC06742-BDBC-2A43-924C-BFDC20C22ABC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0CC06742-BDBC-2A43-924C-BFDC20C22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blipFill>
                  <a:blip r:embed="rId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线连接符 120">
              <a:extLst>
                <a:ext uri="{FF2B5EF4-FFF2-40B4-BE49-F238E27FC236}">
                  <a16:creationId xmlns:a16="http://schemas.microsoft.com/office/drawing/2014/main" id="{594817C7-DFF3-D74B-A40F-9C7124E1A531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FAFC627-8A25-D740-9B6E-710B3BEADB95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FAFC627-8A25-D740-9B6E-710B3BEAD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blipFill>
                  <a:blip r:embed="rId8"/>
                  <a:stretch>
                    <a:fillRect l="-8824" r="-588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30EDDEF7-3FC5-2B47-9DBB-F4D27422C57A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8D2950CD-5595-F045-9EDA-49FC380D3755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8D2950CD-5595-F045-9EDA-49FC380D3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blipFill>
                  <a:blip r:embed="rId9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线连接符 124">
              <a:extLst>
                <a:ext uri="{FF2B5EF4-FFF2-40B4-BE49-F238E27FC236}">
                  <a16:creationId xmlns:a16="http://schemas.microsoft.com/office/drawing/2014/main" id="{6D1AC8FD-A645-1E4B-A318-7D6981E3BDE3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928A9A2-3E7C-A74D-B990-E99D1F4E7CC4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928A9A2-3E7C-A74D-B990-E99D1F4E7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397AAE1-54B4-2444-958B-F259C6D21C04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397AAE1-54B4-2444-958B-F259C6D21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blipFill>
                  <a:blip r:embed="rId11"/>
                  <a:stretch>
                    <a:fillRect l="-3571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标题">
            <a:extLst>
              <a:ext uri="{FF2B5EF4-FFF2-40B4-BE49-F238E27FC236}">
                <a16:creationId xmlns:a16="http://schemas.microsoft.com/office/drawing/2014/main" id="{1B698725-C113-A64B-9BA3-E5A37E91BE5E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393699899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hidden="1">
            <a:extLst>
              <a:ext uri="{FF2B5EF4-FFF2-40B4-BE49-F238E27FC236}">
                <a16:creationId xmlns:a16="http://schemas.microsoft.com/office/drawing/2014/main" id="{E5466D63-C4DF-A740-B72B-697DF6AC4C95}"/>
              </a:ext>
            </a:extLst>
          </p:cNvPr>
          <p:cNvSpPr/>
          <p:nvPr/>
        </p:nvSpPr>
        <p:spPr>
          <a:xfrm>
            <a:off x="5652516" y="2154922"/>
            <a:ext cx="5987306" cy="3290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445AA-F802-9143-BF1B-583BA5D3F72E}"/>
              </a:ext>
            </a:extLst>
          </p:cNvPr>
          <p:cNvSpPr txBox="1"/>
          <p:nvPr/>
        </p:nvSpPr>
        <p:spPr>
          <a:xfrm>
            <a:off x="7330247" y="2224750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B68B42-C9F1-1E4E-A991-ED62CA5CA38B}"/>
              </a:ext>
            </a:extLst>
          </p:cNvPr>
          <p:cNvSpPr txBox="1"/>
          <p:nvPr/>
        </p:nvSpPr>
        <p:spPr>
          <a:xfrm>
            <a:off x="7661527" y="2415592"/>
            <a:ext cx="3073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𝒊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9E929013-D051-B34D-B19F-442D967125D4}"/>
              </a:ext>
            </a:extLst>
          </p:cNvPr>
          <p:cNvSpPr/>
          <p:nvPr/>
        </p:nvSpPr>
        <p:spPr>
          <a:xfrm>
            <a:off x="7935506" y="233636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66 w 528487"/>
              <a:gd name="connsiteY1" fmla="*/ 73234 h 422713"/>
              <a:gd name="connsiteX2" fmla="*/ 526554 w 528487"/>
              <a:gd name="connsiteY2" fmla="*/ 210612 h 422713"/>
              <a:gd name="connsiteX3" fmla="*/ 491777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1 w 528487"/>
              <a:gd name="connsiteY6" fmla="*/ 336946 h 422713"/>
              <a:gd name="connsiteX7" fmla="*/ 487986 w 528487"/>
              <a:gd name="connsiteY7" fmla="*/ 208383 h 422713"/>
              <a:gd name="connsiteX8" fmla="*/ 463031 w 528487"/>
              <a:gd name="connsiteY8" fmla="*/ 83263 h 422713"/>
              <a:gd name="connsiteX9" fmla="*/ 385675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6" y="35278"/>
                  <a:pt x="491666" y="73234"/>
                </a:cubicBezTo>
                <a:cubicBezTo>
                  <a:pt x="514933" y="111192"/>
                  <a:pt x="526554" y="156983"/>
                  <a:pt x="526554" y="210612"/>
                </a:cubicBezTo>
                <a:cubicBezTo>
                  <a:pt x="526554" y="264388"/>
                  <a:pt x="514961" y="310173"/>
                  <a:pt x="491777" y="347982"/>
                </a:cubicBezTo>
                <a:cubicBezTo>
                  <a:pt x="468619" y="385791"/>
                  <a:pt x="435254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1" y="336946"/>
                </a:cubicBezTo>
                <a:cubicBezTo>
                  <a:pt x="479631" y="303231"/>
                  <a:pt x="487986" y="260377"/>
                  <a:pt x="487986" y="208383"/>
                </a:cubicBezTo>
                <a:cubicBezTo>
                  <a:pt x="487986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675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00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4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B4BCD6-A4D6-4A42-A0B5-8A416B3A46D2}"/>
              </a:ext>
            </a:extLst>
          </p:cNvPr>
          <p:cNvSpPr txBox="1"/>
          <p:nvPr/>
        </p:nvSpPr>
        <p:spPr>
          <a:xfrm>
            <a:off x="7993494" y="2158508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A14C31-3496-0442-B1CF-8493C4EC3B93}"/>
              </a:ext>
            </a:extLst>
          </p:cNvPr>
          <p:cNvSpPr txBox="1"/>
          <p:nvPr/>
        </p:nvSpPr>
        <p:spPr>
          <a:xfrm>
            <a:off x="6688544" y="2535209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9FE683-B8E2-0746-B396-90DAD035295D}"/>
              </a:ext>
            </a:extLst>
          </p:cNvPr>
          <p:cNvSpPr txBox="1"/>
          <p:nvPr/>
        </p:nvSpPr>
        <p:spPr>
          <a:xfrm>
            <a:off x="5546830" y="2535209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D05B5-6A66-FC4B-A304-B436E6FEC671}"/>
              </a:ext>
            </a:extLst>
          </p:cNvPr>
          <p:cNvSpPr txBox="1"/>
          <p:nvPr/>
        </p:nvSpPr>
        <p:spPr>
          <a:xfrm>
            <a:off x="5744961" y="2726051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D5DE65B2-0A13-A246-9DBB-FAACCB2AC890}"/>
              </a:ext>
            </a:extLst>
          </p:cNvPr>
          <p:cNvSpPr/>
          <p:nvPr/>
        </p:nvSpPr>
        <p:spPr>
          <a:xfrm>
            <a:off x="6095206" y="264619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94 w 528487"/>
              <a:gd name="connsiteY1" fmla="*/ 73234 h 422713"/>
              <a:gd name="connsiteX2" fmla="*/ 526553 w 528487"/>
              <a:gd name="connsiteY2" fmla="*/ 210612 h 422713"/>
              <a:gd name="connsiteX3" fmla="*/ 491804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0 w 528487"/>
              <a:gd name="connsiteY6" fmla="*/ 336946 h 422713"/>
              <a:gd name="connsiteX7" fmla="*/ 488014 w 528487"/>
              <a:gd name="connsiteY7" fmla="*/ 208383 h 422713"/>
              <a:gd name="connsiteX8" fmla="*/ 463031 w 528487"/>
              <a:gd name="connsiteY8" fmla="*/ 83263 h 422713"/>
              <a:gd name="connsiteX9" fmla="*/ 385703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5" y="35278"/>
                  <a:pt x="491694" y="73234"/>
                </a:cubicBezTo>
                <a:cubicBezTo>
                  <a:pt x="514933" y="111192"/>
                  <a:pt x="526553" y="156983"/>
                  <a:pt x="526553" y="210612"/>
                </a:cubicBezTo>
                <a:cubicBezTo>
                  <a:pt x="526553" y="264388"/>
                  <a:pt x="514961" y="310173"/>
                  <a:pt x="491804" y="347982"/>
                </a:cubicBezTo>
                <a:cubicBezTo>
                  <a:pt x="468619" y="385791"/>
                  <a:pt x="435253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0" y="336946"/>
                </a:cubicBezTo>
                <a:cubicBezTo>
                  <a:pt x="479631" y="303231"/>
                  <a:pt x="488014" y="260377"/>
                  <a:pt x="488014" y="208383"/>
                </a:cubicBezTo>
                <a:cubicBezTo>
                  <a:pt x="488014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703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27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3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49344C-53DB-2043-B17F-EAA57E2C1FE8}"/>
              </a:ext>
            </a:extLst>
          </p:cNvPr>
          <p:cNvSpPr txBox="1"/>
          <p:nvPr/>
        </p:nvSpPr>
        <p:spPr>
          <a:xfrm>
            <a:off x="6160057" y="2484391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ED07F5-FE0D-1A45-880D-DA0A33CC9276}"/>
              </a:ext>
            </a:extLst>
          </p:cNvPr>
          <p:cNvSpPr txBox="1"/>
          <p:nvPr/>
        </p:nvSpPr>
        <p:spPr>
          <a:xfrm>
            <a:off x="8434821" y="2756908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AE5CD5-C939-9A45-B841-4293537913FE}"/>
              </a:ext>
            </a:extLst>
          </p:cNvPr>
          <p:cNvSpPr txBox="1"/>
          <p:nvPr/>
        </p:nvSpPr>
        <p:spPr>
          <a:xfrm>
            <a:off x="8753418" y="2947750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1D4EE9-6A82-E442-B326-74B69F751AC9}"/>
              </a:ext>
            </a:extLst>
          </p:cNvPr>
          <p:cNvSpPr txBox="1"/>
          <p:nvPr/>
        </p:nvSpPr>
        <p:spPr>
          <a:xfrm>
            <a:off x="8997884" y="2199587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7648EC6-1E92-6E48-90C7-BDC089B1CE59}"/>
              </a:ext>
            </a:extLst>
          </p:cNvPr>
          <p:cNvSpPr txBox="1"/>
          <p:nvPr/>
        </p:nvSpPr>
        <p:spPr>
          <a:xfrm>
            <a:off x="9329164" y="2390429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554201-8704-B14A-BECB-359A71E1EDB7}"/>
              </a:ext>
            </a:extLst>
          </p:cNvPr>
          <p:cNvSpPr txBox="1"/>
          <p:nvPr/>
        </p:nvSpPr>
        <p:spPr>
          <a:xfrm>
            <a:off x="9539914" y="2199587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CE0F5E-095C-7A4E-A4BB-13D48577A86F}"/>
              </a:ext>
            </a:extLst>
          </p:cNvPr>
          <p:cNvSpPr txBox="1"/>
          <p:nvPr/>
        </p:nvSpPr>
        <p:spPr>
          <a:xfrm>
            <a:off x="9959955" y="2199587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CC5BD7-D741-3B4F-8F0D-4DCC30730BD3}"/>
              </a:ext>
            </a:extLst>
          </p:cNvPr>
          <p:cNvSpPr txBox="1"/>
          <p:nvPr/>
        </p:nvSpPr>
        <p:spPr>
          <a:xfrm>
            <a:off x="5509274" y="3253461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D1D891-3C76-BE41-A6FD-E425287C2BB1}"/>
              </a:ext>
            </a:extLst>
          </p:cNvPr>
          <p:cNvSpPr txBox="1"/>
          <p:nvPr/>
        </p:nvSpPr>
        <p:spPr>
          <a:xfrm>
            <a:off x="5840551" y="3441537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A1DD0EEC-AE40-514E-BFD8-930AF97E3E7D}"/>
              </a:ext>
            </a:extLst>
          </p:cNvPr>
          <p:cNvSpPr/>
          <p:nvPr/>
        </p:nvSpPr>
        <p:spPr>
          <a:xfrm>
            <a:off x="6182880" y="3310825"/>
            <a:ext cx="528487" cy="422728"/>
          </a:xfrm>
          <a:custGeom>
            <a:avLst/>
            <a:gdLst>
              <a:gd name="connsiteX0" fmla="*/ 391707 w 528487"/>
              <a:gd name="connsiteY0" fmla="*/ -857 h 422728"/>
              <a:gd name="connsiteX1" fmla="*/ 491667 w 528487"/>
              <a:gd name="connsiteY1" fmla="*/ 73239 h 422728"/>
              <a:gd name="connsiteX2" fmla="*/ 526554 w 528487"/>
              <a:gd name="connsiteY2" fmla="*/ 210618 h 422728"/>
              <a:gd name="connsiteX3" fmla="*/ 491777 w 528487"/>
              <a:gd name="connsiteY3" fmla="*/ 347996 h 422728"/>
              <a:gd name="connsiteX4" fmla="*/ 391707 w 528487"/>
              <a:gd name="connsiteY4" fmla="*/ 421871 h 422728"/>
              <a:gd name="connsiteX5" fmla="*/ 386340 w 528487"/>
              <a:gd name="connsiteY5" fmla="*/ 404695 h 422728"/>
              <a:gd name="connsiteX6" fmla="*/ 462921 w 528487"/>
              <a:gd name="connsiteY6" fmla="*/ 336960 h 422728"/>
              <a:gd name="connsiteX7" fmla="*/ 487987 w 528487"/>
              <a:gd name="connsiteY7" fmla="*/ 208405 h 422728"/>
              <a:gd name="connsiteX8" fmla="*/ 463031 w 528487"/>
              <a:gd name="connsiteY8" fmla="*/ 83279 h 422728"/>
              <a:gd name="connsiteX9" fmla="*/ 385676 w 528487"/>
              <a:gd name="connsiteY9" fmla="*/ 16319 h 422728"/>
              <a:gd name="connsiteX10" fmla="*/ 132913 w 528487"/>
              <a:gd name="connsiteY10" fmla="*/ -857 h 422728"/>
              <a:gd name="connsiteX11" fmla="*/ 138917 w 528487"/>
              <a:gd name="connsiteY11" fmla="*/ 16319 h 422728"/>
              <a:gd name="connsiteX12" fmla="*/ 61699 w 528487"/>
              <a:gd name="connsiteY12" fmla="*/ 83279 h 422728"/>
              <a:gd name="connsiteX13" fmla="*/ 36606 w 528487"/>
              <a:gd name="connsiteY13" fmla="*/ 208405 h 422728"/>
              <a:gd name="connsiteX14" fmla="*/ 61699 w 528487"/>
              <a:gd name="connsiteY14" fmla="*/ 336960 h 422728"/>
              <a:gd name="connsiteX15" fmla="*/ 138253 w 528487"/>
              <a:gd name="connsiteY15" fmla="*/ 404695 h 422728"/>
              <a:gd name="connsiteX16" fmla="*/ 132913 w 528487"/>
              <a:gd name="connsiteY16" fmla="*/ 421871 h 422728"/>
              <a:gd name="connsiteX17" fmla="*/ 32815 w 528487"/>
              <a:gd name="connsiteY17" fmla="*/ 347996 h 422728"/>
              <a:gd name="connsiteX18" fmla="*/ -1934 w 528487"/>
              <a:gd name="connsiteY18" fmla="*/ 210618 h 422728"/>
              <a:gd name="connsiteX19" fmla="*/ 32926 w 528487"/>
              <a:gd name="connsiteY19" fmla="*/ 73239 h 422728"/>
              <a:gd name="connsiteX20" fmla="*/ 132913 w 528487"/>
              <a:gd name="connsiteY20" fmla="*/ -857 h 42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28">
                <a:moveTo>
                  <a:pt x="391707" y="-857"/>
                </a:moveTo>
                <a:cubicBezTo>
                  <a:pt x="435088" y="10594"/>
                  <a:pt x="468426" y="35292"/>
                  <a:pt x="491667" y="73239"/>
                </a:cubicBezTo>
                <a:cubicBezTo>
                  <a:pt x="514934" y="111214"/>
                  <a:pt x="526554" y="156988"/>
                  <a:pt x="526554" y="210618"/>
                </a:cubicBezTo>
                <a:cubicBezTo>
                  <a:pt x="526554" y="264385"/>
                  <a:pt x="514962" y="310187"/>
                  <a:pt x="491777" y="347996"/>
                </a:cubicBezTo>
                <a:cubicBezTo>
                  <a:pt x="468592" y="385805"/>
                  <a:pt x="435254" y="410421"/>
                  <a:pt x="391707" y="421871"/>
                </a:cubicBezTo>
                <a:lnTo>
                  <a:pt x="386340" y="404695"/>
                </a:lnTo>
                <a:cubicBezTo>
                  <a:pt x="420674" y="393272"/>
                  <a:pt x="446210" y="370703"/>
                  <a:pt x="462921" y="336960"/>
                </a:cubicBezTo>
                <a:cubicBezTo>
                  <a:pt x="479631" y="303245"/>
                  <a:pt x="487987" y="260375"/>
                  <a:pt x="487987" y="208405"/>
                </a:cubicBezTo>
                <a:cubicBezTo>
                  <a:pt x="487987" y="158178"/>
                  <a:pt x="479687" y="116469"/>
                  <a:pt x="463031" y="83279"/>
                </a:cubicBezTo>
                <a:cubicBezTo>
                  <a:pt x="446376" y="50062"/>
                  <a:pt x="420618" y="27742"/>
                  <a:pt x="385676" y="16319"/>
                </a:cubicBezTo>
                <a:close/>
                <a:moveTo>
                  <a:pt x="132913" y="-857"/>
                </a:moveTo>
                <a:lnTo>
                  <a:pt x="138917" y="16319"/>
                </a:lnTo>
                <a:cubicBezTo>
                  <a:pt x="104168" y="27742"/>
                  <a:pt x="78410" y="50062"/>
                  <a:pt x="61699" y="83279"/>
                </a:cubicBezTo>
                <a:cubicBezTo>
                  <a:pt x="44961" y="116469"/>
                  <a:pt x="36606" y="158178"/>
                  <a:pt x="36606" y="208405"/>
                </a:cubicBezTo>
                <a:cubicBezTo>
                  <a:pt x="36606" y="260375"/>
                  <a:pt x="44961" y="303245"/>
                  <a:pt x="61699" y="336960"/>
                </a:cubicBezTo>
                <a:cubicBezTo>
                  <a:pt x="78410" y="370703"/>
                  <a:pt x="103919" y="393272"/>
                  <a:pt x="138253" y="404695"/>
                </a:cubicBezTo>
                <a:lnTo>
                  <a:pt x="132913" y="421871"/>
                </a:lnTo>
                <a:cubicBezTo>
                  <a:pt x="89366" y="410421"/>
                  <a:pt x="56000" y="385805"/>
                  <a:pt x="32815" y="347996"/>
                </a:cubicBezTo>
                <a:cubicBezTo>
                  <a:pt x="9659" y="310187"/>
                  <a:pt x="-1934" y="264385"/>
                  <a:pt x="-1934" y="210618"/>
                </a:cubicBezTo>
                <a:cubicBezTo>
                  <a:pt x="-1934" y="156988"/>
                  <a:pt x="9687" y="111214"/>
                  <a:pt x="32926" y="73239"/>
                </a:cubicBezTo>
                <a:cubicBezTo>
                  <a:pt x="56194" y="35292"/>
                  <a:pt x="89504" y="10594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1C6721-EB75-2C46-B14D-6ADF57FA406A}"/>
              </a:ext>
            </a:extLst>
          </p:cNvPr>
          <p:cNvSpPr txBox="1"/>
          <p:nvPr/>
        </p:nvSpPr>
        <p:spPr>
          <a:xfrm>
            <a:off x="6239237" y="316902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0E6564-0848-E34F-9A2A-03D08B714748}"/>
              </a:ext>
            </a:extLst>
          </p:cNvPr>
          <p:cNvSpPr txBox="1"/>
          <p:nvPr/>
        </p:nvSpPr>
        <p:spPr>
          <a:xfrm>
            <a:off x="6786843" y="3253461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7189B3-D59B-1F47-AC5D-947B0BAC285E}"/>
              </a:ext>
            </a:extLst>
          </p:cNvPr>
          <p:cNvSpPr txBox="1"/>
          <p:nvPr/>
        </p:nvSpPr>
        <p:spPr>
          <a:xfrm>
            <a:off x="7254439" y="325346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FDA487-7994-784E-B447-ED0EB100B5B6}"/>
              </a:ext>
            </a:extLst>
          </p:cNvPr>
          <p:cNvSpPr txBox="1"/>
          <p:nvPr/>
        </p:nvSpPr>
        <p:spPr>
          <a:xfrm>
            <a:off x="7452571" y="325346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7C65755-87B2-EA4B-9B89-8B509726DC62}"/>
              </a:ext>
            </a:extLst>
          </p:cNvPr>
          <p:cNvSpPr txBox="1"/>
          <p:nvPr/>
        </p:nvSpPr>
        <p:spPr>
          <a:xfrm>
            <a:off x="7872614" y="3253461"/>
            <a:ext cx="689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)𝑹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CA74D-BCD1-3B43-B414-B42D409E7BC9}"/>
              </a:ext>
            </a:extLst>
          </p:cNvPr>
          <p:cNvSpPr txBox="1"/>
          <p:nvPr/>
        </p:nvSpPr>
        <p:spPr>
          <a:xfrm>
            <a:off x="8381420" y="3441537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F54CA6-28D8-3E41-B7C9-87A8258E31B2}"/>
              </a:ext>
            </a:extLst>
          </p:cNvPr>
          <p:cNvSpPr txBox="1"/>
          <p:nvPr/>
        </p:nvSpPr>
        <p:spPr>
          <a:xfrm>
            <a:off x="7896846" y="3822003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D4C3A4D-7E78-1E43-88EB-2077346A475E}"/>
              </a:ext>
            </a:extLst>
          </p:cNvPr>
          <p:cNvSpPr txBox="1"/>
          <p:nvPr/>
        </p:nvSpPr>
        <p:spPr>
          <a:xfrm>
            <a:off x="5521670" y="3844766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9E6D46-EC70-6140-B884-5E81255514B5}"/>
              </a:ext>
            </a:extLst>
          </p:cNvPr>
          <p:cNvSpPr txBox="1"/>
          <p:nvPr/>
        </p:nvSpPr>
        <p:spPr>
          <a:xfrm>
            <a:off x="5719803" y="403284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4521BEE9-2AAA-B146-9516-F47AF5119398}"/>
              </a:ext>
            </a:extLst>
          </p:cNvPr>
          <p:cNvSpPr/>
          <p:nvPr/>
        </p:nvSpPr>
        <p:spPr>
          <a:xfrm>
            <a:off x="6070051" y="3901964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7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68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7 w 528487"/>
              <a:gd name="connsiteY7" fmla="*/ 208377 h 422700"/>
              <a:gd name="connsiteX8" fmla="*/ 463031 w 528487"/>
              <a:gd name="connsiteY8" fmla="*/ 83252 h 422700"/>
              <a:gd name="connsiteX9" fmla="*/ 385676 w 528487"/>
              <a:gd name="connsiteY9" fmla="*/ 16291 h 422700"/>
              <a:gd name="connsiteX10" fmla="*/ 132913 w 528487"/>
              <a:gd name="connsiteY10" fmla="*/ -857 h 422700"/>
              <a:gd name="connsiteX11" fmla="*/ 138917 w 528487"/>
              <a:gd name="connsiteY11" fmla="*/ 16291 h 422700"/>
              <a:gd name="connsiteX12" fmla="*/ 61699 w 528487"/>
              <a:gd name="connsiteY12" fmla="*/ 83252 h 422700"/>
              <a:gd name="connsiteX13" fmla="*/ 36606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15 w 528487"/>
              <a:gd name="connsiteY17" fmla="*/ 347968 h 422700"/>
              <a:gd name="connsiteX18" fmla="*/ -1934 w 528487"/>
              <a:gd name="connsiteY18" fmla="*/ 210617 h 422700"/>
              <a:gd name="connsiteX19" fmla="*/ 32926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7" y="73239"/>
                </a:cubicBezTo>
                <a:cubicBezTo>
                  <a:pt x="514934" y="111186"/>
                  <a:pt x="526554" y="156988"/>
                  <a:pt x="526554" y="210617"/>
                </a:cubicBezTo>
                <a:cubicBezTo>
                  <a:pt x="526554" y="264385"/>
                  <a:pt x="514962" y="310187"/>
                  <a:pt x="491777" y="347968"/>
                </a:cubicBezTo>
                <a:cubicBezTo>
                  <a:pt x="468592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7" y="260374"/>
                  <a:pt x="487987" y="208377"/>
                </a:cubicBezTo>
                <a:cubicBezTo>
                  <a:pt x="487987" y="158178"/>
                  <a:pt x="479687" y="116469"/>
                  <a:pt x="463031" y="83252"/>
                </a:cubicBezTo>
                <a:cubicBezTo>
                  <a:pt x="446376" y="50062"/>
                  <a:pt x="420618" y="27741"/>
                  <a:pt x="385676" y="16291"/>
                </a:cubicBezTo>
                <a:close/>
                <a:moveTo>
                  <a:pt x="132913" y="-857"/>
                </a:moveTo>
                <a:lnTo>
                  <a:pt x="138917" y="16291"/>
                </a:lnTo>
                <a:cubicBezTo>
                  <a:pt x="104168" y="27741"/>
                  <a:pt x="78410" y="50062"/>
                  <a:pt x="61699" y="83252"/>
                </a:cubicBezTo>
                <a:cubicBezTo>
                  <a:pt x="44989" y="116469"/>
                  <a:pt x="36606" y="158178"/>
                  <a:pt x="36606" y="208377"/>
                </a:cubicBezTo>
                <a:cubicBezTo>
                  <a:pt x="36606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15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26" y="73239"/>
                </a:cubicBezTo>
                <a:cubicBezTo>
                  <a:pt x="56194" y="35264"/>
                  <a:pt x="89532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3B12E7-867F-7D46-AFE8-B2F54CD4DEBC}"/>
              </a:ext>
            </a:extLst>
          </p:cNvPr>
          <p:cNvSpPr txBox="1"/>
          <p:nvPr/>
        </p:nvSpPr>
        <p:spPr>
          <a:xfrm>
            <a:off x="6127670" y="3760325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0BF3346-7AC5-C545-877A-1439EA926FBD}"/>
              </a:ext>
            </a:extLst>
          </p:cNvPr>
          <p:cNvSpPr txBox="1"/>
          <p:nvPr/>
        </p:nvSpPr>
        <p:spPr>
          <a:xfrm>
            <a:off x="9988562" y="3785882"/>
            <a:ext cx="478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𝒖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C08ACDB-926F-8E45-85CE-FC28B6F3F335}"/>
              </a:ext>
            </a:extLst>
          </p:cNvPr>
          <p:cNvSpPr txBox="1"/>
          <p:nvPr/>
        </p:nvSpPr>
        <p:spPr>
          <a:xfrm>
            <a:off x="10283386" y="3976723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2A74F69-D9B6-8F40-8B35-490FCAC1A127}"/>
              </a:ext>
            </a:extLst>
          </p:cNvPr>
          <p:cNvSpPr txBox="1"/>
          <p:nvPr/>
        </p:nvSpPr>
        <p:spPr>
          <a:xfrm>
            <a:off x="10502060" y="3785882"/>
            <a:ext cx="644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(𝟎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DC6E757-92A5-144B-8AD3-6C32C68E682C}"/>
              </a:ext>
            </a:extLst>
          </p:cNvPr>
          <p:cNvSpPr txBox="1"/>
          <p:nvPr/>
        </p:nvSpPr>
        <p:spPr>
          <a:xfrm>
            <a:off x="10964900" y="3785882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CC0584E-DA26-F643-9892-48AD0D935DB0}"/>
              </a:ext>
            </a:extLst>
          </p:cNvPr>
          <p:cNvSpPr txBox="1"/>
          <p:nvPr/>
        </p:nvSpPr>
        <p:spPr>
          <a:xfrm>
            <a:off x="7149667" y="3844766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8A08473D-BB36-BD42-A2FF-1E19E4672EE8}"/>
              </a:ext>
            </a:extLst>
          </p:cNvPr>
          <p:cNvSpPr/>
          <p:nvPr/>
        </p:nvSpPr>
        <p:spPr>
          <a:xfrm>
            <a:off x="7385139" y="2807726"/>
            <a:ext cx="2880000" cy="30424"/>
          </a:xfrm>
          <a:custGeom>
            <a:avLst/>
            <a:gdLst>
              <a:gd name="connsiteX0" fmla="*/ -1934 w 1167531"/>
              <a:gd name="connsiteY0" fmla="*/ -857 h 30424"/>
              <a:gd name="connsiteX1" fmla="*/ 1165597 w 1167531"/>
              <a:gd name="connsiteY1" fmla="*/ -857 h 30424"/>
              <a:gd name="connsiteX2" fmla="*/ 1165597 w 1167531"/>
              <a:gd name="connsiteY2" fmla="*/ 29567 h 30424"/>
              <a:gd name="connsiteX3" fmla="*/ -1934 w 1167531"/>
              <a:gd name="connsiteY3" fmla="*/ 29567 h 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531" h="30424">
                <a:moveTo>
                  <a:pt x="-1934" y="-857"/>
                </a:moveTo>
                <a:lnTo>
                  <a:pt x="1165597" y="-857"/>
                </a:lnTo>
                <a:lnTo>
                  <a:pt x="1165597" y="29567"/>
                </a:lnTo>
                <a:lnTo>
                  <a:pt x="-1934" y="29567"/>
                </a:ln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415347-6AFC-3C4D-84B0-73B104E9C11B}"/>
              </a:ext>
            </a:extLst>
          </p:cNvPr>
          <p:cNvSpPr txBox="1"/>
          <p:nvPr/>
        </p:nvSpPr>
        <p:spPr>
          <a:xfrm>
            <a:off x="6711367" y="3798495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0B0EE60-8BE7-A441-B474-9F625FB3097A}"/>
              </a:ext>
            </a:extLst>
          </p:cNvPr>
          <p:cNvSpPr txBox="1"/>
          <p:nvPr/>
        </p:nvSpPr>
        <p:spPr>
          <a:xfrm>
            <a:off x="8211054" y="3822003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3276D3-FD44-BF4B-82BA-7F4CBBEC41E1}"/>
              </a:ext>
            </a:extLst>
          </p:cNvPr>
          <p:cNvSpPr txBox="1"/>
          <p:nvPr/>
        </p:nvSpPr>
        <p:spPr>
          <a:xfrm>
            <a:off x="8409186" y="401007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017C81D0-1985-8F48-A516-4D91A94B9729}"/>
              </a:ext>
            </a:extLst>
          </p:cNvPr>
          <p:cNvSpPr/>
          <p:nvPr/>
        </p:nvSpPr>
        <p:spPr>
          <a:xfrm>
            <a:off x="8759406" y="3879201"/>
            <a:ext cx="528515" cy="422700"/>
          </a:xfrm>
          <a:custGeom>
            <a:avLst/>
            <a:gdLst>
              <a:gd name="connsiteX0" fmla="*/ 391734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4 w 528515"/>
              <a:gd name="connsiteY3" fmla="*/ 347968 h 422700"/>
              <a:gd name="connsiteX4" fmla="*/ 391734 w 528515"/>
              <a:gd name="connsiteY4" fmla="*/ 421843 h 422700"/>
              <a:gd name="connsiteX5" fmla="*/ 386367 w 528515"/>
              <a:gd name="connsiteY5" fmla="*/ 404695 h 422700"/>
              <a:gd name="connsiteX6" fmla="*/ 462948 w 528515"/>
              <a:gd name="connsiteY6" fmla="*/ 336960 h 422700"/>
              <a:gd name="connsiteX7" fmla="*/ 488014 w 528515"/>
              <a:gd name="connsiteY7" fmla="*/ 208377 h 422700"/>
              <a:gd name="connsiteX8" fmla="*/ 463059 w 528515"/>
              <a:gd name="connsiteY8" fmla="*/ 83252 h 422700"/>
              <a:gd name="connsiteX9" fmla="*/ 385703 w 528515"/>
              <a:gd name="connsiteY9" fmla="*/ 16291 h 422700"/>
              <a:gd name="connsiteX10" fmla="*/ 132941 w 528515"/>
              <a:gd name="connsiteY10" fmla="*/ -857 h 422700"/>
              <a:gd name="connsiteX11" fmla="*/ 138945 w 528515"/>
              <a:gd name="connsiteY11" fmla="*/ 16291 h 422700"/>
              <a:gd name="connsiteX12" fmla="*/ 61727 w 528515"/>
              <a:gd name="connsiteY12" fmla="*/ 83252 h 422700"/>
              <a:gd name="connsiteX13" fmla="*/ 36634 w 528515"/>
              <a:gd name="connsiteY13" fmla="*/ 208377 h 422700"/>
              <a:gd name="connsiteX14" fmla="*/ 61727 w 528515"/>
              <a:gd name="connsiteY14" fmla="*/ 336960 h 422700"/>
              <a:gd name="connsiteX15" fmla="*/ 138281 w 528515"/>
              <a:gd name="connsiteY15" fmla="*/ 404695 h 422700"/>
              <a:gd name="connsiteX16" fmla="*/ 132941 w 528515"/>
              <a:gd name="connsiteY16" fmla="*/ 421843 h 422700"/>
              <a:gd name="connsiteX17" fmla="*/ 32843 w 528515"/>
              <a:gd name="connsiteY17" fmla="*/ 347968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41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34" y="-857"/>
                </a:moveTo>
                <a:cubicBezTo>
                  <a:pt x="435115" y="10566"/>
                  <a:pt x="468454" y="35264"/>
                  <a:pt x="491694" y="73239"/>
                </a:cubicBezTo>
                <a:cubicBezTo>
                  <a:pt x="514962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4" y="347968"/>
                </a:cubicBezTo>
                <a:cubicBezTo>
                  <a:pt x="468620" y="385777"/>
                  <a:pt x="435282" y="410420"/>
                  <a:pt x="391734" y="421843"/>
                </a:cubicBezTo>
                <a:lnTo>
                  <a:pt x="386367" y="404695"/>
                </a:lnTo>
                <a:cubicBezTo>
                  <a:pt x="420701" y="393245"/>
                  <a:pt x="446237" y="370675"/>
                  <a:pt x="462948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59" y="83252"/>
                </a:cubicBezTo>
                <a:cubicBezTo>
                  <a:pt x="446404" y="50062"/>
                  <a:pt x="420618" y="27741"/>
                  <a:pt x="385703" y="16291"/>
                </a:cubicBezTo>
                <a:close/>
                <a:moveTo>
                  <a:pt x="132941" y="-857"/>
                </a:moveTo>
                <a:lnTo>
                  <a:pt x="138945" y="16291"/>
                </a:lnTo>
                <a:cubicBezTo>
                  <a:pt x="104168" y="27741"/>
                  <a:pt x="78438" y="50062"/>
                  <a:pt x="61727" y="83252"/>
                </a:cubicBezTo>
                <a:cubicBezTo>
                  <a:pt x="44988" y="116469"/>
                  <a:pt x="36634" y="158178"/>
                  <a:pt x="36634" y="208377"/>
                </a:cubicBezTo>
                <a:cubicBezTo>
                  <a:pt x="36634" y="260374"/>
                  <a:pt x="44988" y="303217"/>
                  <a:pt x="61727" y="336960"/>
                </a:cubicBezTo>
                <a:cubicBezTo>
                  <a:pt x="78438" y="370675"/>
                  <a:pt x="103946" y="393245"/>
                  <a:pt x="138281" y="404695"/>
                </a:cubicBezTo>
                <a:lnTo>
                  <a:pt x="132941" y="421843"/>
                </a:lnTo>
                <a:cubicBezTo>
                  <a:pt x="89394" y="410420"/>
                  <a:pt x="56028" y="385777"/>
                  <a:pt x="32843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714" y="111186"/>
                  <a:pt x="32954" y="73239"/>
                </a:cubicBezTo>
                <a:cubicBezTo>
                  <a:pt x="56221" y="35264"/>
                  <a:pt x="89532" y="10566"/>
                  <a:pt x="132941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7D2048B-CC1D-CF4A-883E-000F8196609B}"/>
              </a:ext>
            </a:extLst>
          </p:cNvPr>
          <p:cNvSpPr txBox="1"/>
          <p:nvPr/>
        </p:nvSpPr>
        <p:spPr>
          <a:xfrm>
            <a:off x="8817310" y="3822003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651744C-618E-9144-A4C2-E574BCE6219B}"/>
              </a:ext>
            </a:extLst>
          </p:cNvPr>
          <p:cNvSpPr txBox="1"/>
          <p:nvPr/>
        </p:nvSpPr>
        <p:spPr>
          <a:xfrm>
            <a:off x="7395800" y="3822003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CD54D9-7ABE-594C-ADDA-B15B8AD7CCEB}"/>
              </a:ext>
            </a:extLst>
          </p:cNvPr>
          <p:cNvSpPr txBox="1"/>
          <p:nvPr/>
        </p:nvSpPr>
        <p:spPr>
          <a:xfrm>
            <a:off x="7714398" y="401007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25E2FC0-9679-C74C-8C1B-34DAA5268B75}"/>
              </a:ext>
            </a:extLst>
          </p:cNvPr>
          <p:cNvSpPr txBox="1"/>
          <p:nvPr/>
        </p:nvSpPr>
        <p:spPr>
          <a:xfrm>
            <a:off x="6905832" y="447377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6F06A7D-5E35-D94E-9132-C011B9F9D22A}"/>
              </a:ext>
            </a:extLst>
          </p:cNvPr>
          <p:cNvSpPr txBox="1"/>
          <p:nvPr/>
        </p:nvSpPr>
        <p:spPr>
          <a:xfrm>
            <a:off x="7103953" y="466461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857A8C39-6DC0-3347-8CBA-3C921E1AEEF8}"/>
              </a:ext>
            </a:extLst>
          </p:cNvPr>
          <p:cNvSpPr/>
          <p:nvPr/>
        </p:nvSpPr>
        <p:spPr>
          <a:xfrm>
            <a:off x="7453993" y="4583255"/>
            <a:ext cx="528515" cy="422700"/>
          </a:xfrm>
          <a:custGeom>
            <a:avLst/>
            <a:gdLst>
              <a:gd name="connsiteX0" fmla="*/ 391707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5 w 528515"/>
              <a:gd name="connsiteY3" fmla="*/ 347996 h 422700"/>
              <a:gd name="connsiteX4" fmla="*/ 391707 w 528515"/>
              <a:gd name="connsiteY4" fmla="*/ 421843 h 422700"/>
              <a:gd name="connsiteX5" fmla="*/ 386367 w 528515"/>
              <a:gd name="connsiteY5" fmla="*/ 404695 h 422700"/>
              <a:gd name="connsiteX6" fmla="*/ 462921 w 528515"/>
              <a:gd name="connsiteY6" fmla="*/ 336960 h 422700"/>
              <a:gd name="connsiteX7" fmla="*/ 488014 w 528515"/>
              <a:gd name="connsiteY7" fmla="*/ 208377 h 422700"/>
              <a:gd name="connsiteX8" fmla="*/ 463031 w 528515"/>
              <a:gd name="connsiteY8" fmla="*/ 83251 h 422700"/>
              <a:gd name="connsiteX9" fmla="*/ 385703 w 528515"/>
              <a:gd name="connsiteY9" fmla="*/ 16291 h 422700"/>
              <a:gd name="connsiteX10" fmla="*/ 132914 w 528515"/>
              <a:gd name="connsiteY10" fmla="*/ -857 h 422700"/>
              <a:gd name="connsiteX11" fmla="*/ 138945 w 528515"/>
              <a:gd name="connsiteY11" fmla="*/ 16291 h 422700"/>
              <a:gd name="connsiteX12" fmla="*/ 61699 w 528515"/>
              <a:gd name="connsiteY12" fmla="*/ 83251 h 422700"/>
              <a:gd name="connsiteX13" fmla="*/ 36634 w 528515"/>
              <a:gd name="connsiteY13" fmla="*/ 208377 h 422700"/>
              <a:gd name="connsiteX14" fmla="*/ 61699 w 528515"/>
              <a:gd name="connsiteY14" fmla="*/ 336960 h 422700"/>
              <a:gd name="connsiteX15" fmla="*/ 138281 w 528515"/>
              <a:gd name="connsiteY15" fmla="*/ 404695 h 422700"/>
              <a:gd name="connsiteX16" fmla="*/ 132914 w 528515"/>
              <a:gd name="connsiteY16" fmla="*/ 421843 h 422700"/>
              <a:gd name="connsiteX17" fmla="*/ 32843 w 528515"/>
              <a:gd name="connsiteY17" fmla="*/ 347996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14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07" y="-857"/>
                </a:moveTo>
                <a:cubicBezTo>
                  <a:pt x="435116" y="10566"/>
                  <a:pt x="468426" y="35264"/>
                  <a:pt x="491694" y="73239"/>
                </a:cubicBezTo>
                <a:cubicBezTo>
                  <a:pt x="514934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5" y="347996"/>
                </a:cubicBezTo>
                <a:cubicBezTo>
                  <a:pt x="468620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701" y="393245"/>
                  <a:pt x="446210" y="370675"/>
                  <a:pt x="462921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31" y="83251"/>
                </a:cubicBezTo>
                <a:cubicBezTo>
                  <a:pt x="446404" y="50061"/>
                  <a:pt x="420619" y="27741"/>
                  <a:pt x="385703" y="16291"/>
                </a:cubicBezTo>
                <a:close/>
                <a:moveTo>
                  <a:pt x="132914" y="-857"/>
                </a:moveTo>
                <a:lnTo>
                  <a:pt x="138945" y="16291"/>
                </a:lnTo>
                <a:cubicBezTo>
                  <a:pt x="104168" y="27741"/>
                  <a:pt x="78410" y="50061"/>
                  <a:pt x="61699" y="83251"/>
                </a:cubicBezTo>
                <a:cubicBezTo>
                  <a:pt x="44989" y="116469"/>
                  <a:pt x="36634" y="158178"/>
                  <a:pt x="36634" y="208377"/>
                </a:cubicBezTo>
                <a:cubicBezTo>
                  <a:pt x="36634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81" y="404695"/>
                </a:cubicBezTo>
                <a:lnTo>
                  <a:pt x="132914" y="421843"/>
                </a:lnTo>
                <a:cubicBezTo>
                  <a:pt x="89394" y="410420"/>
                  <a:pt x="56028" y="385777"/>
                  <a:pt x="32843" y="347996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54" y="73239"/>
                </a:cubicBezTo>
                <a:cubicBezTo>
                  <a:pt x="56194" y="35264"/>
                  <a:pt x="89532" y="10566"/>
                  <a:pt x="132914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AD7F2F1-6E7B-D44A-9119-FCB02A3AB495}"/>
              </a:ext>
            </a:extLst>
          </p:cNvPr>
          <p:cNvSpPr txBox="1"/>
          <p:nvPr/>
        </p:nvSpPr>
        <p:spPr>
          <a:xfrm>
            <a:off x="8032790" y="4473770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1D042F5-F725-F94C-AE33-C8E310862CF1}"/>
              </a:ext>
            </a:extLst>
          </p:cNvPr>
          <p:cNvSpPr txBox="1"/>
          <p:nvPr/>
        </p:nvSpPr>
        <p:spPr>
          <a:xfrm>
            <a:off x="8475022" y="447377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A02DBCF-3A15-1B46-8EA5-CABE08BF3565}"/>
              </a:ext>
            </a:extLst>
          </p:cNvPr>
          <p:cNvSpPr txBox="1"/>
          <p:nvPr/>
        </p:nvSpPr>
        <p:spPr>
          <a:xfrm>
            <a:off x="8673156" y="466461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4A8DE7F7-94E8-3844-8F14-032E3477B74D}"/>
              </a:ext>
            </a:extLst>
          </p:cNvPr>
          <p:cNvSpPr/>
          <p:nvPr/>
        </p:nvSpPr>
        <p:spPr>
          <a:xfrm>
            <a:off x="9032153" y="4554983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6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96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6 w 528487"/>
              <a:gd name="connsiteY7" fmla="*/ 208377 h 422700"/>
              <a:gd name="connsiteX8" fmla="*/ 463031 w 528487"/>
              <a:gd name="connsiteY8" fmla="*/ 83251 h 422700"/>
              <a:gd name="connsiteX9" fmla="*/ 385675 w 528487"/>
              <a:gd name="connsiteY9" fmla="*/ 16291 h 422700"/>
              <a:gd name="connsiteX10" fmla="*/ 132913 w 528487"/>
              <a:gd name="connsiteY10" fmla="*/ -857 h 422700"/>
              <a:gd name="connsiteX11" fmla="*/ 138944 w 528487"/>
              <a:gd name="connsiteY11" fmla="*/ 16291 h 422700"/>
              <a:gd name="connsiteX12" fmla="*/ 61699 w 528487"/>
              <a:gd name="connsiteY12" fmla="*/ 83251 h 422700"/>
              <a:gd name="connsiteX13" fmla="*/ 36633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42 w 528487"/>
              <a:gd name="connsiteY17" fmla="*/ 347996 h 422700"/>
              <a:gd name="connsiteX18" fmla="*/ -1934 w 528487"/>
              <a:gd name="connsiteY18" fmla="*/ 210617 h 422700"/>
              <a:gd name="connsiteX19" fmla="*/ 32953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6" y="73239"/>
                </a:cubicBezTo>
                <a:cubicBezTo>
                  <a:pt x="514933" y="111186"/>
                  <a:pt x="526554" y="156988"/>
                  <a:pt x="526554" y="210617"/>
                </a:cubicBezTo>
                <a:cubicBezTo>
                  <a:pt x="526554" y="264385"/>
                  <a:pt x="514961" y="310187"/>
                  <a:pt x="491777" y="347996"/>
                </a:cubicBezTo>
                <a:cubicBezTo>
                  <a:pt x="468619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6" y="260374"/>
                  <a:pt x="487986" y="208377"/>
                </a:cubicBezTo>
                <a:cubicBezTo>
                  <a:pt x="487986" y="158178"/>
                  <a:pt x="479686" y="116469"/>
                  <a:pt x="463031" y="83251"/>
                </a:cubicBezTo>
                <a:cubicBezTo>
                  <a:pt x="446404" y="50061"/>
                  <a:pt x="420618" y="27741"/>
                  <a:pt x="385675" y="16291"/>
                </a:cubicBezTo>
                <a:close/>
                <a:moveTo>
                  <a:pt x="132913" y="-857"/>
                </a:moveTo>
                <a:lnTo>
                  <a:pt x="138944" y="16291"/>
                </a:lnTo>
                <a:cubicBezTo>
                  <a:pt x="104167" y="27741"/>
                  <a:pt x="78410" y="50061"/>
                  <a:pt x="61699" y="83251"/>
                </a:cubicBezTo>
                <a:cubicBezTo>
                  <a:pt x="44988" y="116469"/>
                  <a:pt x="36633" y="158178"/>
                  <a:pt x="36633" y="208377"/>
                </a:cubicBezTo>
                <a:cubicBezTo>
                  <a:pt x="36633" y="260374"/>
                  <a:pt x="44988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42" y="347996"/>
                </a:cubicBezTo>
                <a:cubicBezTo>
                  <a:pt x="9658" y="310187"/>
                  <a:pt x="-1934" y="264385"/>
                  <a:pt x="-1934" y="210617"/>
                </a:cubicBezTo>
                <a:cubicBezTo>
                  <a:pt x="-1934" y="156988"/>
                  <a:pt x="9686" y="111186"/>
                  <a:pt x="32953" y="73239"/>
                </a:cubicBezTo>
                <a:cubicBezTo>
                  <a:pt x="56194" y="35264"/>
                  <a:pt x="89531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C787FDC-9343-D94F-8D2B-A7EBEAF210AA}"/>
              </a:ext>
            </a:extLst>
          </p:cNvPr>
          <p:cNvSpPr txBox="1"/>
          <p:nvPr/>
        </p:nvSpPr>
        <p:spPr>
          <a:xfrm>
            <a:off x="9085075" y="4463377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2D9D168-8931-7849-AE04-81F3286BF1EB}"/>
              </a:ext>
            </a:extLst>
          </p:cNvPr>
          <p:cNvSpPr txBox="1"/>
          <p:nvPr/>
        </p:nvSpPr>
        <p:spPr>
          <a:xfrm>
            <a:off x="6388809" y="4476068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8ABE49B-C432-4E47-B07A-FBB9231031E9}"/>
              </a:ext>
            </a:extLst>
          </p:cNvPr>
          <p:cNvSpPr txBox="1"/>
          <p:nvPr/>
        </p:nvSpPr>
        <p:spPr>
          <a:xfrm>
            <a:off x="5461122" y="447377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9109347-91AC-634A-AD35-9D57EC1BC80C}"/>
              </a:ext>
            </a:extLst>
          </p:cNvPr>
          <p:cNvSpPr txBox="1"/>
          <p:nvPr/>
        </p:nvSpPr>
        <p:spPr>
          <a:xfrm>
            <a:off x="5659254" y="4473770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63F3E8C-01F8-EB41-8AEA-97FA23FE23B2}"/>
              </a:ext>
            </a:extLst>
          </p:cNvPr>
          <p:cNvSpPr txBox="1"/>
          <p:nvPr/>
        </p:nvSpPr>
        <p:spPr>
          <a:xfrm>
            <a:off x="6079297" y="4473770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EC64FAE-9F97-5748-804C-1D723360A476}"/>
              </a:ext>
            </a:extLst>
          </p:cNvPr>
          <p:cNvSpPr txBox="1"/>
          <p:nvPr/>
        </p:nvSpPr>
        <p:spPr>
          <a:xfrm>
            <a:off x="7518622" y="443945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67A3B4F-41E0-C94D-9B0B-CE992CF88007}"/>
              </a:ext>
            </a:extLst>
          </p:cNvPr>
          <p:cNvSpPr txBox="1"/>
          <p:nvPr/>
        </p:nvSpPr>
        <p:spPr>
          <a:xfrm>
            <a:off x="9691810" y="3791695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/>
              <p:nvPr/>
            </p:nvSpPr>
            <p:spPr>
              <a:xfrm>
                <a:off x="9261329" y="3813552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329" y="3813552"/>
                <a:ext cx="557170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/>
              <p:nvPr/>
            </p:nvSpPr>
            <p:spPr>
              <a:xfrm>
                <a:off x="8512680" y="2241974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680" y="2241974"/>
                <a:ext cx="557170" cy="553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文本框 99">
            <a:extLst>
              <a:ext uri="{FF2B5EF4-FFF2-40B4-BE49-F238E27FC236}">
                <a16:creationId xmlns:a16="http://schemas.microsoft.com/office/drawing/2014/main" id="{F9D0F2D2-8215-1040-93DB-D55AF2F8F66D}"/>
              </a:ext>
            </a:extLst>
          </p:cNvPr>
          <p:cNvSpPr txBox="1"/>
          <p:nvPr/>
        </p:nvSpPr>
        <p:spPr>
          <a:xfrm>
            <a:off x="6080389" y="1303079"/>
            <a:ext cx="3622554" cy="74009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</a:rPr>
              <a:t>按因果排列变量</a:t>
            </a:r>
          </a:p>
        </p:txBody>
      </p:sp>
      <p:grpSp>
        <p:nvGrpSpPr>
          <p:cNvPr id="104" name="超前网络">
            <a:extLst>
              <a:ext uri="{FF2B5EF4-FFF2-40B4-BE49-F238E27FC236}">
                <a16:creationId xmlns:a16="http://schemas.microsoft.com/office/drawing/2014/main" id="{D83BDF6D-E7B8-4045-A3E2-6968A47C4220}"/>
              </a:ext>
            </a:extLst>
          </p:cNvPr>
          <p:cNvGrpSpPr/>
          <p:nvPr/>
        </p:nvGrpSpPr>
        <p:grpSpPr>
          <a:xfrm>
            <a:off x="478582" y="2195751"/>
            <a:ext cx="4702104" cy="3024336"/>
            <a:chOff x="945544" y="2338486"/>
            <a:chExt cx="4702104" cy="3024336"/>
          </a:xfrm>
        </p:grpSpPr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0C61F27F-16BF-B744-911E-D55D85DE4DC3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FFA43520-B7C5-D541-8E02-303881DD1C4A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7FA10AF4-474D-2747-9C59-48FC794D5707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B7DC7308-B9CA-214D-8751-223A46B2C846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9" name="电阻R1">
              <a:extLst>
                <a:ext uri="{FF2B5EF4-FFF2-40B4-BE49-F238E27FC236}">
                  <a16:creationId xmlns:a16="http://schemas.microsoft.com/office/drawing/2014/main" id="{BA796D93-56A6-5343-A60A-30C2DD0A5D99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10" name="电容">
              <a:extLst>
                <a:ext uri="{FF2B5EF4-FFF2-40B4-BE49-F238E27FC236}">
                  <a16:creationId xmlns:a16="http://schemas.microsoft.com/office/drawing/2014/main" id="{C7325F6B-5468-3542-B2EB-ABFD20A1955A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131" name="直线连接符 130">
                <a:extLst>
                  <a:ext uri="{FF2B5EF4-FFF2-40B4-BE49-F238E27FC236}">
                    <a16:creationId xmlns:a16="http://schemas.microsoft.com/office/drawing/2014/main" id="{66725035-0E89-334A-8094-57551124D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线连接符 131">
                <a:extLst>
                  <a:ext uri="{FF2B5EF4-FFF2-40B4-BE49-F238E27FC236}">
                    <a16:creationId xmlns:a16="http://schemas.microsoft.com/office/drawing/2014/main" id="{19FBDA46-4DD8-BE49-9F8A-9E0C957A8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电阻R2">
              <a:extLst>
                <a:ext uri="{FF2B5EF4-FFF2-40B4-BE49-F238E27FC236}">
                  <a16:creationId xmlns:a16="http://schemas.microsoft.com/office/drawing/2014/main" id="{DA6CBD5B-C73B-274D-985F-80F40A67B541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2" name="直线连接符 111">
              <a:extLst>
                <a:ext uri="{FF2B5EF4-FFF2-40B4-BE49-F238E27FC236}">
                  <a16:creationId xmlns:a16="http://schemas.microsoft.com/office/drawing/2014/main" id="{DFEE62A0-67B3-DF4F-B8D5-7F9E97506BFB}"/>
                </a:ext>
              </a:extLst>
            </p:cNvPr>
            <p:cNvCxnSpPr>
              <a:stCxn id="105" idx="6"/>
              <a:endCxn id="109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8E8D1110-D2AC-B54E-A014-B5CE1BA7E3DB}"/>
                </a:ext>
              </a:extLst>
            </p:cNvPr>
            <p:cNvCxnSpPr>
              <a:cxnSpLocks/>
              <a:stCxn id="109" idx="3"/>
              <a:endCxn id="107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连接符 113">
              <a:extLst>
                <a:ext uri="{FF2B5EF4-FFF2-40B4-BE49-F238E27FC236}">
                  <a16:creationId xmlns:a16="http://schemas.microsoft.com/office/drawing/2014/main" id="{363AB54A-940E-5E4A-A727-8128478B1864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01EF9302-4071-7041-8012-A23C53516900}"/>
                </a:ext>
              </a:extLst>
            </p:cNvPr>
            <p:cNvCxnSpPr>
              <a:cxnSpLocks/>
              <a:stCxn id="111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F76FFF36-FBB6-F744-889B-2AAE5A8A60B7}"/>
                </a:ext>
              </a:extLst>
            </p:cNvPr>
            <p:cNvCxnSpPr>
              <a:cxnSpLocks/>
              <a:stCxn id="106" idx="6"/>
              <a:endCxn id="108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肘形连接符 116">
              <a:extLst>
                <a:ext uri="{FF2B5EF4-FFF2-40B4-BE49-F238E27FC236}">
                  <a16:creationId xmlns:a16="http://schemas.microsoft.com/office/drawing/2014/main" id="{FF60B444-1E08-C944-8EA5-CC77CA7C9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肘形连接符 117">
              <a:extLst>
                <a:ext uri="{FF2B5EF4-FFF2-40B4-BE49-F238E27FC236}">
                  <a16:creationId xmlns:a16="http://schemas.microsoft.com/office/drawing/2014/main" id="{F79660AF-2F15-8042-8CC0-0CC9B0F7C749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EBC8744-3D40-CE47-B224-1FA66E4D14A7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EBC8744-3D40-CE47-B224-1FA66E4D1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0695396E-CB6D-7B44-B4E4-A5D815AE6E73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0695396E-CB6D-7B44-B4E4-A5D815AE6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blipFill>
                  <a:blip r:embed="rId15"/>
                  <a:stretch>
                    <a:fillRect l="-3571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3AB5722E-8E24-D148-AE10-518E62A24BC1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3AB5722E-8E24-D148-AE10-518E62A24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 l="-10909" r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59CC84EF-07B0-0544-97E1-3BD1828403F0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59CC84EF-07B0-0544-97E1-3BD182840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blipFill>
                  <a:blip r:embed="rId17"/>
                  <a:stretch>
                    <a:fillRect l="-12727" r="-3636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1357A5FB-BD11-324E-AB8A-9857EB00D990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1357A5FB-BD11-324E-AB8A-9857EB00D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blipFill>
                  <a:blip r:embed="rId18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5EE9581A-2895-9542-8146-8358076D088E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E2143414-1286-764E-9AF1-EE2B524F8384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E2143414-1286-764E-9AF1-EE2B524F8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blipFill>
                  <a:blip r:embed="rId19"/>
                  <a:stretch>
                    <a:fillRect l="-8824" r="-588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直线连接符 125">
              <a:extLst>
                <a:ext uri="{FF2B5EF4-FFF2-40B4-BE49-F238E27FC236}">
                  <a16:creationId xmlns:a16="http://schemas.microsoft.com/office/drawing/2014/main" id="{DE6EC4E0-BB3B-014B-A6EA-85E852EA6FF3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433AD5A-1C5A-D548-8496-171EFEB4A08A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6433AD5A-1C5A-D548-8496-171EFEB4A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blipFill>
                  <a:blip r:embed="rId20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1C7206FD-AEC4-5240-8E38-26967C10C162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52505A5-35B4-0F4D-903E-47F33C1925E2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52505A5-35B4-0F4D-903E-47F33C192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blipFill>
                  <a:blip r:embed="rId21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6117CA0-397B-A046-9359-3D4234269599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6117CA0-397B-A046-9359-3D4234269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blipFill>
                  <a:blip r:embed="rId22"/>
                  <a:stretch>
                    <a:fillRect l="-3571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标题">
            <a:extLst>
              <a:ext uri="{FF2B5EF4-FFF2-40B4-BE49-F238E27FC236}">
                <a16:creationId xmlns:a16="http://schemas.microsoft.com/office/drawing/2014/main" id="{026509BA-67DF-B646-946A-2D0EA85999AE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3799185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hidden="1">
            <a:extLst>
              <a:ext uri="{FF2B5EF4-FFF2-40B4-BE49-F238E27FC236}">
                <a16:creationId xmlns:a16="http://schemas.microsoft.com/office/drawing/2014/main" id="{E5466D63-C4DF-A740-B72B-697DF6AC4C95}"/>
              </a:ext>
            </a:extLst>
          </p:cNvPr>
          <p:cNvSpPr/>
          <p:nvPr/>
        </p:nvSpPr>
        <p:spPr>
          <a:xfrm>
            <a:off x="5652516" y="2154922"/>
            <a:ext cx="5987306" cy="3290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445AA-F802-9143-BF1B-583BA5D3F72E}"/>
              </a:ext>
            </a:extLst>
          </p:cNvPr>
          <p:cNvSpPr txBox="1"/>
          <p:nvPr/>
        </p:nvSpPr>
        <p:spPr>
          <a:xfrm>
            <a:off x="7490141" y="542914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B68B42-C9F1-1E4E-A991-ED62CA5CA38B}"/>
              </a:ext>
            </a:extLst>
          </p:cNvPr>
          <p:cNvSpPr txBox="1"/>
          <p:nvPr/>
        </p:nvSpPr>
        <p:spPr>
          <a:xfrm>
            <a:off x="7821421" y="755822"/>
            <a:ext cx="3073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𝒊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9E929013-D051-B34D-B19F-442D967125D4}"/>
              </a:ext>
            </a:extLst>
          </p:cNvPr>
          <p:cNvSpPr/>
          <p:nvPr/>
        </p:nvSpPr>
        <p:spPr>
          <a:xfrm>
            <a:off x="8095400" y="67659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66 w 528487"/>
              <a:gd name="connsiteY1" fmla="*/ 73234 h 422713"/>
              <a:gd name="connsiteX2" fmla="*/ 526554 w 528487"/>
              <a:gd name="connsiteY2" fmla="*/ 210612 h 422713"/>
              <a:gd name="connsiteX3" fmla="*/ 491777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1 w 528487"/>
              <a:gd name="connsiteY6" fmla="*/ 336946 h 422713"/>
              <a:gd name="connsiteX7" fmla="*/ 487986 w 528487"/>
              <a:gd name="connsiteY7" fmla="*/ 208383 h 422713"/>
              <a:gd name="connsiteX8" fmla="*/ 463031 w 528487"/>
              <a:gd name="connsiteY8" fmla="*/ 83263 h 422713"/>
              <a:gd name="connsiteX9" fmla="*/ 385675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6" y="35278"/>
                  <a:pt x="491666" y="73234"/>
                </a:cubicBezTo>
                <a:cubicBezTo>
                  <a:pt x="514933" y="111192"/>
                  <a:pt x="526554" y="156983"/>
                  <a:pt x="526554" y="210612"/>
                </a:cubicBezTo>
                <a:cubicBezTo>
                  <a:pt x="526554" y="264388"/>
                  <a:pt x="514961" y="310173"/>
                  <a:pt x="491777" y="347982"/>
                </a:cubicBezTo>
                <a:cubicBezTo>
                  <a:pt x="468619" y="385791"/>
                  <a:pt x="435254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1" y="336946"/>
                </a:cubicBezTo>
                <a:cubicBezTo>
                  <a:pt x="479631" y="303231"/>
                  <a:pt x="487986" y="260377"/>
                  <a:pt x="487986" y="208383"/>
                </a:cubicBezTo>
                <a:cubicBezTo>
                  <a:pt x="487986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675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00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4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B4BCD6-A4D6-4A42-A0B5-8A416B3A46D2}"/>
              </a:ext>
            </a:extLst>
          </p:cNvPr>
          <p:cNvSpPr txBox="1"/>
          <p:nvPr/>
        </p:nvSpPr>
        <p:spPr>
          <a:xfrm>
            <a:off x="8153388" y="476672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A14C31-3496-0442-B1CF-8493C4EC3B93}"/>
              </a:ext>
            </a:extLst>
          </p:cNvPr>
          <p:cNvSpPr txBox="1"/>
          <p:nvPr/>
        </p:nvSpPr>
        <p:spPr>
          <a:xfrm>
            <a:off x="6848438" y="875439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9FE683-B8E2-0746-B396-90DAD035295D}"/>
              </a:ext>
            </a:extLst>
          </p:cNvPr>
          <p:cNvSpPr txBox="1"/>
          <p:nvPr/>
        </p:nvSpPr>
        <p:spPr>
          <a:xfrm>
            <a:off x="5706724" y="875439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D05B5-6A66-FC4B-A304-B436E6FEC671}"/>
              </a:ext>
            </a:extLst>
          </p:cNvPr>
          <p:cNvSpPr txBox="1"/>
          <p:nvPr/>
        </p:nvSpPr>
        <p:spPr>
          <a:xfrm>
            <a:off x="5904855" y="1066281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D5DE65B2-0A13-A246-9DBB-FAACCB2AC890}"/>
              </a:ext>
            </a:extLst>
          </p:cNvPr>
          <p:cNvSpPr/>
          <p:nvPr/>
        </p:nvSpPr>
        <p:spPr>
          <a:xfrm>
            <a:off x="6255100" y="98642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94 w 528487"/>
              <a:gd name="connsiteY1" fmla="*/ 73234 h 422713"/>
              <a:gd name="connsiteX2" fmla="*/ 526553 w 528487"/>
              <a:gd name="connsiteY2" fmla="*/ 210612 h 422713"/>
              <a:gd name="connsiteX3" fmla="*/ 491804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0 w 528487"/>
              <a:gd name="connsiteY6" fmla="*/ 336946 h 422713"/>
              <a:gd name="connsiteX7" fmla="*/ 488014 w 528487"/>
              <a:gd name="connsiteY7" fmla="*/ 208383 h 422713"/>
              <a:gd name="connsiteX8" fmla="*/ 463031 w 528487"/>
              <a:gd name="connsiteY8" fmla="*/ 83263 h 422713"/>
              <a:gd name="connsiteX9" fmla="*/ 385703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5" y="35278"/>
                  <a:pt x="491694" y="73234"/>
                </a:cubicBezTo>
                <a:cubicBezTo>
                  <a:pt x="514933" y="111192"/>
                  <a:pt x="526553" y="156983"/>
                  <a:pt x="526553" y="210612"/>
                </a:cubicBezTo>
                <a:cubicBezTo>
                  <a:pt x="526553" y="264388"/>
                  <a:pt x="514961" y="310173"/>
                  <a:pt x="491804" y="347982"/>
                </a:cubicBezTo>
                <a:cubicBezTo>
                  <a:pt x="468619" y="385791"/>
                  <a:pt x="435253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0" y="336946"/>
                </a:cubicBezTo>
                <a:cubicBezTo>
                  <a:pt x="479631" y="303231"/>
                  <a:pt x="488014" y="260377"/>
                  <a:pt x="488014" y="208383"/>
                </a:cubicBezTo>
                <a:cubicBezTo>
                  <a:pt x="488014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703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27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3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49344C-53DB-2043-B17F-EAA57E2C1FE8}"/>
              </a:ext>
            </a:extLst>
          </p:cNvPr>
          <p:cNvSpPr txBox="1"/>
          <p:nvPr/>
        </p:nvSpPr>
        <p:spPr>
          <a:xfrm>
            <a:off x="6319951" y="824621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ED07F5-FE0D-1A45-880D-DA0A33CC9276}"/>
              </a:ext>
            </a:extLst>
          </p:cNvPr>
          <p:cNvSpPr txBox="1"/>
          <p:nvPr/>
        </p:nvSpPr>
        <p:spPr>
          <a:xfrm>
            <a:off x="8594715" y="1097138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AE5CD5-C939-9A45-B841-4293537913FE}"/>
              </a:ext>
            </a:extLst>
          </p:cNvPr>
          <p:cNvSpPr txBox="1"/>
          <p:nvPr/>
        </p:nvSpPr>
        <p:spPr>
          <a:xfrm>
            <a:off x="8913312" y="1287980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1D4EE9-6A82-E442-B326-74B69F751AC9}"/>
              </a:ext>
            </a:extLst>
          </p:cNvPr>
          <p:cNvSpPr txBox="1"/>
          <p:nvPr/>
        </p:nvSpPr>
        <p:spPr>
          <a:xfrm>
            <a:off x="9157778" y="517751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7648EC6-1E92-6E48-90C7-BDC089B1CE59}"/>
              </a:ext>
            </a:extLst>
          </p:cNvPr>
          <p:cNvSpPr txBox="1"/>
          <p:nvPr/>
        </p:nvSpPr>
        <p:spPr>
          <a:xfrm>
            <a:off x="9489058" y="730659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554201-8704-B14A-BECB-359A71E1EDB7}"/>
              </a:ext>
            </a:extLst>
          </p:cNvPr>
          <p:cNvSpPr txBox="1"/>
          <p:nvPr/>
        </p:nvSpPr>
        <p:spPr>
          <a:xfrm>
            <a:off x="9699808" y="51775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CE0F5E-095C-7A4E-A4BB-13D48577A86F}"/>
              </a:ext>
            </a:extLst>
          </p:cNvPr>
          <p:cNvSpPr txBox="1"/>
          <p:nvPr/>
        </p:nvSpPr>
        <p:spPr>
          <a:xfrm>
            <a:off x="10119849" y="517751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CC5BD7-D741-3B4F-8F0D-4DCC30730BD3}"/>
              </a:ext>
            </a:extLst>
          </p:cNvPr>
          <p:cNvSpPr txBox="1"/>
          <p:nvPr/>
        </p:nvSpPr>
        <p:spPr>
          <a:xfrm>
            <a:off x="5669168" y="1593691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D1D891-3C76-BE41-A6FD-E425287C2BB1}"/>
              </a:ext>
            </a:extLst>
          </p:cNvPr>
          <p:cNvSpPr txBox="1"/>
          <p:nvPr/>
        </p:nvSpPr>
        <p:spPr>
          <a:xfrm>
            <a:off x="6000445" y="1781767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A1DD0EEC-AE40-514E-BFD8-930AF97E3E7D}"/>
              </a:ext>
            </a:extLst>
          </p:cNvPr>
          <p:cNvSpPr/>
          <p:nvPr/>
        </p:nvSpPr>
        <p:spPr>
          <a:xfrm>
            <a:off x="6342774" y="1651055"/>
            <a:ext cx="528487" cy="422728"/>
          </a:xfrm>
          <a:custGeom>
            <a:avLst/>
            <a:gdLst>
              <a:gd name="connsiteX0" fmla="*/ 391707 w 528487"/>
              <a:gd name="connsiteY0" fmla="*/ -857 h 422728"/>
              <a:gd name="connsiteX1" fmla="*/ 491667 w 528487"/>
              <a:gd name="connsiteY1" fmla="*/ 73239 h 422728"/>
              <a:gd name="connsiteX2" fmla="*/ 526554 w 528487"/>
              <a:gd name="connsiteY2" fmla="*/ 210618 h 422728"/>
              <a:gd name="connsiteX3" fmla="*/ 491777 w 528487"/>
              <a:gd name="connsiteY3" fmla="*/ 347996 h 422728"/>
              <a:gd name="connsiteX4" fmla="*/ 391707 w 528487"/>
              <a:gd name="connsiteY4" fmla="*/ 421871 h 422728"/>
              <a:gd name="connsiteX5" fmla="*/ 386340 w 528487"/>
              <a:gd name="connsiteY5" fmla="*/ 404695 h 422728"/>
              <a:gd name="connsiteX6" fmla="*/ 462921 w 528487"/>
              <a:gd name="connsiteY6" fmla="*/ 336960 h 422728"/>
              <a:gd name="connsiteX7" fmla="*/ 487987 w 528487"/>
              <a:gd name="connsiteY7" fmla="*/ 208405 h 422728"/>
              <a:gd name="connsiteX8" fmla="*/ 463031 w 528487"/>
              <a:gd name="connsiteY8" fmla="*/ 83279 h 422728"/>
              <a:gd name="connsiteX9" fmla="*/ 385676 w 528487"/>
              <a:gd name="connsiteY9" fmla="*/ 16319 h 422728"/>
              <a:gd name="connsiteX10" fmla="*/ 132913 w 528487"/>
              <a:gd name="connsiteY10" fmla="*/ -857 h 422728"/>
              <a:gd name="connsiteX11" fmla="*/ 138917 w 528487"/>
              <a:gd name="connsiteY11" fmla="*/ 16319 h 422728"/>
              <a:gd name="connsiteX12" fmla="*/ 61699 w 528487"/>
              <a:gd name="connsiteY12" fmla="*/ 83279 h 422728"/>
              <a:gd name="connsiteX13" fmla="*/ 36606 w 528487"/>
              <a:gd name="connsiteY13" fmla="*/ 208405 h 422728"/>
              <a:gd name="connsiteX14" fmla="*/ 61699 w 528487"/>
              <a:gd name="connsiteY14" fmla="*/ 336960 h 422728"/>
              <a:gd name="connsiteX15" fmla="*/ 138253 w 528487"/>
              <a:gd name="connsiteY15" fmla="*/ 404695 h 422728"/>
              <a:gd name="connsiteX16" fmla="*/ 132913 w 528487"/>
              <a:gd name="connsiteY16" fmla="*/ 421871 h 422728"/>
              <a:gd name="connsiteX17" fmla="*/ 32815 w 528487"/>
              <a:gd name="connsiteY17" fmla="*/ 347996 h 422728"/>
              <a:gd name="connsiteX18" fmla="*/ -1934 w 528487"/>
              <a:gd name="connsiteY18" fmla="*/ 210618 h 422728"/>
              <a:gd name="connsiteX19" fmla="*/ 32926 w 528487"/>
              <a:gd name="connsiteY19" fmla="*/ 73239 h 422728"/>
              <a:gd name="connsiteX20" fmla="*/ 132913 w 528487"/>
              <a:gd name="connsiteY20" fmla="*/ -857 h 42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28">
                <a:moveTo>
                  <a:pt x="391707" y="-857"/>
                </a:moveTo>
                <a:cubicBezTo>
                  <a:pt x="435088" y="10594"/>
                  <a:pt x="468426" y="35292"/>
                  <a:pt x="491667" y="73239"/>
                </a:cubicBezTo>
                <a:cubicBezTo>
                  <a:pt x="514934" y="111214"/>
                  <a:pt x="526554" y="156988"/>
                  <a:pt x="526554" y="210618"/>
                </a:cubicBezTo>
                <a:cubicBezTo>
                  <a:pt x="526554" y="264385"/>
                  <a:pt x="514962" y="310187"/>
                  <a:pt x="491777" y="347996"/>
                </a:cubicBezTo>
                <a:cubicBezTo>
                  <a:pt x="468592" y="385805"/>
                  <a:pt x="435254" y="410421"/>
                  <a:pt x="391707" y="421871"/>
                </a:cubicBezTo>
                <a:lnTo>
                  <a:pt x="386340" y="404695"/>
                </a:lnTo>
                <a:cubicBezTo>
                  <a:pt x="420674" y="393272"/>
                  <a:pt x="446210" y="370703"/>
                  <a:pt x="462921" y="336960"/>
                </a:cubicBezTo>
                <a:cubicBezTo>
                  <a:pt x="479631" y="303245"/>
                  <a:pt x="487987" y="260375"/>
                  <a:pt x="487987" y="208405"/>
                </a:cubicBezTo>
                <a:cubicBezTo>
                  <a:pt x="487987" y="158178"/>
                  <a:pt x="479687" y="116469"/>
                  <a:pt x="463031" y="83279"/>
                </a:cubicBezTo>
                <a:cubicBezTo>
                  <a:pt x="446376" y="50062"/>
                  <a:pt x="420618" y="27742"/>
                  <a:pt x="385676" y="16319"/>
                </a:cubicBezTo>
                <a:close/>
                <a:moveTo>
                  <a:pt x="132913" y="-857"/>
                </a:moveTo>
                <a:lnTo>
                  <a:pt x="138917" y="16319"/>
                </a:lnTo>
                <a:cubicBezTo>
                  <a:pt x="104168" y="27742"/>
                  <a:pt x="78410" y="50062"/>
                  <a:pt x="61699" y="83279"/>
                </a:cubicBezTo>
                <a:cubicBezTo>
                  <a:pt x="44961" y="116469"/>
                  <a:pt x="36606" y="158178"/>
                  <a:pt x="36606" y="208405"/>
                </a:cubicBezTo>
                <a:cubicBezTo>
                  <a:pt x="36606" y="260375"/>
                  <a:pt x="44961" y="303245"/>
                  <a:pt x="61699" y="336960"/>
                </a:cubicBezTo>
                <a:cubicBezTo>
                  <a:pt x="78410" y="370703"/>
                  <a:pt x="103919" y="393272"/>
                  <a:pt x="138253" y="404695"/>
                </a:cubicBezTo>
                <a:lnTo>
                  <a:pt x="132913" y="421871"/>
                </a:lnTo>
                <a:cubicBezTo>
                  <a:pt x="89366" y="410421"/>
                  <a:pt x="56000" y="385805"/>
                  <a:pt x="32815" y="347996"/>
                </a:cubicBezTo>
                <a:cubicBezTo>
                  <a:pt x="9659" y="310187"/>
                  <a:pt x="-1934" y="264385"/>
                  <a:pt x="-1934" y="210618"/>
                </a:cubicBezTo>
                <a:cubicBezTo>
                  <a:pt x="-1934" y="156988"/>
                  <a:pt x="9687" y="111214"/>
                  <a:pt x="32926" y="73239"/>
                </a:cubicBezTo>
                <a:cubicBezTo>
                  <a:pt x="56194" y="35292"/>
                  <a:pt x="89504" y="10594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1C6721-EB75-2C46-B14D-6ADF57FA406A}"/>
              </a:ext>
            </a:extLst>
          </p:cNvPr>
          <p:cNvSpPr txBox="1"/>
          <p:nvPr/>
        </p:nvSpPr>
        <p:spPr>
          <a:xfrm>
            <a:off x="6399131" y="150925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0E6564-0848-E34F-9A2A-03D08B714748}"/>
              </a:ext>
            </a:extLst>
          </p:cNvPr>
          <p:cNvSpPr txBox="1"/>
          <p:nvPr/>
        </p:nvSpPr>
        <p:spPr>
          <a:xfrm>
            <a:off x="6946737" y="1593691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7189B3-D59B-1F47-AC5D-947B0BAC285E}"/>
              </a:ext>
            </a:extLst>
          </p:cNvPr>
          <p:cNvSpPr txBox="1"/>
          <p:nvPr/>
        </p:nvSpPr>
        <p:spPr>
          <a:xfrm>
            <a:off x="7414333" y="159369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FDA487-7994-784E-B447-ED0EB100B5B6}"/>
              </a:ext>
            </a:extLst>
          </p:cNvPr>
          <p:cNvSpPr txBox="1"/>
          <p:nvPr/>
        </p:nvSpPr>
        <p:spPr>
          <a:xfrm>
            <a:off x="7612465" y="159369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7C65755-87B2-EA4B-9B89-8B509726DC62}"/>
              </a:ext>
            </a:extLst>
          </p:cNvPr>
          <p:cNvSpPr txBox="1"/>
          <p:nvPr/>
        </p:nvSpPr>
        <p:spPr>
          <a:xfrm>
            <a:off x="8032508" y="1593691"/>
            <a:ext cx="689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)𝑹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CA74D-BCD1-3B43-B414-B42D409E7BC9}"/>
              </a:ext>
            </a:extLst>
          </p:cNvPr>
          <p:cNvSpPr txBox="1"/>
          <p:nvPr/>
        </p:nvSpPr>
        <p:spPr>
          <a:xfrm>
            <a:off x="8541314" y="1781767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F54CA6-28D8-3E41-B7C9-87A8258E31B2}"/>
              </a:ext>
            </a:extLst>
          </p:cNvPr>
          <p:cNvSpPr txBox="1"/>
          <p:nvPr/>
        </p:nvSpPr>
        <p:spPr>
          <a:xfrm>
            <a:off x="8056740" y="2162233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D4C3A4D-7E78-1E43-88EB-2077346A475E}"/>
              </a:ext>
            </a:extLst>
          </p:cNvPr>
          <p:cNvSpPr txBox="1"/>
          <p:nvPr/>
        </p:nvSpPr>
        <p:spPr>
          <a:xfrm>
            <a:off x="5681564" y="2184996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9E6D46-EC70-6140-B884-5E81255514B5}"/>
              </a:ext>
            </a:extLst>
          </p:cNvPr>
          <p:cNvSpPr txBox="1"/>
          <p:nvPr/>
        </p:nvSpPr>
        <p:spPr>
          <a:xfrm>
            <a:off x="5879697" y="237307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4521BEE9-2AAA-B146-9516-F47AF5119398}"/>
              </a:ext>
            </a:extLst>
          </p:cNvPr>
          <p:cNvSpPr/>
          <p:nvPr/>
        </p:nvSpPr>
        <p:spPr>
          <a:xfrm>
            <a:off x="6229945" y="2242194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7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68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7 w 528487"/>
              <a:gd name="connsiteY7" fmla="*/ 208377 h 422700"/>
              <a:gd name="connsiteX8" fmla="*/ 463031 w 528487"/>
              <a:gd name="connsiteY8" fmla="*/ 83252 h 422700"/>
              <a:gd name="connsiteX9" fmla="*/ 385676 w 528487"/>
              <a:gd name="connsiteY9" fmla="*/ 16291 h 422700"/>
              <a:gd name="connsiteX10" fmla="*/ 132913 w 528487"/>
              <a:gd name="connsiteY10" fmla="*/ -857 h 422700"/>
              <a:gd name="connsiteX11" fmla="*/ 138917 w 528487"/>
              <a:gd name="connsiteY11" fmla="*/ 16291 h 422700"/>
              <a:gd name="connsiteX12" fmla="*/ 61699 w 528487"/>
              <a:gd name="connsiteY12" fmla="*/ 83252 h 422700"/>
              <a:gd name="connsiteX13" fmla="*/ 36606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15 w 528487"/>
              <a:gd name="connsiteY17" fmla="*/ 347968 h 422700"/>
              <a:gd name="connsiteX18" fmla="*/ -1934 w 528487"/>
              <a:gd name="connsiteY18" fmla="*/ 210617 h 422700"/>
              <a:gd name="connsiteX19" fmla="*/ 32926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7" y="73239"/>
                </a:cubicBezTo>
                <a:cubicBezTo>
                  <a:pt x="514934" y="111186"/>
                  <a:pt x="526554" y="156988"/>
                  <a:pt x="526554" y="210617"/>
                </a:cubicBezTo>
                <a:cubicBezTo>
                  <a:pt x="526554" y="264385"/>
                  <a:pt x="514962" y="310187"/>
                  <a:pt x="491777" y="347968"/>
                </a:cubicBezTo>
                <a:cubicBezTo>
                  <a:pt x="468592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7" y="260374"/>
                  <a:pt x="487987" y="208377"/>
                </a:cubicBezTo>
                <a:cubicBezTo>
                  <a:pt x="487987" y="158178"/>
                  <a:pt x="479687" y="116469"/>
                  <a:pt x="463031" y="83252"/>
                </a:cubicBezTo>
                <a:cubicBezTo>
                  <a:pt x="446376" y="50062"/>
                  <a:pt x="420618" y="27741"/>
                  <a:pt x="385676" y="16291"/>
                </a:cubicBezTo>
                <a:close/>
                <a:moveTo>
                  <a:pt x="132913" y="-857"/>
                </a:moveTo>
                <a:lnTo>
                  <a:pt x="138917" y="16291"/>
                </a:lnTo>
                <a:cubicBezTo>
                  <a:pt x="104168" y="27741"/>
                  <a:pt x="78410" y="50062"/>
                  <a:pt x="61699" y="83252"/>
                </a:cubicBezTo>
                <a:cubicBezTo>
                  <a:pt x="44989" y="116469"/>
                  <a:pt x="36606" y="158178"/>
                  <a:pt x="36606" y="208377"/>
                </a:cubicBezTo>
                <a:cubicBezTo>
                  <a:pt x="36606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15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26" y="73239"/>
                </a:cubicBezTo>
                <a:cubicBezTo>
                  <a:pt x="56194" y="35264"/>
                  <a:pt x="89532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3B12E7-867F-7D46-AFE8-B2F54CD4DEBC}"/>
              </a:ext>
            </a:extLst>
          </p:cNvPr>
          <p:cNvSpPr txBox="1"/>
          <p:nvPr/>
        </p:nvSpPr>
        <p:spPr>
          <a:xfrm>
            <a:off x="6287564" y="2100555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0BF3346-7AC5-C545-877A-1439EA926FBD}"/>
              </a:ext>
            </a:extLst>
          </p:cNvPr>
          <p:cNvSpPr txBox="1"/>
          <p:nvPr/>
        </p:nvSpPr>
        <p:spPr>
          <a:xfrm>
            <a:off x="10148456" y="2126112"/>
            <a:ext cx="478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𝒖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C08ACDB-926F-8E45-85CE-FC28B6F3F335}"/>
              </a:ext>
            </a:extLst>
          </p:cNvPr>
          <p:cNvSpPr txBox="1"/>
          <p:nvPr/>
        </p:nvSpPr>
        <p:spPr>
          <a:xfrm>
            <a:off x="10443280" y="2316953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2A74F69-D9B6-8F40-8B35-490FCAC1A127}"/>
              </a:ext>
            </a:extLst>
          </p:cNvPr>
          <p:cNvSpPr txBox="1"/>
          <p:nvPr/>
        </p:nvSpPr>
        <p:spPr>
          <a:xfrm>
            <a:off x="10661954" y="2126112"/>
            <a:ext cx="644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(𝟎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DC6E757-92A5-144B-8AD3-6C32C68E682C}"/>
              </a:ext>
            </a:extLst>
          </p:cNvPr>
          <p:cNvSpPr txBox="1"/>
          <p:nvPr/>
        </p:nvSpPr>
        <p:spPr>
          <a:xfrm>
            <a:off x="11124794" y="2126112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CC0584E-DA26-F643-9892-48AD0D935DB0}"/>
              </a:ext>
            </a:extLst>
          </p:cNvPr>
          <p:cNvSpPr txBox="1"/>
          <p:nvPr/>
        </p:nvSpPr>
        <p:spPr>
          <a:xfrm>
            <a:off x="7309561" y="2184996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8A08473D-BB36-BD42-A2FF-1E19E4672EE8}"/>
              </a:ext>
            </a:extLst>
          </p:cNvPr>
          <p:cNvSpPr/>
          <p:nvPr/>
        </p:nvSpPr>
        <p:spPr>
          <a:xfrm>
            <a:off x="7545033" y="1147956"/>
            <a:ext cx="2880000" cy="30424"/>
          </a:xfrm>
          <a:custGeom>
            <a:avLst/>
            <a:gdLst>
              <a:gd name="connsiteX0" fmla="*/ -1934 w 1167531"/>
              <a:gd name="connsiteY0" fmla="*/ -857 h 30424"/>
              <a:gd name="connsiteX1" fmla="*/ 1165597 w 1167531"/>
              <a:gd name="connsiteY1" fmla="*/ -857 h 30424"/>
              <a:gd name="connsiteX2" fmla="*/ 1165597 w 1167531"/>
              <a:gd name="connsiteY2" fmla="*/ 29567 h 30424"/>
              <a:gd name="connsiteX3" fmla="*/ -1934 w 1167531"/>
              <a:gd name="connsiteY3" fmla="*/ 29567 h 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531" h="30424">
                <a:moveTo>
                  <a:pt x="-1934" y="-857"/>
                </a:moveTo>
                <a:lnTo>
                  <a:pt x="1165597" y="-857"/>
                </a:lnTo>
                <a:lnTo>
                  <a:pt x="1165597" y="29567"/>
                </a:lnTo>
                <a:lnTo>
                  <a:pt x="-1934" y="29567"/>
                </a:ln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415347-6AFC-3C4D-84B0-73B104E9C11B}"/>
              </a:ext>
            </a:extLst>
          </p:cNvPr>
          <p:cNvSpPr txBox="1"/>
          <p:nvPr/>
        </p:nvSpPr>
        <p:spPr>
          <a:xfrm>
            <a:off x="6871261" y="2138725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0B0EE60-8BE7-A441-B474-9F625FB3097A}"/>
              </a:ext>
            </a:extLst>
          </p:cNvPr>
          <p:cNvSpPr txBox="1"/>
          <p:nvPr/>
        </p:nvSpPr>
        <p:spPr>
          <a:xfrm>
            <a:off x="8370948" y="2162233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3276D3-FD44-BF4B-82BA-7F4CBBEC41E1}"/>
              </a:ext>
            </a:extLst>
          </p:cNvPr>
          <p:cNvSpPr txBox="1"/>
          <p:nvPr/>
        </p:nvSpPr>
        <p:spPr>
          <a:xfrm>
            <a:off x="8569080" y="235030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017C81D0-1985-8F48-A516-4D91A94B9729}"/>
              </a:ext>
            </a:extLst>
          </p:cNvPr>
          <p:cNvSpPr/>
          <p:nvPr/>
        </p:nvSpPr>
        <p:spPr>
          <a:xfrm>
            <a:off x="8919300" y="2219431"/>
            <a:ext cx="528515" cy="422700"/>
          </a:xfrm>
          <a:custGeom>
            <a:avLst/>
            <a:gdLst>
              <a:gd name="connsiteX0" fmla="*/ 391734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4 w 528515"/>
              <a:gd name="connsiteY3" fmla="*/ 347968 h 422700"/>
              <a:gd name="connsiteX4" fmla="*/ 391734 w 528515"/>
              <a:gd name="connsiteY4" fmla="*/ 421843 h 422700"/>
              <a:gd name="connsiteX5" fmla="*/ 386367 w 528515"/>
              <a:gd name="connsiteY5" fmla="*/ 404695 h 422700"/>
              <a:gd name="connsiteX6" fmla="*/ 462948 w 528515"/>
              <a:gd name="connsiteY6" fmla="*/ 336960 h 422700"/>
              <a:gd name="connsiteX7" fmla="*/ 488014 w 528515"/>
              <a:gd name="connsiteY7" fmla="*/ 208377 h 422700"/>
              <a:gd name="connsiteX8" fmla="*/ 463059 w 528515"/>
              <a:gd name="connsiteY8" fmla="*/ 83252 h 422700"/>
              <a:gd name="connsiteX9" fmla="*/ 385703 w 528515"/>
              <a:gd name="connsiteY9" fmla="*/ 16291 h 422700"/>
              <a:gd name="connsiteX10" fmla="*/ 132941 w 528515"/>
              <a:gd name="connsiteY10" fmla="*/ -857 h 422700"/>
              <a:gd name="connsiteX11" fmla="*/ 138945 w 528515"/>
              <a:gd name="connsiteY11" fmla="*/ 16291 h 422700"/>
              <a:gd name="connsiteX12" fmla="*/ 61727 w 528515"/>
              <a:gd name="connsiteY12" fmla="*/ 83252 h 422700"/>
              <a:gd name="connsiteX13" fmla="*/ 36634 w 528515"/>
              <a:gd name="connsiteY13" fmla="*/ 208377 h 422700"/>
              <a:gd name="connsiteX14" fmla="*/ 61727 w 528515"/>
              <a:gd name="connsiteY14" fmla="*/ 336960 h 422700"/>
              <a:gd name="connsiteX15" fmla="*/ 138281 w 528515"/>
              <a:gd name="connsiteY15" fmla="*/ 404695 h 422700"/>
              <a:gd name="connsiteX16" fmla="*/ 132941 w 528515"/>
              <a:gd name="connsiteY16" fmla="*/ 421843 h 422700"/>
              <a:gd name="connsiteX17" fmla="*/ 32843 w 528515"/>
              <a:gd name="connsiteY17" fmla="*/ 347968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41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34" y="-857"/>
                </a:moveTo>
                <a:cubicBezTo>
                  <a:pt x="435115" y="10566"/>
                  <a:pt x="468454" y="35264"/>
                  <a:pt x="491694" y="73239"/>
                </a:cubicBezTo>
                <a:cubicBezTo>
                  <a:pt x="514962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4" y="347968"/>
                </a:cubicBezTo>
                <a:cubicBezTo>
                  <a:pt x="468620" y="385777"/>
                  <a:pt x="435282" y="410420"/>
                  <a:pt x="391734" y="421843"/>
                </a:cubicBezTo>
                <a:lnTo>
                  <a:pt x="386367" y="404695"/>
                </a:lnTo>
                <a:cubicBezTo>
                  <a:pt x="420701" y="393245"/>
                  <a:pt x="446237" y="370675"/>
                  <a:pt x="462948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59" y="83252"/>
                </a:cubicBezTo>
                <a:cubicBezTo>
                  <a:pt x="446404" y="50062"/>
                  <a:pt x="420618" y="27741"/>
                  <a:pt x="385703" y="16291"/>
                </a:cubicBezTo>
                <a:close/>
                <a:moveTo>
                  <a:pt x="132941" y="-857"/>
                </a:moveTo>
                <a:lnTo>
                  <a:pt x="138945" y="16291"/>
                </a:lnTo>
                <a:cubicBezTo>
                  <a:pt x="104168" y="27741"/>
                  <a:pt x="78438" y="50062"/>
                  <a:pt x="61727" y="83252"/>
                </a:cubicBezTo>
                <a:cubicBezTo>
                  <a:pt x="44988" y="116469"/>
                  <a:pt x="36634" y="158178"/>
                  <a:pt x="36634" y="208377"/>
                </a:cubicBezTo>
                <a:cubicBezTo>
                  <a:pt x="36634" y="260374"/>
                  <a:pt x="44988" y="303217"/>
                  <a:pt x="61727" y="336960"/>
                </a:cubicBezTo>
                <a:cubicBezTo>
                  <a:pt x="78438" y="370675"/>
                  <a:pt x="103946" y="393245"/>
                  <a:pt x="138281" y="404695"/>
                </a:cubicBezTo>
                <a:lnTo>
                  <a:pt x="132941" y="421843"/>
                </a:lnTo>
                <a:cubicBezTo>
                  <a:pt x="89394" y="410420"/>
                  <a:pt x="56028" y="385777"/>
                  <a:pt x="32843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714" y="111186"/>
                  <a:pt x="32954" y="73239"/>
                </a:cubicBezTo>
                <a:cubicBezTo>
                  <a:pt x="56221" y="35264"/>
                  <a:pt x="89532" y="10566"/>
                  <a:pt x="132941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7D2048B-CC1D-CF4A-883E-000F8196609B}"/>
              </a:ext>
            </a:extLst>
          </p:cNvPr>
          <p:cNvSpPr txBox="1"/>
          <p:nvPr/>
        </p:nvSpPr>
        <p:spPr>
          <a:xfrm>
            <a:off x="8977204" y="2162233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651744C-618E-9144-A4C2-E574BCE6219B}"/>
              </a:ext>
            </a:extLst>
          </p:cNvPr>
          <p:cNvSpPr txBox="1"/>
          <p:nvPr/>
        </p:nvSpPr>
        <p:spPr>
          <a:xfrm>
            <a:off x="7555694" y="2162233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CD54D9-7ABE-594C-ADDA-B15B8AD7CCEB}"/>
              </a:ext>
            </a:extLst>
          </p:cNvPr>
          <p:cNvSpPr txBox="1"/>
          <p:nvPr/>
        </p:nvSpPr>
        <p:spPr>
          <a:xfrm>
            <a:off x="7874292" y="235030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25E2FC0-9679-C74C-8C1B-34DAA5268B75}"/>
              </a:ext>
            </a:extLst>
          </p:cNvPr>
          <p:cNvSpPr txBox="1"/>
          <p:nvPr/>
        </p:nvSpPr>
        <p:spPr>
          <a:xfrm>
            <a:off x="706572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6F06A7D-5E35-D94E-9132-C011B9F9D22A}"/>
              </a:ext>
            </a:extLst>
          </p:cNvPr>
          <p:cNvSpPr txBox="1"/>
          <p:nvPr/>
        </p:nvSpPr>
        <p:spPr>
          <a:xfrm>
            <a:off x="7263847" y="300484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857A8C39-6DC0-3347-8CBA-3C921E1AEEF8}"/>
              </a:ext>
            </a:extLst>
          </p:cNvPr>
          <p:cNvSpPr/>
          <p:nvPr/>
        </p:nvSpPr>
        <p:spPr>
          <a:xfrm>
            <a:off x="7613887" y="2923485"/>
            <a:ext cx="528515" cy="422700"/>
          </a:xfrm>
          <a:custGeom>
            <a:avLst/>
            <a:gdLst>
              <a:gd name="connsiteX0" fmla="*/ 391707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5 w 528515"/>
              <a:gd name="connsiteY3" fmla="*/ 347996 h 422700"/>
              <a:gd name="connsiteX4" fmla="*/ 391707 w 528515"/>
              <a:gd name="connsiteY4" fmla="*/ 421843 h 422700"/>
              <a:gd name="connsiteX5" fmla="*/ 386367 w 528515"/>
              <a:gd name="connsiteY5" fmla="*/ 404695 h 422700"/>
              <a:gd name="connsiteX6" fmla="*/ 462921 w 528515"/>
              <a:gd name="connsiteY6" fmla="*/ 336960 h 422700"/>
              <a:gd name="connsiteX7" fmla="*/ 488014 w 528515"/>
              <a:gd name="connsiteY7" fmla="*/ 208377 h 422700"/>
              <a:gd name="connsiteX8" fmla="*/ 463031 w 528515"/>
              <a:gd name="connsiteY8" fmla="*/ 83251 h 422700"/>
              <a:gd name="connsiteX9" fmla="*/ 385703 w 528515"/>
              <a:gd name="connsiteY9" fmla="*/ 16291 h 422700"/>
              <a:gd name="connsiteX10" fmla="*/ 132914 w 528515"/>
              <a:gd name="connsiteY10" fmla="*/ -857 h 422700"/>
              <a:gd name="connsiteX11" fmla="*/ 138945 w 528515"/>
              <a:gd name="connsiteY11" fmla="*/ 16291 h 422700"/>
              <a:gd name="connsiteX12" fmla="*/ 61699 w 528515"/>
              <a:gd name="connsiteY12" fmla="*/ 83251 h 422700"/>
              <a:gd name="connsiteX13" fmla="*/ 36634 w 528515"/>
              <a:gd name="connsiteY13" fmla="*/ 208377 h 422700"/>
              <a:gd name="connsiteX14" fmla="*/ 61699 w 528515"/>
              <a:gd name="connsiteY14" fmla="*/ 336960 h 422700"/>
              <a:gd name="connsiteX15" fmla="*/ 138281 w 528515"/>
              <a:gd name="connsiteY15" fmla="*/ 404695 h 422700"/>
              <a:gd name="connsiteX16" fmla="*/ 132914 w 528515"/>
              <a:gd name="connsiteY16" fmla="*/ 421843 h 422700"/>
              <a:gd name="connsiteX17" fmla="*/ 32843 w 528515"/>
              <a:gd name="connsiteY17" fmla="*/ 347996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14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07" y="-857"/>
                </a:moveTo>
                <a:cubicBezTo>
                  <a:pt x="435116" y="10566"/>
                  <a:pt x="468426" y="35264"/>
                  <a:pt x="491694" y="73239"/>
                </a:cubicBezTo>
                <a:cubicBezTo>
                  <a:pt x="514934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5" y="347996"/>
                </a:cubicBezTo>
                <a:cubicBezTo>
                  <a:pt x="468620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701" y="393245"/>
                  <a:pt x="446210" y="370675"/>
                  <a:pt x="462921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31" y="83251"/>
                </a:cubicBezTo>
                <a:cubicBezTo>
                  <a:pt x="446404" y="50061"/>
                  <a:pt x="420619" y="27741"/>
                  <a:pt x="385703" y="16291"/>
                </a:cubicBezTo>
                <a:close/>
                <a:moveTo>
                  <a:pt x="132914" y="-857"/>
                </a:moveTo>
                <a:lnTo>
                  <a:pt x="138945" y="16291"/>
                </a:lnTo>
                <a:cubicBezTo>
                  <a:pt x="104168" y="27741"/>
                  <a:pt x="78410" y="50061"/>
                  <a:pt x="61699" y="83251"/>
                </a:cubicBezTo>
                <a:cubicBezTo>
                  <a:pt x="44989" y="116469"/>
                  <a:pt x="36634" y="158178"/>
                  <a:pt x="36634" y="208377"/>
                </a:cubicBezTo>
                <a:cubicBezTo>
                  <a:pt x="36634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81" y="404695"/>
                </a:cubicBezTo>
                <a:lnTo>
                  <a:pt x="132914" y="421843"/>
                </a:lnTo>
                <a:cubicBezTo>
                  <a:pt x="89394" y="410420"/>
                  <a:pt x="56028" y="385777"/>
                  <a:pt x="32843" y="347996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54" y="73239"/>
                </a:cubicBezTo>
                <a:cubicBezTo>
                  <a:pt x="56194" y="35264"/>
                  <a:pt x="89532" y="10566"/>
                  <a:pt x="132914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AD7F2F1-6E7B-D44A-9119-FCB02A3AB495}"/>
              </a:ext>
            </a:extLst>
          </p:cNvPr>
          <p:cNvSpPr txBox="1"/>
          <p:nvPr/>
        </p:nvSpPr>
        <p:spPr>
          <a:xfrm>
            <a:off x="8192684" y="2814000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1D042F5-F725-F94C-AE33-C8E310862CF1}"/>
              </a:ext>
            </a:extLst>
          </p:cNvPr>
          <p:cNvSpPr txBox="1"/>
          <p:nvPr/>
        </p:nvSpPr>
        <p:spPr>
          <a:xfrm>
            <a:off x="863491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A02DBCF-3A15-1B46-8EA5-CABE08BF3565}"/>
              </a:ext>
            </a:extLst>
          </p:cNvPr>
          <p:cNvSpPr txBox="1"/>
          <p:nvPr/>
        </p:nvSpPr>
        <p:spPr>
          <a:xfrm>
            <a:off x="8833050" y="300484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4A8DE7F7-94E8-3844-8F14-032E3477B74D}"/>
              </a:ext>
            </a:extLst>
          </p:cNvPr>
          <p:cNvSpPr/>
          <p:nvPr/>
        </p:nvSpPr>
        <p:spPr>
          <a:xfrm>
            <a:off x="9192047" y="2895213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6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96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6 w 528487"/>
              <a:gd name="connsiteY7" fmla="*/ 208377 h 422700"/>
              <a:gd name="connsiteX8" fmla="*/ 463031 w 528487"/>
              <a:gd name="connsiteY8" fmla="*/ 83251 h 422700"/>
              <a:gd name="connsiteX9" fmla="*/ 385675 w 528487"/>
              <a:gd name="connsiteY9" fmla="*/ 16291 h 422700"/>
              <a:gd name="connsiteX10" fmla="*/ 132913 w 528487"/>
              <a:gd name="connsiteY10" fmla="*/ -857 h 422700"/>
              <a:gd name="connsiteX11" fmla="*/ 138944 w 528487"/>
              <a:gd name="connsiteY11" fmla="*/ 16291 h 422700"/>
              <a:gd name="connsiteX12" fmla="*/ 61699 w 528487"/>
              <a:gd name="connsiteY12" fmla="*/ 83251 h 422700"/>
              <a:gd name="connsiteX13" fmla="*/ 36633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42 w 528487"/>
              <a:gd name="connsiteY17" fmla="*/ 347996 h 422700"/>
              <a:gd name="connsiteX18" fmla="*/ -1934 w 528487"/>
              <a:gd name="connsiteY18" fmla="*/ 210617 h 422700"/>
              <a:gd name="connsiteX19" fmla="*/ 32953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6" y="73239"/>
                </a:cubicBezTo>
                <a:cubicBezTo>
                  <a:pt x="514933" y="111186"/>
                  <a:pt x="526554" y="156988"/>
                  <a:pt x="526554" y="210617"/>
                </a:cubicBezTo>
                <a:cubicBezTo>
                  <a:pt x="526554" y="264385"/>
                  <a:pt x="514961" y="310187"/>
                  <a:pt x="491777" y="347996"/>
                </a:cubicBezTo>
                <a:cubicBezTo>
                  <a:pt x="468619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6" y="260374"/>
                  <a:pt x="487986" y="208377"/>
                </a:cubicBezTo>
                <a:cubicBezTo>
                  <a:pt x="487986" y="158178"/>
                  <a:pt x="479686" y="116469"/>
                  <a:pt x="463031" y="83251"/>
                </a:cubicBezTo>
                <a:cubicBezTo>
                  <a:pt x="446404" y="50061"/>
                  <a:pt x="420618" y="27741"/>
                  <a:pt x="385675" y="16291"/>
                </a:cubicBezTo>
                <a:close/>
                <a:moveTo>
                  <a:pt x="132913" y="-857"/>
                </a:moveTo>
                <a:lnTo>
                  <a:pt x="138944" y="16291"/>
                </a:lnTo>
                <a:cubicBezTo>
                  <a:pt x="104167" y="27741"/>
                  <a:pt x="78410" y="50061"/>
                  <a:pt x="61699" y="83251"/>
                </a:cubicBezTo>
                <a:cubicBezTo>
                  <a:pt x="44988" y="116469"/>
                  <a:pt x="36633" y="158178"/>
                  <a:pt x="36633" y="208377"/>
                </a:cubicBezTo>
                <a:cubicBezTo>
                  <a:pt x="36633" y="260374"/>
                  <a:pt x="44988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42" y="347996"/>
                </a:cubicBezTo>
                <a:cubicBezTo>
                  <a:pt x="9658" y="310187"/>
                  <a:pt x="-1934" y="264385"/>
                  <a:pt x="-1934" y="210617"/>
                </a:cubicBezTo>
                <a:cubicBezTo>
                  <a:pt x="-1934" y="156988"/>
                  <a:pt x="9686" y="111186"/>
                  <a:pt x="32953" y="73239"/>
                </a:cubicBezTo>
                <a:cubicBezTo>
                  <a:pt x="56194" y="35264"/>
                  <a:pt x="89531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C787FDC-9343-D94F-8D2B-A7EBEAF210AA}"/>
              </a:ext>
            </a:extLst>
          </p:cNvPr>
          <p:cNvSpPr txBox="1"/>
          <p:nvPr/>
        </p:nvSpPr>
        <p:spPr>
          <a:xfrm>
            <a:off x="9244969" y="2803607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2D9D168-8931-7849-AE04-81F3286BF1EB}"/>
              </a:ext>
            </a:extLst>
          </p:cNvPr>
          <p:cNvSpPr txBox="1"/>
          <p:nvPr/>
        </p:nvSpPr>
        <p:spPr>
          <a:xfrm>
            <a:off x="6548703" y="2816298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8ABE49B-C432-4E47-B07A-FBB9231031E9}"/>
              </a:ext>
            </a:extLst>
          </p:cNvPr>
          <p:cNvSpPr txBox="1"/>
          <p:nvPr/>
        </p:nvSpPr>
        <p:spPr>
          <a:xfrm>
            <a:off x="562101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9109347-91AC-634A-AD35-9D57EC1BC80C}"/>
              </a:ext>
            </a:extLst>
          </p:cNvPr>
          <p:cNvSpPr txBox="1"/>
          <p:nvPr/>
        </p:nvSpPr>
        <p:spPr>
          <a:xfrm>
            <a:off x="5819148" y="2814000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63F3E8C-01F8-EB41-8AEA-97FA23FE23B2}"/>
              </a:ext>
            </a:extLst>
          </p:cNvPr>
          <p:cNvSpPr txBox="1"/>
          <p:nvPr/>
        </p:nvSpPr>
        <p:spPr>
          <a:xfrm>
            <a:off x="6239191" y="2814000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EC64FAE-9F97-5748-804C-1D723360A476}"/>
              </a:ext>
            </a:extLst>
          </p:cNvPr>
          <p:cNvSpPr txBox="1"/>
          <p:nvPr/>
        </p:nvSpPr>
        <p:spPr>
          <a:xfrm>
            <a:off x="7678516" y="277968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67A3B4F-41E0-C94D-9B0B-CE992CF88007}"/>
              </a:ext>
            </a:extLst>
          </p:cNvPr>
          <p:cNvSpPr txBox="1"/>
          <p:nvPr/>
        </p:nvSpPr>
        <p:spPr>
          <a:xfrm>
            <a:off x="9851704" y="2131925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/>
              <p:nvPr/>
            </p:nvSpPr>
            <p:spPr>
              <a:xfrm>
                <a:off x="9421223" y="2153782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223" y="2153782"/>
                <a:ext cx="5571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/>
              <p:nvPr/>
            </p:nvSpPr>
            <p:spPr>
              <a:xfrm>
                <a:off x="8672574" y="582204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574" y="582204"/>
                <a:ext cx="55717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矩形 133">
            <a:extLst>
              <a:ext uri="{FF2B5EF4-FFF2-40B4-BE49-F238E27FC236}">
                <a16:creationId xmlns:a16="http://schemas.microsoft.com/office/drawing/2014/main" id="{A2AA43B1-A92A-6948-A9C3-D889D88798BE}"/>
              </a:ext>
            </a:extLst>
          </p:cNvPr>
          <p:cNvSpPr/>
          <p:nvPr/>
        </p:nvSpPr>
        <p:spPr>
          <a:xfrm>
            <a:off x="262558" y="3994257"/>
            <a:ext cx="11737304" cy="2673226"/>
          </a:xfrm>
          <a:custGeom>
            <a:avLst/>
            <a:gdLst>
              <a:gd name="connsiteX0" fmla="*/ 0 w 11737304"/>
              <a:gd name="connsiteY0" fmla="*/ 0 h 2673226"/>
              <a:gd name="connsiteX1" fmla="*/ 573057 w 11737304"/>
              <a:gd name="connsiteY1" fmla="*/ 0 h 2673226"/>
              <a:gd name="connsiteX2" fmla="*/ 911367 w 11737304"/>
              <a:gd name="connsiteY2" fmla="*/ 0 h 2673226"/>
              <a:gd name="connsiteX3" fmla="*/ 1836543 w 11737304"/>
              <a:gd name="connsiteY3" fmla="*/ 0 h 2673226"/>
              <a:gd name="connsiteX4" fmla="*/ 2409599 w 11737304"/>
              <a:gd name="connsiteY4" fmla="*/ 0 h 2673226"/>
              <a:gd name="connsiteX5" fmla="*/ 2982656 w 11737304"/>
              <a:gd name="connsiteY5" fmla="*/ 0 h 2673226"/>
              <a:gd name="connsiteX6" fmla="*/ 3907832 w 11737304"/>
              <a:gd name="connsiteY6" fmla="*/ 0 h 2673226"/>
              <a:gd name="connsiteX7" fmla="*/ 4363515 w 11737304"/>
              <a:gd name="connsiteY7" fmla="*/ 0 h 2673226"/>
              <a:gd name="connsiteX8" fmla="*/ 5288691 w 11737304"/>
              <a:gd name="connsiteY8" fmla="*/ 0 h 2673226"/>
              <a:gd name="connsiteX9" fmla="*/ 6213867 w 11737304"/>
              <a:gd name="connsiteY9" fmla="*/ 0 h 2673226"/>
              <a:gd name="connsiteX10" fmla="*/ 6904296 w 11737304"/>
              <a:gd name="connsiteY10" fmla="*/ 0 h 2673226"/>
              <a:gd name="connsiteX11" fmla="*/ 7829472 w 11737304"/>
              <a:gd name="connsiteY11" fmla="*/ 0 h 2673226"/>
              <a:gd name="connsiteX12" fmla="*/ 8402529 w 11737304"/>
              <a:gd name="connsiteY12" fmla="*/ 0 h 2673226"/>
              <a:gd name="connsiteX13" fmla="*/ 8975585 w 11737304"/>
              <a:gd name="connsiteY13" fmla="*/ 0 h 2673226"/>
              <a:gd name="connsiteX14" fmla="*/ 9783388 w 11737304"/>
              <a:gd name="connsiteY14" fmla="*/ 0 h 2673226"/>
              <a:gd name="connsiteX15" fmla="*/ 10356445 w 11737304"/>
              <a:gd name="connsiteY15" fmla="*/ 0 h 2673226"/>
              <a:gd name="connsiteX16" fmla="*/ 11737304 w 11737304"/>
              <a:gd name="connsiteY16" fmla="*/ 0 h 2673226"/>
              <a:gd name="connsiteX17" fmla="*/ 11737304 w 11737304"/>
              <a:gd name="connsiteY17" fmla="*/ 721771 h 2673226"/>
              <a:gd name="connsiteX18" fmla="*/ 11737304 w 11737304"/>
              <a:gd name="connsiteY18" fmla="*/ 1416810 h 2673226"/>
              <a:gd name="connsiteX19" fmla="*/ 11737304 w 11737304"/>
              <a:gd name="connsiteY19" fmla="*/ 2673226 h 2673226"/>
              <a:gd name="connsiteX20" fmla="*/ 11398993 w 11737304"/>
              <a:gd name="connsiteY20" fmla="*/ 2673226 h 2673226"/>
              <a:gd name="connsiteX21" fmla="*/ 10473818 w 11737304"/>
              <a:gd name="connsiteY21" fmla="*/ 2673226 h 2673226"/>
              <a:gd name="connsiteX22" fmla="*/ 9783388 w 11737304"/>
              <a:gd name="connsiteY22" fmla="*/ 2673226 h 2673226"/>
              <a:gd name="connsiteX23" fmla="*/ 9327705 w 11737304"/>
              <a:gd name="connsiteY23" fmla="*/ 2673226 h 2673226"/>
              <a:gd name="connsiteX24" fmla="*/ 8637275 w 11737304"/>
              <a:gd name="connsiteY24" fmla="*/ 2673226 h 2673226"/>
              <a:gd name="connsiteX25" fmla="*/ 8298964 w 11737304"/>
              <a:gd name="connsiteY25" fmla="*/ 2673226 h 2673226"/>
              <a:gd name="connsiteX26" fmla="*/ 7960654 w 11737304"/>
              <a:gd name="connsiteY26" fmla="*/ 2673226 h 2673226"/>
              <a:gd name="connsiteX27" fmla="*/ 7270224 w 11737304"/>
              <a:gd name="connsiteY27" fmla="*/ 2673226 h 2673226"/>
              <a:gd name="connsiteX28" fmla="*/ 6814541 w 11737304"/>
              <a:gd name="connsiteY28" fmla="*/ 2673226 h 2673226"/>
              <a:gd name="connsiteX29" fmla="*/ 6006738 w 11737304"/>
              <a:gd name="connsiteY29" fmla="*/ 2673226 h 2673226"/>
              <a:gd name="connsiteX30" fmla="*/ 5551054 w 11737304"/>
              <a:gd name="connsiteY30" fmla="*/ 2673226 h 2673226"/>
              <a:gd name="connsiteX31" fmla="*/ 4743252 w 11737304"/>
              <a:gd name="connsiteY31" fmla="*/ 2673226 h 2673226"/>
              <a:gd name="connsiteX32" fmla="*/ 4404941 w 11737304"/>
              <a:gd name="connsiteY32" fmla="*/ 2673226 h 2673226"/>
              <a:gd name="connsiteX33" fmla="*/ 3597138 w 11737304"/>
              <a:gd name="connsiteY33" fmla="*/ 2673226 h 2673226"/>
              <a:gd name="connsiteX34" fmla="*/ 3141455 w 11737304"/>
              <a:gd name="connsiteY34" fmla="*/ 2673226 h 2673226"/>
              <a:gd name="connsiteX35" fmla="*/ 2803144 w 11737304"/>
              <a:gd name="connsiteY35" fmla="*/ 2673226 h 2673226"/>
              <a:gd name="connsiteX36" fmla="*/ 2347461 w 11737304"/>
              <a:gd name="connsiteY36" fmla="*/ 2673226 h 2673226"/>
              <a:gd name="connsiteX37" fmla="*/ 1539658 w 11737304"/>
              <a:gd name="connsiteY37" fmla="*/ 2673226 h 2673226"/>
              <a:gd name="connsiteX38" fmla="*/ 1083975 w 11737304"/>
              <a:gd name="connsiteY38" fmla="*/ 2673226 h 2673226"/>
              <a:gd name="connsiteX39" fmla="*/ 745664 w 11737304"/>
              <a:gd name="connsiteY39" fmla="*/ 2673226 h 2673226"/>
              <a:gd name="connsiteX40" fmla="*/ 0 w 11737304"/>
              <a:gd name="connsiteY40" fmla="*/ 2673226 h 2673226"/>
              <a:gd name="connsiteX41" fmla="*/ 0 w 11737304"/>
              <a:gd name="connsiteY41" fmla="*/ 2031652 h 2673226"/>
              <a:gd name="connsiteX42" fmla="*/ 0 w 11737304"/>
              <a:gd name="connsiteY42" fmla="*/ 1443542 h 2673226"/>
              <a:gd name="connsiteX43" fmla="*/ 0 w 11737304"/>
              <a:gd name="connsiteY43" fmla="*/ 775236 h 2673226"/>
              <a:gd name="connsiteX44" fmla="*/ 0 w 11737304"/>
              <a:gd name="connsiteY44" fmla="*/ 0 h 2673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737304" h="2673226" extrusionOk="0">
                <a:moveTo>
                  <a:pt x="0" y="0"/>
                </a:moveTo>
                <a:cubicBezTo>
                  <a:pt x="253605" y="9640"/>
                  <a:pt x="367465" y="9493"/>
                  <a:pt x="573057" y="0"/>
                </a:cubicBezTo>
                <a:cubicBezTo>
                  <a:pt x="778649" y="-9493"/>
                  <a:pt x="789477" y="-936"/>
                  <a:pt x="911367" y="0"/>
                </a:cubicBezTo>
                <a:cubicBezTo>
                  <a:pt x="1033257" y="936"/>
                  <a:pt x="1380148" y="-19170"/>
                  <a:pt x="1836543" y="0"/>
                </a:cubicBezTo>
                <a:cubicBezTo>
                  <a:pt x="2292938" y="19170"/>
                  <a:pt x="2292442" y="2319"/>
                  <a:pt x="2409599" y="0"/>
                </a:cubicBezTo>
                <a:cubicBezTo>
                  <a:pt x="2526756" y="-2319"/>
                  <a:pt x="2708215" y="-28368"/>
                  <a:pt x="2982656" y="0"/>
                </a:cubicBezTo>
                <a:cubicBezTo>
                  <a:pt x="3257097" y="28368"/>
                  <a:pt x="3623606" y="-25485"/>
                  <a:pt x="3907832" y="0"/>
                </a:cubicBezTo>
                <a:cubicBezTo>
                  <a:pt x="4192058" y="25485"/>
                  <a:pt x="4171947" y="-14860"/>
                  <a:pt x="4363515" y="0"/>
                </a:cubicBezTo>
                <a:cubicBezTo>
                  <a:pt x="4555083" y="14860"/>
                  <a:pt x="5099820" y="39897"/>
                  <a:pt x="5288691" y="0"/>
                </a:cubicBezTo>
                <a:cubicBezTo>
                  <a:pt x="5477562" y="-39897"/>
                  <a:pt x="5969366" y="-42168"/>
                  <a:pt x="6213867" y="0"/>
                </a:cubicBezTo>
                <a:cubicBezTo>
                  <a:pt x="6458368" y="42168"/>
                  <a:pt x="6750882" y="-27174"/>
                  <a:pt x="6904296" y="0"/>
                </a:cubicBezTo>
                <a:cubicBezTo>
                  <a:pt x="7057710" y="27174"/>
                  <a:pt x="7529376" y="12077"/>
                  <a:pt x="7829472" y="0"/>
                </a:cubicBezTo>
                <a:cubicBezTo>
                  <a:pt x="8129568" y="-12077"/>
                  <a:pt x="8279515" y="-6564"/>
                  <a:pt x="8402529" y="0"/>
                </a:cubicBezTo>
                <a:cubicBezTo>
                  <a:pt x="8525543" y="6564"/>
                  <a:pt x="8743607" y="-27049"/>
                  <a:pt x="8975585" y="0"/>
                </a:cubicBezTo>
                <a:cubicBezTo>
                  <a:pt x="9207563" y="27049"/>
                  <a:pt x="9569157" y="1217"/>
                  <a:pt x="9783388" y="0"/>
                </a:cubicBezTo>
                <a:cubicBezTo>
                  <a:pt x="9997619" y="-1217"/>
                  <a:pt x="10232992" y="4708"/>
                  <a:pt x="10356445" y="0"/>
                </a:cubicBezTo>
                <a:cubicBezTo>
                  <a:pt x="10479898" y="-4708"/>
                  <a:pt x="11436969" y="-39359"/>
                  <a:pt x="11737304" y="0"/>
                </a:cubicBezTo>
                <a:cubicBezTo>
                  <a:pt x="11768130" y="291587"/>
                  <a:pt x="11771341" y="432676"/>
                  <a:pt x="11737304" y="721771"/>
                </a:cubicBezTo>
                <a:cubicBezTo>
                  <a:pt x="11703267" y="1010866"/>
                  <a:pt x="11723282" y="1075640"/>
                  <a:pt x="11737304" y="1416810"/>
                </a:cubicBezTo>
                <a:cubicBezTo>
                  <a:pt x="11751326" y="1757980"/>
                  <a:pt x="11793121" y="2183471"/>
                  <a:pt x="11737304" y="2673226"/>
                </a:cubicBezTo>
                <a:cubicBezTo>
                  <a:pt x="11591594" y="2663290"/>
                  <a:pt x="11468568" y="2687800"/>
                  <a:pt x="11398993" y="2673226"/>
                </a:cubicBezTo>
                <a:cubicBezTo>
                  <a:pt x="11329418" y="2658652"/>
                  <a:pt x="10884755" y="2676589"/>
                  <a:pt x="10473818" y="2673226"/>
                </a:cubicBezTo>
                <a:cubicBezTo>
                  <a:pt x="10062881" y="2669863"/>
                  <a:pt x="10056541" y="2663653"/>
                  <a:pt x="9783388" y="2673226"/>
                </a:cubicBezTo>
                <a:cubicBezTo>
                  <a:pt x="9510235" y="2682800"/>
                  <a:pt x="9476674" y="2694040"/>
                  <a:pt x="9327705" y="2673226"/>
                </a:cubicBezTo>
                <a:cubicBezTo>
                  <a:pt x="9178736" y="2652412"/>
                  <a:pt x="8810486" y="2641197"/>
                  <a:pt x="8637275" y="2673226"/>
                </a:cubicBezTo>
                <a:cubicBezTo>
                  <a:pt x="8464064" y="2705256"/>
                  <a:pt x="8420736" y="2681170"/>
                  <a:pt x="8298964" y="2673226"/>
                </a:cubicBezTo>
                <a:cubicBezTo>
                  <a:pt x="8177192" y="2665282"/>
                  <a:pt x="8093278" y="2683071"/>
                  <a:pt x="7960654" y="2673226"/>
                </a:cubicBezTo>
                <a:cubicBezTo>
                  <a:pt x="7828030" y="2663382"/>
                  <a:pt x="7597482" y="2694792"/>
                  <a:pt x="7270224" y="2673226"/>
                </a:cubicBezTo>
                <a:cubicBezTo>
                  <a:pt x="6942966" y="2651661"/>
                  <a:pt x="6950182" y="2663782"/>
                  <a:pt x="6814541" y="2673226"/>
                </a:cubicBezTo>
                <a:cubicBezTo>
                  <a:pt x="6678900" y="2682670"/>
                  <a:pt x="6169554" y="2688569"/>
                  <a:pt x="6006738" y="2673226"/>
                </a:cubicBezTo>
                <a:cubicBezTo>
                  <a:pt x="5843922" y="2657883"/>
                  <a:pt x="5749527" y="2689255"/>
                  <a:pt x="5551054" y="2673226"/>
                </a:cubicBezTo>
                <a:cubicBezTo>
                  <a:pt x="5352581" y="2657197"/>
                  <a:pt x="4980553" y="2676122"/>
                  <a:pt x="4743252" y="2673226"/>
                </a:cubicBezTo>
                <a:cubicBezTo>
                  <a:pt x="4505951" y="2670330"/>
                  <a:pt x="4556482" y="2670824"/>
                  <a:pt x="4404941" y="2673226"/>
                </a:cubicBezTo>
                <a:cubicBezTo>
                  <a:pt x="4253400" y="2675628"/>
                  <a:pt x="3794524" y="2642592"/>
                  <a:pt x="3597138" y="2673226"/>
                </a:cubicBezTo>
                <a:cubicBezTo>
                  <a:pt x="3399752" y="2703860"/>
                  <a:pt x="3237343" y="2681108"/>
                  <a:pt x="3141455" y="2673226"/>
                </a:cubicBezTo>
                <a:cubicBezTo>
                  <a:pt x="3045567" y="2665344"/>
                  <a:pt x="2881962" y="2677267"/>
                  <a:pt x="2803144" y="2673226"/>
                </a:cubicBezTo>
                <a:cubicBezTo>
                  <a:pt x="2724326" y="2669185"/>
                  <a:pt x="2488653" y="2653584"/>
                  <a:pt x="2347461" y="2673226"/>
                </a:cubicBezTo>
                <a:cubicBezTo>
                  <a:pt x="2206269" y="2692868"/>
                  <a:pt x="1741191" y="2656579"/>
                  <a:pt x="1539658" y="2673226"/>
                </a:cubicBezTo>
                <a:cubicBezTo>
                  <a:pt x="1338125" y="2689873"/>
                  <a:pt x="1207810" y="2658164"/>
                  <a:pt x="1083975" y="2673226"/>
                </a:cubicBezTo>
                <a:cubicBezTo>
                  <a:pt x="960140" y="2688288"/>
                  <a:pt x="816177" y="2667603"/>
                  <a:pt x="745664" y="2673226"/>
                </a:cubicBezTo>
                <a:cubicBezTo>
                  <a:pt x="675151" y="2678849"/>
                  <a:pt x="348584" y="2677989"/>
                  <a:pt x="0" y="2673226"/>
                </a:cubicBezTo>
                <a:cubicBezTo>
                  <a:pt x="-4762" y="2381636"/>
                  <a:pt x="-26517" y="2326124"/>
                  <a:pt x="0" y="2031652"/>
                </a:cubicBezTo>
                <a:cubicBezTo>
                  <a:pt x="26517" y="1737180"/>
                  <a:pt x="15844" y="1707440"/>
                  <a:pt x="0" y="1443542"/>
                </a:cubicBezTo>
                <a:cubicBezTo>
                  <a:pt x="-15844" y="1179644"/>
                  <a:pt x="-11894" y="1055106"/>
                  <a:pt x="0" y="775236"/>
                </a:cubicBezTo>
                <a:cubicBezTo>
                  <a:pt x="11894" y="495366"/>
                  <a:pt x="10489" y="278275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p:grpSp>
        <p:nvGrpSpPr>
          <p:cNvPr id="135" name="超前网络">
            <a:extLst>
              <a:ext uri="{FF2B5EF4-FFF2-40B4-BE49-F238E27FC236}">
                <a16:creationId xmlns:a16="http://schemas.microsoft.com/office/drawing/2014/main" id="{7E917FB2-54DF-4747-A89D-F2A8DB3CD409}"/>
              </a:ext>
            </a:extLst>
          </p:cNvPr>
          <p:cNvGrpSpPr/>
          <p:nvPr/>
        </p:nvGrpSpPr>
        <p:grpSpPr>
          <a:xfrm>
            <a:off x="478582" y="836712"/>
            <a:ext cx="4702104" cy="3024336"/>
            <a:chOff x="945544" y="2338486"/>
            <a:chExt cx="4702104" cy="3024336"/>
          </a:xfrm>
        </p:grpSpPr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0B524811-F1A6-2D40-850C-7493704CF315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B2D15D19-7D20-2F42-A06B-6A55E5E7A1D1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4045182F-6A69-E043-B310-156AA6E94245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C60703E8-A751-954B-8633-4CDAB331EBD4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40" name="电阻R1">
              <a:extLst>
                <a:ext uri="{FF2B5EF4-FFF2-40B4-BE49-F238E27FC236}">
                  <a16:creationId xmlns:a16="http://schemas.microsoft.com/office/drawing/2014/main" id="{DC8B9FA8-C5B0-D24D-A15E-1601B5A2DE08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1" name="电容">
              <a:extLst>
                <a:ext uri="{FF2B5EF4-FFF2-40B4-BE49-F238E27FC236}">
                  <a16:creationId xmlns:a16="http://schemas.microsoft.com/office/drawing/2014/main" id="{0626001B-C59A-2F4E-8786-8A573EBC7F5C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162" name="直线连接符 161">
                <a:extLst>
                  <a:ext uri="{FF2B5EF4-FFF2-40B4-BE49-F238E27FC236}">
                    <a16:creationId xmlns:a16="http://schemas.microsoft.com/office/drawing/2014/main" id="{7956AB9B-8F55-3F4B-ACC7-5A276202E3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7B64863C-162D-7A46-B5AC-EEF0B4A51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电阻R2">
              <a:extLst>
                <a:ext uri="{FF2B5EF4-FFF2-40B4-BE49-F238E27FC236}">
                  <a16:creationId xmlns:a16="http://schemas.microsoft.com/office/drawing/2014/main" id="{43D8B674-6240-AA44-B181-B7A5934D6419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3" name="直线连接符 142">
              <a:extLst>
                <a:ext uri="{FF2B5EF4-FFF2-40B4-BE49-F238E27FC236}">
                  <a16:creationId xmlns:a16="http://schemas.microsoft.com/office/drawing/2014/main" id="{65486D7C-40D5-1C49-8500-583738D8DD5C}"/>
                </a:ext>
              </a:extLst>
            </p:cNvPr>
            <p:cNvCxnSpPr>
              <a:stCxn id="136" idx="6"/>
              <a:endCxn id="140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线连接符 143">
              <a:extLst>
                <a:ext uri="{FF2B5EF4-FFF2-40B4-BE49-F238E27FC236}">
                  <a16:creationId xmlns:a16="http://schemas.microsoft.com/office/drawing/2014/main" id="{3DDA6440-A473-2744-9994-7B537310A0D7}"/>
                </a:ext>
              </a:extLst>
            </p:cNvPr>
            <p:cNvCxnSpPr>
              <a:cxnSpLocks/>
              <a:stCxn id="140" idx="3"/>
              <a:endCxn id="138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047C90D4-0DDC-9C4F-B79A-5FF24FD60F0B}"/>
                </a:ext>
              </a:extLst>
            </p:cNvPr>
            <p:cNvCxnSpPr>
              <a:cxnSpLocks/>
              <a:endCxn id="142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8E8452C7-4616-E64F-9883-BBD4666E5FB8}"/>
                </a:ext>
              </a:extLst>
            </p:cNvPr>
            <p:cNvCxnSpPr>
              <a:cxnSpLocks/>
              <a:stCxn id="142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线连接符 146">
              <a:extLst>
                <a:ext uri="{FF2B5EF4-FFF2-40B4-BE49-F238E27FC236}">
                  <a16:creationId xmlns:a16="http://schemas.microsoft.com/office/drawing/2014/main" id="{141FD09D-E519-4F47-9A8D-DFFA3A1AE4C5}"/>
                </a:ext>
              </a:extLst>
            </p:cNvPr>
            <p:cNvCxnSpPr>
              <a:cxnSpLocks/>
              <a:stCxn id="137" idx="6"/>
              <a:endCxn id="139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肘形连接符 147">
              <a:extLst>
                <a:ext uri="{FF2B5EF4-FFF2-40B4-BE49-F238E27FC236}">
                  <a16:creationId xmlns:a16="http://schemas.microsoft.com/office/drawing/2014/main" id="{C2DFB761-DEB3-304B-ABDF-85941D5A5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肘形连接符 148">
              <a:extLst>
                <a:ext uri="{FF2B5EF4-FFF2-40B4-BE49-F238E27FC236}">
                  <a16:creationId xmlns:a16="http://schemas.microsoft.com/office/drawing/2014/main" id="{B298CBAE-94A3-5242-867A-69735678D769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6BA8C878-9AB2-C447-8A11-12D9401EDA98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6BA8C878-9AB2-C447-8A11-12D9401ED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5D06182-937E-874E-AE64-43A54ACCF040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5D06182-937E-874E-AE64-43A54ACCF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3571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D5651BCA-7170-0D42-A752-927E21D6F24C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D5651BCA-7170-0D42-A752-927E21D6F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0909" r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9045CF2F-143F-D840-91F6-1B24105EEB91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9045CF2F-143F-D840-91F6-1B24105EE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blipFill>
                  <a:blip r:embed="rId8"/>
                  <a:stretch>
                    <a:fillRect l="-12727" r="-3636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424F7BC-2F96-1246-84E5-CC4582754CBF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424F7BC-2F96-1246-84E5-CC4582754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5" name="直线连接符 154">
              <a:extLst>
                <a:ext uri="{FF2B5EF4-FFF2-40B4-BE49-F238E27FC236}">
                  <a16:creationId xmlns:a16="http://schemas.microsoft.com/office/drawing/2014/main" id="{36D21A0A-7F2F-E342-9D8C-03761364800A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499BD99-4CDB-B244-AAD5-7AA9073A790D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499BD99-4CDB-B244-AAD5-7AA9073A7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8824" r="-588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CE7A6FAB-ED3F-F944-850E-580518A99477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7FE1A93-BB50-AF43-8A8E-5D479E3190C2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7FE1A93-BB50-AF43-8A8E-5D479E319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blipFill>
                  <a:blip r:embed="rId11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线连接符 158">
              <a:extLst>
                <a:ext uri="{FF2B5EF4-FFF2-40B4-BE49-F238E27FC236}">
                  <a16:creationId xmlns:a16="http://schemas.microsoft.com/office/drawing/2014/main" id="{3EEFF57A-2FD2-454D-A48A-8F873F046FEC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20E239B1-99FD-194A-B7F1-4392E75B74E9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20E239B1-99FD-194A-B7F1-4392E75B7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blipFill>
                  <a:blip r:embed="rId12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0D4D8D6-9F9B-634A-887D-0558E1DC3AFB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0D4D8D6-9F9B-634A-887D-0558E1DC3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blipFill>
                  <a:blip r:embed="rId13"/>
                  <a:stretch>
                    <a:fillRect l="-3571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标题">
            <a:extLst>
              <a:ext uri="{FF2B5EF4-FFF2-40B4-BE49-F238E27FC236}">
                <a16:creationId xmlns:a16="http://schemas.microsoft.com/office/drawing/2014/main" id="{7FBC7E9A-079E-9548-B423-6D95A940D75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3811342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 hidden="1">
            <a:extLst>
              <a:ext uri="{FF2B5EF4-FFF2-40B4-BE49-F238E27FC236}">
                <a16:creationId xmlns:a16="http://schemas.microsoft.com/office/drawing/2014/main" id="{E5466D63-C4DF-A740-B72B-697DF6AC4C95}"/>
              </a:ext>
            </a:extLst>
          </p:cNvPr>
          <p:cNvSpPr/>
          <p:nvPr/>
        </p:nvSpPr>
        <p:spPr>
          <a:xfrm>
            <a:off x="5652516" y="2154922"/>
            <a:ext cx="5987306" cy="3290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445AA-F802-9143-BF1B-583BA5D3F72E}"/>
              </a:ext>
            </a:extLst>
          </p:cNvPr>
          <p:cNvSpPr txBox="1"/>
          <p:nvPr/>
        </p:nvSpPr>
        <p:spPr>
          <a:xfrm>
            <a:off x="7490141" y="542914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B68B42-C9F1-1E4E-A991-ED62CA5CA38B}"/>
              </a:ext>
            </a:extLst>
          </p:cNvPr>
          <p:cNvSpPr txBox="1"/>
          <p:nvPr/>
        </p:nvSpPr>
        <p:spPr>
          <a:xfrm>
            <a:off x="7821421" y="755822"/>
            <a:ext cx="3073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𝒊</a:t>
            </a: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9E929013-D051-B34D-B19F-442D967125D4}"/>
              </a:ext>
            </a:extLst>
          </p:cNvPr>
          <p:cNvSpPr/>
          <p:nvPr/>
        </p:nvSpPr>
        <p:spPr>
          <a:xfrm>
            <a:off x="8095400" y="67659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66 w 528487"/>
              <a:gd name="connsiteY1" fmla="*/ 73234 h 422713"/>
              <a:gd name="connsiteX2" fmla="*/ 526554 w 528487"/>
              <a:gd name="connsiteY2" fmla="*/ 210612 h 422713"/>
              <a:gd name="connsiteX3" fmla="*/ 491777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1 w 528487"/>
              <a:gd name="connsiteY6" fmla="*/ 336946 h 422713"/>
              <a:gd name="connsiteX7" fmla="*/ 487986 w 528487"/>
              <a:gd name="connsiteY7" fmla="*/ 208383 h 422713"/>
              <a:gd name="connsiteX8" fmla="*/ 463031 w 528487"/>
              <a:gd name="connsiteY8" fmla="*/ 83263 h 422713"/>
              <a:gd name="connsiteX9" fmla="*/ 385675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6" y="35278"/>
                  <a:pt x="491666" y="73234"/>
                </a:cubicBezTo>
                <a:cubicBezTo>
                  <a:pt x="514933" y="111192"/>
                  <a:pt x="526554" y="156983"/>
                  <a:pt x="526554" y="210612"/>
                </a:cubicBezTo>
                <a:cubicBezTo>
                  <a:pt x="526554" y="264388"/>
                  <a:pt x="514961" y="310173"/>
                  <a:pt x="491777" y="347982"/>
                </a:cubicBezTo>
                <a:cubicBezTo>
                  <a:pt x="468619" y="385791"/>
                  <a:pt x="435254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1" y="336946"/>
                </a:cubicBezTo>
                <a:cubicBezTo>
                  <a:pt x="479631" y="303231"/>
                  <a:pt x="487986" y="260377"/>
                  <a:pt x="487986" y="208383"/>
                </a:cubicBezTo>
                <a:cubicBezTo>
                  <a:pt x="487986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675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00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4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B4BCD6-A4D6-4A42-A0B5-8A416B3A46D2}"/>
              </a:ext>
            </a:extLst>
          </p:cNvPr>
          <p:cNvSpPr txBox="1"/>
          <p:nvPr/>
        </p:nvSpPr>
        <p:spPr>
          <a:xfrm>
            <a:off x="8153388" y="476672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A14C31-3496-0442-B1CF-8493C4EC3B93}"/>
              </a:ext>
            </a:extLst>
          </p:cNvPr>
          <p:cNvSpPr txBox="1"/>
          <p:nvPr/>
        </p:nvSpPr>
        <p:spPr>
          <a:xfrm>
            <a:off x="6848438" y="875439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9FE683-B8E2-0746-B396-90DAD035295D}"/>
              </a:ext>
            </a:extLst>
          </p:cNvPr>
          <p:cNvSpPr txBox="1"/>
          <p:nvPr/>
        </p:nvSpPr>
        <p:spPr>
          <a:xfrm>
            <a:off x="5706724" y="875439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D05B5-6A66-FC4B-A304-B436E6FEC671}"/>
              </a:ext>
            </a:extLst>
          </p:cNvPr>
          <p:cNvSpPr txBox="1"/>
          <p:nvPr/>
        </p:nvSpPr>
        <p:spPr>
          <a:xfrm>
            <a:off x="5904855" y="1066281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D5DE65B2-0A13-A246-9DBB-FAACCB2AC890}"/>
              </a:ext>
            </a:extLst>
          </p:cNvPr>
          <p:cNvSpPr/>
          <p:nvPr/>
        </p:nvSpPr>
        <p:spPr>
          <a:xfrm>
            <a:off x="6255100" y="986423"/>
            <a:ext cx="528487" cy="422713"/>
          </a:xfrm>
          <a:custGeom>
            <a:avLst/>
            <a:gdLst>
              <a:gd name="connsiteX0" fmla="*/ 391706 w 528487"/>
              <a:gd name="connsiteY0" fmla="*/ -857 h 422713"/>
              <a:gd name="connsiteX1" fmla="*/ 491694 w 528487"/>
              <a:gd name="connsiteY1" fmla="*/ 73234 h 422713"/>
              <a:gd name="connsiteX2" fmla="*/ 526553 w 528487"/>
              <a:gd name="connsiteY2" fmla="*/ 210612 h 422713"/>
              <a:gd name="connsiteX3" fmla="*/ 491804 w 528487"/>
              <a:gd name="connsiteY3" fmla="*/ 347982 h 422713"/>
              <a:gd name="connsiteX4" fmla="*/ 391706 w 528487"/>
              <a:gd name="connsiteY4" fmla="*/ 421857 h 422713"/>
              <a:gd name="connsiteX5" fmla="*/ 386367 w 528487"/>
              <a:gd name="connsiteY5" fmla="*/ 404709 h 422713"/>
              <a:gd name="connsiteX6" fmla="*/ 462920 w 528487"/>
              <a:gd name="connsiteY6" fmla="*/ 336946 h 422713"/>
              <a:gd name="connsiteX7" fmla="*/ 488014 w 528487"/>
              <a:gd name="connsiteY7" fmla="*/ 208383 h 422713"/>
              <a:gd name="connsiteX8" fmla="*/ 463031 w 528487"/>
              <a:gd name="connsiteY8" fmla="*/ 83263 h 422713"/>
              <a:gd name="connsiteX9" fmla="*/ 385703 w 528487"/>
              <a:gd name="connsiteY9" fmla="*/ 16302 h 422713"/>
              <a:gd name="connsiteX10" fmla="*/ 132913 w 528487"/>
              <a:gd name="connsiteY10" fmla="*/ -857 h 422713"/>
              <a:gd name="connsiteX11" fmla="*/ 138944 w 528487"/>
              <a:gd name="connsiteY11" fmla="*/ 16302 h 422713"/>
              <a:gd name="connsiteX12" fmla="*/ 61699 w 528487"/>
              <a:gd name="connsiteY12" fmla="*/ 83263 h 422713"/>
              <a:gd name="connsiteX13" fmla="*/ 36633 w 528487"/>
              <a:gd name="connsiteY13" fmla="*/ 208383 h 422713"/>
              <a:gd name="connsiteX14" fmla="*/ 61699 w 528487"/>
              <a:gd name="connsiteY14" fmla="*/ 336946 h 422713"/>
              <a:gd name="connsiteX15" fmla="*/ 138253 w 528487"/>
              <a:gd name="connsiteY15" fmla="*/ 404709 h 422713"/>
              <a:gd name="connsiteX16" fmla="*/ 132913 w 528487"/>
              <a:gd name="connsiteY16" fmla="*/ 421857 h 422713"/>
              <a:gd name="connsiteX17" fmla="*/ 32842 w 528487"/>
              <a:gd name="connsiteY17" fmla="*/ 347982 h 422713"/>
              <a:gd name="connsiteX18" fmla="*/ -1934 w 528487"/>
              <a:gd name="connsiteY18" fmla="*/ 210612 h 422713"/>
              <a:gd name="connsiteX19" fmla="*/ 32953 w 528487"/>
              <a:gd name="connsiteY19" fmla="*/ 73234 h 422713"/>
              <a:gd name="connsiteX20" fmla="*/ 132913 w 528487"/>
              <a:gd name="connsiteY20" fmla="*/ -857 h 422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13">
                <a:moveTo>
                  <a:pt x="391706" y="-857"/>
                </a:moveTo>
                <a:cubicBezTo>
                  <a:pt x="435088" y="10582"/>
                  <a:pt x="468425" y="35278"/>
                  <a:pt x="491694" y="73234"/>
                </a:cubicBezTo>
                <a:cubicBezTo>
                  <a:pt x="514933" y="111192"/>
                  <a:pt x="526553" y="156983"/>
                  <a:pt x="526553" y="210612"/>
                </a:cubicBezTo>
                <a:cubicBezTo>
                  <a:pt x="526553" y="264388"/>
                  <a:pt x="514961" y="310173"/>
                  <a:pt x="491804" y="347982"/>
                </a:cubicBezTo>
                <a:cubicBezTo>
                  <a:pt x="468619" y="385791"/>
                  <a:pt x="435253" y="410406"/>
                  <a:pt x="391706" y="421857"/>
                </a:cubicBezTo>
                <a:lnTo>
                  <a:pt x="386367" y="404709"/>
                </a:lnTo>
                <a:cubicBezTo>
                  <a:pt x="420674" y="393258"/>
                  <a:pt x="446210" y="370689"/>
                  <a:pt x="462920" y="336946"/>
                </a:cubicBezTo>
                <a:cubicBezTo>
                  <a:pt x="479631" y="303231"/>
                  <a:pt x="488014" y="260377"/>
                  <a:pt x="488014" y="208383"/>
                </a:cubicBezTo>
                <a:cubicBezTo>
                  <a:pt x="488014" y="158172"/>
                  <a:pt x="479686" y="116464"/>
                  <a:pt x="463031" y="83263"/>
                </a:cubicBezTo>
                <a:cubicBezTo>
                  <a:pt x="446403" y="50059"/>
                  <a:pt x="420618" y="27739"/>
                  <a:pt x="385703" y="16302"/>
                </a:cubicBezTo>
                <a:close/>
                <a:moveTo>
                  <a:pt x="132913" y="-857"/>
                </a:moveTo>
                <a:lnTo>
                  <a:pt x="138944" y="16302"/>
                </a:lnTo>
                <a:cubicBezTo>
                  <a:pt x="104167" y="27739"/>
                  <a:pt x="78409" y="50059"/>
                  <a:pt x="61699" y="83263"/>
                </a:cubicBezTo>
                <a:cubicBezTo>
                  <a:pt x="44988" y="116464"/>
                  <a:pt x="36633" y="158172"/>
                  <a:pt x="36633" y="208383"/>
                </a:cubicBezTo>
                <a:cubicBezTo>
                  <a:pt x="36633" y="260377"/>
                  <a:pt x="44988" y="303231"/>
                  <a:pt x="61699" y="336946"/>
                </a:cubicBezTo>
                <a:cubicBezTo>
                  <a:pt x="78409" y="370689"/>
                  <a:pt x="103946" y="393258"/>
                  <a:pt x="138253" y="404709"/>
                </a:cubicBezTo>
                <a:lnTo>
                  <a:pt x="132913" y="421857"/>
                </a:lnTo>
                <a:cubicBezTo>
                  <a:pt x="89366" y="410406"/>
                  <a:pt x="56027" y="385791"/>
                  <a:pt x="32842" y="347982"/>
                </a:cubicBezTo>
                <a:cubicBezTo>
                  <a:pt x="9658" y="310173"/>
                  <a:pt x="-1934" y="264388"/>
                  <a:pt x="-1934" y="210612"/>
                </a:cubicBezTo>
                <a:cubicBezTo>
                  <a:pt x="-1934" y="156983"/>
                  <a:pt x="9686" y="111192"/>
                  <a:pt x="32953" y="73234"/>
                </a:cubicBezTo>
                <a:cubicBezTo>
                  <a:pt x="56193" y="35278"/>
                  <a:pt x="89531" y="10582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49344C-53DB-2043-B17F-EAA57E2C1FE8}"/>
              </a:ext>
            </a:extLst>
          </p:cNvPr>
          <p:cNvSpPr txBox="1"/>
          <p:nvPr/>
        </p:nvSpPr>
        <p:spPr>
          <a:xfrm>
            <a:off x="6319951" y="824621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ED07F5-FE0D-1A45-880D-DA0A33CC9276}"/>
              </a:ext>
            </a:extLst>
          </p:cNvPr>
          <p:cNvSpPr txBox="1"/>
          <p:nvPr/>
        </p:nvSpPr>
        <p:spPr>
          <a:xfrm>
            <a:off x="8594715" y="1097138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AE5CD5-C939-9A45-B841-4293537913FE}"/>
              </a:ext>
            </a:extLst>
          </p:cNvPr>
          <p:cNvSpPr txBox="1"/>
          <p:nvPr/>
        </p:nvSpPr>
        <p:spPr>
          <a:xfrm>
            <a:off x="8913312" y="1287980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1D4EE9-6A82-E442-B326-74B69F751AC9}"/>
              </a:ext>
            </a:extLst>
          </p:cNvPr>
          <p:cNvSpPr txBox="1"/>
          <p:nvPr/>
        </p:nvSpPr>
        <p:spPr>
          <a:xfrm>
            <a:off x="9157778" y="517751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7648EC6-1E92-6E48-90C7-BDC089B1CE59}"/>
              </a:ext>
            </a:extLst>
          </p:cNvPr>
          <p:cNvSpPr txBox="1"/>
          <p:nvPr/>
        </p:nvSpPr>
        <p:spPr>
          <a:xfrm>
            <a:off x="9489058" y="730659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554201-8704-B14A-BECB-359A71E1EDB7}"/>
              </a:ext>
            </a:extLst>
          </p:cNvPr>
          <p:cNvSpPr txBox="1"/>
          <p:nvPr/>
        </p:nvSpPr>
        <p:spPr>
          <a:xfrm>
            <a:off x="9699808" y="51775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CE0F5E-095C-7A4E-A4BB-13D48577A86F}"/>
              </a:ext>
            </a:extLst>
          </p:cNvPr>
          <p:cNvSpPr txBox="1"/>
          <p:nvPr/>
        </p:nvSpPr>
        <p:spPr>
          <a:xfrm>
            <a:off x="10119849" y="517751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CC5BD7-D741-3B4F-8F0D-4DCC30730BD3}"/>
              </a:ext>
            </a:extLst>
          </p:cNvPr>
          <p:cNvSpPr txBox="1"/>
          <p:nvPr/>
        </p:nvSpPr>
        <p:spPr>
          <a:xfrm>
            <a:off x="5669168" y="1593691"/>
            <a:ext cx="5148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𝑼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D1D891-3C76-BE41-A6FD-E425287C2BB1}"/>
              </a:ext>
            </a:extLst>
          </p:cNvPr>
          <p:cNvSpPr txBox="1"/>
          <p:nvPr/>
        </p:nvSpPr>
        <p:spPr>
          <a:xfrm>
            <a:off x="6000445" y="1781767"/>
            <a:ext cx="3737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𝒐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A1DD0EEC-AE40-514E-BFD8-930AF97E3E7D}"/>
              </a:ext>
            </a:extLst>
          </p:cNvPr>
          <p:cNvSpPr/>
          <p:nvPr/>
        </p:nvSpPr>
        <p:spPr>
          <a:xfrm>
            <a:off x="6342774" y="1651055"/>
            <a:ext cx="528487" cy="422728"/>
          </a:xfrm>
          <a:custGeom>
            <a:avLst/>
            <a:gdLst>
              <a:gd name="connsiteX0" fmla="*/ 391707 w 528487"/>
              <a:gd name="connsiteY0" fmla="*/ -857 h 422728"/>
              <a:gd name="connsiteX1" fmla="*/ 491667 w 528487"/>
              <a:gd name="connsiteY1" fmla="*/ 73239 h 422728"/>
              <a:gd name="connsiteX2" fmla="*/ 526554 w 528487"/>
              <a:gd name="connsiteY2" fmla="*/ 210618 h 422728"/>
              <a:gd name="connsiteX3" fmla="*/ 491777 w 528487"/>
              <a:gd name="connsiteY3" fmla="*/ 347996 h 422728"/>
              <a:gd name="connsiteX4" fmla="*/ 391707 w 528487"/>
              <a:gd name="connsiteY4" fmla="*/ 421871 h 422728"/>
              <a:gd name="connsiteX5" fmla="*/ 386340 w 528487"/>
              <a:gd name="connsiteY5" fmla="*/ 404695 h 422728"/>
              <a:gd name="connsiteX6" fmla="*/ 462921 w 528487"/>
              <a:gd name="connsiteY6" fmla="*/ 336960 h 422728"/>
              <a:gd name="connsiteX7" fmla="*/ 487987 w 528487"/>
              <a:gd name="connsiteY7" fmla="*/ 208405 h 422728"/>
              <a:gd name="connsiteX8" fmla="*/ 463031 w 528487"/>
              <a:gd name="connsiteY8" fmla="*/ 83279 h 422728"/>
              <a:gd name="connsiteX9" fmla="*/ 385676 w 528487"/>
              <a:gd name="connsiteY9" fmla="*/ 16319 h 422728"/>
              <a:gd name="connsiteX10" fmla="*/ 132913 w 528487"/>
              <a:gd name="connsiteY10" fmla="*/ -857 h 422728"/>
              <a:gd name="connsiteX11" fmla="*/ 138917 w 528487"/>
              <a:gd name="connsiteY11" fmla="*/ 16319 h 422728"/>
              <a:gd name="connsiteX12" fmla="*/ 61699 w 528487"/>
              <a:gd name="connsiteY12" fmla="*/ 83279 h 422728"/>
              <a:gd name="connsiteX13" fmla="*/ 36606 w 528487"/>
              <a:gd name="connsiteY13" fmla="*/ 208405 h 422728"/>
              <a:gd name="connsiteX14" fmla="*/ 61699 w 528487"/>
              <a:gd name="connsiteY14" fmla="*/ 336960 h 422728"/>
              <a:gd name="connsiteX15" fmla="*/ 138253 w 528487"/>
              <a:gd name="connsiteY15" fmla="*/ 404695 h 422728"/>
              <a:gd name="connsiteX16" fmla="*/ 132913 w 528487"/>
              <a:gd name="connsiteY16" fmla="*/ 421871 h 422728"/>
              <a:gd name="connsiteX17" fmla="*/ 32815 w 528487"/>
              <a:gd name="connsiteY17" fmla="*/ 347996 h 422728"/>
              <a:gd name="connsiteX18" fmla="*/ -1934 w 528487"/>
              <a:gd name="connsiteY18" fmla="*/ 210618 h 422728"/>
              <a:gd name="connsiteX19" fmla="*/ 32926 w 528487"/>
              <a:gd name="connsiteY19" fmla="*/ 73239 h 422728"/>
              <a:gd name="connsiteX20" fmla="*/ 132913 w 528487"/>
              <a:gd name="connsiteY20" fmla="*/ -857 h 42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28">
                <a:moveTo>
                  <a:pt x="391707" y="-857"/>
                </a:moveTo>
                <a:cubicBezTo>
                  <a:pt x="435088" y="10594"/>
                  <a:pt x="468426" y="35292"/>
                  <a:pt x="491667" y="73239"/>
                </a:cubicBezTo>
                <a:cubicBezTo>
                  <a:pt x="514934" y="111214"/>
                  <a:pt x="526554" y="156988"/>
                  <a:pt x="526554" y="210618"/>
                </a:cubicBezTo>
                <a:cubicBezTo>
                  <a:pt x="526554" y="264385"/>
                  <a:pt x="514962" y="310187"/>
                  <a:pt x="491777" y="347996"/>
                </a:cubicBezTo>
                <a:cubicBezTo>
                  <a:pt x="468592" y="385805"/>
                  <a:pt x="435254" y="410421"/>
                  <a:pt x="391707" y="421871"/>
                </a:cubicBezTo>
                <a:lnTo>
                  <a:pt x="386340" y="404695"/>
                </a:lnTo>
                <a:cubicBezTo>
                  <a:pt x="420674" y="393272"/>
                  <a:pt x="446210" y="370703"/>
                  <a:pt x="462921" y="336960"/>
                </a:cubicBezTo>
                <a:cubicBezTo>
                  <a:pt x="479631" y="303245"/>
                  <a:pt x="487987" y="260375"/>
                  <a:pt x="487987" y="208405"/>
                </a:cubicBezTo>
                <a:cubicBezTo>
                  <a:pt x="487987" y="158178"/>
                  <a:pt x="479687" y="116469"/>
                  <a:pt x="463031" y="83279"/>
                </a:cubicBezTo>
                <a:cubicBezTo>
                  <a:pt x="446376" y="50062"/>
                  <a:pt x="420618" y="27742"/>
                  <a:pt x="385676" y="16319"/>
                </a:cubicBezTo>
                <a:close/>
                <a:moveTo>
                  <a:pt x="132913" y="-857"/>
                </a:moveTo>
                <a:lnTo>
                  <a:pt x="138917" y="16319"/>
                </a:lnTo>
                <a:cubicBezTo>
                  <a:pt x="104168" y="27742"/>
                  <a:pt x="78410" y="50062"/>
                  <a:pt x="61699" y="83279"/>
                </a:cubicBezTo>
                <a:cubicBezTo>
                  <a:pt x="44961" y="116469"/>
                  <a:pt x="36606" y="158178"/>
                  <a:pt x="36606" y="208405"/>
                </a:cubicBezTo>
                <a:cubicBezTo>
                  <a:pt x="36606" y="260375"/>
                  <a:pt x="44961" y="303245"/>
                  <a:pt x="61699" y="336960"/>
                </a:cubicBezTo>
                <a:cubicBezTo>
                  <a:pt x="78410" y="370703"/>
                  <a:pt x="103919" y="393272"/>
                  <a:pt x="138253" y="404695"/>
                </a:cubicBezTo>
                <a:lnTo>
                  <a:pt x="132913" y="421871"/>
                </a:lnTo>
                <a:cubicBezTo>
                  <a:pt x="89366" y="410421"/>
                  <a:pt x="56000" y="385805"/>
                  <a:pt x="32815" y="347996"/>
                </a:cubicBezTo>
                <a:cubicBezTo>
                  <a:pt x="9659" y="310187"/>
                  <a:pt x="-1934" y="264385"/>
                  <a:pt x="-1934" y="210618"/>
                </a:cubicBezTo>
                <a:cubicBezTo>
                  <a:pt x="-1934" y="156988"/>
                  <a:pt x="9687" y="111214"/>
                  <a:pt x="32926" y="73239"/>
                </a:cubicBezTo>
                <a:cubicBezTo>
                  <a:pt x="56194" y="35292"/>
                  <a:pt x="89504" y="10594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1C6721-EB75-2C46-B14D-6ADF57FA406A}"/>
              </a:ext>
            </a:extLst>
          </p:cNvPr>
          <p:cNvSpPr txBox="1"/>
          <p:nvPr/>
        </p:nvSpPr>
        <p:spPr>
          <a:xfrm>
            <a:off x="6399131" y="150925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0E6564-0848-E34F-9A2A-03D08B714748}"/>
              </a:ext>
            </a:extLst>
          </p:cNvPr>
          <p:cNvSpPr txBox="1"/>
          <p:nvPr/>
        </p:nvSpPr>
        <p:spPr>
          <a:xfrm>
            <a:off x="6946737" y="1593691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E7189B3-D59B-1F47-AC5D-947B0BAC285E}"/>
              </a:ext>
            </a:extLst>
          </p:cNvPr>
          <p:cNvSpPr txBox="1"/>
          <p:nvPr/>
        </p:nvSpPr>
        <p:spPr>
          <a:xfrm>
            <a:off x="7414333" y="1593691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FDA487-7994-784E-B447-ED0EB100B5B6}"/>
              </a:ext>
            </a:extLst>
          </p:cNvPr>
          <p:cNvSpPr txBox="1"/>
          <p:nvPr/>
        </p:nvSpPr>
        <p:spPr>
          <a:xfrm>
            <a:off x="7612465" y="1593691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7C65755-87B2-EA4B-9B89-8B509726DC62}"/>
              </a:ext>
            </a:extLst>
          </p:cNvPr>
          <p:cNvSpPr txBox="1"/>
          <p:nvPr/>
        </p:nvSpPr>
        <p:spPr>
          <a:xfrm>
            <a:off x="8032508" y="1593691"/>
            <a:ext cx="689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)𝑹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88CA74D-BCD1-3B43-B414-B42D409E7BC9}"/>
              </a:ext>
            </a:extLst>
          </p:cNvPr>
          <p:cNvSpPr txBox="1"/>
          <p:nvPr/>
        </p:nvSpPr>
        <p:spPr>
          <a:xfrm>
            <a:off x="8541314" y="1781767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5F54CA6-28D8-3E41-B7C9-87A8258E31B2}"/>
              </a:ext>
            </a:extLst>
          </p:cNvPr>
          <p:cNvSpPr txBox="1"/>
          <p:nvPr/>
        </p:nvSpPr>
        <p:spPr>
          <a:xfrm>
            <a:off x="8056740" y="2162233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D4C3A4D-7E78-1E43-88EB-2077346A475E}"/>
              </a:ext>
            </a:extLst>
          </p:cNvPr>
          <p:cNvSpPr txBox="1"/>
          <p:nvPr/>
        </p:nvSpPr>
        <p:spPr>
          <a:xfrm>
            <a:off x="5681564" y="2184996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B9E6D46-EC70-6140-B884-5E81255514B5}"/>
              </a:ext>
            </a:extLst>
          </p:cNvPr>
          <p:cNvSpPr txBox="1"/>
          <p:nvPr/>
        </p:nvSpPr>
        <p:spPr>
          <a:xfrm>
            <a:off x="5879697" y="237307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55" name="任意形状 54">
            <a:extLst>
              <a:ext uri="{FF2B5EF4-FFF2-40B4-BE49-F238E27FC236}">
                <a16:creationId xmlns:a16="http://schemas.microsoft.com/office/drawing/2014/main" id="{4521BEE9-2AAA-B146-9516-F47AF5119398}"/>
              </a:ext>
            </a:extLst>
          </p:cNvPr>
          <p:cNvSpPr/>
          <p:nvPr/>
        </p:nvSpPr>
        <p:spPr>
          <a:xfrm>
            <a:off x="6229945" y="2242194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7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68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7 w 528487"/>
              <a:gd name="connsiteY7" fmla="*/ 208377 h 422700"/>
              <a:gd name="connsiteX8" fmla="*/ 463031 w 528487"/>
              <a:gd name="connsiteY8" fmla="*/ 83252 h 422700"/>
              <a:gd name="connsiteX9" fmla="*/ 385676 w 528487"/>
              <a:gd name="connsiteY9" fmla="*/ 16291 h 422700"/>
              <a:gd name="connsiteX10" fmla="*/ 132913 w 528487"/>
              <a:gd name="connsiteY10" fmla="*/ -857 h 422700"/>
              <a:gd name="connsiteX11" fmla="*/ 138917 w 528487"/>
              <a:gd name="connsiteY11" fmla="*/ 16291 h 422700"/>
              <a:gd name="connsiteX12" fmla="*/ 61699 w 528487"/>
              <a:gd name="connsiteY12" fmla="*/ 83252 h 422700"/>
              <a:gd name="connsiteX13" fmla="*/ 36606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15 w 528487"/>
              <a:gd name="connsiteY17" fmla="*/ 347968 h 422700"/>
              <a:gd name="connsiteX18" fmla="*/ -1934 w 528487"/>
              <a:gd name="connsiteY18" fmla="*/ 210617 h 422700"/>
              <a:gd name="connsiteX19" fmla="*/ 32926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7" y="73239"/>
                </a:cubicBezTo>
                <a:cubicBezTo>
                  <a:pt x="514934" y="111186"/>
                  <a:pt x="526554" y="156988"/>
                  <a:pt x="526554" y="210617"/>
                </a:cubicBezTo>
                <a:cubicBezTo>
                  <a:pt x="526554" y="264385"/>
                  <a:pt x="514962" y="310187"/>
                  <a:pt x="491777" y="347968"/>
                </a:cubicBezTo>
                <a:cubicBezTo>
                  <a:pt x="468592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7" y="260374"/>
                  <a:pt x="487987" y="208377"/>
                </a:cubicBezTo>
                <a:cubicBezTo>
                  <a:pt x="487987" y="158178"/>
                  <a:pt x="479687" y="116469"/>
                  <a:pt x="463031" y="83252"/>
                </a:cubicBezTo>
                <a:cubicBezTo>
                  <a:pt x="446376" y="50062"/>
                  <a:pt x="420618" y="27741"/>
                  <a:pt x="385676" y="16291"/>
                </a:cubicBezTo>
                <a:close/>
                <a:moveTo>
                  <a:pt x="132913" y="-857"/>
                </a:moveTo>
                <a:lnTo>
                  <a:pt x="138917" y="16291"/>
                </a:lnTo>
                <a:cubicBezTo>
                  <a:pt x="104168" y="27741"/>
                  <a:pt x="78410" y="50062"/>
                  <a:pt x="61699" y="83252"/>
                </a:cubicBezTo>
                <a:cubicBezTo>
                  <a:pt x="44989" y="116469"/>
                  <a:pt x="36606" y="158178"/>
                  <a:pt x="36606" y="208377"/>
                </a:cubicBezTo>
                <a:cubicBezTo>
                  <a:pt x="36606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15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26" y="73239"/>
                </a:cubicBezTo>
                <a:cubicBezTo>
                  <a:pt x="56194" y="35264"/>
                  <a:pt x="89532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43B12E7-867F-7D46-AFE8-B2F54CD4DEBC}"/>
              </a:ext>
            </a:extLst>
          </p:cNvPr>
          <p:cNvSpPr txBox="1"/>
          <p:nvPr/>
        </p:nvSpPr>
        <p:spPr>
          <a:xfrm>
            <a:off x="6287564" y="2100555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0BF3346-7AC5-C545-877A-1439EA926FBD}"/>
              </a:ext>
            </a:extLst>
          </p:cNvPr>
          <p:cNvSpPr txBox="1"/>
          <p:nvPr/>
        </p:nvSpPr>
        <p:spPr>
          <a:xfrm>
            <a:off x="10148456" y="2126112"/>
            <a:ext cx="478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𝒖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C08ACDB-926F-8E45-85CE-FC28B6F3F335}"/>
              </a:ext>
            </a:extLst>
          </p:cNvPr>
          <p:cNvSpPr txBox="1"/>
          <p:nvPr/>
        </p:nvSpPr>
        <p:spPr>
          <a:xfrm>
            <a:off x="10443280" y="2316953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2A74F69-D9B6-8F40-8B35-490FCAC1A127}"/>
              </a:ext>
            </a:extLst>
          </p:cNvPr>
          <p:cNvSpPr txBox="1"/>
          <p:nvPr/>
        </p:nvSpPr>
        <p:spPr>
          <a:xfrm>
            <a:off x="10661954" y="2126112"/>
            <a:ext cx="6449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(𝟎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DC6E757-92A5-144B-8AD3-6C32C68E682C}"/>
              </a:ext>
            </a:extLst>
          </p:cNvPr>
          <p:cNvSpPr txBox="1"/>
          <p:nvPr/>
        </p:nvSpPr>
        <p:spPr>
          <a:xfrm>
            <a:off x="11124794" y="2126112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CC0584E-DA26-F643-9892-48AD0D935DB0}"/>
              </a:ext>
            </a:extLst>
          </p:cNvPr>
          <p:cNvSpPr txBox="1"/>
          <p:nvPr/>
        </p:nvSpPr>
        <p:spPr>
          <a:xfrm>
            <a:off x="7309561" y="2184996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67" name="任意形状 66">
            <a:extLst>
              <a:ext uri="{FF2B5EF4-FFF2-40B4-BE49-F238E27FC236}">
                <a16:creationId xmlns:a16="http://schemas.microsoft.com/office/drawing/2014/main" id="{8A08473D-BB36-BD42-A2FF-1E19E4672EE8}"/>
              </a:ext>
            </a:extLst>
          </p:cNvPr>
          <p:cNvSpPr/>
          <p:nvPr/>
        </p:nvSpPr>
        <p:spPr>
          <a:xfrm>
            <a:off x="7545033" y="1147956"/>
            <a:ext cx="2880000" cy="30424"/>
          </a:xfrm>
          <a:custGeom>
            <a:avLst/>
            <a:gdLst>
              <a:gd name="connsiteX0" fmla="*/ -1934 w 1167531"/>
              <a:gd name="connsiteY0" fmla="*/ -857 h 30424"/>
              <a:gd name="connsiteX1" fmla="*/ 1165597 w 1167531"/>
              <a:gd name="connsiteY1" fmla="*/ -857 h 30424"/>
              <a:gd name="connsiteX2" fmla="*/ 1165597 w 1167531"/>
              <a:gd name="connsiteY2" fmla="*/ 29567 h 30424"/>
              <a:gd name="connsiteX3" fmla="*/ -1934 w 1167531"/>
              <a:gd name="connsiteY3" fmla="*/ 29567 h 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531" h="30424">
                <a:moveTo>
                  <a:pt x="-1934" y="-857"/>
                </a:moveTo>
                <a:lnTo>
                  <a:pt x="1165597" y="-857"/>
                </a:lnTo>
                <a:lnTo>
                  <a:pt x="1165597" y="29567"/>
                </a:lnTo>
                <a:lnTo>
                  <a:pt x="-1934" y="29567"/>
                </a:ln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415347-6AFC-3C4D-84B0-73B104E9C11B}"/>
              </a:ext>
            </a:extLst>
          </p:cNvPr>
          <p:cNvSpPr txBox="1"/>
          <p:nvPr/>
        </p:nvSpPr>
        <p:spPr>
          <a:xfrm>
            <a:off x="6871261" y="2138725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0B0EE60-8BE7-A441-B474-9F625FB3097A}"/>
              </a:ext>
            </a:extLst>
          </p:cNvPr>
          <p:cNvSpPr txBox="1"/>
          <p:nvPr/>
        </p:nvSpPr>
        <p:spPr>
          <a:xfrm>
            <a:off x="8370948" y="2162233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3276D3-FD44-BF4B-82BA-7F4CBBEC41E1}"/>
              </a:ext>
            </a:extLst>
          </p:cNvPr>
          <p:cNvSpPr txBox="1"/>
          <p:nvPr/>
        </p:nvSpPr>
        <p:spPr>
          <a:xfrm>
            <a:off x="8569080" y="235030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73" name="任意形状 72">
            <a:extLst>
              <a:ext uri="{FF2B5EF4-FFF2-40B4-BE49-F238E27FC236}">
                <a16:creationId xmlns:a16="http://schemas.microsoft.com/office/drawing/2014/main" id="{017C81D0-1985-8F48-A516-4D91A94B9729}"/>
              </a:ext>
            </a:extLst>
          </p:cNvPr>
          <p:cNvSpPr/>
          <p:nvPr/>
        </p:nvSpPr>
        <p:spPr>
          <a:xfrm>
            <a:off x="8919300" y="2219431"/>
            <a:ext cx="528515" cy="422700"/>
          </a:xfrm>
          <a:custGeom>
            <a:avLst/>
            <a:gdLst>
              <a:gd name="connsiteX0" fmla="*/ 391734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4 w 528515"/>
              <a:gd name="connsiteY3" fmla="*/ 347968 h 422700"/>
              <a:gd name="connsiteX4" fmla="*/ 391734 w 528515"/>
              <a:gd name="connsiteY4" fmla="*/ 421843 h 422700"/>
              <a:gd name="connsiteX5" fmla="*/ 386367 w 528515"/>
              <a:gd name="connsiteY5" fmla="*/ 404695 h 422700"/>
              <a:gd name="connsiteX6" fmla="*/ 462948 w 528515"/>
              <a:gd name="connsiteY6" fmla="*/ 336960 h 422700"/>
              <a:gd name="connsiteX7" fmla="*/ 488014 w 528515"/>
              <a:gd name="connsiteY7" fmla="*/ 208377 h 422700"/>
              <a:gd name="connsiteX8" fmla="*/ 463059 w 528515"/>
              <a:gd name="connsiteY8" fmla="*/ 83252 h 422700"/>
              <a:gd name="connsiteX9" fmla="*/ 385703 w 528515"/>
              <a:gd name="connsiteY9" fmla="*/ 16291 h 422700"/>
              <a:gd name="connsiteX10" fmla="*/ 132941 w 528515"/>
              <a:gd name="connsiteY10" fmla="*/ -857 h 422700"/>
              <a:gd name="connsiteX11" fmla="*/ 138945 w 528515"/>
              <a:gd name="connsiteY11" fmla="*/ 16291 h 422700"/>
              <a:gd name="connsiteX12" fmla="*/ 61727 w 528515"/>
              <a:gd name="connsiteY12" fmla="*/ 83252 h 422700"/>
              <a:gd name="connsiteX13" fmla="*/ 36634 w 528515"/>
              <a:gd name="connsiteY13" fmla="*/ 208377 h 422700"/>
              <a:gd name="connsiteX14" fmla="*/ 61727 w 528515"/>
              <a:gd name="connsiteY14" fmla="*/ 336960 h 422700"/>
              <a:gd name="connsiteX15" fmla="*/ 138281 w 528515"/>
              <a:gd name="connsiteY15" fmla="*/ 404695 h 422700"/>
              <a:gd name="connsiteX16" fmla="*/ 132941 w 528515"/>
              <a:gd name="connsiteY16" fmla="*/ 421843 h 422700"/>
              <a:gd name="connsiteX17" fmla="*/ 32843 w 528515"/>
              <a:gd name="connsiteY17" fmla="*/ 347968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41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34" y="-857"/>
                </a:moveTo>
                <a:cubicBezTo>
                  <a:pt x="435115" y="10566"/>
                  <a:pt x="468454" y="35264"/>
                  <a:pt x="491694" y="73239"/>
                </a:cubicBezTo>
                <a:cubicBezTo>
                  <a:pt x="514962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4" y="347968"/>
                </a:cubicBezTo>
                <a:cubicBezTo>
                  <a:pt x="468620" y="385777"/>
                  <a:pt x="435282" y="410420"/>
                  <a:pt x="391734" y="421843"/>
                </a:cubicBezTo>
                <a:lnTo>
                  <a:pt x="386367" y="404695"/>
                </a:lnTo>
                <a:cubicBezTo>
                  <a:pt x="420701" y="393245"/>
                  <a:pt x="446237" y="370675"/>
                  <a:pt x="462948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59" y="83252"/>
                </a:cubicBezTo>
                <a:cubicBezTo>
                  <a:pt x="446404" y="50062"/>
                  <a:pt x="420618" y="27741"/>
                  <a:pt x="385703" y="16291"/>
                </a:cubicBezTo>
                <a:close/>
                <a:moveTo>
                  <a:pt x="132941" y="-857"/>
                </a:moveTo>
                <a:lnTo>
                  <a:pt x="138945" y="16291"/>
                </a:lnTo>
                <a:cubicBezTo>
                  <a:pt x="104168" y="27741"/>
                  <a:pt x="78438" y="50062"/>
                  <a:pt x="61727" y="83252"/>
                </a:cubicBezTo>
                <a:cubicBezTo>
                  <a:pt x="44988" y="116469"/>
                  <a:pt x="36634" y="158178"/>
                  <a:pt x="36634" y="208377"/>
                </a:cubicBezTo>
                <a:cubicBezTo>
                  <a:pt x="36634" y="260374"/>
                  <a:pt x="44988" y="303217"/>
                  <a:pt x="61727" y="336960"/>
                </a:cubicBezTo>
                <a:cubicBezTo>
                  <a:pt x="78438" y="370675"/>
                  <a:pt x="103946" y="393245"/>
                  <a:pt x="138281" y="404695"/>
                </a:cubicBezTo>
                <a:lnTo>
                  <a:pt x="132941" y="421843"/>
                </a:lnTo>
                <a:cubicBezTo>
                  <a:pt x="89394" y="410420"/>
                  <a:pt x="56028" y="385777"/>
                  <a:pt x="32843" y="347968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714" y="111186"/>
                  <a:pt x="32954" y="73239"/>
                </a:cubicBezTo>
                <a:cubicBezTo>
                  <a:pt x="56221" y="35264"/>
                  <a:pt x="89532" y="10566"/>
                  <a:pt x="132941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7D2048B-CC1D-CF4A-883E-000F8196609B}"/>
              </a:ext>
            </a:extLst>
          </p:cNvPr>
          <p:cNvSpPr txBox="1"/>
          <p:nvPr/>
        </p:nvSpPr>
        <p:spPr>
          <a:xfrm>
            <a:off x="8977204" y="2162233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651744C-618E-9144-A4C2-E574BCE6219B}"/>
              </a:ext>
            </a:extLst>
          </p:cNvPr>
          <p:cNvSpPr txBox="1"/>
          <p:nvPr/>
        </p:nvSpPr>
        <p:spPr>
          <a:xfrm>
            <a:off x="7555694" y="2162233"/>
            <a:ext cx="501046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𝑹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CD54D9-7ABE-594C-ADDA-B15B8AD7CCEB}"/>
              </a:ext>
            </a:extLst>
          </p:cNvPr>
          <p:cNvSpPr txBox="1"/>
          <p:nvPr/>
        </p:nvSpPr>
        <p:spPr>
          <a:xfrm>
            <a:off x="7874292" y="2350309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25E2FC0-9679-C74C-8C1B-34DAA5268B75}"/>
              </a:ext>
            </a:extLst>
          </p:cNvPr>
          <p:cNvSpPr txBox="1"/>
          <p:nvPr/>
        </p:nvSpPr>
        <p:spPr>
          <a:xfrm>
            <a:off x="706572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6F06A7D-5E35-D94E-9132-C011B9F9D22A}"/>
              </a:ext>
            </a:extLst>
          </p:cNvPr>
          <p:cNvSpPr txBox="1"/>
          <p:nvPr/>
        </p:nvSpPr>
        <p:spPr>
          <a:xfrm>
            <a:off x="7263847" y="300484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𝟏</a:t>
            </a:r>
          </a:p>
        </p:txBody>
      </p:sp>
      <p:sp>
        <p:nvSpPr>
          <p:cNvPr id="84" name="任意形状 83">
            <a:extLst>
              <a:ext uri="{FF2B5EF4-FFF2-40B4-BE49-F238E27FC236}">
                <a16:creationId xmlns:a16="http://schemas.microsoft.com/office/drawing/2014/main" id="{857A8C39-6DC0-3347-8CBA-3C921E1AEEF8}"/>
              </a:ext>
            </a:extLst>
          </p:cNvPr>
          <p:cNvSpPr/>
          <p:nvPr/>
        </p:nvSpPr>
        <p:spPr>
          <a:xfrm>
            <a:off x="7613887" y="2923485"/>
            <a:ext cx="528515" cy="422700"/>
          </a:xfrm>
          <a:custGeom>
            <a:avLst/>
            <a:gdLst>
              <a:gd name="connsiteX0" fmla="*/ 391707 w 528515"/>
              <a:gd name="connsiteY0" fmla="*/ -857 h 422700"/>
              <a:gd name="connsiteX1" fmla="*/ 491694 w 528515"/>
              <a:gd name="connsiteY1" fmla="*/ 73239 h 422700"/>
              <a:gd name="connsiteX2" fmla="*/ 526581 w 528515"/>
              <a:gd name="connsiteY2" fmla="*/ 210617 h 422700"/>
              <a:gd name="connsiteX3" fmla="*/ 491805 w 528515"/>
              <a:gd name="connsiteY3" fmla="*/ 347996 h 422700"/>
              <a:gd name="connsiteX4" fmla="*/ 391707 w 528515"/>
              <a:gd name="connsiteY4" fmla="*/ 421843 h 422700"/>
              <a:gd name="connsiteX5" fmla="*/ 386367 w 528515"/>
              <a:gd name="connsiteY5" fmla="*/ 404695 h 422700"/>
              <a:gd name="connsiteX6" fmla="*/ 462921 w 528515"/>
              <a:gd name="connsiteY6" fmla="*/ 336960 h 422700"/>
              <a:gd name="connsiteX7" fmla="*/ 488014 w 528515"/>
              <a:gd name="connsiteY7" fmla="*/ 208377 h 422700"/>
              <a:gd name="connsiteX8" fmla="*/ 463031 w 528515"/>
              <a:gd name="connsiteY8" fmla="*/ 83251 h 422700"/>
              <a:gd name="connsiteX9" fmla="*/ 385703 w 528515"/>
              <a:gd name="connsiteY9" fmla="*/ 16291 h 422700"/>
              <a:gd name="connsiteX10" fmla="*/ 132914 w 528515"/>
              <a:gd name="connsiteY10" fmla="*/ -857 h 422700"/>
              <a:gd name="connsiteX11" fmla="*/ 138945 w 528515"/>
              <a:gd name="connsiteY11" fmla="*/ 16291 h 422700"/>
              <a:gd name="connsiteX12" fmla="*/ 61699 w 528515"/>
              <a:gd name="connsiteY12" fmla="*/ 83251 h 422700"/>
              <a:gd name="connsiteX13" fmla="*/ 36634 w 528515"/>
              <a:gd name="connsiteY13" fmla="*/ 208377 h 422700"/>
              <a:gd name="connsiteX14" fmla="*/ 61699 w 528515"/>
              <a:gd name="connsiteY14" fmla="*/ 336960 h 422700"/>
              <a:gd name="connsiteX15" fmla="*/ 138281 w 528515"/>
              <a:gd name="connsiteY15" fmla="*/ 404695 h 422700"/>
              <a:gd name="connsiteX16" fmla="*/ 132914 w 528515"/>
              <a:gd name="connsiteY16" fmla="*/ 421843 h 422700"/>
              <a:gd name="connsiteX17" fmla="*/ 32843 w 528515"/>
              <a:gd name="connsiteY17" fmla="*/ 347996 h 422700"/>
              <a:gd name="connsiteX18" fmla="*/ -1934 w 528515"/>
              <a:gd name="connsiteY18" fmla="*/ 210617 h 422700"/>
              <a:gd name="connsiteX19" fmla="*/ 32954 w 528515"/>
              <a:gd name="connsiteY19" fmla="*/ 73239 h 422700"/>
              <a:gd name="connsiteX20" fmla="*/ 132914 w 528515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515" h="422700">
                <a:moveTo>
                  <a:pt x="391707" y="-857"/>
                </a:moveTo>
                <a:cubicBezTo>
                  <a:pt x="435116" y="10566"/>
                  <a:pt x="468426" y="35264"/>
                  <a:pt x="491694" y="73239"/>
                </a:cubicBezTo>
                <a:cubicBezTo>
                  <a:pt x="514934" y="111186"/>
                  <a:pt x="526581" y="156988"/>
                  <a:pt x="526581" y="210617"/>
                </a:cubicBezTo>
                <a:cubicBezTo>
                  <a:pt x="526581" y="264385"/>
                  <a:pt x="514989" y="310187"/>
                  <a:pt x="491805" y="347996"/>
                </a:cubicBezTo>
                <a:cubicBezTo>
                  <a:pt x="468620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701" y="393245"/>
                  <a:pt x="446210" y="370675"/>
                  <a:pt x="462921" y="336960"/>
                </a:cubicBezTo>
                <a:cubicBezTo>
                  <a:pt x="479659" y="303217"/>
                  <a:pt x="488014" y="260374"/>
                  <a:pt x="488014" y="208377"/>
                </a:cubicBezTo>
                <a:cubicBezTo>
                  <a:pt x="488014" y="158178"/>
                  <a:pt x="479687" y="116469"/>
                  <a:pt x="463031" y="83251"/>
                </a:cubicBezTo>
                <a:cubicBezTo>
                  <a:pt x="446404" y="50061"/>
                  <a:pt x="420619" y="27741"/>
                  <a:pt x="385703" y="16291"/>
                </a:cubicBezTo>
                <a:close/>
                <a:moveTo>
                  <a:pt x="132914" y="-857"/>
                </a:moveTo>
                <a:lnTo>
                  <a:pt x="138945" y="16291"/>
                </a:lnTo>
                <a:cubicBezTo>
                  <a:pt x="104168" y="27741"/>
                  <a:pt x="78410" y="50061"/>
                  <a:pt x="61699" y="83251"/>
                </a:cubicBezTo>
                <a:cubicBezTo>
                  <a:pt x="44989" y="116469"/>
                  <a:pt x="36634" y="158178"/>
                  <a:pt x="36634" y="208377"/>
                </a:cubicBezTo>
                <a:cubicBezTo>
                  <a:pt x="36634" y="260374"/>
                  <a:pt x="44989" y="303217"/>
                  <a:pt x="61699" y="336960"/>
                </a:cubicBezTo>
                <a:cubicBezTo>
                  <a:pt x="78410" y="370675"/>
                  <a:pt x="103946" y="393245"/>
                  <a:pt x="138281" y="404695"/>
                </a:cubicBezTo>
                <a:lnTo>
                  <a:pt x="132914" y="421843"/>
                </a:lnTo>
                <a:cubicBezTo>
                  <a:pt x="89394" y="410420"/>
                  <a:pt x="56028" y="385777"/>
                  <a:pt x="32843" y="347996"/>
                </a:cubicBezTo>
                <a:cubicBezTo>
                  <a:pt x="9659" y="310187"/>
                  <a:pt x="-1934" y="264385"/>
                  <a:pt x="-1934" y="210617"/>
                </a:cubicBezTo>
                <a:cubicBezTo>
                  <a:pt x="-1934" y="156988"/>
                  <a:pt x="9687" y="111186"/>
                  <a:pt x="32954" y="73239"/>
                </a:cubicBezTo>
                <a:cubicBezTo>
                  <a:pt x="56194" y="35264"/>
                  <a:pt x="89532" y="10566"/>
                  <a:pt x="132914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AD7F2F1-6E7B-D44A-9119-FCB02A3AB495}"/>
              </a:ext>
            </a:extLst>
          </p:cNvPr>
          <p:cNvSpPr txBox="1"/>
          <p:nvPr/>
        </p:nvSpPr>
        <p:spPr>
          <a:xfrm>
            <a:off x="8192684" y="2814000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+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1D042F5-F725-F94C-AE33-C8E310862CF1}"/>
              </a:ext>
            </a:extLst>
          </p:cNvPr>
          <p:cNvSpPr txBox="1"/>
          <p:nvPr/>
        </p:nvSpPr>
        <p:spPr>
          <a:xfrm>
            <a:off x="863491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A02DBCF-3A15-1B46-8EA5-CABE08BF3565}"/>
              </a:ext>
            </a:extLst>
          </p:cNvPr>
          <p:cNvSpPr txBox="1"/>
          <p:nvPr/>
        </p:nvSpPr>
        <p:spPr>
          <a:xfrm>
            <a:off x="8833050" y="3004842"/>
            <a:ext cx="382079" cy="420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1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𝟐</a:t>
            </a:r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4A8DE7F7-94E8-3844-8F14-032E3477B74D}"/>
              </a:ext>
            </a:extLst>
          </p:cNvPr>
          <p:cNvSpPr/>
          <p:nvPr/>
        </p:nvSpPr>
        <p:spPr>
          <a:xfrm>
            <a:off x="9192047" y="2895213"/>
            <a:ext cx="528487" cy="422700"/>
          </a:xfrm>
          <a:custGeom>
            <a:avLst/>
            <a:gdLst>
              <a:gd name="connsiteX0" fmla="*/ 391707 w 528487"/>
              <a:gd name="connsiteY0" fmla="*/ -857 h 422700"/>
              <a:gd name="connsiteX1" fmla="*/ 491666 w 528487"/>
              <a:gd name="connsiteY1" fmla="*/ 73239 h 422700"/>
              <a:gd name="connsiteX2" fmla="*/ 526554 w 528487"/>
              <a:gd name="connsiteY2" fmla="*/ 210617 h 422700"/>
              <a:gd name="connsiteX3" fmla="*/ 491777 w 528487"/>
              <a:gd name="connsiteY3" fmla="*/ 347996 h 422700"/>
              <a:gd name="connsiteX4" fmla="*/ 391707 w 528487"/>
              <a:gd name="connsiteY4" fmla="*/ 421843 h 422700"/>
              <a:gd name="connsiteX5" fmla="*/ 386367 w 528487"/>
              <a:gd name="connsiteY5" fmla="*/ 404695 h 422700"/>
              <a:gd name="connsiteX6" fmla="*/ 462921 w 528487"/>
              <a:gd name="connsiteY6" fmla="*/ 336960 h 422700"/>
              <a:gd name="connsiteX7" fmla="*/ 487986 w 528487"/>
              <a:gd name="connsiteY7" fmla="*/ 208377 h 422700"/>
              <a:gd name="connsiteX8" fmla="*/ 463031 w 528487"/>
              <a:gd name="connsiteY8" fmla="*/ 83251 h 422700"/>
              <a:gd name="connsiteX9" fmla="*/ 385675 w 528487"/>
              <a:gd name="connsiteY9" fmla="*/ 16291 h 422700"/>
              <a:gd name="connsiteX10" fmla="*/ 132913 w 528487"/>
              <a:gd name="connsiteY10" fmla="*/ -857 h 422700"/>
              <a:gd name="connsiteX11" fmla="*/ 138944 w 528487"/>
              <a:gd name="connsiteY11" fmla="*/ 16291 h 422700"/>
              <a:gd name="connsiteX12" fmla="*/ 61699 w 528487"/>
              <a:gd name="connsiteY12" fmla="*/ 83251 h 422700"/>
              <a:gd name="connsiteX13" fmla="*/ 36633 w 528487"/>
              <a:gd name="connsiteY13" fmla="*/ 208377 h 422700"/>
              <a:gd name="connsiteX14" fmla="*/ 61699 w 528487"/>
              <a:gd name="connsiteY14" fmla="*/ 336960 h 422700"/>
              <a:gd name="connsiteX15" fmla="*/ 138253 w 528487"/>
              <a:gd name="connsiteY15" fmla="*/ 404695 h 422700"/>
              <a:gd name="connsiteX16" fmla="*/ 132913 w 528487"/>
              <a:gd name="connsiteY16" fmla="*/ 421843 h 422700"/>
              <a:gd name="connsiteX17" fmla="*/ 32842 w 528487"/>
              <a:gd name="connsiteY17" fmla="*/ 347996 h 422700"/>
              <a:gd name="connsiteX18" fmla="*/ -1934 w 528487"/>
              <a:gd name="connsiteY18" fmla="*/ 210617 h 422700"/>
              <a:gd name="connsiteX19" fmla="*/ 32953 w 528487"/>
              <a:gd name="connsiteY19" fmla="*/ 73239 h 422700"/>
              <a:gd name="connsiteX20" fmla="*/ 132913 w 528487"/>
              <a:gd name="connsiteY20" fmla="*/ -857 h 42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28487" h="422700">
                <a:moveTo>
                  <a:pt x="391707" y="-857"/>
                </a:moveTo>
                <a:cubicBezTo>
                  <a:pt x="435088" y="10566"/>
                  <a:pt x="468426" y="35264"/>
                  <a:pt x="491666" y="73239"/>
                </a:cubicBezTo>
                <a:cubicBezTo>
                  <a:pt x="514933" y="111186"/>
                  <a:pt x="526554" y="156988"/>
                  <a:pt x="526554" y="210617"/>
                </a:cubicBezTo>
                <a:cubicBezTo>
                  <a:pt x="526554" y="264385"/>
                  <a:pt x="514961" y="310187"/>
                  <a:pt x="491777" y="347996"/>
                </a:cubicBezTo>
                <a:cubicBezTo>
                  <a:pt x="468619" y="385777"/>
                  <a:pt x="435254" y="410420"/>
                  <a:pt x="391707" y="421843"/>
                </a:cubicBezTo>
                <a:lnTo>
                  <a:pt x="386367" y="404695"/>
                </a:lnTo>
                <a:cubicBezTo>
                  <a:pt x="420674" y="393245"/>
                  <a:pt x="446210" y="370675"/>
                  <a:pt x="462921" y="336960"/>
                </a:cubicBezTo>
                <a:cubicBezTo>
                  <a:pt x="479631" y="303217"/>
                  <a:pt x="487986" y="260374"/>
                  <a:pt x="487986" y="208377"/>
                </a:cubicBezTo>
                <a:cubicBezTo>
                  <a:pt x="487986" y="158178"/>
                  <a:pt x="479686" y="116469"/>
                  <a:pt x="463031" y="83251"/>
                </a:cubicBezTo>
                <a:cubicBezTo>
                  <a:pt x="446404" y="50061"/>
                  <a:pt x="420618" y="27741"/>
                  <a:pt x="385675" y="16291"/>
                </a:cubicBezTo>
                <a:close/>
                <a:moveTo>
                  <a:pt x="132913" y="-857"/>
                </a:moveTo>
                <a:lnTo>
                  <a:pt x="138944" y="16291"/>
                </a:lnTo>
                <a:cubicBezTo>
                  <a:pt x="104167" y="27741"/>
                  <a:pt x="78410" y="50061"/>
                  <a:pt x="61699" y="83251"/>
                </a:cubicBezTo>
                <a:cubicBezTo>
                  <a:pt x="44988" y="116469"/>
                  <a:pt x="36633" y="158178"/>
                  <a:pt x="36633" y="208377"/>
                </a:cubicBezTo>
                <a:cubicBezTo>
                  <a:pt x="36633" y="260374"/>
                  <a:pt x="44988" y="303217"/>
                  <a:pt x="61699" y="336960"/>
                </a:cubicBezTo>
                <a:cubicBezTo>
                  <a:pt x="78410" y="370675"/>
                  <a:pt x="103946" y="393245"/>
                  <a:pt x="138253" y="404695"/>
                </a:cubicBezTo>
                <a:lnTo>
                  <a:pt x="132913" y="421843"/>
                </a:lnTo>
                <a:cubicBezTo>
                  <a:pt x="89366" y="410420"/>
                  <a:pt x="56000" y="385777"/>
                  <a:pt x="32842" y="347996"/>
                </a:cubicBezTo>
                <a:cubicBezTo>
                  <a:pt x="9658" y="310187"/>
                  <a:pt x="-1934" y="264385"/>
                  <a:pt x="-1934" y="210617"/>
                </a:cubicBezTo>
                <a:cubicBezTo>
                  <a:pt x="-1934" y="156988"/>
                  <a:pt x="9686" y="111186"/>
                  <a:pt x="32953" y="73239"/>
                </a:cubicBezTo>
                <a:cubicBezTo>
                  <a:pt x="56194" y="35264"/>
                  <a:pt x="89531" y="10566"/>
                  <a:pt x="132913" y="-857"/>
                </a:cubicBezTo>
                <a:close/>
              </a:path>
            </a:pathLst>
          </a:custGeom>
          <a:solidFill>
            <a:srgbClr val="000000"/>
          </a:solidFill>
          <a:ln w="27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C787FDC-9343-D94F-8D2B-A7EBEAF210AA}"/>
              </a:ext>
            </a:extLst>
          </p:cNvPr>
          <p:cNvSpPr txBox="1"/>
          <p:nvPr/>
        </p:nvSpPr>
        <p:spPr>
          <a:xfrm>
            <a:off x="9244969" y="2803607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2D9D168-8931-7849-AE04-81F3286BF1EB}"/>
              </a:ext>
            </a:extLst>
          </p:cNvPr>
          <p:cNvSpPr txBox="1"/>
          <p:nvPr/>
        </p:nvSpPr>
        <p:spPr>
          <a:xfrm>
            <a:off x="6548703" y="2816298"/>
            <a:ext cx="5231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=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8ABE49B-C432-4E47-B07A-FBB9231031E9}"/>
              </a:ext>
            </a:extLst>
          </p:cNvPr>
          <p:cNvSpPr txBox="1"/>
          <p:nvPr/>
        </p:nvSpPr>
        <p:spPr>
          <a:xfrm>
            <a:off x="5621016" y="2814000"/>
            <a:ext cx="382079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𝑰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9109347-91AC-634A-AD35-9D57EC1BC80C}"/>
              </a:ext>
            </a:extLst>
          </p:cNvPr>
          <p:cNvSpPr txBox="1"/>
          <p:nvPr/>
        </p:nvSpPr>
        <p:spPr>
          <a:xfrm>
            <a:off x="5819148" y="2814000"/>
            <a:ext cx="600645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(𝒔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63F3E8C-01F8-EB41-8AEA-97FA23FE23B2}"/>
              </a:ext>
            </a:extLst>
          </p:cNvPr>
          <p:cNvSpPr txBox="1"/>
          <p:nvPr/>
        </p:nvSpPr>
        <p:spPr>
          <a:xfrm>
            <a:off x="6239191" y="2814000"/>
            <a:ext cx="3710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)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EC64FAE-9F97-5748-804C-1D723360A476}"/>
              </a:ext>
            </a:extLst>
          </p:cNvPr>
          <p:cNvSpPr txBox="1"/>
          <p:nvPr/>
        </p:nvSpPr>
        <p:spPr>
          <a:xfrm>
            <a:off x="7678516" y="2779680"/>
            <a:ext cx="412512" cy="545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𝒔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67A3B4F-41E0-C94D-9B0B-CE992CF88007}"/>
              </a:ext>
            </a:extLst>
          </p:cNvPr>
          <p:cNvSpPr txBox="1"/>
          <p:nvPr/>
        </p:nvSpPr>
        <p:spPr>
          <a:xfrm>
            <a:off x="9851704" y="2131925"/>
            <a:ext cx="473206" cy="64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594" spc="0" baseline="0" dirty="0">
                <a:solidFill>
                  <a:srgbClr val="000000"/>
                </a:solidFill>
                <a:latin typeface="Cambria Math"/>
                <a:sym typeface="Cambria Math"/>
                <a:rtl val="0"/>
              </a:rPr>
              <a:t>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/>
              <p:nvPr/>
            </p:nvSpPr>
            <p:spPr>
              <a:xfrm>
                <a:off x="9421223" y="2153782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6EFB301F-DED5-904C-8F10-AA20F9146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223" y="2153782"/>
                <a:ext cx="5571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/>
              <p:nvPr/>
            </p:nvSpPr>
            <p:spPr>
              <a:xfrm>
                <a:off x="8672574" y="582204"/>
                <a:ext cx="5571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9475CB4-782A-744F-B7BA-021CD7D6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574" y="582204"/>
                <a:ext cx="55717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椭圆Uo">
            <a:extLst>
              <a:ext uri="{FF2B5EF4-FFF2-40B4-BE49-F238E27FC236}">
                <a16:creationId xmlns:a16="http://schemas.microsoft.com/office/drawing/2014/main" id="{1DC7EA4F-0BC2-8B49-A6A3-BB8D7993B6A7}"/>
              </a:ext>
            </a:extLst>
          </p:cNvPr>
          <p:cNvSpPr/>
          <p:nvPr/>
        </p:nvSpPr>
        <p:spPr>
          <a:xfrm>
            <a:off x="9385357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31" name="椭圆u1">
            <a:extLst>
              <a:ext uri="{FF2B5EF4-FFF2-40B4-BE49-F238E27FC236}">
                <a16:creationId xmlns:a16="http://schemas.microsoft.com/office/drawing/2014/main" id="{6F8493B2-CFE8-DC42-8F5E-78FF431E203B}"/>
              </a:ext>
            </a:extLst>
          </p:cNvPr>
          <p:cNvSpPr/>
          <p:nvPr/>
        </p:nvSpPr>
        <p:spPr>
          <a:xfrm>
            <a:off x="6502835" y="3656754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15" name="椭圆I">
            <a:extLst>
              <a:ext uri="{FF2B5EF4-FFF2-40B4-BE49-F238E27FC236}">
                <a16:creationId xmlns:a16="http://schemas.microsoft.com/office/drawing/2014/main" id="{E7BCE29A-0314-C646-8322-B23A0CC9A783}"/>
              </a:ext>
            </a:extLst>
          </p:cNvPr>
          <p:cNvSpPr/>
          <p:nvPr/>
        </p:nvSpPr>
        <p:spPr>
          <a:xfrm>
            <a:off x="7949299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10" name="椭圆I2">
            <a:extLst>
              <a:ext uri="{FF2B5EF4-FFF2-40B4-BE49-F238E27FC236}">
                <a16:creationId xmlns:a16="http://schemas.microsoft.com/office/drawing/2014/main" id="{473ED88E-64EC-484C-99DD-3B4CC70DA762}"/>
              </a:ext>
            </a:extLst>
          </p:cNvPr>
          <p:cNvSpPr/>
          <p:nvPr/>
        </p:nvSpPr>
        <p:spPr>
          <a:xfrm>
            <a:off x="6513241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06" name="椭圆I1">
            <a:extLst>
              <a:ext uri="{FF2B5EF4-FFF2-40B4-BE49-F238E27FC236}">
                <a16:creationId xmlns:a16="http://schemas.microsoft.com/office/drawing/2014/main" id="{317A8976-9782-BF44-99B0-4F133E332190}"/>
              </a:ext>
            </a:extLst>
          </p:cNvPr>
          <p:cNvSpPr/>
          <p:nvPr/>
        </p:nvSpPr>
        <p:spPr>
          <a:xfrm>
            <a:off x="5077183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05" name="椭圆Ui-Uo">
            <a:extLst>
              <a:ext uri="{FF2B5EF4-FFF2-40B4-BE49-F238E27FC236}">
                <a16:creationId xmlns:a16="http://schemas.microsoft.com/office/drawing/2014/main" id="{5FA9C231-C3C2-3C4C-9F9A-A200A21D7763}"/>
              </a:ext>
            </a:extLst>
          </p:cNvPr>
          <p:cNvSpPr/>
          <p:nvPr/>
        </p:nvSpPr>
        <p:spPr>
          <a:xfrm>
            <a:off x="3641125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04" name="椭圆Ui">
            <a:extLst>
              <a:ext uri="{FF2B5EF4-FFF2-40B4-BE49-F238E27FC236}">
                <a16:creationId xmlns:a16="http://schemas.microsoft.com/office/drawing/2014/main" id="{7064EE1B-1E8D-9E42-9647-02DCA37F826F}"/>
              </a:ext>
            </a:extLst>
          </p:cNvPr>
          <p:cNvSpPr/>
          <p:nvPr/>
        </p:nvSpPr>
        <p:spPr>
          <a:xfrm>
            <a:off x="2205067" y="504014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23" name="负单位增益">
            <a:extLst>
              <a:ext uri="{FF2B5EF4-FFF2-40B4-BE49-F238E27FC236}">
                <a16:creationId xmlns:a16="http://schemas.microsoft.com/office/drawing/2014/main" id="{2D8E9148-0FD9-C74B-BCC1-8E9766AC1000}"/>
              </a:ext>
            </a:extLst>
          </p:cNvPr>
          <p:cNvCxnSpPr>
            <a:cxnSpLocks/>
            <a:stCxn id="116" idx="4"/>
            <a:endCxn id="105" idx="4"/>
          </p:cNvCxnSpPr>
          <p:nvPr/>
        </p:nvCxnSpPr>
        <p:spPr>
          <a:xfrm rot="5400000">
            <a:off x="6631326" y="2404201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曲线连接符1">
            <a:extLst>
              <a:ext uri="{FF2B5EF4-FFF2-40B4-BE49-F238E27FC236}">
                <a16:creationId xmlns:a16="http://schemas.microsoft.com/office/drawing/2014/main" id="{F2978BE0-F39D-1A44-A096-4C6120F9F103}"/>
              </a:ext>
            </a:extLst>
          </p:cNvPr>
          <p:cNvCxnSpPr>
            <a:cxnSpLocks/>
            <a:stCxn id="106" idx="4"/>
            <a:endCxn id="115" idx="4"/>
          </p:cNvCxnSpPr>
          <p:nvPr/>
        </p:nvCxnSpPr>
        <p:spPr>
          <a:xfrm rot="16200000" flipH="1">
            <a:off x="6631326" y="3840259"/>
            <a:ext cx="12700" cy="2872116"/>
          </a:xfrm>
          <a:prstGeom prst="curvedConnector3">
            <a:avLst>
              <a:gd name="adj1" fmla="val 46465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6">
            <a:extLst>
              <a:ext uri="{FF2B5EF4-FFF2-40B4-BE49-F238E27FC236}">
                <a16:creationId xmlns:a16="http://schemas.microsoft.com/office/drawing/2014/main" id="{5E135AFE-941A-B840-BF33-A744E071BCBC}"/>
              </a:ext>
            </a:extLst>
          </p:cNvPr>
          <p:cNvCxnSpPr>
            <a:cxnSpLocks/>
            <a:stCxn id="115" idx="6"/>
            <a:endCxn id="116" idx="2"/>
          </p:cNvCxnSpPr>
          <p:nvPr/>
        </p:nvCxnSpPr>
        <p:spPr>
          <a:xfrm>
            <a:off x="8185469" y="515823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5">
            <a:extLst>
              <a:ext uri="{FF2B5EF4-FFF2-40B4-BE49-F238E27FC236}">
                <a16:creationId xmlns:a16="http://schemas.microsoft.com/office/drawing/2014/main" id="{DD9ECE4B-427A-B841-98DC-EFF190144100}"/>
              </a:ext>
            </a:extLst>
          </p:cNvPr>
          <p:cNvCxnSpPr>
            <a:cxnSpLocks/>
            <a:stCxn id="110" idx="6"/>
            <a:endCxn id="115" idx="2"/>
          </p:cNvCxnSpPr>
          <p:nvPr/>
        </p:nvCxnSpPr>
        <p:spPr>
          <a:xfrm>
            <a:off x="6749411" y="515823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线箭头连接符4">
            <a:extLst>
              <a:ext uri="{FF2B5EF4-FFF2-40B4-BE49-F238E27FC236}">
                <a16:creationId xmlns:a16="http://schemas.microsoft.com/office/drawing/2014/main" id="{402D233A-25DC-4348-919C-CF04B5DE9D3B}"/>
              </a:ext>
            </a:extLst>
          </p:cNvPr>
          <p:cNvCxnSpPr>
            <a:cxnSpLocks/>
            <a:stCxn id="131" idx="4"/>
            <a:endCxn id="110" idx="0"/>
          </p:cNvCxnSpPr>
          <p:nvPr/>
        </p:nvCxnSpPr>
        <p:spPr>
          <a:xfrm>
            <a:off x="6620920" y="3892924"/>
            <a:ext cx="10406" cy="11472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3">
            <a:extLst>
              <a:ext uri="{FF2B5EF4-FFF2-40B4-BE49-F238E27FC236}">
                <a16:creationId xmlns:a16="http://schemas.microsoft.com/office/drawing/2014/main" id="{D32FF1CD-7F49-0C41-97B6-54E5429CBF95}"/>
              </a:ext>
            </a:extLst>
          </p:cNvPr>
          <p:cNvCxnSpPr>
            <a:cxnSpLocks/>
            <a:stCxn id="106" idx="6"/>
            <a:endCxn id="110" idx="2"/>
          </p:cNvCxnSpPr>
          <p:nvPr/>
        </p:nvCxnSpPr>
        <p:spPr>
          <a:xfrm>
            <a:off x="5313353" y="515823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2">
            <a:extLst>
              <a:ext uri="{FF2B5EF4-FFF2-40B4-BE49-F238E27FC236}">
                <a16:creationId xmlns:a16="http://schemas.microsoft.com/office/drawing/2014/main" id="{672D60EB-63E7-454B-B7AE-422E4C12606F}"/>
              </a:ext>
            </a:extLst>
          </p:cNvPr>
          <p:cNvCxnSpPr>
            <a:cxnSpLocks/>
            <a:stCxn id="105" idx="6"/>
            <a:endCxn id="106" idx="2"/>
          </p:cNvCxnSpPr>
          <p:nvPr/>
        </p:nvCxnSpPr>
        <p:spPr>
          <a:xfrm>
            <a:off x="3877295" y="515823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1">
            <a:extLst>
              <a:ext uri="{FF2B5EF4-FFF2-40B4-BE49-F238E27FC236}">
                <a16:creationId xmlns:a16="http://schemas.microsoft.com/office/drawing/2014/main" id="{C87E8C3C-3998-AF49-B981-FD7ACB5C6763}"/>
              </a:ext>
            </a:extLst>
          </p:cNvPr>
          <p:cNvCxnSpPr>
            <a:cxnSpLocks/>
            <a:stCxn id="104" idx="6"/>
            <a:endCxn id="105" idx="2"/>
          </p:cNvCxnSpPr>
          <p:nvPr/>
        </p:nvCxnSpPr>
        <p:spPr>
          <a:xfrm>
            <a:off x="2441237" y="515823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2">
                <a:extLst>
                  <a:ext uri="{FF2B5EF4-FFF2-40B4-BE49-F238E27FC236}">
                    <a16:creationId xmlns:a16="http://schemas.microsoft.com/office/drawing/2014/main" id="{520725E1-8223-1F44-A0BB-709C36E7B3FB}"/>
                  </a:ext>
                </a:extLst>
              </p:cNvPr>
              <p:cNvSpPr txBox="1"/>
              <p:nvPr/>
            </p:nvSpPr>
            <p:spPr>
              <a:xfrm>
                <a:off x="8353252" y="4607790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8" name="R2">
                <a:extLst>
                  <a:ext uri="{FF2B5EF4-FFF2-40B4-BE49-F238E27FC236}">
                    <a16:creationId xmlns:a16="http://schemas.microsoft.com/office/drawing/2014/main" id="{520725E1-8223-1F44-A0BB-709C36E7B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52" y="4607790"/>
                <a:ext cx="692168" cy="557268"/>
              </a:xfrm>
              <a:prstGeom prst="rect">
                <a:avLst/>
              </a:prstGeom>
              <a:blipFill>
                <a:blip r:embed="rId5"/>
                <a:stretch>
                  <a:fillRect l="-10714" r="-178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单位增益3">
                <a:extLst>
                  <a:ext uri="{FF2B5EF4-FFF2-40B4-BE49-F238E27FC236}">
                    <a16:creationId xmlns:a16="http://schemas.microsoft.com/office/drawing/2014/main" id="{7FBF205F-7B7B-0C4A-B97B-8C9B57DB24A2}"/>
                  </a:ext>
                </a:extLst>
              </p:cNvPr>
              <p:cNvSpPr txBox="1"/>
              <p:nvPr/>
            </p:nvSpPr>
            <p:spPr>
              <a:xfrm>
                <a:off x="7309946" y="567166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5" name="单位增益3">
                <a:extLst>
                  <a:ext uri="{FF2B5EF4-FFF2-40B4-BE49-F238E27FC236}">
                    <a16:creationId xmlns:a16="http://schemas.microsoft.com/office/drawing/2014/main" id="{7FBF205F-7B7B-0C4A-B97B-8C9B57DB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946" y="5671668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单位增益2">
                <a:extLst>
                  <a:ext uri="{FF2B5EF4-FFF2-40B4-BE49-F238E27FC236}">
                    <a16:creationId xmlns:a16="http://schemas.microsoft.com/office/drawing/2014/main" id="{0A2A6069-60B6-BD4B-BA57-ACD2D98D3343}"/>
                  </a:ext>
                </a:extLst>
              </p:cNvPr>
              <p:cNvSpPr txBox="1"/>
              <p:nvPr/>
            </p:nvSpPr>
            <p:spPr>
              <a:xfrm>
                <a:off x="6977613" y="4575875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9" name="单位增益2">
                <a:extLst>
                  <a:ext uri="{FF2B5EF4-FFF2-40B4-BE49-F238E27FC236}">
                    <a16:creationId xmlns:a16="http://schemas.microsoft.com/office/drawing/2014/main" id="{0A2A6069-60B6-BD4B-BA57-ACD2D98D3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613" y="4575875"/>
                <a:ext cx="692168" cy="55726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-C">
                <a:extLst>
                  <a:ext uri="{FF2B5EF4-FFF2-40B4-BE49-F238E27FC236}">
                    <a16:creationId xmlns:a16="http://schemas.microsoft.com/office/drawing/2014/main" id="{72927A72-6F51-2D43-A5FF-0616C07F0B04}"/>
                  </a:ext>
                </a:extLst>
              </p:cNvPr>
              <p:cNvSpPr txBox="1"/>
              <p:nvPr/>
            </p:nvSpPr>
            <p:spPr>
              <a:xfrm>
                <a:off x="6657187" y="408797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6" name="-C">
                <a:extLst>
                  <a:ext uri="{FF2B5EF4-FFF2-40B4-BE49-F238E27FC236}">
                    <a16:creationId xmlns:a16="http://schemas.microsoft.com/office/drawing/2014/main" id="{72927A72-6F51-2D43-A5FF-0616C07F0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187" y="4087971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l="-7273" r="-18182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1Cs">
                <a:extLst>
                  <a:ext uri="{FF2B5EF4-FFF2-40B4-BE49-F238E27FC236}">
                    <a16:creationId xmlns:a16="http://schemas.microsoft.com/office/drawing/2014/main" id="{F5D15C2B-2DE3-534C-B9B8-7B1599B6671D}"/>
                  </a:ext>
                </a:extLst>
              </p:cNvPr>
              <p:cNvSpPr txBox="1"/>
              <p:nvPr/>
            </p:nvSpPr>
            <p:spPr>
              <a:xfrm>
                <a:off x="5468019" y="460762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0" name="R1Cs">
                <a:extLst>
                  <a:ext uri="{FF2B5EF4-FFF2-40B4-BE49-F238E27FC236}">
                    <a16:creationId xmlns:a16="http://schemas.microsoft.com/office/drawing/2014/main" id="{F5D15C2B-2DE3-534C-B9B8-7B1599B66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019" y="4607624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l="-21429" r="-73214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单位增益1">
                <a:extLst>
                  <a:ext uri="{FF2B5EF4-FFF2-40B4-BE49-F238E27FC236}">
                    <a16:creationId xmlns:a16="http://schemas.microsoft.com/office/drawing/2014/main" id="{6BB8DF6C-8C15-6F4B-AB77-4721549AC8A3}"/>
                  </a:ext>
                </a:extLst>
              </p:cNvPr>
              <p:cNvSpPr txBox="1"/>
              <p:nvPr/>
            </p:nvSpPr>
            <p:spPr>
              <a:xfrm>
                <a:off x="2509578" y="4609536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4" name="单位增益1">
                <a:extLst>
                  <a:ext uri="{FF2B5EF4-FFF2-40B4-BE49-F238E27FC236}">
                    <a16:creationId xmlns:a16="http://schemas.microsoft.com/office/drawing/2014/main" id="{6BB8DF6C-8C15-6F4B-AB77-4721549AC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4609536"/>
                <a:ext cx="692168" cy="557268"/>
              </a:xfrm>
              <a:prstGeom prst="rect">
                <a:avLst/>
              </a:prstGeom>
              <a:blipFill>
                <a:blip r:embed="rId11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u1">
                <a:extLst>
                  <a:ext uri="{FF2B5EF4-FFF2-40B4-BE49-F238E27FC236}">
                    <a16:creationId xmlns:a16="http://schemas.microsoft.com/office/drawing/2014/main" id="{3C1FC4C8-B1E2-4543-A84E-49EE09ED5EBF}"/>
                  </a:ext>
                </a:extLst>
              </p:cNvPr>
              <p:cNvSpPr txBox="1"/>
              <p:nvPr/>
            </p:nvSpPr>
            <p:spPr>
              <a:xfrm>
                <a:off x="6812653" y="346413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9" name="u1">
                <a:extLst>
                  <a:ext uri="{FF2B5EF4-FFF2-40B4-BE49-F238E27FC236}">
                    <a16:creationId xmlns:a16="http://schemas.microsoft.com/office/drawing/2014/main" id="{3C1FC4C8-B1E2-4543-A84E-49EE09ED5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53" y="3464134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 l="-16364" r="-100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I">
                <a:extLst>
                  <a:ext uri="{FF2B5EF4-FFF2-40B4-BE49-F238E27FC236}">
                    <a16:creationId xmlns:a16="http://schemas.microsoft.com/office/drawing/2014/main" id="{52ED82B7-E6D4-3144-A633-610B21767FA4}"/>
                  </a:ext>
                </a:extLst>
              </p:cNvPr>
              <p:cNvSpPr txBox="1"/>
              <p:nvPr/>
            </p:nvSpPr>
            <p:spPr>
              <a:xfrm>
                <a:off x="7981103" y="519529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0" name="I">
                <a:extLst>
                  <a:ext uri="{FF2B5EF4-FFF2-40B4-BE49-F238E27FC236}">
                    <a16:creationId xmlns:a16="http://schemas.microsoft.com/office/drawing/2014/main" id="{52ED82B7-E6D4-3144-A633-610B21767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103" y="5195296"/>
                <a:ext cx="692168" cy="553998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I2">
                <a:extLst>
                  <a:ext uri="{FF2B5EF4-FFF2-40B4-BE49-F238E27FC236}">
                    <a16:creationId xmlns:a16="http://schemas.microsoft.com/office/drawing/2014/main" id="{D4ED4C62-F8FB-F44C-A0CE-EA85CA5652C1}"/>
                  </a:ext>
                </a:extLst>
              </p:cNvPr>
              <p:cNvSpPr txBox="1"/>
              <p:nvPr/>
            </p:nvSpPr>
            <p:spPr>
              <a:xfrm>
                <a:off x="6361997" y="519971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3" name="I2">
                <a:extLst>
                  <a:ext uri="{FF2B5EF4-FFF2-40B4-BE49-F238E27FC236}">
                    <a16:creationId xmlns:a16="http://schemas.microsoft.com/office/drawing/2014/main" id="{D4ED4C62-F8FB-F44C-A0CE-EA85CA565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997" y="5199712"/>
                <a:ext cx="692168" cy="553998"/>
              </a:xfrm>
              <a:prstGeom prst="rect">
                <a:avLst/>
              </a:prstGeom>
              <a:blipFill>
                <a:blip r:embed="rId14"/>
                <a:stretch>
                  <a:fillRect l="-363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I1">
                <a:extLst>
                  <a:ext uri="{FF2B5EF4-FFF2-40B4-BE49-F238E27FC236}">
                    <a16:creationId xmlns:a16="http://schemas.microsoft.com/office/drawing/2014/main" id="{1EB52BB1-FE7B-0C4A-8596-E14C4F7E104E}"/>
                  </a:ext>
                </a:extLst>
              </p:cNvPr>
              <p:cNvSpPr txBox="1"/>
              <p:nvPr/>
            </p:nvSpPr>
            <p:spPr>
              <a:xfrm>
                <a:off x="4527008" y="519529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3" name="I1">
                <a:extLst>
                  <a:ext uri="{FF2B5EF4-FFF2-40B4-BE49-F238E27FC236}">
                    <a16:creationId xmlns:a16="http://schemas.microsoft.com/office/drawing/2014/main" id="{1EB52BB1-FE7B-0C4A-8596-E14C4F7E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008" y="5195296"/>
                <a:ext cx="692168" cy="553998"/>
              </a:xfrm>
              <a:prstGeom prst="rect">
                <a:avLst/>
              </a:prstGeom>
              <a:blipFill>
                <a:blip r:embed="rId15"/>
                <a:stretch>
                  <a:fillRect l="-181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Ui-Uo">
                <a:extLst>
                  <a:ext uri="{FF2B5EF4-FFF2-40B4-BE49-F238E27FC236}">
                    <a16:creationId xmlns:a16="http://schemas.microsoft.com/office/drawing/2014/main" id="{5DB48CBD-D339-1F4D-828F-FC319E1B34DA}"/>
                  </a:ext>
                </a:extLst>
              </p:cNvPr>
              <p:cNvSpPr txBox="1"/>
              <p:nvPr/>
            </p:nvSpPr>
            <p:spPr>
              <a:xfrm>
                <a:off x="2232212" y="5339365"/>
                <a:ext cx="171394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7" name="Ui-Uo">
                <a:extLst>
                  <a:ext uri="{FF2B5EF4-FFF2-40B4-BE49-F238E27FC236}">
                    <a16:creationId xmlns:a16="http://schemas.microsoft.com/office/drawing/2014/main" id="{5DB48CBD-D339-1F4D-828F-FC319E1B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212" y="5339365"/>
                <a:ext cx="1713942" cy="553998"/>
              </a:xfrm>
              <a:prstGeom prst="rect">
                <a:avLst/>
              </a:prstGeom>
              <a:blipFill>
                <a:blip r:embed="rId16"/>
                <a:stretch>
                  <a:fillRect l="-4412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Uo">
                <a:extLst>
                  <a:ext uri="{FF2B5EF4-FFF2-40B4-BE49-F238E27FC236}">
                    <a16:creationId xmlns:a16="http://schemas.microsoft.com/office/drawing/2014/main" id="{98D75DA6-CDD4-E646-8233-28E69640A5A8}"/>
                  </a:ext>
                </a:extLst>
              </p:cNvPr>
              <p:cNvSpPr txBox="1"/>
              <p:nvPr/>
            </p:nvSpPr>
            <p:spPr>
              <a:xfrm>
                <a:off x="9651510" y="484702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9" name="Uo">
                <a:extLst>
                  <a:ext uri="{FF2B5EF4-FFF2-40B4-BE49-F238E27FC236}">
                    <a16:creationId xmlns:a16="http://schemas.microsoft.com/office/drawing/2014/main" id="{98D75DA6-CDD4-E646-8233-28E69640A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10" y="4847022"/>
                <a:ext cx="692168" cy="553998"/>
              </a:xfrm>
              <a:prstGeom prst="rect">
                <a:avLst/>
              </a:prstGeom>
              <a:blipFill>
                <a:blip r:embed="rId17"/>
                <a:stretch>
                  <a:fillRect l="-1071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Ui">
                <a:extLst>
                  <a:ext uri="{FF2B5EF4-FFF2-40B4-BE49-F238E27FC236}">
                    <a16:creationId xmlns:a16="http://schemas.microsoft.com/office/drawing/2014/main" id="{37B8DE93-A2BC-6744-B4BB-4186D9D1B841}"/>
                  </a:ext>
                </a:extLst>
              </p:cNvPr>
              <p:cNvSpPr txBox="1"/>
              <p:nvPr/>
            </p:nvSpPr>
            <p:spPr>
              <a:xfrm>
                <a:off x="1479462" y="488116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8" name="Ui">
                <a:extLst>
                  <a:ext uri="{FF2B5EF4-FFF2-40B4-BE49-F238E27FC236}">
                    <a16:creationId xmlns:a16="http://schemas.microsoft.com/office/drawing/2014/main" id="{37B8DE93-A2BC-6744-B4BB-4186D9D1B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62" y="4881165"/>
                <a:ext cx="692168" cy="553998"/>
              </a:xfrm>
              <a:prstGeom prst="rect">
                <a:avLst/>
              </a:prstGeom>
              <a:blipFill>
                <a:blip r:embed="rId18"/>
                <a:stretch>
                  <a:fillRect l="-727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5D6D185F-3C1A-694D-A74A-D7BAD9705A24}"/>
                  </a:ext>
                </a:extLst>
              </p:cNvPr>
              <p:cNvSpPr txBox="1"/>
              <p:nvPr/>
            </p:nvSpPr>
            <p:spPr>
              <a:xfrm>
                <a:off x="6167157" y="618737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5D6D185F-3C1A-694D-A74A-D7BAD9705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57" y="6187370"/>
                <a:ext cx="692168" cy="553998"/>
              </a:xfrm>
              <a:prstGeom prst="rect">
                <a:avLst/>
              </a:prstGeom>
              <a:blipFill>
                <a:blip r:embed="rId19"/>
                <a:stretch>
                  <a:fillRect l="-5455" r="-18182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超前网络">
            <a:extLst>
              <a:ext uri="{FF2B5EF4-FFF2-40B4-BE49-F238E27FC236}">
                <a16:creationId xmlns:a16="http://schemas.microsoft.com/office/drawing/2014/main" id="{B40DAAF1-50B2-B74D-9002-F1932A21E013}"/>
              </a:ext>
            </a:extLst>
          </p:cNvPr>
          <p:cNvGrpSpPr/>
          <p:nvPr/>
        </p:nvGrpSpPr>
        <p:grpSpPr>
          <a:xfrm>
            <a:off x="478582" y="836712"/>
            <a:ext cx="4702104" cy="3024336"/>
            <a:chOff x="945544" y="2338486"/>
            <a:chExt cx="4702104" cy="3024336"/>
          </a:xfrm>
        </p:grpSpPr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5F4C750C-2810-BF49-9658-142B9297727D}"/>
                </a:ext>
              </a:extLst>
            </p:cNvPr>
            <p:cNvSpPr/>
            <p:nvPr/>
          </p:nvSpPr>
          <p:spPr>
            <a:xfrm>
              <a:off x="1175006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4E21B937-C1E3-B945-9D91-35DDC3F7C0E2}"/>
                </a:ext>
              </a:extLst>
            </p:cNvPr>
            <p:cNvSpPr/>
            <p:nvPr/>
          </p:nvSpPr>
          <p:spPr>
            <a:xfrm>
              <a:off x="1175006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35ADD272-0257-5645-A4DC-17D21B5D1D23}"/>
                </a:ext>
              </a:extLst>
            </p:cNvPr>
            <p:cNvSpPr/>
            <p:nvPr/>
          </p:nvSpPr>
          <p:spPr>
            <a:xfrm>
              <a:off x="5183479" y="363566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0537050F-C207-7549-BEC1-02E8BF2AFC00}"/>
                </a:ext>
              </a:extLst>
            </p:cNvPr>
            <p:cNvSpPr/>
            <p:nvPr/>
          </p:nvSpPr>
          <p:spPr>
            <a:xfrm>
              <a:off x="5183479" y="512665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9" name="电阻R1">
              <a:extLst>
                <a:ext uri="{FF2B5EF4-FFF2-40B4-BE49-F238E27FC236}">
                  <a16:creationId xmlns:a16="http://schemas.microsoft.com/office/drawing/2014/main" id="{3E0DB43B-6855-0947-A2E2-CDF676EF4D16}"/>
                </a:ext>
              </a:extLst>
            </p:cNvPr>
            <p:cNvSpPr/>
            <p:nvPr/>
          </p:nvSpPr>
          <p:spPr>
            <a:xfrm>
              <a:off x="3070870" y="364502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0" name="电容">
              <a:extLst>
                <a:ext uri="{FF2B5EF4-FFF2-40B4-BE49-F238E27FC236}">
                  <a16:creationId xmlns:a16="http://schemas.microsoft.com/office/drawing/2014/main" id="{20B110C4-4272-9C42-A4B3-A9F730DB7DAA}"/>
                </a:ext>
              </a:extLst>
            </p:cNvPr>
            <p:cNvGrpSpPr/>
            <p:nvPr/>
          </p:nvGrpSpPr>
          <p:grpSpPr>
            <a:xfrm>
              <a:off x="3303016" y="2843302"/>
              <a:ext cx="144016" cy="361079"/>
              <a:chOff x="4367014" y="3067921"/>
              <a:chExt cx="144016" cy="361079"/>
            </a:xfrm>
          </p:grpSpPr>
          <p:cxnSp>
            <p:nvCxnSpPr>
              <p:cNvPr id="161" name="直线连接符 160">
                <a:extLst>
                  <a:ext uri="{FF2B5EF4-FFF2-40B4-BE49-F238E27FC236}">
                    <a16:creationId xmlns:a16="http://schemas.microsoft.com/office/drawing/2014/main" id="{36C20735-BADE-F740-A6AB-4B5757390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线连接符 161">
                <a:extLst>
                  <a:ext uri="{FF2B5EF4-FFF2-40B4-BE49-F238E27FC236}">
                    <a16:creationId xmlns:a16="http://schemas.microsoft.com/office/drawing/2014/main" id="{8A59947E-126A-A943-8D7A-98FA30E91D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电阻R2">
              <a:extLst>
                <a:ext uri="{FF2B5EF4-FFF2-40B4-BE49-F238E27FC236}">
                  <a16:creationId xmlns:a16="http://schemas.microsoft.com/office/drawing/2014/main" id="{B7C63952-0E7A-FF42-B27C-413E5AB4DE9A}"/>
                </a:ext>
              </a:extLst>
            </p:cNvPr>
            <p:cNvSpPr/>
            <p:nvPr/>
          </p:nvSpPr>
          <p:spPr>
            <a:xfrm rot="5400000">
              <a:off x="4487419" y="4383058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2" name="直线连接符 141">
              <a:extLst>
                <a:ext uri="{FF2B5EF4-FFF2-40B4-BE49-F238E27FC236}">
                  <a16:creationId xmlns:a16="http://schemas.microsoft.com/office/drawing/2014/main" id="{06607CC7-A7E5-B647-851B-2C8BFDFD8BCC}"/>
                </a:ext>
              </a:extLst>
            </p:cNvPr>
            <p:cNvCxnSpPr>
              <a:stCxn id="135" idx="6"/>
              <a:endCxn id="139" idx="1"/>
            </p:cNvCxnSpPr>
            <p:nvPr/>
          </p:nvCxnSpPr>
          <p:spPr>
            <a:xfrm flipV="1">
              <a:off x="1411176" y="3753036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线连接符 142">
              <a:extLst>
                <a:ext uri="{FF2B5EF4-FFF2-40B4-BE49-F238E27FC236}">
                  <a16:creationId xmlns:a16="http://schemas.microsoft.com/office/drawing/2014/main" id="{20554F0B-799F-8946-828F-12E634F5266A}"/>
                </a:ext>
              </a:extLst>
            </p:cNvPr>
            <p:cNvCxnSpPr>
              <a:cxnSpLocks/>
              <a:stCxn id="139" idx="3"/>
              <a:endCxn id="137" idx="2"/>
            </p:cNvCxnSpPr>
            <p:nvPr/>
          </p:nvCxnSpPr>
          <p:spPr>
            <a:xfrm>
              <a:off x="3718942" y="3753036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线连接符 143">
              <a:extLst>
                <a:ext uri="{FF2B5EF4-FFF2-40B4-BE49-F238E27FC236}">
                  <a16:creationId xmlns:a16="http://schemas.microsoft.com/office/drawing/2014/main" id="{131684F2-8CBD-BB44-93FD-12C179B136AA}"/>
                </a:ext>
              </a:extLst>
            </p:cNvPr>
            <p:cNvCxnSpPr>
              <a:cxnSpLocks/>
              <a:endCxn id="141" idx="1"/>
            </p:cNvCxnSpPr>
            <p:nvPr/>
          </p:nvCxnSpPr>
          <p:spPr>
            <a:xfrm>
              <a:off x="4811455" y="3748359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线连接符 144">
              <a:extLst>
                <a:ext uri="{FF2B5EF4-FFF2-40B4-BE49-F238E27FC236}">
                  <a16:creationId xmlns:a16="http://schemas.microsoft.com/office/drawing/2014/main" id="{0518E032-E01B-FD4A-88B7-76E447FB6E26}"/>
                </a:ext>
              </a:extLst>
            </p:cNvPr>
            <p:cNvCxnSpPr>
              <a:cxnSpLocks/>
              <a:stCxn id="141" idx="3"/>
            </p:cNvCxnSpPr>
            <p:nvPr/>
          </p:nvCxnSpPr>
          <p:spPr>
            <a:xfrm>
              <a:off x="4811455" y="4815106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线连接符 145">
              <a:extLst>
                <a:ext uri="{FF2B5EF4-FFF2-40B4-BE49-F238E27FC236}">
                  <a16:creationId xmlns:a16="http://schemas.microsoft.com/office/drawing/2014/main" id="{EE87340E-25D2-454D-B8BD-5E77B502C2B3}"/>
                </a:ext>
              </a:extLst>
            </p:cNvPr>
            <p:cNvCxnSpPr>
              <a:cxnSpLocks/>
              <a:stCxn id="136" idx="6"/>
              <a:endCxn id="138" idx="2"/>
            </p:cNvCxnSpPr>
            <p:nvPr/>
          </p:nvCxnSpPr>
          <p:spPr>
            <a:xfrm>
              <a:off x="1411176" y="524473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肘形连接符 146">
              <a:extLst>
                <a:ext uri="{FF2B5EF4-FFF2-40B4-BE49-F238E27FC236}">
                  <a16:creationId xmlns:a16="http://schemas.microsoft.com/office/drawing/2014/main" id="{FEDEC7C5-6297-4D4C-AD29-4162E984C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7249" y="3020643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肘形连接符 147">
              <a:extLst>
                <a:ext uri="{FF2B5EF4-FFF2-40B4-BE49-F238E27FC236}">
                  <a16:creationId xmlns:a16="http://schemas.microsoft.com/office/drawing/2014/main" id="{501F56AF-1D73-D442-A70B-AD81F865E82A}"/>
                </a:ext>
              </a:extLst>
            </p:cNvPr>
            <p:cNvCxnSpPr>
              <a:cxnSpLocks/>
            </p:cNvCxnSpPr>
            <p:nvPr/>
          </p:nvCxnSpPr>
          <p:spPr>
            <a:xfrm>
              <a:off x="3473436" y="3020643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E4D007CD-385E-5F4A-A3EC-0057ACA2B985}"/>
                    </a:ext>
                  </a:extLst>
                </p:cNvPr>
                <p:cNvSpPr txBox="1"/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E4D007CD-385E-5F4A-A3EC-0057ACA2B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544" y="4214071"/>
                  <a:ext cx="692168" cy="553998"/>
                </a:xfrm>
                <a:prstGeom prst="rect">
                  <a:avLst/>
                </a:prstGeom>
                <a:blipFill>
                  <a:blip r:embed="rId2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28E6478-6D61-144D-9951-FD57B7B5391F}"/>
                    </a:ext>
                  </a:extLst>
                </p:cNvPr>
                <p:cNvSpPr txBox="1"/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128E6478-6D61-144D-9951-FD57B7B53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480" y="4170010"/>
                  <a:ext cx="692168" cy="553998"/>
                </a:xfrm>
                <a:prstGeom prst="rect">
                  <a:avLst/>
                </a:prstGeom>
                <a:blipFill>
                  <a:blip r:embed="rId21"/>
                  <a:stretch>
                    <a:fillRect l="-3571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1E94B8EA-A227-1940-B50A-F83B80F0876E}"/>
                    </a:ext>
                  </a:extLst>
                </p:cNvPr>
                <p:cNvSpPr txBox="1"/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1E94B8EA-A227-1940-B50A-F83B80F08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822" y="3809453"/>
                  <a:ext cx="692168" cy="553998"/>
                </a:xfrm>
                <a:prstGeom prst="rect">
                  <a:avLst/>
                </a:prstGeom>
                <a:blipFill>
                  <a:blip r:embed="rId22"/>
                  <a:stretch>
                    <a:fillRect l="-10909" r="-363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EEDBDCF-6072-2A41-BFEB-3AC2A8FB3F6D}"/>
                    </a:ext>
                  </a:extLst>
                </p:cNvPr>
                <p:cNvSpPr txBox="1"/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0EEDBDCF-6072-2A41-BFEB-3AC2A8FB3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707" y="4175530"/>
                  <a:ext cx="692168" cy="553998"/>
                </a:xfrm>
                <a:prstGeom prst="rect">
                  <a:avLst/>
                </a:prstGeom>
                <a:blipFill>
                  <a:blip r:embed="rId23"/>
                  <a:stretch>
                    <a:fillRect l="-12727" r="-3636" b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BB325CCB-2F8A-4B43-B91B-4B2CC2F838E9}"/>
                    </a:ext>
                  </a:extLst>
                </p:cNvPr>
                <p:cNvSpPr txBox="1"/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BB325CCB-2F8A-4B43-B91B-4B2CC2F83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578" y="2995091"/>
                  <a:ext cx="692168" cy="553998"/>
                </a:xfrm>
                <a:prstGeom prst="rect">
                  <a:avLst/>
                </a:prstGeom>
                <a:blipFill>
                  <a:blip r:embed="rId24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直线连接符 153">
              <a:extLst>
                <a:ext uri="{FF2B5EF4-FFF2-40B4-BE49-F238E27FC236}">
                  <a16:creationId xmlns:a16="http://schemas.microsoft.com/office/drawing/2014/main" id="{1B8C74E2-338B-D746-AE1C-5DAC65953795}"/>
                </a:ext>
              </a:extLst>
            </p:cNvPr>
            <p:cNvCxnSpPr/>
            <p:nvPr/>
          </p:nvCxnSpPr>
          <p:spPr>
            <a:xfrm>
              <a:off x="1503680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853E8336-A870-7B4B-9C9E-F0AE7809F66C}"/>
                    </a:ext>
                  </a:extLst>
                </p:cNvPr>
                <p:cNvSpPr txBox="1"/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853E8336-A870-7B4B-9C9E-F0AE7809F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251" y="3076342"/>
                  <a:ext cx="420069" cy="553998"/>
                </a:xfrm>
                <a:prstGeom prst="rect">
                  <a:avLst/>
                </a:prstGeom>
                <a:blipFill>
                  <a:blip r:embed="rId25"/>
                  <a:stretch>
                    <a:fillRect l="-8824" r="-588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6" name="直线连接符 155">
              <a:extLst>
                <a:ext uri="{FF2B5EF4-FFF2-40B4-BE49-F238E27FC236}">
                  <a16:creationId xmlns:a16="http://schemas.microsoft.com/office/drawing/2014/main" id="{5D3D579A-DF13-B14E-BAC1-6FFF766E78A5}"/>
                </a:ext>
              </a:extLst>
            </p:cNvPr>
            <p:cNvCxnSpPr/>
            <p:nvPr/>
          </p:nvCxnSpPr>
          <p:spPr>
            <a:xfrm>
              <a:off x="2384724" y="3634630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5465C70F-7574-3D4B-B2A7-D68EDB7DE338}"/>
                    </a:ext>
                  </a:extLst>
                </p:cNvPr>
                <p:cNvSpPr txBox="1"/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5465C70F-7574-3D4B-B2A7-D68EDB7DE3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95" y="3076342"/>
                  <a:ext cx="420069" cy="553998"/>
                </a:xfrm>
                <a:prstGeom prst="rect">
                  <a:avLst/>
                </a:prstGeom>
                <a:blipFill>
                  <a:blip r:embed="rId26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直线连接符 157">
              <a:extLst>
                <a:ext uri="{FF2B5EF4-FFF2-40B4-BE49-F238E27FC236}">
                  <a16:creationId xmlns:a16="http://schemas.microsoft.com/office/drawing/2014/main" id="{5AE4158C-AA57-BF4F-B441-2EA959AAD2E5}"/>
                </a:ext>
              </a:extLst>
            </p:cNvPr>
            <p:cNvCxnSpPr/>
            <p:nvPr/>
          </p:nvCxnSpPr>
          <p:spPr>
            <a:xfrm>
              <a:off x="2382383" y="2896774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717D95BC-F26C-0542-ACEF-84607E333075}"/>
                    </a:ext>
                  </a:extLst>
                </p:cNvPr>
                <p:cNvSpPr txBox="1"/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717D95BC-F26C-0542-ACEF-84607E3330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2954" y="2338486"/>
                  <a:ext cx="420069" cy="553998"/>
                </a:xfrm>
                <a:prstGeom prst="rect">
                  <a:avLst/>
                </a:prstGeom>
                <a:blipFill>
                  <a:blip r:embed="rId27"/>
                  <a:stretch>
                    <a:fillRect l="-32353" r="-17647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06A68EE-C2D2-E94A-94B7-DD77F8C10AA3}"/>
                    </a:ext>
                  </a:extLst>
                </p:cNvPr>
                <p:cNvSpPr txBox="1"/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06A68EE-C2D2-E94A-94B7-DD77F8C10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5688" y="239312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l="-3571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E916B3EA-5C6E-0245-97E2-DC87AD454EE8}"/>
                  </a:ext>
                </a:extLst>
              </p:cNvPr>
              <p:cNvSpPr txBox="1"/>
              <p:nvPr/>
            </p:nvSpPr>
            <p:spPr>
              <a:xfrm>
                <a:off x="4080261" y="4353555"/>
                <a:ext cx="692168" cy="754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E916B3EA-5C6E-0245-97E2-DC87AD454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261" y="4353555"/>
                <a:ext cx="692168" cy="754309"/>
              </a:xfrm>
              <a:prstGeom prst="rect">
                <a:avLst/>
              </a:prstGeom>
              <a:blipFill>
                <a:blip r:embed="rId29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标题">
            <a:extLst>
              <a:ext uri="{FF2B5EF4-FFF2-40B4-BE49-F238E27FC236}">
                <a16:creationId xmlns:a16="http://schemas.microsoft.com/office/drawing/2014/main" id="{EEE9BD7A-6859-D44B-8DB9-FF3CC3516882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由方程组绘制信号流图</a:t>
            </a:r>
          </a:p>
        </p:txBody>
      </p:sp>
    </p:spTree>
    <p:extLst>
      <p:ext uri="{BB962C8B-B14F-4D97-AF65-F5344CB8AC3E}">
        <p14:creationId xmlns:p14="http://schemas.microsoft.com/office/powerpoint/2010/main" val="2008300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">
            <a:extLst>
              <a:ext uri="{FF2B5EF4-FFF2-40B4-BE49-F238E27FC236}">
                <a16:creationId xmlns:a16="http://schemas.microsoft.com/office/drawing/2014/main" id="{E8DFAB9C-504F-014A-BADF-97FB647FA5EB}"/>
              </a:ext>
            </a:extLst>
          </p:cNvPr>
          <p:cNvSpPr txBox="1"/>
          <p:nvPr/>
        </p:nvSpPr>
        <p:spPr>
          <a:xfrm>
            <a:off x="614452" y="332656"/>
            <a:ext cx="407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思考：变与不变？</a:t>
            </a:r>
          </a:p>
        </p:txBody>
      </p:sp>
      <p:sp>
        <p:nvSpPr>
          <p:cNvPr id="55" name="椭圆Uo">
            <a:extLst>
              <a:ext uri="{FF2B5EF4-FFF2-40B4-BE49-F238E27FC236}">
                <a16:creationId xmlns:a16="http://schemas.microsoft.com/office/drawing/2014/main" id="{43560D74-D735-834D-910A-90CFBC83D7DA}"/>
              </a:ext>
            </a:extLst>
          </p:cNvPr>
          <p:cNvSpPr/>
          <p:nvPr/>
        </p:nvSpPr>
        <p:spPr>
          <a:xfrm>
            <a:off x="9385357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56" name="椭圆u1">
            <a:extLst>
              <a:ext uri="{FF2B5EF4-FFF2-40B4-BE49-F238E27FC236}">
                <a16:creationId xmlns:a16="http://schemas.microsoft.com/office/drawing/2014/main" id="{6A101DE5-CEDF-3E44-ACDB-1ABDEAD26E45}"/>
              </a:ext>
            </a:extLst>
          </p:cNvPr>
          <p:cNvSpPr/>
          <p:nvPr/>
        </p:nvSpPr>
        <p:spPr>
          <a:xfrm>
            <a:off x="6502835" y="1677404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59" name="椭圆I">
            <a:extLst>
              <a:ext uri="{FF2B5EF4-FFF2-40B4-BE49-F238E27FC236}">
                <a16:creationId xmlns:a16="http://schemas.microsoft.com/office/drawing/2014/main" id="{91682763-C267-BA42-B31B-60A0EDDE1915}"/>
              </a:ext>
            </a:extLst>
          </p:cNvPr>
          <p:cNvSpPr/>
          <p:nvPr/>
        </p:nvSpPr>
        <p:spPr>
          <a:xfrm>
            <a:off x="7949299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62" name="椭圆I2">
            <a:extLst>
              <a:ext uri="{FF2B5EF4-FFF2-40B4-BE49-F238E27FC236}">
                <a16:creationId xmlns:a16="http://schemas.microsoft.com/office/drawing/2014/main" id="{F0C481B5-895C-8345-8A9D-B97BD8C041BC}"/>
              </a:ext>
            </a:extLst>
          </p:cNvPr>
          <p:cNvSpPr/>
          <p:nvPr/>
        </p:nvSpPr>
        <p:spPr>
          <a:xfrm>
            <a:off x="6513241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64" name="椭圆I1">
            <a:extLst>
              <a:ext uri="{FF2B5EF4-FFF2-40B4-BE49-F238E27FC236}">
                <a16:creationId xmlns:a16="http://schemas.microsoft.com/office/drawing/2014/main" id="{B593EEA8-B732-4341-8B7D-180E1F65F45B}"/>
              </a:ext>
            </a:extLst>
          </p:cNvPr>
          <p:cNvSpPr/>
          <p:nvPr/>
        </p:nvSpPr>
        <p:spPr>
          <a:xfrm>
            <a:off x="5077183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65" name="椭圆Ui-Uo">
            <a:extLst>
              <a:ext uri="{FF2B5EF4-FFF2-40B4-BE49-F238E27FC236}">
                <a16:creationId xmlns:a16="http://schemas.microsoft.com/office/drawing/2014/main" id="{E90BF2C3-5AC8-D04F-B2F9-2920A8BC4C11}"/>
              </a:ext>
            </a:extLst>
          </p:cNvPr>
          <p:cNvSpPr/>
          <p:nvPr/>
        </p:nvSpPr>
        <p:spPr>
          <a:xfrm>
            <a:off x="3641125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66" name="椭圆Ui">
            <a:extLst>
              <a:ext uri="{FF2B5EF4-FFF2-40B4-BE49-F238E27FC236}">
                <a16:creationId xmlns:a16="http://schemas.microsoft.com/office/drawing/2014/main" id="{72FE1292-1BE2-9543-B265-9444E8E9831A}"/>
              </a:ext>
            </a:extLst>
          </p:cNvPr>
          <p:cNvSpPr/>
          <p:nvPr/>
        </p:nvSpPr>
        <p:spPr>
          <a:xfrm>
            <a:off x="2205067" y="306079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70" name="负单位增益">
            <a:extLst>
              <a:ext uri="{FF2B5EF4-FFF2-40B4-BE49-F238E27FC236}">
                <a16:creationId xmlns:a16="http://schemas.microsoft.com/office/drawing/2014/main" id="{248D6C09-873F-8641-B659-1438F21DFB7D}"/>
              </a:ext>
            </a:extLst>
          </p:cNvPr>
          <p:cNvCxnSpPr>
            <a:cxnSpLocks/>
            <a:stCxn id="55" idx="4"/>
            <a:endCxn id="65" idx="4"/>
          </p:cNvCxnSpPr>
          <p:nvPr/>
        </p:nvCxnSpPr>
        <p:spPr>
          <a:xfrm rot="5400000">
            <a:off x="6631326" y="424851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曲线连接符1">
            <a:extLst>
              <a:ext uri="{FF2B5EF4-FFF2-40B4-BE49-F238E27FC236}">
                <a16:creationId xmlns:a16="http://schemas.microsoft.com/office/drawing/2014/main" id="{69750279-4B85-ED41-A313-EAB6E59BA4FD}"/>
              </a:ext>
            </a:extLst>
          </p:cNvPr>
          <p:cNvCxnSpPr>
            <a:cxnSpLocks/>
            <a:stCxn id="64" idx="4"/>
            <a:endCxn id="59" idx="4"/>
          </p:cNvCxnSpPr>
          <p:nvPr/>
        </p:nvCxnSpPr>
        <p:spPr>
          <a:xfrm rot="16200000" flipH="1">
            <a:off x="6631326" y="1860909"/>
            <a:ext cx="12700" cy="2872116"/>
          </a:xfrm>
          <a:prstGeom prst="curvedConnector3">
            <a:avLst>
              <a:gd name="adj1" fmla="val 46465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6">
            <a:extLst>
              <a:ext uri="{FF2B5EF4-FFF2-40B4-BE49-F238E27FC236}">
                <a16:creationId xmlns:a16="http://schemas.microsoft.com/office/drawing/2014/main" id="{5EA26BED-738E-C347-9BA4-7E5905743D66}"/>
              </a:ext>
            </a:extLst>
          </p:cNvPr>
          <p:cNvCxnSpPr>
            <a:cxnSpLocks/>
            <a:stCxn id="59" idx="6"/>
            <a:endCxn id="55" idx="2"/>
          </p:cNvCxnSpPr>
          <p:nvPr/>
        </p:nvCxnSpPr>
        <p:spPr>
          <a:xfrm>
            <a:off x="8185469" y="317888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5">
            <a:extLst>
              <a:ext uri="{FF2B5EF4-FFF2-40B4-BE49-F238E27FC236}">
                <a16:creationId xmlns:a16="http://schemas.microsoft.com/office/drawing/2014/main" id="{BB91B966-715C-E344-BDEA-83BED3A13DFA}"/>
              </a:ext>
            </a:extLst>
          </p:cNvPr>
          <p:cNvCxnSpPr>
            <a:cxnSpLocks/>
            <a:stCxn id="62" idx="6"/>
            <a:endCxn id="59" idx="2"/>
          </p:cNvCxnSpPr>
          <p:nvPr/>
        </p:nvCxnSpPr>
        <p:spPr>
          <a:xfrm>
            <a:off x="6749411" y="317888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4">
            <a:extLst>
              <a:ext uri="{FF2B5EF4-FFF2-40B4-BE49-F238E27FC236}">
                <a16:creationId xmlns:a16="http://schemas.microsoft.com/office/drawing/2014/main" id="{3F6E33FF-B03A-F242-A6F3-DCC197390554}"/>
              </a:ext>
            </a:extLst>
          </p:cNvPr>
          <p:cNvCxnSpPr>
            <a:cxnSpLocks/>
            <a:stCxn id="56" idx="4"/>
            <a:endCxn id="62" idx="0"/>
          </p:cNvCxnSpPr>
          <p:nvPr/>
        </p:nvCxnSpPr>
        <p:spPr>
          <a:xfrm>
            <a:off x="6620920" y="1913574"/>
            <a:ext cx="10406" cy="11472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3">
            <a:extLst>
              <a:ext uri="{FF2B5EF4-FFF2-40B4-BE49-F238E27FC236}">
                <a16:creationId xmlns:a16="http://schemas.microsoft.com/office/drawing/2014/main" id="{0025E66D-08EE-CE40-992D-08F7C553CABA}"/>
              </a:ext>
            </a:extLst>
          </p:cNvPr>
          <p:cNvCxnSpPr>
            <a:cxnSpLocks/>
            <a:stCxn id="64" idx="6"/>
            <a:endCxn id="62" idx="2"/>
          </p:cNvCxnSpPr>
          <p:nvPr/>
        </p:nvCxnSpPr>
        <p:spPr>
          <a:xfrm>
            <a:off x="5313353" y="317888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2">
            <a:extLst>
              <a:ext uri="{FF2B5EF4-FFF2-40B4-BE49-F238E27FC236}">
                <a16:creationId xmlns:a16="http://schemas.microsoft.com/office/drawing/2014/main" id="{52D94D85-25E4-3140-BDEF-AF9B7A7D029A}"/>
              </a:ext>
            </a:extLst>
          </p:cNvPr>
          <p:cNvCxnSpPr>
            <a:cxnSpLocks/>
            <a:stCxn id="65" idx="6"/>
            <a:endCxn id="64" idx="2"/>
          </p:cNvCxnSpPr>
          <p:nvPr/>
        </p:nvCxnSpPr>
        <p:spPr>
          <a:xfrm>
            <a:off x="3877295" y="317888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1">
            <a:extLst>
              <a:ext uri="{FF2B5EF4-FFF2-40B4-BE49-F238E27FC236}">
                <a16:creationId xmlns:a16="http://schemas.microsoft.com/office/drawing/2014/main" id="{71C4EEAF-63FA-A847-9B49-358A3F40A5FF}"/>
              </a:ext>
            </a:extLst>
          </p:cNvPr>
          <p:cNvCxnSpPr>
            <a:cxnSpLocks/>
            <a:stCxn id="66" idx="6"/>
            <a:endCxn id="65" idx="2"/>
          </p:cNvCxnSpPr>
          <p:nvPr/>
        </p:nvCxnSpPr>
        <p:spPr>
          <a:xfrm>
            <a:off x="2441237" y="3178882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2">
                <a:extLst>
                  <a:ext uri="{FF2B5EF4-FFF2-40B4-BE49-F238E27FC236}">
                    <a16:creationId xmlns:a16="http://schemas.microsoft.com/office/drawing/2014/main" id="{25899E4A-5009-2A47-A63A-41E3FEBB6743}"/>
                  </a:ext>
                </a:extLst>
              </p:cNvPr>
              <p:cNvSpPr txBox="1"/>
              <p:nvPr/>
            </p:nvSpPr>
            <p:spPr>
              <a:xfrm>
                <a:off x="8353252" y="2628440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9" name="R2">
                <a:extLst>
                  <a:ext uri="{FF2B5EF4-FFF2-40B4-BE49-F238E27FC236}">
                    <a16:creationId xmlns:a16="http://schemas.microsoft.com/office/drawing/2014/main" id="{25899E4A-5009-2A47-A63A-41E3FEBB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52" y="2628440"/>
                <a:ext cx="692168" cy="557268"/>
              </a:xfrm>
              <a:prstGeom prst="rect">
                <a:avLst/>
              </a:prstGeom>
              <a:blipFill>
                <a:blip r:embed="rId3"/>
                <a:stretch>
                  <a:fillRect l="-10714" r="-178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单位增益3">
                <a:extLst>
                  <a:ext uri="{FF2B5EF4-FFF2-40B4-BE49-F238E27FC236}">
                    <a16:creationId xmlns:a16="http://schemas.microsoft.com/office/drawing/2014/main" id="{C813383C-ABFA-7C46-B16B-FD9DD66E9F2D}"/>
                  </a:ext>
                </a:extLst>
              </p:cNvPr>
              <p:cNvSpPr txBox="1"/>
              <p:nvPr/>
            </p:nvSpPr>
            <p:spPr>
              <a:xfrm>
                <a:off x="7309946" y="369231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0" name="单位增益3">
                <a:extLst>
                  <a:ext uri="{FF2B5EF4-FFF2-40B4-BE49-F238E27FC236}">
                    <a16:creationId xmlns:a16="http://schemas.microsoft.com/office/drawing/2014/main" id="{C813383C-ABFA-7C46-B16B-FD9DD66E9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946" y="3692318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单位增益2">
                <a:extLst>
                  <a:ext uri="{FF2B5EF4-FFF2-40B4-BE49-F238E27FC236}">
                    <a16:creationId xmlns:a16="http://schemas.microsoft.com/office/drawing/2014/main" id="{BEBF9B38-62B1-DD49-86E8-D2D0F6F2593A}"/>
                  </a:ext>
                </a:extLst>
              </p:cNvPr>
              <p:cNvSpPr txBox="1"/>
              <p:nvPr/>
            </p:nvSpPr>
            <p:spPr>
              <a:xfrm>
                <a:off x="6977613" y="2596525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1" name="单位增益2">
                <a:extLst>
                  <a:ext uri="{FF2B5EF4-FFF2-40B4-BE49-F238E27FC236}">
                    <a16:creationId xmlns:a16="http://schemas.microsoft.com/office/drawing/2014/main" id="{BEBF9B38-62B1-DD49-86E8-D2D0F6F2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613" y="2596525"/>
                <a:ext cx="692168" cy="557268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-C">
                <a:extLst>
                  <a:ext uri="{FF2B5EF4-FFF2-40B4-BE49-F238E27FC236}">
                    <a16:creationId xmlns:a16="http://schemas.microsoft.com/office/drawing/2014/main" id="{DFD60806-D3C0-6847-8D55-4CBFF8C968C8}"/>
                  </a:ext>
                </a:extLst>
              </p:cNvPr>
              <p:cNvSpPr txBox="1"/>
              <p:nvPr/>
            </p:nvSpPr>
            <p:spPr>
              <a:xfrm>
                <a:off x="6657187" y="210862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2" name="-C">
                <a:extLst>
                  <a:ext uri="{FF2B5EF4-FFF2-40B4-BE49-F238E27FC236}">
                    <a16:creationId xmlns:a16="http://schemas.microsoft.com/office/drawing/2014/main" id="{DFD60806-D3C0-6847-8D55-4CBFF8C96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187" y="2108621"/>
                <a:ext cx="692168" cy="553998"/>
              </a:xfrm>
              <a:prstGeom prst="rect">
                <a:avLst/>
              </a:prstGeom>
              <a:blipFill>
                <a:blip r:embed="rId6"/>
                <a:stretch>
                  <a:fillRect l="-7273" r="-18182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1Cs">
                <a:extLst>
                  <a:ext uri="{FF2B5EF4-FFF2-40B4-BE49-F238E27FC236}">
                    <a16:creationId xmlns:a16="http://schemas.microsoft.com/office/drawing/2014/main" id="{991A8DF1-ABEE-9D4D-8968-09D1561E01A6}"/>
                  </a:ext>
                </a:extLst>
              </p:cNvPr>
              <p:cNvSpPr txBox="1"/>
              <p:nvPr/>
            </p:nvSpPr>
            <p:spPr>
              <a:xfrm>
                <a:off x="5468019" y="26282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3" name="R1Cs">
                <a:extLst>
                  <a:ext uri="{FF2B5EF4-FFF2-40B4-BE49-F238E27FC236}">
                    <a16:creationId xmlns:a16="http://schemas.microsoft.com/office/drawing/2014/main" id="{991A8DF1-ABEE-9D4D-8968-09D1561E0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019" y="2628274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21429" r="-73214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单位增益1">
                <a:extLst>
                  <a:ext uri="{FF2B5EF4-FFF2-40B4-BE49-F238E27FC236}">
                    <a16:creationId xmlns:a16="http://schemas.microsoft.com/office/drawing/2014/main" id="{3645D230-B73A-F440-8494-F09F4112900B}"/>
                  </a:ext>
                </a:extLst>
              </p:cNvPr>
              <p:cNvSpPr txBox="1"/>
              <p:nvPr/>
            </p:nvSpPr>
            <p:spPr>
              <a:xfrm>
                <a:off x="2509578" y="2630186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4" name="单位增益1">
                <a:extLst>
                  <a:ext uri="{FF2B5EF4-FFF2-40B4-BE49-F238E27FC236}">
                    <a16:creationId xmlns:a16="http://schemas.microsoft.com/office/drawing/2014/main" id="{3645D230-B73A-F440-8494-F09F41129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2630186"/>
                <a:ext cx="692168" cy="557268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u1">
                <a:extLst>
                  <a:ext uri="{FF2B5EF4-FFF2-40B4-BE49-F238E27FC236}">
                    <a16:creationId xmlns:a16="http://schemas.microsoft.com/office/drawing/2014/main" id="{69CEC2B9-EF6A-9448-902A-77E6D12F95E2}"/>
                  </a:ext>
                </a:extLst>
              </p:cNvPr>
              <p:cNvSpPr txBox="1"/>
              <p:nvPr/>
            </p:nvSpPr>
            <p:spPr>
              <a:xfrm>
                <a:off x="6812653" y="148478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0" name="u1">
                <a:extLst>
                  <a:ext uri="{FF2B5EF4-FFF2-40B4-BE49-F238E27FC236}">
                    <a16:creationId xmlns:a16="http://schemas.microsoft.com/office/drawing/2014/main" id="{69CEC2B9-EF6A-9448-902A-77E6D12F9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53" y="1484784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l="-16364" r="-100000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I">
                <a:extLst>
                  <a:ext uri="{FF2B5EF4-FFF2-40B4-BE49-F238E27FC236}">
                    <a16:creationId xmlns:a16="http://schemas.microsoft.com/office/drawing/2014/main" id="{69240516-351F-1F46-B31B-132A4FF1C8B9}"/>
                  </a:ext>
                </a:extLst>
              </p:cNvPr>
              <p:cNvSpPr txBox="1"/>
              <p:nvPr/>
            </p:nvSpPr>
            <p:spPr>
              <a:xfrm>
                <a:off x="7981103" y="32159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1" name="I">
                <a:extLst>
                  <a:ext uri="{FF2B5EF4-FFF2-40B4-BE49-F238E27FC236}">
                    <a16:creationId xmlns:a16="http://schemas.microsoft.com/office/drawing/2014/main" id="{69240516-351F-1F46-B31B-132A4FF1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103" y="3215946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I2">
                <a:extLst>
                  <a:ext uri="{FF2B5EF4-FFF2-40B4-BE49-F238E27FC236}">
                    <a16:creationId xmlns:a16="http://schemas.microsoft.com/office/drawing/2014/main" id="{CABE6666-83C9-A54A-9A82-A7C93C336C8F}"/>
                  </a:ext>
                </a:extLst>
              </p:cNvPr>
              <p:cNvSpPr txBox="1"/>
              <p:nvPr/>
            </p:nvSpPr>
            <p:spPr>
              <a:xfrm>
                <a:off x="6361997" y="322036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2" name="I2">
                <a:extLst>
                  <a:ext uri="{FF2B5EF4-FFF2-40B4-BE49-F238E27FC236}">
                    <a16:creationId xmlns:a16="http://schemas.microsoft.com/office/drawing/2014/main" id="{CABE6666-83C9-A54A-9A82-A7C93C336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997" y="3220362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I1">
                <a:extLst>
                  <a:ext uri="{FF2B5EF4-FFF2-40B4-BE49-F238E27FC236}">
                    <a16:creationId xmlns:a16="http://schemas.microsoft.com/office/drawing/2014/main" id="{1640479A-7083-B148-B77F-7995B460C32C}"/>
                  </a:ext>
                </a:extLst>
              </p:cNvPr>
              <p:cNvSpPr txBox="1"/>
              <p:nvPr/>
            </p:nvSpPr>
            <p:spPr>
              <a:xfrm>
                <a:off x="4527008" y="321594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3" name="I1">
                <a:extLst>
                  <a:ext uri="{FF2B5EF4-FFF2-40B4-BE49-F238E27FC236}">
                    <a16:creationId xmlns:a16="http://schemas.microsoft.com/office/drawing/2014/main" id="{1640479A-7083-B148-B77F-7995B460C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008" y="3215946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Ui-Uo">
                <a:extLst>
                  <a:ext uri="{FF2B5EF4-FFF2-40B4-BE49-F238E27FC236}">
                    <a16:creationId xmlns:a16="http://schemas.microsoft.com/office/drawing/2014/main" id="{849E981A-C0F6-A748-BB8E-8D1E2DEA6DC2}"/>
                  </a:ext>
                </a:extLst>
              </p:cNvPr>
              <p:cNvSpPr txBox="1"/>
              <p:nvPr/>
            </p:nvSpPr>
            <p:spPr>
              <a:xfrm>
                <a:off x="2232212" y="3360015"/>
                <a:ext cx="171394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4" name="Ui-Uo">
                <a:extLst>
                  <a:ext uri="{FF2B5EF4-FFF2-40B4-BE49-F238E27FC236}">
                    <a16:creationId xmlns:a16="http://schemas.microsoft.com/office/drawing/2014/main" id="{849E981A-C0F6-A748-BB8E-8D1E2DEA6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212" y="3360015"/>
                <a:ext cx="1713942" cy="553998"/>
              </a:xfrm>
              <a:prstGeom prst="rect">
                <a:avLst/>
              </a:prstGeom>
              <a:blipFill>
                <a:blip r:embed="rId13"/>
                <a:stretch>
                  <a:fillRect l="-4412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Uo">
                <a:extLst>
                  <a:ext uri="{FF2B5EF4-FFF2-40B4-BE49-F238E27FC236}">
                    <a16:creationId xmlns:a16="http://schemas.microsoft.com/office/drawing/2014/main" id="{3B894E33-A860-9240-BF39-D62168109995}"/>
                  </a:ext>
                </a:extLst>
              </p:cNvPr>
              <p:cNvSpPr txBox="1"/>
              <p:nvPr/>
            </p:nvSpPr>
            <p:spPr>
              <a:xfrm>
                <a:off x="9651510" y="286767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5" name="Uo">
                <a:extLst>
                  <a:ext uri="{FF2B5EF4-FFF2-40B4-BE49-F238E27FC236}">
                    <a16:creationId xmlns:a16="http://schemas.microsoft.com/office/drawing/2014/main" id="{3B894E33-A860-9240-BF39-D62168109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510" y="2867672"/>
                <a:ext cx="692168" cy="553998"/>
              </a:xfrm>
              <a:prstGeom prst="rect">
                <a:avLst/>
              </a:prstGeom>
              <a:blipFill>
                <a:blip r:embed="rId14"/>
                <a:stretch>
                  <a:fillRect l="-1071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Ui">
                <a:extLst>
                  <a:ext uri="{FF2B5EF4-FFF2-40B4-BE49-F238E27FC236}">
                    <a16:creationId xmlns:a16="http://schemas.microsoft.com/office/drawing/2014/main" id="{C346797E-C0E3-6840-BA88-71924750C6FB}"/>
                  </a:ext>
                </a:extLst>
              </p:cNvPr>
              <p:cNvSpPr txBox="1"/>
              <p:nvPr/>
            </p:nvSpPr>
            <p:spPr>
              <a:xfrm>
                <a:off x="1479462" y="2901815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6" name="Ui">
                <a:extLst>
                  <a:ext uri="{FF2B5EF4-FFF2-40B4-BE49-F238E27FC236}">
                    <a16:creationId xmlns:a16="http://schemas.microsoft.com/office/drawing/2014/main" id="{C346797E-C0E3-6840-BA88-71924750C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62" y="2901815"/>
                <a:ext cx="692168" cy="553998"/>
              </a:xfrm>
              <a:prstGeom prst="rect">
                <a:avLst/>
              </a:prstGeom>
              <a:blipFill>
                <a:blip r:embed="rId15"/>
                <a:stretch>
                  <a:fillRect l="-727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AB1306B-6F64-D148-84DF-9ED32CFF2A56}"/>
                  </a:ext>
                </a:extLst>
              </p:cNvPr>
              <p:cNvSpPr txBox="1"/>
              <p:nvPr/>
            </p:nvSpPr>
            <p:spPr>
              <a:xfrm>
                <a:off x="6167157" y="420802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AB1306B-6F64-D148-84DF-9ED32CFF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57" y="4208020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5455" r="-18182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4E3E783-F587-2C41-A194-9DE29082DCA7}"/>
                  </a:ext>
                </a:extLst>
              </p:cNvPr>
              <p:cNvSpPr txBox="1"/>
              <p:nvPr/>
            </p:nvSpPr>
            <p:spPr>
              <a:xfrm>
                <a:off x="4080261" y="2374205"/>
                <a:ext cx="692168" cy="754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4E3E783-F587-2C41-A194-9DE29082D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261" y="2374205"/>
                <a:ext cx="692168" cy="754309"/>
              </a:xfrm>
              <a:prstGeom prst="rect">
                <a:avLst/>
              </a:prstGeom>
              <a:blipFill>
                <a:blip r:embed="rId17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îśḷíḓe">
            <a:extLst>
              <a:ext uri="{FF2B5EF4-FFF2-40B4-BE49-F238E27FC236}">
                <a16:creationId xmlns:a16="http://schemas.microsoft.com/office/drawing/2014/main" id="{DC20D699-DA3B-FE4C-BD7C-20B36078C0BC}"/>
              </a:ext>
            </a:extLst>
          </p:cNvPr>
          <p:cNvSpPr/>
          <p:nvPr/>
        </p:nvSpPr>
        <p:spPr bwMode="auto">
          <a:xfrm>
            <a:off x="1844475" y="5152668"/>
            <a:ext cx="2977566" cy="1013000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什么变了？</a:t>
            </a:r>
          </a:p>
        </p:txBody>
      </p:sp>
      <p:sp>
        <p:nvSpPr>
          <p:cNvPr id="100" name="ïṡľíḑé">
            <a:extLst>
              <a:ext uri="{FF2B5EF4-FFF2-40B4-BE49-F238E27FC236}">
                <a16:creationId xmlns:a16="http://schemas.microsoft.com/office/drawing/2014/main" id="{034E6ADB-DE59-1A48-9301-F2A71AFBA19A}"/>
              </a:ext>
            </a:extLst>
          </p:cNvPr>
          <p:cNvSpPr/>
          <p:nvPr/>
        </p:nvSpPr>
        <p:spPr bwMode="auto">
          <a:xfrm>
            <a:off x="7127928" y="5152668"/>
            <a:ext cx="2863913" cy="1013000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60000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什么没变？</a:t>
            </a:r>
          </a:p>
        </p:txBody>
      </p:sp>
    </p:spTree>
    <p:extLst>
      <p:ext uri="{BB962C8B-B14F-4D97-AF65-F5344CB8AC3E}">
        <p14:creationId xmlns:p14="http://schemas.microsoft.com/office/powerpoint/2010/main" val="80148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4486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97685" cy="725177"/>
            <a:chOff x="4943078" y="1700704"/>
            <a:chExt cx="3297685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73794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节点与支路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4521821" cy="725177"/>
            <a:chOff x="4943078" y="1700704"/>
            <a:chExt cx="4521821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4047209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结构图转信号流图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6052105" cy="725177"/>
            <a:chOff x="4943078" y="1700704"/>
            <a:chExt cx="6052105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5535322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非零初始条件下的信号流图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4521820" cy="725177"/>
            <a:chOff x="4943078" y="1700704"/>
            <a:chExt cx="4521820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4047209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代数式转信号流图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935413" y="1056897"/>
            <a:ext cx="4319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节点为信号，支路为增益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5287949" y="1894066"/>
            <a:ext cx="5934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标变量，定出入</a:t>
            </a:r>
            <a:r>
              <a:rPr lang="zh-CN" altLang="en-US" sz="2800"/>
              <a:t>，列节点，连</a:t>
            </a:r>
            <a:r>
              <a:rPr lang="zh-CN" altLang="en-US" sz="2800" dirty="0"/>
              <a:t>支路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5267730" y="2671711"/>
            <a:ext cx="5142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按因果关系连接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6785842" y="3612645"/>
            <a:ext cx="4032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初始条件作为输入信号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351861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与代数方程的等价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511030" y="5099056"/>
            <a:ext cx="3191044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矛盾的对立统一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4665349" cy="957298"/>
            <a:chOff x="5348307" y="5538470"/>
            <a:chExt cx="4665349" cy="957298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19867" y="5541661"/>
              <a:ext cx="369378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尝试由信号流图建立实例的传递函数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75026" cy="881063"/>
            <a:chOff x="5348307" y="5538470"/>
            <a:chExt cx="6175026" cy="881063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287958" y="5690870"/>
              <a:ext cx="52353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思考初始条件对系统输出的影响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0BCAFF-D5BD-AE06-F2F4-052FDAA7EF72}"/>
              </a:ext>
            </a:extLst>
          </p:cNvPr>
          <p:cNvGrpSpPr/>
          <p:nvPr/>
        </p:nvGrpSpPr>
        <p:grpSpPr>
          <a:xfrm>
            <a:off x="5546946" y="894337"/>
            <a:ext cx="6308504" cy="2215078"/>
            <a:chOff x="1479462" y="1484784"/>
            <a:chExt cx="8864216" cy="3112454"/>
          </a:xfrm>
        </p:grpSpPr>
        <p:sp>
          <p:nvSpPr>
            <p:cNvPr id="10" name="椭圆Uo">
              <a:extLst>
                <a:ext uri="{FF2B5EF4-FFF2-40B4-BE49-F238E27FC236}">
                  <a16:creationId xmlns:a16="http://schemas.microsoft.com/office/drawing/2014/main" id="{E012262A-BF8A-8443-1360-4D498AB80070}"/>
                </a:ext>
              </a:extLst>
            </p:cNvPr>
            <p:cNvSpPr/>
            <p:nvPr/>
          </p:nvSpPr>
          <p:spPr>
            <a:xfrm>
              <a:off x="9385357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u1">
              <a:extLst>
                <a:ext uri="{FF2B5EF4-FFF2-40B4-BE49-F238E27FC236}">
                  <a16:creationId xmlns:a16="http://schemas.microsoft.com/office/drawing/2014/main" id="{27351FD4-09B9-4896-BE8C-7A0F6ACCD0BA}"/>
                </a:ext>
              </a:extLst>
            </p:cNvPr>
            <p:cNvSpPr/>
            <p:nvPr/>
          </p:nvSpPr>
          <p:spPr>
            <a:xfrm>
              <a:off x="6502835" y="1677404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I">
              <a:extLst>
                <a:ext uri="{FF2B5EF4-FFF2-40B4-BE49-F238E27FC236}">
                  <a16:creationId xmlns:a16="http://schemas.microsoft.com/office/drawing/2014/main" id="{A84CE888-D5B3-5631-06EF-360CC3C9715C}"/>
                </a:ext>
              </a:extLst>
            </p:cNvPr>
            <p:cNvSpPr/>
            <p:nvPr/>
          </p:nvSpPr>
          <p:spPr>
            <a:xfrm>
              <a:off x="7949299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I2">
              <a:extLst>
                <a:ext uri="{FF2B5EF4-FFF2-40B4-BE49-F238E27FC236}">
                  <a16:creationId xmlns:a16="http://schemas.microsoft.com/office/drawing/2014/main" id="{125AB6C2-6636-AA22-4CA8-F4557F42D6DD}"/>
                </a:ext>
              </a:extLst>
            </p:cNvPr>
            <p:cNvSpPr/>
            <p:nvPr/>
          </p:nvSpPr>
          <p:spPr>
            <a:xfrm>
              <a:off x="6513241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I1">
              <a:extLst>
                <a:ext uri="{FF2B5EF4-FFF2-40B4-BE49-F238E27FC236}">
                  <a16:creationId xmlns:a16="http://schemas.microsoft.com/office/drawing/2014/main" id="{48353C7A-9E16-1BCD-ADD9-29097AF66CF7}"/>
                </a:ext>
              </a:extLst>
            </p:cNvPr>
            <p:cNvSpPr/>
            <p:nvPr/>
          </p:nvSpPr>
          <p:spPr>
            <a:xfrm>
              <a:off x="5077183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Ui-Uo">
              <a:extLst>
                <a:ext uri="{FF2B5EF4-FFF2-40B4-BE49-F238E27FC236}">
                  <a16:creationId xmlns:a16="http://schemas.microsoft.com/office/drawing/2014/main" id="{3E3BD210-6C4C-0BAC-5D3B-256DBED6BAC0}"/>
                </a:ext>
              </a:extLst>
            </p:cNvPr>
            <p:cNvSpPr/>
            <p:nvPr/>
          </p:nvSpPr>
          <p:spPr>
            <a:xfrm>
              <a:off x="3641125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Ui">
              <a:extLst>
                <a:ext uri="{FF2B5EF4-FFF2-40B4-BE49-F238E27FC236}">
                  <a16:creationId xmlns:a16="http://schemas.microsoft.com/office/drawing/2014/main" id="{01525451-DEBB-B0D8-10F1-0227BCFE490E}"/>
                </a:ext>
              </a:extLst>
            </p:cNvPr>
            <p:cNvSpPr/>
            <p:nvPr/>
          </p:nvSpPr>
          <p:spPr>
            <a:xfrm>
              <a:off x="2205067" y="306079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7" name="负单位增益">
              <a:extLst>
                <a:ext uri="{FF2B5EF4-FFF2-40B4-BE49-F238E27FC236}">
                  <a16:creationId xmlns:a16="http://schemas.microsoft.com/office/drawing/2014/main" id="{3F503AC6-FCC5-62ED-C414-653C74804C95}"/>
                </a:ext>
              </a:extLst>
            </p:cNvPr>
            <p:cNvCxnSpPr>
              <a:cxnSpLocks/>
              <a:stCxn id="10" idx="4"/>
              <a:endCxn id="15" idx="4"/>
            </p:cNvCxnSpPr>
            <p:nvPr/>
          </p:nvCxnSpPr>
          <p:spPr>
            <a:xfrm rot="5400000">
              <a:off x="6631326" y="424851"/>
              <a:ext cx="12700" cy="5744232"/>
            </a:xfrm>
            <a:prstGeom prst="curvedConnector3">
              <a:avLst>
                <a:gd name="adj1" fmla="val 1116774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曲线连接符1">
              <a:extLst>
                <a:ext uri="{FF2B5EF4-FFF2-40B4-BE49-F238E27FC236}">
                  <a16:creationId xmlns:a16="http://schemas.microsoft.com/office/drawing/2014/main" id="{0549E65F-9128-B64A-2E71-428B8E1D0EA2}"/>
                </a:ext>
              </a:extLst>
            </p:cNvPr>
            <p:cNvCxnSpPr>
              <a:cxnSpLocks/>
              <a:stCxn id="14" idx="4"/>
              <a:endCxn id="12" idx="4"/>
            </p:cNvCxnSpPr>
            <p:nvPr/>
          </p:nvCxnSpPr>
          <p:spPr>
            <a:xfrm rot="16200000" flipH="1">
              <a:off x="6631326" y="1860909"/>
              <a:ext cx="12700" cy="2872116"/>
            </a:xfrm>
            <a:prstGeom prst="curvedConnector3">
              <a:avLst>
                <a:gd name="adj1" fmla="val 4646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6">
              <a:extLst>
                <a:ext uri="{FF2B5EF4-FFF2-40B4-BE49-F238E27FC236}">
                  <a16:creationId xmlns:a16="http://schemas.microsoft.com/office/drawing/2014/main" id="{C483B0D9-E8A6-3704-E82A-CA1976B0A09B}"/>
                </a:ext>
              </a:extLst>
            </p:cNvPr>
            <p:cNvCxnSpPr>
              <a:cxnSpLocks/>
              <a:stCxn id="12" idx="6"/>
              <a:endCxn id="10" idx="2"/>
            </p:cNvCxnSpPr>
            <p:nvPr/>
          </p:nvCxnSpPr>
          <p:spPr>
            <a:xfrm>
              <a:off x="8185469" y="3178882"/>
              <a:ext cx="11998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5">
              <a:extLst>
                <a:ext uri="{FF2B5EF4-FFF2-40B4-BE49-F238E27FC236}">
                  <a16:creationId xmlns:a16="http://schemas.microsoft.com/office/drawing/2014/main" id="{40ED3F63-54B6-60FA-E602-E47398A1DA37}"/>
                </a:ext>
              </a:extLst>
            </p:cNvPr>
            <p:cNvCxnSpPr>
              <a:cxnSpLocks/>
              <a:stCxn id="13" idx="6"/>
              <a:endCxn id="12" idx="2"/>
            </p:cNvCxnSpPr>
            <p:nvPr/>
          </p:nvCxnSpPr>
          <p:spPr>
            <a:xfrm>
              <a:off x="6749411" y="3178882"/>
              <a:ext cx="11998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4">
              <a:extLst>
                <a:ext uri="{FF2B5EF4-FFF2-40B4-BE49-F238E27FC236}">
                  <a16:creationId xmlns:a16="http://schemas.microsoft.com/office/drawing/2014/main" id="{77F49CFD-2E4C-59DA-5575-A0B13314C7B9}"/>
                </a:ext>
              </a:extLst>
            </p:cNvPr>
            <p:cNvCxnSpPr>
              <a:cxnSpLocks/>
              <a:stCxn id="11" idx="4"/>
              <a:endCxn id="13" idx="0"/>
            </p:cNvCxnSpPr>
            <p:nvPr/>
          </p:nvCxnSpPr>
          <p:spPr>
            <a:xfrm>
              <a:off x="6620920" y="1913574"/>
              <a:ext cx="10406" cy="11472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3">
              <a:extLst>
                <a:ext uri="{FF2B5EF4-FFF2-40B4-BE49-F238E27FC236}">
                  <a16:creationId xmlns:a16="http://schemas.microsoft.com/office/drawing/2014/main" id="{BFFDE964-86B1-B568-3902-401C5730A310}"/>
                </a:ext>
              </a:extLst>
            </p:cNvPr>
            <p:cNvCxnSpPr>
              <a:cxnSpLocks/>
              <a:stCxn id="14" idx="6"/>
              <a:endCxn id="13" idx="2"/>
            </p:cNvCxnSpPr>
            <p:nvPr/>
          </p:nvCxnSpPr>
          <p:spPr>
            <a:xfrm>
              <a:off x="5313353" y="3178882"/>
              <a:ext cx="11998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箭头连接符2">
              <a:extLst>
                <a:ext uri="{FF2B5EF4-FFF2-40B4-BE49-F238E27FC236}">
                  <a16:creationId xmlns:a16="http://schemas.microsoft.com/office/drawing/2014/main" id="{CF2B0379-F12A-BA8A-864C-830549C5FF00}"/>
                </a:ext>
              </a:extLst>
            </p:cNvPr>
            <p:cNvCxnSpPr>
              <a:cxnSpLocks/>
              <a:stCxn id="15" idx="6"/>
              <a:endCxn id="14" idx="2"/>
            </p:cNvCxnSpPr>
            <p:nvPr/>
          </p:nvCxnSpPr>
          <p:spPr>
            <a:xfrm>
              <a:off x="3877295" y="3178882"/>
              <a:ext cx="11998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箭头连接符1">
              <a:extLst>
                <a:ext uri="{FF2B5EF4-FFF2-40B4-BE49-F238E27FC236}">
                  <a16:creationId xmlns:a16="http://schemas.microsoft.com/office/drawing/2014/main" id="{F41B8E86-3D1C-4954-4797-AA6D33C416E6}"/>
                </a:ext>
              </a:extLst>
            </p:cNvPr>
            <p:cNvCxnSpPr>
              <a:cxnSpLocks/>
              <a:stCxn id="16" idx="6"/>
              <a:endCxn id="15" idx="2"/>
            </p:cNvCxnSpPr>
            <p:nvPr/>
          </p:nvCxnSpPr>
          <p:spPr>
            <a:xfrm>
              <a:off x="2441237" y="3178882"/>
              <a:ext cx="11998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2">
                  <a:extLst>
                    <a:ext uri="{FF2B5EF4-FFF2-40B4-BE49-F238E27FC236}">
                      <a16:creationId xmlns:a16="http://schemas.microsoft.com/office/drawing/2014/main" id="{12375695-0FC0-1789-0268-105A05765F56}"/>
                    </a:ext>
                  </a:extLst>
                </p:cNvPr>
                <p:cNvSpPr txBox="1"/>
                <p:nvPr/>
              </p:nvSpPr>
              <p:spPr>
                <a:xfrm>
                  <a:off x="8353251" y="2628441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2">
                  <a:extLst>
                    <a:ext uri="{FF2B5EF4-FFF2-40B4-BE49-F238E27FC236}">
                      <a16:creationId xmlns:a16="http://schemas.microsoft.com/office/drawing/2014/main" id="{12375695-0FC0-1789-0268-105A05765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251" y="2628441"/>
                  <a:ext cx="692169" cy="389217"/>
                </a:xfrm>
                <a:prstGeom prst="rect">
                  <a:avLst/>
                </a:prstGeom>
                <a:blipFill>
                  <a:blip r:embed="rId3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单位增益3">
                  <a:extLst>
                    <a:ext uri="{FF2B5EF4-FFF2-40B4-BE49-F238E27FC236}">
                      <a16:creationId xmlns:a16="http://schemas.microsoft.com/office/drawing/2014/main" id="{D4A32EDE-F07F-CF4C-3059-C758A49B954B}"/>
                    </a:ext>
                  </a:extLst>
                </p:cNvPr>
                <p:cNvSpPr txBox="1"/>
                <p:nvPr/>
              </p:nvSpPr>
              <p:spPr>
                <a:xfrm>
                  <a:off x="7309946" y="3692319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单位增益3">
                  <a:extLst>
                    <a:ext uri="{FF2B5EF4-FFF2-40B4-BE49-F238E27FC236}">
                      <a16:creationId xmlns:a16="http://schemas.microsoft.com/office/drawing/2014/main" id="{D4A32EDE-F07F-CF4C-3059-C758A49B9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9946" y="3692319"/>
                  <a:ext cx="692169" cy="389217"/>
                </a:xfrm>
                <a:prstGeom prst="rect">
                  <a:avLst/>
                </a:prstGeom>
                <a:blipFill>
                  <a:blip r:embed="rId4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单位增益2">
                  <a:extLst>
                    <a:ext uri="{FF2B5EF4-FFF2-40B4-BE49-F238E27FC236}">
                      <a16:creationId xmlns:a16="http://schemas.microsoft.com/office/drawing/2014/main" id="{807E1D2B-1E90-F05C-683E-6D0967083EB7}"/>
                    </a:ext>
                  </a:extLst>
                </p:cNvPr>
                <p:cNvSpPr txBox="1"/>
                <p:nvPr/>
              </p:nvSpPr>
              <p:spPr>
                <a:xfrm>
                  <a:off x="6977613" y="2596525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单位增益2">
                  <a:extLst>
                    <a:ext uri="{FF2B5EF4-FFF2-40B4-BE49-F238E27FC236}">
                      <a16:creationId xmlns:a16="http://schemas.microsoft.com/office/drawing/2014/main" id="{807E1D2B-1E90-F05C-683E-6D0967083E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7613" y="2596525"/>
                  <a:ext cx="692169" cy="389217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-C">
                  <a:extLst>
                    <a:ext uri="{FF2B5EF4-FFF2-40B4-BE49-F238E27FC236}">
                      <a16:creationId xmlns:a16="http://schemas.microsoft.com/office/drawing/2014/main" id="{2853F586-8496-8CE4-7FFF-91FF752B48C3}"/>
                    </a:ext>
                  </a:extLst>
                </p:cNvPr>
                <p:cNvSpPr txBox="1"/>
                <p:nvPr/>
              </p:nvSpPr>
              <p:spPr>
                <a:xfrm>
                  <a:off x="6657187" y="2108621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-C">
                  <a:extLst>
                    <a:ext uri="{FF2B5EF4-FFF2-40B4-BE49-F238E27FC236}">
                      <a16:creationId xmlns:a16="http://schemas.microsoft.com/office/drawing/2014/main" id="{2853F586-8496-8CE4-7FFF-91FF752B48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7187" y="2108621"/>
                  <a:ext cx="692169" cy="389217"/>
                </a:xfrm>
                <a:prstGeom prst="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1Cs">
                  <a:extLst>
                    <a:ext uri="{FF2B5EF4-FFF2-40B4-BE49-F238E27FC236}">
                      <a16:creationId xmlns:a16="http://schemas.microsoft.com/office/drawing/2014/main" id="{20E895F7-1B25-C551-8D6B-405C01E1E6DE}"/>
                    </a:ext>
                  </a:extLst>
                </p:cNvPr>
                <p:cNvSpPr txBox="1"/>
                <p:nvPr/>
              </p:nvSpPr>
              <p:spPr>
                <a:xfrm>
                  <a:off x="5468019" y="2628273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𝑪𝒔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1Cs">
                  <a:extLst>
                    <a:ext uri="{FF2B5EF4-FFF2-40B4-BE49-F238E27FC236}">
                      <a16:creationId xmlns:a16="http://schemas.microsoft.com/office/drawing/2014/main" id="{20E895F7-1B25-C551-8D6B-405C01E1E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8019" y="2628273"/>
                  <a:ext cx="692169" cy="389217"/>
                </a:xfrm>
                <a:prstGeom prst="rect">
                  <a:avLst/>
                </a:prstGeom>
                <a:blipFill>
                  <a:blip r:embed="rId7"/>
                  <a:stretch>
                    <a:fillRect l="-15385" r="-23077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单位增益1">
                  <a:extLst>
                    <a:ext uri="{FF2B5EF4-FFF2-40B4-BE49-F238E27FC236}">
                      <a16:creationId xmlns:a16="http://schemas.microsoft.com/office/drawing/2014/main" id="{9C8DC5A6-0127-30C6-2C0B-EA546624B91B}"/>
                    </a:ext>
                  </a:extLst>
                </p:cNvPr>
                <p:cNvSpPr txBox="1"/>
                <p:nvPr/>
              </p:nvSpPr>
              <p:spPr>
                <a:xfrm>
                  <a:off x="2509578" y="2630186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单位增益1">
                  <a:extLst>
                    <a:ext uri="{FF2B5EF4-FFF2-40B4-BE49-F238E27FC236}">
                      <a16:creationId xmlns:a16="http://schemas.microsoft.com/office/drawing/2014/main" id="{9C8DC5A6-0127-30C6-2C0B-EA546624B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578" y="2630186"/>
                  <a:ext cx="692169" cy="389217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u1">
                  <a:extLst>
                    <a:ext uri="{FF2B5EF4-FFF2-40B4-BE49-F238E27FC236}">
                      <a16:creationId xmlns:a16="http://schemas.microsoft.com/office/drawing/2014/main" id="{EF2B6E42-774D-5A94-E8FB-056FF9140199}"/>
                    </a:ext>
                  </a:extLst>
                </p:cNvPr>
                <p:cNvSpPr txBox="1"/>
                <p:nvPr/>
              </p:nvSpPr>
              <p:spPr>
                <a:xfrm>
                  <a:off x="6812653" y="1484784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1" name="u1">
                  <a:extLst>
                    <a:ext uri="{FF2B5EF4-FFF2-40B4-BE49-F238E27FC236}">
                      <a16:creationId xmlns:a16="http://schemas.microsoft.com/office/drawing/2014/main" id="{EF2B6E42-774D-5A94-E8FB-056FF9140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2653" y="1484784"/>
                  <a:ext cx="692169" cy="389217"/>
                </a:xfrm>
                <a:prstGeom prst="rect">
                  <a:avLst/>
                </a:prstGeom>
                <a:blipFill>
                  <a:blip r:embed="rId8"/>
                  <a:stretch>
                    <a:fillRect l="-10000" r="-40000" b="-347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I">
                  <a:extLst>
                    <a:ext uri="{FF2B5EF4-FFF2-40B4-BE49-F238E27FC236}">
                      <a16:creationId xmlns:a16="http://schemas.microsoft.com/office/drawing/2014/main" id="{45265C99-767B-1F99-5ED2-D12D1220AC47}"/>
                    </a:ext>
                  </a:extLst>
                </p:cNvPr>
                <p:cNvSpPr txBox="1"/>
                <p:nvPr/>
              </p:nvSpPr>
              <p:spPr>
                <a:xfrm>
                  <a:off x="7981104" y="3215946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2" name="I">
                  <a:extLst>
                    <a:ext uri="{FF2B5EF4-FFF2-40B4-BE49-F238E27FC236}">
                      <a16:creationId xmlns:a16="http://schemas.microsoft.com/office/drawing/2014/main" id="{45265C99-767B-1F99-5ED2-D12D1220A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1104" y="3215946"/>
                  <a:ext cx="692169" cy="389217"/>
                </a:xfrm>
                <a:prstGeom prst="rect">
                  <a:avLst/>
                </a:prstGeom>
                <a:blipFill>
                  <a:blip r:embed="rId9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I2">
                  <a:extLst>
                    <a:ext uri="{FF2B5EF4-FFF2-40B4-BE49-F238E27FC236}">
                      <a16:creationId xmlns:a16="http://schemas.microsoft.com/office/drawing/2014/main" id="{C1F97CC8-3F5A-84C0-E8A2-65468CADBD13}"/>
                    </a:ext>
                  </a:extLst>
                </p:cNvPr>
                <p:cNvSpPr txBox="1"/>
                <p:nvPr/>
              </p:nvSpPr>
              <p:spPr>
                <a:xfrm>
                  <a:off x="6361997" y="3220362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3" name="I2">
                  <a:extLst>
                    <a:ext uri="{FF2B5EF4-FFF2-40B4-BE49-F238E27FC236}">
                      <a16:creationId xmlns:a16="http://schemas.microsoft.com/office/drawing/2014/main" id="{C1F97CC8-3F5A-84C0-E8A2-65468CADB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1997" y="3220362"/>
                  <a:ext cx="692169" cy="389217"/>
                </a:xfrm>
                <a:prstGeom prst="rect">
                  <a:avLst/>
                </a:prstGeom>
                <a:blipFill>
                  <a:blip r:embed="rId10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I1">
                  <a:extLst>
                    <a:ext uri="{FF2B5EF4-FFF2-40B4-BE49-F238E27FC236}">
                      <a16:creationId xmlns:a16="http://schemas.microsoft.com/office/drawing/2014/main" id="{01FBA9CD-85B2-BA27-9DEE-E9A6D22CFC8E}"/>
                    </a:ext>
                  </a:extLst>
                </p:cNvPr>
                <p:cNvSpPr txBox="1"/>
                <p:nvPr/>
              </p:nvSpPr>
              <p:spPr>
                <a:xfrm>
                  <a:off x="4527008" y="3215946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4" name="I1">
                  <a:extLst>
                    <a:ext uri="{FF2B5EF4-FFF2-40B4-BE49-F238E27FC236}">
                      <a16:creationId xmlns:a16="http://schemas.microsoft.com/office/drawing/2014/main" id="{01FBA9CD-85B2-BA27-9DEE-E9A6D22CF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008" y="3215946"/>
                  <a:ext cx="692169" cy="389217"/>
                </a:xfrm>
                <a:prstGeom prst="rect">
                  <a:avLst/>
                </a:prstGeom>
                <a:blipFill>
                  <a:blip r:embed="rId1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Ui-Uo">
                  <a:extLst>
                    <a:ext uri="{FF2B5EF4-FFF2-40B4-BE49-F238E27FC236}">
                      <a16:creationId xmlns:a16="http://schemas.microsoft.com/office/drawing/2014/main" id="{047E0484-B0B3-5B78-704D-B4864F1FB810}"/>
                    </a:ext>
                  </a:extLst>
                </p:cNvPr>
                <p:cNvSpPr txBox="1"/>
                <p:nvPr/>
              </p:nvSpPr>
              <p:spPr>
                <a:xfrm>
                  <a:off x="2232212" y="3360014"/>
                  <a:ext cx="1713942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5" name="Ui-Uo">
                  <a:extLst>
                    <a:ext uri="{FF2B5EF4-FFF2-40B4-BE49-F238E27FC236}">
                      <a16:creationId xmlns:a16="http://schemas.microsoft.com/office/drawing/2014/main" id="{047E0484-B0B3-5B78-704D-B4864F1FB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2212" y="3360014"/>
                  <a:ext cx="1713942" cy="389217"/>
                </a:xfrm>
                <a:prstGeom prst="rect">
                  <a:avLst/>
                </a:prstGeom>
                <a:blipFill>
                  <a:blip r:embed="rId1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Uo">
                  <a:extLst>
                    <a:ext uri="{FF2B5EF4-FFF2-40B4-BE49-F238E27FC236}">
                      <a16:creationId xmlns:a16="http://schemas.microsoft.com/office/drawing/2014/main" id="{5C8565CE-4F77-0AE9-BAE3-C22EAA9FAEE5}"/>
                    </a:ext>
                  </a:extLst>
                </p:cNvPr>
                <p:cNvSpPr txBox="1"/>
                <p:nvPr/>
              </p:nvSpPr>
              <p:spPr>
                <a:xfrm>
                  <a:off x="9651509" y="2867672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6" name="Uo">
                  <a:extLst>
                    <a:ext uri="{FF2B5EF4-FFF2-40B4-BE49-F238E27FC236}">
                      <a16:creationId xmlns:a16="http://schemas.microsoft.com/office/drawing/2014/main" id="{5C8565CE-4F77-0AE9-BAE3-C22EAA9FA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1509" y="2867672"/>
                  <a:ext cx="692169" cy="389217"/>
                </a:xfrm>
                <a:prstGeom prst="rect">
                  <a:avLst/>
                </a:prstGeom>
                <a:blipFill>
                  <a:blip r:embed="rId13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Ui">
                  <a:extLst>
                    <a:ext uri="{FF2B5EF4-FFF2-40B4-BE49-F238E27FC236}">
                      <a16:creationId xmlns:a16="http://schemas.microsoft.com/office/drawing/2014/main" id="{04DF2DA5-54CC-B37C-9092-9AC80782B35F}"/>
                    </a:ext>
                  </a:extLst>
                </p:cNvPr>
                <p:cNvSpPr txBox="1"/>
                <p:nvPr/>
              </p:nvSpPr>
              <p:spPr>
                <a:xfrm>
                  <a:off x="1479462" y="2901815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b="1" dirty="0"/>
                </a:p>
              </p:txBody>
            </p:sp>
          </mc:Choice>
          <mc:Fallback xmlns="">
            <p:sp>
              <p:nvSpPr>
                <p:cNvPr id="37" name="Ui">
                  <a:extLst>
                    <a:ext uri="{FF2B5EF4-FFF2-40B4-BE49-F238E27FC236}">
                      <a16:creationId xmlns:a16="http://schemas.microsoft.com/office/drawing/2014/main" id="{04DF2DA5-54CC-B37C-9092-9AC80782B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462" y="2901815"/>
                  <a:ext cx="692169" cy="389217"/>
                </a:xfrm>
                <a:prstGeom prst="rect">
                  <a:avLst/>
                </a:prstGeom>
                <a:blipFill>
                  <a:blip r:embed="rId14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AA29359-2B54-BF06-FFED-EC9A6A6A8AFD}"/>
                    </a:ext>
                  </a:extLst>
                </p:cNvPr>
                <p:cNvSpPr txBox="1"/>
                <p:nvPr/>
              </p:nvSpPr>
              <p:spPr>
                <a:xfrm>
                  <a:off x="6167157" y="4208021"/>
                  <a:ext cx="692169" cy="389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AA29359-2B54-BF06-FFED-EC9A6A6A8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7157" y="4208021"/>
                  <a:ext cx="692169" cy="389217"/>
                </a:xfrm>
                <a:prstGeom prst="rect">
                  <a:avLst/>
                </a:prstGeom>
                <a:blipFill>
                  <a:blip r:embed="rId1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EA5452A-489F-6A1F-113C-548EB71FE895}"/>
                    </a:ext>
                  </a:extLst>
                </p:cNvPr>
                <p:cNvSpPr txBox="1"/>
                <p:nvPr/>
              </p:nvSpPr>
              <p:spPr>
                <a:xfrm>
                  <a:off x="4080261" y="2374205"/>
                  <a:ext cx="692169" cy="7949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kumimoji="1" lang="en-US" altLang="zh-CN" b="1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1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kumimoji="1" lang="en-US" altLang="zh-CN" b="1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kumimoji="1" lang="zh-CN" alt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EA5452A-489F-6A1F-113C-548EB71FE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0261" y="2374205"/>
                  <a:ext cx="692169" cy="794922"/>
                </a:xfrm>
                <a:prstGeom prst="rect">
                  <a:avLst/>
                </a:prstGeom>
                <a:blipFill>
                  <a:blip r:embed="rId16"/>
                  <a:stretch>
                    <a:fillRect t="-4444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Mason, S. J. (1956). Feedback theory: Further properties of signal flow graphs.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Sundararajan, D. (2022). Block Diagrams and Signal-Flow Graphs. In Control Systems (pp. 99-110). Springer, Cham.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16D030-AB11-A912-A9E1-8092E7F66D4F}"/>
              </a:ext>
            </a:extLst>
          </p:cNvPr>
          <p:cNvGrpSpPr/>
          <p:nvPr/>
        </p:nvGrpSpPr>
        <p:grpSpPr>
          <a:xfrm>
            <a:off x="622598" y="1268413"/>
            <a:ext cx="10776909" cy="3833556"/>
            <a:chOff x="622598" y="1268413"/>
            <a:chExt cx="10776909" cy="3833556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梅森公式解决信号流图和系统框图问题讲解：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/video/BV1Qb4y1k7sV?share_source=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片包含 文本&#10;&#10;描述已自动生成">
              <a:extLst>
                <a:ext uri="{FF2B5EF4-FFF2-40B4-BE49-F238E27FC236}">
                  <a16:creationId xmlns:a16="http://schemas.microsoft.com/office/drawing/2014/main" id="{7DC31AAE-DAEE-C20E-DD1E-6FEB3D1F2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598" y="1268413"/>
              <a:ext cx="2933700" cy="171450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C8F859F-CF9A-670D-FC2F-B670435E27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106" y="3387469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A54DD8F-8EE5-28E6-6D99-3641952838B8}"/>
              </a:ext>
            </a:extLst>
          </p:cNvPr>
          <p:cNvGrpSpPr/>
          <p:nvPr/>
        </p:nvGrpSpPr>
        <p:grpSpPr>
          <a:xfrm>
            <a:off x="4654550" y="3844742"/>
            <a:ext cx="7190194" cy="2755900"/>
            <a:chOff x="4654550" y="3844742"/>
            <a:chExt cx="7190194" cy="27559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025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026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0B0EAFD1-A41C-4A7F-A12F-80F855911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7644" y="3844742"/>
              <a:ext cx="3467100" cy="275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CB9BA8B5-B141-C501-084C-9BBB9911F182}"/>
              </a:ext>
            </a:extLst>
          </p:cNvPr>
          <p:cNvSpPr/>
          <p:nvPr/>
        </p:nvSpPr>
        <p:spPr bwMode="auto">
          <a:xfrm>
            <a:off x="363935" y="1320582"/>
            <a:ext cx="58706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7" name="椭圆Uo">
            <a:extLst>
              <a:ext uri="{FF2B5EF4-FFF2-40B4-BE49-F238E27FC236}">
                <a16:creationId xmlns:a16="http://schemas.microsoft.com/office/drawing/2014/main" id="{82D071B7-7205-6F8D-B557-FCF2FEC1CBFA}"/>
              </a:ext>
            </a:extLst>
          </p:cNvPr>
          <p:cNvSpPr/>
          <p:nvPr/>
        </p:nvSpPr>
        <p:spPr>
          <a:xfrm>
            <a:off x="11001759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u1">
            <a:extLst>
              <a:ext uri="{FF2B5EF4-FFF2-40B4-BE49-F238E27FC236}">
                <a16:creationId xmlns:a16="http://schemas.microsoft.com/office/drawing/2014/main" id="{BEDF3FF9-09D3-ABF6-B72D-F43A63D81065}"/>
              </a:ext>
            </a:extLst>
          </p:cNvPr>
          <p:cNvSpPr/>
          <p:nvPr/>
        </p:nvSpPr>
        <p:spPr>
          <a:xfrm>
            <a:off x="8950320" y="2277486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I">
            <a:extLst>
              <a:ext uri="{FF2B5EF4-FFF2-40B4-BE49-F238E27FC236}">
                <a16:creationId xmlns:a16="http://schemas.microsoft.com/office/drawing/2014/main" id="{A00D2655-0DDC-027C-E83B-2A320DBA7013}"/>
              </a:ext>
            </a:extLst>
          </p:cNvPr>
          <p:cNvSpPr/>
          <p:nvPr/>
        </p:nvSpPr>
        <p:spPr>
          <a:xfrm>
            <a:off x="9979742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I2">
            <a:extLst>
              <a:ext uri="{FF2B5EF4-FFF2-40B4-BE49-F238E27FC236}">
                <a16:creationId xmlns:a16="http://schemas.microsoft.com/office/drawing/2014/main" id="{8489F576-8694-9549-6C6B-F00873855171}"/>
              </a:ext>
            </a:extLst>
          </p:cNvPr>
          <p:cNvSpPr/>
          <p:nvPr/>
        </p:nvSpPr>
        <p:spPr>
          <a:xfrm>
            <a:off x="8957725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I1">
            <a:extLst>
              <a:ext uri="{FF2B5EF4-FFF2-40B4-BE49-F238E27FC236}">
                <a16:creationId xmlns:a16="http://schemas.microsoft.com/office/drawing/2014/main" id="{1CC03273-F682-9B41-61AD-2D914355CCAE}"/>
              </a:ext>
            </a:extLst>
          </p:cNvPr>
          <p:cNvSpPr/>
          <p:nvPr/>
        </p:nvSpPr>
        <p:spPr>
          <a:xfrm>
            <a:off x="7935709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Ui-Uo">
            <a:extLst>
              <a:ext uri="{FF2B5EF4-FFF2-40B4-BE49-F238E27FC236}">
                <a16:creationId xmlns:a16="http://schemas.microsoft.com/office/drawing/2014/main" id="{996B3001-7F8E-447A-27FC-49E99CA40C62}"/>
              </a:ext>
            </a:extLst>
          </p:cNvPr>
          <p:cNvSpPr/>
          <p:nvPr/>
        </p:nvSpPr>
        <p:spPr>
          <a:xfrm>
            <a:off x="6913692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Ui">
            <a:extLst>
              <a:ext uri="{FF2B5EF4-FFF2-40B4-BE49-F238E27FC236}">
                <a16:creationId xmlns:a16="http://schemas.microsoft.com/office/drawing/2014/main" id="{64AD560A-80A3-67D9-5A02-35CE68217E8C}"/>
              </a:ext>
            </a:extLst>
          </p:cNvPr>
          <p:cNvSpPr/>
          <p:nvPr/>
        </p:nvSpPr>
        <p:spPr>
          <a:xfrm>
            <a:off x="5891675" y="3262022"/>
            <a:ext cx="168078" cy="168078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负单位增益">
            <a:extLst>
              <a:ext uri="{FF2B5EF4-FFF2-40B4-BE49-F238E27FC236}">
                <a16:creationId xmlns:a16="http://schemas.microsoft.com/office/drawing/2014/main" id="{C515F733-82FE-6BCD-C34D-EB23B746741E}"/>
              </a:ext>
            </a:extLst>
          </p:cNvPr>
          <p:cNvCxnSpPr>
            <a:cxnSpLocks/>
            <a:stCxn id="7" idx="4"/>
            <a:endCxn id="12" idx="4"/>
          </p:cNvCxnSpPr>
          <p:nvPr/>
        </p:nvCxnSpPr>
        <p:spPr>
          <a:xfrm rot="5400000">
            <a:off x="9041764" y="1386067"/>
            <a:ext cx="9038" cy="4088067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曲线连接符1">
            <a:extLst>
              <a:ext uri="{FF2B5EF4-FFF2-40B4-BE49-F238E27FC236}">
                <a16:creationId xmlns:a16="http://schemas.microsoft.com/office/drawing/2014/main" id="{99545103-1184-0F02-B238-AC2DC64479C4}"/>
              </a:ext>
            </a:extLst>
          </p:cNvPr>
          <p:cNvCxnSpPr>
            <a:cxnSpLocks/>
            <a:stCxn id="11" idx="4"/>
            <a:endCxn id="9" idx="4"/>
          </p:cNvCxnSpPr>
          <p:nvPr/>
        </p:nvCxnSpPr>
        <p:spPr>
          <a:xfrm rot="16200000" flipH="1">
            <a:off x="9041764" y="2408084"/>
            <a:ext cx="9038" cy="2044034"/>
          </a:xfrm>
          <a:prstGeom prst="curvedConnector3">
            <a:avLst>
              <a:gd name="adj1" fmla="val 46465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6">
            <a:extLst>
              <a:ext uri="{FF2B5EF4-FFF2-40B4-BE49-F238E27FC236}">
                <a16:creationId xmlns:a16="http://schemas.microsoft.com/office/drawing/2014/main" id="{7F98332A-B68A-D48A-0020-791B87E8D65C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>
            <a:off x="10147820" y="3346061"/>
            <a:ext cx="8539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5">
            <a:extLst>
              <a:ext uri="{FF2B5EF4-FFF2-40B4-BE49-F238E27FC236}">
                <a16:creationId xmlns:a16="http://schemas.microsoft.com/office/drawing/2014/main" id="{886E36F7-E841-54B8-F55C-17B6AF78FDB4}"/>
              </a:ext>
            </a:extLst>
          </p:cNvPr>
          <p:cNvCxnSpPr>
            <a:cxnSpLocks/>
            <a:stCxn id="10" idx="6"/>
            <a:endCxn id="9" idx="2"/>
          </p:cNvCxnSpPr>
          <p:nvPr/>
        </p:nvCxnSpPr>
        <p:spPr>
          <a:xfrm>
            <a:off x="9125803" y="3346061"/>
            <a:ext cx="8539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4">
            <a:extLst>
              <a:ext uri="{FF2B5EF4-FFF2-40B4-BE49-F238E27FC236}">
                <a16:creationId xmlns:a16="http://schemas.microsoft.com/office/drawing/2014/main" id="{CCAF83DC-0051-7446-25D8-1669B30398EE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9034359" y="2445564"/>
            <a:ext cx="7406" cy="8164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3">
            <a:extLst>
              <a:ext uri="{FF2B5EF4-FFF2-40B4-BE49-F238E27FC236}">
                <a16:creationId xmlns:a16="http://schemas.microsoft.com/office/drawing/2014/main" id="{381A1CE8-B8FB-8751-098F-11A4098B12E3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8103787" y="3346061"/>
            <a:ext cx="8539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2">
            <a:extLst>
              <a:ext uri="{FF2B5EF4-FFF2-40B4-BE49-F238E27FC236}">
                <a16:creationId xmlns:a16="http://schemas.microsoft.com/office/drawing/2014/main" id="{A8A9899D-C332-FD78-8988-7F978D7A2A4E}"/>
              </a:ext>
            </a:extLst>
          </p:cNvPr>
          <p:cNvCxnSpPr>
            <a:cxnSpLocks/>
            <a:stCxn id="12" idx="6"/>
            <a:endCxn id="11" idx="2"/>
          </p:cNvCxnSpPr>
          <p:nvPr/>
        </p:nvCxnSpPr>
        <p:spPr>
          <a:xfrm>
            <a:off x="7081770" y="3346061"/>
            <a:ext cx="8539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1">
            <a:extLst>
              <a:ext uri="{FF2B5EF4-FFF2-40B4-BE49-F238E27FC236}">
                <a16:creationId xmlns:a16="http://schemas.microsoft.com/office/drawing/2014/main" id="{63659AF8-C81F-5CB8-0C2A-F0AC330CEB6A}"/>
              </a:ext>
            </a:extLst>
          </p:cNvPr>
          <p:cNvCxnSpPr>
            <a:cxnSpLocks/>
            <a:stCxn id="13" idx="6"/>
            <a:endCxn id="12" idx="2"/>
          </p:cNvCxnSpPr>
          <p:nvPr/>
        </p:nvCxnSpPr>
        <p:spPr>
          <a:xfrm>
            <a:off x="6059753" y="3346061"/>
            <a:ext cx="8539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2">
                <a:extLst>
                  <a:ext uri="{FF2B5EF4-FFF2-40B4-BE49-F238E27FC236}">
                    <a16:creationId xmlns:a16="http://schemas.microsoft.com/office/drawing/2014/main" id="{980A5246-A2F1-E976-881D-443884A201BD}"/>
                  </a:ext>
                </a:extLst>
              </p:cNvPr>
              <p:cNvSpPr txBox="1"/>
              <p:nvPr/>
            </p:nvSpPr>
            <p:spPr>
              <a:xfrm>
                <a:off x="10267228" y="2954322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R2">
                <a:extLst>
                  <a:ext uri="{FF2B5EF4-FFF2-40B4-BE49-F238E27FC236}">
                    <a16:creationId xmlns:a16="http://schemas.microsoft.com/office/drawing/2014/main" id="{980A5246-A2F1-E976-881D-443884A20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7228" y="2954322"/>
                <a:ext cx="492604" cy="276999"/>
              </a:xfrm>
              <a:prstGeom prst="rect">
                <a:avLst/>
              </a:prstGeom>
              <a:blipFill>
                <a:blip r:embed="rId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单位增益3">
                <a:extLst>
                  <a:ext uri="{FF2B5EF4-FFF2-40B4-BE49-F238E27FC236}">
                    <a16:creationId xmlns:a16="http://schemas.microsoft.com/office/drawing/2014/main" id="{0CBB39E8-E165-FAC1-AA11-0E4CE6AAF8AE}"/>
                  </a:ext>
                </a:extLst>
              </p:cNvPr>
              <p:cNvSpPr txBox="1"/>
              <p:nvPr/>
            </p:nvSpPr>
            <p:spPr>
              <a:xfrm>
                <a:off x="9524726" y="3711465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单位增益3">
                <a:extLst>
                  <a:ext uri="{FF2B5EF4-FFF2-40B4-BE49-F238E27FC236}">
                    <a16:creationId xmlns:a16="http://schemas.microsoft.com/office/drawing/2014/main" id="{0CBB39E8-E165-FAC1-AA11-0E4CE6AAF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726" y="3711465"/>
                <a:ext cx="492604" cy="276999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单位增益2">
                <a:extLst>
                  <a:ext uri="{FF2B5EF4-FFF2-40B4-BE49-F238E27FC236}">
                    <a16:creationId xmlns:a16="http://schemas.microsoft.com/office/drawing/2014/main" id="{60B4ACEE-A280-B572-6511-344BC77CC9DD}"/>
                  </a:ext>
                </a:extLst>
              </p:cNvPr>
              <p:cNvSpPr txBox="1"/>
              <p:nvPr/>
            </p:nvSpPr>
            <p:spPr>
              <a:xfrm>
                <a:off x="9288211" y="2931608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4" name="单位增益2">
                <a:extLst>
                  <a:ext uri="{FF2B5EF4-FFF2-40B4-BE49-F238E27FC236}">
                    <a16:creationId xmlns:a16="http://schemas.microsoft.com/office/drawing/2014/main" id="{60B4ACEE-A280-B572-6511-344BC77CC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211" y="2931608"/>
                <a:ext cx="492604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-C">
                <a:extLst>
                  <a:ext uri="{FF2B5EF4-FFF2-40B4-BE49-F238E27FC236}">
                    <a16:creationId xmlns:a16="http://schemas.microsoft.com/office/drawing/2014/main" id="{80DF5F9B-CB31-0FD0-8697-9FD4EB5E10AE}"/>
                  </a:ext>
                </a:extLst>
              </p:cNvPr>
              <p:cNvSpPr txBox="1"/>
              <p:nvPr/>
            </p:nvSpPr>
            <p:spPr>
              <a:xfrm>
                <a:off x="9060169" y="2584376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-C">
                <a:extLst>
                  <a:ext uri="{FF2B5EF4-FFF2-40B4-BE49-F238E27FC236}">
                    <a16:creationId xmlns:a16="http://schemas.microsoft.com/office/drawing/2014/main" id="{80DF5F9B-CB31-0FD0-8697-9FD4EB5E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169" y="2584376"/>
                <a:ext cx="492604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1Cs">
                <a:extLst>
                  <a:ext uri="{FF2B5EF4-FFF2-40B4-BE49-F238E27FC236}">
                    <a16:creationId xmlns:a16="http://schemas.microsoft.com/office/drawing/2014/main" id="{6EEE5165-B99E-A945-3F17-9F0BDA38C344}"/>
                  </a:ext>
                </a:extLst>
              </p:cNvPr>
              <p:cNvSpPr txBox="1"/>
              <p:nvPr/>
            </p:nvSpPr>
            <p:spPr>
              <a:xfrm>
                <a:off x="8213860" y="2954203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𝑪𝒔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6" name="R1Cs">
                <a:extLst>
                  <a:ext uri="{FF2B5EF4-FFF2-40B4-BE49-F238E27FC236}">
                    <a16:creationId xmlns:a16="http://schemas.microsoft.com/office/drawing/2014/main" id="{6EEE5165-B99E-A945-3F17-9F0BDA38C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860" y="2954203"/>
                <a:ext cx="492604" cy="276999"/>
              </a:xfrm>
              <a:prstGeom prst="rect">
                <a:avLst/>
              </a:prstGeom>
              <a:blipFill>
                <a:blip r:embed="rId7"/>
                <a:stretch>
                  <a:fillRect l="-15000" r="-22500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单位增益1">
                <a:extLst>
                  <a:ext uri="{FF2B5EF4-FFF2-40B4-BE49-F238E27FC236}">
                    <a16:creationId xmlns:a16="http://schemas.microsoft.com/office/drawing/2014/main" id="{022E0C54-231F-40A0-2EBE-365157065D3A}"/>
                  </a:ext>
                </a:extLst>
              </p:cNvPr>
              <p:cNvSpPr txBox="1"/>
              <p:nvPr/>
            </p:nvSpPr>
            <p:spPr>
              <a:xfrm>
                <a:off x="6108390" y="2955564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单位增益1">
                <a:extLst>
                  <a:ext uri="{FF2B5EF4-FFF2-40B4-BE49-F238E27FC236}">
                    <a16:creationId xmlns:a16="http://schemas.microsoft.com/office/drawing/2014/main" id="{022E0C54-231F-40A0-2EBE-365157065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390" y="2955564"/>
                <a:ext cx="492604" cy="27699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u1">
                <a:extLst>
                  <a:ext uri="{FF2B5EF4-FFF2-40B4-BE49-F238E27FC236}">
                    <a16:creationId xmlns:a16="http://schemas.microsoft.com/office/drawing/2014/main" id="{36E765C7-A52E-BFC2-984A-4F786E9B286D}"/>
                  </a:ext>
                </a:extLst>
              </p:cNvPr>
              <p:cNvSpPr txBox="1"/>
              <p:nvPr/>
            </p:nvSpPr>
            <p:spPr>
              <a:xfrm>
                <a:off x="9170812" y="2140402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28" name="u1">
                <a:extLst>
                  <a:ext uri="{FF2B5EF4-FFF2-40B4-BE49-F238E27FC236}">
                    <a16:creationId xmlns:a16="http://schemas.microsoft.com/office/drawing/2014/main" id="{36E765C7-A52E-BFC2-984A-4F786E9B2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812" y="2140402"/>
                <a:ext cx="492604" cy="276999"/>
              </a:xfrm>
              <a:prstGeom prst="rect">
                <a:avLst/>
              </a:prstGeom>
              <a:blipFill>
                <a:blip r:embed="rId9"/>
                <a:stretch>
                  <a:fillRect l="-10000" r="-40000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I">
                <a:extLst>
                  <a:ext uri="{FF2B5EF4-FFF2-40B4-BE49-F238E27FC236}">
                    <a16:creationId xmlns:a16="http://schemas.microsoft.com/office/drawing/2014/main" id="{0CABEDF8-751F-D3A4-6173-0A565835DDE6}"/>
                  </a:ext>
                </a:extLst>
              </p:cNvPr>
              <p:cNvSpPr txBox="1"/>
              <p:nvPr/>
            </p:nvSpPr>
            <p:spPr>
              <a:xfrm>
                <a:off x="10002377" y="3372439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29" name="I">
                <a:extLst>
                  <a:ext uri="{FF2B5EF4-FFF2-40B4-BE49-F238E27FC236}">
                    <a16:creationId xmlns:a16="http://schemas.microsoft.com/office/drawing/2014/main" id="{0CABEDF8-751F-D3A4-6173-0A565835D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377" y="3372439"/>
                <a:ext cx="492604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I2">
                <a:extLst>
                  <a:ext uri="{FF2B5EF4-FFF2-40B4-BE49-F238E27FC236}">
                    <a16:creationId xmlns:a16="http://schemas.microsoft.com/office/drawing/2014/main" id="{070E99F9-37E0-7527-B551-79033434B3F5}"/>
                  </a:ext>
                </a:extLst>
              </p:cNvPr>
              <p:cNvSpPr txBox="1"/>
              <p:nvPr/>
            </p:nvSpPr>
            <p:spPr>
              <a:xfrm>
                <a:off x="8850088" y="3375582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0" name="I2">
                <a:extLst>
                  <a:ext uri="{FF2B5EF4-FFF2-40B4-BE49-F238E27FC236}">
                    <a16:creationId xmlns:a16="http://schemas.microsoft.com/office/drawing/2014/main" id="{070E99F9-37E0-7527-B551-79033434B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0088" y="3375582"/>
                <a:ext cx="492604" cy="276999"/>
              </a:xfrm>
              <a:prstGeom prst="rect">
                <a:avLst/>
              </a:prstGeom>
              <a:blipFill>
                <a:blip r:embed="rId11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I1">
                <a:extLst>
                  <a:ext uri="{FF2B5EF4-FFF2-40B4-BE49-F238E27FC236}">
                    <a16:creationId xmlns:a16="http://schemas.microsoft.com/office/drawing/2014/main" id="{28472830-E9AD-7A71-367D-114462982B12}"/>
                  </a:ext>
                </a:extLst>
              </p:cNvPr>
              <p:cNvSpPr txBox="1"/>
              <p:nvPr/>
            </p:nvSpPr>
            <p:spPr>
              <a:xfrm>
                <a:off x="7544159" y="3372439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1" name="I1">
                <a:extLst>
                  <a:ext uri="{FF2B5EF4-FFF2-40B4-BE49-F238E27FC236}">
                    <a16:creationId xmlns:a16="http://schemas.microsoft.com/office/drawing/2014/main" id="{28472830-E9AD-7A71-367D-114462982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159" y="3372439"/>
                <a:ext cx="492604" cy="276999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Ui-Uo">
                <a:extLst>
                  <a:ext uri="{FF2B5EF4-FFF2-40B4-BE49-F238E27FC236}">
                    <a16:creationId xmlns:a16="http://schemas.microsoft.com/office/drawing/2014/main" id="{928CAAAC-6BF8-4031-EE13-FC8EBEB8F731}"/>
                  </a:ext>
                </a:extLst>
              </p:cNvPr>
              <p:cNvSpPr txBox="1"/>
              <p:nvPr/>
            </p:nvSpPr>
            <p:spPr>
              <a:xfrm>
                <a:off x="5910994" y="3474970"/>
                <a:ext cx="1219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2" name="Ui-Uo">
                <a:extLst>
                  <a:ext uri="{FF2B5EF4-FFF2-40B4-BE49-F238E27FC236}">
                    <a16:creationId xmlns:a16="http://schemas.microsoft.com/office/drawing/2014/main" id="{928CAAAC-6BF8-4031-EE13-FC8EBEB8F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994" y="3474970"/>
                <a:ext cx="1219782" cy="276999"/>
              </a:xfrm>
              <a:prstGeom prst="rect">
                <a:avLst/>
              </a:prstGeom>
              <a:blipFill>
                <a:blip r:embed="rId1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Uo">
                <a:extLst>
                  <a:ext uri="{FF2B5EF4-FFF2-40B4-BE49-F238E27FC236}">
                    <a16:creationId xmlns:a16="http://schemas.microsoft.com/office/drawing/2014/main" id="{80F60CF1-E0C8-CEF5-B763-DD7DFEF4DC5E}"/>
                  </a:ext>
                </a:extLst>
              </p:cNvPr>
              <p:cNvSpPr txBox="1"/>
              <p:nvPr/>
            </p:nvSpPr>
            <p:spPr>
              <a:xfrm>
                <a:off x="11191175" y="3124579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3" name="Uo">
                <a:extLst>
                  <a:ext uri="{FF2B5EF4-FFF2-40B4-BE49-F238E27FC236}">
                    <a16:creationId xmlns:a16="http://schemas.microsoft.com/office/drawing/2014/main" id="{80F60CF1-E0C8-CEF5-B763-DD7DFEF4D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175" y="3124579"/>
                <a:ext cx="492604" cy="276999"/>
              </a:xfrm>
              <a:prstGeom prst="rect">
                <a:avLst/>
              </a:prstGeom>
              <a:blipFill>
                <a:blip r:embed="rId1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Ui">
                <a:extLst>
                  <a:ext uri="{FF2B5EF4-FFF2-40B4-BE49-F238E27FC236}">
                    <a16:creationId xmlns:a16="http://schemas.microsoft.com/office/drawing/2014/main" id="{A29D4D45-62B3-793F-9B1A-1FB1D3FCD536}"/>
                  </a:ext>
                </a:extLst>
              </p:cNvPr>
              <p:cNvSpPr txBox="1"/>
              <p:nvPr/>
            </p:nvSpPr>
            <p:spPr>
              <a:xfrm>
                <a:off x="5375275" y="3148878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1" lang="zh-CN" altLang="en-US" b="1" dirty="0"/>
              </a:p>
            </p:txBody>
          </p:sp>
        </mc:Choice>
        <mc:Fallback xmlns="">
          <p:sp>
            <p:nvSpPr>
              <p:cNvPr id="34" name="Ui">
                <a:extLst>
                  <a:ext uri="{FF2B5EF4-FFF2-40B4-BE49-F238E27FC236}">
                    <a16:creationId xmlns:a16="http://schemas.microsoft.com/office/drawing/2014/main" id="{A29D4D45-62B3-793F-9B1A-1FB1D3FCD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275" y="3148878"/>
                <a:ext cx="492604" cy="276999"/>
              </a:xfrm>
              <a:prstGeom prst="rect">
                <a:avLst/>
              </a:prstGeom>
              <a:blipFill>
                <a:blip r:embed="rId1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A765B34-0ADE-48F1-98C1-AEF3A6536307}"/>
                  </a:ext>
                </a:extLst>
              </p:cNvPr>
              <p:cNvSpPr txBox="1"/>
              <p:nvPr/>
            </p:nvSpPr>
            <p:spPr>
              <a:xfrm>
                <a:off x="8711424" y="4078481"/>
                <a:ext cx="49260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A765B34-0ADE-48F1-98C1-AEF3A6536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424" y="4078481"/>
                <a:ext cx="492604" cy="276999"/>
              </a:xfrm>
              <a:prstGeom prst="rect">
                <a:avLst/>
              </a:prstGeom>
              <a:blipFill>
                <a:blip r:embed="rId1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F885509-8521-F17B-2E95-C1B4D671C6D3}"/>
                  </a:ext>
                </a:extLst>
              </p:cNvPr>
              <p:cNvSpPr txBox="1"/>
              <p:nvPr/>
            </p:nvSpPr>
            <p:spPr>
              <a:xfrm>
                <a:off x="7226217" y="2773387"/>
                <a:ext cx="492604" cy="5657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F885509-8521-F17B-2E95-C1B4D671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217" y="2773387"/>
                <a:ext cx="492604" cy="565732"/>
              </a:xfrm>
              <a:prstGeom prst="rect">
                <a:avLst/>
              </a:prstGeom>
              <a:blipFill>
                <a:blip r:embed="rId17"/>
                <a:stretch>
                  <a:fillRect t="-4348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E79"/>
                                      </p:to>
                                    </p:animClr>
                                    <p:set>
                                      <p:cBhvr>
                                        <p:cTn id="7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E79"/>
                                      </p:to>
                                    </p:animClr>
                                    <p:set>
                                      <p:cBhvr>
                                        <p:cTn id="10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E79"/>
                                      </p:to>
                                    </p:animClr>
                                    <p:set>
                                      <p:cBhvr>
                                        <p:cTn id="13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E79"/>
                                      </p:to>
                                    </p:animClr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repeatCount="indefinite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E79"/>
                                      </p:to>
                                    </p:animClr>
                                    <p:set>
                                      <p:cBhvr>
                                        <p:cTn id="1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20990</TotalTime>
  <Words>1673</Words>
  <Application>Microsoft Macintosh PowerPoint</Application>
  <PresentationFormat>自定义</PresentationFormat>
  <Paragraphs>762</Paragraphs>
  <Slides>37</Slides>
  <Notes>26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557</cp:revision>
  <dcterms:created xsi:type="dcterms:W3CDTF">2012-09-21T08:06:35Z</dcterms:created>
  <dcterms:modified xsi:type="dcterms:W3CDTF">2025-02-26T06:28:36Z</dcterms:modified>
  <cp:category/>
</cp:coreProperties>
</file>