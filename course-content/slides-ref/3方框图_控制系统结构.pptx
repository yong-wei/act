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53" r:id="rId2"/>
    <p:sldId id="517" r:id="rId3"/>
    <p:sldId id="516" r:id="rId4"/>
    <p:sldId id="500" r:id="rId5"/>
    <p:sldId id="501" r:id="rId6"/>
    <p:sldId id="502" r:id="rId7"/>
    <p:sldId id="530" r:id="rId8"/>
    <p:sldId id="532" r:id="rId9"/>
    <p:sldId id="533" r:id="rId10"/>
    <p:sldId id="534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35" r:id="rId19"/>
    <p:sldId id="510" r:id="rId20"/>
    <p:sldId id="537" r:id="rId21"/>
    <p:sldId id="538" r:id="rId22"/>
    <p:sldId id="539" r:id="rId23"/>
    <p:sldId id="540" r:id="rId24"/>
    <p:sldId id="541" r:id="rId25"/>
    <p:sldId id="542" r:id="rId26"/>
    <p:sldId id="543" r:id="rId27"/>
    <p:sldId id="512" r:id="rId28"/>
    <p:sldId id="513" r:id="rId29"/>
    <p:sldId id="514" r:id="rId30"/>
    <p:sldId id="515" r:id="rId31"/>
    <p:sldId id="544" r:id="rId32"/>
    <p:sldId id="525" r:id="rId33"/>
    <p:sldId id="526" r:id="rId34"/>
    <p:sldId id="527" r:id="rId35"/>
    <p:sldId id="528" r:id="rId36"/>
    <p:sldId id="529" r:id="rId37"/>
  </p:sldIdLst>
  <p:sldSz cx="12190413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7030A0"/>
    <a:srgbClr val="1E6787"/>
    <a:srgbClr val="159F84"/>
    <a:srgbClr val="F29B11"/>
    <a:srgbClr val="00B0F0"/>
    <a:srgbClr val="FFC000"/>
    <a:srgbClr val="9BBB59"/>
    <a:srgbClr val="768395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6197" autoAdjust="0"/>
  </p:normalViewPr>
  <p:slideViewPr>
    <p:cSldViewPr>
      <p:cViewPr varScale="1">
        <p:scale>
          <a:sx n="114" d="100"/>
          <a:sy n="114" d="100"/>
        </p:scale>
        <p:origin x="664" y="176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2024/3/6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74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080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59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46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391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92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17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896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35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469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647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290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47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952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030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17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739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367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50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1549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8258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910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538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275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35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478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2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63662273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10.png"/><Relationship Id="rId4" Type="http://schemas.openxmlformats.org/officeDocument/2006/relationships/image" Target="../media/image5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60.png"/><Relationship Id="rId18" Type="http://schemas.openxmlformats.org/officeDocument/2006/relationships/image" Target="../media/image47.png"/><Relationship Id="rId3" Type="http://schemas.openxmlformats.org/officeDocument/2006/relationships/image" Target="../media/image54.png"/><Relationship Id="rId21" Type="http://schemas.openxmlformats.org/officeDocument/2006/relationships/image" Target="../media/image5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5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23" Type="http://schemas.openxmlformats.org/officeDocument/2006/relationships/image" Target="../media/image53.png"/><Relationship Id="rId10" Type="http://schemas.openxmlformats.org/officeDocument/2006/relationships/image" Target="../media/image58.png"/><Relationship Id="rId19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0.png"/><Relationship Id="rId18" Type="http://schemas.openxmlformats.org/officeDocument/2006/relationships/image" Target="../media/image47.png"/><Relationship Id="rId3" Type="http://schemas.openxmlformats.org/officeDocument/2006/relationships/image" Target="../media/image54.png"/><Relationship Id="rId21" Type="http://schemas.openxmlformats.org/officeDocument/2006/relationships/image" Target="../media/image66.png"/><Relationship Id="rId7" Type="http://schemas.openxmlformats.org/officeDocument/2006/relationships/image" Target="../media/image36.png"/><Relationship Id="rId12" Type="http://schemas.openxmlformats.org/officeDocument/2006/relationships/image" Target="../media/image64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5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10" Type="http://schemas.openxmlformats.org/officeDocument/2006/relationships/image" Target="../media/image58.png"/><Relationship Id="rId19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38.png"/><Relationship Id="rId14" Type="http://schemas.openxmlformats.org/officeDocument/2006/relationships/image" Target="../media/image65.png"/><Relationship Id="rId22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5.png"/><Relationship Id="rId18" Type="http://schemas.openxmlformats.org/officeDocument/2006/relationships/image" Target="../media/image47.png"/><Relationship Id="rId3" Type="http://schemas.openxmlformats.org/officeDocument/2006/relationships/image" Target="../media/image67.png"/><Relationship Id="rId21" Type="http://schemas.openxmlformats.org/officeDocument/2006/relationships/image" Target="../media/image79.png"/><Relationship Id="rId7" Type="http://schemas.openxmlformats.org/officeDocument/2006/relationships/image" Target="../media/image71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5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69.png"/><Relationship Id="rId15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48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2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3" Type="http://schemas.openxmlformats.org/officeDocument/2006/relationships/image" Target="../media/image139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23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4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Relationship Id="rId9" Type="http://schemas.openxmlformats.org/officeDocument/2006/relationships/image" Target="../media/image1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1.png"/><Relationship Id="rId5" Type="http://schemas.openxmlformats.org/officeDocument/2006/relationships/image" Target="../media/image174.png"/><Relationship Id="rId4" Type="http://schemas.openxmlformats.org/officeDocument/2006/relationships/image" Target="../media/image1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5" Type="http://schemas.openxmlformats.org/officeDocument/2006/relationships/image" Target="../media/image180.png"/><Relationship Id="rId15" Type="http://schemas.openxmlformats.org/officeDocument/2006/relationships/image" Target="../media/image64.png"/><Relationship Id="rId10" Type="http://schemas.openxmlformats.org/officeDocument/2006/relationships/image" Target="../media/image185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9.png"/><Relationship Id="rId11" Type="http://schemas.openxmlformats.org/officeDocument/2006/relationships/image" Target="../media/image188.png"/><Relationship Id="rId5" Type="http://schemas.openxmlformats.org/officeDocument/2006/relationships/image" Target="../media/image180.png"/><Relationship Id="rId10" Type="http://schemas.openxmlformats.org/officeDocument/2006/relationships/image" Target="../media/image191.png"/><Relationship Id="rId4" Type="http://schemas.openxmlformats.org/officeDocument/2006/relationships/image" Target="../media/image179.png"/><Relationship Id="rId9" Type="http://schemas.openxmlformats.org/officeDocument/2006/relationships/image" Target="../media/image1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78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10" Type="http://schemas.openxmlformats.org/officeDocument/2006/relationships/image" Target="../media/image188.png"/><Relationship Id="rId4" Type="http://schemas.openxmlformats.org/officeDocument/2006/relationships/image" Target="../media/image179.png"/><Relationship Id="rId9" Type="http://schemas.openxmlformats.org/officeDocument/2006/relationships/image" Target="../media/image1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95.png"/><Relationship Id="rId7" Type="http://schemas.openxmlformats.org/officeDocument/2006/relationships/image" Target="../media/image19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0.png"/><Relationship Id="rId13" Type="http://schemas.openxmlformats.org/officeDocument/2006/relationships/image" Target="../media/image202.png"/><Relationship Id="rId18" Type="http://schemas.openxmlformats.org/officeDocument/2006/relationships/image" Target="../media/image207.png"/><Relationship Id="rId3" Type="http://schemas.openxmlformats.org/officeDocument/2006/relationships/image" Target="../media/image1690.png"/><Relationship Id="rId21" Type="http://schemas.openxmlformats.org/officeDocument/2006/relationships/image" Target="../media/image210.png"/><Relationship Id="rId7" Type="http://schemas.openxmlformats.org/officeDocument/2006/relationships/image" Target="../media/image1720.png"/><Relationship Id="rId12" Type="http://schemas.openxmlformats.org/officeDocument/2006/relationships/image" Target="../media/image1770.png"/><Relationship Id="rId17" Type="http://schemas.openxmlformats.org/officeDocument/2006/relationships/image" Target="../media/image20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05.png"/><Relationship Id="rId20" Type="http://schemas.openxmlformats.org/officeDocument/2006/relationships/image" Target="../media/image20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10.png"/><Relationship Id="rId11" Type="http://schemas.openxmlformats.org/officeDocument/2006/relationships/image" Target="../media/image1760.png"/><Relationship Id="rId5" Type="http://schemas.openxmlformats.org/officeDocument/2006/relationships/image" Target="../media/image1550.png"/><Relationship Id="rId15" Type="http://schemas.openxmlformats.org/officeDocument/2006/relationships/image" Target="../media/image204.png"/><Relationship Id="rId23" Type="http://schemas.openxmlformats.org/officeDocument/2006/relationships/image" Target="../media/image212.png"/><Relationship Id="rId10" Type="http://schemas.openxmlformats.org/officeDocument/2006/relationships/image" Target="../media/image1750.png"/><Relationship Id="rId19" Type="http://schemas.openxmlformats.org/officeDocument/2006/relationships/image" Target="../media/image208.png"/><Relationship Id="rId4" Type="http://schemas.openxmlformats.org/officeDocument/2006/relationships/image" Target="../media/image1700.png"/><Relationship Id="rId9" Type="http://schemas.openxmlformats.org/officeDocument/2006/relationships/image" Target="../media/image1740.png"/><Relationship Id="rId14" Type="http://schemas.openxmlformats.org/officeDocument/2006/relationships/image" Target="../media/image203.png"/><Relationship Id="rId22" Type="http://schemas.openxmlformats.org/officeDocument/2006/relationships/image" Target="../media/image2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7.png"/><Relationship Id="rId3" Type="http://schemas.openxmlformats.org/officeDocument/2006/relationships/image" Target="../media/image1690.png"/><Relationship Id="rId7" Type="http://schemas.openxmlformats.org/officeDocument/2006/relationships/image" Target="../media/image1880.png"/><Relationship Id="rId12" Type="http://schemas.openxmlformats.org/officeDocument/2006/relationships/image" Target="../media/image2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70.png"/><Relationship Id="rId11" Type="http://schemas.openxmlformats.org/officeDocument/2006/relationships/image" Target="../media/image215.png"/><Relationship Id="rId5" Type="http://schemas.openxmlformats.org/officeDocument/2006/relationships/image" Target="../media/image1550.png"/><Relationship Id="rId10" Type="http://schemas.openxmlformats.org/officeDocument/2006/relationships/image" Target="../media/image210.png"/><Relationship Id="rId4" Type="http://schemas.openxmlformats.org/officeDocument/2006/relationships/image" Target="../media/image1860.png"/><Relationship Id="rId9" Type="http://schemas.openxmlformats.org/officeDocument/2006/relationships/image" Target="../media/image2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0.png"/><Relationship Id="rId18" Type="http://schemas.openxmlformats.org/officeDocument/2006/relationships/image" Target="../media/image219.png"/><Relationship Id="rId3" Type="http://schemas.openxmlformats.org/officeDocument/2006/relationships/image" Target="../media/image1940.png"/><Relationship Id="rId21" Type="http://schemas.openxmlformats.org/officeDocument/2006/relationships/image" Target="../media/image222.png"/><Relationship Id="rId7" Type="http://schemas.openxmlformats.org/officeDocument/2006/relationships/image" Target="../media/image1970.png"/><Relationship Id="rId17" Type="http://schemas.openxmlformats.org/officeDocument/2006/relationships/image" Target="../media/image218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060.png"/><Relationship Id="rId20" Type="http://schemas.openxmlformats.org/officeDocument/2006/relationships/image" Target="../media/image2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60.png"/><Relationship Id="rId5" Type="http://schemas.openxmlformats.org/officeDocument/2006/relationships/image" Target="../media/image1230.png"/><Relationship Id="rId23" Type="http://schemas.openxmlformats.org/officeDocument/2006/relationships/image" Target="../media/image224.png"/><Relationship Id="rId19" Type="http://schemas.openxmlformats.org/officeDocument/2006/relationships/image" Target="../media/image220.png"/><Relationship Id="rId4" Type="http://schemas.openxmlformats.org/officeDocument/2006/relationships/image" Target="../media/image1950.png"/><Relationship Id="rId22" Type="http://schemas.openxmlformats.org/officeDocument/2006/relationships/image" Target="../media/image2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0.png"/><Relationship Id="rId18" Type="http://schemas.openxmlformats.org/officeDocument/2006/relationships/image" Target="../media/image227.png"/><Relationship Id="rId3" Type="http://schemas.openxmlformats.org/officeDocument/2006/relationships/image" Target="../media/image1940.png"/><Relationship Id="rId21" Type="http://schemas.openxmlformats.org/officeDocument/2006/relationships/image" Target="../media/image230.png"/><Relationship Id="rId7" Type="http://schemas.openxmlformats.org/officeDocument/2006/relationships/image" Target="../media/image1980.png"/><Relationship Id="rId17" Type="http://schemas.openxmlformats.org/officeDocument/2006/relationships/image" Target="../media/image226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60.png"/><Relationship Id="rId5" Type="http://schemas.openxmlformats.org/officeDocument/2006/relationships/image" Target="../media/image1230.png"/><Relationship Id="rId15" Type="http://schemas.openxmlformats.org/officeDocument/2006/relationships/image" Target="../media/image1970.png"/><Relationship Id="rId19" Type="http://schemas.openxmlformats.org/officeDocument/2006/relationships/image" Target="../media/image228.png"/><Relationship Id="rId4" Type="http://schemas.openxmlformats.org/officeDocument/2006/relationships/image" Target="../media/image1950.png"/><Relationship Id="rId22" Type="http://schemas.openxmlformats.org/officeDocument/2006/relationships/image" Target="../media/image2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A9876FD-7239-84D4-0BAA-5B48E3E8222E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7FF0E75-B309-B9C0-637C-6D51554A2A40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299F44D0-539D-A577-77C8-B5F808672F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25FDEA7A-DB6E-DC4C-8A33-8E78126E6001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4B398B09-7A75-00D2-26AB-75F79FE9043E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516E4482-F979-4F37-21D3-F4A0052D5CFE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9DD83270-0B8B-DAC6-C4FC-2FF18CB14B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A8D017C1-F564-741E-C239-955CEDB9A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：绘制伯德图</a:t>
            </a:r>
            <a:endParaRPr lang="zh-CN" altLang="en-US" sz="28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4">
            <a:extLst>
              <a:ext uri="{FF2B5EF4-FFF2-40B4-BE49-F238E27FC236}">
                <a16:creationId xmlns:a16="http://schemas.microsoft.com/office/drawing/2014/main" id="{FD68EFA2-2666-5B0A-EDD7-DEBE2BC18E02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24" name="节段5">
            <a:extLst>
              <a:ext uri="{FF2B5EF4-FFF2-40B4-BE49-F238E27FC236}">
                <a16:creationId xmlns:a16="http://schemas.microsoft.com/office/drawing/2014/main" id="{438ACB22-DC78-CA55-C7A9-6EDEED92CCB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25" name="节段6">
            <a:extLst>
              <a:ext uri="{FF2B5EF4-FFF2-40B4-BE49-F238E27FC236}">
                <a16:creationId xmlns:a16="http://schemas.microsoft.com/office/drawing/2014/main" id="{C4FC10CA-43AC-AE1D-40FD-9806E54A8C42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26" name="节段7">
            <a:extLst>
              <a:ext uri="{FF2B5EF4-FFF2-40B4-BE49-F238E27FC236}">
                <a16:creationId xmlns:a16="http://schemas.microsoft.com/office/drawing/2014/main" id="{ADBC9412-6FD3-20E2-B146-28DCA54B65F1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27" name="节段8">
            <a:extLst>
              <a:ext uri="{FF2B5EF4-FFF2-40B4-BE49-F238E27FC236}">
                <a16:creationId xmlns:a16="http://schemas.microsoft.com/office/drawing/2014/main" id="{FA526CEF-0AD9-0E19-7695-C7D6D8B8DA85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28" name="节段9">
            <a:extLst>
              <a:ext uri="{FF2B5EF4-FFF2-40B4-BE49-F238E27FC236}">
                <a16:creationId xmlns:a16="http://schemas.microsoft.com/office/drawing/2014/main" id="{DA20411B-3299-5182-D4EE-8DB692C7722F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29" name="节段10">
            <a:extLst>
              <a:ext uri="{FF2B5EF4-FFF2-40B4-BE49-F238E27FC236}">
                <a16:creationId xmlns:a16="http://schemas.microsoft.com/office/drawing/2014/main" id="{1AF57624-738E-5D44-3BBB-2E7F3850A9DF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p:transition spd="slow"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8" y="1828813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章节">
            <a:extLst>
              <a:ext uri="{FF2B5EF4-FFF2-40B4-BE49-F238E27FC236}">
                <a16:creationId xmlns:a16="http://schemas.microsoft.com/office/drawing/2014/main" id="{8B93E62B-CCB8-5559-3C6D-3DDCD0368325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F5BF598C-E598-37BE-7F4C-CDCE68DBC17A}"/>
              </a:ext>
            </a:extLst>
          </p:cNvPr>
          <p:cNvSpPr/>
          <p:nvPr/>
        </p:nvSpPr>
        <p:spPr>
          <a:xfrm>
            <a:off x="2033261" y="-4733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步骤1">
            <a:extLst>
              <a:ext uri="{FF2B5EF4-FFF2-40B4-BE49-F238E27FC236}">
                <a16:creationId xmlns:a16="http://schemas.microsoft.com/office/drawing/2014/main" id="{3EA6BBC8-1810-91E6-F324-87704E15992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28" name="标题">
              <a:extLst>
                <a:ext uri="{FF2B5EF4-FFF2-40B4-BE49-F238E27FC236}">
                  <a16:creationId xmlns:a16="http://schemas.microsoft.com/office/drawing/2014/main" id="{E33A3150-7CE8-62F8-DF5F-3F396375880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由微分方程建立结构图</a:t>
              </a:r>
            </a:p>
          </p:txBody>
        </p:sp>
        <p:sp>
          <p:nvSpPr>
            <p:cNvPr id="29" name="序号">
              <a:extLst>
                <a:ext uri="{FF2B5EF4-FFF2-40B4-BE49-F238E27FC236}">
                  <a16:creationId xmlns:a16="http://schemas.microsoft.com/office/drawing/2014/main" id="{A414EBD1-21D5-98BB-58D3-0BF3DC68A34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0" name="步骤2">
            <a:extLst>
              <a:ext uri="{FF2B5EF4-FFF2-40B4-BE49-F238E27FC236}">
                <a16:creationId xmlns:a16="http://schemas.microsoft.com/office/drawing/2014/main" id="{3C9F8C79-6F14-C52B-7513-3292E8B6F0B3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31" name="标题">
              <a:extLst>
                <a:ext uri="{FF2B5EF4-FFF2-40B4-BE49-F238E27FC236}">
                  <a16:creationId xmlns:a16="http://schemas.microsoft.com/office/drawing/2014/main" id="{0B71DA2F-DD27-2892-802A-5C2EE376C6A3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掌握结构图等效基本法则</a:t>
              </a:r>
            </a:p>
          </p:txBody>
        </p:sp>
        <p:sp>
          <p:nvSpPr>
            <p:cNvPr id="32" name="序号">
              <a:extLst>
                <a:ext uri="{FF2B5EF4-FFF2-40B4-BE49-F238E27FC236}">
                  <a16:creationId xmlns:a16="http://schemas.microsoft.com/office/drawing/2014/main" id="{16F98F1E-6DE2-1F22-50BC-F3748981CD4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步骤3">
            <a:extLst>
              <a:ext uri="{FF2B5EF4-FFF2-40B4-BE49-F238E27FC236}">
                <a16:creationId xmlns:a16="http://schemas.microsoft.com/office/drawing/2014/main" id="{7C154696-CBA2-E6E2-221C-09240C73B3D6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34" name="标题">
              <a:extLst>
                <a:ext uri="{FF2B5EF4-FFF2-40B4-BE49-F238E27FC236}">
                  <a16:creationId xmlns:a16="http://schemas.microsoft.com/office/drawing/2014/main" id="{6407F594-792A-87AB-83B7-8A5027EB5925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灵活运用结构图化简技巧</a:t>
              </a:r>
            </a:p>
          </p:txBody>
        </p:sp>
        <p:sp>
          <p:nvSpPr>
            <p:cNvPr id="35" name="序号">
              <a:extLst>
                <a:ext uri="{FF2B5EF4-FFF2-40B4-BE49-F238E27FC236}">
                  <a16:creationId xmlns:a16="http://schemas.microsoft.com/office/drawing/2014/main" id="{52676FDC-5B84-4B93-31BF-8E243D5C8DB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步骤4">
            <a:extLst>
              <a:ext uri="{FF2B5EF4-FFF2-40B4-BE49-F238E27FC236}">
                <a16:creationId xmlns:a16="http://schemas.microsoft.com/office/drawing/2014/main" id="{88BCC1BA-2A9E-D41C-A8A9-F88B61FCBCD8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37" name="标题">
              <a:extLst>
                <a:ext uri="{FF2B5EF4-FFF2-40B4-BE49-F238E27FC236}">
                  <a16:creationId xmlns:a16="http://schemas.microsoft.com/office/drawing/2014/main" id="{A6B0FEAC-FBD9-99C8-D23A-524A2B3348B5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复杂结构图化简</a:t>
              </a:r>
            </a:p>
          </p:txBody>
        </p:sp>
        <p:sp>
          <p:nvSpPr>
            <p:cNvPr id="38" name="序号">
              <a:extLst>
                <a:ext uri="{FF2B5EF4-FFF2-40B4-BE49-F238E27FC236}">
                  <a16:creationId xmlns:a16="http://schemas.microsoft.com/office/drawing/2014/main" id="{28C91CF0-4B6B-748A-F669-74A4D5763C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学习目标">
            <a:extLst>
              <a:ext uri="{FF2B5EF4-FFF2-40B4-BE49-F238E27FC236}">
                <a16:creationId xmlns:a16="http://schemas.microsoft.com/office/drawing/2014/main" id="{F7847356-17A7-F7DB-B7A7-592BF126664C}"/>
              </a:ext>
            </a:extLst>
          </p:cNvPr>
          <p:cNvSpPr/>
          <p:nvPr/>
        </p:nvSpPr>
        <p:spPr bwMode="auto">
          <a:xfrm>
            <a:off x="8255000" y="141735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40" name="燕尾形 39">
            <a:extLst>
              <a:ext uri="{FF2B5EF4-FFF2-40B4-BE49-F238E27FC236}">
                <a16:creationId xmlns:a16="http://schemas.microsoft.com/office/drawing/2014/main" id="{49A950B6-55BC-1F05-18AF-2A59ADF63BB7}"/>
              </a:ext>
            </a:extLst>
          </p:cNvPr>
          <p:cNvSpPr/>
          <p:nvPr/>
        </p:nvSpPr>
        <p:spPr>
          <a:xfrm>
            <a:off x="7142783" y="1512838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1" name="重点">
            <a:extLst>
              <a:ext uri="{FF2B5EF4-FFF2-40B4-BE49-F238E27FC236}">
                <a16:creationId xmlns:a16="http://schemas.microsoft.com/office/drawing/2014/main" id="{4989CD7B-61BA-E351-14EC-5C2E7097ED93}"/>
              </a:ext>
            </a:extLst>
          </p:cNvPr>
          <p:cNvSpPr/>
          <p:nvPr/>
        </p:nvSpPr>
        <p:spPr bwMode="auto">
          <a:xfrm>
            <a:off x="5735166" y="3498604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42" name="难点">
            <a:extLst>
              <a:ext uri="{FF2B5EF4-FFF2-40B4-BE49-F238E27FC236}">
                <a16:creationId xmlns:a16="http://schemas.microsoft.com/office/drawing/2014/main" id="{A3497F25-8823-E8FB-7F09-1F73E320DDAE}"/>
              </a:ext>
            </a:extLst>
          </p:cNvPr>
          <p:cNvSpPr/>
          <p:nvPr/>
        </p:nvSpPr>
        <p:spPr bwMode="auto">
          <a:xfrm>
            <a:off x="5735166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 anchorCtr="1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3">
            <a:extLst>
              <a:ext uri="{FF2B5EF4-FFF2-40B4-BE49-F238E27FC236}">
                <a16:creationId xmlns:a16="http://schemas.microsoft.com/office/drawing/2014/main" id="{E1E5A7BC-A0E6-7B43-47B6-FB0D1CAA109C}"/>
              </a:ext>
            </a:extLst>
          </p:cNvPr>
          <p:cNvSpPr/>
          <p:nvPr/>
        </p:nvSpPr>
        <p:spPr bwMode="auto">
          <a:xfrm>
            <a:off x="535725" y="1417355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06574" y="33027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方框图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(Block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Diagram)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的组成</a:t>
            </a:r>
          </a:p>
        </p:txBody>
      </p:sp>
      <p:grpSp>
        <p:nvGrpSpPr>
          <p:cNvPr id="25" name="步骤1">
            <a:extLst>
              <a:ext uri="{FF2B5EF4-FFF2-40B4-BE49-F238E27FC236}">
                <a16:creationId xmlns:a16="http://schemas.microsoft.com/office/drawing/2014/main" id="{3F6F77EF-9F90-26EC-417C-3A9BF668BF73}"/>
              </a:ext>
            </a:extLst>
          </p:cNvPr>
          <p:cNvGrpSpPr/>
          <p:nvPr/>
        </p:nvGrpSpPr>
        <p:grpSpPr>
          <a:xfrm>
            <a:off x="262558" y="1033814"/>
            <a:ext cx="2232992" cy="759849"/>
            <a:chOff x="4675178" y="1556792"/>
            <a:chExt cx="2976935" cy="1013000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5D6B2FBA-169D-F710-4108-D24CBDAAADF4}"/>
                </a:ext>
              </a:extLst>
            </p:cNvPr>
            <p:cNvSpPr/>
            <p:nvPr/>
          </p:nvSpPr>
          <p:spPr bwMode="auto">
            <a:xfrm>
              <a:off x="5305665" y="1556792"/>
              <a:ext cx="2346448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信号线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61606168-3CAD-7DEB-1213-4A5235FFF115}"/>
                </a:ext>
              </a:extLst>
            </p:cNvPr>
            <p:cNvSpPr/>
            <p:nvPr/>
          </p:nvSpPr>
          <p:spPr bwMode="auto">
            <a:xfrm>
              <a:off x="4675178" y="1605119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47DB0B7-1FE9-97EB-7DD1-B4DE521CFB4A}"/>
              </a:ext>
            </a:extLst>
          </p:cNvPr>
          <p:cNvGrpSpPr/>
          <p:nvPr/>
        </p:nvGrpSpPr>
        <p:grpSpPr>
          <a:xfrm>
            <a:off x="4891659" y="1959224"/>
            <a:ext cx="1903695" cy="461665"/>
            <a:chOff x="4891659" y="1959224"/>
            <a:chExt cx="1903695" cy="461665"/>
          </a:xfrm>
        </p:grpSpPr>
        <p:cxnSp>
          <p:nvCxnSpPr>
            <p:cNvPr id="28" name="信号1">
              <a:extLst>
                <a:ext uri="{FF2B5EF4-FFF2-40B4-BE49-F238E27FC236}">
                  <a16:creationId xmlns:a16="http://schemas.microsoft.com/office/drawing/2014/main" id="{82B72974-B2A0-D265-8589-D7372EEA68AF}"/>
                </a:ext>
              </a:extLst>
            </p:cNvPr>
            <p:cNvCxnSpPr>
              <a:cxnSpLocks/>
            </p:cNvCxnSpPr>
            <p:nvPr/>
          </p:nvCxnSpPr>
          <p:spPr>
            <a:xfrm>
              <a:off x="4891659" y="2420888"/>
              <a:ext cx="190369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U">
                  <a:extLst>
                    <a:ext uri="{FF2B5EF4-FFF2-40B4-BE49-F238E27FC236}">
                      <a16:creationId xmlns:a16="http://schemas.microsoft.com/office/drawing/2014/main" id="{C78CC6C9-01A2-60D0-92A9-835D515069C0}"/>
                    </a:ext>
                  </a:extLst>
                </p:cNvPr>
                <p:cNvSpPr txBox="1"/>
                <p:nvPr/>
              </p:nvSpPr>
              <p:spPr>
                <a:xfrm>
                  <a:off x="5375453" y="195922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2" name="U">
                  <a:extLst>
                    <a:ext uri="{FF2B5EF4-FFF2-40B4-BE49-F238E27FC236}">
                      <a16:creationId xmlns:a16="http://schemas.microsoft.com/office/drawing/2014/main" id="{C78CC6C9-01A2-60D0-92A9-835D51506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5453" y="1959224"/>
                  <a:ext cx="93610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步骤2">
            <a:extLst>
              <a:ext uri="{FF2B5EF4-FFF2-40B4-BE49-F238E27FC236}">
                <a16:creationId xmlns:a16="http://schemas.microsoft.com/office/drawing/2014/main" id="{5ACF058B-08F0-1D8A-5E7F-C9381F3DA709}"/>
              </a:ext>
            </a:extLst>
          </p:cNvPr>
          <p:cNvGrpSpPr/>
          <p:nvPr/>
        </p:nvGrpSpPr>
        <p:grpSpPr>
          <a:xfrm>
            <a:off x="334964" y="2733829"/>
            <a:ext cx="2229196" cy="759849"/>
            <a:chOff x="4809199" y="3027297"/>
            <a:chExt cx="2971874" cy="1013002"/>
          </a:xfrm>
        </p:grpSpPr>
        <p:sp>
          <p:nvSpPr>
            <p:cNvPr id="40" name="标题">
              <a:extLst>
                <a:ext uri="{FF2B5EF4-FFF2-40B4-BE49-F238E27FC236}">
                  <a16:creationId xmlns:a16="http://schemas.microsoft.com/office/drawing/2014/main" id="{26FBAEA1-8E5B-7FC2-44B4-F76E6C5AA5FB}"/>
                </a:ext>
              </a:extLst>
            </p:cNvPr>
            <p:cNvSpPr/>
            <p:nvPr/>
          </p:nvSpPr>
          <p:spPr bwMode="auto">
            <a:xfrm>
              <a:off x="5434624" y="3027297"/>
              <a:ext cx="2346449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引出点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7FA5C17B-6F92-EF60-B5EB-78511AA0C36F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E6C018C-80E9-92C0-C8D7-5D8F85A21B9E}"/>
              </a:ext>
            </a:extLst>
          </p:cNvPr>
          <p:cNvGrpSpPr/>
          <p:nvPr/>
        </p:nvGrpSpPr>
        <p:grpSpPr>
          <a:xfrm>
            <a:off x="4022716" y="4694617"/>
            <a:ext cx="936104" cy="1224137"/>
            <a:chOff x="4022716" y="4694617"/>
            <a:chExt cx="936104" cy="1224137"/>
          </a:xfrm>
        </p:grpSpPr>
        <p:cxnSp>
          <p:nvCxnSpPr>
            <p:cNvPr id="47" name="信号3">
              <a:extLst>
                <a:ext uri="{FF2B5EF4-FFF2-40B4-BE49-F238E27FC236}">
                  <a16:creationId xmlns:a16="http://schemas.microsoft.com/office/drawing/2014/main" id="{B932CD2F-51FB-F00C-CE31-915A5CAB8ABD}"/>
                </a:ext>
              </a:extLst>
            </p:cNvPr>
            <p:cNvCxnSpPr>
              <a:cxnSpLocks/>
            </p:cNvCxnSpPr>
            <p:nvPr/>
          </p:nvCxnSpPr>
          <p:spPr>
            <a:xfrm>
              <a:off x="4022716" y="4694617"/>
              <a:ext cx="0" cy="12241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U3">
                  <a:extLst>
                    <a:ext uri="{FF2B5EF4-FFF2-40B4-BE49-F238E27FC236}">
                      <a16:creationId xmlns:a16="http://schemas.microsoft.com/office/drawing/2014/main" id="{32DC43E7-EED7-1053-78F1-D039F06EEC4E}"/>
                    </a:ext>
                  </a:extLst>
                </p:cNvPr>
                <p:cNvSpPr txBox="1"/>
                <p:nvPr/>
              </p:nvSpPr>
              <p:spPr>
                <a:xfrm>
                  <a:off x="4022716" y="5457089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" name="U3">
                  <a:extLst>
                    <a:ext uri="{FF2B5EF4-FFF2-40B4-BE49-F238E27FC236}">
                      <a16:creationId xmlns:a16="http://schemas.microsoft.com/office/drawing/2014/main" id="{32DC43E7-EED7-1053-78F1-D039F06EE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716" y="5457089"/>
                  <a:ext cx="93610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0DA4F1-21D7-9A7F-3DF4-DD0E3A0EE0B7}"/>
              </a:ext>
            </a:extLst>
          </p:cNvPr>
          <p:cNvGrpSpPr/>
          <p:nvPr/>
        </p:nvGrpSpPr>
        <p:grpSpPr>
          <a:xfrm>
            <a:off x="2602817" y="4167906"/>
            <a:ext cx="2592615" cy="526711"/>
            <a:chOff x="2602817" y="4167906"/>
            <a:chExt cx="2592615" cy="526711"/>
          </a:xfrm>
        </p:grpSpPr>
        <p:cxnSp>
          <p:nvCxnSpPr>
            <p:cNvPr id="44" name="信号2">
              <a:extLst>
                <a:ext uri="{FF2B5EF4-FFF2-40B4-BE49-F238E27FC236}">
                  <a16:creationId xmlns:a16="http://schemas.microsoft.com/office/drawing/2014/main" id="{AA43832B-4EA2-CE11-E701-0835A0000072}"/>
                </a:ext>
              </a:extLst>
            </p:cNvPr>
            <p:cNvCxnSpPr>
              <a:cxnSpLocks/>
            </p:cNvCxnSpPr>
            <p:nvPr/>
          </p:nvCxnSpPr>
          <p:spPr>
            <a:xfrm>
              <a:off x="3070870" y="4694617"/>
              <a:ext cx="190369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U1">
                  <a:extLst>
                    <a:ext uri="{FF2B5EF4-FFF2-40B4-BE49-F238E27FC236}">
                      <a16:creationId xmlns:a16="http://schemas.microsoft.com/office/drawing/2014/main" id="{018277B3-BA08-4694-93AC-C836AD74FC5F}"/>
                    </a:ext>
                  </a:extLst>
                </p:cNvPr>
                <p:cNvSpPr txBox="1"/>
                <p:nvPr/>
              </p:nvSpPr>
              <p:spPr>
                <a:xfrm>
                  <a:off x="2602817" y="416790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" name="U1">
                  <a:extLst>
                    <a:ext uri="{FF2B5EF4-FFF2-40B4-BE49-F238E27FC236}">
                      <a16:creationId xmlns:a16="http://schemas.microsoft.com/office/drawing/2014/main" id="{018277B3-BA08-4694-93AC-C836AD74F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817" y="4167907"/>
                  <a:ext cx="93610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U2">
                  <a:extLst>
                    <a:ext uri="{FF2B5EF4-FFF2-40B4-BE49-F238E27FC236}">
                      <a16:creationId xmlns:a16="http://schemas.microsoft.com/office/drawing/2014/main" id="{88B458E4-61D4-6605-FFC1-65A7D2189E10}"/>
                    </a:ext>
                  </a:extLst>
                </p:cNvPr>
                <p:cNvSpPr txBox="1"/>
                <p:nvPr/>
              </p:nvSpPr>
              <p:spPr>
                <a:xfrm>
                  <a:off x="4259328" y="416790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0" name="U2">
                  <a:extLst>
                    <a:ext uri="{FF2B5EF4-FFF2-40B4-BE49-F238E27FC236}">
                      <a16:creationId xmlns:a16="http://schemas.microsoft.com/office/drawing/2014/main" id="{88B458E4-61D4-6605-FFC1-65A7D218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9328" y="4167906"/>
                  <a:ext cx="93610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说明">
            <a:extLst>
              <a:ext uri="{FF2B5EF4-FFF2-40B4-BE49-F238E27FC236}">
                <a16:creationId xmlns:a16="http://schemas.microsoft.com/office/drawing/2014/main" id="{D79007C9-2C63-2230-1513-DC53E7296F37}"/>
              </a:ext>
            </a:extLst>
          </p:cNvPr>
          <p:cNvSpPr txBox="1"/>
          <p:nvPr/>
        </p:nvSpPr>
        <p:spPr>
          <a:xfrm>
            <a:off x="6268479" y="4584951"/>
            <a:ext cx="4766028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从同一信号线上引出的信号，数值和性质完全相同</a:t>
            </a:r>
          </a:p>
        </p:txBody>
      </p:sp>
      <p:sp>
        <p:nvSpPr>
          <p:cNvPr id="19" name="文本1">
            <a:extLst>
              <a:ext uri="{FF2B5EF4-FFF2-40B4-BE49-F238E27FC236}">
                <a16:creationId xmlns:a16="http://schemas.microsoft.com/office/drawing/2014/main" id="{9743896B-00B3-E0AB-0774-934DC06619DB}"/>
              </a:ext>
            </a:extLst>
          </p:cNvPr>
          <p:cNvSpPr txBox="1"/>
          <p:nvPr/>
        </p:nvSpPr>
        <p:spPr>
          <a:xfrm>
            <a:off x="2812778" y="1152128"/>
            <a:ext cx="6563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有箭头的直线，箭头表示信号传递方向</a:t>
            </a:r>
          </a:p>
        </p:txBody>
      </p:sp>
      <p:sp>
        <p:nvSpPr>
          <p:cNvPr id="20" name="文本2">
            <a:extLst>
              <a:ext uri="{FF2B5EF4-FFF2-40B4-BE49-F238E27FC236}">
                <a16:creationId xmlns:a16="http://schemas.microsoft.com/office/drawing/2014/main" id="{67A4145D-3D38-D5A6-61CA-B05E1518E633}"/>
              </a:ext>
            </a:extLst>
          </p:cNvPr>
          <p:cNvSpPr txBox="1"/>
          <p:nvPr/>
        </p:nvSpPr>
        <p:spPr>
          <a:xfrm>
            <a:off x="2812778" y="2857686"/>
            <a:ext cx="4464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信号引出或测量的位置</a:t>
            </a:r>
          </a:p>
        </p:txBody>
      </p:sp>
    </p:spTree>
    <p:extLst>
      <p:ext uri="{BB962C8B-B14F-4D97-AF65-F5344CB8AC3E}">
        <p14:creationId xmlns:p14="http://schemas.microsoft.com/office/powerpoint/2010/main" val="25257273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C9558A9-BC6E-7AB9-5B14-A4E5A3D2CACB}"/>
              </a:ext>
            </a:extLst>
          </p:cNvPr>
          <p:cNvGrpSpPr/>
          <p:nvPr/>
        </p:nvGrpSpPr>
        <p:grpSpPr>
          <a:xfrm>
            <a:off x="6786826" y="1930114"/>
            <a:ext cx="1544296" cy="691046"/>
            <a:chOff x="6786826" y="1930114"/>
            <a:chExt cx="1544296" cy="691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78CC6C9-01A2-60D0-92A9-835D515069C0}"/>
                    </a:ext>
                  </a:extLst>
                </p:cNvPr>
                <p:cNvSpPr txBox="1"/>
                <p:nvPr/>
              </p:nvSpPr>
              <p:spPr>
                <a:xfrm>
                  <a:off x="7395018" y="193011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78CC6C9-01A2-60D0-92A9-835D51506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5018" y="1930114"/>
                  <a:ext cx="93610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5FAA0B8-1FE6-3CC3-E922-FFD7169AA3E9}"/>
                </a:ext>
              </a:extLst>
            </p:cNvPr>
            <p:cNvSpPr/>
            <p:nvPr/>
          </p:nvSpPr>
          <p:spPr>
            <a:xfrm>
              <a:off x="6786826" y="233316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19" name="1直线箭头连接符3">
              <a:extLst>
                <a:ext uri="{FF2B5EF4-FFF2-40B4-BE49-F238E27FC236}">
                  <a16:creationId xmlns:a16="http://schemas.microsoft.com/office/drawing/2014/main" id="{5E759D1C-5EEB-448B-D2A2-B30A1B9F236F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7074827" y="2477160"/>
              <a:ext cx="104324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54144C-4D67-1CFE-6BA7-3ABF140BBE9F}"/>
              </a:ext>
            </a:extLst>
          </p:cNvPr>
          <p:cNvGrpSpPr/>
          <p:nvPr/>
        </p:nvGrpSpPr>
        <p:grpSpPr>
          <a:xfrm>
            <a:off x="4807475" y="1904920"/>
            <a:ext cx="2116696" cy="565291"/>
            <a:chOff x="4807475" y="1904920"/>
            <a:chExt cx="2116696" cy="565291"/>
          </a:xfrm>
        </p:grpSpPr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82B72974-B2A0-D265-8589-D7372EEA68AF}"/>
                </a:ext>
              </a:extLst>
            </p:cNvPr>
            <p:cNvCxnSpPr>
              <a:cxnSpLocks/>
            </p:cNvCxnSpPr>
            <p:nvPr/>
          </p:nvCxnSpPr>
          <p:spPr>
            <a:xfrm>
              <a:off x="4891659" y="2470211"/>
              <a:ext cx="190369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1Ui">
                  <a:extLst>
                    <a:ext uri="{FF2B5EF4-FFF2-40B4-BE49-F238E27FC236}">
                      <a16:creationId xmlns:a16="http://schemas.microsoft.com/office/drawing/2014/main" id="{119B991A-9643-B983-6BA9-4F163774C51B}"/>
                    </a:ext>
                  </a:extLst>
                </p:cNvPr>
                <p:cNvSpPr txBox="1"/>
                <p:nvPr/>
              </p:nvSpPr>
              <p:spPr>
                <a:xfrm>
                  <a:off x="6329289" y="1904920"/>
                  <a:ext cx="594882" cy="4628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1Ui">
                  <a:extLst>
                    <a:ext uri="{FF2B5EF4-FFF2-40B4-BE49-F238E27FC236}">
                      <a16:creationId xmlns:a16="http://schemas.microsoft.com/office/drawing/2014/main" id="{119B991A-9643-B983-6BA9-4F163774C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9289" y="1904920"/>
                  <a:ext cx="594882" cy="4628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5E8DC7C4-D680-6EF9-34DA-FE1CFC8DED48}"/>
                    </a:ext>
                  </a:extLst>
                </p:cNvPr>
                <p:cNvSpPr txBox="1"/>
                <p:nvPr/>
              </p:nvSpPr>
              <p:spPr>
                <a:xfrm>
                  <a:off x="4807475" y="1919669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5E8DC7C4-D680-6EF9-34DA-FE1CFC8DE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7475" y="1919669"/>
                  <a:ext cx="93610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0814FDC-2564-C1D2-F3AB-76FE51FA62B6}"/>
              </a:ext>
            </a:extLst>
          </p:cNvPr>
          <p:cNvGrpSpPr/>
          <p:nvPr/>
        </p:nvGrpSpPr>
        <p:grpSpPr>
          <a:xfrm>
            <a:off x="6355930" y="2512635"/>
            <a:ext cx="1555995" cy="1060381"/>
            <a:chOff x="6355930" y="2512635"/>
            <a:chExt cx="1555995" cy="1060381"/>
          </a:xfrm>
        </p:grpSpPr>
        <p:cxnSp>
          <p:nvCxnSpPr>
            <p:cNvPr id="18" name="1直线箭头连接符3">
              <a:extLst>
                <a:ext uri="{FF2B5EF4-FFF2-40B4-BE49-F238E27FC236}">
                  <a16:creationId xmlns:a16="http://schemas.microsoft.com/office/drawing/2014/main" id="{03699711-A41B-0780-E1AA-D0DFA018BF4E}"/>
                </a:ext>
              </a:extLst>
            </p:cNvPr>
            <p:cNvCxnSpPr>
              <a:cxnSpLocks/>
              <a:endCxn id="17" idx="4"/>
            </p:cNvCxnSpPr>
            <p:nvPr/>
          </p:nvCxnSpPr>
          <p:spPr>
            <a:xfrm flipV="1">
              <a:off x="6930826" y="2621160"/>
              <a:ext cx="0" cy="903268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1Ui">
                  <a:extLst>
                    <a:ext uri="{FF2B5EF4-FFF2-40B4-BE49-F238E27FC236}">
                      <a16:creationId xmlns:a16="http://schemas.microsoft.com/office/drawing/2014/main" id="{93B1C426-8595-A93B-697B-AF03956A9CB0}"/>
                    </a:ext>
                  </a:extLst>
                </p:cNvPr>
                <p:cNvSpPr txBox="1"/>
                <p:nvPr/>
              </p:nvSpPr>
              <p:spPr>
                <a:xfrm>
                  <a:off x="6355930" y="2512635"/>
                  <a:ext cx="594882" cy="4628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±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1Ui">
                  <a:extLst>
                    <a:ext uri="{FF2B5EF4-FFF2-40B4-BE49-F238E27FC236}">
                      <a16:creationId xmlns:a16="http://schemas.microsoft.com/office/drawing/2014/main" id="{93B1C426-8595-A93B-697B-AF03956A9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930" y="2512635"/>
                  <a:ext cx="594882" cy="462884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C53B841-4220-30DD-6F98-AA0448D62204}"/>
                    </a:ext>
                  </a:extLst>
                </p:cNvPr>
                <p:cNvSpPr txBox="1"/>
                <p:nvPr/>
              </p:nvSpPr>
              <p:spPr>
                <a:xfrm>
                  <a:off x="6975821" y="3111351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C53B841-4220-30DD-6F98-AA0448D62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821" y="3111351"/>
                  <a:ext cx="93610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5A7CE36-7F31-C5FF-8850-9E27D8942EFF}"/>
              </a:ext>
            </a:extLst>
          </p:cNvPr>
          <p:cNvGrpSpPr/>
          <p:nvPr/>
        </p:nvGrpSpPr>
        <p:grpSpPr>
          <a:xfrm>
            <a:off x="3904427" y="5245409"/>
            <a:ext cx="5503147" cy="806834"/>
            <a:chOff x="3904427" y="5245409"/>
            <a:chExt cx="5503147" cy="80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B87A6771-625F-198A-FD46-ED6825BD626A}"/>
                    </a:ext>
                  </a:extLst>
                </p:cNvPr>
                <p:cNvSpPr/>
                <p:nvPr/>
              </p:nvSpPr>
              <p:spPr>
                <a:xfrm>
                  <a:off x="5291640" y="5476243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B87A6771-625F-198A-FD46-ED6825BD6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640" y="5476243"/>
                  <a:ext cx="1188000" cy="576000"/>
                </a:xfrm>
                <a:prstGeom prst="rect">
                  <a:avLst/>
                </a:prstGeom>
                <a:blipFill>
                  <a:blip r:embed="rId8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1直线箭头连接符3">
              <a:extLst>
                <a:ext uri="{FF2B5EF4-FFF2-40B4-BE49-F238E27FC236}">
                  <a16:creationId xmlns:a16="http://schemas.microsoft.com/office/drawing/2014/main" id="{AF5B706E-1399-8C07-4688-4444128FF043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6479640" y="5764243"/>
              <a:ext cx="271191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1直线箭头连接符3">
              <a:extLst>
                <a:ext uri="{FF2B5EF4-FFF2-40B4-BE49-F238E27FC236}">
                  <a16:creationId xmlns:a16="http://schemas.microsoft.com/office/drawing/2014/main" id="{864D9DED-ED2B-861D-7AE9-F43914FABE93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4362590" y="5764243"/>
              <a:ext cx="929051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D3328F-39DA-4E88-D206-B1713CCD831D}"/>
                    </a:ext>
                  </a:extLst>
                </p:cNvPr>
                <p:cNvSpPr txBox="1"/>
                <p:nvPr/>
              </p:nvSpPr>
              <p:spPr>
                <a:xfrm>
                  <a:off x="3904427" y="5245410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D3328F-39DA-4E88-D206-B1713CCD8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4427" y="5245410"/>
                  <a:ext cx="936104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BDBA64B-7195-63E2-034F-11EDAB71A0EB}"/>
                    </a:ext>
                  </a:extLst>
                </p:cNvPr>
                <p:cNvSpPr txBox="1"/>
                <p:nvPr/>
              </p:nvSpPr>
              <p:spPr>
                <a:xfrm>
                  <a:off x="6975821" y="5245409"/>
                  <a:ext cx="243175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BDBA64B-7195-63E2-034F-11EDAB71A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5821" y="5245409"/>
                  <a:ext cx="2431753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1042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困难1">
            <a:extLst>
              <a:ext uri="{FF2B5EF4-FFF2-40B4-BE49-F238E27FC236}">
                <a16:creationId xmlns:a16="http://schemas.microsoft.com/office/drawing/2014/main" id="{E2C8FB35-21A2-A900-46D6-BF1858F01DC5}"/>
              </a:ext>
            </a:extLst>
          </p:cNvPr>
          <p:cNvGrpSpPr/>
          <p:nvPr/>
        </p:nvGrpSpPr>
        <p:grpSpPr>
          <a:xfrm>
            <a:off x="262558" y="1071638"/>
            <a:ext cx="2232992" cy="759849"/>
            <a:chOff x="4675178" y="1556792"/>
            <a:chExt cx="2976935" cy="1013000"/>
          </a:xfrm>
        </p:grpSpPr>
        <p:sp>
          <p:nvSpPr>
            <p:cNvPr id="24" name="íŝlïďê">
              <a:extLst>
                <a:ext uri="{FF2B5EF4-FFF2-40B4-BE49-F238E27FC236}">
                  <a16:creationId xmlns:a16="http://schemas.microsoft.com/office/drawing/2014/main" id="{70C97E7C-F0DA-CEF9-A512-329C521D5372}"/>
                </a:ext>
              </a:extLst>
            </p:cNvPr>
            <p:cNvSpPr/>
            <p:nvPr/>
          </p:nvSpPr>
          <p:spPr bwMode="auto">
            <a:xfrm>
              <a:off x="5305665" y="1556792"/>
              <a:ext cx="2346448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综合点</a:t>
              </a:r>
            </a:p>
          </p:txBody>
        </p:sp>
        <p:sp>
          <p:nvSpPr>
            <p:cNvPr id="35" name="ï$ľiďê">
              <a:extLst>
                <a:ext uri="{FF2B5EF4-FFF2-40B4-BE49-F238E27FC236}">
                  <a16:creationId xmlns:a16="http://schemas.microsoft.com/office/drawing/2014/main" id="{D9ED186A-EEBA-CD0D-4F81-061881E80461}"/>
                </a:ext>
              </a:extLst>
            </p:cNvPr>
            <p:cNvSpPr/>
            <p:nvPr/>
          </p:nvSpPr>
          <p:spPr bwMode="auto">
            <a:xfrm>
              <a:off x="4675178" y="1605119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40529F5-6CA6-AFA9-F1E8-72E2A373C1E0}"/>
              </a:ext>
            </a:extLst>
          </p:cNvPr>
          <p:cNvGrpSpPr/>
          <p:nvPr/>
        </p:nvGrpSpPr>
        <p:grpSpPr>
          <a:xfrm>
            <a:off x="262558" y="3729370"/>
            <a:ext cx="2232992" cy="759849"/>
            <a:chOff x="4809199" y="3027297"/>
            <a:chExt cx="2976935" cy="1013002"/>
          </a:xfrm>
        </p:grpSpPr>
        <p:sp>
          <p:nvSpPr>
            <p:cNvPr id="41" name="ïṡľíḑé">
              <a:extLst>
                <a:ext uri="{FF2B5EF4-FFF2-40B4-BE49-F238E27FC236}">
                  <a16:creationId xmlns:a16="http://schemas.microsoft.com/office/drawing/2014/main" id="{2B2FA6AC-ABAF-26FC-7DFB-D6E18C1C59F3}"/>
                </a:ext>
              </a:extLst>
            </p:cNvPr>
            <p:cNvSpPr/>
            <p:nvPr/>
          </p:nvSpPr>
          <p:spPr bwMode="auto">
            <a:xfrm>
              <a:off x="5434623" y="3027297"/>
              <a:ext cx="235151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方框</a:t>
              </a:r>
            </a:p>
          </p:txBody>
        </p:sp>
        <p:sp>
          <p:nvSpPr>
            <p:cNvPr id="43" name="ï$ḷiďè">
              <a:extLst>
                <a:ext uri="{FF2B5EF4-FFF2-40B4-BE49-F238E27FC236}">
                  <a16:creationId xmlns:a16="http://schemas.microsoft.com/office/drawing/2014/main" id="{0351A5BB-46B9-77DF-8B9B-0D8D637227E4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4" name="TextBox 3">
            <a:extLst>
              <a:ext uri="{FF2B5EF4-FFF2-40B4-BE49-F238E27FC236}">
                <a16:creationId xmlns:a16="http://schemas.microsoft.com/office/drawing/2014/main" id="{99343681-2DCC-EC5E-C896-1EFB6068B600}"/>
              </a:ext>
            </a:extLst>
          </p:cNvPr>
          <p:cNvSpPr txBox="1"/>
          <p:nvPr/>
        </p:nvSpPr>
        <p:spPr>
          <a:xfrm>
            <a:off x="406574" y="330279"/>
            <a:ext cx="5337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方框图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(Block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Diagram)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的组成</a:t>
            </a:r>
          </a:p>
        </p:txBody>
      </p:sp>
      <p:sp>
        <p:nvSpPr>
          <p:cNvPr id="48" name="文本2">
            <a:extLst>
              <a:ext uri="{FF2B5EF4-FFF2-40B4-BE49-F238E27FC236}">
                <a16:creationId xmlns:a16="http://schemas.microsoft.com/office/drawing/2014/main" id="{27BDF673-8BE7-400E-4A50-5F9F84DFD0EF}"/>
              </a:ext>
            </a:extLst>
          </p:cNvPr>
          <p:cNvSpPr txBox="1"/>
          <p:nvPr/>
        </p:nvSpPr>
        <p:spPr>
          <a:xfrm>
            <a:off x="2812779" y="992633"/>
            <a:ext cx="89710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对两个或两个以上的信号进行代数运算，“</a:t>
            </a:r>
            <a:r>
              <a:rPr lang="en-US" altLang="zh-CN" sz="2800" dirty="0">
                <a:latin typeface="+mn-ea"/>
              </a:rPr>
              <a:t>+”</a:t>
            </a:r>
            <a:r>
              <a:rPr lang="zh-CN" altLang="en-US" sz="2800" dirty="0">
                <a:latin typeface="+mn-ea"/>
              </a:rPr>
              <a:t>表示相加，常省略，“−”表示相减。</a:t>
            </a:r>
          </a:p>
        </p:txBody>
      </p:sp>
      <p:sp>
        <p:nvSpPr>
          <p:cNvPr id="49" name="文本2">
            <a:extLst>
              <a:ext uri="{FF2B5EF4-FFF2-40B4-BE49-F238E27FC236}">
                <a16:creationId xmlns:a16="http://schemas.microsoft.com/office/drawing/2014/main" id="{377390C5-6285-E095-EC66-F8152DA15F5A}"/>
              </a:ext>
            </a:extLst>
          </p:cNvPr>
          <p:cNvSpPr txBox="1"/>
          <p:nvPr/>
        </p:nvSpPr>
        <p:spPr>
          <a:xfrm>
            <a:off x="2806130" y="3724166"/>
            <a:ext cx="89710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表示典型环节或其组合，框内为对应的传递函数，两侧为输入、输出信号线。</a:t>
            </a:r>
          </a:p>
        </p:txBody>
      </p:sp>
    </p:spTree>
    <p:extLst>
      <p:ext uri="{BB962C8B-B14F-4D97-AF65-F5344CB8AC3E}">
        <p14:creationId xmlns:p14="http://schemas.microsoft.com/office/powerpoint/2010/main" val="1648149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32712" y="338028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例：建立方框图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公式1">
                <a:extLst>
                  <a:ext uri="{FF2B5EF4-FFF2-40B4-BE49-F238E27FC236}">
                    <a16:creationId xmlns:a16="http://schemas.microsoft.com/office/drawing/2014/main" id="{9181B17E-0B10-34D9-06AA-1C1D10CE0C1E}"/>
                  </a:ext>
                </a:extLst>
              </p:cNvPr>
              <p:cNvSpPr txBox="1"/>
              <p:nvPr/>
            </p:nvSpPr>
            <p:spPr>
              <a:xfrm>
                <a:off x="1368778" y="3021073"/>
                <a:ext cx="3456384" cy="7853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公式1">
                <a:extLst>
                  <a:ext uri="{FF2B5EF4-FFF2-40B4-BE49-F238E27FC236}">
                    <a16:creationId xmlns:a16="http://schemas.microsoft.com/office/drawing/2014/main" id="{9181B17E-0B10-34D9-06AA-1C1D10CE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778" y="3021073"/>
                <a:ext cx="3456384" cy="785343"/>
              </a:xfrm>
              <a:prstGeom prst="rect">
                <a:avLst/>
              </a:prstGeom>
              <a:blipFill>
                <a:blip r:embed="rId3"/>
                <a:stretch>
                  <a:fillRect l="-1099" b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公式4">
                <a:extLst>
                  <a:ext uri="{FF2B5EF4-FFF2-40B4-BE49-F238E27FC236}">
                    <a16:creationId xmlns:a16="http://schemas.microsoft.com/office/drawing/2014/main" id="{2B154414-D50F-4D11-42B2-89A22F8A880A}"/>
                  </a:ext>
                </a:extLst>
              </p:cNvPr>
              <p:cNvSpPr txBox="1"/>
              <p:nvPr/>
            </p:nvSpPr>
            <p:spPr>
              <a:xfrm>
                <a:off x="1247177" y="5431442"/>
                <a:ext cx="3822430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公式4">
                <a:extLst>
                  <a:ext uri="{FF2B5EF4-FFF2-40B4-BE49-F238E27FC236}">
                    <a16:creationId xmlns:a16="http://schemas.microsoft.com/office/drawing/2014/main" id="{2B154414-D50F-4D11-42B2-89A22F8A8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177" y="5431442"/>
                <a:ext cx="3822430" cy="754117"/>
              </a:xfrm>
              <a:prstGeom prst="rect">
                <a:avLst/>
              </a:prstGeom>
              <a:blipFill>
                <a:blip r:embed="rId4"/>
                <a:stretch>
                  <a:fillRect t="-101639" b="-144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公式2">
                <a:extLst>
                  <a:ext uri="{FF2B5EF4-FFF2-40B4-BE49-F238E27FC236}">
                    <a16:creationId xmlns:a16="http://schemas.microsoft.com/office/drawing/2014/main" id="{246A85D9-14DD-66F6-7AFF-FCFF6E1A801B}"/>
                  </a:ext>
                </a:extLst>
              </p:cNvPr>
              <p:cNvSpPr txBox="1"/>
              <p:nvPr/>
            </p:nvSpPr>
            <p:spPr>
              <a:xfrm>
                <a:off x="1277707" y="3806416"/>
                <a:ext cx="452188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5" name="公式2">
                <a:extLst>
                  <a:ext uri="{FF2B5EF4-FFF2-40B4-BE49-F238E27FC236}">
                    <a16:creationId xmlns:a16="http://schemas.microsoft.com/office/drawing/2014/main" id="{246A85D9-14DD-66F6-7AFF-FCFF6E1A8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07" y="3806416"/>
                <a:ext cx="4521883" cy="754117"/>
              </a:xfrm>
              <a:prstGeom prst="rect">
                <a:avLst/>
              </a:prstGeom>
              <a:blipFill>
                <a:blip r:embed="rId5"/>
                <a:stretch>
                  <a:fillRect t="-101639" b="-144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公式3">
                <a:extLst>
                  <a:ext uri="{FF2B5EF4-FFF2-40B4-BE49-F238E27FC236}">
                    <a16:creationId xmlns:a16="http://schemas.microsoft.com/office/drawing/2014/main" id="{302DEE3A-32BD-A3DB-FBDE-43FFBD2D50AE}"/>
                  </a:ext>
                </a:extLst>
              </p:cNvPr>
              <p:cNvSpPr txBox="1"/>
              <p:nvPr/>
            </p:nvSpPr>
            <p:spPr>
              <a:xfrm>
                <a:off x="1368778" y="4622433"/>
                <a:ext cx="3456384" cy="7853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solidFill>
                          <a:srgbClr val="1E678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6" name="公式3">
                <a:extLst>
                  <a:ext uri="{FF2B5EF4-FFF2-40B4-BE49-F238E27FC236}">
                    <a16:creationId xmlns:a16="http://schemas.microsoft.com/office/drawing/2014/main" id="{302DEE3A-32BD-A3DB-FBDE-43FFBD2D5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778" y="4622433"/>
                <a:ext cx="3456384" cy="785343"/>
              </a:xfrm>
              <a:prstGeom prst="rect">
                <a:avLst/>
              </a:prstGeom>
              <a:blipFill>
                <a:blip r:embed="rId6"/>
                <a:stretch>
                  <a:fillRect l="-1099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公式5">
                <a:extLst>
                  <a:ext uri="{FF2B5EF4-FFF2-40B4-BE49-F238E27FC236}">
                    <a16:creationId xmlns:a16="http://schemas.microsoft.com/office/drawing/2014/main" id="{21F37D6C-D114-E32E-CEBD-555B4E952D4B}"/>
                  </a:ext>
                </a:extLst>
              </p:cNvPr>
              <p:cNvSpPr txBox="1"/>
              <p:nvPr/>
            </p:nvSpPr>
            <p:spPr>
              <a:xfrm>
                <a:off x="6815138" y="3030280"/>
                <a:ext cx="454430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1" name="公式5">
                <a:extLst>
                  <a:ext uri="{FF2B5EF4-FFF2-40B4-BE49-F238E27FC236}">
                    <a16:creationId xmlns:a16="http://schemas.microsoft.com/office/drawing/2014/main" id="{21F37D6C-D114-E32E-CEBD-555B4E952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138" y="3030280"/>
                <a:ext cx="4544305" cy="7541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公式6">
                <a:extLst>
                  <a:ext uri="{FF2B5EF4-FFF2-40B4-BE49-F238E27FC236}">
                    <a16:creationId xmlns:a16="http://schemas.microsoft.com/office/drawing/2014/main" id="{F7ED6F82-2672-7097-06E6-495C49B3B426}"/>
                  </a:ext>
                </a:extLst>
              </p:cNvPr>
              <p:cNvSpPr txBox="1"/>
              <p:nvPr/>
            </p:nvSpPr>
            <p:spPr>
              <a:xfrm>
                <a:off x="6804139" y="3837717"/>
                <a:ext cx="414126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公式6">
                <a:extLst>
                  <a:ext uri="{FF2B5EF4-FFF2-40B4-BE49-F238E27FC236}">
                    <a16:creationId xmlns:a16="http://schemas.microsoft.com/office/drawing/2014/main" id="{F7ED6F82-2672-7097-06E6-495C49B3B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139" y="3837717"/>
                <a:ext cx="4141265" cy="754117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公式7">
                <a:extLst>
                  <a:ext uri="{FF2B5EF4-FFF2-40B4-BE49-F238E27FC236}">
                    <a16:creationId xmlns:a16="http://schemas.microsoft.com/office/drawing/2014/main" id="{4630E81F-9A3A-C9B5-AC2D-D416209FEE50}"/>
                  </a:ext>
                </a:extLst>
              </p:cNvPr>
              <p:cNvSpPr txBox="1"/>
              <p:nvPr/>
            </p:nvSpPr>
            <p:spPr>
              <a:xfrm>
                <a:off x="6871341" y="4662770"/>
                <a:ext cx="417937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公式7">
                <a:extLst>
                  <a:ext uri="{FF2B5EF4-FFF2-40B4-BE49-F238E27FC236}">
                    <a16:creationId xmlns:a16="http://schemas.microsoft.com/office/drawing/2014/main" id="{4630E81F-9A3A-C9B5-AC2D-D416209FE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1" y="4662770"/>
                <a:ext cx="4179373" cy="754117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公式8">
                <a:extLst>
                  <a:ext uri="{FF2B5EF4-FFF2-40B4-BE49-F238E27FC236}">
                    <a16:creationId xmlns:a16="http://schemas.microsoft.com/office/drawing/2014/main" id="{1F0D9152-E49B-CD73-91FB-74202459A7E4}"/>
                  </a:ext>
                </a:extLst>
              </p:cNvPr>
              <p:cNvSpPr txBox="1"/>
              <p:nvPr/>
            </p:nvSpPr>
            <p:spPr>
              <a:xfrm>
                <a:off x="6871341" y="5468830"/>
                <a:ext cx="3822429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6" name="公式8">
                <a:extLst>
                  <a:ext uri="{FF2B5EF4-FFF2-40B4-BE49-F238E27FC236}">
                    <a16:creationId xmlns:a16="http://schemas.microsoft.com/office/drawing/2014/main" id="{1F0D9152-E49B-CD73-91FB-74202459A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1" y="5468830"/>
                <a:ext cx="3822429" cy="754117"/>
              </a:xfrm>
              <a:prstGeom prst="rect">
                <a:avLst/>
              </a:prstGeom>
              <a:blipFill>
                <a:blip r:embed="rId10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右箭头 1">
            <a:extLst>
              <a:ext uri="{FF2B5EF4-FFF2-40B4-BE49-F238E27FC236}">
                <a16:creationId xmlns:a16="http://schemas.microsoft.com/office/drawing/2014/main" id="{6498AE66-C073-30C1-31F4-B058A43AEE04}"/>
              </a:ext>
            </a:extLst>
          </p:cNvPr>
          <p:cNvSpPr/>
          <p:nvPr/>
        </p:nvSpPr>
        <p:spPr>
          <a:xfrm>
            <a:off x="6143239" y="3239004"/>
            <a:ext cx="593999" cy="19676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右箭头 46">
            <a:extLst>
              <a:ext uri="{FF2B5EF4-FFF2-40B4-BE49-F238E27FC236}">
                <a16:creationId xmlns:a16="http://schemas.microsoft.com/office/drawing/2014/main" id="{28F6AEC6-2D5E-5BA1-23E7-9CC10E828280}"/>
              </a:ext>
            </a:extLst>
          </p:cNvPr>
          <p:cNvSpPr/>
          <p:nvPr/>
        </p:nvSpPr>
        <p:spPr>
          <a:xfrm>
            <a:off x="6143239" y="4116395"/>
            <a:ext cx="593999" cy="19676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8" name="右箭头 47">
            <a:extLst>
              <a:ext uri="{FF2B5EF4-FFF2-40B4-BE49-F238E27FC236}">
                <a16:creationId xmlns:a16="http://schemas.microsoft.com/office/drawing/2014/main" id="{4FAF094F-BE0A-AB38-A611-17947AA240EA}"/>
              </a:ext>
            </a:extLst>
          </p:cNvPr>
          <p:cNvSpPr/>
          <p:nvPr/>
        </p:nvSpPr>
        <p:spPr>
          <a:xfrm>
            <a:off x="6156206" y="4908371"/>
            <a:ext cx="593999" cy="19676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9" name="右箭头 48">
            <a:extLst>
              <a:ext uri="{FF2B5EF4-FFF2-40B4-BE49-F238E27FC236}">
                <a16:creationId xmlns:a16="http://schemas.microsoft.com/office/drawing/2014/main" id="{4CF0DE59-2B4A-2061-410A-95737D45884A}"/>
              </a:ext>
            </a:extLst>
          </p:cNvPr>
          <p:cNvSpPr/>
          <p:nvPr/>
        </p:nvSpPr>
        <p:spPr>
          <a:xfrm>
            <a:off x="6158699" y="5697898"/>
            <a:ext cx="593999" cy="19676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grpSp>
        <p:nvGrpSpPr>
          <p:cNvPr id="52" name="困难1">
            <a:extLst>
              <a:ext uri="{FF2B5EF4-FFF2-40B4-BE49-F238E27FC236}">
                <a16:creationId xmlns:a16="http://schemas.microsoft.com/office/drawing/2014/main" id="{E04725D1-0780-0FF0-33A6-8BBA8602114D}"/>
              </a:ext>
            </a:extLst>
          </p:cNvPr>
          <p:cNvGrpSpPr/>
          <p:nvPr/>
        </p:nvGrpSpPr>
        <p:grpSpPr>
          <a:xfrm>
            <a:off x="161928" y="1154558"/>
            <a:ext cx="6094413" cy="723599"/>
            <a:chOff x="4675178" y="1605119"/>
            <a:chExt cx="8124826" cy="964673"/>
          </a:xfrm>
        </p:grpSpPr>
        <p:sp>
          <p:nvSpPr>
            <p:cNvPr id="53" name="íŝlïďê">
              <a:extLst>
                <a:ext uri="{FF2B5EF4-FFF2-40B4-BE49-F238E27FC236}">
                  <a16:creationId xmlns:a16="http://schemas.microsoft.com/office/drawing/2014/main" id="{45B3E3DD-2544-13D4-F042-1CD0964B50EB}"/>
                </a:ext>
              </a:extLst>
            </p:cNvPr>
            <p:cNvSpPr/>
            <p:nvPr/>
          </p:nvSpPr>
          <p:spPr bwMode="auto">
            <a:xfrm>
              <a:off x="5305665" y="1677420"/>
              <a:ext cx="7494339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由微分方程得到规范的因果关系</a:t>
              </a:r>
            </a:p>
          </p:txBody>
        </p:sp>
        <p:sp>
          <p:nvSpPr>
            <p:cNvPr id="54" name="ï$ľiďê">
              <a:extLst>
                <a:ext uri="{FF2B5EF4-FFF2-40B4-BE49-F238E27FC236}">
                  <a16:creationId xmlns:a16="http://schemas.microsoft.com/office/drawing/2014/main" id="{89D4D6CA-F5D5-8427-1377-4D81C459E61A}"/>
                </a:ext>
              </a:extLst>
            </p:cNvPr>
            <p:cNvSpPr/>
            <p:nvPr/>
          </p:nvSpPr>
          <p:spPr bwMode="auto">
            <a:xfrm>
              <a:off x="4675178" y="1605119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17" name="端点1">
            <a:extLst>
              <a:ext uri="{FF2B5EF4-FFF2-40B4-BE49-F238E27FC236}">
                <a16:creationId xmlns:a16="http://schemas.microsoft.com/office/drawing/2014/main" id="{BC0C8177-85AE-B554-950F-CA0C63E096BA}"/>
              </a:ext>
            </a:extLst>
          </p:cNvPr>
          <p:cNvSpPr/>
          <p:nvPr/>
        </p:nvSpPr>
        <p:spPr>
          <a:xfrm>
            <a:off x="6936931" y="885871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18" name="端点2">
            <a:extLst>
              <a:ext uri="{FF2B5EF4-FFF2-40B4-BE49-F238E27FC236}">
                <a16:creationId xmlns:a16="http://schemas.microsoft.com/office/drawing/2014/main" id="{7624D82F-76AD-62ED-6EB3-35834965CF0D}"/>
              </a:ext>
            </a:extLst>
          </p:cNvPr>
          <p:cNvSpPr/>
          <p:nvPr/>
        </p:nvSpPr>
        <p:spPr>
          <a:xfrm>
            <a:off x="6936931" y="2376854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19" name="端点3">
            <a:extLst>
              <a:ext uri="{FF2B5EF4-FFF2-40B4-BE49-F238E27FC236}">
                <a16:creationId xmlns:a16="http://schemas.microsoft.com/office/drawing/2014/main" id="{1377EADE-0E58-5202-246E-021320DD1E17}"/>
              </a:ext>
            </a:extLst>
          </p:cNvPr>
          <p:cNvSpPr/>
          <p:nvPr/>
        </p:nvSpPr>
        <p:spPr>
          <a:xfrm>
            <a:off x="10945404" y="885871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20" name="端点4">
            <a:extLst>
              <a:ext uri="{FF2B5EF4-FFF2-40B4-BE49-F238E27FC236}">
                <a16:creationId xmlns:a16="http://schemas.microsoft.com/office/drawing/2014/main" id="{33178499-9D65-24BA-DFE5-B13AB0D80237}"/>
              </a:ext>
            </a:extLst>
          </p:cNvPr>
          <p:cNvSpPr/>
          <p:nvPr/>
        </p:nvSpPr>
        <p:spPr>
          <a:xfrm>
            <a:off x="10945404" y="2376854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21" name="电线6">
            <a:extLst>
              <a:ext uri="{FF2B5EF4-FFF2-40B4-BE49-F238E27FC236}">
                <a16:creationId xmlns:a16="http://schemas.microsoft.com/office/drawing/2014/main" id="{83ACF65E-0759-308B-2D38-925D21F498CA}"/>
              </a:ext>
            </a:extLst>
          </p:cNvPr>
          <p:cNvCxnSpPr>
            <a:cxnSpLocks/>
            <a:stCxn id="118" idx="6"/>
            <a:endCxn id="120" idx="2"/>
          </p:cNvCxnSpPr>
          <p:nvPr/>
        </p:nvCxnSpPr>
        <p:spPr>
          <a:xfrm>
            <a:off x="7116931" y="2466854"/>
            <a:ext cx="3828473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ur">
                <a:extLst>
                  <a:ext uri="{FF2B5EF4-FFF2-40B4-BE49-F238E27FC236}">
                    <a16:creationId xmlns:a16="http://schemas.microsoft.com/office/drawing/2014/main" id="{1EA58F39-8E8D-BC2E-795A-5537537E310C}"/>
                  </a:ext>
                </a:extLst>
              </p:cNvPr>
              <p:cNvSpPr txBox="1"/>
              <p:nvPr/>
            </p:nvSpPr>
            <p:spPr>
              <a:xfrm>
                <a:off x="6509148" y="1450496"/>
                <a:ext cx="4091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22" name="ur">
                <a:extLst>
                  <a:ext uri="{FF2B5EF4-FFF2-40B4-BE49-F238E27FC236}">
                    <a16:creationId xmlns:a16="http://schemas.microsoft.com/office/drawing/2014/main" id="{1EA58F39-8E8D-BC2E-795A-5537537E3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148" y="1450496"/>
                <a:ext cx="409135" cy="430887"/>
              </a:xfrm>
              <a:prstGeom prst="rect">
                <a:avLst/>
              </a:prstGeom>
              <a:blipFill>
                <a:blip r:embed="rId11"/>
                <a:stretch>
                  <a:fillRect l="-15152" r="-6061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uc">
                <a:extLst>
                  <a:ext uri="{FF2B5EF4-FFF2-40B4-BE49-F238E27FC236}">
                    <a16:creationId xmlns:a16="http://schemas.microsoft.com/office/drawing/2014/main" id="{0A2A0B1A-B6F7-17FF-C3D6-573BB63908B2}"/>
                  </a:ext>
                </a:extLst>
              </p:cNvPr>
              <p:cNvSpPr txBox="1"/>
              <p:nvPr/>
            </p:nvSpPr>
            <p:spPr>
              <a:xfrm>
                <a:off x="11050714" y="1450497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23" name="uc">
                <a:extLst>
                  <a:ext uri="{FF2B5EF4-FFF2-40B4-BE49-F238E27FC236}">
                    <a16:creationId xmlns:a16="http://schemas.microsoft.com/office/drawing/2014/main" id="{0A2A0B1A-B6F7-17FF-C3D6-573BB6390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714" y="1450497"/>
                <a:ext cx="692168" cy="430887"/>
              </a:xfrm>
              <a:prstGeom prst="rect">
                <a:avLst/>
              </a:prstGeom>
              <a:blipFill>
                <a:blip r:embed="rId12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电容组合2">
            <a:extLst>
              <a:ext uri="{FF2B5EF4-FFF2-40B4-BE49-F238E27FC236}">
                <a16:creationId xmlns:a16="http://schemas.microsoft.com/office/drawing/2014/main" id="{4B655319-D373-5425-53D3-7884146E928C}"/>
              </a:ext>
            </a:extLst>
          </p:cNvPr>
          <p:cNvGrpSpPr/>
          <p:nvPr/>
        </p:nvGrpSpPr>
        <p:grpSpPr>
          <a:xfrm>
            <a:off x="9727474" y="977652"/>
            <a:ext cx="815779" cy="1479194"/>
            <a:chOff x="6696665" y="1599304"/>
            <a:chExt cx="815779" cy="1479194"/>
          </a:xfrm>
        </p:grpSpPr>
        <p:grpSp>
          <p:nvGrpSpPr>
            <p:cNvPr id="125" name="电容">
              <a:extLst>
                <a:ext uri="{FF2B5EF4-FFF2-40B4-BE49-F238E27FC236}">
                  <a16:creationId xmlns:a16="http://schemas.microsoft.com/office/drawing/2014/main" id="{6FDF21A6-1178-6C79-A45D-66B6FBBA888B}"/>
                </a:ext>
              </a:extLst>
            </p:cNvPr>
            <p:cNvGrpSpPr/>
            <p:nvPr/>
          </p:nvGrpSpPr>
          <p:grpSpPr>
            <a:xfrm rot="5400000">
              <a:off x="7259897" y="2132726"/>
              <a:ext cx="144016" cy="361079"/>
              <a:chOff x="4367014" y="3067921"/>
              <a:chExt cx="144016" cy="361079"/>
            </a:xfrm>
          </p:grpSpPr>
          <p:cxnSp>
            <p:nvCxnSpPr>
              <p:cNvPr id="129" name="直线连接符 128">
                <a:extLst>
                  <a:ext uri="{FF2B5EF4-FFF2-40B4-BE49-F238E27FC236}">
                    <a16:creationId xmlns:a16="http://schemas.microsoft.com/office/drawing/2014/main" id="{3EE621A0-3EAD-0A66-A97F-EDAE65BE1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线连接符 129">
                <a:extLst>
                  <a:ext uri="{FF2B5EF4-FFF2-40B4-BE49-F238E27FC236}">
                    <a16:creationId xmlns:a16="http://schemas.microsoft.com/office/drawing/2014/main" id="{F19C955C-6CB2-06BA-316F-5C9FF565B2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6" name="电线4">
              <a:extLst>
                <a:ext uri="{FF2B5EF4-FFF2-40B4-BE49-F238E27FC236}">
                  <a16:creationId xmlns:a16="http://schemas.microsoft.com/office/drawing/2014/main" id="{755070A7-8BE4-2534-790F-379F6D6D1B49}"/>
                </a:ext>
              </a:extLst>
            </p:cNvPr>
            <p:cNvCxnSpPr/>
            <p:nvPr/>
          </p:nvCxnSpPr>
          <p:spPr>
            <a:xfrm>
              <a:off x="7331386" y="1599304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电线5">
              <a:extLst>
                <a:ext uri="{FF2B5EF4-FFF2-40B4-BE49-F238E27FC236}">
                  <a16:creationId xmlns:a16="http://schemas.microsoft.com/office/drawing/2014/main" id="{9BB14F74-2093-CC2B-CA92-5B44A27F08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4982" y="2385274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C2">
                  <a:extLst>
                    <a:ext uri="{FF2B5EF4-FFF2-40B4-BE49-F238E27FC236}">
                      <a16:creationId xmlns:a16="http://schemas.microsoft.com/office/drawing/2014/main" id="{1729D86F-CB94-6389-F53C-C305F8D6619A}"/>
                    </a:ext>
                  </a:extLst>
                </p:cNvPr>
                <p:cNvSpPr txBox="1"/>
                <p:nvPr/>
              </p:nvSpPr>
              <p:spPr>
                <a:xfrm>
                  <a:off x="6696665" y="2094193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28" name="C2">
                  <a:extLst>
                    <a:ext uri="{FF2B5EF4-FFF2-40B4-BE49-F238E27FC236}">
                      <a16:creationId xmlns:a16="http://schemas.microsoft.com/office/drawing/2014/main" id="{1729D86F-CB94-6389-F53C-C305F8D66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665" y="2094193"/>
                  <a:ext cx="322168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38462" r="-30769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1" name="uc线">
            <a:extLst>
              <a:ext uri="{FF2B5EF4-FFF2-40B4-BE49-F238E27FC236}">
                <a16:creationId xmlns:a16="http://schemas.microsoft.com/office/drawing/2014/main" id="{03AEAB94-2A99-1536-D2C8-40D0F786C3CB}"/>
              </a:ext>
            </a:extLst>
          </p:cNvPr>
          <p:cNvCxnSpPr>
            <a:stCxn id="119" idx="4"/>
            <a:endCxn id="120" idx="0"/>
          </p:cNvCxnSpPr>
          <p:nvPr/>
        </p:nvCxnSpPr>
        <p:spPr>
          <a:xfrm>
            <a:off x="11035404" y="1065871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ur线">
            <a:extLst>
              <a:ext uri="{FF2B5EF4-FFF2-40B4-BE49-F238E27FC236}">
                <a16:creationId xmlns:a16="http://schemas.microsoft.com/office/drawing/2014/main" id="{6023E086-6FAE-FF17-4C1A-B572C29F5607}"/>
              </a:ext>
            </a:extLst>
          </p:cNvPr>
          <p:cNvCxnSpPr/>
          <p:nvPr/>
        </p:nvCxnSpPr>
        <p:spPr>
          <a:xfrm>
            <a:off x="7026931" y="1065871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电容组合1">
            <a:extLst>
              <a:ext uri="{FF2B5EF4-FFF2-40B4-BE49-F238E27FC236}">
                <a16:creationId xmlns:a16="http://schemas.microsoft.com/office/drawing/2014/main" id="{DAC7BA8D-738F-354F-41C0-23666B408CA5}"/>
              </a:ext>
            </a:extLst>
          </p:cNvPr>
          <p:cNvGrpSpPr/>
          <p:nvPr/>
        </p:nvGrpSpPr>
        <p:grpSpPr>
          <a:xfrm>
            <a:off x="8297402" y="977653"/>
            <a:ext cx="815779" cy="1479194"/>
            <a:chOff x="5266593" y="1599305"/>
            <a:chExt cx="815779" cy="1479194"/>
          </a:xfrm>
        </p:grpSpPr>
        <p:grpSp>
          <p:nvGrpSpPr>
            <p:cNvPr id="134" name="电容">
              <a:extLst>
                <a:ext uri="{FF2B5EF4-FFF2-40B4-BE49-F238E27FC236}">
                  <a16:creationId xmlns:a16="http://schemas.microsoft.com/office/drawing/2014/main" id="{31A08EC4-102D-FACC-0977-C2FB15590460}"/>
                </a:ext>
              </a:extLst>
            </p:cNvPr>
            <p:cNvGrpSpPr/>
            <p:nvPr/>
          </p:nvGrpSpPr>
          <p:grpSpPr>
            <a:xfrm rot="5400000">
              <a:off x="5829825" y="2132727"/>
              <a:ext cx="144016" cy="361079"/>
              <a:chOff x="4367014" y="3067921"/>
              <a:chExt cx="144016" cy="361079"/>
            </a:xfrm>
          </p:grpSpPr>
          <p:cxnSp>
            <p:nvCxnSpPr>
              <p:cNvPr id="138" name="直线连接符 137">
                <a:extLst>
                  <a:ext uri="{FF2B5EF4-FFF2-40B4-BE49-F238E27FC236}">
                    <a16:creationId xmlns:a16="http://schemas.microsoft.com/office/drawing/2014/main" id="{666211E0-6CEA-B3E3-B0D4-21180C86E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2C675EFA-F77E-392F-D5AD-2042ED946A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电线4">
              <a:extLst>
                <a:ext uri="{FF2B5EF4-FFF2-40B4-BE49-F238E27FC236}">
                  <a16:creationId xmlns:a16="http://schemas.microsoft.com/office/drawing/2014/main" id="{09E99B17-4D8F-92A5-78CD-E252CD299111}"/>
                </a:ext>
              </a:extLst>
            </p:cNvPr>
            <p:cNvCxnSpPr/>
            <p:nvPr/>
          </p:nvCxnSpPr>
          <p:spPr>
            <a:xfrm>
              <a:off x="5901314" y="1599305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电线5">
              <a:extLst>
                <a:ext uri="{FF2B5EF4-FFF2-40B4-BE49-F238E27FC236}">
                  <a16:creationId xmlns:a16="http://schemas.microsoft.com/office/drawing/2014/main" id="{286A3E2D-0837-0D64-8F0C-2E0B30D92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910" y="2385275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C1">
                  <a:extLst>
                    <a:ext uri="{FF2B5EF4-FFF2-40B4-BE49-F238E27FC236}">
                      <a16:creationId xmlns:a16="http://schemas.microsoft.com/office/drawing/2014/main" id="{9AB8B780-05C1-8C23-F01B-CCD2BB2FADD8}"/>
                    </a:ext>
                  </a:extLst>
                </p:cNvPr>
                <p:cNvSpPr txBox="1"/>
                <p:nvPr/>
              </p:nvSpPr>
              <p:spPr>
                <a:xfrm>
                  <a:off x="5266593" y="2094194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37" name="C1">
                  <a:extLst>
                    <a:ext uri="{FF2B5EF4-FFF2-40B4-BE49-F238E27FC236}">
                      <a16:creationId xmlns:a16="http://schemas.microsoft.com/office/drawing/2014/main" id="{9AB8B780-05C1-8C23-F01B-CCD2BB2FA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6593" y="2094194"/>
                  <a:ext cx="322168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38462" r="-30769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0" name="电阻组合">
            <a:extLst>
              <a:ext uri="{FF2B5EF4-FFF2-40B4-BE49-F238E27FC236}">
                <a16:creationId xmlns:a16="http://schemas.microsoft.com/office/drawing/2014/main" id="{9596C228-FE86-EC80-49D8-E2F3BEC16E2E}"/>
              </a:ext>
            </a:extLst>
          </p:cNvPr>
          <p:cNvGrpSpPr/>
          <p:nvPr/>
        </p:nvGrpSpPr>
        <p:grpSpPr>
          <a:xfrm>
            <a:off x="7116931" y="373070"/>
            <a:ext cx="3828473" cy="714780"/>
            <a:chOff x="4925544" y="963578"/>
            <a:chExt cx="3828473" cy="714780"/>
          </a:xfrm>
        </p:grpSpPr>
        <p:cxnSp>
          <p:nvCxnSpPr>
            <p:cNvPr id="141" name="电线1">
              <a:extLst>
                <a:ext uri="{FF2B5EF4-FFF2-40B4-BE49-F238E27FC236}">
                  <a16:creationId xmlns:a16="http://schemas.microsoft.com/office/drawing/2014/main" id="{E99A6550-E7D3-9025-B9F1-4960ABB1457D}"/>
                </a:ext>
              </a:extLst>
            </p:cNvPr>
            <p:cNvCxnSpPr>
              <a:cxnSpLocks/>
              <a:stCxn id="117" idx="6"/>
              <a:endCxn id="146" idx="1"/>
            </p:cNvCxnSpPr>
            <p:nvPr/>
          </p:nvCxnSpPr>
          <p:spPr>
            <a:xfrm>
              <a:off x="4925544" y="1566379"/>
              <a:ext cx="608482" cy="310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电线3">
              <a:extLst>
                <a:ext uri="{FF2B5EF4-FFF2-40B4-BE49-F238E27FC236}">
                  <a16:creationId xmlns:a16="http://schemas.microsoft.com/office/drawing/2014/main" id="{E43F1881-931D-9265-041D-40F1B9F60D2C}"/>
                </a:ext>
              </a:extLst>
            </p:cNvPr>
            <p:cNvCxnSpPr>
              <a:cxnSpLocks/>
              <a:stCxn id="145" idx="3"/>
              <a:endCxn id="119" idx="2"/>
            </p:cNvCxnSpPr>
            <p:nvPr/>
          </p:nvCxnSpPr>
          <p:spPr>
            <a:xfrm flipV="1">
              <a:off x="7756762" y="1566379"/>
              <a:ext cx="997255" cy="3967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电线2">
              <a:extLst>
                <a:ext uri="{FF2B5EF4-FFF2-40B4-BE49-F238E27FC236}">
                  <a16:creationId xmlns:a16="http://schemas.microsoft.com/office/drawing/2014/main" id="{8E697252-5D7E-E755-217B-77DC11428BD5}"/>
                </a:ext>
              </a:extLst>
            </p:cNvPr>
            <p:cNvCxnSpPr>
              <a:cxnSpLocks/>
              <a:stCxn id="146" idx="3"/>
              <a:endCxn id="145" idx="1"/>
            </p:cNvCxnSpPr>
            <p:nvPr/>
          </p:nvCxnSpPr>
          <p:spPr>
            <a:xfrm>
              <a:off x="6182098" y="1569484"/>
              <a:ext cx="926592" cy="86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R2">
                  <a:extLst>
                    <a:ext uri="{FF2B5EF4-FFF2-40B4-BE49-F238E27FC236}">
                      <a16:creationId xmlns:a16="http://schemas.microsoft.com/office/drawing/2014/main" id="{8CB54452-72BB-4333-9546-146911414DA4}"/>
                    </a:ext>
                  </a:extLst>
                </p:cNvPr>
                <p:cNvSpPr txBox="1"/>
                <p:nvPr/>
              </p:nvSpPr>
              <p:spPr>
                <a:xfrm>
                  <a:off x="7232574" y="982467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44" name="R2">
                  <a:extLst>
                    <a:ext uri="{FF2B5EF4-FFF2-40B4-BE49-F238E27FC236}">
                      <a16:creationId xmlns:a16="http://schemas.microsoft.com/office/drawing/2014/main" id="{8CB54452-72BB-4333-9546-146911414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574" y="982467"/>
                  <a:ext cx="455100" cy="432362"/>
                </a:xfrm>
                <a:prstGeom prst="rect">
                  <a:avLst/>
                </a:prstGeom>
                <a:blipFill>
                  <a:blip r:embed="rId15"/>
                  <a:stretch>
                    <a:fillRect l="-21622" r="-5405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电阻R2">
              <a:extLst>
                <a:ext uri="{FF2B5EF4-FFF2-40B4-BE49-F238E27FC236}">
                  <a16:creationId xmlns:a16="http://schemas.microsoft.com/office/drawing/2014/main" id="{90EA1A5C-0E61-078A-988D-0EDE6850BBAE}"/>
                </a:ext>
              </a:extLst>
            </p:cNvPr>
            <p:cNvSpPr/>
            <p:nvPr/>
          </p:nvSpPr>
          <p:spPr>
            <a:xfrm>
              <a:off x="7108690" y="146233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46" name="电阻R1">
              <a:extLst>
                <a:ext uri="{FF2B5EF4-FFF2-40B4-BE49-F238E27FC236}">
                  <a16:creationId xmlns:a16="http://schemas.microsoft.com/office/drawing/2014/main" id="{B2D4927C-A07D-88BC-1FE5-AB96534FBED0}"/>
                </a:ext>
              </a:extLst>
            </p:cNvPr>
            <p:cNvSpPr/>
            <p:nvPr/>
          </p:nvSpPr>
          <p:spPr>
            <a:xfrm>
              <a:off x="5534026" y="1461472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R1">
                  <a:extLst>
                    <a:ext uri="{FF2B5EF4-FFF2-40B4-BE49-F238E27FC236}">
                      <a16:creationId xmlns:a16="http://schemas.microsoft.com/office/drawing/2014/main" id="{39291B48-D5E5-8C40-4E65-C453C2061C86}"/>
                    </a:ext>
                  </a:extLst>
                </p:cNvPr>
                <p:cNvSpPr txBox="1"/>
                <p:nvPr/>
              </p:nvSpPr>
              <p:spPr>
                <a:xfrm>
                  <a:off x="5637492" y="96357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47" name="R1">
                  <a:extLst>
                    <a:ext uri="{FF2B5EF4-FFF2-40B4-BE49-F238E27FC236}">
                      <a16:creationId xmlns:a16="http://schemas.microsoft.com/office/drawing/2014/main" id="{39291B48-D5E5-8C40-4E65-C453C2061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7492" y="963578"/>
                  <a:ext cx="455100" cy="432362"/>
                </a:xfrm>
                <a:prstGeom prst="rect">
                  <a:avLst/>
                </a:prstGeom>
                <a:blipFill>
                  <a:blip r:embed="rId16"/>
                  <a:stretch>
                    <a:fillRect l="-18919" r="-5405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电流组合1">
            <a:extLst>
              <a:ext uri="{FF2B5EF4-FFF2-40B4-BE49-F238E27FC236}">
                <a16:creationId xmlns:a16="http://schemas.microsoft.com/office/drawing/2014/main" id="{B8AD8743-FC7B-4412-F988-24346E80EBF4}"/>
              </a:ext>
            </a:extLst>
          </p:cNvPr>
          <p:cNvGrpSpPr/>
          <p:nvPr/>
        </p:nvGrpSpPr>
        <p:grpSpPr>
          <a:xfrm>
            <a:off x="7454561" y="1199358"/>
            <a:ext cx="1008112" cy="432362"/>
            <a:chOff x="4295006" y="1808896"/>
            <a:chExt cx="1008112" cy="432362"/>
          </a:xfrm>
        </p:grpSpPr>
        <p:cxnSp>
          <p:nvCxnSpPr>
            <p:cNvPr id="149" name="电流信号">
              <a:extLst>
                <a:ext uri="{FF2B5EF4-FFF2-40B4-BE49-F238E27FC236}">
                  <a16:creationId xmlns:a16="http://schemas.microsoft.com/office/drawing/2014/main" id="{5BC73570-144A-2CF5-4157-DABF9C1A9CFA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i">
                  <a:extLst>
                    <a:ext uri="{FF2B5EF4-FFF2-40B4-BE49-F238E27FC236}">
                      <a16:creationId xmlns:a16="http://schemas.microsoft.com/office/drawing/2014/main" id="{589782E1-49C0-4844-42D6-00D42CD999B2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50" name="i">
                  <a:extLst>
                    <a:ext uri="{FF2B5EF4-FFF2-40B4-BE49-F238E27FC236}">
                      <a16:creationId xmlns:a16="http://schemas.microsoft.com/office/drawing/2014/main" id="{589782E1-49C0-4844-42D6-00D42CD99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17"/>
                  <a:stretch>
                    <a:fillRect l="-5405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电流组合2">
            <a:extLst>
              <a:ext uri="{FF2B5EF4-FFF2-40B4-BE49-F238E27FC236}">
                <a16:creationId xmlns:a16="http://schemas.microsoft.com/office/drawing/2014/main" id="{966C7359-9786-CBD8-484D-3DF9622D262F}"/>
              </a:ext>
            </a:extLst>
          </p:cNvPr>
          <p:cNvGrpSpPr/>
          <p:nvPr/>
        </p:nvGrpSpPr>
        <p:grpSpPr>
          <a:xfrm>
            <a:off x="9101276" y="1201096"/>
            <a:ext cx="1008112" cy="432362"/>
            <a:chOff x="4295006" y="1808896"/>
            <a:chExt cx="1008112" cy="432362"/>
          </a:xfrm>
        </p:grpSpPr>
        <p:cxnSp>
          <p:nvCxnSpPr>
            <p:cNvPr id="152" name="电流信号">
              <a:extLst>
                <a:ext uri="{FF2B5EF4-FFF2-40B4-BE49-F238E27FC236}">
                  <a16:creationId xmlns:a16="http://schemas.microsoft.com/office/drawing/2014/main" id="{72E8F966-2A94-011A-324B-659C6D808883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i">
                  <a:extLst>
                    <a:ext uri="{FF2B5EF4-FFF2-40B4-BE49-F238E27FC236}">
                      <a16:creationId xmlns:a16="http://schemas.microsoft.com/office/drawing/2014/main" id="{2C63C93C-1F16-C42D-0DC3-EB01CB3B8B79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53" name="i">
                  <a:extLst>
                    <a:ext uri="{FF2B5EF4-FFF2-40B4-BE49-F238E27FC236}">
                      <a16:creationId xmlns:a16="http://schemas.microsoft.com/office/drawing/2014/main" id="{2C63C93C-1F16-C42D-0DC3-EB01CB3B8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18"/>
                  <a:stretch>
                    <a:fillRect l="-5405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虚线框1">
            <a:extLst>
              <a:ext uri="{FF2B5EF4-FFF2-40B4-BE49-F238E27FC236}">
                <a16:creationId xmlns:a16="http://schemas.microsoft.com/office/drawing/2014/main" id="{B468E781-64DE-6356-C5A3-134603877DF4}"/>
              </a:ext>
            </a:extLst>
          </p:cNvPr>
          <p:cNvSpPr/>
          <p:nvPr/>
        </p:nvSpPr>
        <p:spPr>
          <a:xfrm>
            <a:off x="7585570" y="382736"/>
            <a:ext cx="871430" cy="754116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虚线框2">
            <a:extLst>
              <a:ext uri="{FF2B5EF4-FFF2-40B4-BE49-F238E27FC236}">
                <a16:creationId xmlns:a16="http://schemas.microsoft.com/office/drawing/2014/main" id="{28C12DB9-BD49-4E2D-62A0-B6BCD2DA5E03}"/>
              </a:ext>
            </a:extLst>
          </p:cNvPr>
          <p:cNvSpPr/>
          <p:nvPr/>
        </p:nvSpPr>
        <p:spPr>
          <a:xfrm>
            <a:off x="8283979" y="1459404"/>
            <a:ext cx="871430" cy="555118"/>
          </a:xfrm>
          <a:prstGeom prst="rect">
            <a:avLst/>
          </a:prstGeom>
          <a:noFill/>
          <a:ln>
            <a:solidFill>
              <a:srgbClr val="159F8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虚线框3">
            <a:extLst>
              <a:ext uri="{FF2B5EF4-FFF2-40B4-BE49-F238E27FC236}">
                <a16:creationId xmlns:a16="http://schemas.microsoft.com/office/drawing/2014/main" id="{803F4357-9875-1992-73F9-4A41B220BF93}"/>
              </a:ext>
            </a:extLst>
          </p:cNvPr>
          <p:cNvSpPr/>
          <p:nvPr/>
        </p:nvSpPr>
        <p:spPr>
          <a:xfrm>
            <a:off x="9166729" y="390357"/>
            <a:ext cx="871430" cy="754116"/>
          </a:xfrm>
          <a:prstGeom prst="rect">
            <a:avLst/>
          </a:prstGeom>
          <a:noFill/>
          <a:ln>
            <a:solidFill>
              <a:srgbClr val="1E6787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虚线框4">
            <a:extLst>
              <a:ext uri="{FF2B5EF4-FFF2-40B4-BE49-F238E27FC236}">
                <a16:creationId xmlns:a16="http://schemas.microsoft.com/office/drawing/2014/main" id="{E7B03CB7-B078-2AD0-B0F3-9D620862C9E2}"/>
              </a:ext>
            </a:extLst>
          </p:cNvPr>
          <p:cNvSpPr/>
          <p:nvPr/>
        </p:nvSpPr>
        <p:spPr>
          <a:xfrm>
            <a:off x="9705456" y="1445033"/>
            <a:ext cx="871430" cy="555118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70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8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9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3" grpId="0"/>
      <p:bldP spid="24" grpId="0"/>
      <p:bldP spid="35" grpId="0"/>
      <p:bldP spid="36" grpId="0"/>
      <p:bldP spid="41" grpId="0"/>
      <p:bldP spid="43" grpId="0"/>
      <p:bldP spid="44" grpId="0"/>
      <p:bldP spid="46" grpId="0"/>
      <p:bldP spid="2" grpId="0" animBg="1"/>
      <p:bldP spid="47" grpId="0" animBg="1"/>
      <p:bldP spid="48" grpId="0" animBg="1"/>
      <p:bldP spid="49" grpId="0" animBg="1"/>
      <p:bldP spid="117" grpId="0" animBg="1"/>
      <p:bldP spid="118" grpId="0" animBg="1"/>
      <p:bldP spid="119" grpId="0" animBg="1"/>
      <p:bldP spid="120" grpId="0" animBg="1"/>
      <p:bldP spid="122" grpId="0"/>
      <p:bldP spid="123" grpId="0"/>
      <p:bldP spid="19" grpId="0" animBg="1"/>
      <p:bldP spid="19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32712" y="338028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例：建立方框图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/>
              <p:nvPr/>
            </p:nvSpPr>
            <p:spPr>
              <a:xfrm>
                <a:off x="3214688" y="4085612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688" y="4085612"/>
                <a:ext cx="630748" cy="576000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信号1-1">
            <a:extLst>
              <a:ext uri="{FF2B5EF4-FFF2-40B4-BE49-F238E27FC236}">
                <a16:creationId xmlns:a16="http://schemas.microsoft.com/office/drawing/2014/main" id="{864D9DED-ED2B-861D-7AE9-F43914FABE93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792252" y="4373608"/>
            <a:ext cx="702356" cy="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/>
              <p:nvPr/>
            </p:nvSpPr>
            <p:spPr>
              <a:xfrm>
                <a:off x="1605807" y="3854780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807" y="3854780"/>
                <a:ext cx="9361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1">
            <a:extLst>
              <a:ext uri="{FF2B5EF4-FFF2-40B4-BE49-F238E27FC236}">
                <a16:creationId xmlns:a16="http://schemas.microsoft.com/office/drawing/2014/main" id="{53E617EB-AAF3-3670-C4CA-DE1CE7984413}"/>
              </a:ext>
            </a:extLst>
          </p:cNvPr>
          <p:cNvSpPr/>
          <p:nvPr/>
        </p:nvSpPr>
        <p:spPr>
          <a:xfrm>
            <a:off x="2494608" y="4229612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51" name="信号1-3">
            <a:extLst>
              <a:ext uri="{FF2B5EF4-FFF2-40B4-BE49-F238E27FC236}">
                <a16:creationId xmlns:a16="http://schemas.microsoft.com/office/drawing/2014/main" id="{2A58E1CD-5624-2444-25E0-005330AE71A6}"/>
              </a:ext>
            </a:extLst>
          </p:cNvPr>
          <p:cNvCxnSpPr>
            <a:cxnSpLocks/>
            <a:stCxn id="50" idx="6"/>
            <a:endCxn id="31" idx="1"/>
          </p:cNvCxnSpPr>
          <p:nvPr/>
        </p:nvCxnSpPr>
        <p:spPr>
          <a:xfrm>
            <a:off x="2782608" y="4373612"/>
            <a:ext cx="432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/>
              <p:nvPr/>
            </p:nvSpPr>
            <p:spPr>
              <a:xfrm>
                <a:off x="3831057" y="387940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057" y="3879407"/>
                <a:ext cx="936104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!!sum2">
            <a:extLst>
              <a:ext uri="{FF2B5EF4-FFF2-40B4-BE49-F238E27FC236}">
                <a16:creationId xmlns:a16="http://schemas.microsoft.com/office/drawing/2014/main" id="{F200C2A5-A73A-BB13-ED06-EBCC789ECBC4}"/>
              </a:ext>
            </a:extLst>
          </p:cNvPr>
          <p:cNvSpPr/>
          <p:nvPr/>
        </p:nvSpPr>
        <p:spPr>
          <a:xfrm>
            <a:off x="7967646" y="467062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/>
              <p:nvPr/>
            </p:nvSpPr>
            <p:spPr>
              <a:xfrm>
                <a:off x="8615686" y="4526620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686" y="4526620"/>
                <a:ext cx="630748" cy="576000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!!sum3">
            <a:extLst>
              <a:ext uri="{FF2B5EF4-FFF2-40B4-BE49-F238E27FC236}">
                <a16:creationId xmlns:a16="http://schemas.microsoft.com/office/drawing/2014/main" id="{43691955-DC54-5572-2C0A-53F5A8710B4F}"/>
              </a:ext>
            </a:extLst>
          </p:cNvPr>
          <p:cNvSpPr/>
          <p:nvPr/>
        </p:nvSpPr>
        <p:spPr>
          <a:xfrm>
            <a:off x="2583270" y="565952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/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/>
              <p:nvPr/>
            </p:nvSpPr>
            <p:spPr>
              <a:xfrm>
                <a:off x="3388274" y="5515526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274" y="5515526"/>
                <a:ext cx="630748" cy="57600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信号1-4">
            <a:extLst>
              <a:ext uri="{FF2B5EF4-FFF2-40B4-BE49-F238E27FC236}">
                <a16:creationId xmlns:a16="http://schemas.microsoft.com/office/drawing/2014/main" id="{6A77ACC3-FDF0-4881-F8FE-93CF499935A3}"/>
              </a:ext>
            </a:extLst>
          </p:cNvPr>
          <p:cNvCxnSpPr>
            <a:cxnSpLocks/>
          </p:cNvCxnSpPr>
          <p:nvPr/>
        </p:nvCxnSpPr>
        <p:spPr>
          <a:xfrm>
            <a:off x="3845436" y="4366267"/>
            <a:ext cx="9534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!!信号2-3">
            <a:extLst>
              <a:ext uri="{FF2B5EF4-FFF2-40B4-BE49-F238E27FC236}">
                <a16:creationId xmlns:a16="http://schemas.microsoft.com/office/drawing/2014/main" id="{E5DE40B1-AB1A-F49D-6F16-C72BDC346CCC}"/>
              </a:ext>
            </a:extLst>
          </p:cNvPr>
          <p:cNvCxnSpPr>
            <a:cxnSpLocks/>
          </p:cNvCxnSpPr>
          <p:nvPr/>
        </p:nvCxnSpPr>
        <p:spPr>
          <a:xfrm>
            <a:off x="8255646" y="4814617"/>
            <a:ext cx="36004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!!信号2-4">
            <a:extLst>
              <a:ext uri="{FF2B5EF4-FFF2-40B4-BE49-F238E27FC236}">
                <a16:creationId xmlns:a16="http://schemas.microsoft.com/office/drawing/2014/main" id="{EBB5E4AC-97A9-E6FC-0035-A846508F4432}"/>
              </a:ext>
            </a:extLst>
          </p:cNvPr>
          <p:cNvCxnSpPr>
            <a:cxnSpLocks/>
          </p:cNvCxnSpPr>
          <p:nvPr/>
        </p:nvCxnSpPr>
        <p:spPr>
          <a:xfrm>
            <a:off x="9246434" y="4814617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/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/>
              <p:nvPr/>
            </p:nvSpPr>
            <p:spPr>
              <a:xfrm>
                <a:off x="2053183" y="4366267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183" y="4366267"/>
                <a:ext cx="594882" cy="4628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/>
              <p:nvPr/>
            </p:nvSpPr>
            <p:spPr>
              <a:xfrm>
                <a:off x="8217603" y="4352342"/>
                <a:ext cx="380344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603" y="4352342"/>
                <a:ext cx="380344" cy="462884"/>
              </a:xfrm>
              <a:prstGeom prst="rect">
                <a:avLst/>
              </a:prstGeom>
              <a:blipFill>
                <a:blip r:embed="rId11"/>
                <a:stretch>
                  <a:fillRect l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/>
              <p:nvPr/>
            </p:nvSpPr>
            <p:spPr>
              <a:xfrm>
                <a:off x="2783302" y="5821298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302" y="5821298"/>
                <a:ext cx="594882" cy="4628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/>
              <p:nvPr/>
            </p:nvSpPr>
            <p:spPr>
              <a:xfrm>
                <a:off x="2638624" y="469415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24" y="4694152"/>
                <a:ext cx="936104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/>
              <p:nvPr/>
            </p:nvSpPr>
            <p:spPr>
              <a:xfrm>
                <a:off x="2727270" y="612786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70" y="6127865"/>
                <a:ext cx="936104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/>
              <p:nvPr/>
            </p:nvSpPr>
            <p:spPr>
              <a:xfrm>
                <a:off x="9272260" y="435295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260" y="4352952"/>
                <a:ext cx="936104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步骤2">
            <a:extLst>
              <a:ext uri="{FF2B5EF4-FFF2-40B4-BE49-F238E27FC236}">
                <a16:creationId xmlns:a16="http://schemas.microsoft.com/office/drawing/2014/main" id="{4C33E824-AB08-0D03-BDED-15C67A83B69A}"/>
              </a:ext>
            </a:extLst>
          </p:cNvPr>
          <p:cNvGrpSpPr/>
          <p:nvPr/>
        </p:nvGrpSpPr>
        <p:grpSpPr>
          <a:xfrm>
            <a:off x="210669" y="1020336"/>
            <a:ext cx="3221479" cy="759849"/>
            <a:chOff x="4809199" y="3027297"/>
            <a:chExt cx="4294746" cy="1013002"/>
          </a:xfrm>
        </p:grpSpPr>
        <p:sp>
          <p:nvSpPr>
            <p:cNvPr id="56" name="文本">
              <a:extLst>
                <a:ext uri="{FF2B5EF4-FFF2-40B4-BE49-F238E27FC236}">
                  <a16:creationId xmlns:a16="http://schemas.microsoft.com/office/drawing/2014/main" id="{4EA206CD-2F10-5997-FBF5-E11BDE2EF54E}"/>
                </a:ext>
              </a:extLst>
            </p:cNvPr>
            <p:cNvSpPr/>
            <p:nvPr/>
          </p:nvSpPr>
          <p:spPr bwMode="auto">
            <a:xfrm>
              <a:off x="5434624" y="3027297"/>
              <a:ext cx="366932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绘动态结构图</a:t>
              </a:r>
            </a:p>
          </p:txBody>
        </p:sp>
        <p:sp>
          <p:nvSpPr>
            <p:cNvPr id="68" name="序号">
              <a:extLst>
                <a:ext uri="{FF2B5EF4-FFF2-40B4-BE49-F238E27FC236}">
                  <a16:creationId xmlns:a16="http://schemas.microsoft.com/office/drawing/2014/main" id="{E4E74D83-0F3A-D751-6479-98E16AEF8159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76" name="说明">
            <a:extLst>
              <a:ext uri="{FF2B5EF4-FFF2-40B4-BE49-F238E27FC236}">
                <a16:creationId xmlns:a16="http://schemas.microsoft.com/office/drawing/2014/main" id="{2CD769DC-AB0D-9388-73A7-A0F0E7C588AD}"/>
              </a:ext>
            </a:extLst>
          </p:cNvPr>
          <p:cNvSpPr txBox="1"/>
          <p:nvPr/>
        </p:nvSpPr>
        <p:spPr>
          <a:xfrm>
            <a:off x="3703648" y="1065625"/>
            <a:ext cx="7936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按照变量的传递顺序，依次连接各元件的结构图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/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/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/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/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blipFill>
                <a:blip r:embed="rId19"/>
                <a:stretch>
                  <a:fillRect l="-893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信号1-2">
            <a:extLst>
              <a:ext uri="{FF2B5EF4-FFF2-40B4-BE49-F238E27FC236}">
                <a16:creationId xmlns:a16="http://schemas.microsoft.com/office/drawing/2014/main" id="{561B5F4A-F58A-ABE3-BB1C-D920656B7C5D}"/>
              </a:ext>
            </a:extLst>
          </p:cNvPr>
          <p:cNvCxnSpPr>
            <a:cxnSpLocks/>
            <a:endCxn id="50" idx="4"/>
          </p:cNvCxnSpPr>
          <p:nvPr/>
        </p:nvCxnSpPr>
        <p:spPr>
          <a:xfrm flipV="1">
            <a:off x="2638608" y="4517612"/>
            <a:ext cx="0" cy="56187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信号2-1">
            <a:extLst>
              <a:ext uri="{FF2B5EF4-FFF2-40B4-BE49-F238E27FC236}">
                <a16:creationId xmlns:a16="http://schemas.microsoft.com/office/drawing/2014/main" id="{91FCD725-8FDC-0F55-5580-136A6E351FCB}"/>
              </a:ext>
            </a:extLst>
          </p:cNvPr>
          <p:cNvCxnSpPr>
            <a:cxnSpLocks/>
          </p:cNvCxnSpPr>
          <p:nvPr/>
        </p:nvCxnSpPr>
        <p:spPr>
          <a:xfrm>
            <a:off x="7036960" y="4814617"/>
            <a:ext cx="92199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标签2-1">
                <a:extLst>
                  <a:ext uri="{FF2B5EF4-FFF2-40B4-BE49-F238E27FC236}">
                    <a16:creationId xmlns:a16="http://schemas.microsoft.com/office/drawing/2014/main" id="{4F6D8BD5-67D6-B710-E003-163EAC925B5F}"/>
                  </a:ext>
                </a:extLst>
              </p:cNvPr>
              <p:cNvSpPr txBox="1"/>
              <p:nvPr/>
            </p:nvSpPr>
            <p:spPr>
              <a:xfrm>
                <a:off x="7036960" y="4271976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4" name="标签2-1">
                <a:extLst>
                  <a:ext uri="{FF2B5EF4-FFF2-40B4-BE49-F238E27FC236}">
                    <a16:creationId xmlns:a16="http://schemas.microsoft.com/office/drawing/2014/main" id="{4F6D8BD5-67D6-B710-E003-163EAC925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960" y="4271976"/>
                <a:ext cx="936104" cy="461665"/>
              </a:xfrm>
              <a:prstGeom prst="rect">
                <a:avLst/>
              </a:prstGeom>
              <a:blipFill>
                <a:blip r:embed="rId2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!!信号2-2">
            <a:extLst>
              <a:ext uri="{FF2B5EF4-FFF2-40B4-BE49-F238E27FC236}">
                <a16:creationId xmlns:a16="http://schemas.microsoft.com/office/drawing/2014/main" id="{B4BB3773-8548-299A-164A-B14B96BFED4A}"/>
              </a:ext>
            </a:extLst>
          </p:cNvPr>
          <p:cNvCxnSpPr>
            <a:cxnSpLocks/>
          </p:cNvCxnSpPr>
          <p:nvPr/>
        </p:nvCxnSpPr>
        <p:spPr>
          <a:xfrm>
            <a:off x="8112290" y="4017306"/>
            <a:ext cx="0" cy="64430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/>
              <p:nvPr/>
            </p:nvSpPr>
            <p:spPr>
              <a:xfrm>
                <a:off x="8125916" y="3810311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916" y="3810311"/>
                <a:ext cx="936104" cy="461665"/>
              </a:xfrm>
              <a:prstGeom prst="rect">
                <a:avLst/>
              </a:prstGeom>
              <a:blipFill>
                <a:blip r:embed="rId2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信号3-1">
            <a:extLst>
              <a:ext uri="{FF2B5EF4-FFF2-40B4-BE49-F238E27FC236}">
                <a16:creationId xmlns:a16="http://schemas.microsoft.com/office/drawing/2014/main" id="{F5C3E3FC-BD20-61C8-4451-A6C1FE80A65D}"/>
              </a:ext>
            </a:extLst>
          </p:cNvPr>
          <p:cNvCxnSpPr>
            <a:cxnSpLocks/>
          </p:cNvCxnSpPr>
          <p:nvPr/>
        </p:nvCxnSpPr>
        <p:spPr>
          <a:xfrm>
            <a:off x="1519487" y="5803525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标签3-1">
                <a:extLst>
                  <a:ext uri="{FF2B5EF4-FFF2-40B4-BE49-F238E27FC236}">
                    <a16:creationId xmlns:a16="http://schemas.microsoft.com/office/drawing/2014/main" id="{C5D3F0DE-7445-31AC-0CE5-85F0AE841317}"/>
                  </a:ext>
                </a:extLst>
              </p:cNvPr>
              <p:cNvSpPr txBox="1"/>
              <p:nvPr/>
            </p:nvSpPr>
            <p:spPr>
              <a:xfrm>
                <a:off x="1545313" y="534185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9" name="标签3-1">
                <a:extLst>
                  <a:ext uri="{FF2B5EF4-FFF2-40B4-BE49-F238E27FC236}">
                    <a16:creationId xmlns:a16="http://schemas.microsoft.com/office/drawing/2014/main" id="{C5D3F0DE-7445-31AC-0CE5-85F0AE841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13" y="5341857"/>
                <a:ext cx="936104" cy="461665"/>
              </a:xfrm>
              <a:prstGeom prst="rect">
                <a:avLst/>
              </a:prstGeom>
              <a:blipFill>
                <a:blip r:embed="rId2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信号3-2">
            <a:extLst>
              <a:ext uri="{FF2B5EF4-FFF2-40B4-BE49-F238E27FC236}">
                <a16:creationId xmlns:a16="http://schemas.microsoft.com/office/drawing/2014/main" id="{9241824E-A7B3-16E3-A591-B30D4F3CAE3E}"/>
              </a:ext>
            </a:extLst>
          </p:cNvPr>
          <p:cNvCxnSpPr>
            <a:cxnSpLocks/>
          </p:cNvCxnSpPr>
          <p:nvPr/>
        </p:nvCxnSpPr>
        <p:spPr>
          <a:xfrm flipV="1">
            <a:off x="2727270" y="5947526"/>
            <a:ext cx="0" cy="56187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/>
              <p:nvPr/>
            </p:nvSpPr>
            <p:spPr>
              <a:xfrm>
                <a:off x="4081440" y="531183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440" y="5311835"/>
                <a:ext cx="936104" cy="461665"/>
              </a:xfrm>
              <a:prstGeom prst="rect">
                <a:avLst/>
              </a:prstGeom>
              <a:blipFill>
                <a:blip r:embed="rId2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信号4-1">
            <a:extLst>
              <a:ext uri="{FF2B5EF4-FFF2-40B4-BE49-F238E27FC236}">
                <a16:creationId xmlns:a16="http://schemas.microsoft.com/office/drawing/2014/main" id="{1E574F14-CAF5-D4A5-E2E2-A2D8B614972B}"/>
              </a:ext>
            </a:extLst>
          </p:cNvPr>
          <p:cNvCxnSpPr>
            <a:cxnSpLocks/>
          </p:cNvCxnSpPr>
          <p:nvPr/>
        </p:nvCxnSpPr>
        <p:spPr>
          <a:xfrm>
            <a:off x="7663762" y="6158539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/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blipFill>
                <a:blip r:embed="rId2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!!信号3-3">
            <a:extLst>
              <a:ext uri="{FF2B5EF4-FFF2-40B4-BE49-F238E27FC236}">
                <a16:creationId xmlns:a16="http://schemas.microsoft.com/office/drawing/2014/main" id="{0F06E8D6-0957-D330-16A8-D0152E80C854}"/>
              </a:ext>
            </a:extLst>
          </p:cNvPr>
          <p:cNvCxnSpPr>
            <a:cxnSpLocks/>
          </p:cNvCxnSpPr>
          <p:nvPr/>
        </p:nvCxnSpPr>
        <p:spPr>
          <a:xfrm>
            <a:off x="2871270" y="5803522"/>
            <a:ext cx="5170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!!信号3-4">
            <a:extLst>
              <a:ext uri="{FF2B5EF4-FFF2-40B4-BE49-F238E27FC236}">
                <a16:creationId xmlns:a16="http://schemas.microsoft.com/office/drawing/2014/main" id="{25E1C28D-8874-F3E6-D6A7-61F7941B8B82}"/>
              </a:ext>
            </a:extLst>
          </p:cNvPr>
          <p:cNvCxnSpPr>
            <a:cxnSpLocks/>
          </p:cNvCxnSpPr>
          <p:nvPr/>
        </p:nvCxnSpPr>
        <p:spPr>
          <a:xfrm>
            <a:off x="4023802" y="5803522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!!信号4-2">
            <a:extLst>
              <a:ext uri="{FF2B5EF4-FFF2-40B4-BE49-F238E27FC236}">
                <a16:creationId xmlns:a16="http://schemas.microsoft.com/office/drawing/2014/main" id="{76680638-0A7B-2611-37CD-09EBD6A25150}"/>
              </a:ext>
            </a:extLst>
          </p:cNvPr>
          <p:cNvCxnSpPr>
            <a:cxnSpLocks/>
          </p:cNvCxnSpPr>
          <p:nvPr/>
        </p:nvCxnSpPr>
        <p:spPr>
          <a:xfrm>
            <a:off x="8938993" y="6158539"/>
            <a:ext cx="6497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11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7" grpId="0"/>
      <p:bldP spid="50" grpId="0" animBg="1"/>
      <p:bldP spid="57" grpId="0"/>
      <p:bldP spid="58" grpId="0" animBg="1"/>
      <p:bldP spid="59" grpId="0" animBg="1"/>
      <p:bldP spid="60" grpId="0" animBg="1"/>
      <p:bldP spid="61" grpId="0" animBg="1"/>
      <p:bldP spid="62" grpId="0" animBg="1"/>
      <p:bldP spid="70" grpId="0"/>
      <p:bldP spid="71" grpId="0"/>
      <p:bldP spid="90" grpId="0"/>
      <p:bldP spid="91" grpId="0"/>
      <p:bldP spid="92" grpId="0"/>
      <p:bldP spid="93" grpId="0"/>
      <p:bldP spid="94" grpId="0"/>
      <p:bldP spid="76" grpId="0"/>
      <p:bldP spid="77" grpId="0"/>
      <p:bldP spid="78" grpId="0"/>
      <p:bldP spid="79" grpId="0"/>
      <p:bldP spid="81" grpId="0"/>
      <p:bldP spid="84" grpId="0"/>
      <p:bldP spid="87" grpId="0"/>
      <p:bldP spid="89" grpId="0"/>
      <p:bldP spid="96" grpId="0"/>
      <p:bldP spid="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32712" y="338028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例：建立方框图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/>
              <p:nvPr/>
            </p:nvSpPr>
            <p:spPr>
              <a:xfrm>
                <a:off x="4012011" y="4283935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011" y="4283935"/>
                <a:ext cx="630748" cy="57600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!!信号4-2">
            <a:extLst>
              <a:ext uri="{FF2B5EF4-FFF2-40B4-BE49-F238E27FC236}">
                <a16:creationId xmlns:a16="http://schemas.microsoft.com/office/drawing/2014/main" id="{AF5B706E-1399-8C07-4688-4444128FF043}"/>
              </a:ext>
            </a:extLst>
          </p:cNvPr>
          <p:cNvCxnSpPr>
            <a:cxnSpLocks/>
          </p:cNvCxnSpPr>
          <p:nvPr/>
        </p:nvCxnSpPr>
        <p:spPr>
          <a:xfrm>
            <a:off x="8938993" y="6158539"/>
            <a:ext cx="6497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信号1-1">
            <a:extLst>
              <a:ext uri="{FF2B5EF4-FFF2-40B4-BE49-F238E27FC236}">
                <a16:creationId xmlns:a16="http://schemas.microsoft.com/office/drawing/2014/main" id="{864D9DED-ED2B-861D-7AE9-F43914FABE93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2589575" y="4571931"/>
            <a:ext cx="702356" cy="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/>
              <p:nvPr/>
            </p:nvSpPr>
            <p:spPr>
              <a:xfrm>
                <a:off x="2403130" y="4053103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30" y="4053103"/>
                <a:ext cx="9361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1">
            <a:extLst>
              <a:ext uri="{FF2B5EF4-FFF2-40B4-BE49-F238E27FC236}">
                <a16:creationId xmlns:a16="http://schemas.microsoft.com/office/drawing/2014/main" id="{53E617EB-AAF3-3670-C4CA-DE1CE7984413}"/>
              </a:ext>
            </a:extLst>
          </p:cNvPr>
          <p:cNvSpPr/>
          <p:nvPr/>
        </p:nvSpPr>
        <p:spPr>
          <a:xfrm>
            <a:off x="3291931" y="4427935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51" name="信号1-3">
            <a:extLst>
              <a:ext uri="{FF2B5EF4-FFF2-40B4-BE49-F238E27FC236}">
                <a16:creationId xmlns:a16="http://schemas.microsoft.com/office/drawing/2014/main" id="{2A58E1CD-5624-2444-25E0-005330AE71A6}"/>
              </a:ext>
            </a:extLst>
          </p:cNvPr>
          <p:cNvCxnSpPr>
            <a:cxnSpLocks/>
            <a:stCxn id="50" idx="6"/>
            <a:endCxn id="31" idx="1"/>
          </p:cNvCxnSpPr>
          <p:nvPr/>
        </p:nvCxnSpPr>
        <p:spPr>
          <a:xfrm>
            <a:off x="3579931" y="4571935"/>
            <a:ext cx="432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/>
              <p:nvPr/>
            </p:nvSpPr>
            <p:spPr>
              <a:xfrm>
                <a:off x="4628380" y="4077730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80" y="4077730"/>
                <a:ext cx="936104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!!sum2">
            <a:extLst>
              <a:ext uri="{FF2B5EF4-FFF2-40B4-BE49-F238E27FC236}">
                <a16:creationId xmlns:a16="http://schemas.microsoft.com/office/drawing/2014/main" id="{F200C2A5-A73A-BB13-ED06-EBCC789ECBC4}"/>
              </a:ext>
            </a:extLst>
          </p:cNvPr>
          <p:cNvSpPr/>
          <p:nvPr/>
        </p:nvSpPr>
        <p:spPr>
          <a:xfrm>
            <a:off x="5602848" y="442059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/>
              <p:nvPr/>
            </p:nvSpPr>
            <p:spPr>
              <a:xfrm>
                <a:off x="6250888" y="4276590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888" y="4276590"/>
                <a:ext cx="630748" cy="57600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!!sum3">
            <a:extLst>
              <a:ext uri="{FF2B5EF4-FFF2-40B4-BE49-F238E27FC236}">
                <a16:creationId xmlns:a16="http://schemas.microsoft.com/office/drawing/2014/main" id="{43691955-DC54-5572-2C0A-53F5A8710B4F}"/>
              </a:ext>
            </a:extLst>
          </p:cNvPr>
          <p:cNvSpPr/>
          <p:nvPr/>
        </p:nvSpPr>
        <p:spPr>
          <a:xfrm>
            <a:off x="2583270" y="565952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/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/>
              <p:nvPr/>
            </p:nvSpPr>
            <p:spPr>
              <a:xfrm>
                <a:off x="3388274" y="5515526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274" y="5515526"/>
                <a:ext cx="630748" cy="57600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信号1-4">
            <a:extLst>
              <a:ext uri="{FF2B5EF4-FFF2-40B4-BE49-F238E27FC236}">
                <a16:creationId xmlns:a16="http://schemas.microsoft.com/office/drawing/2014/main" id="{6A77ACC3-FDF0-4881-F8FE-93CF499935A3}"/>
              </a:ext>
            </a:extLst>
          </p:cNvPr>
          <p:cNvCxnSpPr>
            <a:cxnSpLocks/>
          </p:cNvCxnSpPr>
          <p:nvPr/>
        </p:nvCxnSpPr>
        <p:spPr>
          <a:xfrm>
            <a:off x="4642759" y="4578003"/>
            <a:ext cx="9534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!!信号2-3">
            <a:extLst>
              <a:ext uri="{FF2B5EF4-FFF2-40B4-BE49-F238E27FC236}">
                <a16:creationId xmlns:a16="http://schemas.microsoft.com/office/drawing/2014/main" id="{E5DE40B1-AB1A-F49D-6F16-C72BDC346CCC}"/>
              </a:ext>
            </a:extLst>
          </p:cNvPr>
          <p:cNvCxnSpPr>
            <a:cxnSpLocks/>
          </p:cNvCxnSpPr>
          <p:nvPr/>
        </p:nvCxnSpPr>
        <p:spPr>
          <a:xfrm>
            <a:off x="5890848" y="4571931"/>
            <a:ext cx="36004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!!信号2-4">
            <a:extLst>
              <a:ext uri="{FF2B5EF4-FFF2-40B4-BE49-F238E27FC236}">
                <a16:creationId xmlns:a16="http://schemas.microsoft.com/office/drawing/2014/main" id="{EBB5E4AC-97A9-E6FC-0035-A846508F4432}"/>
              </a:ext>
            </a:extLst>
          </p:cNvPr>
          <p:cNvCxnSpPr>
            <a:cxnSpLocks/>
          </p:cNvCxnSpPr>
          <p:nvPr/>
        </p:nvCxnSpPr>
        <p:spPr>
          <a:xfrm>
            <a:off x="6881636" y="4571931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!!信号3-3">
            <a:extLst>
              <a:ext uri="{FF2B5EF4-FFF2-40B4-BE49-F238E27FC236}">
                <a16:creationId xmlns:a16="http://schemas.microsoft.com/office/drawing/2014/main" id="{89E01C56-8563-FE50-6AB3-5302833D2359}"/>
              </a:ext>
            </a:extLst>
          </p:cNvPr>
          <p:cNvCxnSpPr>
            <a:cxnSpLocks/>
          </p:cNvCxnSpPr>
          <p:nvPr/>
        </p:nvCxnSpPr>
        <p:spPr>
          <a:xfrm>
            <a:off x="2871270" y="5803522"/>
            <a:ext cx="5170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!!信号3-4">
            <a:extLst>
              <a:ext uri="{FF2B5EF4-FFF2-40B4-BE49-F238E27FC236}">
                <a16:creationId xmlns:a16="http://schemas.microsoft.com/office/drawing/2014/main" id="{3F491C41-BB14-38C4-003F-7129BABF5B91}"/>
              </a:ext>
            </a:extLst>
          </p:cNvPr>
          <p:cNvCxnSpPr>
            <a:cxnSpLocks/>
          </p:cNvCxnSpPr>
          <p:nvPr/>
        </p:nvCxnSpPr>
        <p:spPr>
          <a:xfrm>
            <a:off x="4023802" y="5803522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/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/>
              <p:nvPr/>
            </p:nvSpPr>
            <p:spPr>
              <a:xfrm>
                <a:off x="2850506" y="4564590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506" y="4564590"/>
                <a:ext cx="594882" cy="4628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/>
              <p:nvPr/>
            </p:nvSpPr>
            <p:spPr>
              <a:xfrm>
                <a:off x="5764713" y="4085435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713" y="4085435"/>
                <a:ext cx="594882" cy="4628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/>
              <p:nvPr/>
            </p:nvSpPr>
            <p:spPr>
              <a:xfrm>
                <a:off x="2783302" y="5821298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302" y="5821298"/>
                <a:ext cx="594882" cy="4628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/>
              <p:nvPr/>
            </p:nvSpPr>
            <p:spPr>
              <a:xfrm>
                <a:off x="3435947" y="489247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947" y="4892475"/>
                <a:ext cx="936104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/>
              <p:nvPr/>
            </p:nvSpPr>
            <p:spPr>
              <a:xfrm>
                <a:off x="2727270" y="612786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70" y="6127865"/>
                <a:ext cx="936104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/>
              <p:nvPr/>
            </p:nvSpPr>
            <p:spPr>
              <a:xfrm>
                <a:off x="6907462" y="410292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462" y="4102922"/>
                <a:ext cx="936104" cy="461665"/>
              </a:xfrm>
              <a:prstGeom prst="rect">
                <a:avLst/>
              </a:prstGeom>
              <a:blipFill>
                <a:blip r:embed="rId1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步骤2">
            <a:extLst>
              <a:ext uri="{FF2B5EF4-FFF2-40B4-BE49-F238E27FC236}">
                <a16:creationId xmlns:a16="http://schemas.microsoft.com/office/drawing/2014/main" id="{4C33E824-AB08-0D03-BDED-15C67A83B69A}"/>
              </a:ext>
            </a:extLst>
          </p:cNvPr>
          <p:cNvGrpSpPr/>
          <p:nvPr/>
        </p:nvGrpSpPr>
        <p:grpSpPr>
          <a:xfrm>
            <a:off x="210669" y="1020336"/>
            <a:ext cx="3221479" cy="759849"/>
            <a:chOff x="4809199" y="3027297"/>
            <a:chExt cx="4294746" cy="1013002"/>
          </a:xfrm>
        </p:grpSpPr>
        <p:sp>
          <p:nvSpPr>
            <p:cNvPr id="56" name="文本">
              <a:extLst>
                <a:ext uri="{FF2B5EF4-FFF2-40B4-BE49-F238E27FC236}">
                  <a16:creationId xmlns:a16="http://schemas.microsoft.com/office/drawing/2014/main" id="{4EA206CD-2F10-5997-FBF5-E11BDE2EF54E}"/>
                </a:ext>
              </a:extLst>
            </p:cNvPr>
            <p:cNvSpPr/>
            <p:nvPr/>
          </p:nvSpPr>
          <p:spPr bwMode="auto">
            <a:xfrm>
              <a:off x="5434624" y="3027297"/>
              <a:ext cx="366932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绘动态结构图</a:t>
              </a:r>
            </a:p>
          </p:txBody>
        </p:sp>
        <p:sp>
          <p:nvSpPr>
            <p:cNvPr id="68" name="序号">
              <a:extLst>
                <a:ext uri="{FF2B5EF4-FFF2-40B4-BE49-F238E27FC236}">
                  <a16:creationId xmlns:a16="http://schemas.microsoft.com/office/drawing/2014/main" id="{E4E74D83-0F3A-D751-6479-98E16AEF8159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76" name="说明">
            <a:extLst>
              <a:ext uri="{FF2B5EF4-FFF2-40B4-BE49-F238E27FC236}">
                <a16:creationId xmlns:a16="http://schemas.microsoft.com/office/drawing/2014/main" id="{2CD769DC-AB0D-9388-73A7-A0F0E7C588AD}"/>
              </a:ext>
            </a:extLst>
          </p:cNvPr>
          <p:cNvSpPr txBox="1"/>
          <p:nvPr/>
        </p:nvSpPr>
        <p:spPr>
          <a:xfrm>
            <a:off x="3703648" y="1065625"/>
            <a:ext cx="7936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按照变量的传递顺序，依次连接各元件的结构图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/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/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/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/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blipFill>
                <a:blip r:embed="rId19"/>
                <a:stretch>
                  <a:fillRect l="-893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!!信号2-2">
            <a:extLst>
              <a:ext uri="{FF2B5EF4-FFF2-40B4-BE49-F238E27FC236}">
                <a16:creationId xmlns:a16="http://schemas.microsoft.com/office/drawing/2014/main" id="{B4BB3773-8548-299A-164A-B14B96BFED4A}"/>
              </a:ext>
            </a:extLst>
          </p:cNvPr>
          <p:cNvCxnSpPr>
            <a:cxnSpLocks/>
          </p:cNvCxnSpPr>
          <p:nvPr/>
        </p:nvCxnSpPr>
        <p:spPr>
          <a:xfrm>
            <a:off x="5742863" y="3776284"/>
            <a:ext cx="0" cy="64430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/>
              <p:nvPr/>
            </p:nvSpPr>
            <p:spPr>
              <a:xfrm>
                <a:off x="5732496" y="367092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96" y="3670925"/>
                <a:ext cx="936104" cy="461665"/>
              </a:xfrm>
              <a:prstGeom prst="rect">
                <a:avLst/>
              </a:prstGeom>
              <a:blipFill>
                <a:blip r:embed="rId2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信号3-1">
            <a:extLst>
              <a:ext uri="{FF2B5EF4-FFF2-40B4-BE49-F238E27FC236}">
                <a16:creationId xmlns:a16="http://schemas.microsoft.com/office/drawing/2014/main" id="{F5C3E3FC-BD20-61C8-4451-A6C1FE80A65D}"/>
              </a:ext>
            </a:extLst>
          </p:cNvPr>
          <p:cNvCxnSpPr>
            <a:cxnSpLocks/>
          </p:cNvCxnSpPr>
          <p:nvPr/>
        </p:nvCxnSpPr>
        <p:spPr>
          <a:xfrm>
            <a:off x="1506835" y="5807027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标签3-1">
                <a:extLst>
                  <a:ext uri="{FF2B5EF4-FFF2-40B4-BE49-F238E27FC236}">
                    <a16:creationId xmlns:a16="http://schemas.microsoft.com/office/drawing/2014/main" id="{C5D3F0DE-7445-31AC-0CE5-85F0AE841317}"/>
                  </a:ext>
                </a:extLst>
              </p:cNvPr>
              <p:cNvSpPr txBox="1"/>
              <p:nvPr/>
            </p:nvSpPr>
            <p:spPr>
              <a:xfrm>
                <a:off x="1545313" y="534185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9" name="标签3-1">
                <a:extLst>
                  <a:ext uri="{FF2B5EF4-FFF2-40B4-BE49-F238E27FC236}">
                    <a16:creationId xmlns:a16="http://schemas.microsoft.com/office/drawing/2014/main" id="{C5D3F0DE-7445-31AC-0CE5-85F0AE841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313" y="5341857"/>
                <a:ext cx="936104" cy="461665"/>
              </a:xfrm>
              <a:prstGeom prst="rect">
                <a:avLst/>
              </a:prstGeom>
              <a:blipFill>
                <a:blip r:embed="rId2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信号3-2">
            <a:extLst>
              <a:ext uri="{FF2B5EF4-FFF2-40B4-BE49-F238E27FC236}">
                <a16:creationId xmlns:a16="http://schemas.microsoft.com/office/drawing/2014/main" id="{9241824E-A7B3-16E3-A591-B30D4F3CAE3E}"/>
              </a:ext>
            </a:extLst>
          </p:cNvPr>
          <p:cNvCxnSpPr>
            <a:cxnSpLocks/>
          </p:cNvCxnSpPr>
          <p:nvPr/>
        </p:nvCxnSpPr>
        <p:spPr>
          <a:xfrm flipV="1">
            <a:off x="2727270" y="5947526"/>
            <a:ext cx="0" cy="56187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/>
              <p:nvPr/>
            </p:nvSpPr>
            <p:spPr>
              <a:xfrm>
                <a:off x="4081440" y="531183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440" y="5311835"/>
                <a:ext cx="936104" cy="461665"/>
              </a:xfrm>
              <a:prstGeom prst="rect">
                <a:avLst/>
              </a:prstGeom>
              <a:blipFill>
                <a:blip r:embed="rId2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信号4-1">
            <a:extLst>
              <a:ext uri="{FF2B5EF4-FFF2-40B4-BE49-F238E27FC236}">
                <a16:creationId xmlns:a16="http://schemas.microsoft.com/office/drawing/2014/main" id="{1E574F14-CAF5-D4A5-E2E2-A2D8B614972B}"/>
              </a:ext>
            </a:extLst>
          </p:cNvPr>
          <p:cNvCxnSpPr>
            <a:cxnSpLocks/>
          </p:cNvCxnSpPr>
          <p:nvPr/>
        </p:nvCxnSpPr>
        <p:spPr>
          <a:xfrm>
            <a:off x="7669564" y="6158539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/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blipFill>
                <a:blip r:embed="rId2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肘形连接符 2">
            <a:extLst>
              <a:ext uri="{FF2B5EF4-FFF2-40B4-BE49-F238E27FC236}">
                <a16:creationId xmlns:a16="http://schemas.microsoft.com/office/drawing/2014/main" id="{DEB9706E-6D7E-CD42-06A3-D8F75F396A1C}"/>
              </a:ext>
            </a:extLst>
          </p:cNvPr>
          <p:cNvCxnSpPr>
            <a:cxnSpLocks/>
            <a:stCxn id="94" idx="2"/>
            <a:endCxn id="50" idx="4"/>
          </p:cNvCxnSpPr>
          <p:nvPr/>
        </p:nvCxnSpPr>
        <p:spPr>
          <a:xfrm rot="5400000">
            <a:off x="5330049" y="2670470"/>
            <a:ext cx="151348" cy="3939583"/>
          </a:xfrm>
          <a:prstGeom prst="bentConnector3">
            <a:avLst>
              <a:gd name="adj1" fmla="val 51866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11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32712" y="338028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例：建立方框图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/>
              <p:nvPr/>
            </p:nvSpPr>
            <p:spPr>
              <a:xfrm>
                <a:off x="4012011" y="4283935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011" y="4283935"/>
                <a:ext cx="630748" cy="57600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信号1-1">
            <a:extLst>
              <a:ext uri="{FF2B5EF4-FFF2-40B4-BE49-F238E27FC236}">
                <a16:creationId xmlns:a16="http://schemas.microsoft.com/office/drawing/2014/main" id="{864D9DED-ED2B-861D-7AE9-F43914FABE93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2589575" y="4571931"/>
            <a:ext cx="702356" cy="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/>
              <p:nvPr/>
            </p:nvSpPr>
            <p:spPr>
              <a:xfrm>
                <a:off x="2403130" y="4053103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30" y="4053103"/>
                <a:ext cx="9361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1">
            <a:extLst>
              <a:ext uri="{FF2B5EF4-FFF2-40B4-BE49-F238E27FC236}">
                <a16:creationId xmlns:a16="http://schemas.microsoft.com/office/drawing/2014/main" id="{53E617EB-AAF3-3670-C4CA-DE1CE7984413}"/>
              </a:ext>
            </a:extLst>
          </p:cNvPr>
          <p:cNvSpPr/>
          <p:nvPr/>
        </p:nvSpPr>
        <p:spPr>
          <a:xfrm>
            <a:off x="3291931" y="4427935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51" name="信号1-3">
            <a:extLst>
              <a:ext uri="{FF2B5EF4-FFF2-40B4-BE49-F238E27FC236}">
                <a16:creationId xmlns:a16="http://schemas.microsoft.com/office/drawing/2014/main" id="{2A58E1CD-5624-2444-25E0-005330AE71A6}"/>
              </a:ext>
            </a:extLst>
          </p:cNvPr>
          <p:cNvCxnSpPr>
            <a:cxnSpLocks/>
            <a:stCxn id="50" idx="6"/>
            <a:endCxn id="31" idx="1"/>
          </p:cNvCxnSpPr>
          <p:nvPr/>
        </p:nvCxnSpPr>
        <p:spPr>
          <a:xfrm>
            <a:off x="3579931" y="4571935"/>
            <a:ext cx="432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/>
              <p:nvPr/>
            </p:nvSpPr>
            <p:spPr>
              <a:xfrm>
                <a:off x="4628380" y="4077730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80" y="4077730"/>
                <a:ext cx="936104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!!sum2">
            <a:extLst>
              <a:ext uri="{FF2B5EF4-FFF2-40B4-BE49-F238E27FC236}">
                <a16:creationId xmlns:a16="http://schemas.microsoft.com/office/drawing/2014/main" id="{F200C2A5-A73A-BB13-ED06-EBCC789ECBC4}"/>
              </a:ext>
            </a:extLst>
          </p:cNvPr>
          <p:cNvSpPr/>
          <p:nvPr/>
        </p:nvSpPr>
        <p:spPr>
          <a:xfrm>
            <a:off x="5602848" y="442059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/>
              <p:nvPr/>
            </p:nvSpPr>
            <p:spPr>
              <a:xfrm>
                <a:off x="6250888" y="4276590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888" y="4276590"/>
                <a:ext cx="630748" cy="57600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!!sum3">
            <a:extLst>
              <a:ext uri="{FF2B5EF4-FFF2-40B4-BE49-F238E27FC236}">
                <a16:creationId xmlns:a16="http://schemas.microsoft.com/office/drawing/2014/main" id="{43691955-DC54-5572-2C0A-53F5A8710B4F}"/>
              </a:ext>
            </a:extLst>
          </p:cNvPr>
          <p:cNvSpPr/>
          <p:nvPr/>
        </p:nvSpPr>
        <p:spPr>
          <a:xfrm>
            <a:off x="7956224" y="442059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/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312" y="5870539"/>
                <a:ext cx="630748" cy="57600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/>
              <p:nvPr/>
            </p:nvSpPr>
            <p:spPr>
              <a:xfrm>
                <a:off x="8767614" y="4283931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614" y="4283931"/>
                <a:ext cx="630748" cy="57600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信号1-4">
            <a:extLst>
              <a:ext uri="{FF2B5EF4-FFF2-40B4-BE49-F238E27FC236}">
                <a16:creationId xmlns:a16="http://schemas.microsoft.com/office/drawing/2014/main" id="{6A77ACC3-FDF0-4881-F8FE-93CF499935A3}"/>
              </a:ext>
            </a:extLst>
          </p:cNvPr>
          <p:cNvCxnSpPr>
            <a:cxnSpLocks/>
          </p:cNvCxnSpPr>
          <p:nvPr/>
        </p:nvCxnSpPr>
        <p:spPr>
          <a:xfrm>
            <a:off x="4642759" y="4578003"/>
            <a:ext cx="9534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!!信号2-3">
            <a:extLst>
              <a:ext uri="{FF2B5EF4-FFF2-40B4-BE49-F238E27FC236}">
                <a16:creationId xmlns:a16="http://schemas.microsoft.com/office/drawing/2014/main" id="{E5DE40B1-AB1A-F49D-6F16-C72BDC346CCC}"/>
              </a:ext>
            </a:extLst>
          </p:cNvPr>
          <p:cNvCxnSpPr>
            <a:cxnSpLocks/>
          </p:cNvCxnSpPr>
          <p:nvPr/>
        </p:nvCxnSpPr>
        <p:spPr>
          <a:xfrm>
            <a:off x="5890848" y="4571931"/>
            <a:ext cx="36004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!!信号2-4">
            <a:extLst>
              <a:ext uri="{FF2B5EF4-FFF2-40B4-BE49-F238E27FC236}">
                <a16:creationId xmlns:a16="http://schemas.microsoft.com/office/drawing/2014/main" id="{EBB5E4AC-97A9-E6FC-0035-A846508F4432}"/>
              </a:ext>
            </a:extLst>
          </p:cNvPr>
          <p:cNvCxnSpPr>
            <a:cxnSpLocks/>
          </p:cNvCxnSpPr>
          <p:nvPr/>
        </p:nvCxnSpPr>
        <p:spPr>
          <a:xfrm>
            <a:off x="6881636" y="4571931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/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93" y="5626577"/>
                <a:ext cx="936104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/>
              <p:nvPr/>
            </p:nvSpPr>
            <p:spPr>
              <a:xfrm>
                <a:off x="2850506" y="4564590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506" y="4564590"/>
                <a:ext cx="594882" cy="4628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/>
              <p:nvPr/>
            </p:nvSpPr>
            <p:spPr>
              <a:xfrm>
                <a:off x="5764713" y="4085435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713" y="4085435"/>
                <a:ext cx="594882" cy="4628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/>
              <p:nvPr/>
            </p:nvSpPr>
            <p:spPr>
              <a:xfrm>
                <a:off x="8162642" y="4589703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642" y="4589703"/>
                <a:ext cx="594882" cy="4628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/>
              <p:nvPr/>
            </p:nvSpPr>
            <p:spPr>
              <a:xfrm>
                <a:off x="3435947" y="489247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947" y="4892475"/>
                <a:ext cx="936104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/>
              <p:nvPr/>
            </p:nvSpPr>
            <p:spPr>
              <a:xfrm>
                <a:off x="8106610" y="4896270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610" y="4896270"/>
                <a:ext cx="936104" cy="461665"/>
              </a:xfrm>
              <a:prstGeom prst="rect">
                <a:avLst/>
              </a:prstGeom>
              <a:blipFill>
                <a:blip r:embed="rId14"/>
                <a:stretch>
                  <a:fillRect l="-1351"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/>
              <p:nvPr/>
            </p:nvSpPr>
            <p:spPr>
              <a:xfrm>
                <a:off x="6907462" y="410292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462" y="4102922"/>
                <a:ext cx="936104" cy="461665"/>
              </a:xfrm>
              <a:prstGeom prst="rect">
                <a:avLst/>
              </a:prstGeom>
              <a:blipFill>
                <a:blip r:embed="rId1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步骤2">
            <a:extLst>
              <a:ext uri="{FF2B5EF4-FFF2-40B4-BE49-F238E27FC236}">
                <a16:creationId xmlns:a16="http://schemas.microsoft.com/office/drawing/2014/main" id="{4C33E824-AB08-0D03-BDED-15C67A83B69A}"/>
              </a:ext>
            </a:extLst>
          </p:cNvPr>
          <p:cNvGrpSpPr/>
          <p:nvPr/>
        </p:nvGrpSpPr>
        <p:grpSpPr>
          <a:xfrm>
            <a:off x="210669" y="1020336"/>
            <a:ext cx="3221479" cy="759849"/>
            <a:chOff x="4809199" y="3027297"/>
            <a:chExt cx="4294746" cy="1013002"/>
          </a:xfrm>
        </p:grpSpPr>
        <p:sp>
          <p:nvSpPr>
            <p:cNvPr id="56" name="文本">
              <a:extLst>
                <a:ext uri="{FF2B5EF4-FFF2-40B4-BE49-F238E27FC236}">
                  <a16:creationId xmlns:a16="http://schemas.microsoft.com/office/drawing/2014/main" id="{4EA206CD-2F10-5997-FBF5-E11BDE2EF54E}"/>
                </a:ext>
              </a:extLst>
            </p:cNvPr>
            <p:cNvSpPr/>
            <p:nvPr/>
          </p:nvSpPr>
          <p:spPr bwMode="auto">
            <a:xfrm>
              <a:off x="5434624" y="3027297"/>
              <a:ext cx="366932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绘动态结构图</a:t>
              </a:r>
            </a:p>
          </p:txBody>
        </p:sp>
        <p:sp>
          <p:nvSpPr>
            <p:cNvPr id="68" name="序号">
              <a:extLst>
                <a:ext uri="{FF2B5EF4-FFF2-40B4-BE49-F238E27FC236}">
                  <a16:creationId xmlns:a16="http://schemas.microsoft.com/office/drawing/2014/main" id="{E4E74D83-0F3A-D751-6479-98E16AEF8159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76" name="说明">
            <a:extLst>
              <a:ext uri="{FF2B5EF4-FFF2-40B4-BE49-F238E27FC236}">
                <a16:creationId xmlns:a16="http://schemas.microsoft.com/office/drawing/2014/main" id="{2CD769DC-AB0D-9388-73A7-A0F0E7C588AD}"/>
              </a:ext>
            </a:extLst>
          </p:cNvPr>
          <p:cNvSpPr txBox="1"/>
          <p:nvPr/>
        </p:nvSpPr>
        <p:spPr>
          <a:xfrm>
            <a:off x="3703648" y="1065625"/>
            <a:ext cx="7936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按照变量的传递顺序，依次连接各元件的结构图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/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/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/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/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blipFill>
                <a:blip r:embed="rId19"/>
                <a:stretch>
                  <a:fillRect l="-893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/>
              <p:nvPr/>
            </p:nvSpPr>
            <p:spPr>
              <a:xfrm>
                <a:off x="5732496" y="367092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96" y="3670925"/>
                <a:ext cx="936104" cy="461665"/>
              </a:xfrm>
              <a:prstGeom prst="rect">
                <a:avLst/>
              </a:prstGeom>
              <a:blipFill>
                <a:blip r:embed="rId2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信号3-2">
            <a:extLst>
              <a:ext uri="{FF2B5EF4-FFF2-40B4-BE49-F238E27FC236}">
                <a16:creationId xmlns:a16="http://schemas.microsoft.com/office/drawing/2014/main" id="{9241824E-A7B3-16E3-A591-B30D4F3CAE3E}"/>
              </a:ext>
            </a:extLst>
          </p:cNvPr>
          <p:cNvCxnSpPr>
            <a:cxnSpLocks/>
          </p:cNvCxnSpPr>
          <p:nvPr/>
        </p:nvCxnSpPr>
        <p:spPr>
          <a:xfrm flipV="1">
            <a:off x="8106610" y="4715931"/>
            <a:ext cx="0" cy="56187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/>
              <p:nvPr/>
            </p:nvSpPr>
            <p:spPr>
              <a:xfrm>
                <a:off x="9460780" y="4080240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80" y="4080240"/>
                <a:ext cx="936104" cy="461665"/>
              </a:xfrm>
              <a:prstGeom prst="rect">
                <a:avLst/>
              </a:prstGeom>
              <a:blipFill>
                <a:blip r:embed="rId2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/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8" name="标签4-1">
                <a:extLst>
                  <a:ext uri="{FF2B5EF4-FFF2-40B4-BE49-F238E27FC236}">
                    <a16:creationId xmlns:a16="http://schemas.microsoft.com/office/drawing/2014/main" id="{B778DFC0-632B-DCDB-C78E-89E82FCC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484" y="5638558"/>
                <a:ext cx="936104" cy="461665"/>
              </a:xfrm>
              <a:prstGeom prst="rect">
                <a:avLst/>
              </a:prstGeom>
              <a:blipFill>
                <a:blip r:embed="rId2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肘形连接符 2">
            <a:extLst>
              <a:ext uri="{FF2B5EF4-FFF2-40B4-BE49-F238E27FC236}">
                <a16:creationId xmlns:a16="http://schemas.microsoft.com/office/drawing/2014/main" id="{DEB9706E-6D7E-CD42-06A3-D8F75F396A1C}"/>
              </a:ext>
            </a:extLst>
          </p:cNvPr>
          <p:cNvCxnSpPr>
            <a:cxnSpLocks/>
            <a:stCxn id="94" idx="2"/>
            <a:endCxn id="50" idx="4"/>
          </p:cNvCxnSpPr>
          <p:nvPr/>
        </p:nvCxnSpPr>
        <p:spPr>
          <a:xfrm rot="5400000">
            <a:off x="5330049" y="2670470"/>
            <a:ext cx="151348" cy="3939583"/>
          </a:xfrm>
          <a:prstGeom prst="bentConnector3">
            <a:avLst>
              <a:gd name="adj1" fmla="val 51866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>
            <a:extLst>
              <a:ext uri="{FF2B5EF4-FFF2-40B4-BE49-F238E27FC236}">
                <a16:creationId xmlns:a16="http://schemas.microsoft.com/office/drawing/2014/main" id="{B4F1CEA8-D261-E106-F0EC-FC9A1B37E8E5}"/>
              </a:ext>
            </a:extLst>
          </p:cNvPr>
          <p:cNvCxnSpPr>
            <a:cxnSpLocks/>
          </p:cNvCxnSpPr>
          <p:nvPr/>
        </p:nvCxnSpPr>
        <p:spPr>
          <a:xfrm rot="10800000">
            <a:off x="5746848" y="4417760"/>
            <a:ext cx="3841895" cy="150552"/>
          </a:xfrm>
          <a:prstGeom prst="bentConnector4">
            <a:avLst>
              <a:gd name="adj1" fmla="val 1163"/>
              <a:gd name="adj2" fmla="val 5697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!!信号3-3">
            <a:extLst>
              <a:ext uri="{FF2B5EF4-FFF2-40B4-BE49-F238E27FC236}">
                <a16:creationId xmlns:a16="http://schemas.microsoft.com/office/drawing/2014/main" id="{3FF214A0-2036-9322-91B9-4919BB71BB9E}"/>
              </a:ext>
            </a:extLst>
          </p:cNvPr>
          <p:cNvCxnSpPr>
            <a:cxnSpLocks/>
          </p:cNvCxnSpPr>
          <p:nvPr/>
        </p:nvCxnSpPr>
        <p:spPr>
          <a:xfrm>
            <a:off x="8245830" y="4576070"/>
            <a:ext cx="5170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!!信号3-4">
            <a:extLst>
              <a:ext uri="{FF2B5EF4-FFF2-40B4-BE49-F238E27FC236}">
                <a16:creationId xmlns:a16="http://schemas.microsoft.com/office/drawing/2014/main" id="{36A41797-37A0-08C5-EDAF-F8AD1DB6764D}"/>
              </a:ext>
            </a:extLst>
          </p:cNvPr>
          <p:cNvCxnSpPr>
            <a:cxnSpLocks/>
          </p:cNvCxnSpPr>
          <p:nvPr/>
        </p:nvCxnSpPr>
        <p:spPr>
          <a:xfrm>
            <a:off x="9398362" y="4576070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!!信号4-2">
            <a:extLst>
              <a:ext uri="{FF2B5EF4-FFF2-40B4-BE49-F238E27FC236}">
                <a16:creationId xmlns:a16="http://schemas.microsoft.com/office/drawing/2014/main" id="{2836133B-E664-C9F7-5311-E44550EC545B}"/>
              </a:ext>
            </a:extLst>
          </p:cNvPr>
          <p:cNvCxnSpPr>
            <a:cxnSpLocks/>
          </p:cNvCxnSpPr>
          <p:nvPr/>
        </p:nvCxnSpPr>
        <p:spPr>
          <a:xfrm>
            <a:off x="8938993" y="6158539"/>
            <a:ext cx="6497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信号4-1">
            <a:extLst>
              <a:ext uri="{FF2B5EF4-FFF2-40B4-BE49-F238E27FC236}">
                <a16:creationId xmlns:a16="http://schemas.microsoft.com/office/drawing/2014/main" id="{8D1D519D-E92F-D4F3-E4E1-A842850BA59A}"/>
              </a:ext>
            </a:extLst>
          </p:cNvPr>
          <p:cNvCxnSpPr>
            <a:cxnSpLocks/>
          </p:cNvCxnSpPr>
          <p:nvPr/>
        </p:nvCxnSpPr>
        <p:spPr>
          <a:xfrm>
            <a:off x="7669564" y="6158539"/>
            <a:ext cx="63074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679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32712" y="338028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例：建立方框图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/>
              <p:nvPr/>
            </p:nvSpPr>
            <p:spPr>
              <a:xfrm>
                <a:off x="3064225" y="4943991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1" name="G1">
                <a:extLst>
                  <a:ext uri="{FF2B5EF4-FFF2-40B4-BE49-F238E27FC236}">
                    <a16:creationId xmlns:a16="http://schemas.microsoft.com/office/drawing/2014/main" id="{B87A6771-625F-198A-FD46-ED6825BD6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225" y="4943991"/>
                <a:ext cx="630748" cy="57600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信号1-1">
            <a:extLst>
              <a:ext uri="{FF2B5EF4-FFF2-40B4-BE49-F238E27FC236}">
                <a16:creationId xmlns:a16="http://schemas.microsoft.com/office/drawing/2014/main" id="{864D9DED-ED2B-861D-7AE9-F43914FABE93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641789" y="5231987"/>
            <a:ext cx="702356" cy="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/>
              <p:nvPr/>
            </p:nvSpPr>
            <p:spPr>
              <a:xfrm>
                <a:off x="1455344" y="4713159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标签1-1">
                <a:extLst>
                  <a:ext uri="{FF2B5EF4-FFF2-40B4-BE49-F238E27FC236}">
                    <a16:creationId xmlns:a16="http://schemas.microsoft.com/office/drawing/2014/main" id="{18D3328F-39DA-4E88-D206-B1713CCD8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344" y="4713159"/>
                <a:ext cx="9361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1">
            <a:extLst>
              <a:ext uri="{FF2B5EF4-FFF2-40B4-BE49-F238E27FC236}">
                <a16:creationId xmlns:a16="http://schemas.microsoft.com/office/drawing/2014/main" id="{53E617EB-AAF3-3670-C4CA-DE1CE7984413}"/>
              </a:ext>
            </a:extLst>
          </p:cNvPr>
          <p:cNvSpPr/>
          <p:nvPr/>
        </p:nvSpPr>
        <p:spPr>
          <a:xfrm>
            <a:off x="2344145" y="5087991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51" name="信号1-3">
            <a:extLst>
              <a:ext uri="{FF2B5EF4-FFF2-40B4-BE49-F238E27FC236}">
                <a16:creationId xmlns:a16="http://schemas.microsoft.com/office/drawing/2014/main" id="{2A58E1CD-5624-2444-25E0-005330AE71A6}"/>
              </a:ext>
            </a:extLst>
          </p:cNvPr>
          <p:cNvCxnSpPr>
            <a:cxnSpLocks/>
            <a:stCxn id="50" idx="6"/>
            <a:endCxn id="31" idx="1"/>
          </p:cNvCxnSpPr>
          <p:nvPr/>
        </p:nvCxnSpPr>
        <p:spPr>
          <a:xfrm>
            <a:off x="2632145" y="5231991"/>
            <a:ext cx="432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/>
              <p:nvPr/>
            </p:nvSpPr>
            <p:spPr>
              <a:xfrm>
                <a:off x="3680594" y="4737786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标签1-3">
                <a:extLst>
                  <a:ext uri="{FF2B5EF4-FFF2-40B4-BE49-F238E27FC236}">
                    <a16:creationId xmlns:a16="http://schemas.microsoft.com/office/drawing/2014/main" id="{3DB1E35D-F9A7-DEEE-65F6-7B5A6B3F4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594" y="4737786"/>
                <a:ext cx="936104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!!sum2">
            <a:extLst>
              <a:ext uri="{FF2B5EF4-FFF2-40B4-BE49-F238E27FC236}">
                <a16:creationId xmlns:a16="http://schemas.microsoft.com/office/drawing/2014/main" id="{F200C2A5-A73A-BB13-ED06-EBCC789ECBC4}"/>
              </a:ext>
            </a:extLst>
          </p:cNvPr>
          <p:cNvSpPr/>
          <p:nvPr/>
        </p:nvSpPr>
        <p:spPr>
          <a:xfrm>
            <a:off x="4655062" y="508064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/>
              <p:nvPr/>
            </p:nvSpPr>
            <p:spPr>
              <a:xfrm>
                <a:off x="5303102" y="4936646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9" name="G2">
                <a:extLst>
                  <a:ext uri="{FF2B5EF4-FFF2-40B4-BE49-F238E27FC236}">
                    <a16:creationId xmlns:a16="http://schemas.microsoft.com/office/drawing/2014/main" id="{4EBBC9CD-C59B-24CD-3A69-F1AF41897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102" y="4936646"/>
                <a:ext cx="630748" cy="576000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!!sum3">
            <a:extLst>
              <a:ext uri="{FF2B5EF4-FFF2-40B4-BE49-F238E27FC236}">
                <a16:creationId xmlns:a16="http://schemas.microsoft.com/office/drawing/2014/main" id="{43691955-DC54-5572-2C0A-53F5A8710B4F}"/>
              </a:ext>
            </a:extLst>
          </p:cNvPr>
          <p:cNvSpPr/>
          <p:nvPr/>
        </p:nvSpPr>
        <p:spPr>
          <a:xfrm>
            <a:off x="7008438" y="508064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/>
              <p:nvPr/>
            </p:nvSpPr>
            <p:spPr>
              <a:xfrm>
                <a:off x="9320257" y="4911451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1" name="G4">
                <a:extLst>
                  <a:ext uri="{FF2B5EF4-FFF2-40B4-BE49-F238E27FC236}">
                    <a16:creationId xmlns:a16="http://schemas.microsoft.com/office/drawing/2014/main" id="{B7BF3928-FC9B-F3FB-A923-9BF73FB8F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257" y="4911451"/>
                <a:ext cx="630748" cy="576000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/>
              <p:nvPr/>
            </p:nvSpPr>
            <p:spPr>
              <a:xfrm>
                <a:off x="7819828" y="4943987"/>
                <a:ext cx="630748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G3">
                <a:extLst>
                  <a:ext uri="{FF2B5EF4-FFF2-40B4-BE49-F238E27FC236}">
                    <a16:creationId xmlns:a16="http://schemas.microsoft.com/office/drawing/2014/main" id="{C115649A-F2F8-4C41-961B-7CEA90E95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828" y="4943987"/>
                <a:ext cx="630748" cy="57600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信号1-4">
            <a:extLst>
              <a:ext uri="{FF2B5EF4-FFF2-40B4-BE49-F238E27FC236}">
                <a16:creationId xmlns:a16="http://schemas.microsoft.com/office/drawing/2014/main" id="{6A77ACC3-FDF0-4881-F8FE-93CF499935A3}"/>
              </a:ext>
            </a:extLst>
          </p:cNvPr>
          <p:cNvCxnSpPr>
            <a:cxnSpLocks/>
          </p:cNvCxnSpPr>
          <p:nvPr/>
        </p:nvCxnSpPr>
        <p:spPr>
          <a:xfrm>
            <a:off x="3694973" y="5238059"/>
            <a:ext cx="9534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!!信号2-3">
            <a:extLst>
              <a:ext uri="{FF2B5EF4-FFF2-40B4-BE49-F238E27FC236}">
                <a16:creationId xmlns:a16="http://schemas.microsoft.com/office/drawing/2014/main" id="{E5DE40B1-AB1A-F49D-6F16-C72BDC346CCC}"/>
              </a:ext>
            </a:extLst>
          </p:cNvPr>
          <p:cNvCxnSpPr>
            <a:cxnSpLocks/>
          </p:cNvCxnSpPr>
          <p:nvPr/>
        </p:nvCxnSpPr>
        <p:spPr>
          <a:xfrm>
            <a:off x="4943062" y="5231987"/>
            <a:ext cx="36004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!!信号2-4">
            <a:extLst>
              <a:ext uri="{FF2B5EF4-FFF2-40B4-BE49-F238E27FC236}">
                <a16:creationId xmlns:a16="http://schemas.microsoft.com/office/drawing/2014/main" id="{EBB5E4AC-97A9-E6FC-0035-A846508F4432}"/>
              </a:ext>
            </a:extLst>
          </p:cNvPr>
          <p:cNvCxnSpPr>
            <a:cxnSpLocks/>
          </p:cNvCxnSpPr>
          <p:nvPr/>
        </p:nvCxnSpPr>
        <p:spPr>
          <a:xfrm>
            <a:off x="5933850" y="5231987"/>
            <a:ext cx="106775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/>
              <p:nvPr/>
            </p:nvSpPr>
            <p:spPr>
              <a:xfrm>
                <a:off x="9958938" y="4667489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" name="Uc2">
                <a:extLst>
                  <a:ext uri="{FF2B5EF4-FFF2-40B4-BE49-F238E27FC236}">
                    <a16:creationId xmlns:a16="http://schemas.microsoft.com/office/drawing/2014/main" id="{82D6906B-4563-0EA4-58EA-E79673734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938" y="4667489"/>
                <a:ext cx="936104" cy="461665"/>
              </a:xfrm>
              <a:prstGeom prst="rect">
                <a:avLst/>
              </a:prstGeom>
              <a:blipFill>
                <a:blip r:embed="rId9"/>
                <a:stretch>
                  <a:fillRect l="-1351"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/>
              <p:nvPr/>
            </p:nvSpPr>
            <p:spPr>
              <a:xfrm>
                <a:off x="1902720" y="5224646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1" name="负号1">
                <a:extLst>
                  <a:ext uri="{FF2B5EF4-FFF2-40B4-BE49-F238E27FC236}">
                    <a16:creationId xmlns:a16="http://schemas.microsoft.com/office/drawing/2014/main" id="{90C12918-E9E3-2179-6814-9A1D3ADA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720" y="5224646"/>
                <a:ext cx="594882" cy="4628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/>
              <p:nvPr/>
            </p:nvSpPr>
            <p:spPr>
              <a:xfrm>
                <a:off x="4816927" y="4745491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0" name="负号2">
                <a:extLst>
                  <a:ext uri="{FF2B5EF4-FFF2-40B4-BE49-F238E27FC236}">
                    <a16:creationId xmlns:a16="http://schemas.microsoft.com/office/drawing/2014/main" id="{8786A7C8-47D4-60D4-05A4-ED463301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927" y="4745491"/>
                <a:ext cx="594882" cy="4628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/>
              <p:nvPr/>
            </p:nvSpPr>
            <p:spPr>
              <a:xfrm>
                <a:off x="7214856" y="5249759"/>
                <a:ext cx="594882" cy="462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负号3">
                <a:extLst>
                  <a:ext uri="{FF2B5EF4-FFF2-40B4-BE49-F238E27FC236}">
                    <a16:creationId xmlns:a16="http://schemas.microsoft.com/office/drawing/2014/main" id="{6C5233E0-BE55-D660-6041-DFAE9BFB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56" y="5249759"/>
                <a:ext cx="594882" cy="4628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/>
              <p:nvPr/>
            </p:nvSpPr>
            <p:spPr>
              <a:xfrm>
                <a:off x="2488161" y="5552531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2" name="标签1-2">
                <a:extLst>
                  <a:ext uri="{FF2B5EF4-FFF2-40B4-BE49-F238E27FC236}">
                    <a16:creationId xmlns:a16="http://schemas.microsoft.com/office/drawing/2014/main" id="{1638C5F6-6C50-C366-CA32-8201B909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61" y="5552531"/>
                <a:ext cx="936104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/>
              <p:nvPr/>
            </p:nvSpPr>
            <p:spPr>
              <a:xfrm>
                <a:off x="7158824" y="5556326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3" name="标签3-2">
                <a:extLst>
                  <a:ext uri="{FF2B5EF4-FFF2-40B4-BE49-F238E27FC236}">
                    <a16:creationId xmlns:a16="http://schemas.microsoft.com/office/drawing/2014/main" id="{A0809EA2-015A-E6D4-70AA-888F8E82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824" y="5556326"/>
                <a:ext cx="936104" cy="461665"/>
              </a:xfrm>
              <a:prstGeom prst="rect">
                <a:avLst/>
              </a:prstGeom>
              <a:blipFill>
                <a:blip r:embed="rId14"/>
                <a:stretch>
                  <a:fillRect l="-1333"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/>
              <p:nvPr/>
            </p:nvSpPr>
            <p:spPr>
              <a:xfrm>
                <a:off x="5959676" y="476297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4" name="标签2-3">
                <a:extLst>
                  <a:ext uri="{FF2B5EF4-FFF2-40B4-BE49-F238E27FC236}">
                    <a16:creationId xmlns:a16="http://schemas.microsoft.com/office/drawing/2014/main" id="{EDB73E45-4D93-23A2-5C46-3A6FD592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76" y="4762978"/>
                <a:ext cx="936104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步骤2">
            <a:extLst>
              <a:ext uri="{FF2B5EF4-FFF2-40B4-BE49-F238E27FC236}">
                <a16:creationId xmlns:a16="http://schemas.microsoft.com/office/drawing/2014/main" id="{4C33E824-AB08-0D03-BDED-15C67A83B69A}"/>
              </a:ext>
            </a:extLst>
          </p:cNvPr>
          <p:cNvGrpSpPr/>
          <p:nvPr/>
        </p:nvGrpSpPr>
        <p:grpSpPr>
          <a:xfrm>
            <a:off x="210669" y="1020336"/>
            <a:ext cx="3221479" cy="759849"/>
            <a:chOff x="4809199" y="3027297"/>
            <a:chExt cx="4294746" cy="1013002"/>
          </a:xfrm>
        </p:grpSpPr>
        <p:sp>
          <p:nvSpPr>
            <p:cNvPr id="56" name="文本">
              <a:extLst>
                <a:ext uri="{FF2B5EF4-FFF2-40B4-BE49-F238E27FC236}">
                  <a16:creationId xmlns:a16="http://schemas.microsoft.com/office/drawing/2014/main" id="{4EA206CD-2F10-5997-FBF5-E11BDE2EF54E}"/>
                </a:ext>
              </a:extLst>
            </p:cNvPr>
            <p:cNvSpPr/>
            <p:nvPr/>
          </p:nvSpPr>
          <p:spPr bwMode="auto">
            <a:xfrm>
              <a:off x="5434624" y="3027297"/>
              <a:ext cx="366932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绘动态结构图</a:t>
              </a:r>
            </a:p>
          </p:txBody>
        </p:sp>
        <p:sp>
          <p:nvSpPr>
            <p:cNvPr id="68" name="序号">
              <a:extLst>
                <a:ext uri="{FF2B5EF4-FFF2-40B4-BE49-F238E27FC236}">
                  <a16:creationId xmlns:a16="http://schemas.microsoft.com/office/drawing/2014/main" id="{E4E74D83-0F3A-D751-6479-98E16AEF8159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76" name="说明">
            <a:extLst>
              <a:ext uri="{FF2B5EF4-FFF2-40B4-BE49-F238E27FC236}">
                <a16:creationId xmlns:a16="http://schemas.microsoft.com/office/drawing/2014/main" id="{2CD769DC-AB0D-9388-73A7-A0F0E7C588AD}"/>
              </a:ext>
            </a:extLst>
          </p:cNvPr>
          <p:cNvSpPr txBox="1"/>
          <p:nvPr/>
        </p:nvSpPr>
        <p:spPr>
          <a:xfrm>
            <a:off x="3703648" y="1065625"/>
            <a:ext cx="7936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按照变量的传递顺序，依次连接各元件的结构图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/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E448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公式5">
                <a:extLst>
                  <a:ext uri="{FF2B5EF4-FFF2-40B4-BE49-F238E27FC236}">
                    <a16:creationId xmlns:a16="http://schemas.microsoft.com/office/drawing/2014/main" id="{DFF7C539-2B39-6E4F-7F96-CE5B78644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43" y="2009019"/>
                <a:ext cx="4544305" cy="754117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/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8" name="公式6">
                <a:extLst>
                  <a:ext uri="{FF2B5EF4-FFF2-40B4-BE49-F238E27FC236}">
                    <a16:creationId xmlns:a16="http://schemas.microsoft.com/office/drawing/2014/main" id="{D743D35F-DAC6-095B-CD86-F89019F8D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41" y="1989138"/>
                <a:ext cx="4141265" cy="75411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/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E678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1E678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E678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E6787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9" name="公式7">
                <a:extLst>
                  <a:ext uri="{FF2B5EF4-FFF2-40B4-BE49-F238E27FC236}">
                    <a16:creationId xmlns:a16="http://schemas.microsoft.com/office/drawing/2014/main" id="{742E7DB0-0434-CBD3-56E0-41C74BC5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854817"/>
                <a:ext cx="4179373" cy="75411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/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公式8">
                <a:extLst>
                  <a:ext uri="{FF2B5EF4-FFF2-40B4-BE49-F238E27FC236}">
                    <a16:creationId xmlns:a16="http://schemas.microsoft.com/office/drawing/2014/main" id="{F3013EBA-9A91-BFB4-D155-6D42FE510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83" y="2844313"/>
                <a:ext cx="2820928" cy="754117"/>
              </a:xfrm>
              <a:prstGeom prst="rect">
                <a:avLst/>
              </a:prstGeom>
              <a:blipFill>
                <a:blip r:embed="rId19"/>
                <a:stretch>
                  <a:fillRect l="-893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/>
              <p:nvPr/>
            </p:nvSpPr>
            <p:spPr>
              <a:xfrm>
                <a:off x="4784710" y="4330981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标签2-2">
                <a:extLst>
                  <a:ext uri="{FF2B5EF4-FFF2-40B4-BE49-F238E27FC236}">
                    <a16:creationId xmlns:a16="http://schemas.microsoft.com/office/drawing/2014/main" id="{25CF0314-DC2E-DA75-B199-48A0A049C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710" y="4330981"/>
                <a:ext cx="936104" cy="461665"/>
              </a:xfrm>
              <a:prstGeom prst="rect">
                <a:avLst/>
              </a:prstGeom>
              <a:blipFill>
                <a:blip r:embed="rId2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/>
              <p:nvPr/>
            </p:nvSpPr>
            <p:spPr>
              <a:xfrm>
                <a:off x="8512994" y="4740296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6" name="标签3-3">
                <a:extLst>
                  <a:ext uri="{FF2B5EF4-FFF2-40B4-BE49-F238E27FC236}">
                    <a16:creationId xmlns:a16="http://schemas.microsoft.com/office/drawing/2014/main" id="{7C1B68D2-0B76-9FF5-DC95-3F371E7FD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94" y="4740296"/>
                <a:ext cx="936104" cy="461665"/>
              </a:xfrm>
              <a:prstGeom prst="rect">
                <a:avLst/>
              </a:prstGeom>
              <a:blipFill>
                <a:blip r:embed="rId2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肘形连接符 2">
            <a:extLst>
              <a:ext uri="{FF2B5EF4-FFF2-40B4-BE49-F238E27FC236}">
                <a16:creationId xmlns:a16="http://schemas.microsoft.com/office/drawing/2014/main" id="{DEB9706E-6D7E-CD42-06A3-D8F75F396A1C}"/>
              </a:ext>
            </a:extLst>
          </p:cNvPr>
          <p:cNvCxnSpPr>
            <a:cxnSpLocks/>
            <a:stCxn id="94" idx="2"/>
            <a:endCxn id="50" idx="4"/>
          </p:cNvCxnSpPr>
          <p:nvPr/>
        </p:nvCxnSpPr>
        <p:spPr>
          <a:xfrm rot="5400000">
            <a:off x="4382263" y="3330526"/>
            <a:ext cx="151348" cy="3939583"/>
          </a:xfrm>
          <a:prstGeom prst="bentConnector3">
            <a:avLst>
              <a:gd name="adj1" fmla="val 51866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>
            <a:extLst>
              <a:ext uri="{FF2B5EF4-FFF2-40B4-BE49-F238E27FC236}">
                <a16:creationId xmlns:a16="http://schemas.microsoft.com/office/drawing/2014/main" id="{B4F1CEA8-D261-E106-F0EC-FC9A1B37E8E5}"/>
              </a:ext>
            </a:extLst>
          </p:cNvPr>
          <p:cNvCxnSpPr>
            <a:cxnSpLocks/>
          </p:cNvCxnSpPr>
          <p:nvPr/>
        </p:nvCxnSpPr>
        <p:spPr>
          <a:xfrm rot="10800000">
            <a:off x="4799062" y="5077816"/>
            <a:ext cx="3841895" cy="150552"/>
          </a:xfrm>
          <a:prstGeom prst="bentConnector4">
            <a:avLst>
              <a:gd name="adj1" fmla="val 1163"/>
              <a:gd name="adj2" fmla="val 5697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!!信号3-3">
            <a:extLst>
              <a:ext uri="{FF2B5EF4-FFF2-40B4-BE49-F238E27FC236}">
                <a16:creationId xmlns:a16="http://schemas.microsoft.com/office/drawing/2014/main" id="{3FF214A0-2036-9322-91B9-4919BB71BB9E}"/>
              </a:ext>
            </a:extLst>
          </p:cNvPr>
          <p:cNvCxnSpPr>
            <a:cxnSpLocks/>
          </p:cNvCxnSpPr>
          <p:nvPr/>
        </p:nvCxnSpPr>
        <p:spPr>
          <a:xfrm>
            <a:off x="7298044" y="5236126"/>
            <a:ext cx="5170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!!信号3-4">
            <a:extLst>
              <a:ext uri="{FF2B5EF4-FFF2-40B4-BE49-F238E27FC236}">
                <a16:creationId xmlns:a16="http://schemas.microsoft.com/office/drawing/2014/main" id="{36A41797-37A0-08C5-EDAF-F8AD1DB6764D}"/>
              </a:ext>
            </a:extLst>
          </p:cNvPr>
          <p:cNvCxnSpPr>
            <a:cxnSpLocks/>
          </p:cNvCxnSpPr>
          <p:nvPr/>
        </p:nvCxnSpPr>
        <p:spPr>
          <a:xfrm>
            <a:off x="8450576" y="5236126"/>
            <a:ext cx="86968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!!信号4-2">
            <a:extLst>
              <a:ext uri="{FF2B5EF4-FFF2-40B4-BE49-F238E27FC236}">
                <a16:creationId xmlns:a16="http://schemas.microsoft.com/office/drawing/2014/main" id="{2836133B-E664-C9F7-5311-E44550EC545B}"/>
              </a:ext>
            </a:extLst>
          </p:cNvPr>
          <p:cNvCxnSpPr>
            <a:cxnSpLocks/>
          </p:cNvCxnSpPr>
          <p:nvPr/>
        </p:nvCxnSpPr>
        <p:spPr>
          <a:xfrm>
            <a:off x="9958938" y="5199451"/>
            <a:ext cx="64975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97BB12A9-BCEC-DE6D-014F-9AA28A662936}"/>
              </a:ext>
            </a:extLst>
          </p:cNvPr>
          <p:cNvCxnSpPr>
            <a:cxnSpLocks/>
            <a:endCxn id="60" idx="4"/>
          </p:cNvCxnSpPr>
          <p:nvPr/>
        </p:nvCxnSpPr>
        <p:spPr>
          <a:xfrm rot="10800000" flipV="1">
            <a:off x="7152439" y="5196226"/>
            <a:ext cx="3167233" cy="172420"/>
          </a:xfrm>
          <a:prstGeom prst="bentConnector4">
            <a:avLst>
              <a:gd name="adj1" fmla="val -132"/>
              <a:gd name="adj2" fmla="val 47817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326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9468" y="346798"/>
            <a:ext cx="4269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典型连接方式及等效变换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1">
                <a:extLst>
                  <a:ext uri="{FF2B5EF4-FFF2-40B4-BE49-F238E27FC236}">
                    <a16:creationId xmlns:a16="http://schemas.microsoft.com/office/drawing/2014/main" id="{926AB2E9-206A-9C67-10E1-DD7A6AD20EC3}"/>
                  </a:ext>
                </a:extLst>
              </p:cNvPr>
              <p:cNvSpPr/>
              <p:nvPr/>
            </p:nvSpPr>
            <p:spPr>
              <a:xfrm>
                <a:off x="1579780" y="1572769"/>
                <a:ext cx="11880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G1">
                <a:extLst>
                  <a:ext uri="{FF2B5EF4-FFF2-40B4-BE49-F238E27FC236}">
                    <a16:creationId xmlns:a16="http://schemas.microsoft.com/office/drawing/2014/main" id="{926AB2E9-206A-9C67-10E1-DD7A6AD20E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80" y="1572769"/>
                <a:ext cx="1188000" cy="576000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信号1">
            <a:extLst>
              <a:ext uri="{FF2B5EF4-FFF2-40B4-BE49-F238E27FC236}">
                <a16:creationId xmlns:a16="http://schemas.microsoft.com/office/drawing/2014/main" id="{E6F5FB42-F392-20E8-3B95-3FE59B42433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650730" y="1860769"/>
            <a:ext cx="929051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标签1">
                <a:extLst>
                  <a:ext uri="{FF2B5EF4-FFF2-40B4-BE49-F238E27FC236}">
                    <a16:creationId xmlns:a16="http://schemas.microsoft.com/office/drawing/2014/main" id="{807CBB1E-C997-772D-9936-52F1AEBD452D}"/>
                  </a:ext>
                </a:extLst>
              </p:cNvPr>
              <p:cNvSpPr txBox="1"/>
              <p:nvPr/>
            </p:nvSpPr>
            <p:spPr>
              <a:xfrm>
                <a:off x="589414" y="1341936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" name="标签1">
                <a:extLst>
                  <a:ext uri="{FF2B5EF4-FFF2-40B4-BE49-F238E27FC236}">
                    <a16:creationId xmlns:a16="http://schemas.microsoft.com/office/drawing/2014/main" id="{807CBB1E-C997-772D-9936-52F1AEBD4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14" y="1341936"/>
                <a:ext cx="9361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G2">
                <a:extLst>
                  <a:ext uri="{FF2B5EF4-FFF2-40B4-BE49-F238E27FC236}">
                    <a16:creationId xmlns:a16="http://schemas.microsoft.com/office/drawing/2014/main" id="{9276B758-320E-A544-D807-BD1125C4E8D0}"/>
                  </a:ext>
                </a:extLst>
              </p:cNvPr>
              <p:cNvSpPr/>
              <p:nvPr/>
            </p:nvSpPr>
            <p:spPr>
              <a:xfrm>
                <a:off x="3830899" y="1572769"/>
                <a:ext cx="11880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G2">
                <a:extLst>
                  <a:ext uri="{FF2B5EF4-FFF2-40B4-BE49-F238E27FC236}">
                    <a16:creationId xmlns:a16="http://schemas.microsoft.com/office/drawing/2014/main" id="{9276B758-320E-A544-D807-BD1125C4E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99" y="1572769"/>
                <a:ext cx="1188000" cy="576000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信号2">
            <a:extLst>
              <a:ext uri="{FF2B5EF4-FFF2-40B4-BE49-F238E27FC236}">
                <a16:creationId xmlns:a16="http://schemas.microsoft.com/office/drawing/2014/main" id="{10BFA766-08E4-EB47-3D79-B06B6C0636E1}"/>
              </a:ext>
            </a:extLst>
          </p:cNvPr>
          <p:cNvCxnSpPr>
            <a:cxnSpLocks/>
            <a:stCxn id="55" idx="3"/>
            <a:endCxn id="69" idx="1"/>
          </p:cNvCxnSpPr>
          <p:nvPr/>
        </p:nvCxnSpPr>
        <p:spPr>
          <a:xfrm>
            <a:off x="2767781" y="1860769"/>
            <a:ext cx="106311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信号3">
            <a:extLst>
              <a:ext uri="{FF2B5EF4-FFF2-40B4-BE49-F238E27FC236}">
                <a16:creationId xmlns:a16="http://schemas.microsoft.com/office/drawing/2014/main" id="{CDF13757-8E0C-D195-E220-B80C6E2155F4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5018900" y="1860769"/>
            <a:ext cx="1007251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标签2">
                <a:extLst>
                  <a:ext uri="{FF2B5EF4-FFF2-40B4-BE49-F238E27FC236}">
                    <a16:creationId xmlns:a16="http://schemas.microsoft.com/office/drawing/2014/main" id="{B61A096E-AD24-5AA3-6007-9D9837388999}"/>
                  </a:ext>
                </a:extLst>
              </p:cNvPr>
              <p:cNvSpPr txBox="1"/>
              <p:nvPr/>
            </p:nvSpPr>
            <p:spPr>
              <a:xfrm>
                <a:off x="2840533" y="1351911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5" name="标签2">
                <a:extLst>
                  <a:ext uri="{FF2B5EF4-FFF2-40B4-BE49-F238E27FC236}">
                    <a16:creationId xmlns:a16="http://schemas.microsoft.com/office/drawing/2014/main" id="{B61A096E-AD24-5AA3-6007-9D9837388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533" y="1351911"/>
                <a:ext cx="9361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标签3">
                <a:extLst>
                  <a:ext uri="{FF2B5EF4-FFF2-40B4-BE49-F238E27FC236}">
                    <a16:creationId xmlns:a16="http://schemas.microsoft.com/office/drawing/2014/main" id="{C19FEF9C-9288-3556-0D86-4C703FC46C79}"/>
                  </a:ext>
                </a:extLst>
              </p:cNvPr>
              <p:cNvSpPr txBox="1"/>
              <p:nvPr/>
            </p:nvSpPr>
            <p:spPr>
              <a:xfrm>
                <a:off x="5018899" y="1349001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6" name="标签3">
                <a:extLst>
                  <a:ext uri="{FF2B5EF4-FFF2-40B4-BE49-F238E27FC236}">
                    <a16:creationId xmlns:a16="http://schemas.microsoft.com/office/drawing/2014/main" id="{C19FEF9C-9288-3556-0D86-4C703FC46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899" y="1349001"/>
                <a:ext cx="9361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公式1">
                <a:extLst>
                  <a:ext uri="{FF2B5EF4-FFF2-40B4-BE49-F238E27FC236}">
                    <a16:creationId xmlns:a16="http://schemas.microsoft.com/office/drawing/2014/main" id="{50A9122A-791A-FDDE-949A-7F6D1AD701F2}"/>
                  </a:ext>
                </a:extLst>
              </p:cNvPr>
              <p:cNvSpPr txBox="1"/>
              <p:nvPr/>
            </p:nvSpPr>
            <p:spPr>
              <a:xfrm>
                <a:off x="3851559" y="3502078"/>
                <a:ext cx="2377143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3" name="公式1">
                <a:extLst>
                  <a:ext uri="{FF2B5EF4-FFF2-40B4-BE49-F238E27FC236}">
                    <a16:creationId xmlns:a16="http://schemas.microsoft.com/office/drawing/2014/main" id="{50A9122A-791A-FDDE-949A-7F6D1AD70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559" y="3502078"/>
                <a:ext cx="2377143" cy="1004955"/>
              </a:xfrm>
              <a:prstGeom prst="rect">
                <a:avLst/>
              </a:prstGeom>
              <a:blipFill>
                <a:blip r:embed="rId8"/>
                <a:stretch>
                  <a:fillRect r="-212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公式2">
                <a:extLst>
                  <a:ext uri="{FF2B5EF4-FFF2-40B4-BE49-F238E27FC236}">
                    <a16:creationId xmlns:a16="http://schemas.microsoft.com/office/drawing/2014/main" id="{D6A7D64C-B8C5-FD44-D9FF-B84D4BE20067}"/>
                  </a:ext>
                </a:extLst>
              </p:cNvPr>
              <p:cNvSpPr txBox="1"/>
              <p:nvPr/>
            </p:nvSpPr>
            <p:spPr>
              <a:xfrm>
                <a:off x="6248871" y="3502078"/>
                <a:ext cx="2377143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4" name="公式2">
                <a:extLst>
                  <a:ext uri="{FF2B5EF4-FFF2-40B4-BE49-F238E27FC236}">
                    <a16:creationId xmlns:a16="http://schemas.microsoft.com/office/drawing/2014/main" id="{D6A7D64C-B8C5-FD44-D9FF-B84D4BE20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871" y="3502078"/>
                <a:ext cx="2377143" cy="1004955"/>
              </a:xfrm>
              <a:prstGeom prst="rect">
                <a:avLst/>
              </a:prstGeom>
              <a:blipFill>
                <a:blip r:embed="rId9"/>
                <a:stretch>
                  <a:fillRect r="-212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公式3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/>
              <p:nvPr/>
            </p:nvSpPr>
            <p:spPr>
              <a:xfrm>
                <a:off x="3851559" y="4631882"/>
                <a:ext cx="4468916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" name="公式3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559" y="4631882"/>
                <a:ext cx="4468916" cy="1004955"/>
              </a:xfrm>
              <a:prstGeom prst="rect">
                <a:avLst/>
              </a:prstGeom>
              <a:blipFill>
                <a:blip r:embed="rId10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937B2471-41FA-BBE4-7F6A-D1E8D6A8EADC}"/>
              </a:ext>
            </a:extLst>
          </p:cNvPr>
          <p:cNvGrpSpPr/>
          <p:nvPr/>
        </p:nvGrpSpPr>
        <p:grpSpPr>
          <a:xfrm>
            <a:off x="6672215" y="1341936"/>
            <a:ext cx="4209132" cy="860870"/>
            <a:chOff x="4876424" y="2910167"/>
            <a:chExt cx="4209132" cy="8608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G1G2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/>
                <p:nvPr/>
              </p:nvSpPr>
              <p:spPr>
                <a:xfrm>
                  <a:off x="6525195" y="3141000"/>
                  <a:ext cx="1639109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G1G2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95" y="3141000"/>
                  <a:ext cx="1639109" cy="576000"/>
                </a:xfrm>
                <a:prstGeom prst="rect">
                  <a:avLst/>
                </a:prstGeom>
                <a:blipFill>
                  <a:blip r:embed="rId11"/>
                  <a:stretch>
                    <a:fillRect l="-2273" b="-416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信号4">
              <a:extLst>
                <a:ext uri="{FF2B5EF4-FFF2-40B4-BE49-F238E27FC236}">
                  <a16:creationId xmlns:a16="http://schemas.microsoft.com/office/drawing/2014/main" id="{95252AA8-7987-08C0-D4F5-B521BC3560E4}"/>
                </a:ext>
              </a:extLst>
            </p:cNvPr>
            <p:cNvCxnSpPr>
              <a:cxnSpLocks/>
              <a:endCxn id="77" idx="1"/>
            </p:cNvCxnSpPr>
            <p:nvPr/>
          </p:nvCxnSpPr>
          <p:spPr>
            <a:xfrm>
              <a:off x="5641965" y="3428999"/>
              <a:ext cx="883230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标签4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/>
                <p:nvPr/>
              </p:nvSpPr>
              <p:spPr>
                <a:xfrm>
                  <a:off x="5589090" y="291016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9" name="标签4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9090" y="2910167"/>
                  <a:ext cx="936104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信号5">
              <a:extLst>
                <a:ext uri="{FF2B5EF4-FFF2-40B4-BE49-F238E27FC236}">
                  <a16:creationId xmlns:a16="http://schemas.microsoft.com/office/drawing/2014/main" id="{78589621-8D5F-2AFF-6BF6-F9AD1BF07099}"/>
                </a:ext>
              </a:extLst>
            </p:cNvPr>
            <p:cNvCxnSpPr>
              <a:cxnSpLocks/>
              <a:stCxn id="77" idx="3"/>
            </p:cNvCxnSpPr>
            <p:nvPr/>
          </p:nvCxnSpPr>
          <p:spPr>
            <a:xfrm>
              <a:off x="8164304" y="3429000"/>
              <a:ext cx="88323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标签5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/>
                <p:nvPr/>
              </p:nvSpPr>
              <p:spPr>
                <a:xfrm>
                  <a:off x="8149452" y="2931559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2" name="标签5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9452" y="2931559"/>
                  <a:ext cx="936104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03C1513D-F724-6378-C36F-5B6211B4E6A4}"/>
                </a:ext>
              </a:extLst>
            </p:cNvPr>
            <p:cNvSpPr/>
            <p:nvPr/>
          </p:nvSpPr>
          <p:spPr>
            <a:xfrm>
              <a:off x="4876424" y="3086961"/>
              <a:ext cx="396044" cy="684076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步骤1">
            <a:extLst>
              <a:ext uri="{FF2B5EF4-FFF2-40B4-BE49-F238E27FC236}">
                <a16:creationId xmlns:a16="http://schemas.microsoft.com/office/drawing/2014/main" id="{4D586903-AFEB-7F32-0568-C7850B1B66BF}"/>
              </a:ext>
            </a:extLst>
          </p:cNvPr>
          <p:cNvGrpSpPr/>
          <p:nvPr/>
        </p:nvGrpSpPr>
        <p:grpSpPr>
          <a:xfrm>
            <a:off x="6199288" y="213541"/>
            <a:ext cx="3028134" cy="723599"/>
            <a:chOff x="4675178" y="1605119"/>
            <a:chExt cx="4036986" cy="964673"/>
          </a:xfrm>
        </p:grpSpPr>
        <p:sp>
          <p:nvSpPr>
            <p:cNvPr id="24" name="文本">
              <a:extLst>
                <a:ext uri="{FF2B5EF4-FFF2-40B4-BE49-F238E27FC236}">
                  <a16:creationId xmlns:a16="http://schemas.microsoft.com/office/drawing/2014/main" id="{8EB65F54-FE78-6BD3-85A1-BE3E60781676}"/>
                </a:ext>
              </a:extLst>
            </p:cNvPr>
            <p:cNvSpPr/>
            <p:nvPr/>
          </p:nvSpPr>
          <p:spPr bwMode="auto">
            <a:xfrm>
              <a:off x="5305665" y="1677420"/>
              <a:ext cx="3406499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串联及等效</a:t>
              </a:r>
            </a:p>
          </p:txBody>
        </p:sp>
        <p:sp>
          <p:nvSpPr>
            <p:cNvPr id="25" name="序号">
              <a:extLst>
                <a:ext uri="{FF2B5EF4-FFF2-40B4-BE49-F238E27FC236}">
                  <a16:creationId xmlns:a16="http://schemas.microsoft.com/office/drawing/2014/main" id="{2CA9AD0B-D2E3-2BB9-1B45-7348EB64B019}"/>
                </a:ext>
              </a:extLst>
            </p:cNvPr>
            <p:cNvSpPr/>
            <p:nvPr/>
          </p:nvSpPr>
          <p:spPr bwMode="auto">
            <a:xfrm>
              <a:off x="4675178" y="1605119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47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5" grpId="0" animBg="1"/>
      <p:bldP spid="68" grpId="0"/>
      <p:bldP spid="69" grpId="0" animBg="1"/>
      <p:bldP spid="75" grpId="0"/>
      <p:bldP spid="76" grpId="0"/>
      <p:bldP spid="83" grpId="0"/>
      <p:bldP spid="84" grpId="0"/>
      <p:bldP spid="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07CBB1E-C997-772D-9936-52F1AEBD452D}"/>
                  </a:ext>
                </a:extLst>
              </p:cNvPr>
              <p:cNvSpPr txBox="1"/>
              <p:nvPr/>
            </p:nvSpPr>
            <p:spPr>
              <a:xfrm>
                <a:off x="1180424" y="1128194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07CBB1E-C997-772D-9936-52F1AEBD4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424" y="1128194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公式1">
                <a:extLst>
                  <a:ext uri="{FF2B5EF4-FFF2-40B4-BE49-F238E27FC236}">
                    <a16:creationId xmlns:a16="http://schemas.microsoft.com/office/drawing/2014/main" id="{50A9122A-791A-FDDE-949A-7F6D1AD701F2}"/>
                  </a:ext>
                </a:extLst>
              </p:cNvPr>
              <p:cNvSpPr txBox="1"/>
              <p:nvPr/>
            </p:nvSpPr>
            <p:spPr>
              <a:xfrm>
                <a:off x="2904573" y="3915121"/>
                <a:ext cx="40287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83" name="公式1">
                <a:extLst>
                  <a:ext uri="{FF2B5EF4-FFF2-40B4-BE49-F238E27FC236}">
                    <a16:creationId xmlns:a16="http://schemas.microsoft.com/office/drawing/2014/main" id="{50A9122A-791A-FDDE-949A-7F6D1AD70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573" y="3915121"/>
                <a:ext cx="4028718" cy="523220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公式4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/>
              <p:nvPr/>
            </p:nvSpPr>
            <p:spPr>
              <a:xfrm>
                <a:off x="2579826" y="5268477"/>
                <a:ext cx="5906529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" name="公式4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826" y="5268477"/>
                <a:ext cx="5906529" cy="1004955"/>
              </a:xfrm>
              <a:prstGeom prst="rect">
                <a:avLst/>
              </a:prstGeom>
              <a:blipFill>
                <a:blip r:embed="rId5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92139DEA-19D0-92CE-9618-79CFDDD908F5}"/>
              </a:ext>
            </a:extLst>
          </p:cNvPr>
          <p:cNvGrpSpPr/>
          <p:nvPr/>
        </p:nvGrpSpPr>
        <p:grpSpPr>
          <a:xfrm>
            <a:off x="6524791" y="1558150"/>
            <a:ext cx="4503521" cy="861975"/>
            <a:chOff x="5035207" y="2910167"/>
            <a:chExt cx="4503521" cy="861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/>
                <p:nvPr/>
              </p:nvSpPr>
              <p:spPr>
                <a:xfrm>
                  <a:off x="6525195" y="3141000"/>
                  <a:ext cx="2079709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95" y="3141000"/>
                  <a:ext cx="2079709" cy="576000"/>
                </a:xfrm>
                <a:prstGeom prst="rect">
                  <a:avLst/>
                </a:prstGeom>
                <a:blipFill>
                  <a:blip r:embed="rId6"/>
                  <a:stretch>
                    <a:fillRect b="-2041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1直线箭头连接符3">
              <a:extLst>
                <a:ext uri="{FF2B5EF4-FFF2-40B4-BE49-F238E27FC236}">
                  <a16:creationId xmlns:a16="http://schemas.microsoft.com/office/drawing/2014/main" id="{95252AA8-7987-08C0-D4F5-B521BC3560E4}"/>
                </a:ext>
              </a:extLst>
            </p:cNvPr>
            <p:cNvCxnSpPr>
              <a:cxnSpLocks/>
              <a:endCxn id="77" idx="1"/>
            </p:cNvCxnSpPr>
            <p:nvPr/>
          </p:nvCxnSpPr>
          <p:spPr>
            <a:xfrm>
              <a:off x="6047252" y="3429000"/>
              <a:ext cx="477942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/>
                <p:nvPr/>
              </p:nvSpPr>
              <p:spPr>
                <a:xfrm>
                  <a:off x="5589090" y="291016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9090" y="2910167"/>
                  <a:ext cx="93610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1直线箭头连接符3">
              <a:extLst>
                <a:ext uri="{FF2B5EF4-FFF2-40B4-BE49-F238E27FC236}">
                  <a16:creationId xmlns:a16="http://schemas.microsoft.com/office/drawing/2014/main" id="{78589621-8D5F-2AFF-6BF6-F9AD1BF07099}"/>
                </a:ext>
              </a:extLst>
            </p:cNvPr>
            <p:cNvCxnSpPr>
              <a:cxnSpLocks/>
              <a:stCxn id="77" idx="3"/>
            </p:cNvCxnSpPr>
            <p:nvPr/>
          </p:nvCxnSpPr>
          <p:spPr>
            <a:xfrm flipV="1">
              <a:off x="8604904" y="3429000"/>
              <a:ext cx="569891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/>
                <p:nvPr/>
              </p:nvSpPr>
              <p:spPr>
                <a:xfrm>
                  <a:off x="8602624" y="291692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2624" y="2916922"/>
                  <a:ext cx="936104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03C1513D-F724-6378-C36F-5B6211B4E6A4}"/>
                </a:ext>
              </a:extLst>
            </p:cNvPr>
            <p:cNvSpPr/>
            <p:nvPr/>
          </p:nvSpPr>
          <p:spPr>
            <a:xfrm>
              <a:off x="5035207" y="3088066"/>
              <a:ext cx="396044" cy="684076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772732-4C7E-9A10-9B07-78AA99154393}"/>
              </a:ext>
            </a:extLst>
          </p:cNvPr>
          <p:cNvGrpSpPr/>
          <p:nvPr/>
        </p:nvGrpSpPr>
        <p:grpSpPr>
          <a:xfrm>
            <a:off x="1241740" y="1138169"/>
            <a:ext cx="4681754" cy="1647348"/>
            <a:chOff x="4859253" y="1028457"/>
            <a:chExt cx="4681754" cy="1647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926AB2E9-206A-9C67-10E1-DD7A6AD20EC3}"/>
                    </a:ext>
                  </a:extLst>
                </p:cNvPr>
                <p:cNvSpPr/>
                <p:nvPr/>
              </p:nvSpPr>
              <p:spPr>
                <a:xfrm>
                  <a:off x="5788303" y="1249315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926AB2E9-206A-9C67-10E1-DD7A6AD20E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8303" y="1249315"/>
                  <a:ext cx="1188000" cy="576000"/>
                </a:xfrm>
                <a:prstGeom prst="rect">
                  <a:avLst/>
                </a:prstGeom>
                <a:blipFill>
                  <a:blip r:embed="rId9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1直线箭头连接符3">
              <a:extLst>
                <a:ext uri="{FF2B5EF4-FFF2-40B4-BE49-F238E27FC236}">
                  <a16:creationId xmlns:a16="http://schemas.microsoft.com/office/drawing/2014/main" id="{E6F5FB42-F392-20E8-3B95-3FE59B42433E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4859253" y="1537315"/>
              <a:ext cx="929051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1直线箭头连接符3">
              <a:extLst>
                <a:ext uri="{FF2B5EF4-FFF2-40B4-BE49-F238E27FC236}">
                  <a16:creationId xmlns:a16="http://schemas.microsoft.com/office/drawing/2014/main" id="{CDF13757-8E0C-D195-E220-B80C6E2155F4}"/>
                </a:ext>
              </a:extLst>
            </p:cNvPr>
            <p:cNvCxnSpPr>
              <a:cxnSpLocks/>
              <a:stCxn id="27" idx="6"/>
            </p:cNvCxnSpPr>
            <p:nvPr/>
          </p:nvCxnSpPr>
          <p:spPr>
            <a:xfrm flipV="1">
              <a:off x="8457498" y="1952691"/>
              <a:ext cx="1035391" cy="311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61A096E-AD24-5AA3-6007-9D9837388999}"/>
                    </a:ext>
                  </a:extLst>
                </p:cNvPr>
                <p:cNvSpPr txBox="1"/>
                <p:nvPr/>
              </p:nvSpPr>
              <p:spPr>
                <a:xfrm>
                  <a:off x="7049056" y="102845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61A096E-AD24-5AA3-6007-9D98373889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056" y="1028457"/>
                  <a:ext cx="936104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/>
                <p:nvPr/>
              </p:nvSpPr>
              <p:spPr>
                <a:xfrm>
                  <a:off x="8604903" y="1443728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903" y="1443728"/>
                  <a:ext cx="936104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9773CB32-7F65-F09F-8A2E-4F222A8334FC}"/>
                    </a:ext>
                  </a:extLst>
                </p:cNvPr>
                <p:cNvSpPr/>
                <p:nvPr/>
              </p:nvSpPr>
              <p:spPr>
                <a:xfrm>
                  <a:off x="5789249" y="2099805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9773CB32-7F65-F09F-8A2E-4F222A833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9249" y="2099805"/>
                  <a:ext cx="1188000" cy="576000"/>
                </a:xfrm>
                <a:prstGeom prst="rect">
                  <a:avLst/>
                </a:prstGeom>
                <a:blipFill>
                  <a:blip r:embed="rId12"/>
                  <a:stretch>
                    <a:fillRect b="-2041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4肘形连接符">
              <a:extLst>
                <a:ext uri="{FF2B5EF4-FFF2-40B4-BE49-F238E27FC236}">
                  <a16:creationId xmlns:a16="http://schemas.microsoft.com/office/drawing/2014/main" id="{0DD5594E-FF62-5339-B904-4C40045678B7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rot="16200000" flipH="1">
              <a:off x="5168595" y="1767151"/>
              <a:ext cx="827184" cy="41412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5450B1C-3079-E199-ED27-D14059C4AEF0}"/>
                </a:ext>
              </a:extLst>
            </p:cNvPr>
            <p:cNvSpPr/>
            <p:nvPr/>
          </p:nvSpPr>
          <p:spPr>
            <a:xfrm>
              <a:off x="8169497" y="1811805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25A76069-4B12-A168-8670-E238C595D9E7}"/>
                    </a:ext>
                  </a:extLst>
                </p:cNvPr>
                <p:cNvSpPr txBox="1"/>
                <p:nvPr/>
              </p:nvSpPr>
              <p:spPr>
                <a:xfrm>
                  <a:off x="8321587" y="1943084"/>
                  <a:ext cx="594882" cy="4628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±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25A76069-4B12-A168-8670-E238C595D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1587" y="1943084"/>
                  <a:ext cx="594882" cy="462884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4肘形连接符">
              <a:extLst>
                <a:ext uri="{FF2B5EF4-FFF2-40B4-BE49-F238E27FC236}">
                  <a16:creationId xmlns:a16="http://schemas.microsoft.com/office/drawing/2014/main" id="{707460CB-1A7C-5481-1ACA-FFA6FA3CE2CE}"/>
                </a:ext>
              </a:extLst>
            </p:cNvPr>
            <p:cNvCxnSpPr>
              <a:cxnSpLocks/>
              <a:stCxn id="55" idx="3"/>
              <a:endCxn id="27" idx="0"/>
            </p:cNvCxnSpPr>
            <p:nvPr/>
          </p:nvCxnSpPr>
          <p:spPr>
            <a:xfrm>
              <a:off x="6976303" y="1537315"/>
              <a:ext cx="1337194" cy="27449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4肘形连接符">
              <a:extLst>
                <a:ext uri="{FF2B5EF4-FFF2-40B4-BE49-F238E27FC236}">
                  <a16:creationId xmlns:a16="http://schemas.microsoft.com/office/drawing/2014/main" id="{4C76FD6B-3800-BC8B-845B-6350F44B3DA5}"/>
                </a:ext>
              </a:extLst>
            </p:cNvPr>
            <p:cNvCxnSpPr>
              <a:cxnSpLocks/>
              <a:stCxn id="23" idx="3"/>
              <a:endCxn id="27" idx="4"/>
            </p:cNvCxnSpPr>
            <p:nvPr/>
          </p:nvCxnSpPr>
          <p:spPr>
            <a:xfrm flipV="1">
              <a:off x="6977249" y="2099805"/>
              <a:ext cx="1336248" cy="28800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E2B40F6-63B4-183D-E369-5EF374274FC8}"/>
                    </a:ext>
                  </a:extLst>
                </p:cNvPr>
                <p:cNvSpPr txBox="1"/>
                <p:nvPr/>
              </p:nvSpPr>
              <p:spPr>
                <a:xfrm>
                  <a:off x="7007635" y="191340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E2B40F6-63B4-183D-E369-5EF374274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7635" y="1913402"/>
                  <a:ext cx="936104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标题">
            <a:extLst>
              <a:ext uri="{FF2B5EF4-FFF2-40B4-BE49-F238E27FC236}">
                <a16:creationId xmlns:a16="http://schemas.microsoft.com/office/drawing/2014/main" id="{C96092CF-7C3B-8893-7CC4-1F0A8498F16F}"/>
              </a:ext>
            </a:extLst>
          </p:cNvPr>
          <p:cNvSpPr txBox="1"/>
          <p:nvPr/>
        </p:nvSpPr>
        <p:spPr>
          <a:xfrm>
            <a:off x="419468" y="346798"/>
            <a:ext cx="4269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典型连接方式及等效变换</a:t>
            </a:r>
          </a:p>
        </p:txBody>
      </p:sp>
      <p:grpSp>
        <p:nvGrpSpPr>
          <p:cNvPr id="31" name="步骤2">
            <a:extLst>
              <a:ext uri="{FF2B5EF4-FFF2-40B4-BE49-F238E27FC236}">
                <a16:creationId xmlns:a16="http://schemas.microsoft.com/office/drawing/2014/main" id="{EABEA448-6E67-E9EF-7574-5717B1C31B44}"/>
              </a:ext>
            </a:extLst>
          </p:cNvPr>
          <p:cNvGrpSpPr/>
          <p:nvPr/>
        </p:nvGrpSpPr>
        <p:grpSpPr>
          <a:xfrm>
            <a:off x="6162759" y="198321"/>
            <a:ext cx="2883722" cy="723599"/>
            <a:chOff x="4809199" y="3051459"/>
            <a:chExt cx="3844462" cy="964675"/>
          </a:xfrm>
        </p:grpSpPr>
        <p:sp>
          <p:nvSpPr>
            <p:cNvPr id="33" name="文本">
              <a:extLst>
                <a:ext uri="{FF2B5EF4-FFF2-40B4-BE49-F238E27FC236}">
                  <a16:creationId xmlns:a16="http://schemas.microsoft.com/office/drawing/2014/main" id="{B06F7A11-2BA6-6C83-F1EA-77BCEE1C67D8}"/>
                </a:ext>
              </a:extLst>
            </p:cNvPr>
            <p:cNvSpPr/>
            <p:nvPr/>
          </p:nvSpPr>
          <p:spPr bwMode="auto">
            <a:xfrm>
              <a:off x="5434624" y="3147926"/>
              <a:ext cx="3219037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并联及等效</a:t>
              </a:r>
            </a:p>
          </p:txBody>
        </p:sp>
        <p:sp>
          <p:nvSpPr>
            <p:cNvPr id="34" name="序号">
              <a:extLst>
                <a:ext uri="{FF2B5EF4-FFF2-40B4-BE49-F238E27FC236}">
                  <a16:creationId xmlns:a16="http://schemas.microsoft.com/office/drawing/2014/main" id="{E986D4FF-448E-8E99-F8DF-F531FF49509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公式2">
                <a:extLst>
                  <a:ext uri="{FF2B5EF4-FFF2-40B4-BE49-F238E27FC236}">
                    <a16:creationId xmlns:a16="http://schemas.microsoft.com/office/drawing/2014/main" id="{7456F104-BDA2-2E22-2005-C32975BD61F4}"/>
                  </a:ext>
                </a:extLst>
              </p:cNvPr>
              <p:cNvSpPr txBox="1"/>
              <p:nvPr/>
            </p:nvSpPr>
            <p:spPr>
              <a:xfrm>
                <a:off x="6382303" y="3908254"/>
                <a:ext cx="4176464" cy="523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br>
                  <a:rPr lang="en-US" altLang="zh-CN" sz="2800" i="1" dirty="0">
                    <a:latin typeface="Cambria Math" panose="02040503050406030204" pitchFamily="18" charset="0"/>
                  </a:rPr>
                </a:br>
                <a:endParaRPr lang="en-US" altLang="zh-CN" sz="2800" dirty="0"/>
              </a:p>
            </p:txBody>
          </p:sp>
        </mc:Choice>
        <mc:Fallback xmlns="">
          <p:sp>
            <p:nvSpPr>
              <p:cNvPr id="35" name="公式2">
                <a:extLst>
                  <a:ext uri="{FF2B5EF4-FFF2-40B4-BE49-F238E27FC236}">
                    <a16:creationId xmlns:a16="http://schemas.microsoft.com/office/drawing/2014/main" id="{7456F104-BDA2-2E22-2005-C32975BD6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303" y="3908254"/>
                <a:ext cx="4176464" cy="523285"/>
              </a:xfrm>
              <a:prstGeom prst="rect">
                <a:avLst/>
              </a:prstGeom>
              <a:blipFill>
                <a:blip r:embed="rId1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公式3">
                <a:extLst>
                  <a:ext uri="{FF2B5EF4-FFF2-40B4-BE49-F238E27FC236}">
                    <a16:creationId xmlns:a16="http://schemas.microsoft.com/office/drawing/2014/main" id="{E5C0E925-8CC4-90D7-ED1D-3C71B21497A8}"/>
                  </a:ext>
                </a:extLst>
              </p:cNvPr>
              <p:cNvSpPr txBox="1"/>
              <p:nvPr/>
            </p:nvSpPr>
            <p:spPr>
              <a:xfrm>
                <a:off x="3919504" y="4527595"/>
                <a:ext cx="38318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6" name="公式3">
                <a:extLst>
                  <a:ext uri="{FF2B5EF4-FFF2-40B4-BE49-F238E27FC236}">
                    <a16:creationId xmlns:a16="http://schemas.microsoft.com/office/drawing/2014/main" id="{E5C0E925-8CC4-90D7-ED1D-3C71B2149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4" y="4527595"/>
                <a:ext cx="3831886" cy="523220"/>
              </a:xfrm>
              <a:prstGeom prst="rect">
                <a:avLst/>
              </a:prstGeom>
              <a:blipFill>
                <a:blip r:embed="rId1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6550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  <p:bldP spid="35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/>
              <p:nvPr/>
            </p:nvSpPr>
            <p:spPr>
              <a:xfrm>
                <a:off x="3438697" y="5490315"/>
                <a:ext cx="4831440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3B6BD0D-B0EC-0F17-FB70-692CB945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697" y="5490315"/>
                <a:ext cx="4831440" cy="1004955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2833A394-4D62-F763-8194-7C9A32220D84}"/>
              </a:ext>
            </a:extLst>
          </p:cNvPr>
          <p:cNvGrpSpPr/>
          <p:nvPr/>
        </p:nvGrpSpPr>
        <p:grpSpPr>
          <a:xfrm>
            <a:off x="5980126" y="2445849"/>
            <a:ext cx="4467335" cy="860871"/>
            <a:chOff x="5980126" y="2445849"/>
            <a:chExt cx="4467335" cy="8608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/>
                <p:nvPr/>
              </p:nvSpPr>
              <p:spPr>
                <a:xfrm>
                  <a:off x="7433928" y="2676682"/>
                  <a:ext cx="2079709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kumimoji="1"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B017628D-433D-DBB0-11D9-AF0FA618F6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928" y="2676682"/>
                  <a:ext cx="2079709" cy="576000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1直线箭头连接符3">
              <a:extLst>
                <a:ext uri="{FF2B5EF4-FFF2-40B4-BE49-F238E27FC236}">
                  <a16:creationId xmlns:a16="http://schemas.microsoft.com/office/drawing/2014/main" id="{95252AA8-7987-08C0-D4F5-B521BC3560E4}"/>
                </a:ext>
              </a:extLst>
            </p:cNvPr>
            <p:cNvCxnSpPr>
              <a:cxnSpLocks/>
              <a:endCxn id="77" idx="1"/>
            </p:cNvCxnSpPr>
            <p:nvPr/>
          </p:nvCxnSpPr>
          <p:spPr>
            <a:xfrm>
              <a:off x="6955985" y="2964682"/>
              <a:ext cx="477942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/>
                <p:nvPr/>
              </p:nvSpPr>
              <p:spPr>
                <a:xfrm>
                  <a:off x="6497823" y="2445849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A38ED1-68A4-67A0-3BEF-0A8107D5E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823" y="2445849"/>
                  <a:ext cx="93610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1直线箭头连接符3">
              <a:extLst>
                <a:ext uri="{FF2B5EF4-FFF2-40B4-BE49-F238E27FC236}">
                  <a16:creationId xmlns:a16="http://schemas.microsoft.com/office/drawing/2014/main" id="{78589621-8D5F-2AFF-6BF6-F9AD1BF07099}"/>
                </a:ext>
              </a:extLst>
            </p:cNvPr>
            <p:cNvCxnSpPr>
              <a:cxnSpLocks/>
              <a:stCxn id="77" idx="3"/>
            </p:cNvCxnSpPr>
            <p:nvPr/>
          </p:nvCxnSpPr>
          <p:spPr>
            <a:xfrm flipV="1">
              <a:off x="9513637" y="2964682"/>
              <a:ext cx="569891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/>
                <p:nvPr/>
              </p:nvSpPr>
              <p:spPr>
                <a:xfrm>
                  <a:off x="9511357" y="245260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BD14EE08-6B05-E022-4481-7C6044F5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357" y="2452604"/>
                  <a:ext cx="93610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03C1513D-F724-6378-C36F-5B6211B4E6A4}"/>
                </a:ext>
              </a:extLst>
            </p:cNvPr>
            <p:cNvSpPr/>
            <p:nvPr/>
          </p:nvSpPr>
          <p:spPr>
            <a:xfrm>
              <a:off x="5980126" y="2622644"/>
              <a:ext cx="396044" cy="684076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7DE32B-77EB-0F0E-BC84-0B5D027BF447}"/>
              </a:ext>
            </a:extLst>
          </p:cNvPr>
          <p:cNvGrpSpPr/>
          <p:nvPr/>
        </p:nvGrpSpPr>
        <p:grpSpPr>
          <a:xfrm>
            <a:off x="593697" y="1894587"/>
            <a:ext cx="4060853" cy="1693743"/>
            <a:chOff x="4797937" y="982062"/>
            <a:chExt cx="4060853" cy="1693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926AB2E9-206A-9C67-10E1-DD7A6AD20EC3}"/>
                    </a:ext>
                  </a:extLst>
                </p:cNvPr>
                <p:cNvSpPr/>
                <p:nvPr/>
              </p:nvSpPr>
              <p:spPr>
                <a:xfrm>
                  <a:off x="6635398" y="1249315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926AB2E9-206A-9C67-10E1-DD7A6AD20E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5398" y="1249315"/>
                  <a:ext cx="1188000" cy="576000"/>
                </a:xfrm>
                <a:prstGeom prst="rect">
                  <a:avLst/>
                </a:prstGeom>
                <a:blipFill>
                  <a:blip r:embed="rId7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1直线箭头连接符3">
              <a:extLst>
                <a:ext uri="{FF2B5EF4-FFF2-40B4-BE49-F238E27FC236}">
                  <a16:creationId xmlns:a16="http://schemas.microsoft.com/office/drawing/2014/main" id="{E6F5FB42-F392-20E8-3B95-3FE59B42433E}"/>
                </a:ext>
              </a:extLst>
            </p:cNvPr>
            <p:cNvCxnSpPr>
              <a:cxnSpLocks/>
              <a:endCxn id="27" idx="2"/>
            </p:cNvCxnSpPr>
            <p:nvPr/>
          </p:nvCxnSpPr>
          <p:spPr>
            <a:xfrm>
              <a:off x="5277098" y="1537315"/>
              <a:ext cx="458068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/>
                <p:nvPr/>
              </p:nvSpPr>
              <p:spPr>
                <a:xfrm>
                  <a:off x="4797937" y="101848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7937" y="1018482"/>
                  <a:ext cx="936104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1直线箭头连接符3">
              <a:extLst>
                <a:ext uri="{FF2B5EF4-FFF2-40B4-BE49-F238E27FC236}">
                  <a16:creationId xmlns:a16="http://schemas.microsoft.com/office/drawing/2014/main" id="{CDF13757-8E0C-D195-E220-B80C6E2155F4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 flipV="1">
              <a:off x="7823399" y="1535757"/>
              <a:ext cx="1035391" cy="15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61A096E-AD24-5AA3-6007-9D9837388999}"/>
                    </a:ext>
                  </a:extLst>
                </p:cNvPr>
                <p:cNvSpPr txBox="1"/>
                <p:nvPr/>
              </p:nvSpPr>
              <p:spPr>
                <a:xfrm>
                  <a:off x="5788203" y="995041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61A096E-AD24-5AA3-6007-9D98373889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8203" y="995041"/>
                  <a:ext cx="936104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/>
                <p:nvPr/>
              </p:nvSpPr>
              <p:spPr>
                <a:xfrm>
                  <a:off x="7894233" y="98206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233" y="982062"/>
                  <a:ext cx="936104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9773CB32-7F65-F09F-8A2E-4F222A8334FC}"/>
                    </a:ext>
                  </a:extLst>
                </p:cNvPr>
                <p:cNvSpPr/>
                <p:nvPr/>
              </p:nvSpPr>
              <p:spPr>
                <a:xfrm>
                  <a:off x="6671270" y="2099805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9773CB32-7F65-F09F-8A2E-4F222A833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1270" y="2099805"/>
                  <a:ext cx="1188000" cy="576000"/>
                </a:xfrm>
                <a:prstGeom prst="rect">
                  <a:avLst/>
                </a:prstGeom>
                <a:blipFill>
                  <a:blip r:embed="rId11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5450B1C-3079-E199-ED27-D14059C4AEF0}"/>
                </a:ext>
              </a:extLst>
            </p:cNvPr>
            <p:cNvSpPr/>
            <p:nvPr/>
          </p:nvSpPr>
          <p:spPr>
            <a:xfrm>
              <a:off x="5735166" y="1393315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25A76069-4B12-A168-8670-E238C595D9E7}"/>
                    </a:ext>
                  </a:extLst>
                </p:cNvPr>
                <p:cNvSpPr txBox="1"/>
                <p:nvPr/>
              </p:nvSpPr>
              <p:spPr>
                <a:xfrm>
                  <a:off x="5338286" y="1608247"/>
                  <a:ext cx="5948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∓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25A76069-4B12-A168-8670-E238C595D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286" y="1608247"/>
                  <a:ext cx="594882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4肘形连接符">
              <a:extLst>
                <a:ext uri="{FF2B5EF4-FFF2-40B4-BE49-F238E27FC236}">
                  <a16:creationId xmlns:a16="http://schemas.microsoft.com/office/drawing/2014/main" id="{4C76FD6B-3800-BC8B-845B-6350F44B3DA5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rot="5400000">
              <a:off x="7687539" y="1734252"/>
              <a:ext cx="825284" cy="48182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E2B40F6-63B4-183D-E369-5EF374274FC8}"/>
                    </a:ext>
                  </a:extLst>
                </p:cNvPr>
                <p:cNvSpPr txBox="1"/>
                <p:nvPr/>
              </p:nvSpPr>
              <p:spPr>
                <a:xfrm>
                  <a:off x="5838985" y="186775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E2B40F6-63B4-183D-E369-5EF374274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8985" y="1867754"/>
                  <a:ext cx="936104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4肘形连接符">
              <a:extLst>
                <a:ext uri="{FF2B5EF4-FFF2-40B4-BE49-F238E27FC236}">
                  <a16:creationId xmlns:a16="http://schemas.microsoft.com/office/drawing/2014/main" id="{1DEAC711-732E-A0A7-F7EF-5D12B5AB3AED}"/>
                </a:ext>
              </a:extLst>
            </p:cNvPr>
            <p:cNvCxnSpPr>
              <a:cxnSpLocks/>
              <a:stCxn id="23" idx="1"/>
              <a:endCxn id="27" idx="4"/>
            </p:cNvCxnSpPr>
            <p:nvPr/>
          </p:nvCxnSpPr>
          <p:spPr>
            <a:xfrm rot="10800000">
              <a:off x="5879166" y="1681315"/>
              <a:ext cx="792104" cy="70649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1直线箭头连接符3">
              <a:extLst>
                <a:ext uri="{FF2B5EF4-FFF2-40B4-BE49-F238E27FC236}">
                  <a16:creationId xmlns:a16="http://schemas.microsoft.com/office/drawing/2014/main" id="{E2194E84-0AF9-A1A7-391E-6627DC7D5CF3}"/>
                </a:ext>
              </a:extLst>
            </p:cNvPr>
            <p:cNvCxnSpPr>
              <a:cxnSpLocks/>
              <a:stCxn id="27" idx="6"/>
              <a:endCxn id="55" idx="1"/>
            </p:cNvCxnSpPr>
            <p:nvPr/>
          </p:nvCxnSpPr>
          <p:spPr>
            <a:xfrm>
              <a:off x="6023166" y="1537315"/>
              <a:ext cx="61223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3">
            <a:extLst>
              <a:ext uri="{FF2B5EF4-FFF2-40B4-BE49-F238E27FC236}">
                <a16:creationId xmlns:a16="http://schemas.microsoft.com/office/drawing/2014/main" id="{E16837B2-7750-F9F9-7555-7F41B8030537}"/>
              </a:ext>
            </a:extLst>
          </p:cNvPr>
          <p:cNvSpPr txBox="1"/>
          <p:nvPr/>
        </p:nvSpPr>
        <p:spPr>
          <a:xfrm>
            <a:off x="419468" y="346798"/>
            <a:ext cx="4269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典型连接方式及等效变换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958EB2B-D741-7123-3072-43728ECCE00F}"/>
              </a:ext>
            </a:extLst>
          </p:cNvPr>
          <p:cNvGrpSpPr/>
          <p:nvPr/>
        </p:nvGrpSpPr>
        <p:grpSpPr>
          <a:xfrm>
            <a:off x="334963" y="988958"/>
            <a:ext cx="2955730" cy="723599"/>
            <a:chOff x="4809199" y="3051459"/>
            <a:chExt cx="3940460" cy="964675"/>
          </a:xfrm>
        </p:grpSpPr>
        <p:sp>
          <p:nvSpPr>
            <p:cNvPr id="33" name="ïṡľíḑé">
              <a:extLst>
                <a:ext uri="{FF2B5EF4-FFF2-40B4-BE49-F238E27FC236}">
                  <a16:creationId xmlns:a16="http://schemas.microsoft.com/office/drawing/2014/main" id="{879C8C9F-C1BA-9BF9-64F0-FC9AE6E67FDD}"/>
                </a:ext>
              </a:extLst>
            </p:cNvPr>
            <p:cNvSpPr/>
            <p:nvPr/>
          </p:nvSpPr>
          <p:spPr bwMode="auto">
            <a:xfrm>
              <a:off x="5434624" y="3147926"/>
              <a:ext cx="331503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反馈及等效</a:t>
              </a:r>
            </a:p>
          </p:txBody>
        </p:sp>
        <p:sp>
          <p:nvSpPr>
            <p:cNvPr id="34" name="ï$ḷiďè">
              <a:extLst>
                <a:ext uri="{FF2B5EF4-FFF2-40B4-BE49-F238E27FC236}">
                  <a16:creationId xmlns:a16="http://schemas.microsoft.com/office/drawing/2014/main" id="{C19AAE11-F663-92D0-255D-48B0390A8F6A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3E9B811-790A-19F8-9337-B26BDEE174EB}"/>
                  </a:ext>
                </a:extLst>
              </p:cNvPr>
              <p:cNvSpPr txBox="1"/>
              <p:nvPr/>
            </p:nvSpPr>
            <p:spPr>
              <a:xfrm>
                <a:off x="1227943" y="3827638"/>
                <a:ext cx="28820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3E9B811-790A-19F8-9337-B26BDEE17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43" y="3827638"/>
                <a:ext cx="288200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1DB5FE1-E182-3743-6ECD-44EBDCCDFEC6}"/>
                  </a:ext>
                </a:extLst>
              </p:cNvPr>
              <p:cNvSpPr txBox="1"/>
              <p:nvPr/>
            </p:nvSpPr>
            <p:spPr>
              <a:xfrm>
                <a:off x="4337071" y="3837614"/>
                <a:ext cx="32420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∓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1DB5FE1-E182-3743-6ECD-44EBDCCDF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71" y="3837614"/>
                <a:ext cx="3242046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DAC6974-4112-A5B2-3D35-7BE64B65A352}"/>
                  </a:ext>
                </a:extLst>
              </p:cNvPr>
              <p:cNvSpPr txBox="1"/>
              <p:nvPr/>
            </p:nvSpPr>
            <p:spPr>
              <a:xfrm>
                <a:off x="7739166" y="3847142"/>
                <a:ext cx="3097980" cy="523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br>
                  <a:rPr lang="en-US" altLang="zh-CN" sz="2800" i="1" dirty="0">
                    <a:latin typeface="Cambria Math" panose="02040503050406030204" pitchFamily="18" charset="0"/>
                  </a:rPr>
                </a:br>
                <a:endParaRPr lang="en-US" altLang="zh-CN" sz="28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DAC6974-4112-A5B2-3D35-7BE64B65A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166" y="3847142"/>
                <a:ext cx="3097980" cy="5232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D998E89-4545-4E7A-1203-15E510452111}"/>
                  </a:ext>
                </a:extLst>
              </p:cNvPr>
              <p:cNvSpPr txBox="1"/>
              <p:nvPr/>
            </p:nvSpPr>
            <p:spPr>
              <a:xfrm>
                <a:off x="1223123" y="4350858"/>
                <a:ext cx="42467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∓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D998E89-4545-4E7A-1203-15E510452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123" y="4350858"/>
                <a:ext cx="424677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A7E5C9C-F60B-3BE6-583B-6CA58A7E75A3}"/>
                  </a:ext>
                </a:extLst>
              </p:cNvPr>
              <p:cNvSpPr txBox="1"/>
              <p:nvPr/>
            </p:nvSpPr>
            <p:spPr>
              <a:xfrm>
                <a:off x="5190808" y="4342096"/>
                <a:ext cx="472419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∓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A7E5C9C-F60B-3BE6-583B-6CA58A7E7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808" y="4342096"/>
                <a:ext cx="4724196" cy="523220"/>
              </a:xfrm>
              <a:prstGeom prst="rect">
                <a:avLst/>
              </a:prstGeom>
              <a:blipFill>
                <a:blip r:embed="rId18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3A028CF-5BB3-FB43-2304-78860BF7E2D9}"/>
                  </a:ext>
                </a:extLst>
              </p:cNvPr>
              <p:cNvSpPr txBox="1"/>
              <p:nvPr/>
            </p:nvSpPr>
            <p:spPr>
              <a:xfrm>
                <a:off x="3605625" y="4944772"/>
                <a:ext cx="52853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53A028CF-5BB3-FB43-2304-78860BF7E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625" y="4944772"/>
                <a:ext cx="5285337" cy="523220"/>
              </a:xfrm>
              <a:prstGeom prst="rect">
                <a:avLst/>
              </a:prstGeom>
              <a:blipFill>
                <a:blip r:embed="rId1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314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3675" y="338090"/>
            <a:ext cx="324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等效移动规则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538128-9942-E153-A0B4-79EECC359F31}"/>
              </a:ext>
            </a:extLst>
          </p:cNvPr>
          <p:cNvSpPr txBox="1"/>
          <p:nvPr/>
        </p:nvSpPr>
        <p:spPr>
          <a:xfrm>
            <a:off x="2121150" y="1800943"/>
            <a:ext cx="6638352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1"/>
                </a:solidFill>
              </a:rPr>
              <a:t>前移：在移动支路中串入所越过的传递函数方框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A7C66D7-4F5C-1244-A756-7EBF4308EEDB}"/>
              </a:ext>
            </a:extLst>
          </p:cNvPr>
          <p:cNvGrpSpPr/>
          <p:nvPr/>
        </p:nvGrpSpPr>
        <p:grpSpPr>
          <a:xfrm>
            <a:off x="2152490" y="2504221"/>
            <a:ext cx="3438660" cy="1612966"/>
            <a:chOff x="2152490" y="2504221"/>
            <a:chExt cx="3438660" cy="1612966"/>
          </a:xfrm>
        </p:grpSpPr>
        <p:cxnSp>
          <p:nvCxnSpPr>
            <p:cNvPr id="56" name="1直线箭头连接符3">
              <a:extLst>
                <a:ext uri="{FF2B5EF4-FFF2-40B4-BE49-F238E27FC236}">
                  <a16:creationId xmlns:a16="http://schemas.microsoft.com/office/drawing/2014/main" id="{E6F5FB42-F392-20E8-3B95-3FE59B42433E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2437558" y="3158384"/>
              <a:ext cx="56240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/>
                <p:nvPr/>
              </p:nvSpPr>
              <p:spPr>
                <a:xfrm>
                  <a:off x="2152490" y="263640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490" y="2636405"/>
                  <a:ext cx="93610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/>
                <p:nvPr/>
              </p:nvSpPr>
              <p:spPr>
                <a:xfrm>
                  <a:off x="4655046" y="2504221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46" y="2504221"/>
                  <a:ext cx="93610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A98227-D4BA-CD3C-B392-B43BCDE9475C}"/>
                    </a:ext>
                  </a:extLst>
                </p:cNvPr>
                <p:cNvSpPr/>
                <p:nvPr/>
              </p:nvSpPr>
              <p:spPr>
                <a:xfrm>
                  <a:off x="2999966" y="2870384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A98227-D4BA-CD3C-B392-B43BCDE947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966" y="2870384"/>
                  <a:ext cx="1188000" cy="576000"/>
                </a:xfrm>
                <a:prstGeom prst="rect">
                  <a:avLst/>
                </a:prstGeom>
                <a:blipFill>
                  <a:blip r:embed="rId5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1直线箭头连接符3">
              <a:extLst>
                <a:ext uri="{FF2B5EF4-FFF2-40B4-BE49-F238E27FC236}">
                  <a16:creationId xmlns:a16="http://schemas.microsoft.com/office/drawing/2014/main" id="{4761FF84-F26A-60A4-8B2A-1EDF4ADB53E2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4187967" y="3158384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C13F81-89CE-1CDD-BE8C-BE245418C3EC}"/>
                    </a:ext>
                  </a:extLst>
                </p:cNvPr>
                <p:cNvSpPr txBox="1"/>
                <p:nvPr/>
              </p:nvSpPr>
              <p:spPr>
                <a:xfrm>
                  <a:off x="4655046" y="365552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C13F81-89CE-1CDD-BE8C-BE245418C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46" y="3655522"/>
                  <a:ext cx="93610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4肘形连接符">
              <a:extLst>
                <a:ext uri="{FF2B5EF4-FFF2-40B4-BE49-F238E27FC236}">
                  <a16:creationId xmlns:a16="http://schemas.microsoft.com/office/drawing/2014/main" id="{2812FA5B-3715-7AB8-A2D5-B0819F3B5557}"/>
                </a:ext>
              </a:extLst>
            </p:cNvPr>
            <p:cNvCxnSpPr>
              <a:cxnSpLocks/>
            </p:cNvCxnSpPr>
            <p:nvPr/>
          </p:nvCxnSpPr>
          <p:spPr>
            <a:xfrm>
              <a:off x="4396185" y="3158384"/>
              <a:ext cx="617911" cy="419571"/>
            </a:xfrm>
            <a:prstGeom prst="bentConnector3">
              <a:avLst>
                <a:gd name="adj1" fmla="val -846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9DF912F-0DF8-8C14-628E-BC8ED2A65CD1}"/>
              </a:ext>
            </a:extLst>
          </p:cNvPr>
          <p:cNvGrpSpPr/>
          <p:nvPr/>
        </p:nvGrpSpPr>
        <p:grpSpPr>
          <a:xfrm>
            <a:off x="6853836" y="2596088"/>
            <a:ext cx="3201810" cy="1635432"/>
            <a:chOff x="6853836" y="2596088"/>
            <a:chExt cx="3201810" cy="1635432"/>
          </a:xfrm>
        </p:grpSpPr>
        <p:cxnSp>
          <p:nvCxnSpPr>
            <p:cNvPr id="41" name="1直线箭头连接符3">
              <a:extLst>
                <a:ext uri="{FF2B5EF4-FFF2-40B4-BE49-F238E27FC236}">
                  <a16:creationId xmlns:a16="http://schemas.microsoft.com/office/drawing/2014/main" id="{780D3610-1372-32AE-A757-503210847513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7153950" y="3158383"/>
              <a:ext cx="56240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EFA47B4-25BD-B863-BBB3-0B7D43A355D0}"/>
                    </a:ext>
                  </a:extLst>
                </p:cNvPr>
                <p:cNvSpPr txBox="1"/>
                <p:nvPr/>
              </p:nvSpPr>
              <p:spPr>
                <a:xfrm>
                  <a:off x="6853836" y="263640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EFA47B4-25BD-B863-BBB3-0B7D43A35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836" y="2636405"/>
                  <a:ext cx="93610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8C71266-67A3-1714-E5E9-B91981E2D40E}"/>
                    </a:ext>
                  </a:extLst>
                </p:cNvPr>
                <p:cNvSpPr txBox="1"/>
                <p:nvPr/>
              </p:nvSpPr>
              <p:spPr>
                <a:xfrm>
                  <a:off x="9119542" y="2596088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8C71266-67A3-1714-E5E9-B91981E2D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9542" y="2596088"/>
                  <a:ext cx="93610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F667FBC4-1F45-379E-5D4C-309D9F7300F2}"/>
                    </a:ext>
                  </a:extLst>
                </p:cNvPr>
                <p:cNvSpPr/>
                <p:nvPr/>
              </p:nvSpPr>
              <p:spPr>
                <a:xfrm>
                  <a:off x="7716358" y="2870383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F667FBC4-1F45-379E-5D4C-309D9F7300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6358" y="2870383"/>
                  <a:ext cx="1188000" cy="576000"/>
                </a:xfrm>
                <a:prstGeom prst="rect">
                  <a:avLst/>
                </a:prstGeom>
                <a:blipFill>
                  <a:blip r:embed="rId9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1直线箭头连接符3">
              <a:extLst>
                <a:ext uri="{FF2B5EF4-FFF2-40B4-BE49-F238E27FC236}">
                  <a16:creationId xmlns:a16="http://schemas.microsoft.com/office/drawing/2014/main" id="{ABA81495-F651-C009-D5B1-2C0D1FE1ED53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8904359" y="3158383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8B3DFEF-01E1-F82D-75E5-613F356C68F6}"/>
                    </a:ext>
                  </a:extLst>
                </p:cNvPr>
                <p:cNvSpPr txBox="1"/>
                <p:nvPr/>
              </p:nvSpPr>
              <p:spPr>
                <a:xfrm>
                  <a:off x="9119542" y="341878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8B3DFEF-01E1-F82D-75E5-613F356C6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9542" y="3418787"/>
                  <a:ext cx="936104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4肘形连接符">
              <a:extLst>
                <a:ext uri="{FF2B5EF4-FFF2-40B4-BE49-F238E27FC236}">
                  <a16:creationId xmlns:a16="http://schemas.microsoft.com/office/drawing/2014/main" id="{32CC37CB-3FE2-3575-575A-76C358583397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 rot="16200000" flipH="1">
              <a:off x="7147926" y="3375088"/>
              <a:ext cx="785140" cy="35172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B565C9E5-DA10-0620-2A39-FDCB95CC68C2}"/>
                    </a:ext>
                  </a:extLst>
                </p:cNvPr>
                <p:cNvSpPr/>
                <p:nvPr/>
              </p:nvSpPr>
              <p:spPr>
                <a:xfrm>
                  <a:off x="7716358" y="3655520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B565C9E5-DA10-0620-2A39-FDCB95CC68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6358" y="3655520"/>
                  <a:ext cx="1188000" cy="576000"/>
                </a:xfrm>
                <a:prstGeom prst="rect">
                  <a:avLst/>
                </a:prstGeom>
                <a:blipFill>
                  <a:blip r:embed="rId11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1直线箭头连接符3">
              <a:extLst>
                <a:ext uri="{FF2B5EF4-FFF2-40B4-BE49-F238E27FC236}">
                  <a16:creationId xmlns:a16="http://schemas.microsoft.com/office/drawing/2014/main" id="{4A5947AC-C9FB-79ED-BE3B-2FC52CE04D0B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8904359" y="3943520"/>
              <a:ext cx="82612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燕尾形 57">
            <a:extLst>
              <a:ext uri="{FF2B5EF4-FFF2-40B4-BE49-F238E27FC236}">
                <a16:creationId xmlns:a16="http://schemas.microsoft.com/office/drawing/2014/main" id="{1E79EDCD-6002-75D2-4A76-6D53A2115305}"/>
              </a:ext>
            </a:extLst>
          </p:cNvPr>
          <p:cNvSpPr/>
          <p:nvPr/>
        </p:nvSpPr>
        <p:spPr>
          <a:xfrm>
            <a:off x="5822515" y="3057752"/>
            <a:ext cx="396044" cy="68407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6081246-BBD7-28F8-A88E-A6A464C893A8}"/>
              </a:ext>
            </a:extLst>
          </p:cNvPr>
          <p:cNvSpPr txBox="1"/>
          <p:nvPr/>
        </p:nvSpPr>
        <p:spPr>
          <a:xfrm>
            <a:off x="2121151" y="4431464"/>
            <a:ext cx="7632847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1"/>
                </a:solidFill>
              </a:rPr>
              <a:t>后移：在移动支路中串入所越过的传递函数的倒数方框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1E4E87F-D4A4-C7A8-8977-665A04A3956A}"/>
              </a:ext>
            </a:extLst>
          </p:cNvPr>
          <p:cNvGrpSpPr/>
          <p:nvPr/>
        </p:nvGrpSpPr>
        <p:grpSpPr>
          <a:xfrm>
            <a:off x="2118174" y="5143246"/>
            <a:ext cx="3184944" cy="1155059"/>
            <a:chOff x="2118174" y="5143246"/>
            <a:chExt cx="3184944" cy="1155059"/>
          </a:xfrm>
        </p:grpSpPr>
        <p:cxnSp>
          <p:nvCxnSpPr>
            <p:cNvPr id="60" name="1直线箭头连接符3">
              <a:extLst>
                <a:ext uri="{FF2B5EF4-FFF2-40B4-BE49-F238E27FC236}">
                  <a16:creationId xmlns:a16="http://schemas.microsoft.com/office/drawing/2014/main" id="{C0D706B6-79B7-DBE3-F3F0-C9FF908BCEDF}"/>
                </a:ext>
              </a:extLst>
            </p:cNvPr>
            <p:cNvCxnSpPr>
              <a:cxnSpLocks/>
              <a:endCxn id="63" idx="1"/>
            </p:cNvCxnSpPr>
            <p:nvPr/>
          </p:nvCxnSpPr>
          <p:spPr>
            <a:xfrm>
              <a:off x="2437558" y="5688768"/>
              <a:ext cx="56240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C79453A-79C1-6A11-E732-1A92F849C07B}"/>
                    </a:ext>
                  </a:extLst>
                </p:cNvPr>
                <p:cNvSpPr txBox="1"/>
                <p:nvPr/>
              </p:nvSpPr>
              <p:spPr>
                <a:xfrm>
                  <a:off x="2118174" y="514324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C79453A-79C1-6A11-E732-1A92F849C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174" y="5143246"/>
                  <a:ext cx="936104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63834F9-2A52-9DC7-B2CA-5D7767AB8A99}"/>
                    </a:ext>
                  </a:extLst>
                </p:cNvPr>
                <p:cNvSpPr txBox="1"/>
                <p:nvPr/>
              </p:nvSpPr>
              <p:spPr>
                <a:xfrm>
                  <a:off x="4367014" y="516993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63834F9-2A52-9DC7-B2CA-5D7767AB8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014" y="5169936"/>
                  <a:ext cx="936104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D0BE9278-613E-B913-041D-698A7DAFB3B4}"/>
                    </a:ext>
                  </a:extLst>
                </p:cNvPr>
                <p:cNvSpPr/>
                <p:nvPr/>
              </p:nvSpPr>
              <p:spPr>
                <a:xfrm>
                  <a:off x="2999966" y="5400768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D0BE9278-613E-B913-041D-698A7DAFB3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966" y="5400768"/>
                  <a:ext cx="1188000" cy="576000"/>
                </a:xfrm>
                <a:prstGeom prst="rect">
                  <a:avLst/>
                </a:prstGeom>
                <a:blipFill>
                  <a:blip r:embed="rId14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1直线箭头连接符3">
              <a:extLst>
                <a:ext uri="{FF2B5EF4-FFF2-40B4-BE49-F238E27FC236}">
                  <a16:creationId xmlns:a16="http://schemas.microsoft.com/office/drawing/2014/main" id="{897BC1D8-E31F-9C55-44BA-7DA24FF11FF7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 flipV="1">
              <a:off x="4187967" y="5688768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6089863-4308-58F2-F143-D15DA006FB3B}"/>
                    </a:ext>
                  </a:extLst>
                </p:cNvPr>
                <p:cNvSpPr txBox="1"/>
                <p:nvPr/>
              </p:nvSpPr>
              <p:spPr>
                <a:xfrm>
                  <a:off x="4367014" y="579677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6089863-4308-58F2-F143-D15DA006F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014" y="5796776"/>
                  <a:ext cx="936104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4肘形连接符">
              <a:extLst>
                <a:ext uri="{FF2B5EF4-FFF2-40B4-BE49-F238E27FC236}">
                  <a16:creationId xmlns:a16="http://schemas.microsoft.com/office/drawing/2014/main" id="{ADE28E08-D505-19C2-D7D3-CD36357BEC4C}"/>
                </a:ext>
              </a:extLst>
            </p:cNvPr>
            <p:cNvCxnSpPr>
              <a:cxnSpLocks/>
            </p:cNvCxnSpPr>
            <p:nvPr/>
          </p:nvCxnSpPr>
          <p:spPr>
            <a:xfrm>
              <a:off x="2638823" y="5695615"/>
              <a:ext cx="2375273" cy="602690"/>
            </a:xfrm>
            <a:prstGeom prst="bentConnector3">
              <a:avLst>
                <a:gd name="adj1" fmla="val 57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C108B82-C558-BDB4-DF8D-72C9FEB87185}"/>
              </a:ext>
            </a:extLst>
          </p:cNvPr>
          <p:cNvGrpSpPr/>
          <p:nvPr/>
        </p:nvGrpSpPr>
        <p:grpSpPr>
          <a:xfrm>
            <a:off x="5879182" y="5085185"/>
            <a:ext cx="4608512" cy="1599152"/>
            <a:chOff x="5879182" y="5085185"/>
            <a:chExt cx="4608512" cy="1599152"/>
          </a:xfrm>
        </p:grpSpPr>
        <p:cxnSp>
          <p:nvCxnSpPr>
            <p:cNvPr id="72" name="1直线箭头连接符3">
              <a:extLst>
                <a:ext uri="{FF2B5EF4-FFF2-40B4-BE49-F238E27FC236}">
                  <a16:creationId xmlns:a16="http://schemas.microsoft.com/office/drawing/2014/main" id="{CF0E34F5-C6A9-AC39-E02F-7D0D5504AE43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5922629" y="5668279"/>
              <a:ext cx="832526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1EEB850-0B44-3C49-EB70-D6C526BAF032}"/>
                    </a:ext>
                  </a:extLst>
                </p:cNvPr>
                <p:cNvSpPr txBox="1"/>
                <p:nvPr/>
              </p:nvSpPr>
              <p:spPr>
                <a:xfrm>
                  <a:off x="5879182" y="512275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1EEB850-0B44-3C49-EB70-D6C526BAF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9182" y="5122757"/>
                  <a:ext cx="936104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50E1DA4-3C1B-4E1C-E09D-F50D4A40EA42}"/>
                    </a:ext>
                  </a:extLst>
                </p:cNvPr>
                <p:cNvSpPr txBox="1"/>
                <p:nvPr/>
              </p:nvSpPr>
              <p:spPr>
                <a:xfrm>
                  <a:off x="8183697" y="508518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50E1DA4-3C1B-4E1C-E09D-F50D4A40E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3697" y="5085185"/>
                  <a:ext cx="936104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12ABEDF0-43DA-F519-BAB1-9812A6D7F165}"/>
                    </a:ext>
                  </a:extLst>
                </p:cNvPr>
                <p:cNvSpPr/>
                <p:nvPr/>
              </p:nvSpPr>
              <p:spPr>
                <a:xfrm>
                  <a:off x="6755155" y="5380279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12ABEDF0-43DA-F519-BAB1-9812A6D7F1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155" y="5380279"/>
                  <a:ext cx="1188000" cy="576000"/>
                </a:xfrm>
                <a:prstGeom prst="rect">
                  <a:avLst/>
                </a:prstGeom>
                <a:blipFill>
                  <a:blip r:embed="rId18"/>
                  <a:stretch>
                    <a:fillRect b="-416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1直线箭头连接符3">
              <a:extLst>
                <a:ext uri="{FF2B5EF4-FFF2-40B4-BE49-F238E27FC236}">
                  <a16:creationId xmlns:a16="http://schemas.microsoft.com/office/drawing/2014/main" id="{F561CC4D-D31A-6265-D3CF-5AFACCEBBBD3}"/>
                </a:ext>
              </a:extLst>
            </p:cNvPr>
            <p:cNvCxnSpPr>
              <a:cxnSpLocks/>
              <a:stCxn id="84" idx="3"/>
            </p:cNvCxnSpPr>
            <p:nvPr/>
          </p:nvCxnSpPr>
          <p:spPr>
            <a:xfrm flipV="1">
              <a:off x="7943156" y="5668279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0A38329-F9FD-3B4D-AFEC-F609F73FB71C}"/>
                    </a:ext>
                  </a:extLst>
                </p:cNvPr>
                <p:cNvSpPr txBox="1"/>
                <p:nvPr/>
              </p:nvSpPr>
              <p:spPr>
                <a:xfrm>
                  <a:off x="9551590" y="579677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0A38329-F9FD-3B4D-AFEC-F609F73FB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590" y="5796775"/>
                  <a:ext cx="93610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4肘形连接符">
              <a:extLst>
                <a:ext uri="{FF2B5EF4-FFF2-40B4-BE49-F238E27FC236}">
                  <a16:creationId xmlns:a16="http://schemas.microsoft.com/office/drawing/2014/main" id="{6E9E48C2-4880-B05D-293F-5444F997D0FC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 rot="16200000" flipH="1">
              <a:off x="7789344" y="5960552"/>
              <a:ext cx="728059" cy="14351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FB131E65-452A-A49F-5932-DDBC0FDA2387}"/>
                    </a:ext>
                  </a:extLst>
                </p:cNvPr>
                <p:cNvSpPr/>
                <p:nvPr/>
              </p:nvSpPr>
              <p:spPr>
                <a:xfrm>
                  <a:off x="8225128" y="6108337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FB131E65-452A-A49F-5932-DDBC0FDA23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5128" y="6108337"/>
                  <a:ext cx="1188000" cy="576000"/>
                </a:xfrm>
                <a:prstGeom prst="rect">
                  <a:avLst/>
                </a:prstGeom>
                <a:blipFill>
                  <a:blip r:embed="rId20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1直线箭头连接符3">
              <a:extLst>
                <a:ext uri="{FF2B5EF4-FFF2-40B4-BE49-F238E27FC236}">
                  <a16:creationId xmlns:a16="http://schemas.microsoft.com/office/drawing/2014/main" id="{C9C8AB47-2790-5B46-6C95-5A60FF845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3129" y="6396338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燕尾形 90">
            <a:extLst>
              <a:ext uri="{FF2B5EF4-FFF2-40B4-BE49-F238E27FC236}">
                <a16:creationId xmlns:a16="http://schemas.microsoft.com/office/drawing/2014/main" id="{8FC8EC2A-B0CB-37B4-8027-BA14AD378FB0}"/>
              </a:ext>
            </a:extLst>
          </p:cNvPr>
          <p:cNvSpPr/>
          <p:nvPr/>
        </p:nvSpPr>
        <p:spPr>
          <a:xfrm>
            <a:off x="5444024" y="5524894"/>
            <a:ext cx="396044" cy="68407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44" name="困难1">
            <a:extLst>
              <a:ext uri="{FF2B5EF4-FFF2-40B4-BE49-F238E27FC236}">
                <a16:creationId xmlns:a16="http://schemas.microsoft.com/office/drawing/2014/main" id="{0FD0F231-2E50-A190-24BD-993AE428E31A}"/>
              </a:ext>
            </a:extLst>
          </p:cNvPr>
          <p:cNvGrpSpPr/>
          <p:nvPr/>
        </p:nvGrpSpPr>
        <p:grpSpPr>
          <a:xfrm>
            <a:off x="398552" y="958036"/>
            <a:ext cx="3028134" cy="723599"/>
            <a:chOff x="4675178" y="1605119"/>
            <a:chExt cx="4036986" cy="964673"/>
          </a:xfrm>
        </p:grpSpPr>
        <p:sp>
          <p:nvSpPr>
            <p:cNvPr id="51" name="íŝlïďê">
              <a:extLst>
                <a:ext uri="{FF2B5EF4-FFF2-40B4-BE49-F238E27FC236}">
                  <a16:creationId xmlns:a16="http://schemas.microsoft.com/office/drawing/2014/main" id="{804214F7-D0ED-2B89-7FB0-31EFC3D81934}"/>
                </a:ext>
              </a:extLst>
            </p:cNvPr>
            <p:cNvSpPr/>
            <p:nvPr/>
          </p:nvSpPr>
          <p:spPr bwMode="auto">
            <a:xfrm>
              <a:off x="5305665" y="1677420"/>
              <a:ext cx="3406499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引出点移动</a:t>
              </a:r>
            </a:p>
          </p:txBody>
        </p:sp>
        <p:sp>
          <p:nvSpPr>
            <p:cNvPr id="55" name="ï$ľiďê">
              <a:extLst>
                <a:ext uri="{FF2B5EF4-FFF2-40B4-BE49-F238E27FC236}">
                  <a16:creationId xmlns:a16="http://schemas.microsoft.com/office/drawing/2014/main" id="{F1D2E9FF-C1E6-0CE3-8F69-16C13715B0B0}"/>
                </a:ext>
              </a:extLst>
            </p:cNvPr>
            <p:cNvSpPr/>
            <p:nvPr/>
          </p:nvSpPr>
          <p:spPr bwMode="auto">
            <a:xfrm>
              <a:off x="4675178" y="1605119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8566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9" grpId="0" animBg="1"/>
      <p:bldP spid="58" grpId="0" animBg="1"/>
      <p:bldP spid="59" grpId="0" animBg="1"/>
      <p:bldP spid="9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17538128-9942-E153-A0B4-79EECC359F31}"/>
              </a:ext>
            </a:extLst>
          </p:cNvPr>
          <p:cNvSpPr txBox="1"/>
          <p:nvPr/>
        </p:nvSpPr>
        <p:spPr>
          <a:xfrm>
            <a:off x="2121150" y="1800943"/>
            <a:ext cx="7790480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前移：在移动支路中串入所越过的传递函数的倒数方框</a:t>
            </a:r>
          </a:p>
        </p:txBody>
      </p:sp>
      <p:sp>
        <p:nvSpPr>
          <p:cNvPr id="58" name="燕尾形 57">
            <a:extLst>
              <a:ext uri="{FF2B5EF4-FFF2-40B4-BE49-F238E27FC236}">
                <a16:creationId xmlns:a16="http://schemas.microsoft.com/office/drawing/2014/main" id="{1E79EDCD-6002-75D2-4A76-6D53A2115305}"/>
              </a:ext>
            </a:extLst>
          </p:cNvPr>
          <p:cNvSpPr/>
          <p:nvPr/>
        </p:nvSpPr>
        <p:spPr>
          <a:xfrm>
            <a:off x="6071199" y="3058041"/>
            <a:ext cx="396044" cy="68407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6081246-BBD7-28F8-A88E-A6A464C893A8}"/>
              </a:ext>
            </a:extLst>
          </p:cNvPr>
          <p:cNvSpPr txBox="1"/>
          <p:nvPr/>
        </p:nvSpPr>
        <p:spPr>
          <a:xfrm>
            <a:off x="2121150" y="4431464"/>
            <a:ext cx="7790480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后移：在移动支路中串入所越过的传递函数方框</a:t>
            </a:r>
          </a:p>
        </p:txBody>
      </p:sp>
      <p:sp>
        <p:nvSpPr>
          <p:cNvPr id="91" name="燕尾形 90">
            <a:extLst>
              <a:ext uri="{FF2B5EF4-FFF2-40B4-BE49-F238E27FC236}">
                <a16:creationId xmlns:a16="http://schemas.microsoft.com/office/drawing/2014/main" id="{8FC8EC2A-B0CB-37B4-8027-BA14AD378FB0}"/>
              </a:ext>
            </a:extLst>
          </p:cNvPr>
          <p:cNvSpPr/>
          <p:nvPr/>
        </p:nvSpPr>
        <p:spPr>
          <a:xfrm>
            <a:off x="5974679" y="5502639"/>
            <a:ext cx="396044" cy="68407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591EFC-41F6-8C0F-4BCA-B756D8977E37}"/>
              </a:ext>
            </a:extLst>
          </p:cNvPr>
          <p:cNvGrpSpPr/>
          <p:nvPr/>
        </p:nvGrpSpPr>
        <p:grpSpPr>
          <a:xfrm>
            <a:off x="2152490" y="2605769"/>
            <a:ext cx="3438660" cy="1511418"/>
            <a:chOff x="2152490" y="2605769"/>
            <a:chExt cx="3438660" cy="1511418"/>
          </a:xfrm>
        </p:grpSpPr>
        <p:cxnSp>
          <p:nvCxnSpPr>
            <p:cNvPr id="56" name="1直线箭头连接符3">
              <a:extLst>
                <a:ext uri="{FF2B5EF4-FFF2-40B4-BE49-F238E27FC236}">
                  <a16:creationId xmlns:a16="http://schemas.microsoft.com/office/drawing/2014/main" id="{E6F5FB42-F392-20E8-3B95-3FE59B42433E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2437558" y="3158384"/>
              <a:ext cx="56240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/>
                <p:nvPr/>
              </p:nvSpPr>
              <p:spPr>
                <a:xfrm>
                  <a:off x="2152490" y="263640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7CBB1E-C997-772D-9936-52F1AEBD4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490" y="2636405"/>
                  <a:ext cx="936104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/>
                <p:nvPr/>
              </p:nvSpPr>
              <p:spPr>
                <a:xfrm>
                  <a:off x="4676440" y="2605769"/>
                  <a:ext cx="86252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19FEF9C-9288-3556-0D86-4C703FC46C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440" y="2605769"/>
                  <a:ext cx="862522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A98227-D4BA-CD3C-B392-B43BCDE9475C}"/>
                    </a:ext>
                  </a:extLst>
                </p:cNvPr>
                <p:cNvSpPr/>
                <p:nvPr/>
              </p:nvSpPr>
              <p:spPr>
                <a:xfrm>
                  <a:off x="2999966" y="2870384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A7A98227-D4BA-CD3C-B392-B43BCDE947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966" y="2870384"/>
                  <a:ext cx="1188000" cy="576000"/>
                </a:xfrm>
                <a:prstGeom prst="rect">
                  <a:avLst/>
                </a:prstGeom>
                <a:blipFill>
                  <a:blip r:embed="rId5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1直线箭头连接符3">
              <a:extLst>
                <a:ext uri="{FF2B5EF4-FFF2-40B4-BE49-F238E27FC236}">
                  <a16:creationId xmlns:a16="http://schemas.microsoft.com/office/drawing/2014/main" id="{4761FF84-F26A-60A4-8B2A-1EDF4ADB53E2}"/>
                </a:ext>
              </a:extLst>
            </p:cNvPr>
            <p:cNvCxnSpPr>
              <a:cxnSpLocks/>
              <a:stCxn id="30" idx="3"/>
              <a:endCxn id="44" idx="2"/>
            </p:cNvCxnSpPr>
            <p:nvPr/>
          </p:nvCxnSpPr>
          <p:spPr>
            <a:xfrm flipV="1">
              <a:off x="4187966" y="3152802"/>
              <a:ext cx="359100" cy="55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C13F81-89CE-1CDD-BE8C-BE245418C3EC}"/>
                    </a:ext>
                  </a:extLst>
                </p:cNvPr>
                <p:cNvSpPr txBox="1"/>
                <p:nvPr/>
              </p:nvSpPr>
              <p:spPr>
                <a:xfrm>
                  <a:off x="4655046" y="365552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4C13F81-89CE-1CDD-BE8C-BE245418C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46" y="3655522"/>
                  <a:ext cx="93610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E7E58B8-9E4F-CC2B-E2BB-3522962CD4D8}"/>
                </a:ext>
              </a:extLst>
            </p:cNvPr>
            <p:cNvSpPr/>
            <p:nvPr/>
          </p:nvSpPr>
          <p:spPr>
            <a:xfrm>
              <a:off x="4547066" y="3008801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55" name="1直线箭头连接符3">
              <a:extLst>
                <a:ext uri="{FF2B5EF4-FFF2-40B4-BE49-F238E27FC236}">
                  <a16:creationId xmlns:a16="http://schemas.microsoft.com/office/drawing/2014/main" id="{AD1DD26B-C949-1480-1AFC-77F754D6F7DB}"/>
                </a:ext>
              </a:extLst>
            </p:cNvPr>
            <p:cNvCxnSpPr>
              <a:cxnSpLocks/>
              <a:endCxn id="44" idx="4"/>
            </p:cNvCxnSpPr>
            <p:nvPr/>
          </p:nvCxnSpPr>
          <p:spPr>
            <a:xfrm flipV="1">
              <a:off x="4691066" y="3296801"/>
              <a:ext cx="0" cy="4202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1直线箭头连接符3">
              <a:extLst>
                <a:ext uri="{FF2B5EF4-FFF2-40B4-BE49-F238E27FC236}">
                  <a16:creationId xmlns:a16="http://schemas.microsoft.com/office/drawing/2014/main" id="{B5A645DA-8688-A6D3-7A50-3F9D82039009}"/>
                </a:ext>
              </a:extLst>
            </p:cNvPr>
            <p:cNvCxnSpPr>
              <a:cxnSpLocks/>
              <a:stCxn id="44" idx="6"/>
            </p:cNvCxnSpPr>
            <p:nvPr/>
          </p:nvCxnSpPr>
          <p:spPr>
            <a:xfrm>
              <a:off x="4835066" y="3152801"/>
              <a:ext cx="45299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9847B46-E820-AD9B-0864-7D0857B39D46}"/>
              </a:ext>
            </a:extLst>
          </p:cNvPr>
          <p:cNvGrpSpPr/>
          <p:nvPr/>
        </p:nvGrpSpPr>
        <p:grpSpPr>
          <a:xfrm>
            <a:off x="6853836" y="2596377"/>
            <a:ext cx="3402289" cy="1598863"/>
            <a:chOff x="6853836" y="2596377"/>
            <a:chExt cx="3402289" cy="1598863"/>
          </a:xfrm>
        </p:grpSpPr>
        <p:cxnSp>
          <p:nvCxnSpPr>
            <p:cNvPr id="41" name="1直线箭头连接符3">
              <a:extLst>
                <a:ext uri="{FF2B5EF4-FFF2-40B4-BE49-F238E27FC236}">
                  <a16:creationId xmlns:a16="http://schemas.microsoft.com/office/drawing/2014/main" id="{780D3610-1372-32AE-A757-503210847513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>
              <a:off x="7058634" y="3147491"/>
              <a:ext cx="587204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EFA47B4-25BD-B863-BBB3-0B7D43A355D0}"/>
                    </a:ext>
                  </a:extLst>
                </p:cNvPr>
                <p:cNvSpPr txBox="1"/>
                <p:nvPr/>
              </p:nvSpPr>
              <p:spPr>
                <a:xfrm>
                  <a:off x="6853836" y="263640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EFA47B4-25BD-B863-BBB3-0B7D43A35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836" y="2636405"/>
                  <a:ext cx="936104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8C71266-67A3-1714-E5E9-B91981E2D40E}"/>
                    </a:ext>
                  </a:extLst>
                </p:cNvPr>
                <p:cNvSpPr txBox="1"/>
                <p:nvPr/>
              </p:nvSpPr>
              <p:spPr>
                <a:xfrm>
                  <a:off x="9278613" y="259637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8C71266-67A3-1714-E5E9-B91981E2D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613" y="2596377"/>
                  <a:ext cx="936104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F667FBC4-1F45-379E-5D4C-309D9F7300F2}"/>
                    </a:ext>
                  </a:extLst>
                </p:cNvPr>
                <p:cNvSpPr/>
                <p:nvPr/>
              </p:nvSpPr>
              <p:spPr>
                <a:xfrm>
                  <a:off x="8175284" y="2859491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F667FBC4-1F45-379E-5D4C-309D9F7300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5284" y="2859491"/>
                  <a:ext cx="1188000" cy="576000"/>
                </a:xfrm>
                <a:prstGeom prst="rect">
                  <a:avLst/>
                </a:prstGeom>
                <a:blipFill>
                  <a:blip r:embed="rId9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1直线箭头连接符3">
              <a:extLst>
                <a:ext uri="{FF2B5EF4-FFF2-40B4-BE49-F238E27FC236}">
                  <a16:creationId xmlns:a16="http://schemas.microsoft.com/office/drawing/2014/main" id="{ABA81495-F651-C009-D5B1-2C0D1FE1ED53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9363285" y="3147491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8B3DFEF-01E1-F82D-75E5-613F356C68F6}"/>
                    </a:ext>
                  </a:extLst>
                </p:cNvPr>
                <p:cNvSpPr txBox="1"/>
                <p:nvPr/>
              </p:nvSpPr>
              <p:spPr>
                <a:xfrm>
                  <a:off x="9320021" y="340631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8B3DFEF-01E1-F82D-75E5-613F356C6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0021" y="3406317"/>
                  <a:ext cx="936104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4肘形连接符">
              <a:extLst>
                <a:ext uri="{FF2B5EF4-FFF2-40B4-BE49-F238E27FC236}">
                  <a16:creationId xmlns:a16="http://schemas.microsoft.com/office/drawing/2014/main" id="{32CC37CB-3FE2-3575-575A-76C358583397}"/>
                </a:ext>
              </a:extLst>
            </p:cNvPr>
            <p:cNvCxnSpPr>
              <a:cxnSpLocks/>
              <a:stCxn id="50" idx="1"/>
              <a:endCxn id="69" idx="4"/>
            </p:cNvCxnSpPr>
            <p:nvPr/>
          </p:nvCxnSpPr>
          <p:spPr>
            <a:xfrm rot="10800000">
              <a:off x="7789838" y="3291493"/>
              <a:ext cx="385102" cy="61574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B565C9E5-DA10-0620-2A39-FDCB95CC68C2}"/>
                    </a:ext>
                  </a:extLst>
                </p:cNvPr>
                <p:cNvSpPr/>
                <p:nvPr/>
              </p:nvSpPr>
              <p:spPr>
                <a:xfrm>
                  <a:off x="8174940" y="3619240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B565C9E5-DA10-0620-2A39-FDCB95CC68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4940" y="3619240"/>
                  <a:ext cx="1188000" cy="576000"/>
                </a:xfrm>
                <a:prstGeom prst="rect">
                  <a:avLst/>
                </a:prstGeom>
                <a:blipFill>
                  <a:blip r:embed="rId11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1直线箭头连接符3">
              <a:extLst>
                <a:ext uri="{FF2B5EF4-FFF2-40B4-BE49-F238E27FC236}">
                  <a16:creationId xmlns:a16="http://schemas.microsoft.com/office/drawing/2014/main" id="{4A5947AC-C9FB-79ED-BE3B-2FC52CE04D0B}"/>
                </a:ext>
              </a:extLst>
            </p:cNvPr>
            <p:cNvCxnSpPr>
              <a:cxnSpLocks/>
              <a:endCxn id="50" idx="3"/>
            </p:cNvCxnSpPr>
            <p:nvPr/>
          </p:nvCxnSpPr>
          <p:spPr>
            <a:xfrm flipH="1" flipV="1">
              <a:off x="9362940" y="3907241"/>
              <a:ext cx="656702" cy="533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53E2E8E-CE49-8067-6BA4-8C2477E959AE}"/>
                </a:ext>
              </a:extLst>
            </p:cNvPr>
            <p:cNvSpPr/>
            <p:nvPr/>
          </p:nvSpPr>
          <p:spPr>
            <a:xfrm>
              <a:off x="7645838" y="3003491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70" name="1直线箭头连接符3">
              <a:extLst>
                <a:ext uri="{FF2B5EF4-FFF2-40B4-BE49-F238E27FC236}">
                  <a16:creationId xmlns:a16="http://schemas.microsoft.com/office/drawing/2014/main" id="{FB003E95-2EB2-A8AA-2C41-B8A957300360}"/>
                </a:ext>
              </a:extLst>
            </p:cNvPr>
            <p:cNvCxnSpPr>
              <a:cxnSpLocks/>
              <a:stCxn id="69" idx="6"/>
              <a:endCxn id="46" idx="1"/>
            </p:cNvCxnSpPr>
            <p:nvPr/>
          </p:nvCxnSpPr>
          <p:spPr>
            <a:xfrm>
              <a:off x="7933838" y="3147491"/>
              <a:ext cx="24144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E0DD14-3D98-65A1-6D7C-973528D61934}"/>
              </a:ext>
            </a:extLst>
          </p:cNvPr>
          <p:cNvGrpSpPr/>
          <p:nvPr/>
        </p:nvGrpSpPr>
        <p:grpSpPr>
          <a:xfrm>
            <a:off x="2118174" y="5143246"/>
            <a:ext cx="3273399" cy="1501875"/>
            <a:chOff x="2118174" y="5143246"/>
            <a:chExt cx="3273399" cy="1501875"/>
          </a:xfrm>
        </p:grpSpPr>
        <p:cxnSp>
          <p:nvCxnSpPr>
            <p:cNvPr id="60" name="1直线箭头连接符3">
              <a:extLst>
                <a:ext uri="{FF2B5EF4-FFF2-40B4-BE49-F238E27FC236}">
                  <a16:creationId xmlns:a16="http://schemas.microsoft.com/office/drawing/2014/main" id="{C0D706B6-79B7-DBE3-F3F0-C9FF908BCEDF}"/>
                </a:ext>
              </a:extLst>
            </p:cNvPr>
            <p:cNvCxnSpPr>
              <a:cxnSpLocks/>
            </p:cNvCxnSpPr>
            <p:nvPr/>
          </p:nvCxnSpPr>
          <p:spPr>
            <a:xfrm>
              <a:off x="2298240" y="5678265"/>
              <a:ext cx="56240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C79453A-79C1-6A11-E732-1A92F849C07B}"/>
                    </a:ext>
                  </a:extLst>
                </p:cNvPr>
                <p:cNvSpPr txBox="1"/>
                <p:nvPr/>
              </p:nvSpPr>
              <p:spPr>
                <a:xfrm>
                  <a:off x="2118174" y="514324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C79453A-79C1-6A11-E732-1A92F849C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174" y="5143246"/>
                  <a:ext cx="936104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63834F9-2A52-9DC7-B2CA-5D7767AB8A99}"/>
                    </a:ext>
                  </a:extLst>
                </p:cNvPr>
                <p:cNvSpPr txBox="1"/>
                <p:nvPr/>
              </p:nvSpPr>
              <p:spPr>
                <a:xfrm>
                  <a:off x="4455469" y="5169925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63834F9-2A52-9DC7-B2CA-5D7767AB8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469" y="5169925"/>
                  <a:ext cx="936104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D0BE9278-613E-B913-041D-698A7DAFB3B4}"/>
                    </a:ext>
                  </a:extLst>
                </p:cNvPr>
                <p:cNvSpPr/>
                <p:nvPr/>
              </p:nvSpPr>
              <p:spPr>
                <a:xfrm>
                  <a:off x="3346070" y="5390265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D0BE9278-613E-B913-041D-698A7DAFB3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6070" y="5390265"/>
                  <a:ext cx="1188000" cy="576000"/>
                </a:xfrm>
                <a:prstGeom prst="rect">
                  <a:avLst/>
                </a:prstGeom>
                <a:blipFill>
                  <a:blip r:embed="rId14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1直线箭头连接符3">
              <a:extLst>
                <a:ext uri="{FF2B5EF4-FFF2-40B4-BE49-F238E27FC236}">
                  <a16:creationId xmlns:a16="http://schemas.microsoft.com/office/drawing/2014/main" id="{897BC1D8-E31F-9C55-44BA-7DA24FF11FF7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 flipV="1">
              <a:off x="4534071" y="5678265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6089863-4308-58F2-F143-D15DA006FB3B}"/>
                    </a:ext>
                  </a:extLst>
                </p:cNvPr>
                <p:cNvSpPr txBox="1"/>
                <p:nvPr/>
              </p:nvSpPr>
              <p:spPr>
                <a:xfrm>
                  <a:off x="3009729" y="618345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6089863-4308-58F2-F143-D15DA006F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9729" y="6183456"/>
                  <a:ext cx="936104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74D457C-9EEA-610E-6679-13E807262873}"/>
                </a:ext>
              </a:extLst>
            </p:cNvPr>
            <p:cNvSpPr/>
            <p:nvPr/>
          </p:nvSpPr>
          <p:spPr>
            <a:xfrm>
              <a:off x="2872081" y="554294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75" name="1直线箭头连接符3">
              <a:extLst>
                <a:ext uri="{FF2B5EF4-FFF2-40B4-BE49-F238E27FC236}">
                  <a16:creationId xmlns:a16="http://schemas.microsoft.com/office/drawing/2014/main" id="{FD53F9CB-13F6-7C15-00AF-4BA0518B2AE5}"/>
                </a:ext>
              </a:extLst>
            </p:cNvPr>
            <p:cNvCxnSpPr>
              <a:cxnSpLocks/>
              <a:endCxn id="71" idx="4"/>
            </p:cNvCxnSpPr>
            <p:nvPr/>
          </p:nvCxnSpPr>
          <p:spPr>
            <a:xfrm flipV="1">
              <a:off x="3016081" y="5830941"/>
              <a:ext cx="0" cy="6167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1直线箭头连接符3">
              <a:extLst>
                <a:ext uri="{FF2B5EF4-FFF2-40B4-BE49-F238E27FC236}">
                  <a16:creationId xmlns:a16="http://schemas.microsoft.com/office/drawing/2014/main" id="{EB0D0BC2-4567-3DD6-87DF-C5C629A2603F}"/>
                </a:ext>
              </a:extLst>
            </p:cNvPr>
            <p:cNvCxnSpPr>
              <a:cxnSpLocks/>
              <a:stCxn id="71" idx="6"/>
              <a:endCxn id="63" idx="1"/>
            </p:cNvCxnSpPr>
            <p:nvPr/>
          </p:nvCxnSpPr>
          <p:spPr>
            <a:xfrm flipV="1">
              <a:off x="3160082" y="5678266"/>
              <a:ext cx="185989" cy="86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7B6D574-57C0-F840-F359-DECAAA8B879E}"/>
              </a:ext>
            </a:extLst>
          </p:cNvPr>
          <p:cNvGrpSpPr/>
          <p:nvPr/>
        </p:nvGrpSpPr>
        <p:grpSpPr>
          <a:xfrm>
            <a:off x="6600262" y="5103470"/>
            <a:ext cx="3599400" cy="1578846"/>
            <a:chOff x="6600262" y="5103470"/>
            <a:chExt cx="3599400" cy="1578846"/>
          </a:xfrm>
        </p:grpSpPr>
        <p:cxnSp>
          <p:nvCxnSpPr>
            <p:cNvPr id="72" name="1直线箭头连接符3">
              <a:extLst>
                <a:ext uri="{FF2B5EF4-FFF2-40B4-BE49-F238E27FC236}">
                  <a16:creationId xmlns:a16="http://schemas.microsoft.com/office/drawing/2014/main" id="{CF0E34F5-C6A9-AC39-E02F-7D0D5504AE43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6666785" y="5668279"/>
              <a:ext cx="832526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1EEB850-0B44-3C49-EB70-D6C526BAF032}"/>
                    </a:ext>
                  </a:extLst>
                </p:cNvPr>
                <p:cNvSpPr txBox="1"/>
                <p:nvPr/>
              </p:nvSpPr>
              <p:spPr>
                <a:xfrm>
                  <a:off x="6623338" y="5122757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1EEB850-0B44-3C49-EB70-D6C526BAF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338" y="5122757"/>
                  <a:ext cx="936104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50E1DA4-3C1B-4E1C-E09D-F50D4A40EA42}"/>
                    </a:ext>
                  </a:extLst>
                </p:cNvPr>
                <p:cNvSpPr txBox="1"/>
                <p:nvPr/>
              </p:nvSpPr>
              <p:spPr>
                <a:xfrm>
                  <a:off x="9263558" y="5103470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50E1DA4-3C1B-4E1C-E09D-F50D4A40E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558" y="5103470"/>
                  <a:ext cx="936104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12ABEDF0-43DA-F519-BAB1-9812A6D7F165}"/>
                    </a:ext>
                  </a:extLst>
                </p:cNvPr>
                <p:cNvSpPr/>
                <p:nvPr/>
              </p:nvSpPr>
              <p:spPr>
                <a:xfrm>
                  <a:off x="7499311" y="5380279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12ABEDF0-43DA-F519-BAB1-9812A6D7F1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311" y="5380279"/>
                  <a:ext cx="1188000" cy="576000"/>
                </a:xfrm>
                <a:prstGeom prst="rect">
                  <a:avLst/>
                </a:prstGeom>
                <a:blipFill>
                  <a:blip r:embed="rId18"/>
                  <a:stretch>
                    <a:fillRect b="-416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1直线箭头连接符3">
              <a:extLst>
                <a:ext uri="{FF2B5EF4-FFF2-40B4-BE49-F238E27FC236}">
                  <a16:creationId xmlns:a16="http://schemas.microsoft.com/office/drawing/2014/main" id="{F561CC4D-D31A-6265-D3CF-5AFACCEBBBD3}"/>
                </a:ext>
              </a:extLst>
            </p:cNvPr>
            <p:cNvCxnSpPr>
              <a:cxnSpLocks/>
              <a:stCxn id="84" idx="3"/>
            </p:cNvCxnSpPr>
            <p:nvPr/>
          </p:nvCxnSpPr>
          <p:spPr>
            <a:xfrm flipV="1">
              <a:off x="8687312" y="5667877"/>
              <a:ext cx="324855" cy="40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0A38329-F9FD-3B4D-AFEC-F609F73FB71C}"/>
                    </a:ext>
                  </a:extLst>
                </p:cNvPr>
                <p:cNvSpPr txBox="1"/>
                <p:nvPr/>
              </p:nvSpPr>
              <p:spPr>
                <a:xfrm>
                  <a:off x="6600262" y="587548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0A38329-F9FD-3B4D-AFEC-F609F73FB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0262" y="5875484"/>
                  <a:ext cx="936104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4肘形连接符">
              <a:extLst>
                <a:ext uri="{FF2B5EF4-FFF2-40B4-BE49-F238E27FC236}">
                  <a16:creationId xmlns:a16="http://schemas.microsoft.com/office/drawing/2014/main" id="{6E9E48C2-4880-B05D-293F-5444F997D0FC}"/>
                </a:ext>
              </a:extLst>
            </p:cNvPr>
            <p:cNvCxnSpPr>
              <a:cxnSpLocks/>
              <a:stCxn id="89" idx="3"/>
              <a:endCxn id="78" idx="4"/>
            </p:cNvCxnSpPr>
            <p:nvPr/>
          </p:nvCxnSpPr>
          <p:spPr>
            <a:xfrm flipV="1">
              <a:off x="8687312" y="5820894"/>
              <a:ext cx="468855" cy="57342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FB131E65-452A-A49F-5932-DDBC0FDA2387}"/>
                    </a:ext>
                  </a:extLst>
                </p:cNvPr>
                <p:cNvSpPr/>
                <p:nvPr/>
              </p:nvSpPr>
              <p:spPr>
                <a:xfrm>
                  <a:off x="7499311" y="6106316"/>
                  <a:ext cx="11880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FB131E65-452A-A49F-5932-DDBC0FDA23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311" y="6106316"/>
                  <a:ext cx="1188000" cy="576000"/>
                </a:xfrm>
                <a:prstGeom prst="rect">
                  <a:avLst/>
                </a:prstGeom>
                <a:blipFill>
                  <a:blip r:embed="rId20"/>
                  <a:stretch>
                    <a:fillRect b="-2083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1直线箭头连接符3">
              <a:extLst>
                <a:ext uri="{FF2B5EF4-FFF2-40B4-BE49-F238E27FC236}">
                  <a16:creationId xmlns:a16="http://schemas.microsoft.com/office/drawing/2014/main" id="{C9C8AB47-2790-5B46-6C95-5A60FF845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0690" y="6447671"/>
              <a:ext cx="826129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B063E7A1-3C0A-050C-C842-338EA8DF67FA}"/>
                </a:ext>
              </a:extLst>
            </p:cNvPr>
            <p:cNvSpPr/>
            <p:nvPr/>
          </p:nvSpPr>
          <p:spPr>
            <a:xfrm>
              <a:off x="9012166" y="553289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81" name="1直线箭头连接符3">
              <a:extLst>
                <a:ext uri="{FF2B5EF4-FFF2-40B4-BE49-F238E27FC236}">
                  <a16:creationId xmlns:a16="http://schemas.microsoft.com/office/drawing/2014/main" id="{544FC9A1-2889-5355-C49E-4099688355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0166" y="5676893"/>
              <a:ext cx="832526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3">
            <a:extLst>
              <a:ext uri="{FF2B5EF4-FFF2-40B4-BE49-F238E27FC236}">
                <a16:creationId xmlns:a16="http://schemas.microsoft.com/office/drawing/2014/main" id="{FD541768-5601-2E66-654D-E3A9442AAEB2}"/>
              </a:ext>
            </a:extLst>
          </p:cNvPr>
          <p:cNvSpPr txBox="1"/>
          <p:nvPr/>
        </p:nvSpPr>
        <p:spPr>
          <a:xfrm>
            <a:off x="373675" y="338090"/>
            <a:ext cx="324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等效移动规则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7A51676-9C2C-6D2A-9804-1B2B35CC42BC}"/>
              </a:ext>
            </a:extLst>
          </p:cNvPr>
          <p:cNvGrpSpPr/>
          <p:nvPr/>
        </p:nvGrpSpPr>
        <p:grpSpPr>
          <a:xfrm>
            <a:off x="334963" y="966130"/>
            <a:ext cx="2883722" cy="723599"/>
            <a:chOff x="4809199" y="3051459"/>
            <a:chExt cx="3844462" cy="964675"/>
          </a:xfrm>
        </p:grpSpPr>
        <p:sp>
          <p:nvSpPr>
            <p:cNvPr id="74" name="ïṡľíḑé">
              <a:extLst>
                <a:ext uri="{FF2B5EF4-FFF2-40B4-BE49-F238E27FC236}">
                  <a16:creationId xmlns:a16="http://schemas.microsoft.com/office/drawing/2014/main" id="{74A887CA-CEFD-E804-78A7-EFF22C57B2BD}"/>
                </a:ext>
              </a:extLst>
            </p:cNvPr>
            <p:cNvSpPr/>
            <p:nvPr/>
          </p:nvSpPr>
          <p:spPr bwMode="auto">
            <a:xfrm>
              <a:off x="5434624" y="3147926"/>
              <a:ext cx="3219037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综合点移动</a:t>
              </a:r>
            </a:p>
          </p:txBody>
        </p:sp>
        <p:sp>
          <p:nvSpPr>
            <p:cNvPr id="79" name="ï$ḷiďè">
              <a:extLst>
                <a:ext uri="{FF2B5EF4-FFF2-40B4-BE49-F238E27FC236}">
                  <a16:creationId xmlns:a16="http://schemas.microsoft.com/office/drawing/2014/main" id="{687B5E8D-8459-FD57-3DA8-DFD475331085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519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8" grpId="0" animBg="1"/>
      <p:bldP spid="59" grpId="0" animBg="1"/>
      <p:bldP spid="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AFAA851-CF09-6015-4680-D0154B6286F2}"/>
              </a:ext>
            </a:extLst>
          </p:cNvPr>
          <p:cNvGrpSpPr/>
          <p:nvPr/>
        </p:nvGrpSpPr>
        <p:grpSpPr>
          <a:xfrm>
            <a:off x="2353042" y="2131362"/>
            <a:ext cx="3237321" cy="1945711"/>
            <a:chOff x="2353042" y="2131362"/>
            <a:chExt cx="3237321" cy="1945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B95FCB4-3713-7E08-F128-1F205E730F9B}"/>
                    </a:ext>
                  </a:extLst>
                </p:cNvPr>
                <p:cNvSpPr txBox="1"/>
                <p:nvPr/>
              </p:nvSpPr>
              <p:spPr>
                <a:xfrm>
                  <a:off x="4727841" y="2579023"/>
                  <a:ext cx="86252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B95FCB4-3713-7E08-F128-1F205E730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841" y="2579023"/>
                  <a:ext cx="86252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1直线箭头连接符3">
              <a:extLst>
                <a:ext uri="{FF2B5EF4-FFF2-40B4-BE49-F238E27FC236}">
                  <a16:creationId xmlns:a16="http://schemas.microsoft.com/office/drawing/2014/main" id="{3E279435-6A29-8957-CAE9-F35A50569A23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 flipV="1">
              <a:off x="3215826" y="3112688"/>
              <a:ext cx="359100" cy="55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8A9D312-7921-DCF4-420D-BBAF4F37293C}"/>
                    </a:ext>
                  </a:extLst>
                </p:cNvPr>
                <p:cNvSpPr txBox="1"/>
                <p:nvPr/>
              </p:nvSpPr>
              <p:spPr>
                <a:xfrm>
                  <a:off x="3682906" y="3615408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8A9D312-7921-DCF4-420D-BBAF4F372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2906" y="3615408"/>
                  <a:ext cx="93610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FCA04152-4F2D-C6BB-2FE0-45BA29B3492A}"/>
                </a:ext>
              </a:extLst>
            </p:cNvPr>
            <p:cNvSpPr/>
            <p:nvPr/>
          </p:nvSpPr>
          <p:spPr>
            <a:xfrm>
              <a:off x="3574926" y="2968687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82" name="1直线箭头连接符3">
              <a:extLst>
                <a:ext uri="{FF2B5EF4-FFF2-40B4-BE49-F238E27FC236}">
                  <a16:creationId xmlns:a16="http://schemas.microsoft.com/office/drawing/2014/main" id="{8D71E19D-D8AE-BFE0-AA78-3209CB62C256}"/>
                </a:ext>
              </a:extLst>
            </p:cNvPr>
            <p:cNvCxnSpPr>
              <a:cxnSpLocks/>
              <a:endCxn id="79" idx="4"/>
            </p:cNvCxnSpPr>
            <p:nvPr/>
          </p:nvCxnSpPr>
          <p:spPr>
            <a:xfrm flipV="1">
              <a:off x="3718926" y="3256687"/>
              <a:ext cx="0" cy="4202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1直线箭头连接符3">
              <a:extLst>
                <a:ext uri="{FF2B5EF4-FFF2-40B4-BE49-F238E27FC236}">
                  <a16:creationId xmlns:a16="http://schemas.microsoft.com/office/drawing/2014/main" id="{8CFE1366-8E2E-53F7-33DE-52F4D2848898}"/>
                </a:ext>
              </a:extLst>
            </p:cNvPr>
            <p:cNvCxnSpPr>
              <a:cxnSpLocks/>
              <a:stCxn id="79" idx="6"/>
            </p:cNvCxnSpPr>
            <p:nvPr/>
          </p:nvCxnSpPr>
          <p:spPr>
            <a:xfrm>
              <a:off x="3862926" y="3112687"/>
              <a:ext cx="45299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7643FEF-62C1-6E60-0A78-9E6772873E35}"/>
                    </a:ext>
                  </a:extLst>
                </p:cNvPr>
                <p:cNvSpPr txBox="1"/>
                <p:nvPr/>
              </p:nvSpPr>
              <p:spPr>
                <a:xfrm>
                  <a:off x="2353042" y="2507758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7643FEF-62C1-6E60-0A78-9E6772873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042" y="2507758"/>
                  <a:ext cx="93610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D724F2BD-DD9E-895A-AEEF-61DBFDE1B776}"/>
                </a:ext>
              </a:extLst>
            </p:cNvPr>
            <p:cNvSpPr/>
            <p:nvPr/>
          </p:nvSpPr>
          <p:spPr>
            <a:xfrm>
              <a:off x="4315924" y="2968687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93" name="1直线箭头连接符3">
              <a:extLst>
                <a:ext uri="{FF2B5EF4-FFF2-40B4-BE49-F238E27FC236}">
                  <a16:creationId xmlns:a16="http://schemas.microsoft.com/office/drawing/2014/main" id="{BD542C4C-B1DA-D707-9D87-85503D1E8423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>
              <a:off x="4459924" y="2503081"/>
              <a:ext cx="0" cy="46560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1直线箭头连接符3">
              <a:extLst>
                <a:ext uri="{FF2B5EF4-FFF2-40B4-BE49-F238E27FC236}">
                  <a16:creationId xmlns:a16="http://schemas.microsoft.com/office/drawing/2014/main" id="{320483D4-1290-185A-7F53-0BF009EB5E5D}"/>
                </a:ext>
              </a:extLst>
            </p:cNvPr>
            <p:cNvCxnSpPr>
              <a:cxnSpLocks/>
              <a:stCxn id="92" idx="6"/>
            </p:cNvCxnSpPr>
            <p:nvPr/>
          </p:nvCxnSpPr>
          <p:spPr>
            <a:xfrm>
              <a:off x="4603924" y="3112687"/>
              <a:ext cx="55517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B7D3A34-73E1-62A9-342E-83DC0A616B1B}"/>
                    </a:ext>
                  </a:extLst>
                </p:cNvPr>
                <p:cNvSpPr txBox="1"/>
                <p:nvPr/>
              </p:nvSpPr>
              <p:spPr>
                <a:xfrm>
                  <a:off x="4023299" y="2131362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B7D3A34-73E1-62A9-342E-83DC0A616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3299" y="2131362"/>
                  <a:ext cx="93610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42A254-3494-0FA9-B5EC-6C924443FB6F}"/>
              </a:ext>
            </a:extLst>
          </p:cNvPr>
          <p:cNvGrpSpPr/>
          <p:nvPr/>
        </p:nvGrpSpPr>
        <p:grpSpPr>
          <a:xfrm>
            <a:off x="6240687" y="2106144"/>
            <a:ext cx="3237321" cy="1941034"/>
            <a:chOff x="6240687" y="2106144"/>
            <a:chExt cx="3237321" cy="1941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B748EB6-5299-B0CC-0566-C26931B11C4B}"/>
                    </a:ext>
                  </a:extLst>
                </p:cNvPr>
                <p:cNvSpPr txBox="1"/>
                <p:nvPr/>
              </p:nvSpPr>
              <p:spPr>
                <a:xfrm>
                  <a:off x="6240687" y="2477863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B748EB6-5299-B0CC-0566-C26931B11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0687" y="2477863"/>
                  <a:ext cx="936104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16E4A627-6AF3-AE11-A3CA-C694696B01D4}"/>
                    </a:ext>
                  </a:extLst>
                </p:cNvPr>
                <p:cNvSpPr txBox="1"/>
                <p:nvPr/>
              </p:nvSpPr>
              <p:spPr>
                <a:xfrm>
                  <a:off x="8615486" y="2549128"/>
                  <a:ext cx="86252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16E4A627-6AF3-AE11-A3CA-C694696B0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486" y="2549128"/>
                  <a:ext cx="862522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1直线箭头连接符3">
              <a:extLst>
                <a:ext uri="{FF2B5EF4-FFF2-40B4-BE49-F238E27FC236}">
                  <a16:creationId xmlns:a16="http://schemas.microsoft.com/office/drawing/2014/main" id="{CB1EA5BA-8BC2-783C-08E2-63EA417F58A1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 flipV="1">
              <a:off x="7103471" y="3082793"/>
              <a:ext cx="359100" cy="55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6CC15FF5-0979-CA0F-DAD4-BFAA4AF9C324}"/>
                    </a:ext>
                  </a:extLst>
                </p:cNvPr>
                <p:cNvSpPr txBox="1"/>
                <p:nvPr/>
              </p:nvSpPr>
              <p:spPr>
                <a:xfrm>
                  <a:off x="8291434" y="3585513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6CC15FF5-0979-CA0F-DAD4-BFAA4AF9C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1434" y="3585513"/>
                  <a:ext cx="93610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DBB7EBE5-CE3E-2B79-17FA-1A6C4F10E294}"/>
                </a:ext>
              </a:extLst>
            </p:cNvPr>
            <p:cNvSpPr/>
            <p:nvPr/>
          </p:nvSpPr>
          <p:spPr>
            <a:xfrm>
              <a:off x="7462571" y="2938792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100" name="1直线箭头连接符3">
              <a:extLst>
                <a:ext uri="{FF2B5EF4-FFF2-40B4-BE49-F238E27FC236}">
                  <a16:creationId xmlns:a16="http://schemas.microsoft.com/office/drawing/2014/main" id="{C7E56021-7799-CA7D-FD67-DE364F8DB980}"/>
                </a:ext>
              </a:extLst>
            </p:cNvPr>
            <p:cNvCxnSpPr>
              <a:cxnSpLocks/>
              <a:endCxn id="103" idx="4"/>
            </p:cNvCxnSpPr>
            <p:nvPr/>
          </p:nvCxnSpPr>
          <p:spPr>
            <a:xfrm flipV="1">
              <a:off x="8347569" y="3226792"/>
              <a:ext cx="0" cy="35872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1直线箭头连接符3">
              <a:extLst>
                <a:ext uri="{FF2B5EF4-FFF2-40B4-BE49-F238E27FC236}">
                  <a16:creationId xmlns:a16="http://schemas.microsoft.com/office/drawing/2014/main" id="{FA20E381-7C9E-159C-7EB5-12BB9E66471E}"/>
                </a:ext>
              </a:extLst>
            </p:cNvPr>
            <p:cNvCxnSpPr>
              <a:cxnSpLocks/>
              <a:stCxn id="99" idx="6"/>
            </p:cNvCxnSpPr>
            <p:nvPr/>
          </p:nvCxnSpPr>
          <p:spPr>
            <a:xfrm>
              <a:off x="7750571" y="3082792"/>
              <a:ext cx="45299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37917CAF-AEB0-D1D4-660D-37803C1796BB}"/>
                </a:ext>
              </a:extLst>
            </p:cNvPr>
            <p:cNvSpPr/>
            <p:nvPr/>
          </p:nvSpPr>
          <p:spPr>
            <a:xfrm>
              <a:off x="8203569" y="2938792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104" name="1直线箭头连接符3">
              <a:extLst>
                <a:ext uri="{FF2B5EF4-FFF2-40B4-BE49-F238E27FC236}">
                  <a16:creationId xmlns:a16="http://schemas.microsoft.com/office/drawing/2014/main" id="{1F0053F9-958F-B47D-B8C4-FD91B1F38DF7}"/>
                </a:ext>
              </a:extLst>
            </p:cNvPr>
            <p:cNvCxnSpPr>
              <a:cxnSpLocks/>
            </p:cNvCxnSpPr>
            <p:nvPr/>
          </p:nvCxnSpPr>
          <p:spPr>
            <a:xfrm>
              <a:off x="7606571" y="2477863"/>
              <a:ext cx="0" cy="46560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1直线箭头连接符3">
              <a:extLst>
                <a:ext uri="{FF2B5EF4-FFF2-40B4-BE49-F238E27FC236}">
                  <a16:creationId xmlns:a16="http://schemas.microsoft.com/office/drawing/2014/main" id="{12622998-518E-0B57-3EAD-351218E0D86A}"/>
                </a:ext>
              </a:extLst>
            </p:cNvPr>
            <p:cNvCxnSpPr>
              <a:cxnSpLocks/>
              <a:stCxn id="103" idx="6"/>
            </p:cNvCxnSpPr>
            <p:nvPr/>
          </p:nvCxnSpPr>
          <p:spPr>
            <a:xfrm>
              <a:off x="8491569" y="3082792"/>
              <a:ext cx="55517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1B8D0A6-7214-12B3-997B-F6EDFA9B48E5}"/>
                    </a:ext>
                  </a:extLst>
                </p:cNvPr>
                <p:cNvSpPr txBox="1"/>
                <p:nvPr/>
              </p:nvSpPr>
              <p:spPr>
                <a:xfrm>
                  <a:off x="7169946" y="2106144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1B8D0A6-7214-12B3-997B-F6EDFA9B48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9946" y="2106144"/>
                  <a:ext cx="936104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燕尾形 106">
            <a:extLst>
              <a:ext uri="{FF2B5EF4-FFF2-40B4-BE49-F238E27FC236}">
                <a16:creationId xmlns:a16="http://schemas.microsoft.com/office/drawing/2014/main" id="{261A69A8-FC0A-3ECF-C800-21786834C267}"/>
              </a:ext>
            </a:extLst>
          </p:cNvPr>
          <p:cNvSpPr/>
          <p:nvPr/>
        </p:nvSpPr>
        <p:spPr>
          <a:xfrm>
            <a:off x="5827775" y="2801037"/>
            <a:ext cx="396044" cy="68407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DCB4388-452A-1E28-07B6-00C5AE2A8A4D}"/>
              </a:ext>
            </a:extLst>
          </p:cNvPr>
          <p:cNvSpPr txBox="1"/>
          <p:nvPr/>
        </p:nvSpPr>
        <p:spPr>
          <a:xfrm>
            <a:off x="3682906" y="4322767"/>
            <a:ext cx="4842687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相邻综合点之间可以随意调换位置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7C9AF9C-F5CC-F51F-9F18-F244DE2ECABC}"/>
              </a:ext>
            </a:extLst>
          </p:cNvPr>
          <p:cNvSpPr txBox="1"/>
          <p:nvPr/>
        </p:nvSpPr>
        <p:spPr>
          <a:xfrm>
            <a:off x="3682064" y="5072904"/>
            <a:ext cx="4842687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相邻引出点之间可以随意调换位置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56567C9-B55F-77EA-73D1-B795D8901257}"/>
              </a:ext>
            </a:extLst>
          </p:cNvPr>
          <p:cNvSpPr txBox="1"/>
          <p:nvPr/>
        </p:nvSpPr>
        <p:spPr>
          <a:xfrm>
            <a:off x="3178960" y="5804397"/>
            <a:ext cx="5662286" cy="510778"/>
          </a:xfrm>
          <a:prstGeom prst="flowChartAlternateProcess">
            <a:avLst/>
          </a:prstGeom>
          <a:solidFill>
            <a:srgbClr val="E44860"/>
          </a:solidFill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2"/>
                </a:solidFill>
              </a:rPr>
              <a:t>注意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:</a:t>
            </a:r>
            <a:r>
              <a:rPr kumimoji="1" lang="zh-CN" altLang="en-US" sz="2400" b="1" dirty="0">
                <a:solidFill>
                  <a:schemeClr val="bg2"/>
                </a:solidFill>
              </a:rPr>
              <a:t>相邻引出点和综合点之间不能互换</a:t>
            </a:r>
            <a:r>
              <a:rPr kumimoji="1" lang="en-US" altLang="zh-CN" sz="2400" b="1" dirty="0">
                <a:solidFill>
                  <a:schemeClr val="bg2"/>
                </a:solidFill>
              </a:rPr>
              <a:t>!</a:t>
            </a:r>
            <a:endParaRPr kumimoji="1"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E2024D92-6B57-DFDE-C7EB-B91ED14D46B0}"/>
              </a:ext>
            </a:extLst>
          </p:cNvPr>
          <p:cNvSpPr txBox="1"/>
          <p:nvPr/>
        </p:nvSpPr>
        <p:spPr>
          <a:xfrm>
            <a:off x="373675" y="338090"/>
            <a:ext cx="3240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等效移动规则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34B0AC3-7211-DE4A-3B9A-CB89820A0360}"/>
              </a:ext>
            </a:extLst>
          </p:cNvPr>
          <p:cNvGrpSpPr/>
          <p:nvPr/>
        </p:nvGrpSpPr>
        <p:grpSpPr>
          <a:xfrm>
            <a:off x="323448" y="1039076"/>
            <a:ext cx="3547416" cy="723599"/>
            <a:chOff x="4809199" y="3051459"/>
            <a:chExt cx="4729272" cy="964675"/>
          </a:xfrm>
        </p:grpSpPr>
        <p:sp>
          <p:nvSpPr>
            <p:cNvPr id="34" name="ïṡľíḑé">
              <a:extLst>
                <a:ext uri="{FF2B5EF4-FFF2-40B4-BE49-F238E27FC236}">
                  <a16:creationId xmlns:a16="http://schemas.microsoft.com/office/drawing/2014/main" id="{1ABC2A3C-0929-4356-492C-028C3B1DF86B}"/>
                </a:ext>
              </a:extLst>
            </p:cNvPr>
            <p:cNvSpPr/>
            <p:nvPr/>
          </p:nvSpPr>
          <p:spPr bwMode="auto">
            <a:xfrm>
              <a:off x="5434624" y="3147926"/>
              <a:ext cx="4103847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相邻综合点移动</a:t>
              </a:r>
            </a:p>
          </p:txBody>
        </p:sp>
        <p:sp>
          <p:nvSpPr>
            <p:cNvPr id="35" name="ï$ḷiďè">
              <a:extLst>
                <a:ext uri="{FF2B5EF4-FFF2-40B4-BE49-F238E27FC236}">
                  <a16:creationId xmlns:a16="http://schemas.microsoft.com/office/drawing/2014/main" id="{0BB2924E-8269-E8BE-48D4-44117E5135F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158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09" grpId="0" animBg="1"/>
      <p:bldP spid="1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34963" y="349583"/>
            <a:ext cx="4556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结构图等效变换方法</a:t>
            </a:r>
          </a:p>
        </p:txBody>
      </p:sp>
      <p:grpSp>
        <p:nvGrpSpPr>
          <p:cNvPr id="44" name="步骤1">
            <a:extLst>
              <a:ext uri="{FF2B5EF4-FFF2-40B4-BE49-F238E27FC236}">
                <a16:creationId xmlns:a16="http://schemas.microsoft.com/office/drawing/2014/main" id="{658C05F1-5071-69C2-87AE-77B9F38E6276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46" name="文本">
              <a:extLst>
                <a:ext uri="{FF2B5EF4-FFF2-40B4-BE49-F238E27FC236}">
                  <a16:creationId xmlns:a16="http://schemas.microsoft.com/office/drawing/2014/main" id="{4AAEB07B-0607-860D-FA3C-5472C718B8D8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47" name="序号">
              <a:extLst>
                <a:ext uri="{FF2B5EF4-FFF2-40B4-BE49-F238E27FC236}">
                  <a16:creationId xmlns:a16="http://schemas.microsoft.com/office/drawing/2014/main" id="{5ECF20B0-29E1-71C8-4F18-F96379F21FE4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8" name="步骤2">
            <a:extLst>
              <a:ext uri="{FF2B5EF4-FFF2-40B4-BE49-F238E27FC236}">
                <a16:creationId xmlns:a16="http://schemas.microsoft.com/office/drawing/2014/main" id="{9CE18894-3BD8-7032-1109-2ABDAAC647EF}"/>
              </a:ext>
            </a:extLst>
          </p:cNvPr>
          <p:cNvGrpSpPr/>
          <p:nvPr/>
        </p:nvGrpSpPr>
        <p:grpSpPr>
          <a:xfrm>
            <a:off x="190550" y="1909379"/>
            <a:ext cx="2448274" cy="723599"/>
            <a:chOff x="4809199" y="3051459"/>
            <a:chExt cx="3263940" cy="964675"/>
          </a:xfrm>
        </p:grpSpPr>
        <p:sp>
          <p:nvSpPr>
            <p:cNvPr id="19" name="文本">
              <a:extLst>
                <a:ext uri="{FF2B5EF4-FFF2-40B4-BE49-F238E27FC236}">
                  <a16:creationId xmlns:a16="http://schemas.microsoft.com/office/drawing/2014/main" id="{350F3DBA-7EFB-8E52-A9EF-20952208583C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20" name="序号">
              <a:extLst>
                <a:ext uri="{FF2B5EF4-FFF2-40B4-BE49-F238E27FC236}">
                  <a16:creationId xmlns:a16="http://schemas.microsoft.com/office/drawing/2014/main" id="{DED707DD-BA12-3CDA-57C1-665F1655B69D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1" name="步骤3">
            <a:extLst>
              <a:ext uri="{FF2B5EF4-FFF2-40B4-BE49-F238E27FC236}">
                <a16:creationId xmlns:a16="http://schemas.microsoft.com/office/drawing/2014/main" id="{99E89BF8-0956-7E5D-B245-5D43F5AA16AB}"/>
              </a:ext>
            </a:extLst>
          </p:cNvPr>
          <p:cNvGrpSpPr/>
          <p:nvPr/>
        </p:nvGrpSpPr>
        <p:grpSpPr>
          <a:xfrm>
            <a:off x="190550" y="4391181"/>
            <a:ext cx="2448274" cy="723599"/>
            <a:chOff x="4809199" y="3051459"/>
            <a:chExt cx="3263940" cy="964675"/>
          </a:xfrm>
        </p:grpSpPr>
        <p:sp>
          <p:nvSpPr>
            <p:cNvPr id="22" name="文本">
              <a:extLst>
                <a:ext uri="{FF2B5EF4-FFF2-40B4-BE49-F238E27FC236}">
                  <a16:creationId xmlns:a16="http://schemas.microsoft.com/office/drawing/2014/main" id="{BA8C0372-A1DF-DDA4-16DF-D93FE8BBEA6D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23" name="序号">
              <a:extLst>
                <a:ext uri="{FF2B5EF4-FFF2-40B4-BE49-F238E27FC236}">
                  <a16:creationId xmlns:a16="http://schemas.microsoft.com/office/drawing/2014/main" id="{A2BA7B42-C05A-6952-2579-FA7C87A2256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2" name="说明1">
            <a:extLst>
              <a:ext uri="{FF2B5EF4-FFF2-40B4-BE49-F238E27FC236}">
                <a16:creationId xmlns:a16="http://schemas.microsoft.com/office/drawing/2014/main" id="{83C503A0-F656-B29D-9A62-35524F94258D}"/>
              </a:ext>
            </a:extLst>
          </p:cNvPr>
          <p:cNvSpPr txBox="1"/>
          <p:nvPr/>
        </p:nvSpPr>
        <p:spPr>
          <a:xfrm>
            <a:off x="3070871" y="1109973"/>
            <a:ext cx="7936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直接使用公式化简典型结构：串联、并联或反馈</a:t>
            </a:r>
          </a:p>
        </p:txBody>
      </p:sp>
      <p:sp>
        <p:nvSpPr>
          <p:cNvPr id="33" name="说明2">
            <a:extLst>
              <a:ext uri="{FF2B5EF4-FFF2-40B4-BE49-F238E27FC236}">
                <a16:creationId xmlns:a16="http://schemas.microsoft.com/office/drawing/2014/main" id="{68DD1807-5962-1F11-55C0-F32B5BB91058}"/>
              </a:ext>
            </a:extLst>
          </p:cNvPr>
          <p:cNvSpPr txBox="1"/>
          <p:nvPr/>
        </p:nvSpPr>
        <p:spPr>
          <a:xfrm>
            <a:off x="3070871" y="1981920"/>
            <a:ext cx="900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若没有三种典型结构，且回路之间有交叉，则必须移位。</a:t>
            </a:r>
          </a:p>
        </p:txBody>
      </p:sp>
      <p:sp>
        <p:nvSpPr>
          <p:cNvPr id="34" name="说明3">
            <a:extLst>
              <a:ext uri="{FF2B5EF4-FFF2-40B4-BE49-F238E27FC236}">
                <a16:creationId xmlns:a16="http://schemas.microsoft.com/office/drawing/2014/main" id="{E6AC45F9-5D3D-014F-4B83-1EF54AD4BE2C}"/>
              </a:ext>
            </a:extLst>
          </p:cNvPr>
          <p:cNvSpPr txBox="1"/>
          <p:nvPr/>
        </p:nvSpPr>
        <p:spPr>
          <a:xfrm>
            <a:off x="406199" y="2760816"/>
            <a:ext cx="6337079" cy="1532334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1"/>
                </a:solidFill>
              </a:rPr>
              <a:t>比较点只能向相邻比较点方向移位</a:t>
            </a:r>
            <a:endParaRPr kumimoji="1" lang="en-US" altLang="zh-CN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1"/>
                </a:solidFill>
              </a:rPr>
              <a:t>引出点只能向相邻引出点方向移位</a:t>
            </a:r>
            <a:endParaRPr kumimoji="1" lang="en-US" altLang="zh-CN" sz="2800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1"/>
                </a:solidFill>
              </a:rPr>
              <a:t>移位后合并</a:t>
            </a:r>
          </a:p>
        </p:txBody>
      </p:sp>
      <p:sp>
        <p:nvSpPr>
          <p:cNvPr id="35" name="说明4">
            <a:extLst>
              <a:ext uri="{FF2B5EF4-FFF2-40B4-BE49-F238E27FC236}">
                <a16:creationId xmlns:a16="http://schemas.microsoft.com/office/drawing/2014/main" id="{55CEE222-AA47-36FA-CA86-642288254F0A}"/>
              </a:ext>
            </a:extLst>
          </p:cNvPr>
          <p:cNvSpPr txBox="1"/>
          <p:nvPr/>
        </p:nvSpPr>
        <p:spPr>
          <a:xfrm>
            <a:off x="7391350" y="2999179"/>
            <a:ext cx="3899303" cy="1055608"/>
          </a:xfrm>
          <a:prstGeom prst="flowChartAlternateProcess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E44860"/>
                </a:solidFill>
              </a:rPr>
              <a:t>注意</a:t>
            </a:r>
            <a:r>
              <a:rPr kumimoji="1" lang="en-US" altLang="zh-CN" sz="2800" dirty="0">
                <a:solidFill>
                  <a:srgbClr val="E44860"/>
                </a:solidFill>
              </a:rPr>
              <a:t>:</a:t>
            </a:r>
            <a:r>
              <a:rPr kumimoji="1" lang="zh-CN" altLang="en-US" sz="2800" dirty="0">
                <a:solidFill>
                  <a:srgbClr val="E44860"/>
                </a:solidFill>
              </a:rPr>
              <a:t>相邻引出点和综合点之间不能互换</a:t>
            </a:r>
            <a:r>
              <a:rPr kumimoji="1" lang="en-US" altLang="zh-CN" sz="2800" dirty="0">
                <a:solidFill>
                  <a:srgbClr val="E4486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06592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2" grpId="0"/>
      <p:bldP spid="33" grpId="0"/>
      <p:bldP spid="34" grpId="0" build="p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sp>
        <p:nvSpPr>
          <p:cNvPr id="18" name="小标题">
            <a:extLst>
              <a:ext uri="{FF2B5EF4-FFF2-40B4-BE49-F238E27FC236}">
                <a16:creationId xmlns:a16="http://schemas.microsoft.com/office/drawing/2014/main" id="{11B1759D-6BFC-E2E3-0A22-893D6B523756}"/>
              </a:ext>
            </a:extLst>
          </p:cNvPr>
          <p:cNvSpPr/>
          <p:nvPr/>
        </p:nvSpPr>
        <p:spPr bwMode="auto">
          <a:xfrm>
            <a:off x="6455246" y="328637"/>
            <a:ext cx="3744416" cy="578882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电枢控制直流电动机</a:t>
            </a:r>
          </a:p>
        </p:txBody>
      </p:sp>
      <p:cxnSp>
        <p:nvCxnSpPr>
          <p:cNvPr id="19" name="信号1-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</p:cNvCxnSpPr>
          <p:nvPr/>
        </p:nvCxnSpPr>
        <p:spPr>
          <a:xfrm>
            <a:off x="4409283" y="3331518"/>
            <a:ext cx="587204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-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-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方框1-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/>
              <p:nvPr/>
            </p:nvSpPr>
            <p:spPr>
              <a:xfrm>
                <a:off x="5517730" y="3045400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方框1-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730" y="3045400"/>
                <a:ext cx="781425" cy="576000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信号1-3">
            <a:extLst>
              <a:ext uri="{FF2B5EF4-FFF2-40B4-BE49-F238E27FC236}">
                <a16:creationId xmlns:a16="http://schemas.microsoft.com/office/drawing/2014/main" id="{5744E446-698C-A20E-2872-65E8932DC63C}"/>
              </a:ext>
            </a:extLst>
          </p:cNvPr>
          <p:cNvCxnSpPr>
            <a:cxnSpLocks/>
          </p:cNvCxnSpPr>
          <p:nvPr/>
        </p:nvCxnSpPr>
        <p:spPr>
          <a:xfrm>
            <a:off x="6299155" y="3329637"/>
            <a:ext cx="45528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标签1-2">
                <a:extLst>
                  <a:ext uri="{FF2B5EF4-FFF2-40B4-BE49-F238E27FC236}">
                    <a16:creationId xmlns:a16="http://schemas.microsoft.com/office/drawing/2014/main" id="{BAEB3058-96D6-6FE5-EB2E-CDB70FAA476E}"/>
                  </a:ext>
                </a:extLst>
              </p:cNvPr>
              <p:cNvSpPr txBox="1"/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标签1-2">
                <a:extLst>
                  <a:ext uri="{FF2B5EF4-FFF2-40B4-BE49-F238E27FC236}">
                    <a16:creationId xmlns:a16="http://schemas.microsoft.com/office/drawing/2014/main" id="{BAEB3058-96D6-6FE5-EB2E-CDB70FAA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信号1-7">
            <a:extLst>
              <a:ext uri="{FF2B5EF4-FFF2-40B4-BE49-F238E27FC236}">
                <a16:creationId xmlns:a16="http://schemas.microsoft.com/office/drawing/2014/main" id="{1D2F9EF5-6443-B3C5-54E7-B578CB235EB8}"/>
              </a:ext>
            </a:extLst>
          </p:cNvPr>
          <p:cNvCxnSpPr>
            <a:cxnSpLocks/>
          </p:cNvCxnSpPr>
          <p:nvPr/>
        </p:nvCxnSpPr>
        <p:spPr>
          <a:xfrm rot="10800000">
            <a:off x="5137691" y="3479281"/>
            <a:ext cx="385102" cy="6157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方框1-5">
                <a:extLst>
                  <a:ext uri="{FF2B5EF4-FFF2-40B4-BE49-F238E27FC236}">
                    <a16:creationId xmlns:a16="http://schemas.microsoft.com/office/drawing/2014/main" id="{8A19F9F9-A453-44E3-F4FA-4088FAD57AFB}"/>
                  </a:ext>
                </a:extLst>
              </p:cNvPr>
              <p:cNvSpPr/>
              <p:nvPr/>
            </p:nvSpPr>
            <p:spPr>
              <a:xfrm>
                <a:off x="5517385" y="3803268"/>
                <a:ext cx="11880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方框1-5">
                <a:extLst>
                  <a:ext uri="{FF2B5EF4-FFF2-40B4-BE49-F238E27FC236}">
                    <a16:creationId xmlns:a16="http://schemas.microsoft.com/office/drawing/2014/main" id="{8A19F9F9-A453-44E3-F4FA-4088FAD57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85" y="3803268"/>
                <a:ext cx="1188000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4988283" y="3187519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29" name="信号1-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</p:cNvCxnSpPr>
          <p:nvPr/>
        </p:nvCxnSpPr>
        <p:spPr>
          <a:xfrm>
            <a:off x="5287966" y="3329637"/>
            <a:ext cx="241446" cy="188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4597470" y="3429290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70" y="3429290"/>
                <a:ext cx="59488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方框1-2">
                <a:extLst>
                  <a:ext uri="{FF2B5EF4-FFF2-40B4-BE49-F238E27FC236}">
                    <a16:creationId xmlns:a16="http://schemas.microsoft.com/office/drawing/2014/main" id="{B80A82A1-CC4C-C067-96E9-6D6104E51E9F}"/>
                  </a:ext>
                </a:extLst>
              </p:cNvPr>
              <p:cNvSpPr/>
              <p:nvPr/>
            </p:nvSpPr>
            <p:spPr>
              <a:xfrm>
                <a:off x="6754438" y="3045400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方框1-2">
                <a:extLst>
                  <a:ext uri="{FF2B5EF4-FFF2-40B4-BE49-F238E27FC236}">
                    <a16:creationId xmlns:a16="http://schemas.microsoft.com/office/drawing/2014/main" id="{B80A82A1-CC4C-C067-96E9-6D6104E51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438" y="3045400"/>
                <a:ext cx="781425" cy="57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!!方框1-3">
                <a:extLst>
                  <a:ext uri="{FF2B5EF4-FFF2-40B4-BE49-F238E27FC236}">
                    <a16:creationId xmlns:a16="http://schemas.microsoft.com/office/drawing/2014/main" id="{6E98E69E-54D5-1438-4632-943D00654175}"/>
                  </a:ext>
                </a:extLst>
              </p:cNvPr>
              <p:cNvSpPr/>
              <p:nvPr/>
            </p:nvSpPr>
            <p:spPr>
              <a:xfrm>
                <a:off x="7948065" y="3045400"/>
                <a:ext cx="11880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6" name="!!方框1-3">
                <a:extLst>
                  <a:ext uri="{FF2B5EF4-FFF2-40B4-BE49-F238E27FC236}">
                    <a16:creationId xmlns:a16="http://schemas.microsoft.com/office/drawing/2014/main" id="{6E98E69E-54D5-1438-4632-943D006541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065" y="3045400"/>
                <a:ext cx="1188000" cy="576000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信号1-4">
            <a:extLst>
              <a:ext uri="{FF2B5EF4-FFF2-40B4-BE49-F238E27FC236}">
                <a16:creationId xmlns:a16="http://schemas.microsoft.com/office/drawing/2014/main" id="{6E80111A-D966-8316-B234-D814574371C9}"/>
              </a:ext>
            </a:extLst>
          </p:cNvPr>
          <p:cNvCxnSpPr>
            <a:cxnSpLocks/>
          </p:cNvCxnSpPr>
          <p:nvPr/>
        </p:nvCxnSpPr>
        <p:spPr>
          <a:xfrm>
            <a:off x="7535863" y="3329203"/>
            <a:ext cx="41220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方框1-4">
                <a:extLst>
                  <a:ext uri="{FF2B5EF4-FFF2-40B4-BE49-F238E27FC236}">
                    <a16:creationId xmlns:a16="http://schemas.microsoft.com/office/drawing/2014/main" id="{C880EA81-0AE7-B0E5-5CD8-963F78E06A42}"/>
                  </a:ext>
                </a:extLst>
              </p:cNvPr>
              <p:cNvSpPr/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方框1-4">
                <a:extLst>
                  <a:ext uri="{FF2B5EF4-FFF2-40B4-BE49-F238E27FC236}">
                    <a16:creationId xmlns:a16="http://schemas.microsoft.com/office/drawing/2014/main" id="{C880EA81-0AE7-B0E5-5CD8-963F78E06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blipFill>
                <a:blip r:embed="rId10"/>
                <a:stretch>
                  <a:fillRect b="-20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信号1-5">
            <a:extLst>
              <a:ext uri="{FF2B5EF4-FFF2-40B4-BE49-F238E27FC236}">
                <a16:creationId xmlns:a16="http://schemas.microsoft.com/office/drawing/2014/main" id="{27152350-708A-A1BB-5AA2-6849FCCD7932}"/>
              </a:ext>
            </a:extLst>
          </p:cNvPr>
          <p:cNvCxnSpPr>
            <a:cxnSpLocks/>
          </p:cNvCxnSpPr>
          <p:nvPr/>
        </p:nvCxnSpPr>
        <p:spPr>
          <a:xfrm>
            <a:off x="9144282" y="3329203"/>
            <a:ext cx="55058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!!信号1-6">
            <a:extLst>
              <a:ext uri="{FF2B5EF4-FFF2-40B4-BE49-F238E27FC236}">
                <a16:creationId xmlns:a16="http://schemas.microsoft.com/office/drawing/2014/main" id="{B03EA982-5074-9343-1B0D-9FA844A74A14}"/>
              </a:ext>
            </a:extLst>
          </p:cNvPr>
          <p:cNvCxnSpPr>
            <a:cxnSpLocks/>
          </p:cNvCxnSpPr>
          <p:nvPr/>
        </p:nvCxnSpPr>
        <p:spPr>
          <a:xfrm flipV="1">
            <a:off x="10460976" y="3331143"/>
            <a:ext cx="550581" cy="18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1-3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1-3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信号1-8">
            <a:extLst>
              <a:ext uri="{FF2B5EF4-FFF2-40B4-BE49-F238E27FC236}">
                <a16:creationId xmlns:a16="http://schemas.microsoft.com/office/drawing/2014/main" id="{1174A4D4-A159-E231-E05D-D9FA667D119D}"/>
              </a:ext>
            </a:extLst>
          </p:cNvPr>
          <p:cNvCxnSpPr>
            <a:cxnSpLocks/>
          </p:cNvCxnSpPr>
          <p:nvPr/>
        </p:nvCxnSpPr>
        <p:spPr>
          <a:xfrm rot="5400000">
            <a:off x="7689240" y="2353220"/>
            <a:ext cx="759717" cy="272743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步骤1">
            <a:extLst>
              <a:ext uri="{FF2B5EF4-FFF2-40B4-BE49-F238E27FC236}">
                <a16:creationId xmlns:a16="http://schemas.microsoft.com/office/drawing/2014/main" id="{4B032708-C7FB-FB4A-2AC0-EC70281910CA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50" name="文本">
              <a:extLst>
                <a:ext uri="{FF2B5EF4-FFF2-40B4-BE49-F238E27FC236}">
                  <a16:creationId xmlns:a16="http://schemas.microsoft.com/office/drawing/2014/main" id="{93901954-C3C1-EFAB-83B6-A86E04EC9DCF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55" name="序号">
              <a:extLst>
                <a:ext uri="{FF2B5EF4-FFF2-40B4-BE49-F238E27FC236}">
                  <a16:creationId xmlns:a16="http://schemas.microsoft.com/office/drawing/2014/main" id="{46F14607-3CA8-4A76-E3AD-4571BAF7915A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6" name="步骤2">
            <a:extLst>
              <a:ext uri="{FF2B5EF4-FFF2-40B4-BE49-F238E27FC236}">
                <a16:creationId xmlns:a16="http://schemas.microsoft.com/office/drawing/2014/main" id="{1AC2D3CE-9A62-4EC2-162D-CB175BC46DD8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57" name="文本">
              <a:extLst>
                <a:ext uri="{FF2B5EF4-FFF2-40B4-BE49-F238E27FC236}">
                  <a16:creationId xmlns:a16="http://schemas.microsoft.com/office/drawing/2014/main" id="{EB91B614-52E6-4C43-618D-AC33AD54E6E0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58" name="序号">
              <a:extLst>
                <a:ext uri="{FF2B5EF4-FFF2-40B4-BE49-F238E27FC236}">
                  <a16:creationId xmlns:a16="http://schemas.microsoft.com/office/drawing/2014/main" id="{37BBBC57-4668-ED3B-0512-DE02AF1B5271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9" name="步骤3">
            <a:extLst>
              <a:ext uri="{FF2B5EF4-FFF2-40B4-BE49-F238E27FC236}">
                <a16:creationId xmlns:a16="http://schemas.microsoft.com/office/drawing/2014/main" id="{717005B7-1CBD-A02A-B667-7E2506495BEE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60" name="文本">
              <a:extLst>
                <a:ext uri="{FF2B5EF4-FFF2-40B4-BE49-F238E27FC236}">
                  <a16:creationId xmlns:a16="http://schemas.microsoft.com/office/drawing/2014/main" id="{1E201E5F-F784-6806-AA8D-8D1033722BAC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61" name="序号">
              <a:extLst>
                <a:ext uri="{FF2B5EF4-FFF2-40B4-BE49-F238E27FC236}">
                  <a16:creationId xmlns:a16="http://schemas.microsoft.com/office/drawing/2014/main" id="{4A26B565-6BAB-4DAA-C602-DA1265517882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7149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sp>
        <p:nvSpPr>
          <p:cNvPr id="18" name="小标题">
            <a:extLst>
              <a:ext uri="{FF2B5EF4-FFF2-40B4-BE49-F238E27FC236}">
                <a16:creationId xmlns:a16="http://schemas.microsoft.com/office/drawing/2014/main" id="{11B1759D-6BFC-E2E3-0A22-893D6B523756}"/>
              </a:ext>
            </a:extLst>
          </p:cNvPr>
          <p:cNvSpPr/>
          <p:nvPr/>
        </p:nvSpPr>
        <p:spPr bwMode="auto">
          <a:xfrm>
            <a:off x="6455246" y="328637"/>
            <a:ext cx="3744416" cy="578882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电枢控制直流电动机</a:t>
            </a:r>
          </a:p>
        </p:txBody>
      </p:sp>
      <p:grpSp>
        <p:nvGrpSpPr>
          <p:cNvPr id="49" name="步骤1">
            <a:extLst>
              <a:ext uri="{FF2B5EF4-FFF2-40B4-BE49-F238E27FC236}">
                <a16:creationId xmlns:a16="http://schemas.microsoft.com/office/drawing/2014/main" id="{4B032708-C7FB-FB4A-2AC0-EC70281910CA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50" name="文本">
              <a:extLst>
                <a:ext uri="{FF2B5EF4-FFF2-40B4-BE49-F238E27FC236}">
                  <a16:creationId xmlns:a16="http://schemas.microsoft.com/office/drawing/2014/main" id="{93901954-C3C1-EFAB-83B6-A86E04EC9DCF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55" name="序号">
              <a:extLst>
                <a:ext uri="{FF2B5EF4-FFF2-40B4-BE49-F238E27FC236}">
                  <a16:creationId xmlns:a16="http://schemas.microsoft.com/office/drawing/2014/main" id="{46F14607-3CA8-4A76-E3AD-4571BAF7915A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6" name="步骤2">
            <a:extLst>
              <a:ext uri="{FF2B5EF4-FFF2-40B4-BE49-F238E27FC236}">
                <a16:creationId xmlns:a16="http://schemas.microsoft.com/office/drawing/2014/main" id="{1AC2D3CE-9A62-4EC2-162D-CB175BC46DD8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57" name="文本">
              <a:extLst>
                <a:ext uri="{FF2B5EF4-FFF2-40B4-BE49-F238E27FC236}">
                  <a16:creationId xmlns:a16="http://schemas.microsoft.com/office/drawing/2014/main" id="{EB91B614-52E6-4C43-618D-AC33AD54E6E0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58" name="序号">
              <a:extLst>
                <a:ext uri="{FF2B5EF4-FFF2-40B4-BE49-F238E27FC236}">
                  <a16:creationId xmlns:a16="http://schemas.microsoft.com/office/drawing/2014/main" id="{37BBBC57-4668-ED3B-0512-DE02AF1B5271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9" name="步骤3">
            <a:extLst>
              <a:ext uri="{FF2B5EF4-FFF2-40B4-BE49-F238E27FC236}">
                <a16:creationId xmlns:a16="http://schemas.microsoft.com/office/drawing/2014/main" id="{717005B7-1CBD-A02A-B667-7E2506495BEE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60" name="文本">
              <a:extLst>
                <a:ext uri="{FF2B5EF4-FFF2-40B4-BE49-F238E27FC236}">
                  <a16:creationId xmlns:a16="http://schemas.microsoft.com/office/drawing/2014/main" id="{1E201E5F-F784-6806-AA8D-8D1033722BAC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61" name="序号">
              <a:extLst>
                <a:ext uri="{FF2B5EF4-FFF2-40B4-BE49-F238E27FC236}">
                  <a16:creationId xmlns:a16="http://schemas.microsoft.com/office/drawing/2014/main" id="{4A26B565-6BAB-4DAA-C602-DA1265517882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cxnSp>
        <p:nvCxnSpPr>
          <p:cNvPr id="62" name="信号1-1">
            <a:extLst>
              <a:ext uri="{FF2B5EF4-FFF2-40B4-BE49-F238E27FC236}">
                <a16:creationId xmlns:a16="http://schemas.microsoft.com/office/drawing/2014/main" id="{94C19F1C-1160-56FD-6B1C-0D89BA6045EB}"/>
              </a:ext>
            </a:extLst>
          </p:cNvPr>
          <p:cNvCxnSpPr>
            <a:cxnSpLocks/>
          </p:cNvCxnSpPr>
          <p:nvPr/>
        </p:nvCxnSpPr>
        <p:spPr>
          <a:xfrm>
            <a:off x="4401610" y="3331518"/>
            <a:ext cx="587204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/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标签1-2">
                <a:extLst>
                  <a:ext uri="{FF2B5EF4-FFF2-40B4-BE49-F238E27FC236}">
                    <a16:creationId xmlns:a16="http://schemas.microsoft.com/office/drawing/2014/main" id="{274B1FAD-9FC7-0A89-9E32-00DE5B47FD32}"/>
                  </a:ext>
                </a:extLst>
              </p:cNvPr>
              <p:cNvSpPr txBox="1"/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3" name="标签1-2">
                <a:extLst>
                  <a:ext uri="{FF2B5EF4-FFF2-40B4-BE49-F238E27FC236}">
                    <a16:creationId xmlns:a16="http://schemas.microsoft.com/office/drawing/2014/main" id="{274B1FAD-9FC7-0A89-9E32-00DE5B47F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信号1-7">
            <a:extLst>
              <a:ext uri="{FF2B5EF4-FFF2-40B4-BE49-F238E27FC236}">
                <a16:creationId xmlns:a16="http://schemas.microsoft.com/office/drawing/2014/main" id="{4F8DFE9A-21EF-23B1-D0A9-F901D6C9AF78}"/>
              </a:ext>
            </a:extLst>
          </p:cNvPr>
          <p:cNvCxnSpPr>
            <a:cxnSpLocks/>
          </p:cNvCxnSpPr>
          <p:nvPr/>
        </p:nvCxnSpPr>
        <p:spPr>
          <a:xfrm rot="10800000">
            <a:off x="5125722" y="3475519"/>
            <a:ext cx="385102" cy="6157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方框1-5">
                <a:extLst>
                  <a:ext uri="{FF2B5EF4-FFF2-40B4-BE49-F238E27FC236}">
                    <a16:creationId xmlns:a16="http://schemas.microsoft.com/office/drawing/2014/main" id="{557ED7BA-BDF2-0CD1-DA28-AC3C1F75F5A5}"/>
                  </a:ext>
                </a:extLst>
              </p:cNvPr>
              <p:cNvSpPr/>
              <p:nvPr/>
            </p:nvSpPr>
            <p:spPr>
              <a:xfrm>
                <a:off x="5517385" y="3803268"/>
                <a:ext cx="11880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方框1-5">
                <a:extLst>
                  <a:ext uri="{FF2B5EF4-FFF2-40B4-BE49-F238E27FC236}">
                    <a16:creationId xmlns:a16="http://schemas.microsoft.com/office/drawing/2014/main" id="{557ED7BA-BDF2-0CD1-DA28-AC3C1F75F5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85" y="3803268"/>
                <a:ext cx="1188000" cy="57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sum1">
            <a:extLst>
              <a:ext uri="{FF2B5EF4-FFF2-40B4-BE49-F238E27FC236}">
                <a16:creationId xmlns:a16="http://schemas.microsoft.com/office/drawing/2014/main" id="{5BDC0EEC-BC42-28C5-3088-5D64D16B5D94}"/>
              </a:ext>
            </a:extLst>
          </p:cNvPr>
          <p:cNvSpPr/>
          <p:nvPr/>
        </p:nvSpPr>
        <p:spPr>
          <a:xfrm>
            <a:off x="4988283" y="3187519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83" name="信号1-2">
            <a:extLst>
              <a:ext uri="{FF2B5EF4-FFF2-40B4-BE49-F238E27FC236}">
                <a16:creationId xmlns:a16="http://schemas.microsoft.com/office/drawing/2014/main" id="{DEF593DC-FCFB-6AAD-E7AD-55D06D8A9AC2}"/>
              </a:ext>
            </a:extLst>
          </p:cNvPr>
          <p:cNvCxnSpPr>
            <a:cxnSpLocks/>
          </p:cNvCxnSpPr>
          <p:nvPr/>
        </p:nvCxnSpPr>
        <p:spPr>
          <a:xfrm>
            <a:off x="5293007" y="3330609"/>
            <a:ext cx="1529402" cy="188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负号1">
                <a:extLst>
                  <a:ext uri="{FF2B5EF4-FFF2-40B4-BE49-F238E27FC236}">
                    <a16:creationId xmlns:a16="http://schemas.microsoft.com/office/drawing/2014/main" id="{9417D05E-57E5-FD0F-B06C-10BA5CFE8DA4}"/>
                  </a:ext>
                </a:extLst>
              </p:cNvPr>
              <p:cNvSpPr txBox="1"/>
              <p:nvPr/>
            </p:nvSpPr>
            <p:spPr>
              <a:xfrm>
                <a:off x="4597470" y="3429290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4" name="负号1">
                <a:extLst>
                  <a:ext uri="{FF2B5EF4-FFF2-40B4-BE49-F238E27FC236}">
                    <a16:creationId xmlns:a16="http://schemas.microsoft.com/office/drawing/2014/main" id="{9417D05E-57E5-FD0F-B06C-10BA5CFE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70" y="3429290"/>
                <a:ext cx="59488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/>
              <p:nvPr/>
            </p:nvSpPr>
            <p:spPr>
              <a:xfrm>
                <a:off x="6805685" y="3045400"/>
                <a:ext cx="1521769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685" y="3045400"/>
                <a:ext cx="1521769" cy="576000"/>
              </a:xfrm>
              <a:prstGeom prst="rect">
                <a:avLst/>
              </a:prstGeom>
              <a:blipFill>
                <a:blip r:embed="rId7"/>
                <a:stretch>
                  <a:fillRect b="-10417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方框1-4">
                <a:extLst>
                  <a:ext uri="{FF2B5EF4-FFF2-40B4-BE49-F238E27FC236}">
                    <a16:creationId xmlns:a16="http://schemas.microsoft.com/office/drawing/2014/main" id="{C3617889-0CEC-C8FF-6579-D3264F07914C}"/>
                  </a:ext>
                </a:extLst>
              </p:cNvPr>
              <p:cNvSpPr/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8" name="方框1-4">
                <a:extLst>
                  <a:ext uri="{FF2B5EF4-FFF2-40B4-BE49-F238E27FC236}">
                    <a16:creationId xmlns:a16="http://schemas.microsoft.com/office/drawing/2014/main" id="{C3617889-0CEC-C8FF-6579-D3264F079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信号1-5">
            <a:extLst>
              <a:ext uri="{FF2B5EF4-FFF2-40B4-BE49-F238E27FC236}">
                <a16:creationId xmlns:a16="http://schemas.microsoft.com/office/drawing/2014/main" id="{DCBC48D9-D3C3-A3E4-15E1-0950E83E31D7}"/>
              </a:ext>
            </a:extLst>
          </p:cNvPr>
          <p:cNvCxnSpPr>
            <a:cxnSpLocks/>
          </p:cNvCxnSpPr>
          <p:nvPr/>
        </p:nvCxnSpPr>
        <p:spPr>
          <a:xfrm>
            <a:off x="8335670" y="3326113"/>
            <a:ext cx="135919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!!信号1-6">
            <a:extLst>
              <a:ext uri="{FF2B5EF4-FFF2-40B4-BE49-F238E27FC236}">
                <a16:creationId xmlns:a16="http://schemas.microsoft.com/office/drawing/2014/main" id="{A4019E07-2EA7-DC0A-1798-35D648C51123}"/>
              </a:ext>
            </a:extLst>
          </p:cNvPr>
          <p:cNvCxnSpPr>
            <a:cxnSpLocks/>
          </p:cNvCxnSpPr>
          <p:nvPr/>
        </p:nvCxnSpPr>
        <p:spPr>
          <a:xfrm flipV="1">
            <a:off x="10468073" y="3325172"/>
            <a:ext cx="550581" cy="18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/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信号1-8">
            <a:extLst>
              <a:ext uri="{FF2B5EF4-FFF2-40B4-BE49-F238E27FC236}">
                <a16:creationId xmlns:a16="http://schemas.microsoft.com/office/drawing/2014/main" id="{F1C03D64-D98B-D45B-5613-6FF6325144E7}"/>
              </a:ext>
            </a:extLst>
          </p:cNvPr>
          <p:cNvCxnSpPr>
            <a:cxnSpLocks/>
          </p:cNvCxnSpPr>
          <p:nvPr/>
        </p:nvCxnSpPr>
        <p:spPr>
          <a:xfrm rot="5400000">
            <a:off x="7696814" y="2347695"/>
            <a:ext cx="759717" cy="272743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290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sp>
        <p:nvSpPr>
          <p:cNvPr id="18" name="小标题">
            <a:extLst>
              <a:ext uri="{FF2B5EF4-FFF2-40B4-BE49-F238E27FC236}">
                <a16:creationId xmlns:a16="http://schemas.microsoft.com/office/drawing/2014/main" id="{11B1759D-6BFC-E2E3-0A22-893D6B523756}"/>
              </a:ext>
            </a:extLst>
          </p:cNvPr>
          <p:cNvSpPr/>
          <p:nvPr/>
        </p:nvSpPr>
        <p:spPr bwMode="auto">
          <a:xfrm>
            <a:off x="6455246" y="328637"/>
            <a:ext cx="3744416" cy="578882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电枢控制直流电动机</a:t>
            </a:r>
          </a:p>
        </p:txBody>
      </p:sp>
      <p:grpSp>
        <p:nvGrpSpPr>
          <p:cNvPr id="49" name="步骤1">
            <a:extLst>
              <a:ext uri="{FF2B5EF4-FFF2-40B4-BE49-F238E27FC236}">
                <a16:creationId xmlns:a16="http://schemas.microsoft.com/office/drawing/2014/main" id="{4B032708-C7FB-FB4A-2AC0-EC70281910CA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50" name="文本">
              <a:extLst>
                <a:ext uri="{FF2B5EF4-FFF2-40B4-BE49-F238E27FC236}">
                  <a16:creationId xmlns:a16="http://schemas.microsoft.com/office/drawing/2014/main" id="{93901954-C3C1-EFAB-83B6-A86E04EC9DCF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55" name="序号">
              <a:extLst>
                <a:ext uri="{FF2B5EF4-FFF2-40B4-BE49-F238E27FC236}">
                  <a16:creationId xmlns:a16="http://schemas.microsoft.com/office/drawing/2014/main" id="{46F14607-3CA8-4A76-E3AD-4571BAF7915A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6" name="步骤2">
            <a:extLst>
              <a:ext uri="{FF2B5EF4-FFF2-40B4-BE49-F238E27FC236}">
                <a16:creationId xmlns:a16="http://schemas.microsoft.com/office/drawing/2014/main" id="{1AC2D3CE-9A62-4EC2-162D-CB175BC46DD8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57" name="文本">
              <a:extLst>
                <a:ext uri="{FF2B5EF4-FFF2-40B4-BE49-F238E27FC236}">
                  <a16:creationId xmlns:a16="http://schemas.microsoft.com/office/drawing/2014/main" id="{EB91B614-52E6-4C43-618D-AC33AD54E6E0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58" name="序号">
              <a:extLst>
                <a:ext uri="{FF2B5EF4-FFF2-40B4-BE49-F238E27FC236}">
                  <a16:creationId xmlns:a16="http://schemas.microsoft.com/office/drawing/2014/main" id="{37BBBC57-4668-ED3B-0512-DE02AF1B5271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9" name="步骤3">
            <a:extLst>
              <a:ext uri="{FF2B5EF4-FFF2-40B4-BE49-F238E27FC236}">
                <a16:creationId xmlns:a16="http://schemas.microsoft.com/office/drawing/2014/main" id="{717005B7-1CBD-A02A-B667-7E2506495BEE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60" name="文本">
              <a:extLst>
                <a:ext uri="{FF2B5EF4-FFF2-40B4-BE49-F238E27FC236}">
                  <a16:creationId xmlns:a16="http://schemas.microsoft.com/office/drawing/2014/main" id="{1E201E5F-F784-6806-AA8D-8D1033722BAC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61" name="序号">
              <a:extLst>
                <a:ext uri="{FF2B5EF4-FFF2-40B4-BE49-F238E27FC236}">
                  <a16:creationId xmlns:a16="http://schemas.microsoft.com/office/drawing/2014/main" id="{4A26B565-6BAB-4DAA-C602-DA1265517882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cxnSp>
        <p:nvCxnSpPr>
          <p:cNvPr id="62" name="信号1-1">
            <a:extLst>
              <a:ext uri="{FF2B5EF4-FFF2-40B4-BE49-F238E27FC236}">
                <a16:creationId xmlns:a16="http://schemas.microsoft.com/office/drawing/2014/main" id="{94C19F1C-1160-56FD-6B1C-0D89BA6045EB}"/>
              </a:ext>
            </a:extLst>
          </p:cNvPr>
          <p:cNvCxnSpPr>
            <a:cxnSpLocks/>
          </p:cNvCxnSpPr>
          <p:nvPr/>
        </p:nvCxnSpPr>
        <p:spPr>
          <a:xfrm>
            <a:off x="4367014" y="3340851"/>
            <a:ext cx="178851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/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281" y="2820433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标签1-2">
                <a:extLst>
                  <a:ext uri="{FF2B5EF4-FFF2-40B4-BE49-F238E27FC236}">
                    <a16:creationId xmlns:a16="http://schemas.microsoft.com/office/drawing/2014/main" id="{274B1FAD-9FC7-0A89-9E32-00DE5B47FD32}"/>
                  </a:ext>
                </a:extLst>
              </p:cNvPr>
              <p:cNvSpPr txBox="1"/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3" name="标签1-2">
                <a:extLst>
                  <a:ext uri="{FF2B5EF4-FFF2-40B4-BE49-F238E27FC236}">
                    <a16:creationId xmlns:a16="http://schemas.microsoft.com/office/drawing/2014/main" id="{274B1FAD-9FC7-0A89-9E32-00DE5B47F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5" y="2869887"/>
                <a:ext cx="5935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/>
              <p:nvPr/>
            </p:nvSpPr>
            <p:spPr>
              <a:xfrm>
                <a:off x="6159529" y="2931068"/>
                <a:ext cx="2680817" cy="80096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29" y="2931068"/>
                <a:ext cx="2680817" cy="800967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方框1-4">
                <a:extLst>
                  <a:ext uri="{FF2B5EF4-FFF2-40B4-BE49-F238E27FC236}">
                    <a16:creationId xmlns:a16="http://schemas.microsoft.com/office/drawing/2014/main" id="{C3617889-0CEC-C8FF-6579-D3264F07914C}"/>
                  </a:ext>
                </a:extLst>
              </p:cNvPr>
              <p:cNvSpPr/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8" name="方框1-4">
                <a:extLst>
                  <a:ext uri="{FF2B5EF4-FFF2-40B4-BE49-F238E27FC236}">
                    <a16:creationId xmlns:a16="http://schemas.microsoft.com/office/drawing/2014/main" id="{C3617889-0CEC-C8FF-6579-D3264F079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647" y="3045400"/>
                <a:ext cx="781425" cy="576000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信号1-5">
            <a:extLst>
              <a:ext uri="{FF2B5EF4-FFF2-40B4-BE49-F238E27FC236}">
                <a16:creationId xmlns:a16="http://schemas.microsoft.com/office/drawing/2014/main" id="{DCBC48D9-D3C3-A3E4-15E1-0950E83E31D7}"/>
              </a:ext>
            </a:extLst>
          </p:cNvPr>
          <p:cNvCxnSpPr>
            <a:cxnSpLocks/>
          </p:cNvCxnSpPr>
          <p:nvPr/>
        </p:nvCxnSpPr>
        <p:spPr>
          <a:xfrm>
            <a:off x="8848562" y="3343221"/>
            <a:ext cx="846301" cy="184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!!信号1-6">
            <a:extLst>
              <a:ext uri="{FF2B5EF4-FFF2-40B4-BE49-F238E27FC236}">
                <a16:creationId xmlns:a16="http://schemas.microsoft.com/office/drawing/2014/main" id="{A4019E07-2EA7-DC0A-1798-35D648C51123}"/>
              </a:ext>
            </a:extLst>
          </p:cNvPr>
          <p:cNvCxnSpPr>
            <a:cxnSpLocks/>
          </p:cNvCxnSpPr>
          <p:nvPr/>
        </p:nvCxnSpPr>
        <p:spPr>
          <a:xfrm flipV="1">
            <a:off x="10468073" y="3325172"/>
            <a:ext cx="550581" cy="18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/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269" y="2854208"/>
                <a:ext cx="9361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942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sp>
        <p:nvSpPr>
          <p:cNvPr id="18" name="小标题">
            <a:extLst>
              <a:ext uri="{FF2B5EF4-FFF2-40B4-BE49-F238E27FC236}">
                <a16:creationId xmlns:a16="http://schemas.microsoft.com/office/drawing/2014/main" id="{11B1759D-6BFC-E2E3-0A22-893D6B523756}"/>
              </a:ext>
            </a:extLst>
          </p:cNvPr>
          <p:cNvSpPr/>
          <p:nvPr/>
        </p:nvSpPr>
        <p:spPr bwMode="auto">
          <a:xfrm>
            <a:off x="6455246" y="328637"/>
            <a:ext cx="3744416" cy="578882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电枢控制直流电动机</a:t>
            </a:r>
          </a:p>
        </p:txBody>
      </p:sp>
      <p:grpSp>
        <p:nvGrpSpPr>
          <p:cNvPr id="49" name="步骤1">
            <a:extLst>
              <a:ext uri="{FF2B5EF4-FFF2-40B4-BE49-F238E27FC236}">
                <a16:creationId xmlns:a16="http://schemas.microsoft.com/office/drawing/2014/main" id="{4B032708-C7FB-FB4A-2AC0-EC70281910CA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50" name="文本">
              <a:extLst>
                <a:ext uri="{FF2B5EF4-FFF2-40B4-BE49-F238E27FC236}">
                  <a16:creationId xmlns:a16="http://schemas.microsoft.com/office/drawing/2014/main" id="{93901954-C3C1-EFAB-83B6-A86E04EC9DCF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55" name="序号">
              <a:extLst>
                <a:ext uri="{FF2B5EF4-FFF2-40B4-BE49-F238E27FC236}">
                  <a16:creationId xmlns:a16="http://schemas.microsoft.com/office/drawing/2014/main" id="{46F14607-3CA8-4A76-E3AD-4571BAF7915A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6" name="步骤2">
            <a:extLst>
              <a:ext uri="{FF2B5EF4-FFF2-40B4-BE49-F238E27FC236}">
                <a16:creationId xmlns:a16="http://schemas.microsoft.com/office/drawing/2014/main" id="{1AC2D3CE-9A62-4EC2-162D-CB175BC46DD8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57" name="文本">
              <a:extLst>
                <a:ext uri="{FF2B5EF4-FFF2-40B4-BE49-F238E27FC236}">
                  <a16:creationId xmlns:a16="http://schemas.microsoft.com/office/drawing/2014/main" id="{EB91B614-52E6-4C43-618D-AC33AD54E6E0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58" name="序号">
              <a:extLst>
                <a:ext uri="{FF2B5EF4-FFF2-40B4-BE49-F238E27FC236}">
                  <a16:creationId xmlns:a16="http://schemas.microsoft.com/office/drawing/2014/main" id="{37BBBC57-4668-ED3B-0512-DE02AF1B5271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9" name="步骤3">
            <a:extLst>
              <a:ext uri="{FF2B5EF4-FFF2-40B4-BE49-F238E27FC236}">
                <a16:creationId xmlns:a16="http://schemas.microsoft.com/office/drawing/2014/main" id="{717005B7-1CBD-A02A-B667-7E2506495BEE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60" name="文本">
              <a:extLst>
                <a:ext uri="{FF2B5EF4-FFF2-40B4-BE49-F238E27FC236}">
                  <a16:creationId xmlns:a16="http://schemas.microsoft.com/office/drawing/2014/main" id="{1E201E5F-F784-6806-AA8D-8D1033722BAC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61" name="序号">
              <a:extLst>
                <a:ext uri="{FF2B5EF4-FFF2-40B4-BE49-F238E27FC236}">
                  <a16:creationId xmlns:a16="http://schemas.microsoft.com/office/drawing/2014/main" id="{4A26B565-6BAB-4DAA-C602-DA1265517882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cxnSp>
        <p:nvCxnSpPr>
          <p:cNvPr id="62" name="信号1-1">
            <a:extLst>
              <a:ext uri="{FF2B5EF4-FFF2-40B4-BE49-F238E27FC236}">
                <a16:creationId xmlns:a16="http://schemas.microsoft.com/office/drawing/2014/main" id="{94C19F1C-1160-56FD-6B1C-0D89BA6045EB}"/>
              </a:ext>
            </a:extLst>
          </p:cNvPr>
          <p:cNvCxnSpPr>
            <a:cxnSpLocks/>
          </p:cNvCxnSpPr>
          <p:nvPr/>
        </p:nvCxnSpPr>
        <p:spPr>
          <a:xfrm>
            <a:off x="5612058" y="3343220"/>
            <a:ext cx="106843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/>
              <p:nvPr/>
            </p:nvSpPr>
            <p:spPr>
              <a:xfrm>
                <a:off x="5529908" y="282927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3" name="标签1-1">
                <a:extLst>
                  <a:ext uri="{FF2B5EF4-FFF2-40B4-BE49-F238E27FC236}">
                    <a16:creationId xmlns:a16="http://schemas.microsoft.com/office/drawing/2014/main" id="{2B51D401-0CA8-B758-25D5-A729CB3B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908" y="2829275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/>
              <p:nvPr/>
            </p:nvSpPr>
            <p:spPr>
              <a:xfrm>
                <a:off x="6680496" y="2940367"/>
                <a:ext cx="1979145" cy="80096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!!方框1-3">
                <a:extLst>
                  <a:ext uri="{FF2B5EF4-FFF2-40B4-BE49-F238E27FC236}">
                    <a16:creationId xmlns:a16="http://schemas.microsoft.com/office/drawing/2014/main" id="{397DFF30-2C5B-6F41-B236-C58DD538E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96" y="2940367"/>
                <a:ext cx="1979145" cy="800967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!!信号1-6">
            <a:extLst>
              <a:ext uri="{FF2B5EF4-FFF2-40B4-BE49-F238E27FC236}">
                <a16:creationId xmlns:a16="http://schemas.microsoft.com/office/drawing/2014/main" id="{A4019E07-2EA7-DC0A-1798-35D648C51123}"/>
              </a:ext>
            </a:extLst>
          </p:cNvPr>
          <p:cNvCxnSpPr>
            <a:cxnSpLocks/>
          </p:cNvCxnSpPr>
          <p:nvPr/>
        </p:nvCxnSpPr>
        <p:spPr>
          <a:xfrm>
            <a:off x="8659641" y="3340850"/>
            <a:ext cx="135931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/>
              <p:nvPr/>
            </p:nvSpPr>
            <p:spPr>
              <a:xfrm>
                <a:off x="8785565" y="2848595"/>
                <a:ext cx="3878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标签1-3">
                <a:extLst>
                  <a:ext uri="{FF2B5EF4-FFF2-40B4-BE49-F238E27FC236}">
                    <a16:creationId xmlns:a16="http://schemas.microsoft.com/office/drawing/2014/main" id="{7B9F1DF3-072C-3B82-E519-C12498CB7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565" y="2848595"/>
                <a:ext cx="3878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178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信号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3340776" y="3081353"/>
            <a:ext cx="59223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/>
              <p:nvPr/>
            </p:nvSpPr>
            <p:spPr>
              <a:xfrm>
                <a:off x="4463293" y="29013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293" y="2901353"/>
                <a:ext cx="540000" cy="360000"/>
              </a:xfrm>
              <a:prstGeom prst="rect">
                <a:avLst/>
              </a:prstGeom>
              <a:blipFill>
                <a:blip r:embed="rId5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/>
              <p:nvPr/>
            </p:nvSpPr>
            <p:spPr>
              <a:xfrm>
                <a:off x="7114770" y="29013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2901353"/>
                <a:ext cx="540000" cy="360000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/>
              <p:nvPr/>
            </p:nvSpPr>
            <p:spPr>
              <a:xfrm>
                <a:off x="9696661" y="29013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661" y="2901353"/>
                <a:ext cx="540000" cy="360000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/>
              <p:nvPr/>
            </p:nvSpPr>
            <p:spPr>
              <a:xfrm>
                <a:off x="4473422" y="2253241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422" y="2253241"/>
                <a:ext cx="540000" cy="360000"/>
              </a:xfrm>
              <a:prstGeom prst="rect">
                <a:avLst/>
              </a:prstGeom>
              <a:blipFill>
                <a:blip r:embed="rId8"/>
                <a:stretch>
                  <a:fillRect l="-4444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!!信号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  <a:stCxn id="28" idx="6"/>
            <a:endCxn id="22" idx="1"/>
          </p:cNvCxnSpPr>
          <p:nvPr/>
        </p:nvCxnSpPr>
        <p:spPr>
          <a:xfrm>
            <a:off x="4221007" y="3081353"/>
            <a:ext cx="242287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信号3">
            <a:extLst>
              <a:ext uri="{FF2B5EF4-FFF2-40B4-BE49-F238E27FC236}">
                <a16:creationId xmlns:a16="http://schemas.microsoft.com/office/drawing/2014/main" id="{5744E446-698C-A20E-2872-65E8932DC63C}"/>
              </a:ext>
            </a:extLst>
          </p:cNvPr>
          <p:cNvCxnSpPr>
            <a:cxnSpLocks/>
          </p:cNvCxnSpPr>
          <p:nvPr/>
        </p:nvCxnSpPr>
        <p:spPr>
          <a:xfrm>
            <a:off x="5013422" y="3096301"/>
            <a:ext cx="59613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信号4">
            <a:extLst>
              <a:ext uri="{FF2B5EF4-FFF2-40B4-BE49-F238E27FC236}">
                <a16:creationId xmlns:a16="http://schemas.microsoft.com/office/drawing/2014/main" id="{6E80111A-D966-8316-B234-D814574371C9}"/>
              </a:ext>
            </a:extLst>
          </p:cNvPr>
          <p:cNvCxnSpPr>
            <a:cxnSpLocks/>
          </p:cNvCxnSpPr>
          <p:nvPr/>
        </p:nvCxnSpPr>
        <p:spPr>
          <a:xfrm>
            <a:off x="5898633" y="3087828"/>
            <a:ext cx="122734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信号5">
            <a:extLst>
              <a:ext uri="{FF2B5EF4-FFF2-40B4-BE49-F238E27FC236}">
                <a16:creationId xmlns:a16="http://schemas.microsoft.com/office/drawing/2014/main" id="{4E46EFE0-0286-A707-B6DB-866F5ECE16B3}"/>
              </a:ext>
            </a:extLst>
          </p:cNvPr>
          <p:cNvCxnSpPr>
            <a:cxnSpLocks/>
            <a:stCxn id="55" idx="3"/>
            <a:endCxn id="56" idx="2"/>
          </p:cNvCxnSpPr>
          <p:nvPr/>
        </p:nvCxnSpPr>
        <p:spPr>
          <a:xfrm>
            <a:off x="7654771" y="3081353"/>
            <a:ext cx="386287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信号6">
            <a:extLst>
              <a:ext uri="{FF2B5EF4-FFF2-40B4-BE49-F238E27FC236}">
                <a16:creationId xmlns:a16="http://schemas.microsoft.com/office/drawing/2014/main" id="{CA68E4D9-D5B8-F148-4CBB-2E612402BB80}"/>
              </a:ext>
            </a:extLst>
          </p:cNvPr>
          <p:cNvCxnSpPr>
            <a:cxnSpLocks/>
          </p:cNvCxnSpPr>
          <p:nvPr/>
        </p:nvCxnSpPr>
        <p:spPr>
          <a:xfrm>
            <a:off x="8329057" y="3078705"/>
            <a:ext cx="13676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信号7">
            <a:extLst>
              <a:ext uri="{FF2B5EF4-FFF2-40B4-BE49-F238E27FC236}">
                <a16:creationId xmlns:a16="http://schemas.microsoft.com/office/drawing/2014/main" id="{B03EA982-5074-9343-1B0D-9FA844A74A14}"/>
              </a:ext>
            </a:extLst>
          </p:cNvPr>
          <p:cNvCxnSpPr>
            <a:cxnSpLocks/>
            <a:stCxn id="57" idx="3"/>
            <a:endCxn id="58" idx="2"/>
          </p:cNvCxnSpPr>
          <p:nvPr/>
        </p:nvCxnSpPr>
        <p:spPr>
          <a:xfrm>
            <a:off x="10236662" y="3081353"/>
            <a:ext cx="36585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信号8">
            <a:extLst>
              <a:ext uri="{FF2B5EF4-FFF2-40B4-BE49-F238E27FC236}">
                <a16:creationId xmlns:a16="http://schemas.microsoft.com/office/drawing/2014/main" id="{D2F58F02-4C97-FFDB-2C3E-45FCBF854208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10890514" y="3081353"/>
            <a:ext cx="8098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信号9">
            <a:extLst>
              <a:ext uri="{FF2B5EF4-FFF2-40B4-BE49-F238E27FC236}">
                <a16:creationId xmlns:a16="http://schemas.microsoft.com/office/drawing/2014/main" id="{1D2F9EF5-6443-B3C5-54E7-B578CB235EB8}"/>
              </a:ext>
            </a:extLst>
          </p:cNvPr>
          <p:cNvCxnSpPr>
            <a:cxnSpLocks/>
            <a:stCxn id="26" idx="1"/>
            <a:endCxn id="50" idx="4"/>
          </p:cNvCxnSpPr>
          <p:nvPr/>
        </p:nvCxnSpPr>
        <p:spPr>
          <a:xfrm rot="10800000">
            <a:off x="5743428" y="3225353"/>
            <a:ext cx="155207" cy="2880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信号10">
            <a:extLst>
              <a:ext uri="{FF2B5EF4-FFF2-40B4-BE49-F238E27FC236}">
                <a16:creationId xmlns:a16="http://schemas.microsoft.com/office/drawing/2014/main" id="{1174A4D4-A159-E231-E05D-D9FA667D119D}"/>
              </a:ext>
            </a:extLst>
          </p:cNvPr>
          <p:cNvCxnSpPr>
            <a:cxnSpLocks/>
            <a:endCxn id="26" idx="3"/>
          </p:cNvCxnSpPr>
          <p:nvPr/>
        </p:nvCxnSpPr>
        <p:spPr>
          <a:xfrm rot="5400000">
            <a:off x="6618610" y="3204327"/>
            <a:ext cx="417058" cy="20101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信号11">
            <a:extLst>
              <a:ext uri="{FF2B5EF4-FFF2-40B4-BE49-F238E27FC236}">
                <a16:creationId xmlns:a16="http://schemas.microsoft.com/office/drawing/2014/main" id="{11D7B159-9B47-FE3E-992C-8E112139711B}"/>
              </a:ext>
            </a:extLst>
          </p:cNvPr>
          <p:cNvCxnSpPr>
            <a:cxnSpLocks/>
            <a:stCxn id="60" idx="1"/>
            <a:endCxn id="56" idx="4"/>
          </p:cNvCxnSpPr>
          <p:nvPr/>
        </p:nvCxnSpPr>
        <p:spPr>
          <a:xfrm rot="10800000">
            <a:off x="8185059" y="3225353"/>
            <a:ext cx="311587" cy="2880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信号12">
            <a:extLst>
              <a:ext uri="{FF2B5EF4-FFF2-40B4-BE49-F238E27FC236}">
                <a16:creationId xmlns:a16="http://schemas.microsoft.com/office/drawing/2014/main" id="{A8677A59-2DE4-0480-510E-76187DAF08FF}"/>
              </a:ext>
            </a:extLst>
          </p:cNvPr>
          <p:cNvCxnSpPr>
            <a:cxnSpLocks/>
            <a:endCxn id="60" idx="3"/>
          </p:cNvCxnSpPr>
          <p:nvPr/>
        </p:nvCxnSpPr>
        <p:spPr>
          <a:xfrm rot="5400000">
            <a:off x="9209535" y="3193816"/>
            <a:ext cx="434657" cy="20443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信号13">
            <a:extLst>
              <a:ext uri="{FF2B5EF4-FFF2-40B4-BE49-F238E27FC236}">
                <a16:creationId xmlns:a16="http://schemas.microsoft.com/office/drawing/2014/main" id="{D596B43F-D6A2-D8BD-C55B-D07AF85FB269}"/>
              </a:ext>
            </a:extLst>
          </p:cNvPr>
          <p:cNvCxnSpPr>
            <a:cxnSpLocks/>
            <a:stCxn id="59" idx="1"/>
            <a:endCxn id="50" idx="0"/>
          </p:cNvCxnSpPr>
          <p:nvPr/>
        </p:nvCxnSpPr>
        <p:spPr>
          <a:xfrm rot="10800000" flipV="1">
            <a:off x="5743428" y="2739920"/>
            <a:ext cx="484229" cy="1974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信号14">
            <a:extLst>
              <a:ext uri="{FF2B5EF4-FFF2-40B4-BE49-F238E27FC236}">
                <a16:creationId xmlns:a16="http://schemas.microsoft.com/office/drawing/2014/main" id="{67D45D6B-C01D-CF38-BF78-34F5ED71AD01}"/>
              </a:ext>
            </a:extLst>
          </p:cNvPr>
          <p:cNvCxnSpPr>
            <a:cxnSpLocks/>
          </p:cNvCxnSpPr>
          <p:nvPr/>
        </p:nvCxnSpPr>
        <p:spPr>
          <a:xfrm rot="10800000">
            <a:off x="6763219" y="2733877"/>
            <a:ext cx="2177580" cy="330042"/>
          </a:xfrm>
          <a:prstGeom prst="bentConnector3">
            <a:avLst>
              <a:gd name="adj1" fmla="val 4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信号15">
            <a:extLst>
              <a:ext uri="{FF2B5EF4-FFF2-40B4-BE49-F238E27FC236}">
                <a16:creationId xmlns:a16="http://schemas.microsoft.com/office/drawing/2014/main" id="{231A43DC-45CC-EE6F-B318-F81AB7BC8B6D}"/>
              </a:ext>
            </a:extLst>
          </p:cNvPr>
          <p:cNvCxnSpPr>
            <a:cxnSpLocks/>
            <a:endCxn id="49" idx="1"/>
          </p:cNvCxnSpPr>
          <p:nvPr/>
        </p:nvCxnSpPr>
        <p:spPr>
          <a:xfrm rot="5400000" flipH="1" flipV="1">
            <a:off x="4067522" y="2675453"/>
            <a:ext cx="648112" cy="1636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信号16">
            <a:extLst>
              <a:ext uri="{FF2B5EF4-FFF2-40B4-BE49-F238E27FC236}">
                <a16:creationId xmlns:a16="http://schemas.microsoft.com/office/drawing/2014/main" id="{92FD91D2-4DA5-8825-F12D-5820AE073364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5013422" y="2433241"/>
            <a:ext cx="5733092" cy="5041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信号17">
            <a:extLst>
              <a:ext uri="{FF2B5EF4-FFF2-40B4-BE49-F238E27FC236}">
                <a16:creationId xmlns:a16="http://schemas.microsoft.com/office/drawing/2014/main" id="{6764E08A-AA8E-7B94-7DD8-A06EB334B207}"/>
              </a:ext>
            </a:extLst>
          </p:cNvPr>
          <p:cNvCxnSpPr>
            <a:cxnSpLocks/>
            <a:stCxn id="86" idx="1"/>
            <a:endCxn id="28" idx="4"/>
          </p:cNvCxnSpPr>
          <p:nvPr/>
        </p:nvCxnSpPr>
        <p:spPr>
          <a:xfrm rot="10800000">
            <a:off x="4077006" y="3225353"/>
            <a:ext cx="3037764" cy="5760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信号18">
            <a:extLst>
              <a:ext uri="{FF2B5EF4-FFF2-40B4-BE49-F238E27FC236}">
                <a16:creationId xmlns:a16="http://schemas.microsoft.com/office/drawing/2014/main" id="{ED0D7926-A79E-433C-43A2-C4445596F6CD}"/>
              </a:ext>
            </a:extLst>
          </p:cNvPr>
          <p:cNvCxnSpPr>
            <a:cxnSpLocks/>
            <a:stCxn id="52" idx="2"/>
            <a:endCxn id="86" idx="3"/>
          </p:cNvCxnSpPr>
          <p:nvPr/>
        </p:nvCxnSpPr>
        <p:spPr>
          <a:xfrm rot="5400000">
            <a:off x="9087797" y="1632823"/>
            <a:ext cx="735544" cy="360159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方框5">
                <a:extLst>
                  <a:ext uri="{FF2B5EF4-FFF2-40B4-BE49-F238E27FC236}">
                    <a16:creationId xmlns:a16="http://schemas.microsoft.com/office/drawing/2014/main" id="{8A19F9F9-A453-44E3-F4FA-4088FAD57AFB}"/>
                  </a:ext>
                </a:extLst>
              </p:cNvPr>
              <p:cNvSpPr/>
              <p:nvPr/>
            </p:nvSpPr>
            <p:spPr>
              <a:xfrm>
                <a:off x="5898633" y="3333361"/>
                <a:ext cx="828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方框5">
                <a:extLst>
                  <a:ext uri="{FF2B5EF4-FFF2-40B4-BE49-F238E27FC236}">
                    <a16:creationId xmlns:a16="http://schemas.microsoft.com/office/drawing/2014/main" id="{8A19F9F9-A453-44E3-F4FA-4088FAD57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33" y="3333361"/>
                <a:ext cx="828000" cy="360000"/>
              </a:xfrm>
              <a:prstGeom prst="rect">
                <a:avLst/>
              </a:prstGeom>
              <a:blipFill>
                <a:blip r:embed="rId9"/>
                <a:stretch>
                  <a:fillRect l="-4412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3933006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2">
            <a:extLst>
              <a:ext uri="{FF2B5EF4-FFF2-40B4-BE49-F238E27FC236}">
                <a16:creationId xmlns:a16="http://schemas.microsoft.com/office/drawing/2014/main" id="{7480B7D9-C3E9-D460-A357-78C3FF019C3A}"/>
              </a:ext>
            </a:extLst>
          </p:cNvPr>
          <p:cNvSpPr/>
          <p:nvPr/>
        </p:nvSpPr>
        <p:spPr>
          <a:xfrm>
            <a:off x="5599426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6" name="sum3">
            <a:extLst>
              <a:ext uri="{FF2B5EF4-FFF2-40B4-BE49-F238E27FC236}">
                <a16:creationId xmlns:a16="http://schemas.microsoft.com/office/drawing/2014/main" id="{BA3A5B45-25C5-7531-E2AB-37DFC9225BA5}"/>
              </a:ext>
            </a:extLst>
          </p:cNvPr>
          <p:cNvSpPr/>
          <p:nvPr/>
        </p:nvSpPr>
        <p:spPr>
          <a:xfrm>
            <a:off x="8041057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8" name="sum4">
            <a:extLst>
              <a:ext uri="{FF2B5EF4-FFF2-40B4-BE49-F238E27FC236}">
                <a16:creationId xmlns:a16="http://schemas.microsoft.com/office/drawing/2014/main" id="{66BF02D9-BC24-9244-5462-2FA5087D3FA6}"/>
              </a:ext>
            </a:extLst>
          </p:cNvPr>
          <p:cNvSpPr/>
          <p:nvPr/>
        </p:nvSpPr>
        <p:spPr>
          <a:xfrm>
            <a:off x="10602514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方框7">
                <a:extLst>
                  <a:ext uri="{FF2B5EF4-FFF2-40B4-BE49-F238E27FC236}">
                    <a16:creationId xmlns:a16="http://schemas.microsoft.com/office/drawing/2014/main" id="{C8F3C33F-67AD-4222-8D3D-CAE909C690E7}"/>
                  </a:ext>
                </a:extLst>
              </p:cNvPr>
              <p:cNvSpPr/>
              <p:nvPr/>
            </p:nvSpPr>
            <p:spPr>
              <a:xfrm>
                <a:off x="6227655" y="2559920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方框7">
                <a:extLst>
                  <a:ext uri="{FF2B5EF4-FFF2-40B4-BE49-F238E27FC236}">
                    <a16:creationId xmlns:a16="http://schemas.microsoft.com/office/drawing/2014/main" id="{C8F3C33F-67AD-4222-8D3D-CAE909C69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655" y="2559920"/>
                <a:ext cx="540000" cy="360000"/>
              </a:xfrm>
              <a:prstGeom prst="rect">
                <a:avLst/>
              </a:prstGeom>
              <a:blipFill>
                <a:blip r:embed="rId11"/>
                <a:stretch>
                  <a:fillRect l="-4444"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方框6">
                <a:extLst>
                  <a:ext uri="{FF2B5EF4-FFF2-40B4-BE49-F238E27FC236}">
                    <a16:creationId xmlns:a16="http://schemas.microsoft.com/office/drawing/2014/main" id="{7FF1CA6C-511F-F403-C496-85947B9D83F8}"/>
                  </a:ext>
                </a:extLst>
              </p:cNvPr>
              <p:cNvSpPr/>
              <p:nvPr/>
            </p:nvSpPr>
            <p:spPr>
              <a:xfrm>
                <a:off x="8496644" y="3333361"/>
                <a:ext cx="828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方框6">
                <a:extLst>
                  <a:ext uri="{FF2B5EF4-FFF2-40B4-BE49-F238E27FC236}">
                    <a16:creationId xmlns:a16="http://schemas.microsoft.com/office/drawing/2014/main" id="{7FF1CA6C-511F-F403-C496-85947B9D8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644" y="3333361"/>
                <a:ext cx="828000" cy="360000"/>
              </a:xfrm>
              <a:prstGeom prst="rect">
                <a:avLst/>
              </a:prstGeom>
              <a:blipFill>
                <a:blip r:embed="rId12"/>
                <a:stretch>
                  <a:fillRect l="-5882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/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blipFill>
                <a:blip r:embed="rId13"/>
                <a:stretch>
                  <a:fillRect l="-6667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负号2">
                <a:extLst>
                  <a:ext uri="{FF2B5EF4-FFF2-40B4-BE49-F238E27FC236}">
                    <a16:creationId xmlns:a16="http://schemas.microsoft.com/office/drawing/2014/main" id="{FBECFF36-C36A-DEA1-95E2-D01AB59F24BA}"/>
                  </a:ext>
                </a:extLst>
              </p:cNvPr>
              <p:cNvSpPr txBox="1"/>
              <p:nvPr/>
            </p:nvSpPr>
            <p:spPr>
              <a:xfrm>
                <a:off x="5174659" y="2626163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2" name="负号2">
                <a:extLst>
                  <a:ext uri="{FF2B5EF4-FFF2-40B4-BE49-F238E27FC236}">
                    <a16:creationId xmlns:a16="http://schemas.microsoft.com/office/drawing/2014/main" id="{FBECFF36-C36A-DEA1-95E2-D01AB59F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659" y="2626163"/>
                <a:ext cx="594882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负号3">
                <a:extLst>
                  <a:ext uri="{FF2B5EF4-FFF2-40B4-BE49-F238E27FC236}">
                    <a16:creationId xmlns:a16="http://schemas.microsoft.com/office/drawing/2014/main" id="{F6916A20-202E-201B-6E4F-552426499503}"/>
                  </a:ext>
                </a:extLst>
              </p:cNvPr>
              <p:cNvSpPr txBox="1"/>
              <p:nvPr/>
            </p:nvSpPr>
            <p:spPr>
              <a:xfrm>
                <a:off x="5174659" y="3096301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3" name="负号3">
                <a:extLst>
                  <a:ext uri="{FF2B5EF4-FFF2-40B4-BE49-F238E27FC236}">
                    <a16:creationId xmlns:a16="http://schemas.microsoft.com/office/drawing/2014/main" id="{F6916A20-202E-201B-6E4F-55242649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659" y="3096301"/>
                <a:ext cx="594882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负号4">
                <a:extLst>
                  <a:ext uri="{FF2B5EF4-FFF2-40B4-BE49-F238E27FC236}">
                    <a16:creationId xmlns:a16="http://schemas.microsoft.com/office/drawing/2014/main" id="{BAE44F7F-BF90-4395-2B84-10A7B0D48117}"/>
                  </a:ext>
                </a:extLst>
              </p:cNvPr>
              <p:cNvSpPr txBox="1"/>
              <p:nvPr/>
            </p:nvSpPr>
            <p:spPr>
              <a:xfrm>
                <a:off x="7656536" y="3294234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6" name="负号4">
                <a:extLst>
                  <a:ext uri="{FF2B5EF4-FFF2-40B4-BE49-F238E27FC236}">
                    <a16:creationId xmlns:a16="http://schemas.microsoft.com/office/drawing/2014/main" id="{BAE44F7F-BF90-4395-2B84-10A7B0D48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536" y="3294234"/>
                <a:ext cx="594882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3">
            <a:extLst>
              <a:ext uri="{FF2B5EF4-FFF2-40B4-BE49-F238E27FC236}">
                <a16:creationId xmlns:a16="http://schemas.microsoft.com/office/drawing/2014/main" id="{C4956653-F407-A985-97B2-20FE87A555B8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grpSp>
        <p:nvGrpSpPr>
          <p:cNvPr id="102" name="步骤1">
            <a:extLst>
              <a:ext uri="{FF2B5EF4-FFF2-40B4-BE49-F238E27FC236}">
                <a16:creationId xmlns:a16="http://schemas.microsoft.com/office/drawing/2014/main" id="{E32C938A-F3F0-8E26-DD3E-E91DB5426B00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103" name="文本">
              <a:extLst>
                <a:ext uri="{FF2B5EF4-FFF2-40B4-BE49-F238E27FC236}">
                  <a16:creationId xmlns:a16="http://schemas.microsoft.com/office/drawing/2014/main" id="{476BC691-F268-137C-C961-6A42AD5F6B77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F35590B3-8DD4-3111-E2D6-2B69083FF1A3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EB5BCF93-0B88-4111-21AA-7D35122DC3C6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106" name="文本">
              <a:extLst>
                <a:ext uri="{FF2B5EF4-FFF2-40B4-BE49-F238E27FC236}">
                  <a16:creationId xmlns:a16="http://schemas.microsoft.com/office/drawing/2014/main" id="{E1640C09-E576-077B-D23F-3154E6F5699A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92EA35D-174C-EC61-B7D6-35CB62626B1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2B159B3-4FAB-0B16-E205-03F9DB8E2CBA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111" name="文本">
              <a:extLst>
                <a:ext uri="{FF2B5EF4-FFF2-40B4-BE49-F238E27FC236}">
                  <a16:creationId xmlns:a16="http://schemas.microsoft.com/office/drawing/2014/main" id="{C6199E5F-7527-7125-D99D-34D854BB59F9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8AA68039-8EF0-372B-422E-6FF492494CC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15" name="虚线框1">
            <a:extLst>
              <a:ext uri="{FF2B5EF4-FFF2-40B4-BE49-F238E27FC236}">
                <a16:creationId xmlns:a16="http://schemas.microsoft.com/office/drawing/2014/main" id="{33586C10-0E95-1BC8-C274-675543BDDC83}"/>
              </a:ext>
            </a:extLst>
          </p:cNvPr>
          <p:cNvSpPr/>
          <p:nvPr/>
        </p:nvSpPr>
        <p:spPr>
          <a:xfrm>
            <a:off x="5634068" y="3015458"/>
            <a:ext cx="1411400" cy="740438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虚线框2">
            <a:extLst>
              <a:ext uri="{FF2B5EF4-FFF2-40B4-BE49-F238E27FC236}">
                <a16:creationId xmlns:a16="http://schemas.microsoft.com/office/drawing/2014/main" id="{009AF1DD-DC98-CE7B-F1F3-8AF0E7138468}"/>
              </a:ext>
            </a:extLst>
          </p:cNvPr>
          <p:cNvSpPr/>
          <p:nvPr/>
        </p:nvSpPr>
        <p:spPr>
          <a:xfrm>
            <a:off x="8017499" y="2917176"/>
            <a:ext cx="1557149" cy="838720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5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5" grpId="1" animBg="1"/>
      <p:bldP spid="121" grpId="0" animBg="1"/>
      <p:bldP spid="12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信号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3340776" y="3081353"/>
            <a:ext cx="59223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/>
              <p:nvPr/>
            </p:nvSpPr>
            <p:spPr>
              <a:xfrm>
                <a:off x="4463293" y="29013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293" y="2901353"/>
                <a:ext cx="540000" cy="360000"/>
              </a:xfrm>
              <a:prstGeom prst="rect">
                <a:avLst/>
              </a:prstGeom>
              <a:blipFill>
                <a:blip r:embed="rId5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/>
              <p:nvPr/>
            </p:nvSpPr>
            <p:spPr>
              <a:xfrm>
                <a:off x="6501644" y="2773189"/>
                <a:ext cx="2380470" cy="6191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644" y="2773189"/>
                <a:ext cx="2380470" cy="619129"/>
              </a:xfrm>
              <a:prstGeom prst="rect">
                <a:avLst/>
              </a:prstGeom>
              <a:blipFill>
                <a:blip r:embed="rId6"/>
                <a:stretch>
                  <a:fillRect b="-3922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/>
              <p:nvPr/>
            </p:nvSpPr>
            <p:spPr>
              <a:xfrm>
                <a:off x="9696661" y="29013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661" y="2901353"/>
                <a:ext cx="540000" cy="360000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/>
              <p:nvPr/>
            </p:nvSpPr>
            <p:spPr>
              <a:xfrm>
                <a:off x="4489585" y="2024184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85" y="2024184"/>
                <a:ext cx="540000" cy="360000"/>
              </a:xfrm>
              <a:prstGeom prst="rect">
                <a:avLst/>
              </a:prstGeom>
              <a:blipFill>
                <a:blip r:embed="rId8"/>
                <a:stretch>
                  <a:fillRect l="-2222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!!信号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  <a:stCxn id="28" idx="6"/>
            <a:endCxn id="22" idx="1"/>
          </p:cNvCxnSpPr>
          <p:nvPr/>
        </p:nvCxnSpPr>
        <p:spPr>
          <a:xfrm>
            <a:off x="4221007" y="3081353"/>
            <a:ext cx="242287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信号3">
            <a:extLst>
              <a:ext uri="{FF2B5EF4-FFF2-40B4-BE49-F238E27FC236}">
                <a16:creationId xmlns:a16="http://schemas.microsoft.com/office/drawing/2014/main" id="{5744E446-698C-A20E-2872-65E8932DC63C}"/>
              </a:ext>
            </a:extLst>
          </p:cNvPr>
          <p:cNvCxnSpPr>
            <a:cxnSpLocks/>
          </p:cNvCxnSpPr>
          <p:nvPr/>
        </p:nvCxnSpPr>
        <p:spPr>
          <a:xfrm>
            <a:off x="5003293" y="3087828"/>
            <a:ext cx="59613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信号4">
            <a:extLst>
              <a:ext uri="{FF2B5EF4-FFF2-40B4-BE49-F238E27FC236}">
                <a16:creationId xmlns:a16="http://schemas.microsoft.com/office/drawing/2014/main" id="{6E80111A-D966-8316-B234-D814574371C9}"/>
              </a:ext>
            </a:extLst>
          </p:cNvPr>
          <p:cNvCxnSpPr>
            <a:cxnSpLocks/>
          </p:cNvCxnSpPr>
          <p:nvPr/>
        </p:nvCxnSpPr>
        <p:spPr>
          <a:xfrm>
            <a:off x="5891954" y="3087828"/>
            <a:ext cx="614218" cy="140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信号6">
            <a:extLst>
              <a:ext uri="{FF2B5EF4-FFF2-40B4-BE49-F238E27FC236}">
                <a16:creationId xmlns:a16="http://schemas.microsoft.com/office/drawing/2014/main" id="{CA68E4D9-D5B8-F148-4CBB-2E612402BB80}"/>
              </a:ext>
            </a:extLst>
          </p:cNvPr>
          <p:cNvCxnSpPr>
            <a:cxnSpLocks/>
          </p:cNvCxnSpPr>
          <p:nvPr/>
        </p:nvCxnSpPr>
        <p:spPr>
          <a:xfrm flipV="1">
            <a:off x="8882204" y="3080652"/>
            <a:ext cx="814547" cy="140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信号7">
            <a:extLst>
              <a:ext uri="{FF2B5EF4-FFF2-40B4-BE49-F238E27FC236}">
                <a16:creationId xmlns:a16="http://schemas.microsoft.com/office/drawing/2014/main" id="{B03EA982-5074-9343-1B0D-9FA844A74A14}"/>
              </a:ext>
            </a:extLst>
          </p:cNvPr>
          <p:cNvCxnSpPr>
            <a:cxnSpLocks/>
          </p:cNvCxnSpPr>
          <p:nvPr/>
        </p:nvCxnSpPr>
        <p:spPr>
          <a:xfrm>
            <a:off x="10236661" y="3080652"/>
            <a:ext cx="36585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信号8">
            <a:extLst>
              <a:ext uri="{FF2B5EF4-FFF2-40B4-BE49-F238E27FC236}">
                <a16:creationId xmlns:a16="http://schemas.microsoft.com/office/drawing/2014/main" id="{D2F58F02-4C97-FFDB-2C3E-45FCBF854208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10890514" y="3081353"/>
            <a:ext cx="8098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信号13">
            <a:extLst>
              <a:ext uri="{FF2B5EF4-FFF2-40B4-BE49-F238E27FC236}">
                <a16:creationId xmlns:a16="http://schemas.microsoft.com/office/drawing/2014/main" id="{D596B43F-D6A2-D8BD-C55B-D07AF85FB269}"/>
              </a:ext>
            </a:extLst>
          </p:cNvPr>
          <p:cNvCxnSpPr>
            <a:cxnSpLocks/>
            <a:stCxn id="59" idx="1"/>
            <a:endCxn id="50" idx="0"/>
          </p:cNvCxnSpPr>
          <p:nvPr/>
        </p:nvCxnSpPr>
        <p:spPr>
          <a:xfrm rot="10800000" flipV="1">
            <a:off x="5743427" y="2525809"/>
            <a:ext cx="469563" cy="4115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信号14">
            <a:extLst>
              <a:ext uri="{FF2B5EF4-FFF2-40B4-BE49-F238E27FC236}">
                <a16:creationId xmlns:a16="http://schemas.microsoft.com/office/drawing/2014/main" id="{67D45D6B-C01D-CF38-BF78-34F5ED71AD01}"/>
              </a:ext>
            </a:extLst>
          </p:cNvPr>
          <p:cNvCxnSpPr>
            <a:cxnSpLocks/>
          </p:cNvCxnSpPr>
          <p:nvPr/>
        </p:nvCxnSpPr>
        <p:spPr>
          <a:xfrm rot="10800000">
            <a:off x="6752989" y="2525810"/>
            <a:ext cx="2743343" cy="555543"/>
          </a:xfrm>
          <a:prstGeom prst="bentConnector3">
            <a:avLst>
              <a:gd name="adj1" fmla="val 100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信号15">
            <a:extLst>
              <a:ext uri="{FF2B5EF4-FFF2-40B4-BE49-F238E27FC236}">
                <a16:creationId xmlns:a16="http://schemas.microsoft.com/office/drawing/2014/main" id="{231A43DC-45CC-EE6F-B318-F81AB7BC8B6D}"/>
              </a:ext>
            </a:extLst>
          </p:cNvPr>
          <p:cNvCxnSpPr>
            <a:cxnSpLocks/>
            <a:endCxn id="49" idx="1"/>
          </p:cNvCxnSpPr>
          <p:nvPr/>
        </p:nvCxnSpPr>
        <p:spPr>
          <a:xfrm rot="5400000" flipH="1" flipV="1">
            <a:off x="3964868" y="2541133"/>
            <a:ext cx="861665" cy="1877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信号16">
            <a:extLst>
              <a:ext uri="{FF2B5EF4-FFF2-40B4-BE49-F238E27FC236}">
                <a16:creationId xmlns:a16="http://schemas.microsoft.com/office/drawing/2014/main" id="{92FD91D2-4DA5-8825-F12D-5820AE073364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5029585" y="2204184"/>
            <a:ext cx="5716929" cy="7331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信号17">
            <a:extLst>
              <a:ext uri="{FF2B5EF4-FFF2-40B4-BE49-F238E27FC236}">
                <a16:creationId xmlns:a16="http://schemas.microsoft.com/office/drawing/2014/main" id="{6764E08A-AA8E-7B94-7DD8-A06EB334B207}"/>
              </a:ext>
            </a:extLst>
          </p:cNvPr>
          <p:cNvCxnSpPr>
            <a:cxnSpLocks/>
            <a:stCxn id="86" idx="1"/>
            <a:endCxn id="28" idx="4"/>
          </p:cNvCxnSpPr>
          <p:nvPr/>
        </p:nvCxnSpPr>
        <p:spPr>
          <a:xfrm rot="10800000">
            <a:off x="4077006" y="3225353"/>
            <a:ext cx="3037764" cy="5760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信号18">
            <a:extLst>
              <a:ext uri="{FF2B5EF4-FFF2-40B4-BE49-F238E27FC236}">
                <a16:creationId xmlns:a16="http://schemas.microsoft.com/office/drawing/2014/main" id="{ED0D7926-A79E-433C-43A2-C4445596F6CD}"/>
              </a:ext>
            </a:extLst>
          </p:cNvPr>
          <p:cNvCxnSpPr>
            <a:cxnSpLocks/>
            <a:stCxn id="52" idx="2"/>
            <a:endCxn id="86" idx="3"/>
          </p:cNvCxnSpPr>
          <p:nvPr/>
        </p:nvCxnSpPr>
        <p:spPr>
          <a:xfrm rot="5400000">
            <a:off x="9087797" y="1632823"/>
            <a:ext cx="735544" cy="360159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3933006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um2">
            <a:extLst>
              <a:ext uri="{FF2B5EF4-FFF2-40B4-BE49-F238E27FC236}">
                <a16:creationId xmlns:a16="http://schemas.microsoft.com/office/drawing/2014/main" id="{7480B7D9-C3E9-D460-A357-78C3FF019C3A}"/>
              </a:ext>
            </a:extLst>
          </p:cNvPr>
          <p:cNvSpPr/>
          <p:nvPr/>
        </p:nvSpPr>
        <p:spPr>
          <a:xfrm>
            <a:off x="5599426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8" name="sum4">
            <a:extLst>
              <a:ext uri="{FF2B5EF4-FFF2-40B4-BE49-F238E27FC236}">
                <a16:creationId xmlns:a16="http://schemas.microsoft.com/office/drawing/2014/main" id="{66BF02D9-BC24-9244-5462-2FA5087D3FA6}"/>
              </a:ext>
            </a:extLst>
          </p:cNvPr>
          <p:cNvSpPr/>
          <p:nvPr/>
        </p:nvSpPr>
        <p:spPr>
          <a:xfrm>
            <a:off x="10602514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方框7">
                <a:extLst>
                  <a:ext uri="{FF2B5EF4-FFF2-40B4-BE49-F238E27FC236}">
                    <a16:creationId xmlns:a16="http://schemas.microsoft.com/office/drawing/2014/main" id="{C8F3C33F-67AD-4222-8D3D-CAE909C690E7}"/>
                  </a:ext>
                </a:extLst>
              </p:cNvPr>
              <p:cNvSpPr/>
              <p:nvPr/>
            </p:nvSpPr>
            <p:spPr>
              <a:xfrm>
                <a:off x="6212989" y="2345809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方框7">
                <a:extLst>
                  <a:ext uri="{FF2B5EF4-FFF2-40B4-BE49-F238E27FC236}">
                    <a16:creationId xmlns:a16="http://schemas.microsoft.com/office/drawing/2014/main" id="{C8F3C33F-67AD-4222-8D3D-CAE909C69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989" y="2345809"/>
                <a:ext cx="540000" cy="360000"/>
              </a:xfrm>
              <a:prstGeom prst="rect">
                <a:avLst/>
              </a:prstGeom>
              <a:blipFill>
                <a:blip r:embed="rId10"/>
                <a:stretch>
                  <a:fillRect l="-6667" b="-9375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/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blipFill>
                <a:blip r:embed="rId11"/>
                <a:stretch>
                  <a:fillRect l="-6667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负号2">
                <a:extLst>
                  <a:ext uri="{FF2B5EF4-FFF2-40B4-BE49-F238E27FC236}">
                    <a16:creationId xmlns:a16="http://schemas.microsoft.com/office/drawing/2014/main" id="{FBECFF36-C36A-DEA1-95E2-D01AB59F24BA}"/>
                  </a:ext>
                </a:extLst>
              </p:cNvPr>
              <p:cNvSpPr txBox="1"/>
              <p:nvPr/>
            </p:nvSpPr>
            <p:spPr>
              <a:xfrm>
                <a:off x="5174659" y="2626163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2" name="负号2">
                <a:extLst>
                  <a:ext uri="{FF2B5EF4-FFF2-40B4-BE49-F238E27FC236}">
                    <a16:creationId xmlns:a16="http://schemas.microsoft.com/office/drawing/2014/main" id="{FBECFF36-C36A-DEA1-95E2-D01AB59F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659" y="2626163"/>
                <a:ext cx="59488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3">
            <a:extLst>
              <a:ext uri="{FF2B5EF4-FFF2-40B4-BE49-F238E27FC236}">
                <a16:creationId xmlns:a16="http://schemas.microsoft.com/office/drawing/2014/main" id="{C4956653-F407-A985-97B2-20FE87A555B8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grpSp>
        <p:nvGrpSpPr>
          <p:cNvPr id="102" name="步骤1">
            <a:extLst>
              <a:ext uri="{FF2B5EF4-FFF2-40B4-BE49-F238E27FC236}">
                <a16:creationId xmlns:a16="http://schemas.microsoft.com/office/drawing/2014/main" id="{E32C938A-F3F0-8E26-DD3E-E91DB5426B00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103" name="文本">
              <a:extLst>
                <a:ext uri="{FF2B5EF4-FFF2-40B4-BE49-F238E27FC236}">
                  <a16:creationId xmlns:a16="http://schemas.microsoft.com/office/drawing/2014/main" id="{476BC691-F268-137C-C961-6A42AD5F6B77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F35590B3-8DD4-3111-E2D6-2B69083FF1A3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EB5BCF93-0B88-4111-21AA-7D35122DC3C6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106" name="文本">
              <a:extLst>
                <a:ext uri="{FF2B5EF4-FFF2-40B4-BE49-F238E27FC236}">
                  <a16:creationId xmlns:a16="http://schemas.microsoft.com/office/drawing/2014/main" id="{E1640C09-E576-077B-D23F-3154E6F5699A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92EA35D-174C-EC61-B7D6-35CB62626B1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2B159B3-4FAB-0B16-E205-03F9DB8E2CBA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111" name="文本">
              <a:extLst>
                <a:ext uri="{FF2B5EF4-FFF2-40B4-BE49-F238E27FC236}">
                  <a16:creationId xmlns:a16="http://schemas.microsoft.com/office/drawing/2014/main" id="{C6199E5F-7527-7125-D99D-34D854BB59F9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8AA68039-8EF0-372B-422E-6FF492494CC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66" name="虚线框1">
            <a:extLst>
              <a:ext uri="{FF2B5EF4-FFF2-40B4-BE49-F238E27FC236}">
                <a16:creationId xmlns:a16="http://schemas.microsoft.com/office/drawing/2014/main" id="{6B57EECA-9716-D4BA-E7B3-A315C028209C}"/>
              </a:ext>
            </a:extLst>
          </p:cNvPr>
          <p:cNvSpPr/>
          <p:nvPr/>
        </p:nvSpPr>
        <p:spPr>
          <a:xfrm>
            <a:off x="5595615" y="2292015"/>
            <a:ext cx="3979034" cy="1200052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331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信号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3340776" y="3081353"/>
            <a:ext cx="59223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557" y="2654009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526" y="2604184"/>
                <a:ext cx="4876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/>
              <p:nvPr/>
            </p:nvSpPr>
            <p:spPr>
              <a:xfrm>
                <a:off x="4796329" y="2895708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2" name="方框1">
                <a:extLst>
                  <a:ext uri="{FF2B5EF4-FFF2-40B4-BE49-F238E27FC236}">
                    <a16:creationId xmlns:a16="http://schemas.microsoft.com/office/drawing/2014/main" id="{A70861C2-E395-510B-58BC-AA50FE409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329" y="2895708"/>
                <a:ext cx="540000" cy="360000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/>
              <p:nvPr/>
            </p:nvSpPr>
            <p:spPr>
              <a:xfrm>
                <a:off x="5865439" y="2773189"/>
                <a:ext cx="3016675" cy="6191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439" y="2773189"/>
                <a:ext cx="3016675" cy="619129"/>
              </a:xfrm>
              <a:prstGeom prst="rect">
                <a:avLst/>
              </a:prstGeom>
              <a:blipFill>
                <a:blip r:embed="rId6"/>
                <a:stretch>
                  <a:fillRect b="-3922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/>
              <p:nvPr/>
            </p:nvSpPr>
            <p:spPr>
              <a:xfrm>
                <a:off x="9310033" y="290275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7" name="方框3">
                <a:extLst>
                  <a:ext uri="{FF2B5EF4-FFF2-40B4-BE49-F238E27FC236}">
                    <a16:creationId xmlns:a16="http://schemas.microsoft.com/office/drawing/2014/main" id="{4593622E-ED3D-32A0-6E88-E43183179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033" y="2902753"/>
                <a:ext cx="540000" cy="360000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/>
              <p:nvPr/>
            </p:nvSpPr>
            <p:spPr>
              <a:xfrm>
                <a:off x="4489585" y="2024184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85" y="2024184"/>
                <a:ext cx="540000" cy="360000"/>
              </a:xfrm>
              <a:prstGeom prst="rect">
                <a:avLst/>
              </a:prstGeom>
              <a:blipFill>
                <a:blip r:embed="rId8"/>
                <a:stretch>
                  <a:fillRect l="-2222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!!信号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226984" y="3075708"/>
            <a:ext cx="569345" cy="354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信号3">
            <a:extLst>
              <a:ext uri="{FF2B5EF4-FFF2-40B4-BE49-F238E27FC236}">
                <a16:creationId xmlns:a16="http://schemas.microsoft.com/office/drawing/2014/main" id="{5744E446-698C-A20E-2872-65E8932DC63C}"/>
              </a:ext>
            </a:extLst>
          </p:cNvPr>
          <p:cNvCxnSpPr>
            <a:cxnSpLocks/>
          </p:cNvCxnSpPr>
          <p:nvPr/>
        </p:nvCxnSpPr>
        <p:spPr>
          <a:xfrm>
            <a:off x="5323678" y="3082053"/>
            <a:ext cx="541716" cy="49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信号6">
            <a:extLst>
              <a:ext uri="{FF2B5EF4-FFF2-40B4-BE49-F238E27FC236}">
                <a16:creationId xmlns:a16="http://schemas.microsoft.com/office/drawing/2014/main" id="{CA68E4D9-D5B8-F148-4CBB-2E612402BB80}"/>
              </a:ext>
            </a:extLst>
          </p:cNvPr>
          <p:cNvCxnSpPr>
            <a:cxnSpLocks/>
          </p:cNvCxnSpPr>
          <p:nvPr/>
        </p:nvCxnSpPr>
        <p:spPr>
          <a:xfrm>
            <a:off x="8887021" y="3082985"/>
            <a:ext cx="427829" cy="7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信号7">
            <a:extLst>
              <a:ext uri="{FF2B5EF4-FFF2-40B4-BE49-F238E27FC236}">
                <a16:creationId xmlns:a16="http://schemas.microsoft.com/office/drawing/2014/main" id="{B03EA982-5074-9343-1B0D-9FA844A74A14}"/>
              </a:ext>
            </a:extLst>
          </p:cNvPr>
          <p:cNvCxnSpPr>
            <a:cxnSpLocks/>
          </p:cNvCxnSpPr>
          <p:nvPr/>
        </p:nvCxnSpPr>
        <p:spPr>
          <a:xfrm flipV="1">
            <a:off x="9860419" y="3083917"/>
            <a:ext cx="752481" cy="287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信号8">
            <a:extLst>
              <a:ext uri="{FF2B5EF4-FFF2-40B4-BE49-F238E27FC236}">
                <a16:creationId xmlns:a16="http://schemas.microsoft.com/office/drawing/2014/main" id="{D2F58F02-4C97-FFDB-2C3E-45FCBF854208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10890514" y="3081353"/>
            <a:ext cx="8098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信号15">
            <a:extLst>
              <a:ext uri="{FF2B5EF4-FFF2-40B4-BE49-F238E27FC236}">
                <a16:creationId xmlns:a16="http://schemas.microsoft.com/office/drawing/2014/main" id="{231A43DC-45CC-EE6F-B318-F81AB7BC8B6D}"/>
              </a:ext>
            </a:extLst>
          </p:cNvPr>
          <p:cNvCxnSpPr>
            <a:cxnSpLocks/>
            <a:endCxn id="49" idx="1"/>
          </p:cNvCxnSpPr>
          <p:nvPr/>
        </p:nvCxnSpPr>
        <p:spPr>
          <a:xfrm rot="5400000" flipH="1" flipV="1">
            <a:off x="3964868" y="2541133"/>
            <a:ext cx="861665" cy="1877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信号16">
            <a:extLst>
              <a:ext uri="{FF2B5EF4-FFF2-40B4-BE49-F238E27FC236}">
                <a16:creationId xmlns:a16="http://schemas.microsoft.com/office/drawing/2014/main" id="{92FD91D2-4DA5-8825-F12D-5820AE073364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5029585" y="2204184"/>
            <a:ext cx="5716929" cy="7331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信号17">
            <a:extLst>
              <a:ext uri="{FF2B5EF4-FFF2-40B4-BE49-F238E27FC236}">
                <a16:creationId xmlns:a16="http://schemas.microsoft.com/office/drawing/2014/main" id="{6764E08A-AA8E-7B94-7DD8-A06EB334B207}"/>
              </a:ext>
            </a:extLst>
          </p:cNvPr>
          <p:cNvCxnSpPr>
            <a:cxnSpLocks/>
            <a:stCxn id="86" idx="1"/>
            <a:endCxn id="28" idx="4"/>
          </p:cNvCxnSpPr>
          <p:nvPr/>
        </p:nvCxnSpPr>
        <p:spPr>
          <a:xfrm rot="10800000">
            <a:off x="4077006" y="3225353"/>
            <a:ext cx="3037764" cy="5760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信号18">
            <a:extLst>
              <a:ext uri="{FF2B5EF4-FFF2-40B4-BE49-F238E27FC236}">
                <a16:creationId xmlns:a16="http://schemas.microsoft.com/office/drawing/2014/main" id="{ED0D7926-A79E-433C-43A2-C4445596F6CD}"/>
              </a:ext>
            </a:extLst>
          </p:cNvPr>
          <p:cNvCxnSpPr>
            <a:cxnSpLocks/>
            <a:stCxn id="52" idx="2"/>
            <a:endCxn id="86" idx="3"/>
          </p:cNvCxnSpPr>
          <p:nvPr/>
        </p:nvCxnSpPr>
        <p:spPr>
          <a:xfrm rot="5400000">
            <a:off x="9087797" y="1632823"/>
            <a:ext cx="735544" cy="360159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3933006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786" y="3129815"/>
                <a:ext cx="594882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um4">
            <a:extLst>
              <a:ext uri="{FF2B5EF4-FFF2-40B4-BE49-F238E27FC236}">
                <a16:creationId xmlns:a16="http://schemas.microsoft.com/office/drawing/2014/main" id="{66BF02D9-BC24-9244-5462-2FA5087D3FA6}"/>
              </a:ext>
            </a:extLst>
          </p:cNvPr>
          <p:cNvSpPr/>
          <p:nvPr/>
        </p:nvSpPr>
        <p:spPr>
          <a:xfrm>
            <a:off x="10602514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/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blipFill>
                <a:blip r:embed="rId10"/>
                <a:stretch>
                  <a:fillRect l="-6667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3">
            <a:extLst>
              <a:ext uri="{FF2B5EF4-FFF2-40B4-BE49-F238E27FC236}">
                <a16:creationId xmlns:a16="http://schemas.microsoft.com/office/drawing/2014/main" id="{C4956653-F407-A985-97B2-20FE87A555B8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grpSp>
        <p:nvGrpSpPr>
          <p:cNvPr id="102" name="步骤1">
            <a:extLst>
              <a:ext uri="{FF2B5EF4-FFF2-40B4-BE49-F238E27FC236}">
                <a16:creationId xmlns:a16="http://schemas.microsoft.com/office/drawing/2014/main" id="{E32C938A-F3F0-8E26-DD3E-E91DB5426B00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103" name="文本">
              <a:extLst>
                <a:ext uri="{FF2B5EF4-FFF2-40B4-BE49-F238E27FC236}">
                  <a16:creationId xmlns:a16="http://schemas.microsoft.com/office/drawing/2014/main" id="{476BC691-F268-137C-C961-6A42AD5F6B77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F35590B3-8DD4-3111-E2D6-2B69083FF1A3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EB5BCF93-0B88-4111-21AA-7D35122DC3C6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106" name="文本">
              <a:extLst>
                <a:ext uri="{FF2B5EF4-FFF2-40B4-BE49-F238E27FC236}">
                  <a16:creationId xmlns:a16="http://schemas.microsoft.com/office/drawing/2014/main" id="{E1640C09-E576-077B-D23F-3154E6F5699A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92EA35D-174C-EC61-B7D6-35CB62626B1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2B159B3-4FAB-0B16-E205-03F9DB8E2CBA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111" name="文本">
              <a:extLst>
                <a:ext uri="{FF2B5EF4-FFF2-40B4-BE49-F238E27FC236}">
                  <a16:creationId xmlns:a16="http://schemas.microsoft.com/office/drawing/2014/main" id="{C6199E5F-7527-7125-D99D-34D854BB59F9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8AA68039-8EF0-372B-422E-6FF492494CC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虚线框1">
            <a:extLst>
              <a:ext uri="{FF2B5EF4-FFF2-40B4-BE49-F238E27FC236}">
                <a16:creationId xmlns:a16="http://schemas.microsoft.com/office/drawing/2014/main" id="{79878471-EB37-7D30-6181-D82BBDA4C378}"/>
              </a:ext>
            </a:extLst>
          </p:cNvPr>
          <p:cNvSpPr/>
          <p:nvPr/>
        </p:nvSpPr>
        <p:spPr>
          <a:xfrm>
            <a:off x="4535643" y="2635017"/>
            <a:ext cx="5447996" cy="838058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550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信号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4157770" y="3076644"/>
            <a:ext cx="59223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4238461" y="2601560"/>
                <a:ext cx="4644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461" y="2601560"/>
                <a:ext cx="4644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9568708" y="2630349"/>
                <a:ext cx="4876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708" y="2630349"/>
                <a:ext cx="4876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/>
              <p:nvPr/>
            </p:nvSpPr>
            <p:spPr>
              <a:xfrm>
                <a:off x="5865439" y="2773189"/>
                <a:ext cx="3016675" cy="6191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439" y="2773189"/>
                <a:ext cx="3016675" cy="619129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/>
              <p:nvPr/>
            </p:nvSpPr>
            <p:spPr>
              <a:xfrm>
                <a:off x="7233095" y="2145514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方框4">
                <a:extLst>
                  <a:ext uri="{FF2B5EF4-FFF2-40B4-BE49-F238E27FC236}">
                    <a16:creationId xmlns:a16="http://schemas.microsoft.com/office/drawing/2014/main" id="{1C88B9C0-BFD5-17A2-75B7-9CBE9CFDF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095" y="2145514"/>
                <a:ext cx="540000" cy="360000"/>
              </a:xfrm>
              <a:prstGeom prst="rect">
                <a:avLst/>
              </a:prstGeom>
              <a:blipFill>
                <a:blip r:embed="rId6"/>
                <a:stretch>
                  <a:fillRect l="-2222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信号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</p:cNvCxnSpPr>
          <p:nvPr/>
        </p:nvCxnSpPr>
        <p:spPr>
          <a:xfrm>
            <a:off x="5038000" y="3087960"/>
            <a:ext cx="841076" cy="140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信号7">
            <a:extLst>
              <a:ext uri="{FF2B5EF4-FFF2-40B4-BE49-F238E27FC236}">
                <a16:creationId xmlns:a16="http://schemas.microsoft.com/office/drawing/2014/main" id="{B03EA982-5074-9343-1B0D-9FA844A74A14}"/>
              </a:ext>
            </a:extLst>
          </p:cNvPr>
          <p:cNvCxnSpPr>
            <a:cxnSpLocks/>
          </p:cNvCxnSpPr>
          <p:nvPr/>
        </p:nvCxnSpPr>
        <p:spPr>
          <a:xfrm>
            <a:off x="8874518" y="3072636"/>
            <a:ext cx="306194" cy="330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信号8">
            <a:extLst>
              <a:ext uri="{FF2B5EF4-FFF2-40B4-BE49-F238E27FC236}">
                <a16:creationId xmlns:a16="http://schemas.microsoft.com/office/drawing/2014/main" id="{D2F58F02-4C97-FFDB-2C3E-45FCBF854208}"/>
              </a:ext>
            </a:extLst>
          </p:cNvPr>
          <p:cNvCxnSpPr>
            <a:cxnSpLocks/>
          </p:cNvCxnSpPr>
          <p:nvPr/>
        </p:nvCxnSpPr>
        <p:spPr>
          <a:xfrm>
            <a:off x="9478975" y="3074226"/>
            <a:ext cx="80989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信号15">
            <a:extLst>
              <a:ext uri="{FF2B5EF4-FFF2-40B4-BE49-F238E27FC236}">
                <a16:creationId xmlns:a16="http://schemas.microsoft.com/office/drawing/2014/main" id="{231A43DC-45CC-EE6F-B318-F81AB7BC8B6D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5283461" y="2325514"/>
            <a:ext cx="1949634" cy="751130"/>
          </a:xfrm>
          <a:prstGeom prst="bentConnector3">
            <a:avLst>
              <a:gd name="adj1" fmla="val 26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信号16">
            <a:extLst>
              <a:ext uri="{FF2B5EF4-FFF2-40B4-BE49-F238E27FC236}">
                <a16:creationId xmlns:a16="http://schemas.microsoft.com/office/drawing/2014/main" id="{92FD91D2-4DA5-8825-F12D-5820AE073364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7773095" y="2325514"/>
            <a:ext cx="1551617" cy="61183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信号17">
            <a:extLst>
              <a:ext uri="{FF2B5EF4-FFF2-40B4-BE49-F238E27FC236}">
                <a16:creationId xmlns:a16="http://schemas.microsoft.com/office/drawing/2014/main" id="{6764E08A-AA8E-7B94-7DD8-A06EB334B207}"/>
              </a:ext>
            </a:extLst>
          </p:cNvPr>
          <p:cNvCxnSpPr>
            <a:cxnSpLocks/>
            <a:stCxn id="86" idx="1"/>
            <a:endCxn id="28" idx="4"/>
          </p:cNvCxnSpPr>
          <p:nvPr/>
        </p:nvCxnSpPr>
        <p:spPr>
          <a:xfrm rot="10800000">
            <a:off x="4894000" y="3220645"/>
            <a:ext cx="2220770" cy="5807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信号18">
            <a:extLst>
              <a:ext uri="{FF2B5EF4-FFF2-40B4-BE49-F238E27FC236}">
                <a16:creationId xmlns:a16="http://schemas.microsoft.com/office/drawing/2014/main" id="{ED0D7926-A79E-433C-43A2-C4445596F6CD}"/>
              </a:ext>
            </a:extLst>
          </p:cNvPr>
          <p:cNvCxnSpPr>
            <a:cxnSpLocks/>
            <a:stCxn id="52" idx="2"/>
            <a:endCxn id="86" idx="3"/>
          </p:cNvCxnSpPr>
          <p:nvPr/>
        </p:nvCxnSpPr>
        <p:spPr>
          <a:xfrm rot="5400000">
            <a:off x="8378971" y="2367814"/>
            <a:ext cx="709379" cy="215777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4750000" y="2932644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4254840" y="3122767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840" y="3122767"/>
                <a:ext cx="59488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um4">
            <a:extLst>
              <a:ext uri="{FF2B5EF4-FFF2-40B4-BE49-F238E27FC236}">
                <a16:creationId xmlns:a16="http://schemas.microsoft.com/office/drawing/2014/main" id="{66BF02D9-BC24-9244-5462-2FA5087D3FA6}"/>
              </a:ext>
            </a:extLst>
          </p:cNvPr>
          <p:cNvSpPr/>
          <p:nvPr/>
        </p:nvSpPr>
        <p:spPr>
          <a:xfrm>
            <a:off x="9180712" y="293735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/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blipFill>
                <a:blip r:embed="rId8"/>
                <a:stretch>
                  <a:fillRect l="-6667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3">
            <a:extLst>
              <a:ext uri="{FF2B5EF4-FFF2-40B4-BE49-F238E27FC236}">
                <a16:creationId xmlns:a16="http://schemas.microsoft.com/office/drawing/2014/main" id="{C4956653-F407-A985-97B2-20FE87A555B8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grpSp>
        <p:nvGrpSpPr>
          <p:cNvPr id="102" name="步骤1">
            <a:extLst>
              <a:ext uri="{FF2B5EF4-FFF2-40B4-BE49-F238E27FC236}">
                <a16:creationId xmlns:a16="http://schemas.microsoft.com/office/drawing/2014/main" id="{E32C938A-F3F0-8E26-DD3E-E91DB5426B00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103" name="文本">
              <a:extLst>
                <a:ext uri="{FF2B5EF4-FFF2-40B4-BE49-F238E27FC236}">
                  <a16:creationId xmlns:a16="http://schemas.microsoft.com/office/drawing/2014/main" id="{476BC691-F268-137C-C961-6A42AD5F6B77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F35590B3-8DD4-3111-E2D6-2B69083FF1A3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EB5BCF93-0B88-4111-21AA-7D35122DC3C6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106" name="文本">
              <a:extLst>
                <a:ext uri="{FF2B5EF4-FFF2-40B4-BE49-F238E27FC236}">
                  <a16:creationId xmlns:a16="http://schemas.microsoft.com/office/drawing/2014/main" id="{E1640C09-E576-077B-D23F-3154E6F5699A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92EA35D-174C-EC61-B7D6-35CB62626B1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2B159B3-4FAB-0B16-E205-03F9DB8E2CBA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111" name="文本">
              <a:extLst>
                <a:ext uri="{FF2B5EF4-FFF2-40B4-BE49-F238E27FC236}">
                  <a16:creationId xmlns:a16="http://schemas.microsoft.com/office/drawing/2014/main" id="{C6199E5F-7527-7125-D99D-34D854BB59F9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8AA68039-8EF0-372B-422E-6FF492494CC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5" name="虚线框1">
            <a:extLst>
              <a:ext uri="{FF2B5EF4-FFF2-40B4-BE49-F238E27FC236}">
                <a16:creationId xmlns:a16="http://schemas.microsoft.com/office/drawing/2014/main" id="{1ECC55FD-0ACD-FC3F-4CAF-72974562FCC8}"/>
              </a:ext>
            </a:extLst>
          </p:cNvPr>
          <p:cNvSpPr/>
          <p:nvPr/>
        </p:nvSpPr>
        <p:spPr>
          <a:xfrm>
            <a:off x="5182000" y="1923471"/>
            <a:ext cx="4369590" cy="1568596"/>
          </a:xfrm>
          <a:prstGeom prst="rect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9132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信号1">
            <a:extLst>
              <a:ext uri="{FF2B5EF4-FFF2-40B4-BE49-F238E27FC236}">
                <a16:creationId xmlns:a16="http://schemas.microsoft.com/office/drawing/2014/main" id="{E4AD36E1-19BE-6FA6-95CD-2B43C3141E1C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3978261" y="3076644"/>
            <a:ext cx="59223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/>
              <p:nvPr/>
            </p:nvSpPr>
            <p:spPr>
              <a:xfrm>
                <a:off x="3882954" y="263638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标签1">
                <a:extLst>
                  <a:ext uri="{FF2B5EF4-FFF2-40B4-BE49-F238E27FC236}">
                    <a16:creationId xmlns:a16="http://schemas.microsoft.com/office/drawing/2014/main" id="{23247AD1-2429-9178-3929-51C8EBC51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954" y="2636382"/>
                <a:ext cx="9361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/>
              <p:nvPr/>
            </p:nvSpPr>
            <p:spPr>
              <a:xfrm>
                <a:off x="9451022" y="2614979"/>
                <a:ext cx="4876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标签2">
                <a:extLst>
                  <a:ext uri="{FF2B5EF4-FFF2-40B4-BE49-F238E27FC236}">
                    <a16:creationId xmlns:a16="http://schemas.microsoft.com/office/drawing/2014/main" id="{3B031E18-B06F-B83E-345E-E8D5DE75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22" y="2614979"/>
                <a:ext cx="4876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/>
              <p:nvPr/>
            </p:nvSpPr>
            <p:spPr>
              <a:xfrm>
                <a:off x="5396397" y="2773189"/>
                <a:ext cx="3764768" cy="6191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方框2">
                <a:extLst>
                  <a:ext uri="{FF2B5EF4-FFF2-40B4-BE49-F238E27FC236}">
                    <a16:creationId xmlns:a16="http://schemas.microsoft.com/office/drawing/2014/main" id="{71CC9934-C706-3B56-B187-C38800B75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397" y="2773189"/>
                <a:ext cx="3764768" cy="619129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信号2">
            <a:extLst>
              <a:ext uri="{FF2B5EF4-FFF2-40B4-BE49-F238E27FC236}">
                <a16:creationId xmlns:a16="http://schemas.microsoft.com/office/drawing/2014/main" id="{30771525-FFA5-0855-AAB2-85D14F78EACB}"/>
              </a:ext>
            </a:extLst>
          </p:cNvPr>
          <p:cNvCxnSpPr>
            <a:cxnSpLocks/>
          </p:cNvCxnSpPr>
          <p:nvPr/>
        </p:nvCxnSpPr>
        <p:spPr>
          <a:xfrm>
            <a:off x="4865198" y="3076643"/>
            <a:ext cx="537906" cy="61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信号8">
            <a:extLst>
              <a:ext uri="{FF2B5EF4-FFF2-40B4-BE49-F238E27FC236}">
                <a16:creationId xmlns:a16="http://schemas.microsoft.com/office/drawing/2014/main" id="{D2F58F02-4C97-FFDB-2C3E-45FCBF854208}"/>
              </a:ext>
            </a:extLst>
          </p:cNvPr>
          <p:cNvCxnSpPr>
            <a:cxnSpLocks/>
          </p:cNvCxnSpPr>
          <p:nvPr/>
        </p:nvCxnSpPr>
        <p:spPr>
          <a:xfrm flipV="1">
            <a:off x="9173615" y="3070534"/>
            <a:ext cx="894481" cy="61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信号17">
            <a:extLst>
              <a:ext uri="{FF2B5EF4-FFF2-40B4-BE49-F238E27FC236}">
                <a16:creationId xmlns:a16="http://schemas.microsoft.com/office/drawing/2014/main" id="{6764E08A-AA8E-7B94-7DD8-A06EB334B207}"/>
              </a:ext>
            </a:extLst>
          </p:cNvPr>
          <p:cNvCxnSpPr>
            <a:cxnSpLocks/>
            <a:stCxn id="86" idx="1"/>
            <a:endCxn id="28" idx="4"/>
          </p:cNvCxnSpPr>
          <p:nvPr/>
        </p:nvCxnSpPr>
        <p:spPr>
          <a:xfrm rot="10800000">
            <a:off x="4714492" y="3220645"/>
            <a:ext cx="2400279" cy="5807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信号18">
            <a:extLst>
              <a:ext uri="{FF2B5EF4-FFF2-40B4-BE49-F238E27FC236}">
                <a16:creationId xmlns:a16="http://schemas.microsoft.com/office/drawing/2014/main" id="{ED0D7926-A79E-433C-43A2-C4445596F6CD}"/>
              </a:ext>
            </a:extLst>
          </p:cNvPr>
          <p:cNvCxnSpPr>
            <a:cxnSpLocks/>
            <a:stCxn id="52" idx="2"/>
            <a:endCxn id="86" idx="3"/>
          </p:cNvCxnSpPr>
          <p:nvPr/>
        </p:nvCxnSpPr>
        <p:spPr>
          <a:xfrm rot="5400000">
            <a:off x="8312443" y="2418972"/>
            <a:ext cx="724749" cy="204009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um1">
            <a:extLst>
              <a:ext uri="{FF2B5EF4-FFF2-40B4-BE49-F238E27FC236}">
                <a16:creationId xmlns:a16="http://schemas.microsoft.com/office/drawing/2014/main" id="{E415B4C0-B3FD-D832-D3EF-386659DB7784}"/>
              </a:ext>
            </a:extLst>
          </p:cNvPr>
          <p:cNvSpPr/>
          <p:nvPr/>
        </p:nvSpPr>
        <p:spPr>
          <a:xfrm>
            <a:off x="4570491" y="2932644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/>
              <p:nvPr/>
            </p:nvSpPr>
            <p:spPr>
              <a:xfrm>
                <a:off x="4029211" y="3133811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负号1">
                <a:extLst>
                  <a:ext uri="{FF2B5EF4-FFF2-40B4-BE49-F238E27FC236}">
                    <a16:creationId xmlns:a16="http://schemas.microsoft.com/office/drawing/2014/main" id="{42C18067-9927-587A-F447-E5F46B2F7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211" y="3133811"/>
                <a:ext cx="59488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/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方框8">
                <a:extLst>
                  <a:ext uri="{FF2B5EF4-FFF2-40B4-BE49-F238E27FC236}">
                    <a16:creationId xmlns:a16="http://schemas.microsoft.com/office/drawing/2014/main" id="{7CC94132-7129-4EEA-842A-11797FD2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70" y="3621393"/>
                <a:ext cx="540000" cy="360000"/>
              </a:xfrm>
              <a:prstGeom prst="rect">
                <a:avLst/>
              </a:prstGeom>
              <a:blipFill>
                <a:blip r:embed="rId7"/>
                <a:stretch>
                  <a:fillRect l="-6667" b="-1290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3">
            <a:extLst>
              <a:ext uri="{FF2B5EF4-FFF2-40B4-BE49-F238E27FC236}">
                <a16:creationId xmlns:a16="http://schemas.microsoft.com/office/drawing/2014/main" id="{C4956653-F407-A985-97B2-20FE87A555B8}"/>
              </a:ext>
            </a:extLst>
          </p:cNvPr>
          <p:cNvSpPr txBox="1"/>
          <p:nvPr/>
        </p:nvSpPr>
        <p:spPr>
          <a:xfrm>
            <a:off x="413904" y="346155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结构图简化</a:t>
            </a:r>
          </a:p>
        </p:txBody>
      </p:sp>
      <p:grpSp>
        <p:nvGrpSpPr>
          <p:cNvPr id="102" name="步骤1">
            <a:extLst>
              <a:ext uri="{FF2B5EF4-FFF2-40B4-BE49-F238E27FC236}">
                <a16:creationId xmlns:a16="http://schemas.microsoft.com/office/drawing/2014/main" id="{E32C938A-F3F0-8E26-DD3E-E91DB5426B00}"/>
              </a:ext>
            </a:extLst>
          </p:cNvPr>
          <p:cNvGrpSpPr/>
          <p:nvPr/>
        </p:nvGrpSpPr>
        <p:grpSpPr>
          <a:xfrm>
            <a:off x="190550" y="1027139"/>
            <a:ext cx="2459720" cy="723599"/>
            <a:chOff x="4639376" y="1578740"/>
            <a:chExt cx="3279200" cy="964673"/>
          </a:xfrm>
        </p:grpSpPr>
        <p:sp>
          <p:nvSpPr>
            <p:cNvPr id="103" name="文本">
              <a:extLst>
                <a:ext uri="{FF2B5EF4-FFF2-40B4-BE49-F238E27FC236}">
                  <a16:creationId xmlns:a16="http://schemas.microsoft.com/office/drawing/2014/main" id="{476BC691-F268-137C-C961-6A42AD5F6B77}"/>
                </a:ext>
              </a:extLst>
            </p:cNvPr>
            <p:cNvSpPr/>
            <p:nvPr/>
          </p:nvSpPr>
          <p:spPr bwMode="auto">
            <a:xfrm>
              <a:off x="5305665" y="1677420"/>
              <a:ext cx="2612911" cy="771742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找典型</a:t>
              </a:r>
            </a:p>
          </p:txBody>
        </p:sp>
        <p:sp>
          <p:nvSpPr>
            <p:cNvPr id="104" name="序号">
              <a:extLst>
                <a:ext uri="{FF2B5EF4-FFF2-40B4-BE49-F238E27FC236}">
                  <a16:creationId xmlns:a16="http://schemas.microsoft.com/office/drawing/2014/main" id="{F35590B3-8DD4-3111-E2D6-2B69083FF1A3}"/>
                </a:ext>
              </a:extLst>
            </p:cNvPr>
            <p:cNvSpPr/>
            <p:nvPr/>
          </p:nvSpPr>
          <p:spPr bwMode="auto">
            <a:xfrm>
              <a:off x="4639376" y="1578740"/>
              <a:ext cx="964673" cy="964673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bIns="36000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5" name="步骤2">
            <a:extLst>
              <a:ext uri="{FF2B5EF4-FFF2-40B4-BE49-F238E27FC236}">
                <a16:creationId xmlns:a16="http://schemas.microsoft.com/office/drawing/2014/main" id="{EB5BCF93-0B88-4111-21AA-7D35122DC3C6}"/>
              </a:ext>
            </a:extLst>
          </p:cNvPr>
          <p:cNvGrpSpPr/>
          <p:nvPr/>
        </p:nvGrpSpPr>
        <p:grpSpPr>
          <a:xfrm>
            <a:off x="207969" y="1889642"/>
            <a:ext cx="2448274" cy="723599"/>
            <a:chOff x="4809199" y="3051459"/>
            <a:chExt cx="3263940" cy="964675"/>
          </a:xfrm>
        </p:grpSpPr>
        <p:sp>
          <p:nvSpPr>
            <p:cNvPr id="106" name="文本">
              <a:extLst>
                <a:ext uri="{FF2B5EF4-FFF2-40B4-BE49-F238E27FC236}">
                  <a16:creationId xmlns:a16="http://schemas.microsoft.com/office/drawing/2014/main" id="{E1640C09-E576-077B-D23F-3154E6F5699A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解交叉</a:t>
              </a:r>
            </a:p>
          </p:txBody>
        </p:sp>
        <p:sp>
          <p:nvSpPr>
            <p:cNvPr id="108" name="序号">
              <a:extLst>
                <a:ext uri="{FF2B5EF4-FFF2-40B4-BE49-F238E27FC236}">
                  <a16:creationId xmlns:a16="http://schemas.microsoft.com/office/drawing/2014/main" id="{E92EA35D-174C-EC61-B7D6-35CB62626B1B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9" name="步骤3">
            <a:extLst>
              <a:ext uri="{FF2B5EF4-FFF2-40B4-BE49-F238E27FC236}">
                <a16:creationId xmlns:a16="http://schemas.microsoft.com/office/drawing/2014/main" id="{E2B159B3-4FAB-0B16-E205-03F9DB8E2CBA}"/>
              </a:ext>
            </a:extLst>
          </p:cNvPr>
          <p:cNvGrpSpPr/>
          <p:nvPr/>
        </p:nvGrpSpPr>
        <p:grpSpPr>
          <a:xfrm>
            <a:off x="201996" y="2768468"/>
            <a:ext cx="2448274" cy="723599"/>
            <a:chOff x="4809199" y="3051459"/>
            <a:chExt cx="3263940" cy="964675"/>
          </a:xfrm>
        </p:grpSpPr>
        <p:sp>
          <p:nvSpPr>
            <p:cNvPr id="111" name="文本">
              <a:extLst>
                <a:ext uri="{FF2B5EF4-FFF2-40B4-BE49-F238E27FC236}">
                  <a16:creationId xmlns:a16="http://schemas.microsoft.com/office/drawing/2014/main" id="{C6199E5F-7527-7125-D99D-34D854BB59F9}"/>
                </a:ext>
              </a:extLst>
            </p:cNvPr>
            <p:cNvSpPr/>
            <p:nvPr/>
          </p:nvSpPr>
          <p:spPr bwMode="auto">
            <a:xfrm>
              <a:off x="5434624" y="3147927"/>
              <a:ext cx="2638515" cy="771744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由内向外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8AA68039-8EF0-372B-422E-6FF492494CC3}"/>
                </a:ext>
              </a:extLst>
            </p:cNvPr>
            <p:cNvSpPr/>
            <p:nvPr/>
          </p:nvSpPr>
          <p:spPr bwMode="auto">
            <a:xfrm>
              <a:off x="4809199" y="3051459"/>
              <a:ext cx="964673" cy="964675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30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14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86077" y="346816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引出点移动</a:t>
            </a:r>
          </a:p>
        </p:txBody>
      </p:sp>
      <p:cxnSp>
        <p:nvCxnSpPr>
          <p:cNvPr id="99" name="1直线箭头连接符3">
            <a:extLst>
              <a:ext uri="{FF2B5EF4-FFF2-40B4-BE49-F238E27FC236}">
                <a16:creationId xmlns:a16="http://schemas.microsoft.com/office/drawing/2014/main" id="{D303EF6C-4246-D248-607A-172F3B9ED994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314260" y="2060815"/>
            <a:ext cx="587204" cy="18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/>
              <p:nvPr/>
            </p:nvSpPr>
            <p:spPr>
              <a:xfrm>
                <a:off x="3437851" y="1774697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851" y="1774697"/>
                <a:ext cx="781425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1直线箭头连接符3">
            <a:extLst>
              <a:ext uri="{FF2B5EF4-FFF2-40B4-BE49-F238E27FC236}">
                <a16:creationId xmlns:a16="http://schemas.microsoft.com/office/drawing/2014/main" id="{3C2CA571-3D60-746F-86FE-EF4770D70E74}"/>
              </a:ext>
            </a:extLst>
          </p:cNvPr>
          <p:cNvCxnSpPr>
            <a:cxnSpLocks/>
            <a:stCxn id="101" idx="3"/>
            <a:endCxn id="138" idx="2"/>
          </p:cNvCxnSpPr>
          <p:nvPr/>
        </p:nvCxnSpPr>
        <p:spPr>
          <a:xfrm>
            <a:off x="4219276" y="2062697"/>
            <a:ext cx="2483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4肘形连接符">
            <a:extLst>
              <a:ext uri="{FF2B5EF4-FFF2-40B4-BE49-F238E27FC236}">
                <a16:creationId xmlns:a16="http://schemas.microsoft.com/office/drawing/2014/main" id="{59731C0E-3789-B929-380E-69E6BE4D7878}"/>
              </a:ext>
            </a:extLst>
          </p:cNvPr>
          <p:cNvCxnSpPr>
            <a:cxnSpLocks/>
            <a:stCxn id="105" idx="1"/>
            <a:endCxn id="106" idx="4"/>
          </p:cNvCxnSpPr>
          <p:nvPr/>
        </p:nvCxnSpPr>
        <p:spPr>
          <a:xfrm rot="10800000">
            <a:off x="3045464" y="2206699"/>
            <a:ext cx="1948954" cy="107831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/>
              <p:nvPr/>
            </p:nvSpPr>
            <p:spPr>
              <a:xfrm>
                <a:off x="4994418" y="2997016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18" y="2997016"/>
                <a:ext cx="781200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椭圆 105">
            <a:extLst>
              <a:ext uri="{FF2B5EF4-FFF2-40B4-BE49-F238E27FC236}">
                <a16:creationId xmlns:a16="http://schemas.microsoft.com/office/drawing/2014/main" id="{AFE114F0-0E57-0F51-005F-32377A134D2B}"/>
              </a:ext>
            </a:extLst>
          </p:cNvPr>
          <p:cNvSpPr/>
          <p:nvPr/>
        </p:nvSpPr>
        <p:spPr>
          <a:xfrm>
            <a:off x="2901464" y="1918697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08" name="1直线箭头连接符3">
            <a:extLst>
              <a:ext uri="{FF2B5EF4-FFF2-40B4-BE49-F238E27FC236}">
                <a16:creationId xmlns:a16="http://schemas.microsoft.com/office/drawing/2014/main" id="{6D6DDB26-C5F4-397C-D2CC-D073F27B7005}"/>
              </a:ext>
            </a:extLst>
          </p:cNvPr>
          <p:cNvCxnSpPr>
            <a:cxnSpLocks/>
            <a:stCxn id="106" idx="6"/>
            <a:endCxn id="101" idx="1"/>
          </p:cNvCxnSpPr>
          <p:nvPr/>
        </p:nvCxnSpPr>
        <p:spPr>
          <a:xfrm>
            <a:off x="3189464" y="2062697"/>
            <a:ext cx="24838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/>
              <p:nvPr/>
            </p:nvSpPr>
            <p:spPr>
              <a:xfrm>
                <a:off x="2510651" y="2158587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51" y="2158587"/>
                <a:ext cx="59488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6E2AEDA-26CD-DCDC-163D-BEA390722FB2}"/>
                  </a:ext>
                </a:extLst>
              </p:cNvPr>
              <p:cNvSpPr/>
              <p:nvPr/>
            </p:nvSpPr>
            <p:spPr>
              <a:xfrm>
                <a:off x="5004048" y="1774697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6E2AEDA-26CD-DCDC-163D-BEA390722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1774697"/>
                <a:ext cx="781425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D9B89AC9-3A43-7D15-2D72-13325E0ED84C}"/>
                  </a:ext>
                </a:extLst>
              </p:cNvPr>
              <p:cNvSpPr/>
              <p:nvPr/>
            </p:nvSpPr>
            <p:spPr>
              <a:xfrm>
                <a:off x="6570244" y="1774697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D9B89AC9-3A43-7D15-2D72-13325E0ED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244" y="1774697"/>
                <a:ext cx="781200" cy="57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1直线箭头连接符3">
            <a:extLst>
              <a:ext uri="{FF2B5EF4-FFF2-40B4-BE49-F238E27FC236}">
                <a16:creationId xmlns:a16="http://schemas.microsoft.com/office/drawing/2014/main" id="{52200F9B-B9F0-4ADE-CB32-F4BA3559348A}"/>
              </a:ext>
            </a:extLst>
          </p:cNvPr>
          <p:cNvCxnSpPr>
            <a:cxnSpLocks/>
            <a:stCxn id="111" idx="3"/>
            <a:endCxn id="139" idx="2"/>
          </p:cNvCxnSpPr>
          <p:nvPr/>
        </p:nvCxnSpPr>
        <p:spPr>
          <a:xfrm>
            <a:off x="5785473" y="2062697"/>
            <a:ext cx="2483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F64174B1-6DFF-ACE0-5AF7-E141EA364DA2}"/>
                  </a:ext>
                </a:extLst>
              </p:cNvPr>
              <p:cNvSpPr/>
              <p:nvPr/>
            </p:nvSpPr>
            <p:spPr>
              <a:xfrm>
                <a:off x="8122094" y="1774697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F64174B1-6DFF-ACE0-5AF7-E141EA364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094" y="1774697"/>
                <a:ext cx="781425" cy="57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1直线箭头连接符3">
            <a:extLst>
              <a:ext uri="{FF2B5EF4-FFF2-40B4-BE49-F238E27FC236}">
                <a16:creationId xmlns:a16="http://schemas.microsoft.com/office/drawing/2014/main" id="{960E9E58-52DE-2758-2007-99CEFBCE4764}"/>
              </a:ext>
            </a:extLst>
          </p:cNvPr>
          <p:cNvCxnSpPr>
            <a:cxnSpLocks/>
            <a:stCxn id="114" idx="3"/>
            <a:endCxn id="121" idx="1"/>
          </p:cNvCxnSpPr>
          <p:nvPr/>
        </p:nvCxnSpPr>
        <p:spPr>
          <a:xfrm>
            <a:off x="7351445" y="2062697"/>
            <a:ext cx="77064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1直线箭头连接符3">
            <a:extLst>
              <a:ext uri="{FF2B5EF4-FFF2-40B4-BE49-F238E27FC236}">
                <a16:creationId xmlns:a16="http://schemas.microsoft.com/office/drawing/2014/main" id="{422F4945-C0C4-1E06-F469-32A3D5D072F0}"/>
              </a:ext>
            </a:extLst>
          </p:cNvPr>
          <p:cNvCxnSpPr>
            <a:cxnSpLocks/>
            <a:stCxn id="121" idx="3"/>
          </p:cNvCxnSpPr>
          <p:nvPr/>
        </p:nvCxnSpPr>
        <p:spPr>
          <a:xfrm>
            <a:off x="8903518" y="2062697"/>
            <a:ext cx="124234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4肘形连接符">
            <a:extLst>
              <a:ext uri="{FF2B5EF4-FFF2-40B4-BE49-F238E27FC236}">
                <a16:creationId xmlns:a16="http://schemas.microsoft.com/office/drawing/2014/main" id="{D56C4AA9-26C2-4A9F-F853-7094625C6CDF}"/>
              </a:ext>
            </a:extLst>
          </p:cNvPr>
          <p:cNvCxnSpPr>
            <a:cxnSpLocks/>
            <a:endCxn id="105" idx="3"/>
          </p:cNvCxnSpPr>
          <p:nvPr/>
        </p:nvCxnSpPr>
        <p:spPr>
          <a:xfrm rot="5400000">
            <a:off x="6954280" y="867726"/>
            <a:ext cx="1238628" cy="359595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609C565C-D3CB-111A-E7F6-4F6A0BF7D0EE}"/>
              </a:ext>
            </a:extLst>
          </p:cNvPr>
          <p:cNvSpPr/>
          <p:nvPr/>
        </p:nvSpPr>
        <p:spPr>
          <a:xfrm>
            <a:off x="4467661" y="1918697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BCB9D4FA-9C2F-D6FE-CDEC-246618211857}"/>
              </a:ext>
            </a:extLst>
          </p:cNvPr>
          <p:cNvSpPr/>
          <p:nvPr/>
        </p:nvSpPr>
        <p:spPr>
          <a:xfrm>
            <a:off x="6033858" y="1918697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44D95BE4-9950-51C2-1312-E493D4474158}"/>
                  </a:ext>
                </a:extLst>
              </p:cNvPr>
              <p:cNvSpPr/>
              <p:nvPr/>
            </p:nvSpPr>
            <p:spPr>
              <a:xfrm>
                <a:off x="7351444" y="2524362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44D95BE4-9950-51C2-1312-E493D4474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444" y="2524362"/>
                <a:ext cx="781200" cy="576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/>
              <p:nvPr/>
            </p:nvSpPr>
            <p:spPr>
              <a:xfrm>
                <a:off x="5775618" y="1063461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618" y="1063461"/>
                <a:ext cx="781200" cy="576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1直线箭头连接符3">
            <a:extLst>
              <a:ext uri="{FF2B5EF4-FFF2-40B4-BE49-F238E27FC236}">
                <a16:creationId xmlns:a16="http://schemas.microsoft.com/office/drawing/2014/main" id="{05D9FFA5-4EAC-16F4-1B33-017AAD509DAD}"/>
              </a:ext>
            </a:extLst>
          </p:cNvPr>
          <p:cNvCxnSpPr>
            <a:cxnSpLocks/>
            <a:endCxn id="141" idx="3"/>
          </p:cNvCxnSpPr>
          <p:nvPr/>
        </p:nvCxnSpPr>
        <p:spPr>
          <a:xfrm flipH="1">
            <a:off x="8132644" y="2812362"/>
            <a:ext cx="123892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4肘形连接符">
            <a:extLst>
              <a:ext uri="{FF2B5EF4-FFF2-40B4-BE49-F238E27FC236}">
                <a16:creationId xmlns:a16="http://schemas.microsoft.com/office/drawing/2014/main" id="{6737AE1B-CFF2-9B91-FDBC-AD14960C44EC}"/>
              </a:ext>
            </a:extLst>
          </p:cNvPr>
          <p:cNvCxnSpPr>
            <a:cxnSpLocks/>
            <a:stCxn id="141" idx="1"/>
            <a:endCxn id="139" idx="4"/>
          </p:cNvCxnSpPr>
          <p:nvPr/>
        </p:nvCxnSpPr>
        <p:spPr>
          <a:xfrm rot="10800000">
            <a:off x="6177858" y="2206699"/>
            <a:ext cx="1173586" cy="60566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1Ui">
                <a:extLst>
                  <a:ext uri="{FF2B5EF4-FFF2-40B4-BE49-F238E27FC236}">
                    <a16:creationId xmlns:a16="http://schemas.microsoft.com/office/drawing/2014/main" id="{7AD9576D-C507-BC49-532E-B062FB41EC36}"/>
                  </a:ext>
                </a:extLst>
              </p:cNvPr>
              <p:cNvSpPr txBox="1"/>
              <p:nvPr/>
            </p:nvSpPr>
            <p:spPr>
              <a:xfrm>
                <a:off x="5673901" y="2179846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7" name="1Ui">
                <a:extLst>
                  <a:ext uri="{FF2B5EF4-FFF2-40B4-BE49-F238E27FC236}">
                    <a16:creationId xmlns:a16="http://schemas.microsoft.com/office/drawing/2014/main" id="{7AD9576D-C507-BC49-532E-B062FB41E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01" y="2179846"/>
                <a:ext cx="59488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1Ui">
                <a:extLst>
                  <a:ext uri="{FF2B5EF4-FFF2-40B4-BE49-F238E27FC236}">
                    <a16:creationId xmlns:a16="http://schemas.microsoft.com/office/drawing/2014/main" id="{5E7DEAE8-67F7-C6AE-F9A8-C2984D220CC8}"/>
                  </a:ext>
                </a:extLst>
              </p:cNvPr>
              <p:cNvSpPr txBox="1"/>
              <p:nvPr/>
            </p:nvSpPr>
            <p:spPr>
              <a:xfrm>
                <a:off x="4041146" y="1453574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0" name="1Ui">
                <a:extLst>
                  <a:ext uri="{FF2B5EF4-FFF2-40B4-BE49-F238E27FC236}">
                    <a16:creationId xmlns:a16="http://schemas.microsoft.com/office/drawing/2014/main" id="{5E7DEAE8-67F7-C6AE-F9A8-C2984D220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46" y="1453574"/>
                <a:ext cx="59488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4肘形连接符">
            <a:extLst>
              <a:ext uri="{FF2B5EF4-FFF2-40B4-BE49-F238E27FC236}">
                <a16:creationId xmlns:a16="http://schemas.microsoft.com/office/drawing/2014/main" id="{3E6B62BA-C293-664B-FC01-0C91892B4131}"/>
              </a:ext>
            </a:extLst>
          </p:cNvPr>
          <p:cNvCxnSpPr>
            <a:cxnSpLocks/>
            <a:stCxn id="152" idx="1"/>
            <a:endCxn id="138" idx="0"/>
          </p:cNvCxnSpPr>
          <p:nvPr/>
        </p:nvCxnSpPr>
        <p:spPr>
          <a:xfrm rot="10800000" flipV="1">
            <a:off x="4611663" y="1351461"/>
            <a:ext cx="1163957" cy="56723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4肘形连接符">
            <a:extLst>
              <a:ext uri="{FF2B5EF4-FFF2-40B4-BE49-F238E27FC236}">
                <a16:creationId xmlns:a16="http://schemas.microsoft.com/office/drawing/2014/main" id="{5FEF7DDF-2B7C-DAEF-3B44-A63D70DFEA92}"/>
              </a:ext>
            </a:extLst>
          </p:cNvPr>
          <p:cNvCxnSpPr>
            <a:cxnSpLocks/>
            <a:endCxn id="152" idx="3"/>
          </p:cNvCxnSpPr>
          <p:nvPr/>
        </p:nvCxnSpPr>
        <p:spPr>
          <a:xfrm rot="10800000">
            <a:off x="6556820" y="1351461"/>
            <a:ext cx="1207111" cy="709354"/>
          </a:xfrm>
          <a:prstGeom prst="bentConnector3">
            <a:avLst>
              <a:gd name="adj1" fmla="val 338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1直线箭头连接符3">
            <a:extLst>
              <a:ext uri="{FF2B5EF4-FFF2-40B4-BE49-F238E27FC236}">
                <a16:creationId xmlns:a16="http://schemas.microsoft.com/office/drawing/2014/main" id="{17780B03-5B5B-5286-E26A-54EE49D71541}"/>
              </a:ext>
            </a:extLst>
          </p:cNvPr>
          <p:cNvCxnSpPr>
            <a:cxnSpLocks/>
          </p:cNvCxnSpPr>
          <p:nvPr/>
        </p:nvCxnSpPr>
        <p:spPr>
          <a:xfrm>
            <a:off x="4755662" y="2060815"/>
            <a:ext cx="2483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1直线箭头连接符3">
            <a:extLst>
              <a:ext uri="{FF2B5EF4-FFF2-40B4-BE49-F238E27FC236}">
                <a16:creationId xmlns:a16="http://schemas.microsoft.com/office/drawing/2014/main" id="{9182308E-F6A5-190F-20B9-D7A179EFCB2E}"/>
              </a:ext>
            </a:extLst>
          </p:cNvPr>
          <p:cNvCxnSpPr>
            <a:cxnSpLocks/>
          </p:cNvCxnSpPr>
          <p:nvPr/>
        </p:nvCxnSpPr>
        <p:spPr>
          <a:xfrm>
            <a:off x="6321859" y="2060815"/>
            <a:ext cx="2483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8207C3-D65A-6520-07E7-5084A18D857C}"/>
              </a:ext>
            </a:extLst>
          </p:cNvPr>
          <p:cNvGrpSpPr/>
          <p:nvPr/>
        </p:nvGrpSpPr>
        <p:grpSpPr>
          <a:xfrm>
            <a:off x="2314260" y="3970206"/>
            <a:ext cx="7831604" cy="2519293"/>
            <a:chOff x="2314260" y="3970206"/>
            <a:chExt cx="7831604" cy="251929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3E01B25-6B9F-EE4E-3B17-8B4E61EFDD6D}"/>
                </a:ext>
              </a:extLst>
            </p:cNvPr>
            <p:cNvGrpSpPr/>
            <p:nvPr/>
          </p:nvGrpSpPr>
          <p:grpSpPr>
            <a:xfrm>
              <a:off x="2314260" y="3970206"/>
              <a:ext cx="7831604" cy="2519293"/>
              <a:chOff x="2314260" y="3970206"/>
              <a:chExt cx="7831604" cy="2519293"/>
            </a:xfrm>
          </p:grpSpPr>
          <p:cxnSp>
            <p:nvCxnSpPr>
              <p:cNvPr id="180" name="1直线箭头连接符3">
                <a:extLst>
                  <a:ext uri="{FF2B5EF4-FFF2-40B4-BE49-F238E27FC236}">
                    <a16:creationId xmlns:a16="http://schemas.microsoft.com/office/drawing/2014/main" id="{83960D62-655A-875A-90C4-766B41003A8F}"/>
                  </a:ext>
                </a:extLst>
              </p:cNvPr>
              <p:cNvCxnSpPr>
                <a:cxnSpLocks/>
                <a:endCxn id="185" idx="2"/>
              </p:cNvCxnSpPr>
              <p:nvPr/>
            </p:nvCxnSpPr>
            <p:spPr>
              <a:xfrm>
                <a:off x="2314260" y="4977298"/>
                <a:ext cx="587204" cy="1882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矩形 180">
                    <a:extLst>
                      <a:ext uri="{FF2B5EF4-FFF2-40B4-BE49-F238E27FC236}">
                        <a16:creationId xmlns:a16="http://schemas.microsoft.com/office/drawing/2014/main" id="{1845928F-05BF-EBF8-419B-BE41DF02D57A}"/>
                      </a:ext>
                    </a:extLst>
                  </p:cNvPr>
                  <p:cNvSpPr/>
                  <p:nvPr/>
                </p:nvSpPr>
                <p:spPr>
                  <a:xfrm>
                    <a:off x="3437851" y="4691180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81" name="矩形 180">
                    <a:extLst>
                      <a:ext uri="{FF2B5EF4-FFF2-40B4-BE49-F238E27FC236}">
                        <a16:creationId xmlns:a16="http://schemas.microsoft.com/office/drawing/2014/main" id="{1845928F-05BF-EBF8-419B-BE41DF02D57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851" y="4691180"/>
                    <a:ext cx="781425" cy="5760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2" name="1直线箭头连接符3">
                <a:extLst>
                  <a:ext uri="{FF2B5EF4-FFF2-40B4-BE49-F238E27FC236}">
                    <a16:creationId xmlns:a16="http://schemas.microsoft.com/office/drawing/2014/main" id="{E551D1F1-C2E4-020F-8B92-04D79DADE0A0}"/>
                  </a:ext>
                </a:extLst>
              </p:cNvPr>
              <p:cNvCxnSpPr>
                <a:cxnSpLocks/>
                <a:stCxn id="181" idx="3"/>
                <a:endCxn id="195" idx="2"/>
              </p:cNvCxnSpPr>
              <p:nvPr/>
            </p:nvCxnSpPr>
            <p:spPr>
              <a:xfrm>
                <a:off x="4219276" y="4979180"/>
                <a:ext cx="24838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4肘形连接符">
                <a:extLst>
                  <a:ext uri="{FF2B5EF4-FFF2-40B4-BE49-F238E27FC236}">
                    <a16:creationId xmlns:a16="http://schemas.microsoft.com/office/drawing/2014/main" id="{FA76EB69-3A37-FDD0-5D45-5A1D20C5540F}"/>
                  </a:ext>
                </a:extLst>
              </p:cNvPr>
              <p:cNvCxnSpPr>
                <a:cxnSpLocks/>
                <a:stCxn id="184" idx="1"/>
                <a:endCxn id="185" idx="4"/>
              </p:cNvCxnSpPr>
              <p:nvPr/>
            </p:nvCxnSpPr>
            <p:spPr>
              <a:xfrm rot="10800000">
                <a:off x="3045464" y="5123182"/>
                <a:ext cx="1948954" cy="1078319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矩形 183">
                    <a:extLst>
                      <a:ext uri="{FF2B5EF4-FFF2-40B4-BE49-F238E27FC236}">
                        <a16:creationId xmlns:a16="http://schemas.microsoft.com/office/drawing/2014/main" id="{E6B7C17C-D387-BC7D-3447-73F9C71F69AF}"/>
                      </a:ext>
                    </a:extLst>
                  </p:cNvPr>
                  <p:cNvSpPr/>
                  <p:nvPr/>
                </p:nvSpPr>
                <p:spPr>
                  <a:xfrm>
                    <a:off x="4994418" y="5913499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矩形 183">
                    <a:extLst>
                      <a:ext uri="{FF2B5EF4-FFF2-40B4-BE49-F238E27FC236}">
                        <a16:creationId xmlns:a16="http://schemas.microsoft.com/office/drawing/2014/main" id="{E6B7C17C-D387-BC7D-3447-73F9C71F69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94418" y="5913499"/>
                    <a:ext cx="781200" cy="5760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3DA2839F-8475-5A8E-5ABA-2BD9093CE5A8}"/>
                  </a:ext>
                </a:extLst>
              </p:cNvPr>
              <p:cNvSpPr/>
              <p:nvPr/>
            </p:nvSpPr>
            <p:spPr>
              <a:xfrm>
                <a:off x="2901464" y="4835180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cxnSp>
            <p:nvCxnSpPr>
              <p:cNvPr id="186" name="1直线箭头连接符3">
                <a:extLst>
                  <a:ext uri="{FF2B5EF4-FFF2-40B4-BE49-F238E27FC236}">
                    <a16:creationId xmlns:a16="http://schemas.microsoft.com/office/drawing/2014/main" id="{6B31E71F-653C-D5CD-005F-59D776B5C8FB}"/>
                  </a:ext>
                </a:extLst>
              </p:cNvPr>
              <p:cNvCxnSpPr>
                <a:cxnSpLocks/>
                <a:stCxn id="185" idx="6"/>
                <a:endCxn id="181" idx="1"/>
              </p:cNvCxnSpPr>
              <p:nvPr/>
            </p:nvCxnSpPr>
            <p:spPr>
              <a:xfrm>
                <a:off x="3189464" y="4979180"/>
                <a:ext cx="248386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1Ui">
                    <a:extLst>
                      <a:ext uri="{FF2B5EF4-FFF2-40B4-BE49-F238E27FC236}">
                        <a16:creationId xmlns:a16="http://schemas.microsoft.com/office/drawing/2014/main" id="{73363054-A0E5-779F-31C8-7AA001370395}"/>
                      </a:ext>
                    </a:extLst>
                  </p:cNvPr>
                  <p:cNvSpPr txBox="1"/>
                  <p:nvPr/>
                </p:nvSpPr>
                <p:spPr>
                  <a:xfrm>
                    <a:off x="2510651" y="5075070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87" name="1Ui">
                    <a:extLst>
                      <a:ext uri="{FF2B5EF4-FFF2-40B4-BE49-F238E27FC236}">
                        <a16:creationId xmlns:a16="http://schemas.microsoft.com/office/drawing/2014/main" id="{73363054-A0E5-779F-31C8-7AA0013703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0651" y="5075070"/>
                    <a:ext cx="594882" cy="4616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矩形 187">
                    <a:extLst>
                      <a:ext uri="{FF2B5EF4-FFF2-40B4-BE49-F238E27FC236}">
                        <a16:creationId xmlns:a16="http://schemas.microsoft.com/office/drawing/2014/main" id="{5BB42B13-3DC5-A655-59E7-92B23992165A}"/>
                      </a:ext>
                    </a:extLst>
                  </p:cNvPr>
                  <p:cNvSpPr/>
                  <p:nvPr/>
                </p:nvSpPr>
                <p:spPr>
                  <a:xfrm>
                    <a:off x="5004048" y="4691180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8" name="矩形 187">
                    <a:extLst>
                      <a:ext uri="{FF2B5EF4-FFF2-40B4-BE49-F238E27FC236}">
                        <a16:creationId xmlns:a16="http://schemas.microsoft.com/office/drawing/2014/main" id="{5BB42B13-3DC5-A655-59E7-92B23992165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4048" y="4691180"/>
                    <a:ext cx="781425" cy="5760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矩形 188">
                    <a:extLst>
                      <a:ext uri="{FF2B5EF4-FFF2-40B4-BE49-F238E27FC236}">
                        <a16:creationId xmlns:a16="http://schemas.microsoft.com/office/drawing/2014/main" id="{BB7A8C29-956A-4522-4595-970613EAD494}"/>
                      </a:ext>
                    </a:extLst>
                  </p:cNvPr>
                  <p:cNvSpPr/>
                  <p:nvPr/>
                </p:nvSpPr>
                <p:spPr>
                  <a:xfrm>
                    <a:off x="6570244" y="4691180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89" name="矩形 188">
                    <a:extLst>
                      <a:ext uri="{FF2B5EF4-FFF2-40B4-BE49-F238E27FC236}">
                        <a16:creationId xmlns:a16="http://schemas.microsoft.com/office/drawing/2014/main" id="{BB7A8C29-956A-4522-4595-970613EAD4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0244" y="4691180"/>
                    <a:ext cx="781200" cy="57600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0" name="1直线箭头连接符3">
                <a:extLst>
                  <a:ext uri="{FF2B5EF4-FFF2-40B4-BE49-F238E27FC236}">
                    <a16:creationId xmlns:a16="http://schemas.microsoft.com/office/drawing/2014/main" id="{529F9C3C-CD5D-A49A-AE85-19048F37F7F0}"/>
                  </a:ext>
                </a:extLst>
              </p:cNvPr>
              <p:cNvCxnSpPr>
                <a:cxnSpLocks/>
                <a:stCxn id="188" idx="3"/>
                <a:endCxn id="196" idx="2"/>
              </p:cNvCxnSpPr>
              <p:nvPr/>
            </p:nvCxnSpPr>
            <p:spPr>
              <a:xfrm>
                <a:off x="5785473" y="4979180"/>
                <a:ext cx="24838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矩形 190">
                    <a:extLst>
                      <a:ext uri="{FF2B5EF4-FFF2-40B4-BE49-F238E27FC236}">
                        <a16:creationId xmlns:a16="http://schemas.microsoft.com/office/drawing/2014/main" id="{B1860D8A-A20C-0C9D-81D5-AC26B88B38B6}"/>
                      </a:ext>
                    </a:extLst>
                  </p:cNvPr>
                  <p:cNvSpPr/>
                  <p:nvPr/>
                </p:nvSpPr>
                <p:spPr>
                  <a:xfrm>
                    <a:off x="8122094" y="4691180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1" name="矩形 190">
                    <a:extLst>
                      <a:ext uri="{FF2B5EF4-FFF2-40B4-BE49-F238E27FC236}">
                        <a16:creationId xmlns:a16="http://schemas.microsoft.com/office/drawing/2014/main" id="{B1860D8A-A20C-0C9D-81D5-AC26B88B38B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2094" y="4691180"/>
                    <a:ext cx="781425" cy="5760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2" name="1直线箭头连接符3">
                <a:extLst>
                  <a:ext uri="{FF2B5EF4-FFF2-40B4-BE49-F238E27FC236}">
                    <a16:creationId xmlns:a16="http://schemas.microsoft.com/office/drawing/2014/main" id="{4B81E486-C03A-3829-86F8-00B891A3586A}"/>
                  </a:ext>
                </a:extLst>
              </p:cNvPr>
              <p:cNvCxnSpPr>
                <a:cxnSpLocks/>
                <a:stCxn id="189" idx="3"/>
                <a:endCxn id="191" idx="1"/>
              </p:cNvCxnSpPr>
              <p:nvPr/>
            </p:nvCxnSpPr>
            <p:spPr>
              <a:xfrm>
                <a:off x="7351445" y="4979180"/>
                <a:ext cx="770649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1直线箭头连接符3">
                <a:extLst>
                  <a:ext uri="{FF2B5EF4-FFF2-40B4-BE49-F238E27FC236}">
                    <a16:creationId xmlns:a16="http://schemas.microsoft.com/office/drawing/2014/main" id="{3D504D84-F6FE-0E7F-8DA1-CB0AFD35CA69}"/>
                  </a:ext>
                </a:extLst>
              </p:cNvPr>
              <p:cNvCxnSpPr>
                <a:cxnSpLocks/>
                <a:stCxn id="191" idx="3"/>
              </p:cNvCxnSpPr>
              <p:nvPr/>
            </p:nvCxnSpPr>
            <p:spPr>
              <a:xfrm>
                <a:off x="8903518" y="4979180"/>
                <a:ext cx="1242346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4肘形连接符">
                <a:extLst>
                  <a:ext uri="{FF2B5EF4-FFF2-40B4-BE49-F238E27FC236}">
                    <a16:creationId xmlns:a16="http://schemas.microsoft.com/office/drawing/2014/main" id="{D10E967C-0C16-474C-410B-6493F59751BC}"/>
                  </a:ext>
                </a:extLst>
              </p:cNvPr>
              <p:cNvCxnSpPr>
                <a:cxnSpLocks/>
                <a:endCxn id="184" idx="3"/>
              </p:cNvCxnSpPr>
              <p:nvPr/>
            </p:nvCxnSpPr>
            <p:spPr>
              <a:xfrm rot="5400000">
                <a:off x="6954280" y="3784209"/>
                <a:ext cx="1238628" cy="3595952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D615B884-0F9A-E850-FFCC-47A03BB845AE}"/>
                  </a:ext>
                </a:extLst>
              </p:cNvPr>
              <p:cNvSpPr/>
              <p:nvPr/>
            </p:nvSpPr>
            <p:spPr>
              <a:xfrm>
                <a:off x="4467661" y="4835180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A3C7E89D-BD6E-79A8-76B2-B3C5A2A64AA5}"/>
                  </a:ext>
                </a:extLst>
              </p:cNvPr>
              <p:cNvSpPr/>
              <p:nvPr/>
            </p:nvSpPr>
            <p:spPr>
              <a:xfrm>
                <a:off x="6033858" y="4835180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矩形 196">
                    <a:extLst>
                      <a:ext uri="{FF2B5EF4-FFF2-40B4-BE49-F238E27FC236}">
                        <a16:creationId xmlns:a16="http://schemas.microsoft.com/office/drawing/2014/main" id="{841DB4D4-F2BC-2B41-5265-F8C8364AC887}"/>
                      </a:ext>
                    </a:extLst>
                  </p:cNvPr>
                  <p:cNvSpPr/>
                  <p:nvPr/>
                </p:nvSpPr>
                <p:spPr>
                  <a:xfrm>
                    <a:off x="7351444" y="5440845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7" name="矩形 196">
                    <a:extLst>
                      <a:ext uri="{FF2B5EF4-FFF2-40B4-BE49-F238E27FC236}">
                        <a16:creationId xmlns:a16="http://schemas.microsoft.com/office/drawing/2014/main" id="{841DB4D4-F2BC-2B41-5265-F8C8364AC88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1444" y="5440845"/>
                    <a:ext cx="781200" cy="57600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矩形 197">
                    <a:extLst>
                      <a:ext uri="{FF2B5EF4-FFF2-40B4-BE49-F238E27FC236}">
                        <a16:creationId xmlns:a16="http://schemas.microsoft.com/office/drawing/2014/main" id="{1F87F800-81AB-315F-B8E1-6BAA2332703C}"/>
                      </a:ext>
                    </a:extLst>
                  </p:cNvPr>
                  <p:cNvSpPr/>
                  <p:nvPr/>
                </p:nvSpPr>
                <p:spPr>
                  <a:xfrm>
                    <a:off x="5775618" y="3979944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98" name="矩形 197">
                    <a:extLst>
                      <a:ext uri="{FF2B5EF4-FFF2-40B4-BE49-F238E27FC236}">
                        <a16:creationId xmlns:a16="http://schemas.microsoft.com/office/drawing/2014/main" id="{1F87F800-81AB-315F-B8E1-6BAA233270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5618" y="3979944"/>
                    <a:ext cx="781200" cy="57600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9" name="1直线箭头连接符3">
                <a:extLst>
                  <a:ext uri="{FF2B5EF4-FFF2-40B4-BE49-F238E27FC236}">
                    <a16:creationId xmlns:a16="http://schemas.microsoft.com/office/drawing/2014/main" id="{8C14FC4D-7782-8D39-03D6-F0FEAAE97FA8}"/>
                  </a:ext>
                </a:extLst>
              </p:cNvPr>
              <p:cNvCxnSpPr>
                <a:cxnSpLocks/>
                <a:endCxn id="197" idx="3"/>
              </p:cNvCxnSpPr>
              <p:nvPr/>
            </p:nvCxnSpPr>
            <p:spPr>
              <a:xfrm flipH="1">
                <a:off x="8132644" y="5728845"/>
                <a:ext cx="1238926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4肘形连接符">
                <a:extLst>
                  <a:ext uri="{FF2B5EF4-FFF2-40B4-BE49-F238E27FC236}">
                    <a16:creationId xmlns:a16="http://schemas.microsoft.com/office/drawing/2014/main" id="{E12F4458-0687-9773-2731-E5B9D76EEF8A}"/>
                  </a:ext>
                </a:extLst>
              </p:cNvPr>
              <p:cNvCxnSpPr>
                <a:cxnSpLocks/>
                <a:stCxn id="197" idx="1"/>
                <a:endCxn id="196" idx="4"/>
              </p:cNvCxnSpPr>
              <p:nvPr/>
            </p:nvCxnSpPr>
            <p:spPr>
              <a:xfrm rot="10800000">
                <a:off x="6177858" y="5123182"/>
                <a:ext cx="1173586" cy="605665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1Ui">
                    <a:extLst>
                      <a:ext uri="{FF2B5EF4-FFF2-40B4-BE49-F238E27FC236}">
                        <a16:creationId xmlns:a16="http://schemas.microsoft.com/office/drawing/2014/main" id="{3C4AD32F-5AD6-12E6-C5D1-15DC6471D555}"/>
                      </a:ext>
                    </a:extLst>
                  </p:cNvPr>
                  <p:cNvSpPr txBox="1"/>
                  <p:nvPr/>
                </p:nvSpPr>
                <p:spPr>
                  <a:xfrm>
                    <a:off x="5673901" y="5096329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01" name="1Ui">
                    <a:extLst>
                      <a:ext uri="{FF2B5EF4-FFF2-40B4-BE49-F238E27FC236}">
                        <a16:creationId xmlns:a16="http://schemas.microsoft.com/office/drawing/2014/main" id="{3C4AD32F-5AD6-12E6-C5D1-15DC6471D5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3901" y="5096329"/>
                    <a:ext cx="594882" cy="461665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1Ui">
                    <a:extLst>
                      <a:ext uri="{FF2B5EF4-FFF2-40B4-BE49-F238E27FC236}">
                        <a16:creationId xmlns:a16="http://schemas.microsoft.com/office/drawing/2014/main" id="{49336484-519C-C983-02FA-D14E66F728EA}"/>
                      </a:ext>
                    </a:extLst>
                  </p:cNvPr>
                  <p:cNvSpPr txBox="1"/>
                  <p:nvPr/>
                </p:nvSpPr>
                <p:spPr>
                  <a:xfrm>
                    <a:off x="4041146" y="4370057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12" name="1Ui">
                    <a:extLst>
                      <a:ext uri="{FF2B5EF4-FFF2-40B4-BE49-F238E27FC236}">
                        <a16:creationId xmlns:a16="http://schemas.microsoft.com/office/drawing/2014/main" id="{49336484-519C-C983-02FA-D14E66F728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1146" y="4370057"/>
                    <a:ext cx="594882" cy="46166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3" name="4肘形连接符">
                <a:extLst>
                  <a:ext uri="{FF2B5EF4-FFF2-40B4-BE49-F238E27FC236}">
                    <a16:creationId xmlns:a16="http://schemas.microsoft.com/office/drawing/2014/main" id="{9061526E-8EB6-641D-1084-60C7D4FC1A42}"/>
                  </a:ext>
                </a:extLst>
              </p:cNvPr>
              <p:cNvCxnSpPr>
                <a:cxnSpLocks/>
                <a:stCxn id="198" idx="1"/>
                <a:endCxn id="195" idx="0"/>
              </p:cNvCxnSpPr>
              <p:nvPr/>
            </p:nvCxnSpPr>
            <p:spPr>
              <a:xfrm rot="10800000" flipV="1">
                <a:off x="4611663" y="4267944"/>
                <a:ext cx="1163957" cy="567236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4肘形连接符">
                <a:extLst>
                  <a:ext uri="{FF2B5EF4-FFF2-40B4-BE49-F238E27FC236}">
                    <a16:creationId xmlns:a16="http://schemas.microsoft.com/office/drawing/2014/main" id="{0A0D6323-7DAA-39EF-B5FA-B09E23D8A4C2}"/>
                  </a:ext>
                </a:extLst>
              </p:cNvPr>
              <p:cNvCxnSpPr>
                <a:cxnSpLocks/>
                <a:endCxn id="198" idx="3"/>
              </p:cNvCxnSpPr>
              <p:nvPr/>
            </p:nvCxnSpPr>
            <p:spPr>
              <a:xfrm rot="10800000">
                <a:off x="6556820" y="4267944"/>
                <a:ext cx="1207111" cy="709354"/>
              </a:xfrm>
              <a:prstGeom prst="bentConnector3">
                <a:avLst>
                  <a:gd name="adj1" fmla="val 3384"/>
                </a:avLst>
              </a:prstGeom>
              <a:ln w="101600">
                <a:gradFill>
                  <a:gsLst>
                    <a:gs pos="0">
                      <a:schemeClr val="tx2">
                        <a:lumMod val="60000"/>
                        <a:lumOff val="40000"/>
                      </a:schemeClr>
                    </a:gs>
                    <a:gs pos="41000">
                      <a:schemeClr val="accent1">
                        <a:lumMod val="45000"/>
                        <a:lumOff val="55000"/>
                      </a:schemeClr>
                    </a:gs>
                    <a:gs pos="58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396D8B8B-ED44-0579-D80C-E4B6FCAECB09}"/>
                      </a:ext>
                    </a:extLst>
                  </p:cNvPr>
                  <p:cNvSpPr/>
                  <p:nvPr/>
                </p:nvSpPr>
                <p:spPr>
                  <a:xfrm>
                    <a:off x="7346168" y="3970206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396D8B8B-ED44-0579-D80C-E4B6FCAECB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6168" y="3970206"/>
                    <a:ext cx="781200" cy="57600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4082"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6" name="4肘形连接符">
                <a:extLst>
                  <a:ext uri="{FF2B5EF4-FFF2-40B4-BE49-F238E27FC236}">
                    <a16:creationId xmlns:a16="http://schemas.microsoft.com/office/drawing/2014/main" id="{5B38E0F8-715C-BC36-C73C-5B550F527233}"/>
                  </a:ext>
                </a:extLst>
              </p:cNvPr>
              <p:cNvCxnSpPr>
                <a:cxnSpLocks/>
                <a:endCxn id="215" idx="3"/>
              </p:cNvCxnSpPr>
              <p:nvPr/>
            </p:nvCxnSpPr>
            <p:spPr>
              <a:xfrm rot="10800000">
                <a:off x="8127368" y="4258206"/>
                <a:ext cx="1254056" cy="717228"/>
              </a:xfrm>
              <a:prstGeom prst="bentConnector3">
                <a:avLst>
                  <a:gd name="adj1" fmla="val 1390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1直线箭头连接符3">
                <a:extLst>
                  <a:ext uri="{FF2B5EF4-FFF2-40B4-BE49-F238E27FC236}">
                    <a16:creationId xmlns:a16="http://schemas.microsoft.com/office/drawing/2014/main" id="{2842CF0F-17E3-09E9-4FF5-443304027278}"/>
                  </a:ext>
                </a:extLst>
              </p:cNvPr>
              <p:cNvCxnSpPr>
                <a:cxnSpLocks/>
                <a:stCxn id="215" idx="1"/>
                <a:endCxn id="198" idx="3"/>
              </p:cNvCxnSpPr>
              <p:nvPr/>
            </p:nvCxnSpPr>
            <p:spPr>
              <a:xfrm flipH="1">
                <a:off x="6556818" y="4258206"/>
                <a:ext cx="789350" cy="973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1直线箭头连接符3">
              <a:extLst>
                <a:ext uri="{FF2B5EF4-FFF2-40B4-BE49-F238E27FC236}">
                  <a16:creationId xmlns:a16="http://schemas.microsoft.com/office/drawing/2014/main" id="{F0FF46BF-226A-6042-A2A3-C5CE1CC64ACD}"/>
                </a:ext>
              </a:extLst>
            </p:cNvPr>
            <p:cNvCxnSpPr>
              <a:cxnSpLocks/>
            </p:cNvCxnSpPr>
            <p:nvPr/>
          </p:nvCxnSpPr>
          <p:spPr>
            <a:xfrm>
              <a:off x="4755662" y="4977053"/>
              <a:ext cx="24838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1直线箭头连接符3">
              <a:extLst>
                <a:ext uri="{FF2B5EF4-FFF2-40B4-BE49-F238E27FC236}">
                  <a16:creationId xmlns:a16="http://schemas.microsoft.com/office/drawing/2014/main" id="{E4E92646-E03F-E4EF-4663-AC002F95D97A}"/>
                </a:ext>
              </a:extLst>
            </p:cNvPr>
            <p:cNvCxnSpPr>
              <a:cxnSpLocks/>
            </p:cNvCxnSpPr>
            <p:nvPr/>
          </p:nvCxnSpPr>
          <p:spPr>
            <a:xfrm>
              <a:off x="6321859" y="4977053"/>
              <a:ext cx="24838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03275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67646" y="346093"/>
            <a:ext cx="3196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综合点移动</a:t>
            </a:r>
          </a:p>
        </p:txBody>
      </p:sp>
      <p:cxnSp>
        <p:nvCxnSpPr>
          <p:cNvPr id="99" name="1直线箭头连接符3">
            <a:extLst>
              <a:ext uri="{FF2B5EF4-FFF2-40B4-BE49-F238E27FC236}">
                <a16:creationId xmlns:a16="http://schemas.microsoft.com/office/drawing/2014/main" id="{D303EF6C-4246-D248-607A-172F3B9ED994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314260" y="2060815"/>
            <a:ext cx="587204" cy="18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/>
              <p:nvPr/>
            </p:nvSpPr>
            <p:spPr>
              <a:xfrm>
                <a:off x="3437851" y="1774697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851" y="1774697"/>
                <a:ext cx="781425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1直线箭头连接符3">
            <a:extLst>
              <a:ext uri="{FF2B5EF4-FFF2-40B4-BE49-F238E27FC236}">
                <a16:creationId xmlns:a16="http://schemas.microsoft.com/office/drawing/2014/main" id="{3C2CA571-3D60-746F-86FE-EF4770D70E74}"/>
              </a:ext>
            </a:extLst>
          </p:cNvPr>
          <p:cNvCxnSpPr>
            <a:cxnSpLocks/>
            <a:stCxn id="101" idx="3"/>
            <a:endCxn id="138" idx="2"/>
          </p:cNvCxnSpPr>
          <p:nvPr/>
        </p:nvCxnSpPr>
        <p:spPr>
          <a:xfrm>
            <a:off x="4219276" y="2062697"/>
            <a:ext cx="36379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4肘形连接符">
            <a:extLst>
              <a:ext uri="{FF2B5EF4-FFF2-40B4-BE49-F238E27FC236}">
                <a16:creationId xmlns:a16="http://schemas.microsoft.com/office/drawing/2014/main" id="{59731C0E-3789-B929-380E-69E6BE4D7878}"/>
              </a:ext>
            </a:extLst>
          </p:cNvPr>
          <p:cNvCxnSpPr>
            <a:cxnSpLocks/>
            <a:stCxn id="105" idx="1"/>
            <a:endCxn id="106" idx="4"/>
          </p:cNvCxnSpPr>
          <p:nvPr/>
        </p:nvCxnSpPr>
        <p:spPr>
          <a:xfrm rot="10800000">
            <a:off x="3045464" y="2206699"/>
            <a:ext cx="3049742" cy="7902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/>
              <p:nvPr/>
            </p:nvSpPr>
            <p:spPr>
              <a:xfrm>
                <a:off x="6095206" y="2708920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2708920"/>
                <a:ext cx="781200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椭圆 105">
            <a:extLst>
              <a:ext uri="{FF2B5EF4-FFF2-40B4-BE49-F238E27FC236}">
                <a16:creationId xmlns:a16="http://schemas.microsoft.com/office/drawing/2014/main" id="{AFE114F0-0E57-0F51-005F-32377A134D2B}"/>
              </a:ext>
            </a:extLst>
          </p:cNvPr>
          <p:cNvSpPr/>
          <p:nvPr/>
        </p:nvSpPr>
        <p:spPr>
          <a:xfrm>
            <a:off x="2901464" y="1918697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08" name="1直线箭头连接符3">
            <a:extLst>
              <a:ext uri="{FF2B5EF4-FFF2-40B4-BE49-F238E27FC236}">
                <a16:creationId xmlns:a16="http://schemas.microsoft.com/office/drawing/2014/main" id="{6D6DDB26-C5F4-397C-D2CC-D073F27B7005}"/>
              </a:ext>
            </a:extLst>
          </p:cNvPr>
          <p:cNvCxnSpPr>
            <a:cxnSpLocks/>
            <a:stCxn id="106" idx="6"/>
            <a:endCxn id="101" idx="1"/>
          </p:cNvCxnSpPr>
          <p:nvPr/>
        </p:nvCxnSpPr>
        <p:spPr>
          <a:xfrm>
            <a:off x="3189464" y="2062697"/>
            <a:ext cx="24838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/>
              <p:nvPr/>
            </p:nvSpPr>
            <p:spPr>
              <a:xfrm>
                <a:off x="2510651" y="2158587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51" y="2158587"/>
                <a:ext cx="59488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6E2AEDA-26CD-DCDC-163D-BEA390722FB2}"/>
                  </a:ext>
                </a:extLst>
              </p:cNvPr>
              <p:cNvSpPr/>
              <p:nvPr/>
            </p:nvSpPr>
            <p:spPr>
              <a:xfrm>
                <a:off x="5961854" y="1774697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6E2AEDA-26CD-DCDC-163D-BEA390722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854" y="1774697"/>
                <a:ext cx="781425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1直线箭头连接符3">
            <a:extLst>
              <a:ext uri="{FF2B5EF4-FFF2-40B4-BE49-F238E27FC236}">
                <a16:creationId xmlns:a16="http://schemas.microsoft.com/office/drawing/2014/main" id="{52200F9B-B9F0-4ADE-CB32-F4BA3559348A}"/>
              </a:ext>
            </a:extLst>
          </p:cNvPr>
          <p:cNvCxnSpPr>
            <a:cxnSpLocks/>
            <a:stCxn id="111" idx="3"/>
          </p:cNvCxnSpPr>
          <p:nvPr/>
        </p:nvCxnSpPr>
        <p:spPr>
          <a:xfrm>
            <a:off x="6743278" y="2062697"/>
            <a:ext cx="78477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4肘形连接符">
            <a:extLst>
              <a:ext uri="{FF2B5EF4-FFF2-40B4-BE49-F238E27FC236}">
                <a16:creationId xmlns:a16="http://schemas.microsoft.com/office/drawing/2014/main" id="{D56C4AA9-26C2-4A9F-F853-7094625C6CDF}"/>
              </a:ext>
            </a:extLst>
          </p:cNvPr>
          <p:cNvCxnSpPr>
            <a:cxnSpLocks/>
            <a:endCxn id="105" idx="3"/>
          </p:cNvCxnSpPr>
          <p:nvPr/>
        </p:nvCxnSpPr>
        <p:spPr>
          <a:xfrm rot="5400000">
            <a:off x="6568468" y="2368752"/>
            <a:ext cx="936106" cy="32023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609C565C-D3CB-111A-E7F6-4F6A0BF7D0EE}"/>
              </a:ext>
            </a:extLst>
          </p:cNvPr>
          <p:cNvSpPr/>
          <p:nvPr/>
        </p:nvSpPr>
        <p:spPr>
          <a:xfrm>
            <a:off x="4583070" y="1918697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/>
              <p:nvPr/>
            </p:nvSpPr>
            <p:spPr>
              <a:xfrm>
                <a:off x="3650546" y="969827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546" y="969827"/>
                <a:ext cx="781200" cy="57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4肘形连接符">
            <a:extLst>
              <a:ext uri="{FF2B5EF4-FFF2-40B4-BE49-F238E27FC236}">
                <a16:creationId xmlns:a16="http://schemas.microsoft.com/office/drawing/2014/main" id="{3E6B62BA-C293-664B-FC01-0C91892B4131}"/>
              </a:ext>
            </a:extLst>
          </p:cNvPr>
          <p:cNvCxnSpPr>
            <a:cxnSpLocks/>
            <a:stCxn id="152" idx="3"/>
            <a:endCxn id="138" idx="0"/>
          </p:cNvCxnSpPr>
          <p:nvPr/>
        </p:nvCxnSpPr>
        <p:spPr>
          <a:xfrm>
            <a:off x="4431746" y="1257827"/>
            <a:ext cx="295324" cy="6608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4肘形连接符">
            <a:extLst>
              <a:ext uri="{FF2B5EF4-FFF2-40B4-BE49-F238E27FC236}">
                <a16:creationId xmlns:a16="http://schemas.microsoft.com/office/drawing/2014/main" id="{5FEF7DDF-2B7C-DAEF-3B44-A63D70DFEA92}"/>
              </a:ext>
            </a:extLst>
          </p:cNvPr>
          <p:cNvCxnSpPr>
            <a:cxnSpLocks/>
            <a:endCxn id="152" idx="1"/>
          </p:cNvCxnSpPr>
          <p:nvPr/>
        </p:nvCxnSpPr>
        <p:spPr>
          <a:xfrm flipV="1">
            <a:off x="2509078" y="1257828"/>
            <a:ext cx="1141468" cy="802987"/>
          </a:xfrm>
          <a:prstGeom prst="bentConnector3">
            <a:avLst>
              <a:gd name="adj1" fmla="val 275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1直线箭头连接符3">
            <a:extLst>
              <a:ext uri="{FF2B5EF4-FFF2-40B4-BE49-F238E27FC236}">
                <a16:creationId xmlns:a16="http://schemas.microsoft.com/office/drawing/2014/main" id="{1080E81A-742E-7154-9ACB-5E4F1103B79D}"/>
              </a:ext>
            </a:extLst>
          </p:cNvPr>
          <p:cNvCxnSpPr>
            <a:cxnSpLocks/>
            <a:stCxn id="138" idx="6"/>
            <a:endCxn id="111" idx="1"/>
          </p:cNvCxnSpPr>
          <p:nvPr/>
        </p:nvCxnSpPr>
        <p:spPr>
          <a:xfrm>
            <a:off x="4871070" y="2062697"/>
            <a:ext cx="109078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AD445E-7951-A926-916C-B2CF23DC8B2D}"/>
              </a:ext>
            </a:extLst>
          </p:cNvPr>
          <p:cNvGrpSpPr/>
          <p:nvPr/>
        </p:nvGrpSpPr>
        <p:grpSpPr>
          <a:xfrm>
            <a:off x="2314260" y="3655908"/>
            <a:ext cx="5213790" cy="2315093"/>
            <a:chOff x="2314260" y="3655908"/>
            <a:chExt cx="5213790" cy="231509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1D55BB2C-8950-51DE-60BF-A9A20593BA2B}"/>
                </a:ext>
              </a:extLst>
            </p:cNvPr>
            <p:cNvGrpSpPr/>
            <p:nvPr/>
          </p:nvGrpSpPr>
          <p:grpSpPr>
            <a:xfrm>
              <a:off x="2314260" y="3655908"/>
              <a:ext cx="5213790" cy="2315093"/>
              <a:chOff x="2314260" y="3655908"/>
              <a:chExt cx="5213790" cy="2315093"/>
            </a:xfrm>
          </p:grpSpPr>
          <p:cxnSp>
            <p:nvCxnSpPr>
              <p:cNvPr id="67" name="1直线箭头连接符3">
                <a:extLst>
                  <a:ext uri="{FF2B5EF4-FFF2-40B4-BE49-F238E27FC236}">
                    <a16:creationId xmlns:a16="http://schemas.microsoft.com/office/drawing/2014/main" id="{FE5E44AD-B198-B311-AF25-0845A1D5E1DB}"/>
                  </a:ext>
                </a:extLst>
              </p:cNvPr>
              <p:cNvCxnSpPr>
                <a:cxnSpLocks/>
                <a:endCxn id="72" idx="2"/>
              </p:cNvCxnSpPr>
              <p:nvPr/>
            </p:nvCxnSpPr>
            <p:spPr>
              <a:xfrm>
                <a:off x="2314260" y="4746896"/>
                <a:ext cx="587204" cy="1882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6935E38E-FD3A-14D8-92EC-22272673DFD2}"/>
                      </a:ext>
                    </a:extLst>
                  </p:cNvPr>
                  <p:cNvSpPr/>
                  <p:nvPr/>
                </p:nvSpPr>
                <p:spPr>
                  <a:xfrm>
                    <a:off x="3437851" y="4460778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6935E38E-FD3A-14D8-92EC-22272673DF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851" y="4460778"/>
                    <a:ext cx="781425" cy="5760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9" name="1直线箭头连接符3">
                <a:extLst>
                  <a:ext uri="{FF2B5EF4-FFF2-40B4-BE49-F238E27FC236}">
                    <a16:creationId xmlns:a16="http://schemas.microsoft.com/office/drawing/2014/main" id="{8D46442D-5CE9-CEC3-0BEF-528C92F36D8E}"/>
                  </a:ext>
                </a:extLst>
              </p:cNvPr>
              <p:cNvCxnSpPr>
                <a:cxnSpLocks/>
                <a:stCxn id="68" idx="3"/>
                <a:endCxn id="78" idx="2"/>
              </p:cNvCxnSpPr>
              <p:nvPr/>
            </p:nvCxnSpPr>
            <p:spPr>
              <a:xfrm>
                <a:off x="4219276" y="4748778"/>
                <a:ext cx="363794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4肘形连接符">
                <a:extLst>
                  <a:ext uri="{FF2B5EF4-FFF2-40B4-BE49-F238E27FC236}">
                    <a16:creationId xmlns:a16="http://schemas.microsoft.com/office/drawing/2014/main" id="{8DE39500-FC34-1A52-4B22-25E054C8C476}"/>
                  </a:ext>
                </a:extLst>
              </p:cNvPr>
              <p:cNvCxnSpPr>
                <a:cxnSpLocks/>
                <a:stCxn id="71" idx="1"/>
                <a:endCxn id="72" idx="4"/>
              </p:cNvCxnSpPr>
              <p:nvPr/>
            </p:nvCxnSpPr>
            <p:spPr>
              <a:xfrm rot="10800000">
                <a:off x="3045464" y="4892780"/>
                <a:ext cx="3049742" cy="790223"/>
              </a:xfrm>
              <a:prstGeom prst="bentConnector2">
                <a:avLst/>
              </a:prstGeom>
              <a:ln w="38100">
                <a:solidFill>
                  <a:schemeClr val="tx2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矩形 70">
                    <a:extLst>
                      <a:ext uri="{FF2B5EF4-FFF2-40B4-BE49-F238E27FC236}">
                        <a16:creationId xmlns:a16="http://schemas.microsoft.com/office/drawing/2014/main" id="{060E31B8-1978-92E6-6108-53AE0E9CE2F9}"/>
                      </a:ext>
                    </a:extLst>
                  </p:cNvPr>
                  <p:cNvSpPr/>
                  <p:nvPr/>
                </p:nvSpPr>
                <p:spPr>
                  <a:xfrm>
                    <a:off x="6095206" y="5395001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矩形 70">
                    <a:extLst>
                      <a:ext uri="{FF2B5EF4-FFF2-40B4-BE49-F238E27FC236}">
                        <a16:creationId xmlns:a16="http://schemas.microsoft.com/office/drawing/2014/main" id="{060E31B8-1978-92E6-6108-53AE0E9CE2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6" y="5395001"/>
                    <a:ext cx="781200" cy="576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FDD5E63C-8B52-B3C9-D8E8-33ED9D91B683}"/>
                  </a:ext>
                </a:extLst>
              </p:cNvPr>
              <p:cNvSpPr/>
              <p:nvPr/>
            </p:nvSpPr>
            <p:spPr>
              <a:xfrm>
                <a:off x="2901464" y="4604778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cxnSp>
            <p:nvCxnSpPr>
              <p:cNvPr id="73" name="1直线箭头连接符3">
                <a:extLst>
                  <a:ext uri="{FF2B5EF4-FFF2-40B4-BE49-F238E27FC236}">
                    <a16:creationId xmlns:a16="http://schemas.microsoft.com/office/drawing/2014/main" id="{493694A2-F576-E0ED-DE6C-075A437FEECE}"/>
                  </a:ext>
                </a:extLst>
              </p:cNvPr>
              <p:cNvCxnSpPr>
                <a:cxnSpLocks/>
                <a:stCxn id="72" idx="6"/>
                <a:endCxn id="68" idx="1"/>
              </p:cNvCxnSpPr>
              <p:nvPr/>
            </p:nvCxnSpPr>
            <p:spPr>
              <a:xfrm>
                <a:off x="3189464" y="4748778"/>
                <a:ext cx="248386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1Ui">
                    <a:extLst>
                      <a:ext uri="{FF2B5EF4-FFF2-40B4-BE49-F238E27FC236}">
                        <a16:creationId xmlns:a16="http://schemas.microsoft.com/office/drawing/2014/main" id="{EE06A0E3-2F57-B426-9CA9-9ED1C360B308}"/>
                      </a:ext>
                    </a:extLst>
                  </p:cNvPr>
                  <p:cNvSpPr txBox="1"/>
                  <p:nvPr/>
                </p:nvSpPr>
                <p:spPr>
                  <a:xfrm>
                    <a:off x="2510651" y="4844668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74" name="1Ui">
                    <a:extLst>
                      <a:ext uri="{FF2B5EF4-FFF2-40B4-BE49-F238E27FC236}">
                        <a16:creationId xmlns:a16="http://schemas.microsoft.com/office/drawing/2014/main" id="{EE06A0E3-2F57-B426-9CA9-9ED1C360B3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10651" y="4844668"/>
                    <a:ext cx="59488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BE9F8CC3-DDB2-5BBB-5B2E-287682F11625}"/>
                      </a:ext>
                    </a:extLst>
                  </p:cNvPr>
                  <p:cNvSpPr/>
                  <p:nvPr/>
                </p:nvSpPr>
                <p:spPr>
                  <a:xfrm>
                    <a:off x="5961854" y="4460778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矩形 74">
                    <a:extLst>
                      <a:ext uri="{FF2B5EF4-FFF2-40B4-BE49-F238E27FC236}">
                        <a16:creationId xmlns:a16="http://schemas.microsoft.com/office/drawing/2014/main" id="{BE9F8CC3-DDB2-5BBB-5B2E-287682F116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1854" y="4460778"/>
                    <a:ext cx="781425" cy="57600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6" name="1直线箭头连接符3">
                <a:extLst>
                  <a:ext uri="{FF2B5EF4-FFF2-40B4-BE49-F238E27FC236}">
                    <a16:creationId xmlns:a16="http://schemas.microsoft.com/office/drawing/2014/main" id="{94DCC4D8-A4CC-2B92-79A9-51A521F95DFC}"/>
                  </a:ext>
                </a:extLst>
              </p:cNvPr>
              <p:cNvCxnSpPr>
                <a:cxnSpLocks/>
                <a:stCxn id="75" idx="3"/>
              </p:cNvCxnSpPr>
              <p:nvPr/>
            </p:nvCxnSpPr>
            <p:spPr>
              <a:xfrm>
                <a:off x="6743278" y="4748778"/>
                <a:ext cx="784772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4肘形连接符">
                <a:extLst>
                  <a:ext uri="{FF2B5EF4-FFF2-40B4-BE49-F238E27FC236}">
                    <a16:creationId xmlns:a16="http://schemas.microsoft.com/office/drawing/2014/main" id="{5661124E-B8AC-2B6B-5517-828C87BF8D2C}"/>
                  </a:ext>
                </a:extLst>
              </p:cNvPr>
              <p:cNvCxnSpPr>
                <a:cxnSpLocks/>
                <a:endCxn id="71" idx="3"/>
              </p:cNvCxnSpPr>
              <p:nvPr/>
            </p:nvCxnSpPr>
            <p:spPr>
              <a:xfrm rot="5400000">
                <a:off x="6568468" y="5054833"/>
                <a:ext cx="936106" cy="320230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68BC3A42-EFBD-EA35-0158-5E3403F939B8}"/>
                  </a:ext>
                </a:extLst>
              </p:cNvPr>
              <p:cNvSpPr/>
              <p:nvPr/>
            </p:nvSpPr>
            <p:spPr>
              <a:xfrm>
                <a:off x="4583070" y="4604778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2DA20E98-54CE-F7D7-DA1A-F34CD10C22F3}"/>
                      </a:ext>
                    </a:extLst>
                  </p:cNvPr>
                  <p:cNvSpPr/>
                  <p:nvPr/>
                </p:nvSpPr>
                <p:spPr>
                  <a:xfrm>
                    <a:off x="3650546" y="3655908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2DA20E98-54CE-F7D7-DA1A-F34CD10C22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0546" y="3655908"/>
                    <a:ext cx="781200" cy="57600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4肘形连接符">
                <a:extLst>
                  <a:ext uri="{FF2B5EF4-FFF2-40B4-BE49-F238E27FC236}">
                    <a16:creationId xmlns:a16="http://schemas.microsoft.com/office/drawing/2014/main" id="{FAF8A7F6-AA3E-EB2D-6FDA-1E6FE8D5A1E3}"/>
                  </a:ext>
                </a:extLst>
              </p:cNvPr>
              <p:cNvCxnSpPr>
                <a:cxnSpLocks/>
                <a:stCxn id="79" idx="3"/>
                <a:endCxn id="78" idx="0"/>
              </p:cNvCxnSpPr>
              <p:nvPr/>
            </p:nvCxnSpPr>
            <p:spPr>
              <a:xfrm>
                <a:off x="4431746" y="3943908"/>
                <a:ext cx="295324" cy="660870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4肘形连接符">
                <a:extLst>
                  <a:ext uri="{FF2B5EF4-FFF2-40B4-BE49-F238E27FC236}">
                    <a16:creationId xmlns:a16="http://schemas.microsoft.com/office/drawing/2014/main" id="{7E107733-C62D-19B8-E8CD-0D7AD72E161A}"/>
                  </a:ext>
                </a:extLst>
              </p:cNvPr>
              <p:cNvCxnSpPr>
                <a:cxnSpLocks/>
                <a:endCxn id="79" idx="1"/>
              </p:cNvCxnSpPr>
              <p:nvPr/>
            </p:nvCxnSpPr>
            <p:spPr>
              <a:xfrm flipV="1">
                <a:off x="2509078" y="3943909"/>
                <a:ext cx="1141468" cy="802987"/>
              </a:xfrm>
              <a:prstGeom prst="bentConnector3">
                <a:avLst>
                  <a:gd name="adj1" fmla="val 2757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1ADC8C47-6483-5236-7F20-2CC46A89192E}"/>
                      </a:ext>
                    </a:extLst>
                  </p:cNvPr>
                  <p:cNvSpPr/>
                  <p:nvPr/>
                </p:nvSpPr>
                <p:spPr>
                  <a:xfrm>
                    <a:off x="5039931" y="5395001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矩形 81">
                    <a:extLst>
                      <a:ext uri="{FF2B5EF4-FFF2-40B4-BE49-F238E27FC236}">
                        <a16:creationId xmlns:a16="http://schemas.microsoft.com/office/drawing/2014/main" id="{1ADC8C47-6483-5236-7F20-2CC46A8919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9931" y="5395001"/>
                    <a:ext cx="781200" cy="57600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3" name="1直线箭头连接符3">
                <a:extLst>
                  <a:ext uri="{FF2B5EF4-FFF2-40B4-BE49-F238E27FC236}">
                    <a16:creationId xmlns:a16="http://schemas.microsoft.com/office/drawing/2014/main" id="{3C99595E-32E0-B94F-E69F-CF763FB2EFC2}"/>
                  </a:ext>
                </a:extLst>
              </p:cNvPr>
              <p:cNvCxnSpPr>
                <a:cxnSpLocks/>
                <a:stCxn id="71" idx="1"/>
                <a:endCxn id="82" idx="3"/>
              </p:cNvCxnSpPr>
              <p:nvPr/>
            </p:nvCxnSpPr>
            <p:spPr>
              <a:xfrm flipH="1">
                <a:off x="5821132" y="5683001"/>
                <a:ext cx="27407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4肘形连接符">
                <a:extLst>
                  <a:ext uri="{FF2B5EF4-FFF2-40B4-BE49-F238E27FC236}">
                    <a16:creationId xmlns:a16="http://schemas.microsoft.com/office/drawing/2014/main" id="{7A5B873F-7425-1229-535A-E07E08E1FF29}"/>
                  </a:ext>
                </a:extLst>
              </p:cNvPr>
              <p:cNvCxnSpPr>
                <a:cxnSpLocks/>
                <a:stCxn id="82" idx="1"/>
                <a:endCxn id="78" idx="4"/>
              </p:cNvCxnSpPr>
              <p:nvPr/>
            </p:nvCxnSpPr>
            <p:spPr>
              <a:xfrm rot="10800000">
                <a:off x="4727072" y="4892780"/>
                <a:ext cx="312861" cy="790223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1Ui">
                    <a:extLst>
                      <a:ext uri="{FF2B5EF4-FFF2-40B4-BE49-F238E27FC236}">
                        <a16:creationId xmlns:a16="http://schemas.microsoft.com/office/drawing/2014/main" id="{4859F901-AA51-5ED6-86CD-1BCC2C04F736}"/>
                      </a:ext>
                    </a:extLst>
                  </p:cNvPr>
                  <p:cNvSpPr txBox="1"/>
                  <p:nvPr/>
                </p:nvSpPr>
                <p:spPr>
                  <a:xfrm>
                    <a:off x="4225522" y="4832428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89" name="1Ui">
                    <a:extLst>
                      <a:ext uri="{FF2B5EF4-FFF2-40B4-BE49-F238E27FC236}">
                        <a16:creationId xmlns:a16="http://schemas.microsoft.com/office/drawing/2014/main" id="{4859F901-AA51-5ED6-86CD-1BCC2C04F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5522" y="4832428"/>
                    <a:ext cx="59488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3" name="1直线箭头连接符3">
              <a:extLst>
                <a:ext uri="{FF2B5EF4-FFF2-40B4-BE49-F238E27FC236}">
                  <a16:creationId xmlns:a16="http://schemas.microsoft.com/office/drawing/2014/main" id="{623011A6-AC1A-BB13-873A-F4B6A68CEA95}"/>
                </a:ext>
              </a:extLst>
            </p:cNvPr>
            <p:cNvCxnSpPr>
              <a:cxnSpLocks/>
              <a:stCxn id="78" idx="6"/>
              <a:endCxn id="75" idx="1"/>
            </p:cNvCxnSpPr>
            <p:nvPr/>
          </p:nvCxnSpPr>
          <p:spPr>
            <a:xfrm>
              <a:off x="4871070" y="4748778"/>
              <a:ext cx="109078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96557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18736" y="357512"/>
            <a:ext cx="5300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例：简化结构图，并求传递函数</a:t>
            </a:r>
          </a:p>
        </p:txBody>
      </p:sp>
      <p:cxnSp>
        <p:nvCxnSpPr>
          <p:cNvPr id="99" name="1直线箭头连接符3">
            <a:extLst>
              <a:ext uri="{FF2B5EF4-FFF2-40B4-BE49-F238E27FC236}">
                <a16:creationId xmlns:a16="http://schemas.microsoft.com/office/drawing/2014/main" id="{D303EF6C-4246-D248-607A-172F3B9ED994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088148" y="2143724"/>
            <a:ext cx="1126738" cy="18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/>
              <p:nvPr/>
            </p:nvSpPr>
            <p:spPr>
              <a:xfrm>
                <a:off x="5046872" y="1857606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872" y="1857606"/>
                <a:ext cx="781425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1直线箭头连接符3">
            <a:extLst>
              <a:ext uri="{FF2B5EF4-FFF2-40B4-BE49-F238E27FC236}">
                <a16:creationId xmlns:a16="http://schemas.microsoft.com/office/drawing/2014/main" id="{3C2CA571-3D60-746F-86FE-EF4770D70E74}"/>
              </a:ext>
            </a:extLst>
          </p:cNvPr>
          <p:cNvCxnSpPr>
            <a:cxnSpLocks/>
            <a:stCxn id="101" idx="3"/>
            <a:endCxn id="138" idx="2"/>
          </p:cNvCxnSpPr>
          <p:nvPr/>
        </p:nvCxnSpPr>
        <p:spPr>
          <a:xfrm>
            <a:off x="5828297" y="2145606"/>
            <a:ext cx="115588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4肘形连接符">
            <a:extLst>
              <a:ext uri="{FF2B5EF4-FFF2-40B4-BE49-F238E27FC236}">
                <a16:creationId xmlns:a16="http://schemas.microsoft.com/office/drawing/2014/main" id="{59731C0E-3789-B929-380E-69E6BE4D7878}"/>
              </a:ext>
            </a:extLst>
          </p:cNvPr>
          <p:cNvCxnSpPr>
            <a:cxnSpLocks/>
            <a:stCxn id="105" idx="1"/>
            <a:endCxn id="106" idx="4"/>
          </p:cNvCxnSpPr>
          <p:nvPr/>
        </p:nvCxnSpPr>
        <p:spPr>
          <a:xfrm rot="10800000">
            <a:off x="3358888" y="2289608"/>
            <a:ext cx="1681045" cy="64620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/>
              <p:nvPr/>
            </p:nvSpPr>
            <p:spPr>
              <a:xfrm>
                <a:off x="5039931" y="2647813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31" y="2647813"/>
                <a:ext cx="781200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椭圆 105">
            <a:extLst>
              <a:ext uri="{FF2B5EF4-FFF2-40B4-BE49-F238E27FC236}">
                <a16:creationId xmlns:a16="http://schemas.microsoft.com/office/drawing/2014/main" id="{AFE114F0-0E57-0F51-005F-32377A134D2B}"/>
              </a:ext>
            </a:extLst>
          </p:cNvPr>
          <p:cNvSpPr/>
          <p:nvPr/>
        </p:nvSpPr>
        <p:spPr>
          <a:xfrm>
            <a:off x="3214886" y="200160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08" name="1直线箭头连接符3">
            <a:extLst>
              <a:ext uri="{FF2B5EF4-FFF2-40B4-BE49-F238E27FC236}">
                <a16:creationId xmlns:a16="http://schemas.microsoft.com/office/drawing/2014/main" id="{6D6DDB26-C5F4-397C-D2CC-D073F27B7005}"/>
              </a:ext>
            </a:extLst>
          </p:cNvPr>
          <p:cNvCxnSpPr>
            <a:cxnSpLocks/>
            <a:stCxn id="106" idx="6"/>
            <a:endCxn id="101" idx="1"/>
          </p:cNvCxnSpPr>
          <p:nvPr/>
        </p:nvCxnSpPr>
        <p:spPr>
          <a:xfrm>
            <a:off x="3502887" y="2145606"/>
            <a:ext cx="15439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/>
              <p:nvPr/>
            </p:nvSpPr>
            <p:spPr>
              <a:xfrm>
                <a:off x="2806683" y="2202774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683" y="2202774"/>
                <a:ext cx="59488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4肘形连接符">
            <a:extLst>
              <a:ext uri="{FF2B5EF4-FFF2-40B4-BE49-F238E27FC236}">
                <a16:creationId xmlns:a16="http://schemas.microsoft.com/office/drawing/2014/main" id="{D56C4AA9-26C2-4A9F-F853-7094625C6CDF}"/>
              </a:ext>
            </a:extLst>
          </p:cNvPr>
          <p:cNvCxnSpPr>
            <a:cxnSpLocks/>
            <a:endCxn id="105" idx="3"/>
          </p:cNvCxnSpPr>
          <p:nvPr/>
        </p:nvCxnSpPr>
        <p:spPr>
          <a:xfrm rot="5400000">
            <a:off x="5751848" y="2213006"/>
            <a:ext cx="792090" cy="65352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609C565C-D3CB-111A-E7F6-4F6A0BF7D0EE}"/>
              </a:ext>
            </a:extLst>
          </p:cNvPr>
          <p:cNvSpPr/>
          <p:nvPr/>
        </p:nvSpPr>
        <p:spPr>
          <a:xfrm>
            <a:off x="6984179" y="200160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/>
              <p:nvPr/>
            </p:nvSpPr>
            <p:spPr>
              <a:xfrm>
                <a:off x="5039931" y="1052736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31" y="1052736"/>
                <a:ext cx="781200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4肘形连接符">
            <a:extLst>
              <a:ext uri="{FF2B5EF4-FFF2-40B4-BE49-F238E27FC236}">
                <a16:creationId xmlns:a16="http://schemas.microsoft.com/office/drawing/2014/main" id="{3E6B62BA-C293-664B-FC01-0C91892B4131}"/>
              </a:ext>
            </a:extLst>
          </p:cNvPr>
          <p:cNvCxnSpPr>
            <a:cxnSpLocks/>
            <a:stCxn id="152" idx="3"/>
            <a:endCxn id="138" idx="0"/>
          </p:cNvCxnSpPr>
          <p:nvPr/>
        </p:nvCxnSpPr>
        <p:spPr>
          <a:xfrm>
            <a:off x="5821131" y="1340736"/>
            <a:ext cx="1307048" cy="6608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4肘形连接符">
            <a:extLst>
              <a:ext uri="{FF2B5EF4-FFF2-40B4-BE49-F238E27FC236}">
                <a16:creationId xmlns:a16="http://schemas.microsoft.com/office/drawing/2014/main" id="{5FEF7DDF-2B7C-DAEF-3B44-A63D70DFEA92}"/>
              </a:ext>
            </a:extLst>
          </p:cNvPr>
          <p:cNvCxnSpPr>
            <a:cxnSpLocks/>
            <a:endCxn id="152" idx="1"/>
          </p:cNvCxnSpPr>
          <p:nvPr/>
        </p:nvCxnSpPr>
        <p:spPr>
          <a:xfrm rot="5400000" flipH="1" flipV="1">
            <a:off x="4365932" y="1469725"/>
            <a:ext cx="802987" cy="54501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5EB58D8-557D-6BAF-1E58-211187E992D2}"/>
                  </a:ext>
                </a:extLst>
              </p:cNvPr>
              <p:cNvSpPr txBox="1"/>
              <p:nvPr/>
            </p:nvSpPr>
            <p:spPr>
              <a:xfrm>
                <a:off x="6602330" y="5254976"/>
                <a:ext cx="3493860" cy="86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5EB58D8-557D-6BAF-1E58-211187E99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330" y="5254976"/>
                <a:ext cx="3493860" cy="861326"/>
              </a:xfrm>
              <a:prstGeom prst="rect">
                <a:avLst/>
              </a:prstGeom>
              <a:blipFill>
                <a:blip r:embed="rId7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74A2ED-22B7-70C6-17F3-BAEF63EC9EB8}"/>
                  </a:ext>
                </a:extLst>
              </p:cNvPr>
              <p:cNvSpPr txBox="1"/>
              <p:nvPr/>
            </p:nvSpPr>
            <p:spPr>
              <a:xfrm>
                <a:off x="7272179" y="168707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74A2ED-22B7-70C6-17F3-BAEF63EC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179" y="1687072"/>
                <a:ext cx="936104" cy="461665"/>
              </a:xfrm>
              <a:prstGeom prst="rect">
                <a:avLst/>
              </a:prstGeom>
              <a:blipFill>
                <a:blip r:embed="rId8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1E1959A2-17C5-0AB4-B1DA-D055105DA92A}"/>
              </a:ext>
            </a:extLst>
          </p:cNvPr>
          <p:cNvGrpSpPr/>
          <p:nvPr/>
        </p:nvGrpSpPr>
        <p:grpSpPr>
          <a:xfrm>
            <a:off x="4343978" y="1998478"/>
            <a:ext cx="2258578" cy="298871"/>
            <a:chOff x="4343978" y="1998478"/>
            <a:chExt cx="2258578" cy="298871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35C6528-A500-2B08-7932-EDCDE11387BB}"/>
                </a:ext>
              </a:extLst>
            </p:cNvPr>
            <p:cNvSpPr/>
            <p:nvPr/>
          </p:nvSpPr>
          <p:spPr>
            <a:xfrm>
              <a:off x="4343978" y="1998478"/>
              <a:ext cx="288000" cy="288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07AA2AE-D533-7B9B-D441-13E695ED71D9}"/>
                </a:ext>
              </a:extLst>
            </p:cNvPr>
            <p:cNvSpPr/>
            <p:nvPr/>
          </p:nvSpPr>
          <p:spPr>
            <a:xfrm>
              <a:off x="6314556" y="2009349"/>
              <a:ext cx="288000" cy="288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19" name="曲线连接符 18">
              <a:extLst>
                <a:ext uri="{FF2B5EF4-FFF2-40B4-BE49-F238E27FC236}">
                  <a16:creationId xmlns:a16="http://schemas.microsoft.com/office/drawing/2014/main" id="{67C70EE9-B718-0EBE-2388-56B91F08D4CB}"/>
                </a:ext>
              </a:extLst>
            </p:cNvPr>
            <p:cNvCxnSpPr>
              <a:cxnSpLocks/>
              <a:stCxn id="84" idx="4"/>
              <a:endCxn id="85" idx="4"/>
            </p:cNvCxnSpPr>
            <p:nvPr/>
          </p:nvCxnSpPr>
          <p:spPr>
            <a:xfrm rot="16200000" flipH="1">
              <a:off x="5467833" y="1306624"/>
              <a:ext cx="10871" cy="1970578"/>
            </a:xfrm>
            <a:prstGeom prst="curvedConnector3">
              <a:avLst>
                <a:gd name="adj1" fmla="val 2202842"/>
              </a:avLst>
            </a:prstGeom>
            <a:ln w="38100">
              <a:solidFill>
                <a:schemeClr val="accent2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圆角矩形标注 20">
            <a:extLst>
              <a:ext uri="{FF2B5EF4-FFF2-40B4-BE49-F238E27FC236}">
                <a16:creationId xmlns:a16="http://schemas.microsoft.com/office/drawing/2014/main" id="{FA71F20E-DB42-947B-008B-C4AC21220D53}"/>
              </a:ext>
            </a:extLst>
          </p:cNvPr>
          <p:cNvSpPr/>
          <p:nvPr/>
        </p:nvSpPr>
        <p:spPr>
          <a:xfrm>
            <a:off x="7088409" y="2699491"/>
            <a:ext cx="2895229" cy="621876"/>
          </a:xfrm>
          <a:prstGeom prst="wedgeRoundRectCallout">
            <a:avLst>
              <a:gd name="adj1" fmla="val -73734"/>
              <a:gd name="adj2" fmla="val -105496"/>
              <a:gd name="adj3" fmla="val 16667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/>
              <a:t>方法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：引出点后移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1BFB42-D5A2-2F83-992B-553B76789EA7}"/>
                  </a:ext>
                </a:extLst>
              </p:cNvPr>
              <p:cNvSpPr txBox="1"/>
              <p:nvPr/>
            </p:nvSpPr>
            <p:spPr>
              <a:xfrm>
                <a:off x="2023260" y="168707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1BFB42-D5A2-2F83-992B-553B76789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260" y="1687072"/>
                <a:ext cx="936104" cy="461665"/>
              </a:xfrm>
              <a:prstGeom prst="rect">
                <a:avLst/>
              </a:prstGeom>
              <a:blipFill>
                <a:blip r:embed="rId1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1直线箭头连接符3">
            <a:extLst>
              <a:ext uri="{FF2B5EF4-FFF2-40B4-BE49-F238E27FC236}">
                <a16:creationId xmlns:a16="http://schemas.microsoft.com/office/drawing/2014/main" id="{127A5B32-362B-697D-1A20-7C7A9B5B7EEE}"/>
              </a:ext>
            </a:extLst>
          </p:cNvPr>
          <p:cNvCxnSpPr>
            <a:cxnSpLocks/>
          </p:cNvCxnSpPr>
          <p:nvPr/>
        </p:nvCxnSpPr>
        <p:spPr>
          <a:xfrm>
            <a:off x="7287478" y="2144290"/>
            <a:ext cx="111198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231288E6-CA0E-6885-2A50-9503CFCE948F}"/>
              </a:ext>
            </a:extLst>
          </p:cNvPr>
          <p:cNvGrpSpPr/>
          <p:nvPr/>
        </p:nvGrpSpPr>
        <p:grpSpPr>
          <a:xfrm>
            <a:off x="2016140" y="3557690"/>
            <a:ext cx="6383322" cy="2172958"/>
            <a:chOff x="2016140" y="3557690"/>
            <a:chExt cx="6383322" cy="217295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3D45CE9-C341-8F70-EFC4-CABC1AE75FD3}"/>
                </a:ext>
              </a:extLst>
            </p:cNvPr>
            <p:cNvGrpSpPr/>
            <p:nvPr/>
          </p:nvGrpSpPr>
          <p:grpSpPr>
            <a:xfrm>
              <a:off x="2016140" y="3557690"/>
              <a:ext cx="6192143" cy="2172958"/>
              <a:chOff x="2016140" y="3557690"/>
              <a:chExt cx="6192143" cy="2172958"/>
            </a:xfrm>
          </p:grpSpPr>
          <p:cxnSp>
            <p:nvCxnSpPr>
              <p:cNvPr id="46" name="1直线箭头连接符3">
                <a:extLst>
                  <a:ext uri="{FF2B5EF4-FFF2-40B4-BE49-F238E27FC236}">
                    <a16:creationId xmlns:a16="http://schemas.microsoft.com/office/drawing/2014/main" id="{1FF64303-FB32-D310-A3A2-E032D25E4A36}"/>
                  </a:ext>
                </a:extLst>
              </p:cNvPr>
              <p:cNvCxnSpPr>
                <a:cxnSpLocks/>
                <a:endCxn id="51" idx="2"/>
              </p:cNvCxnSpPr>
              <p:nvPr/>
            </p:nvCxnSpPr>
            <p:spPr>
              <a:xfrm>
                <a:off x="2088148" y="4650559"/>
                <a:ext cx="1126738" cy="188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39D2A863-7052-C774-49D0-F69A7C3B0A41}"/>
                      </a:ext>
                    </a:extLst>
                  </p:cNvPr>
                  <p:cNvSpPr/>
                  <p:nvPr/>
                </p:nvSpPr>
                <p:spPr>
                  <a:xfrm>
                    <a:off x="3718943" y="4364441"/>
                    <a:ext cx="781425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39D2A863-7052-C774-49D0-F69A7C3B0A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8943" y="4364441"/>
                    <a:ext cx="781425" cy="57600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1直线箭头连接符3">
                <a:extLst>
                  <a:ext uri="{FF2B5EF4-FFF2-40B4-BE49-F238E27FC236}">
                    <a16:creationId xmlns:a16="http://schemas.microsoft.com/office/drawing/2014/main" id="{71DBCD90-4662-772A-FA61-4B473F5C891F}"/>
                  </a:ext>
                </a:extLst>
              </p:cNvPr>
              <p:cNvCxnSpPr>
                <a:cxnSpLocks/>
                <a:stCxn id="47" idx="3"/>
                <a:endCxn id="55" idx="2"/>
              </p:cNvCxnSpPr>
              <p:nvPr/>
            </p:nvCxnSpPr>
            <p:spPr>
              <a:xfrm>
                <a:off x="4500368" y="4652441"/>
                <a:ext cx="2483811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4肘形连接符">
                <a:extLst>
                  <a:ext uri="{FF2B5EF4-FFF2-40B4-BE49-F238E27FC236}">
                    <a16:creationId xmlns:a16="http://schemas.microsoft.com/office/drawing/2014/main" id="{66F434DE-EC46-0088-1C29-15EC1726918A}"/>
                  </a:ext>
                </a:extLst>
              </p:cNvPr>
              <p:cNvCxnSpPr>
                <a:cxnSpLocks/>
                <a:stCxn id="50" idx="1"/>
                <a:endCxn id="51" idx="4"/>
              </p:cNvCxnSpPr>
              <p:nvPr/>
            </p:nvCxnSpPr>
            <p:spPr>
              <a:xfrm rot="10800000">
                <a:off x="3358888" y="4796443"/>
                <a:ext cx="1681045" cy="646207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D03B8896-2F75-4C35-11D5-0B800E446D20}"/>
                      </a:ext>
                    </a:extLst>
                  </p:cNvPr>
                  <p:cNvSpPr/>
                  <p:nvPr/>
                </p:nvSpPr>
                <p:spPr>
                  <a:xfrm>
                    <a:off x="5039931" y="5154648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D03B8896-2F75-4C35-11D5-0B800E446D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9931" y="5154648"/>
                    <a:ext cx="781200" cy="5760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D5802FA3-6144-0DDA-11FD-669280B21CC4}"/>
                  </a:ext>
                </a:extLst>
              </p:cNvPr>
              <p:cNvSpPr/>
              <p:nvPr/>
            </p:nvSpPr>
            <p:spPr>
              <a:xfrm>
                <a:off x="3214886" y="4508441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cxnSp>
            <p:nvCxnSpPr>
              <p:cNvPr id="52" name="1直线箭头连接符3">
                <a:extLst>
                  <a:ext uri="{FF2B5EF4-FFF2-40B4-BE49-F238E27FC236}">
                    <a16:creationId xmlns:a16="http://schemas.microsoft.com/office/drawing/2014/main" id="{9F95599B-CF4F-CFA7-A9B8-5AFAC614AC53}"/>
                  </a:ext>
                </a:extLst>
              </p:cNvPr>
              <p:cNvCxnSpPr>
                <a:cxnSpLocks/>
                <a:stCxn id="51" idx="6"/>
                <a:endCxn id="47" idx="1"/>
              </p:cNvCxnSpPr>
              <p:nvPr/>
            </p:nvCxnSpPr>
            <p:spPr>
              <a:xfrm>
                <a:off x="3502886" y="4652441"/>
                <a:ext cx="216056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1Ui">
                    <a:extLst>
                      <a:ext uri="{FF2B5EF4-FFF2-40B4-BE49-F238E27FC236}">
                        <a16:creationId xmlns:a16="http://schemas.microsoft.com/office/drawing/2014/main" id="{C4F00E2B-14B2-7596-503A-DB9DD87CC381}"/>
                      </a:ext>
                    </a:extLst>
                  </p:cNvPr>
                  <p:cNvSpPr txBox="1"/>
                  <p:nvPr/>
                </p:nvSpPr>
                <p:spPr>
                  <a:xfrm>
                    <a:off x="2761119" y="4666535"/>
                    <a:ext cx="59488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53" name="1Ui">
                    <a:extLst>
                      <a:ext uri="{FF2B5EF4-FFF2-40B4-BE49-F238E27FC236}">
                        <a16:creationId xmlns:a16="http://schemas.microsoft.com/office/drawing/2014/main" id="{C4F00E2B-14B2-7596-503A-DB9DD87CC3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1119" y="4666535"/>
                    <a:ext cx="594882" cy="46166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4肘形连接符">
                <a:extLst>
                  <a:ext uri="{FF2B5EF4-FFF2-40B4-BE49-F238E27FC236}">
                    <a16:creationId xmlns:a16="http://schemas.microsoft.com/office/drawing/2014/main" id="{9560C5F0-6820-2927-25AB-0C080667010E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rot="5400000">
                <a:off x="5751848" y="4719841"/>
                <a:ext cx="792090" cy="653524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4AF60DAB-4574-3394-8E55-1DBFF15AFB0D}"/>
                  </a:ext>
                </a:extLst>
              </p:cNvPr>
              <p:cNvSpPr/>
              <p:nvPr/>
            </p:nvSpPr>
            <p:spPr>
              <a:xfrm>
                <a:off x="6984179" y="4508441"/>
                <a:ext cx="288000" cy="288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854DFA0D-059D-EBB7-77AD-F71546486351}"/>
                      </a:ext>
                    </a:extLst>
                  </p:cNvPr>
                  <p:cNvSpPr/>
                  <p:nvPr/>
                </p:nvSpPr>
                <p:spPr>
                  <a:xfrm>
                    <a:off x="6106094" y="3559571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854DFA0D-059D-EBB7-77AD-F715464863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6094" y="3559571"/>
                    <a:ext cx="781200" cy="57600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4肘形连接符">
                <a:extLst>
                  <a:ext uri="{FF2B5EF4-FFF2-40B4-BE49-F238E27FC236}">
                    <a16:creationId xmlns:a16="http://schemas.microsoft.com/office/drawing/2014/main" id="{52809117-078E-1B98-F818-4CF9D434FB9A}"/>
                  </a:ext>
                </a:extLst>
              </p:cNvPr>
              <p:cNvCxnSpPr>
                <a:cxnSpLocks/>
                <a:stCxn id="56" idx="3"/>
                <a:endCxn id="55" idx="0"/>
              </p:cNvCxnSpPr>
              <p:nvPr/>
            </p:nvCxnSpPr>
            <p:spPr>
              <a:xfrm>
                <a:off x="6887295" y="3847571"/>
                <a:ext cx="240885" cy="660870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4肘形连接符">
                <a:extLst>
                  <a:ext uri="{FF2B5EF4-FFF2-40B4-BE49-F238E27FC236}">
                    <a16:creationId xmlns:a16="http://schemas.microsoft.com/office/drawing/2014/main" id="{34D61E40-A062-37D7-D050-26F4D24AF987}"/>
                  </a:ext>
                </a:extLst>
              </p:cNvPr>
              <p:cNvCxnSpPr>
                <a:cxnSpLocks/>
                <a:endCxn id="61" idx="1"/>
              </p:cNvCxnSpPr>
              <p:nvPr/>
            </p:nvCxnSpPr>
            <p:spPr>
              <a:xfrm rot="5400000" flipH="1" flipV="1">
                <a:off x="4483436" y="4087838"/>
                <a:ext cx="805809" cy="321514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0C06966C-5EAD-C6D3-9AFE-D83AD683E9A7}"/>
                      </a:ext>
                    </a:extLst>
                  </p:cNvPr>
                  <p:cNvSpPr txBox="1"/>
                  <p:nvPr/>
                </p:nvSpPr>
                <p:spPr>
                  <a:xfrm>
                    <a:off x="2016140" y="4204870"/>
                    <a:ext cx="936104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0C06966C-5EAD-C6D3-9AFE-D83AD683E9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6140" y="4204870"/>
                    <a:ext cx="936104" cy="461665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621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65B95DF3-9314-B797-CC88-63A6AA5CB220}"/>
                      </a:ext>
                    </a:extLst>
                  </p:cNvPr>
                  <p:cNvSpPr txBox="1"/>
                  <p:nvPr/>
                </p:nvSpPr>
                <p:spPr>
                  <a:xfrm>
                    <a:off x="7272179" y="4193907"/>
                    <a:ext cx="936104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65B95DF3-9314-B797-CC88-63A6AA5CB2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72179" y="4193907"/>
                    <a:ext cx="936104" cy="46166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621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CD3D81E1-7F1B-2990-AB73-C9D13D94259F}"/>
                      </a:ext>
                    </a:extLst>
                  </p:cNvPr>
                  <p:cNvSpPr/>
                  <p:nvPr/>
                </p:nvSpPr>
                <p:spPr>
                  <a:xfrm>
                    <a:off x="5047096" y="3557690"/>
                    <a:ext cx="781200" cy="5760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a14:m>
                    <a:r>
                      <a:rPr kumimoji="1" lang="zh-CN" altLang="en-US" sz="24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CD3D81E1-7F1B-2990-AB73-C9D13D9425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7096" y="3557690"/>
                    <a:ext cx="781200" cy="57600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2083"/>
                    </a:stretch>
                  </a:blipFill>
                  <a:ln w="254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6" name="1直线箭头连接符3">
                <a:extLst>
                  <a:ext uri="{FF2B5EF4-FFF2-40B4-BE49-F238E27FC236}">
                    <a16:creationId xmlns:a16="http://schemas.microsoft.com/office/drawing/2014/main" id="{0F4E9B54-4EF2-7B08-7DA5-7F59FD607B71}"/>
                  </a:ext>
                </a:extLst>
              </p:cNvPr>
              <p:cNvCxnSpPr>
                <a:cxnSpLocks/>
                <a:stCxn id="61" idx="3"/>
                <a:endCxn id="56" idx="1"/>
              </p:cNvCxnSpPr>
              <p:nvPr/>
            </p:nvCxnSpPr>
            <p:spPr>
              <a:xfrm>
                <a:off x="5828296" y="3845691"/>
                <a:ext cx="277798" cy="188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1直线箭头连接符3">
              <a:extLst>
                <a:ext uri="{FF2B5EF4-FFF2-40B4-BE49-F238E27FC236}">
                  <a16:creationId xmlns:a16="http://schemas.microsoft.com/office/drawing/2014/main" id="{6B730DF7-99AF-9774-9937-7BBE09EB62B0}"/>
                </a:ext>
              </a:extLst>
            </p:cNvPr>
            <p:cNvCxnSpPr>
              <a:cxnSpLocks/>
            </p:cNvCxnSpPr>
            <p:nvPr/>
          </p:nvCxnSpPr>
          <p:spPr>
            <a:xfrm>
              <a:off x="7287478" y="4667102"/>
              <a:ext cx="111198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62574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8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1直线箭头连接符3">
            <a:extLst>
              <a:ext uri="{FF2B5EF4-FFF2-40B4-BE49-F238E27FC236}">
                <a16:creationId xmlns:a16="http://schemas.microsoft.com/office/drawing/2014/main" id="{D303EF6C-4246-D248-607A-172F3B9ED994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2088148" y="2143724"/>
            <a:ext cx="1126738" cy="18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/>
              <p:nvPr/>
            </p:nvSpPr>
            <p:spPr>
              <a:xfrm>
                <a:off x="5046872" y="1857606"/>
                <a:ext cx="781425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A3785052-E427-EAF4-EEF1-666E3E88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872" y="1857606"/>
                <a:ext cx="781425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1直线箭头连接符3">
            <a:extLst>
              <a:ext uri="{FF2B5EF4-FFF2-40B4-BE49-F238E27FC236}">
                <a16:creationId xmlns:a16="http://schemas.microsoft.com/office/drawing/2014/main" id="{3C2CA571-3D60-746F-86FE-EF4770D70E74}"/>
              </a:ext>
            </a:extLst>
          </p:cNvPr>
          <p:cNvCxnSpPr>
            <a:cxnSpLocks/>
            <a:stCxn id="101" idx="3"/>
            <a:endCxn id="138" idx="2"/>
          </p:cNvCxnSpPr>
          <p:nvPr/>
        </p:nvCxnSpPr>
        <p:spPr>
          <a:xfrm>
            <a:off x="5828297" y="2145606"/>
            <a:ext cx="115588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4肘形连接符">
            <a:extLst>
              <a:ext uri="{FF2B5EF4-FFF2-40B4-BE49-F238E27FC236}">
                <a16:creationId xmlns:a16="http://schemas.microsoft.com/office/drawing/2014/main" id="{59731C0E-3789-B929-380E-69E6BE4D7878}"/>
              </a:ext>
            </a:extLst>
          </p:cNvPr>
          <p:cNvCxnSpPr>
            <a:cxnSpLocks/>
            <a:stCxn id="105" idx="1"/>
            <a:endCxn id="106" idx="4"/>
          </p:cNvCxnSpPr>
          <p:nvPr/>
        </p:nvCxnSpPr>
        <p:spPr>
          <a:xfrm rot="10800000">
            <a:off x="3358888" y="2289608"/>
            <a:ext cx="1681045" cy="64620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/>
              <p:nvPr/>
            </p:nvSpPr>
            <p:spPr>
              <a:xfrm>
                <a:off x="5039931" y="2647813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E40D1792-6C8D-3557-FD97-0BDEFB837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31" y="2647813"/>
                <a:ext cx="781200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椭圆 105">
            <a:extLst>
              <a:ext uri="{FF2B5EF4-FFF2-40B4-BE49-F238E27FC236}">
                <a16:creationId xmlns:a16="http://schemas.microsoft.com/office/drawing/2014/main" id="{AFE114F0-0E57-0F51-005F-32377A134D2B}"/>
              </a:ext>
            </a:extLst>
          </p:cNvPr>
          <p:cNvSpPr/>
          <p:nvPr/>
        </p:nvSpPr>
        <p:spPr>
          <a:xfrm>
            <a:off x="3214886" y="200160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cxnSp>
        <p:nvCxnSpPr>
          <p:cNvPr id="108" name="1直线箭头连接符3">
            <a:extLst>
              <a:ext uri="{FF2B5EF4-FFF2-40B4-BE49-F238E27FC236}">
                <a16:creationId xmlns:a16="http://schemas.microsoft.com/office/drawing/2014/main" id="{6D6DDB26-C5F4-397C-D2CC-D073F27B7005}"/>
              </a:ext>
            </a:extLst>
          </p:cNvPr>
          <p:cNvCxnSpPr>
            <a:cxnSpLocks/>
            <a:stCxn id="106" idx="6"/>
            <a:endCxn id="101" idx="1"/>
          </p:cNvCxnSpPr>
          <p:nvPr/>
        </p:nvCxnSpPr>
        <p:spPr>
          <a:xfrm>
            <a:off x="3502887" y="2145606"/>
            <a:ext cx="154398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/>
              <p:nvPr/>
            </p:nvSpPr>
            <p:spPr>
              <a:xfrm>
                <a:off x="2806683" y="2202774"/>
                <a:ext cx="594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9" name="1Ui">
                <a:extLst>
                  <a:ext uri="{FF2B5EF4-FFF2-40B4-BE49-F238E27FC236}">
                    <a16:creationId xmlns:a16="http://schemas.microsoft.com/office/drawing/2014/main" id="{1CCBFA90-D878-147A-6175-1895ABD6E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683" y="2202774"/>
                <a:ext cx="59488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4肘形连接符">
            <a:extLst>
              <a:ext uri="{FF2B5EF4-FFF2-40B4-BE49-F238E27FC236}">
                <a16:creationId xmlns:a16="http://schemas.microsoft.com/office/drawing/2014/main" id="{D56C4AA9-26C2-4A9F-F853-7094625C6CDF}"/>
              </a:ext>
            </a:extLst>
          </p:cNvPr>
          <p:cNvCxnSpPr>
            <a:cxnSpLocks/>
            <a:endCxn id="105" idx="3"/>
          </p:cNvCxnSpPr>
          <p:nvPr/>
        </p:nvCxnSpPr>
        <p:spPr>
          <a:xfrm rot="5400000">
            <a:off x="5751848" y="2213006"/>
            <a:ext cx="792090" cy="65352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609C565C-D3CB-111A-E7F6-4F6A0BF7D0EE}"/>
              </a:ext>
            </a:extLst>
          </p:cNvPr>
          <p:cNvSpPr/>
          <p:nvPr/>
        </p:nvSpPr>
        <p:spPr>
          <a:xfrm>
            <a:off x="6984179" y="200160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/>
              <p:nvPr/>
            </p:nvSpPr>
            <p:spPr>
              <a:xfrm>
                <a:off x="5039931" y="1052736"/>
                <a:ext cx="781200" cy="57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41EC54F1-2B86-6A25-80D4-A64911581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31" y="1052736"/>
                <a:ext cx="781200" cy="57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4肘形连接符">
            <a:extLst>
              <a:ext uri="{FF2B5EF4-FFF2-40B4-BE49-F238E27FC236}">
                <a16:creationId xmlns:a16="http://schemas.microsoft.com/office/drawing/2014/main" id="{3E6B62BA-C293-664B-FC01-0C91892B4131}"/>
              </a:ext>
            </a:extLst>
          </p:cNvPr>
          <p:cNvCxnSpPr>
            <a:cxnSpLocks/>
            <a:stCxn id="152" idx="3"/>
            <a:endCxn id="138" idx="0"/>
          </p:cNvCxnSpPr>
          <p:nvPr/>
        </p:nvCxnSpPr>
        <p:spPr>
          <a:xfrm>
            <a:off x="5821131" y="1340736"/>
            <a:ext cx="1307048" cy="6608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4肘形连接符">
            <a:extLst>
              <a:ext uri="{FF2B5EF4-FFF2-40B4-BE49-F238E27FC236}">
                <a16:creationId xmlns:a16="http://schemas.microsoft.com/office/drawing/2014/main" id="{5FEF7DDF-2B7C-DAEF-3B44-A63D70DFEA92}"/>
              </a:ext>
            </a:extLst>
          </p:cNvPr>
          <p:cNvCxnSpPr>
            <a:cxnSpLocks/>
            <a:endCxn id="152" idx="1"/>
          </p:cNvCxnSpPr>
          <p:nvPr/>
        </p:nvCxnSpPr>
        <p:spPr>
          <a:xfrm rot="5400000" flipH="1" flipV="1">
            <a:off x="4365932" y="1469725"/>
            <a:ext cx="802987" cy="54501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74A2ED-22B7-70C6-17F3-BAEF63EC9EB8}"/>
                  </a:ext>
                </a:extLst>
              </p:cNvPr>
              <p:cNvSpPr txBox="1"/>
              <p:nvPr/>
            </p:nvSpPr>
            <p:spPr>
              <a:xfrm>
                <a:off x="7272179" y="1687072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74A2ED-22B7-70C6-17F3-BAEF63EC9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179" y="1687072"/>
                <a:ext cx="936104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0A902928-DFE3-94E6-2384-BE339821914F}"/>
              </a:ext>
            </a:extLst>
          </p:cNvPr>
          <p:cNvGrpSpPr/>
          <p:nvPr/>
        </p:nvGrpSpPr>
        <p:grpSpPr>
          <a:xfrm>
            <a:off x="4343978" y="1998478"/>
            <a:ext cx="2258578" cy="298871"/>
            <a:chOff x="4343978" y="1998478"/>
            <a:chExt cx="2258578" cy="298871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35C6528-A500-2B08-7932-EDCDE11387BB}"/>
                </a:ext>
              </a:extLst>
            </p:cNvPr>
            <p:cNvSpPr/>
            <p:nvPr/>
          </p:nvSpPr>
          <p:spPr>
            <a:xfrm>
              <a:off x="4343978" y="1998478"/>
              <a:ext cx="288000" cy="288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07AA2AE-D533-7B9B-D441-13E695ED71D9}"/>
                </a:ext>
              </a:extLst>
            </p:cNvPr>
            <p:cNvSpPr/>
            <p:nvPr/>
          </p:nvSpPr>
          <p:spPr>
            <a:xfrm>
              <a:off x="6314556" y="2009349"/>
              <a:ext cx="288000" cy="2880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19" name="曲线连接符 18">
              <a:extLst>
                <a:ext uri="{FF2B5EF4-FFF2-40B4-BE49-F238E27FC236}">
                  <a16:creationId xmlns:a16="http://schemas.microsoft.com/office/drawing/2014/main" id="{67C70EE9-B718-0EBE-2388-56B91F08D4CB}"/>
                </a:ext>
              </a:extLst>
            </p:cNvPr>
            <p:cNvCxnSpPr>
              <a:cxnSpLocks/>
              <a:stCxn id="84" idx="4"/>
              <a:endCxn id="85" idx="4"/>
            </p:cNvCxnSpPr>
            <p:nvPr/>
          </p:nvCxnSpPr>
          <p:spPr>
            <a:xfrm rot="16200000" flipH="1">
              <a:off x="5467833" y="1306624"/>
              <a:ext cx="10871" cy="1970578"/>
            </a:xfrm>
            <a:prstGeom prst="curvedConnector3">
              <a:avLst>
                <a:gd name="adj1" fmla="val 2202842"/>
              </a:avLst>
            </a:prstGeom>
            <a:ln w="38100">
              <a:solidFill>
                <a:schemeClr val="accent2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圆角矩形标注 20">
            <a:extLst>
              <a:ext uri="{FF2B5EF4-FFF2-40B4-BE49-F238E27FC236}">
                <a16:creationId xmlns:a16="http://schemas.microsoft.com/office/drawing/2014/main" id="{FA71F20E-DB42-947B-008B-C4AC21220D53}"/>
              </a:ext>
            </a:extLst>
          </p:cNvPr>
          <p:cNvSpPr/>
          <p:nvPr/>
        </p:nvSpPr>
        <p:spPr>
          <a:xfrm>
            <a:off x="7088408" y="2699491"/>
            <a:ext cx="2895230" cy="621876"/>
          </a:xfrm>
          <a:prstGeom prst="wedgeRoundRectCallout">
            <a:avLst>
              <a:gd name="adj1" fmla="val -73734"/>
              <a:gd name="adj2" fmla="val -105496"/>
              <a:gd name="adj3" fmla="val 16667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/>
              <a:t>方法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：引出点前移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1BFB42-D5A2-2F83-992B-553B76789EA7}"/>
                  </a:ext>
                </a:extLst>
              </p:cNvPr>
              <p:cNvSpPr txBox="1"/>
              <p:nvPr/>
            </p:nvSpPr>
            <p:spPr>
              <a:xfrm>
                <a:off x="1965634" y="1691685"/>
                <a:ext cx="9361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A1BFB42-D5A2-2F83-992B-553B76789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34" y="1691685"/>
                <a:ext cx="936104" cy="461665"/>
              </a:xfrm>
              <a:prstGeom prst="rect">
                <a:avLst/>
              </a:prstGeom>
              <a:blipFill>
                <a:blip r:embed="rId8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98DE8581-C402-C374-B214-60E0B17FEB91}"/>
                  </a:ext>
                </a:extLst>
              </p:cNvPr>
              <p:cNvSpPr txBox="1"/>
              <p:nvPr/>
            </p:nvSpPr>
            <p:spPr>
              <a:xfrm>
                <a:off x="6602330" y="5254976"/>
                <a:ext cx="3493860" cy="86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98DE8581-C402-C374-B214-60E0B17FE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330" y="5254976"/>
                <a:ext cx="3493860" cy="861326"/>
              </a:xfrm>
              <a:prstGeom prst="rect">
                <a:avLst/>
              </a:prstGeom>
              <a:blipFill>
                <a:blip r:embed="rId15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3">
            <a:extLst>
              <a:ext uri="{FF2B5EF4-FFF2-40B4-BE49-F238E27FC236}">
                <a16:creationId xmlns:a16="http://schemas.microsoft.com/office/drawing/2014/main" id="{AA59B4E3-5E6C-1923-C6AD-9E480B3EA691}"/>
              </a:ext>
            </a:extLst>
          </p:cNvPr>
          <p:cNvSpPr txBox="1"/>
          <p:nvPr/>
        </p:nvSpPr>
        <p:spPr>
          <a:xfrm>
            <a:off x="218736" y="357512"/>
            <a:ext cx="5300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例：简化结构图，并求传递函数</a:t>
            </a:r>
          </a:p>
        </p:txBody>
      </p:sp>
      <p:cxnSp>
        <p:nvCxnSpPr>
          <p:cNvPr id="45" name="1直线箭头连接符3">
            <a:extLst>
              <a:ext uri="{FF2B5EF4-FFF2-40B4-BE49-F238E27FC236}">
                <a16:creationId xmlns:a16="http://schemas.microsoft.com/office/drawing/2014/main" id="{1B29907F-890F-BBBB-018C-0237A6A7A8EF}"/>
              </a:ext>
            </a:extLst>
          </p:cNvPr>
          <p:cNvCxnSpPr>
            <a:cxnSpLocks/>
          </p:cNvCxnSpPr>
          <p:nvPr/>
        </p:nvCxnSpPr>
        <p:spPr>
          <a:xfrm>
            <a:off x="7287478" y="2153350"/>
            <a:ext cx="96752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BA71D59-94F9-ACE4-779A-71E40910A057}"/>
              </a:ext>
            </a:extLst>
          </p:cNvPr>
          <p:cNvGrpSpPr/>
          <p:nvPr/>
        </p:nvGrpSpPr>
        <p:grpSpPr>
          <a:xfrm>
            <a:off x="1965634" y="3532587"/>
            <a:ext cx="6274067" cy="2171077"/>
            <a:chOff x="1965634" y="3532587"/>
            <a:chExt cx="6274067" cy="2171077"/>
          </a:xfrm>
        </p:grpSpPr>
        <p:cxnSp>
          <p:nvCxnSpPr>
            <p:cNvPr id="40" name="1直线箭头连接符3">
              <a:extLst>
                <a:ext uri="{FF2B5EF4-FFF2-40B4-BE49-F238E27FC236}">
                  <a16:creationId xmlns:a16="http://schemas.microsoft.com/office/drawing/2014/main" id="{6CF43D00-4582-B577-A1D8-7DA01061126B}"/>
                </a:ext>
              </a:extLst>
            </p:cNvPr>
            <p:cNvCxnSpPr>
              <a:cxnSpLocks/>
              <a:endCxn id="63" idx="2"/>
            </p:cNvCxnSpPr>
            <p:nvPr/>
          </p:nvCxnSpPr>
          <p:spPr>
            <a:xfrm>
              <a:off x="2088148" y="4623575"/>
              <a:ext cx="1126738" cy="18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858ECBB-C7F1-7083-EC8E-48201F4D9E08}"/>
                    </a:ext>
                  </a:extLst>
                </p:cNvPr>
                <p:cNvSpPr/>
                <p:nvPr/>
              </p:nvSpPr>
              <p:spPr>
                <a:xfrm>
                  <a:off x="6033862" y="4337457"/>
                  <a:ext cx="781425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kumimoji="1"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858ECBB-C7F1-7083-EC8E-48201F4D9E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862" y="4337457"/>
                  <a:ext cx="781425" cy="576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1直线箭头连接符3">
              <a:extLst>
                <a:ext uri="{FF2B5EF4-FFF2-40B4-BE49-F238E27FC236}">
                  <a16:creationId xmlns:a16="http://schemas.microsoft.com/office/drawing/2014/main" id="{E1CFD9B0-3098-EBFC-9ADE-3414BEF8469A}"/>
                </a:ext>
              </a:extLst>
            </p:cNvPr>
            <p:cNvCxnSpPr>
              <a:cxnSpLocks/>
              <a:stCxn id="42" idx="3"/>
              <a:endCxn id="68" idx="2"/>
            </p:cNvCxnSpPr>
            <p:nvPr/>
          </p:nvCxnSpPr>
          <p:spPr>
            <a:xfrm>
              <a:off x="6815287" y="4625457"/>
              <a:ext cx="16889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4肘形连接符">
              <a:extLst>
                <a:ext uri="{FF2B5EF4-FFF2-40B4-BE49-F238E27FC236}">
                  <a16:creationId xmlns:a16="http://schemas.microsoft.com/office/drawing/2014/main" id="{D5126EBA-6E14-47E1-20A8-DC81B8595C54}"/>
                </a:ext>
              </a:extLst>
            </p:cNvPr>
            <p:cNvCxnSpPr>
              <a:cxnSpLocks/>
              <a:stCxn id="62" idx="1"/>
              <a:endCxn id="63" idx="4"/>
            </p:cNvCxnSpPr>
            <p:nvPr/>
          </p:nvCxnSpPr>
          <p:spPr>
            <a:xfrm rot="10800000">
              <a:off x="3358886" y="4769459"/>
              <a:ext cx="216040" cy="64620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FFBC4899-3664-59FE-40D1-F538529AD7D3}"/>
                    </a:ext>
                  </a:extLst>
                </p:cNvPr>
                <p:cNvSpPr/>
                <p:nvPr/>
              </p:nvSpPr>
              <p:spPr>
                <a:xfrm>
                  <a:off x="3574926" y="5127664"/>
                  <a:ext cx="7812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FFBC4899-3664-59FE-40D1-F538529AD7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926" y="5127664"/>
                  <a:ext cx="781200" cy="576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2BDC0351-E262-CB69-4A00-968A7398F49B}"/>
                </a:ext>
              </a:extLst>
            </p:cNvPr>
            <p:cNvSpPr/>
            <p:nvPr/>
          </p:nvSpPr>
          <p:spPr>
            <a:xfrm>
              <a:off x="3214886" y="4481457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64" name="1直线箭头连接符3">
              <a:extLst>
                <a:ext uri="{FF2B5EF4-FFF2-40B4-BE49-F238E27FC236}">
                  <a16:creationId xmlns:a16="http://schemas.microsoft.com/office/drawing/2014/main" id="{3D0D4EE7-BC77-321C-472A-E02243991B16}"/>
                </a:ext>
              </a:extLst>
            </p:cNvPr>
            <p:cNvCxnSpPr>
              <a:cxnSpLocks/>
              <a:stCxn id="63" idx="6"/>
              <a:endCxn id="42" idx="1"/>
            </p:cNvCxnSpPr>
            <p:nvPr/>
          </p:nvCxnSpPr>
          <p:spPr>
            <a:xfrm>
              <a:off x="3502887" y="4625457"/>
              <a:ext cx="253097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1Ui">
                  <a:extLst>
                    <a:ext uri="{FF2B5EF4-FFF2-40B4-BE49-F238E27FC236}">
                      <a16:creationId xmlns:a16="http://schemas.microsoft.com/office/drawing/2014/main" id="{5DD2DEDB-9263-40B4-18E3-5277CE7D796A}"/>
                    </a:ext>
                  </a:extLst>
                </p:cNvPr>
                <p:cNvSpPr txBox="1"/>
                <p:nvPr/>
              </p:nvSpPr>
              <p:spPr>
                <a:xfrm>
                  <a:off x="2806683" y="4682625"/>
                  <a:ext cx="5948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5" name="1Ui">
                  <a:extLst>
                    <a:ext uri="{FF2B5EF4-FFF2-40B4-BE49-F238E27FC236}">
                      <a16:creationId xmlns:a16="http://schemas.microsoft.com/office/drawing/2014/main" id="{5DD2DEDB-9263-40B4-18E3-5277CE7D7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683" y="4682625"/>
                  <a:ext cx="594882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4肘形连接符">
              <a:extLst>
                <a:ext uri="{FF2B5EF4-FFF2-40B4-BE49-F238E27FC236}">
                  <a16:creationId xmlns:a16="http://schemas.microsoft.com/office/drawing/2014/main" id="{493C0C92-E0B8-8096-AA61-C1DA3585C6B8}"/>
                </a:ext>
              </a:extLst>
            </p:cNvPr>
            <p:cNvCxnSpPr>
              <a:cxnSpLocks/>
              <a:endCxn id="77" idx="3"/>
            </p:cNvCxnSpPr>
            <p:nvPr/>
          </p:nvCxnSpPr>
          <p:spPr>
            <a:xfrm rot="5400000">
              <a:off x="5251255" y="4890425"/>
              <a:ext cx="779477" cy="265026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296C6848-5AC0-C5C8-ECF2-2E3FC7B6BB97}"/>
                </a:ext>
              </a:extLst>
            </p:cNvPr>
            <p:cNvSpPr/>
            <p:nvPr/>
          </p:nvSpPr>
          <p:spPr>
            <a:xfrm>
              <a:off x="6984179" y="4481457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F2A30706-FC8C-E7B6-1DEE-B32EBF141991}"/>
                    </a:ext>
                  </a:extLst>
                </p:cNvPr>
                <p:cNvSpPr/>
                <p:nvPr/>
              </p:nvSpPr>
              <p:spPr>
                <a:xfrm>
                  <a:off x="6023198" y="3532587"/>
                  <a:ext cx="781200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F2A30706-FC8C-E7B6-1DEE-B32EBF1419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3198" y="3532587"/>
                  <a:ext cx="781200" cy="576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4肘形连接符">
              <a:extLst>
                <a:ext uri="{FF2B5EF4-FFF2-40B4-BE49-F238E27FC236}">
                  <a16:creationId xmlns:a16="http://schemas.microsoft.com/office/drawing/2014/main" id="{48C743E9-C6B6-C5C7-55D6-418F773B8DDB}"/>
                </a:ext>
              </a:extLst>
            </p:cNvPr>
            <p:cNvCxnSpPr>
              <a:cxnSpLocks/>
              <a:stCxn id="69" idx="3"/>
              <a:endCxn id="68" idx="0"/>
            </p:cNvCxnSpPr>
            <p:nvPr/>
          </p:nvCxnSpPr>
          <p:spPr>
            <a:xfrm>
              <a:off x="6804399" y="3820587"/>
              <a:ext cx="323781" cy="660870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4肘形连接符">
              <a:extLst>
                <a:ext uri="{FF2B5EF4-FFF2-40B4-BE49-F238E27FC236}">
                  <a16:creationId xmlns:a16="http://schemas.microsoft.com/office/drawing/2014/main" id="{5E4E14AA-59CD-EA0C-85DD-AECD113163F6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 rot="5400000" flipH="1" flipV="1">
              <a:off x="5496860" y="4097235"/>
              <a:ext cx="802987" cy="24969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D045FF5-4A2B-8BEC-769C-B0048EB97B58}"/>
                    </a:ext>
                  </a:extLst>
                </p:cNvPr>
                <p:cNvSpPr txBox="1"/>
                <p:nvPr/>
              </p:nvSpPr>
              <p:spPr>
                <a:xfrm>
                  <a:off x="7272179" y="4166923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D045FF5-4A2B-8BEC-769C-B0048EB97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179" y="4166923"/>
                  <a:ext cx="936104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94ACC6D8-ACA2-4789-9C28-2C858A422956}"/>
                    </a:ext>
                  </a:extLst>
                </p:cNvPr>
                <p:cNvSpPr txBox="1"/>
                <p:nvPr/>
              </p:nvSpPr>
              <p:spPr>
                <a:xfrm>
                  <a:off x="1965634" y="4171536"/>
                  <a:ext cx="9361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94ACC6D8-ACA2-4789-9C28-2C858A422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5634" y="4171536"/>
                  <a:ext cx="936104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1DEDD565-05DE-00A1-ECE6-EC5FB08117FF}"/>
                    </a:ext>
                  </a:extLst>
                </p:cNvPr>
                <p:cNvSpPr/>
                <p:nvPr/>
              </p:nvSpPr>
              <p:spPr>
                <a:xfrm>
                  <a:off x="4727055" y="5124677"/>
                  <a:ext cx="781425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kumimoji="1"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1DEDD565-05DE-00A1-ECE6-EC5FB08117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7055" y="5124677"/>
                  <a:ext cx="781425" cy="576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1直线箭头连接符3">
              <a:extLst>
                <a:ext uri="{FF2B5EF4-FFF2-40B4-BE49-F238E27FC236}">
                  <a16:creationId xmlns:a16="http://schemas.microsoft.com/office/drawing/2014/main" id="{889365C8-6D19-3215-6C6D-037121B6AAB8}"/>
                </a:ext>
              </a:extLst>
            </p:cNvPr>
            <p:cNvCxnSpPr>
              <a:cxnSpLocks/>
              <a:stCxn id="77" idx="1"/>
              <a:endCxn id="62" idx="3"/>
            </p:cNvCxnSpPr>
            <p:nvPr/>
          </p:nvCxnSpPr>
          <p:spPr>
            <a:xfrm flipH="1">
              <a:off x="4356126" y="5412678"/>
              <a:ext cx="370928" cy="298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1直线箭头连接符3">
              <a:extLst>
                <a:ext uri="{FF2B5EF4-FFF2-40B4-BE49-F238E27FC236}">
                  <a16:creationId xmlns:a16="http://schemas.microsoft.com/office/drawing/2014/main" id="{F20B51FE-CC5B-EE25-CF43-A6D309DA224C}"/>
                </a:ext>
              </a:extLst>
            </p:cNvPr>
            <p:cNvCxnSpPr>
              <a:cxnSpLocks/>
            </p:cNvCxnSpPr>
            <p:nvPr/>
          </p:nvCxnSpPr>
          <p:spPr>
            <a:xfrm>
              <a:off x="7272179" y="4623575"/>
              <a:ext cx="96752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742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9" grpId="0"/>
      <p:bldP spid="79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>
            <a:extLst>
              <a:ext uri="{FF2B5EF4-FFF2-40B4-BE49-F238E27FC236}">
                <a16:creationId xmlns:a16="http://schemas.microsoft.com/office/drawing/2014/main" id="{AA59B4E3-5E6C-1923-C6AD-9E480B3EA691}"/>
              </a:ext>
            </a:extLst>
          </p:cNvPr>
          <p:cNvSpPr txBox="1"/>
          <p:nvPr/>
        </p:nvSpPr>
        <p:spPr>
          <a:xfrm>
            <a:off x="218736" y="357512"/>
            <a:ext cx="5300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随堂练习</a:t>
            </a:r>
          </a:p>
        </p:txBody>
      </p:sp>
    </p:spTree>
    <p:extLst>
      <p:ext uri="{BB962C8B-B14F-4D97-AF65-F5344CB8AC3E}">
        <p14:creationId xmlns:p14="http://schemas.microsoft.com/office/powerpoint/2010/main" val="1346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81885" cy="725177"/>
            <a:chOff x="4943078" y="1700704"/>
            <a:chExt cx="3281885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72214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建立结构图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281885" cy="725177"/>
            <a:chOff x="4943078" y="1700704"/>
            <a:chExt cx="3281885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807273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等效法则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315799" cy="725177"/>
            <a:chOff x="4943078" y="1700704"/>
            <a:chExt cx="331579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279901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化简法则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303627" cy="725177"/>
            <a:chOff x="4943078" y="1700704"/>
            <a:chExt cx="3303627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829016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信号不变性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928004" y="1032986"/>
            <a:ext cx="6343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微分方程做拉氏变换，依因果顺序连接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3935413" y="1880312"/>
            <a:ext cx="6912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串联、并联、反馈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913552" y="2703436"/>
            <a:ext cx="80055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引出点后移除，前移乘；综合点后移乘，前移除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913552" y="3550762"/>
            <a:ext cx="601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找典型，解交叉，由内向外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图形化模型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799062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形式化模型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4665" cy="974937"/>
            <a:chOff x="5348307" y="5538470"/>
            <a:chExt cx="6194665" cy="974937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7597" y="555930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为什么引出点和综合点不能交换顺序？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881063"/>
            <a:chOff x="5348307" y="5538470"/>
            <a:chExt cx="6194665" cy="881063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是否存在不可化简的结构图？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Boussahoua</a:t>
            </a:r>
            <a:r>
              <a:rPr lang="en" altLang="zh-CN" sz="2800" dirty="0"/>
              <a:t>, B., &amp; </a:t>
            </a:r>
            <a:r>
              <a:rPr lang="en" altLang="zh-CN" sz="2800" dirty="0" err="1"/>
              <a:t>Elmaouhab</a:t>
            </a:r>
            <a:r>
              <a:rPr lang="en" altLang="zh-CN" sz="2800" dirty="0"/>
              <a:t>, A. (2019, February). Reliability analysis of electrical power system using graph theory and reliability block diagram. In 2019 Algerian Large Electrical Network Conference (CAGRE) (pp. 1-6). IEEE.</a:t>
            </a:r>
          </a:p>
          <a:p>
            <a:pPr indent="-457200"/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 err="1"/>
              <a:t>Lisnianski</a:t>
            </a:r>
            <a:r>
              <a:rPr lang="en" altLang="zh-CN" sz="2800" dirty="0"/>
              <a:t>, A. (2007). Extended block diagram method for a multi-state system reliability assessment. Reliability Engineering &amp; System Safety, 92(12), 1601-1607.</a:t>
            </a:r>
            <a:endParaRPr lang="zh-CN" altLang="en-US" sz="28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021D6BE-C188-EE09-F56B-133693B19780}"/>
              </a:ext>
            </a:extLst>
          </p:cNvPr>
          <p:cNvGrpSpPr/>
          <p:nvPr/>
        </p:nvGrpSpPr>
        <p:grpSpPr>
          <a:xfrm>
            <a:off x="694606" y="1275502"/>
            <a:ext cx="10704901" cy="4090858"/>
            <a:chOff x="694606" y="1275502"/>
            <a:chExt cx="10704901" cy="4090858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一道题搞定方框图的化简求传递函数：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/video/BV1Uy4y1H7Lf?share_source=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4" name="图片 3" descr="图示, 文本&#10;&#10;描述已自动生成">
              <a:extLst>
                <a:ext uri="{FF2B5EF4-FFF2-40B4-BE49-F238E27FC236}">
                  <a16:creationId xmlns:a16="http://schemas.microsoft.com/office/drawing/2014/main" id="{DD2D1A40-D9FF-9094-E900-5E28D4172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606" y="1484784"/>
              <a:ext cx="2692400" cy="1574800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8AF314A-8776-E920-CFFE-0BFC69EE8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3556" y="3651860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F1940D7-3234-4EFC-EDCE-1016B5F20E2B}"/>
              </a:ext>
            </a:extLst>
          </p:cNvPr>
          <p:cNvGrpSpPr/>
          <p:nvPr/>
        </p:nvGrpSpPr>
        <p:grpSpPr>
          <a:xfrm>
            <a:off x="4143113" y="3674979"/>
            <a:ext cx="7314114" cy="2768600"/>
            <a:chOff x="4143113" y="3674979"/>
            <a:chExt cx="7314114" cy="27686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43113" y="4884396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023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024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6" name="图片 5" descr="手机屏幕截图&#10;&#10;描述已自动生成">
              <a:extLst>
                <a:ext uri="{FF2B5EF4-FFF2-40B4-BE49-F238E27FC236}">
                  <a16:creationId xmlns:a16="http://schemas.microsoft.com/office/drawing/2014/main" id="{963105BF-70AC-1996-9F15-5FD85B7F1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7627" y="3674979"/>
              <a:ext cx="3149600" cy="276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id="{0D9F92EB-3CA9-A902-A182-049D79C981E7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5" name="节段3">
            <a:extLst>
              <a:ext uri="{FF2B5EF4-FFF2-40B4-BE49-F238E27FC236}">
                <a16:creationId xmlns:a16="http://schemas.microsoft.com/office/drawing/2014/main" id="{A45C887D-C4C0-C27D-9531-F0E36F71862C}"/>
              </a:ext>
            </a:extLst>
          </p:cNvPr>
          <p:cNvSpPr/>
          <p:nvPr/>
        </p:nvSpPr>
        <p:spPr bwMode="auto">
          <a:xfrm>
            <a:off x="1054100" y="1539088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pic>
        <p:nvPicPr>
          <p:cNvPr id="2" name="Picture 2" descr="Rejected Nba Playoffs GIF by NBA">
            <a:extLst>
              <a:ext uri="{FF2B5EF4-FFF2-40B4-BE49-F238E27FC236}">
                <a16:creationId xmlns:a16="http://schemas.microsoft.com/office/drawing/2014/main" id="{4A3720EC-2330-D5E5-B005-E9066AD68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50" y="1030625"/>
            <a:ext cx="3412597" cy="336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说明1">
            <a:extLst>
              <a:ext uri="{FF2B5EF4-FFF2-40B4-BE49-F238E27FC236}">
                <a16:creationId xmlns:a16="http://schemas.microsoft.com/office/drawing/2014/main" id="{1E44E246-2E77-9484-9217-902C20071DFD}"/>
              </a:ext>
            </a:extLst>
          </p:cNvPr>
          <p:cNvSpPr txBox="1"/>
          <p:nvPr/>
        </p:nvSpPr>
        <p:spPr>
          <a:xfrm>
            <a:off x="8078067" y="4701000"/>
            <a:ext cx="1795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“Blocked”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48554605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17768</TotalTime>
  <Words>1784</Words>
  <Application>Microsoft Macintosh PowerPoint</Application>
  <PresentationFormat>自定义</PresentationFormat>
  <Paragraphs>580</Paragraphs>
  <Slides>36</Slides>
  <Notes>34</Notes>
  <HiddenSlides>3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538</cp:revision>
  <dcterms:created xsi:type="dcterms:W3CDTF">2012-09-21T08:06:35Z</dcterms:created>
  <dcterms:modified xsi:type="dcterms:W3CDTF">2024-03-07T02:19:33Z</dcterms:modified>
  <cp:category/>
</cp:coreProperties>
</file>