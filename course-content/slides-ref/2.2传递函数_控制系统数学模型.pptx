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53" r:id="rId2"/>
    <p:sldId id="510" r:id="rId3"/>
    <p:sldId id="511" r:id="rId4"/>
    <p:sldId id="512" r:id="rId5"/>
    <p:sldId id="513" r:id="rId6"/>
    <p:sldId id="475" r:id="rId7"/>
    <p:sldId id="488" r:id="rId8"/>
    <p:sldId id="515" r:id="rId9"/>
    <p:sldId id="514" r:id="rId10"/>
    <p:sldId id="490" r:id="rId11"/>
    <p:sldId id="516" r:id="rId12"/>
    <p:sldId id="519" r:id="rId13"/>
    <p:sldId id="521" r:id="rId14"/>
    <p:sldId id="518" r:id="rId15"/>
    <p:sldId id="522" r:id="rId16"/>
    <p:sldId id="523" r:id="rId17"/>
    <p:sldId id="492" r:id="rId18"/>
    <p:sldId id="493" r:id="rId19"/>
    <p:sldId id="524" r:id="rId20"/>
    <p:sldId id="499" r:id="rId21"/>
    <p:sldId id="500" r:id="rId22"/>
    <p:sldId id="529" r:id="rId23"/>
    <p:sldId id="530" r:id="rId24"/>
    <p:sldId id="525" r:id="rId25"/>
    <p:sldId id="526" r:id="rId26"/>
    <p:sldId id="517" r:id="rId27"/>
    <p:sldId id="527" r:id="rId28"/>
    <p:sldId id="528" r:id="rId29"/>
  </p:sldIdLst>
  <p:sldSz cx="12190413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706" userDrawn="1">
          <p15:clr>
            <a:srgbClr val="A4A3A4"/>
          </p15:clr>
        </p15:guide>
        <p15:guide id="3" pos="4747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68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015" userDrawn="1">
          <p15:clr>
            <a:srgbClr val="A4A3A4"/>
          </p15:clr>
        </p15:guide>
        <p15:guide id="8" pos="4293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5200" userDrawn="1">
          <p15:clr>
            <a:srgbClr val="A4A3A4"/>
          </p15:clr>
        </p15:guide>
        <p15:guide id="11" pos="5654" userDrawn="1">
          <p15:clr>
            <a:srgbClr val="A4A3A4"/>
          </p15:clr>
        </p15:guide>
        <p15:guide id="12" pos="6107" userDrawn="1">
          <p15:clr>
            <a:srgbClr val="A4A3A4"/>
          </p15:clr>
        </p15:guide>
        <p15:guide id="13" pos="6561" userDrawn="1">
          <p15:clr>
            <a:srgbClr val="A4A3A4"/>
          </p15:clr>
        </p15:guide>
        <p15:guide id="14" orient="horz" pos="2614" userDrawn="1">
          <p15:clr>
            <a:srgbClr val="A4A3A4"/>
          </p15:clr>
        </p15:guide>
        <p15:guide id="15" orient="horz" pos="3067" userDrawn="1">
          <p15:clr>
            <a:srgbClr val="A4A3A4"/>
          </p15:clr>
        </p15:guide>
        <p15:guide id="16" orient="horz" pos="3521" userDrawn="1">
          <p15:clr>
            <a:srgbClr val="A4A3A4"/>
          </p15:clr>
        </p15:guide>
        <p15:guide id="17" orient="horz" pos="3974" userDrawn="1">
          <p15:clr>
            <a:srgbClr val="A4A3A4"/>
          </p15:clr>
        </p15:guide>
        <p15:guide id="18" orient="horz" pos="1253" userDrawn="1">
          <p15:clr>
            <a:srgbClr val="A4A3A4"/>
          </p15:clr>
        </p15:guide>
        <p15:guide id="19" orient="horz" pos="799" userDrawn="1">
          <p15:clr>
            <a:srgbClr val="A4A3A4"/>
          </p15:clr>
        </p15:guide>
        <p15:guide id="20" orient="horz" pos="346" userDrawn="1">
          <p15:clr>
            <a:srgbClr val="A4A3A4"/>
          </p15:clr>
        </p15:guide>
        <p15:guide id="21" pos="2932" userDrawn="1">
          <p15:clr>
            <a:srgbClr val="A4A3A4"/>
          </p15:clr>
        </p15:guide>
        <p15:guide id="22" pos="2479" userDrawn="1">
          <p15:clr>
            <a:srgbClr val="A4A3A4"/>
          </p15:clr>
        </p15:guide>
        <p15:guide id="23" pos="2025" userDrawn="1">
          <p15:clr>
            <a:srgbClr val="A4A3A4"/>
          </p15:clr>
        </p15:guide>
        <p15:guide id="24" pos="1572" userDrawn="1">
          <p15:clr>
            <a:srgbClr val="A4A3A4"/>
          </p15:clr>
        </p15:guide>
        <p15:guide id="25" pos="1118" userDrawn="1">
          <p15:clr>
            <a:srgbClr val="A4A3A4"/>
          </p15:clr>
        </p15:guide>
        <p15:guide id="26" pos="6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4860"/>
    <a:srgbClr val="159F84"/>
    <a:srgbClr val="CCE0EF"/>
    <a:srgbClr val="1F608B"/>
    <a:srgbClr val="D1E6F5"/>
    <a:srgbClr val="F29B11"/>
    <a:srgbClr val="00B0F0"/>
    <a:srgbClr val="FFC000"/>
    <a:srgbClr val="9BBB59"/>
    <a:srgbClr val="768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02" autoAdjust="0"/>
    <p:restoredTop sz="94930" autoAdjust="0"/>
  </p:normalViewPr>
  <p:slideViewPr>
    <p:cSldViewPr>
      <p:cViewPr varScale="1">
        <p:scale>
          <a:sx n="92" d="100"/>
          <a:sy n="92" d="100"/>
        </p:scale>
        <p:origin x="176" y="624"/>
      </p:cViewPr>
      <p:guideLst>
        <p:guide orient="horz" pos="2160"/>
        <p:guide orient="horz" pos="1706"/>
        <p:guide pos="4747"/>
        <p:guide pos="211"/>
        <p:guide pos="7468"/>
        <p:guide pos="3386"/>
        <p:guide pos="7015"/>
        <p:guide pos="4293"/>
        <p:guide pos="3840"/>
        <p:guide pos="5200"/>
        <p:guide pos="5654"/>
        <p:guide pos="6107"/>
        <p:guide pos="6561"/>
        <p:guide orient="horz" pos="2614"/>
        <p:guide orient="horz" pos="3067"/>
        <p:guide orient="horz" pos="3521"/>
        <p:guide orient="horz" pos="3974"/>
        <p:guide orient="horz" pos="1253"/>
        <p:guide orient="horz" pos="799"/>
        <p:guide orient="horz" pos="346"/>
        <p:guide pos="2932"/>
        <p:guide pos="2479"/>
        <p:guide pos="2025"/>
        <p:guide pos="1572"/>
        <p:guide pos="1118"/>
        <p:guide pos="6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50" d="100"/>
        <a:sy n="50" d="100"/>
      </p:scale>
      <p:origin x="0" y="-336"/>
    </p:cViewPr>
  </p:sorterViewPr>
  <p:notesViewPr>
    <p:cSldViewPr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眉占位符 5">
            <a:extLst>
              <a:ext uri="{FF2B5EF4-FFF2-40B4-BE49-F238E27FC236}">
                <a16:creationId xmlns:a16="http://schemas.microsoft.com/office/drawing/2014/main" id="{D2D0F06B-D5E7-FEF8-50D0-D10267447F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F3CEAE-5FEA-2B86-B4AD-DFF3491084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F5E3B-79D7-5A40-93B0-747676262AC2}" type="datetimeFigureOut">
              <a:rPr kumimoji="1" lang="zh-CN" altLang="en-US" smtClean="0"/>
              <a:t>2024/3/5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8C6D61D-839A-FFBF-3DF9-19230036B83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274732-85CF-6C09-457C-504BCA6181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036056-C163-D047-B42E-79A73390AD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63310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CC928-7A32-4383-8C66-886F513D06F6}" type="datetimeFigureOut">
              <a:rPr lang="zh-CN" altLang="en-US" smtClean="0"/>
              <a:t>2024/3/5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36B7B-B83E-48FC-9145-C5D7D2DAFA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40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931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01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703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112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832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2075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862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0312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679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039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622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804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6724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6635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74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sz="1600" dirty="0"/>
              <a:t>电动机模型为二阶系统并不意味着其具有两个储能元件，而是因为输出部分对转动角求导的原因。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729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202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Stencil" panose="040409050D0802020404" pitchFamily="82" charset="0"/>
              </a:rPr>
              <a:t>许多表面上看来似乎毫无共同之处的控制系统，其运动规律可能完全一样，可以用一个运动方程来表示，称它们为结构相似系统。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642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Stencil" panose="040409050D0802020404" pitchFamily="82" charset="0"/>
              </a:rPr>
              <a:t>许多表面上看来似乎毫无共同之处的控制系统，其运动规律可能完全一样，可以用一个运动方程来表示，称它们为结构相似系统。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492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>
                <a:solidFill>
                  <a:schemeClr val="bg1"/>
                </a:solidFill>
                <a:latin typeface="Stencil" panose="040409050D0802020404" pitchFamily="82" charset="0"/>
              </a:rPr>
              <a:t>许多表面上看来似乎毫无共同之处的控制系统，其运动规律可能完全一样，可以用一个运动方程来表示，称它们为结构相似系统。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9285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983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9316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5335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36B7B-B83E-48FC-9145-C5D7D2DAFA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193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442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7CCF719-0B4D-4198-B5BC-2D0F73DC26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141282B4-7D1A-4CA4-B97C-AECB47C3A3B9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基本情况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7453" y="356166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28175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AD0CA0-9EB6-46FD-A5D1-35CBE479CB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674869" y="353986"/>
            <a:ext cx="5059282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36B85F6-A5BC-46DF-8D38-ACEA958A78FA}"/>
              </a:ext>
            </a:extLst>
          </p:cNvPr>
          <p:cNvSpPr/>
          <p:nvPr userDrawn="1"/>
        </p:nvSpPr>
        <p:spPr>
          <a:xfrm>
            <a:off x="129898" y="356166"/>
            <a:ext cx="1512168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创新设计</a:t>
            </a:r>
          </a:p>
        </p:txBody>
      </p:sp>
      <p:sp>
        <p:nvSpPr>
          <p:cNvPr id="8" name="矩形: 圆角 17">
            <a:extLst>
              <a:ext uri="{FF2B5EF4-FFF2-40B4-BE49-F238E27FC236}">
                <a16:creationId xmlns:a16="http://schemas.microsoft.com/office/drawing/2014/main" id="{2C7DE445-257D-1547-A5A3-2C9ECB3DCED5}"/>
              </a:ext>
            </a:extLst>
          </p:cNvPr>
          <p:cNvSpPr/>
          <p:nvPr userDrawn="1"/>
        </p:nvSpPr>
        <p:spPr>
          <a:xfrm>
            <a:off x="6773974" y="353986"/>
            <a:ext cx="5286541" cy="51437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36408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8FC1B26-5F6B-454B-B6A7-6C43341F23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9234"/>
            <a:ext cx="5616623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4C1D17-F9AA-4AA7-B29E-EA7C89094028}"/>
              </a:ext>
            </a:extLst>
          </p:cNvPr>
          <p:cNvSpPr/>
          <p:nvPr userDrawn="1"/>
        </p:nvSpPr>
        <p:spPr>
          <a:xfrm>
            <a:off x="121965" y="359235"/>
            <a:ext cx="1512168" cy="514375"/>
          </a:xfrm>
          <a:prstGeom prst="roundRect">
            <a:avLst/>
          </a:prstGeom>
          <a:solidFill>
            <a:srgbClr val="E44860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创新效果</a:t>
            </a:r>
          </a:p>
        </p:txBody>
      </p:sp>
    </p:spTree>
    <p:extLst>
      <p:ext uri="{BB962C8B-B14F-4D97-AF65-F5344CB8AC3E}">
        <p14:creationId xmlns:p14="http://schemas.microsoft.com/office/powerpoint/2010/main" val="2005898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E375F02-5481-4F79-8E14-2A5CA78A8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91"/>
            <a:ext cx="12179586" cy="6859588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6B3B556-EBE2-4F68-9A8E-D8E9A97279D5}"/>
              </a:ext>
            </a:extLst>
          </p:cNvPr>
          <p:cNvSpPr/>
          <p:nvPr userDrawn="1"/>
        </p:nvSpPr>
        <p:spPr>
          <a:xfrm>
            <a:off x="1702718" y="356166"/>
            <a:ext cx="5616623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3C5F6E7-E625-494B-89C2-3D62A6B97957}"/>
              </a:ext>
            </a:extLst>
          </p:cNvPr>
          <p:cNvSpPr/>
          <p:nvPr userDrawn="1"/>
        </p:nvSpPr>
        <p:spPr>
          <a:xfrm>
            <a:off x="118541" y="356166"/>
            <a:ext cx="1512168" cy="514375"/>
          </a:xfrm>
          <a:prstGeom prst="round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+mj-ea"/>
                <a:ea typeface="+mj-ea"/>
              </a:rPr>
              <a:t>教学成果</a:t>
            </a:r>
          </a:p>
        </p:txBody>
      </p:sp>
    </p:spTree>
    <p:extLst>
      <p:ext uri="{BB962C8B-B14F-4D97-AF65-F5344CB8AC3E}">
        <p14:creationId xmlns:p14="http://schemas.microsoft.com/office/powerpoint/2010/main" val="2493030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03EC96-1FAD-E241-A4B7-1ED9CE341E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  <p:sp>
        <p:nvSpPr>
          <p:cNvPr id="4" name="矩形: 圆角 17">
            <a:extLst>
              <a:ext uri="{FF2B5EF4-FFF2-40B4-BE49-F238E27FC236}">
                <a16:creationId xmlns:a16="http://schemas.microsoft.com/office/drawing/2014/main" id="{1EA45D98-DEC5-264D-BA21-59DABF9CB484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71413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091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71863972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840991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152828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762767"/>
      </p:ext>
    </p:extLst>
  </p:cSld>
  <p:clrMapOvr>
    <a:masterClrMapping/>
  </p:clrMapOvr>
  <p:transition spd="slow">
    <p:strips dir="r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231392"/>
      </p:ext>
    </p:extLst>
  </p:cSld>
  <p:clrMapOvr>
    <a:masterClrMapping/>
  </p:clrMapOvr>
  <p:transition spd="slow">
    <p:strips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435023"/>
      </p:ext>
    </p:extLst>
  </p:cSld>
  <p:clrMapOvr>
    <a:masterClrMapping/>
  </p:clrMapOvr>
  <p:transition spd="slow">
    <p:strips dir="r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3532170"/>
      </p:ext>
    </p:extLst>
  </p:cSld>
  <p:clrMapOvr>
    <a:masterClrMapping/>
  </p:clrMapOvr>
  <p:transition spd="slow">
    <p:strips dir="r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634117"/>
      </p:ext>
    </p:extLst>
  </p:cSld>
  <p:clrMapOvr>
    <a:masterClrMapping/>
  </p:clrMapOvr>
  <p:transition spd="slow">
    <p:strips dir="r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617031"/>
      </p:ext>
    </p:extLst>
  </p:cSld>
  <p:clrMapOvr>
    <a:masterClrMapping/>
  </p:clrMapOvr>
  <p:transition spd="slow">
    <p:strips dir="r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4A263-5145-4800-9735-38896831F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93926514"/>
      </p:ext>
    </p:extLst>
  </p:cSld>
  <p:clrMapOvr>
    <a:masterClrMapping/>
  </p:clrMapOvr>
  <p:transition spd="slow">
    <p:strips dir="r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4516710"/>
      </p:ext>
    </p:extLst>
  </p:cSld>
  <p:clrMapOvr>
    <a:masterClrMapping/>
  </p:clrMapOvr>
  <p:transition spd="slow">
    <p:strips dir="r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地图背景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26FE7A8-4B06-47F3-B893-C94D3CF39A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9586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31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strips dir="ru"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绿条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7">
            <a:extLst>
              <a:ext uri="{FF2B5EF4-FFF2-40B4-BE49-F238E27FC236}">
                <a16:creationId xmlns:a16="http://schemas.microsoft.com/office/drawing/2014/main" id="{3B45C2DF-0EC4-B246-BC5F-91F7278EBADC}"/>
              </a:ext>
            </a:extLst>
          </p:cNvPr>
          <p:cNvSpPr/>
          <p:nvPr userDrawn="1"/>
        </p:nvSpPr>
        <p:spPr>
          <a:xfrm>
            <a:off x="118541" y="356168"/>
            <a:ext cx="5616623" cy="51437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63867185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4" y="-14371"/>
            <a:ext cx="22995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 dirty="0">
              <a:solidFill>
                <a:srgbClr val="333333"/>
              </a:solidFill>
              <a:latin typeface="Gill Sans Ul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50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8" r:id="rId2"/>
    <p:sldLayoutId id="2147483671" r:id="rId3"/>
    <p:sldLayoutId id="2147483669" r:id="rId4"/>
    <p:sldLayoutId id="2147483670" r:id="rId5"/>
    <p:sldLayoutId id="2147483654" r:id="rId6"/>
    <p:sldLayoutId id="2147483663" r:id="rId7"/>
    <p:sldLayoutId id="2147483659" r:id="rId8"/>
    <p:sldLayoutId id="2147483667" r:id="rId9"/>
    <p:sldLayoutId id="2147483655" r:id="rId10"/>
    <p:sldLayoutId id="2147483651" r:id="rId11"/>
    <p:sldLayoutId id="2147483656" r:id="rId12"/>
    <p:sldLayoutId id="2147483652" r:id="rId13"/>
    <p:sldLayoutId id="2147483657" r:id="rId14"/>
    <p:sldLayoutId id="2147483653" r:id="rId15"/>
    <p:sldLayoutId id="2147483666" r:id="rId16"/>
    <p:sldLayoutId id="2147483665" r:id="rId17"/>
    <p:sldLayoutId id="2147483658" r:id="rId18"/>
    <p:sldLayoutId id="2147483672" r:id="rId19"/>
    <p:sldLayoutId id="2147483673" r:id="rId20"/>
  </p:sldLayoutIdLst>
  <p:transition spd="slow">
    <p:strips dir="ru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file:////Applications/StartQuickTimeMovieRecodring.app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10.png"/><Relationship Id="rId7" Type="http://schemas.openxmlformats.org/officeDocument/2006/relationships/image" Target="../media/image9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710.png"/><Relationship Id="rId4" Type="http://schemas.openxmlformats.org/officeDocument/2006/relationships/image" Target="../media/image6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png"/><Relationship Id="rId11" Type="http://schemas.openxmlformats.org/officeDocument/2006/relationships/image" Target="../media/image77.png"/><Relationship Id="rId5" Type="http://schemas.openxmlformats.org/officeDocument/2006/relationships/image" Target="../media/image65.png"/><Relationship Id="rId10" Type="http://schemas.openxmlformats.org/officeDocument/2006/relationships/image" Target="../media/image76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23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81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12" Type="http://schemas.openxmlformats.org/officeDocument/2006/relationships/image" Target="../media/image80.png"/><Relationship Id="rId17" Type="http://schemas.openxmlformats.org/officeDocument/2006/relationships/image" Target="../media/image8.emf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8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3.png"/><Relationship Id="rId11" Type="http://schemas.openxmlformats.org/officeDocument/2006/relationships/image" Target="../media/image70.png"/><Relationship Id="rId5" Type="http://schemas.openxmlformats.org/officeDocument/2006/relationships/image" Target="../media/image102.png"/><Relationship Id="rId15" Type="http://schemas.openxmlformats.org/officeDocument/2006/relationships/image" Target="../media/image83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8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9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g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B897A1C7-629A-B247-B7B1-EA7AC3797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44" y="828695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E323DC9A-B9F0-664E-8D8B-4D4B3CB163A9}"/>
              </a:ext>
            </a:extLst>
          </p:cNvPr>
          <p:cNvGrpSpPr/>
          <p:nvPr/>
        </p:nvGrpSpPr>
        <p:grpSpPr>
          <a:xfrm>
            <a:off x="3386174" y="828695"/>
            <a:ext cx="9221717" cy="3766808"/>
            <a:chOff x="1559098" y="1196752"/>
            <a:chExt cx="9221717" cy="3766808"/>
          </a:xfrm>
        </p:grpSpPr>
        <p:pic>
          <p:nvPicPr>
            <p:cNvPr id="139" name="图片 138">
              <a:extLst>
                <a:ext uri="{FF2B5EF4-FFF2-40B4-BE49-F238E27FC236}">
                  <a16:creationId xmlns:a16="http://schemas.microsoft.com/office/drawing/2014/main" id="{6C5D6197-A7EB-4453-845C-A17502C9F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59098" y="1196752"/>
              <a:ext cx="9221717" cy="3766808"/>
            </a:xfrm>
            <a:prstGeom prst="rect">
              <a:avLst/>
            </a:prstGeom>
          </p:spPr>
        </p:pic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FD70EB58-BC11-49B8-8525-EF7D1AAA3845}"/>
                </a:ext>
              </a:extLst>
            </p:cNvPr>
            <p:cNvSpPr/>
            <p:nvPr/>
          </p:nvSpPr>
          <p:spPr>
            <a:xfrm>
              <a:off x="3186339" y="2802637"/>
              <a:ext cx="5818976" cy="1015663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chemeClr val="bg1"/>
                  </a:solidFill>
                  <a:effectLst/>
                  <a:latin typeface="汉仪菱心体简" panose="02010609000101010101" pitchFamily="49" charset="-122"/>
                  <a:ea typeface="汉仪菱心体简" panose="02010609000101010101" pitchFamily="49" charset="-122"/>
                </a:rPr>
                <a:t>自动控制原理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C9E66E-3108-A81F-89BF-662E017F5350}"/>
              </a:ext>
            </a:extLst>
          </p:cNvPr>
          <p:cNvGrpSpPr/>
          <p:nvPr/>
        </p:nvGrpSpPr>
        <p:grpSpPr>
          <a:xfrm>
            <a:off x="6454025" y="320863"/>
            <a:ext cx="5300128" cy="1015663"/>
            <a:chOff x="6454025" y="320863"/>
            <a:chExt cx="5300128" cy="1015663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F98F4239-F766-EC8C-A718-EF6D5349A258}"/>
                </a:ext>
              </a:extLst>
            </p:cNvPr>
            <p:cNvGrpSpPr/>
            <p:nvPr/>
          </p:nvGrpSpPr>
          <p:grpSpPr>
            <a:xfrm>
              <a:off x="6454025" y="320863"/>
              <a:ext cx="4143411" cy="1015663"/>
              <a:chOff x="8681781" y="504363"/>
              <a:chExt cx="3090550" cy="757578"/>
            </a:xfrm>
          </p:grpSpPr>
          <p:cxnSp>
            <p:nvCxnSpPr>
              <p:cNvPr id="5" name="直接连接符 12">
                <a:extLst>
                  <a:ext uri="{FF2B5EF4-FFF2-40B4-BE49-F238E27FC236}">
                    <a16:creationId xmlns:a16="http://schemas.microsoft.com/office/drawing/2014/main" id="{7049D900-E782-E9F6-033B-F09C340C34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4041" y="528966"/>
                <a:ext cx="0" cy="702644"/>
              </a:xfrm>
              <a:prstGeom prst="line">
                <a:avLst/>
              </a:prstGeom>
              <a:ln w="76200">
                <a:solidFill>
                  <a:srgbClr val="F095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BD92E633-BE6E-4E8E-D5C5-3FEEFB29381D}"/>
                  </a:ext>
                </a:extLst>
              </p:cNvPr>
              <p:cNvGrpSpPr/>
              <p:nvPr/>
            </p:nvGrpSpPr>
            <p:grpSpPr>
              <a:xfrm>
                <a:off x="8681781" y="504363"/>
                <a:ext cx="763836" cy="757578"/>
                <a:chOff x="8364926" y="513787"/>
                <a:chExt cx="817174" cy="810479"/>
              </a:xfrm>
            </p:grpSpPr>
            <p:sp>
              <p:nvSpPr>
                <p:cNvPr id="10" name="椭圆 9">
                  <a:extLst>
                    <a:ext uri="{FF2B5EF4-FFF2-40B4-BE49-F238E27FC236}">
                      <a16:creationId xmlns:a16="http://schemas.microsoft.com/office/drawing/2014/main" id="{0172368A-1D5D-5C53-4C88-0549260253CC}"/>
                    </a:ext>
                  </a:extLst>
                </p:cNvPr>
                <p:cNvSpPr/>
                <p:nvPr/>
              </p:nvSpPr>
              <p:spPr>
                <a:xfrm>
                  <a:off x="8400771" y="544432"/>
                  <a:ext cx="756000" cy="756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96FEC90B-EA18-55B0-03DF-53221B50EDAA}"/>
                    </a:ext>
                  </a:extLst>
                </p:cNvPr>
                <p:cNvSpPr/>
                <p:nvPr/>
              </p:nvSpPr>
              <p:spPr>
                <a:xfrm>
                  <a:off x="8364926" y="513787"/>
                  <a:ext cx="817174" cy="810479"/>
                </a:xfrm>
                <a:prstGeom prst="rect">
                  <a:avLst/>
                </a:prstGeom>
                <a:blipFill>
                  <a:blip r:embed="rId5" cstate="print"/>
                  <a:stretch>
                    <a:fillRect l="-73502" t="-34930" r="-66194" b="-35851"/>
                  </a:stretch>
                </a:blipFill>
              </p:spPr>
              <p:txBody>
                <a:bodyPr wrap="square" lIns="0" tIns="0" rIns="0" bIns="0" rtlCol="0"/>
                <a:lstStyle/>
                <a:p>
                  <a:endParaRPr dirty="0">
                    <a:latin typeface="Times New Roman" panose="02020603050405020304" pitchFamily="18" charset="0"/>
                    <a:ea typeface="微软雅黑" panose="020B0503020204020204" pitchFamily="34" charset="-122"/>
                    <a:sym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CDB2E5F3-7453-2605-B63F-2437B27D01A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80"/>
              <a:stretch/>
            </p:blipFill>
            <p:spPr>
              <a:xfrm>
                <a:off x="9632991" y="593311"/>
                <a:ext cx="2139340" cy="571505"/>
              </a:xfrm>
              <a:prstGeom prst="rect">
                <a:avLst/>
              </a:prstGeom>
            </p:spPr>
          </p:pic>
        </p:grpSp>
        <p:pic>
          <p:nvPicPr>
            <p:cNvPr id="4" name="图片 3" descr="图片包含 房间, 标志, 桌子, 游戏机&#10;&#10;描述已自动生成">
              <a:extLst>
                <a:ext uri="{FF2B5EF4-FFF2-40B4-BE49-F238E27FC236}">
                  <a16:creationId xmlns:a16="http://schemas.microsoft.com/office/drawing/2014/main" id="{9ABA63DC-BEC4-24CF-D760-BF3AD0610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9775" y="338055"/>
              <a:ext cx="1024378" cy="9984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3650723"/>
      </p:ext>
    </p:extLst>
  </p:cSld>
  <p:clrMapOvr>
    <a:masterClrMapping/>
  </p:clrMapOvr>
  <p:transition spd="slow"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节段1">
            <a:extLst>
              <a:ext uri="{FF2B5EF4-FFF2-40B4-BE49-F238E27FC236}">
                <a16:creationId xmlns:a16="http://schemas.microsoft.com/office/drawing/2014/main" id="{326390C7-593C-216D-15DE-BC137E98C6F2}"/>
              </a:ext>
            </a:extLst>
          </p:cNvPr>
          <p:cNvSpPr/>
          <p:nvPr/>
        </p:nvSpPr>
        <p:spPr bwMode="auto">
          <a:xfrm>
            <a:off x="334963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反馈：控制原理的核心思想</a:t>
            </a:r>
          </a:p>
        </p:txBody>
      </p:sp>
      <p:sp>
        <p:nvSpPr>
          <p:cNvPr id="3" name="节段2">
            <a:extLst>
              <a:ext uri="{FF2B5EF4-FFF2-40B4-BE49-F238E27FC236}">
                <a16:creationId xmlns:a16="http://schemas.microsoft.com/office/drawing/2014/main" id="{6D0DC964-4888-22F0-0529-3ADBE19BCAC7}"/>
              </a:ext>
            </a:extLst>
          </p:cNvPr>
          <p:cNvSpPr/>
          <p:nvPr/>
        </p:nvSpPr>
        <p:spPr bwMode="auto">
          <a:xfrm>
            <a:off x="334963" y="904947"/>
            <a:ext cx="5551200" cy="578882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12" name="节段11">
            <a:extLst>
              <a:ext uri="{FF2B5EF4-FFF2-40B4-BE49-F238E27FC236}">
                <a16:creationId xmlns:a16="http://schemas.microsoft.com/office/drawing/2014/main" id="{4730885B-C9BD-725C-5B54-A3B36C6A83E6}"/>
              </a:ext>
            </a:extLst>
          </p:cNvPr>
          <p:cNvSpPr/>
          <p:nvPr/>
        </p:nvSpPr>
        <p:spPr bwMode="auto">
          <a:xfrm>
            <a:off x="6304250" y="259834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11.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放眼大局：根轨迹法</a:t>
            </a:r>
          </a:p>
        </p:txBody>
      </p:sp>
      <p:sp>
        <p:nvSpPr>
          <p:cNvPr id="13" name="节段12">
            <a:extLst>
              <a:ext uri="{FF2B5EF4-FFF2-40B4-BE49-F238E27FC236}">
                <a16:creationId xmlns:a16="http://schemas.microsoft.com/office/drawing/2014/main" id="{05520C60-051F-B4C9-EB2A-308DC70F4BFA}"/>
              </a:ext>
            </a:extLst>
          </p:cNvPr>
          <p:cNvSpPr/>
          <p:nvPr/>
        </p:nvSpPr>
        <p:spPr bwMode="auto">
          <a:xfrm>
            <a:off x="6304250" y="904947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12.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根轨迹：基本形态</a:t>
            </a:r>
          </a:p>
        </p:txBody>
      </p:sp>
      <p:sp>
        <p:nvSpPr>
          <p:cNvPr id="14" name="节段13">
            <a:extLst>
              <a:ext uri="{FF2B5EF4-FFF2-40B4-BE49-F238E27FC236}">
                <a16:creationId xmlns:a16="http://schemas.microsoft.com/office/drawing/2014/main" id="{27219438-65AD-FDC9-1DA8-7FFE9BA859DA}"/>
              </a:ext>
            </a:extLst>
          </p:cNvPr>
          <p:cNvSpPr/>
          <p:nvPr/>
        </p:nvSpPr>
        <p:spPr bwMode="auto">
          <a:xfrm>
            <a:off x="6304250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根轨迹：细节修正</a:t>
            </a:r>
          </a:p>
        </p:txBody>
      </p:sp>
      <p:sp>
        <p:nvSpPr>
          <p:cNvPr id="15" name="节段14">
            <a:extLst>
              <a:ext uri="{FF2B5EF4-FFF2-40B4-BE49-F238E27FC236}">
                <a16:creationId xmlns:a16="http://schemas.microsoft.com/office/drawing/2014/main" id="{3FE30DB7-AAE2-AC3E-BDA2-5E92E22FCAFC}"/>
              </a:ext>
            </a:extLst>
          </p:cNvPr>
          <p:cNvSpPr/>
          <p:nvPr/>
        </p:nvSpPr>
        <p:spPr bwMode="auto">
          <a:xfrm>
            <a:off x="6304250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参数根轨迹：广义定义</a:t>
            </a:r>
          </a:p>
        </p:txBody>
      </p:sp>
      <p:sp>
        <p:nvSpPr>
          <p:cNvPr id="16" name="节段15">
            <a:extLst>
              <a:ext uri="{FF2B5EF4-FFF2-40B4-BE49-F238E27FC236}">
                <a16:creationId xmlns:a16="http://schemas.microsoft.com/office/drawing/2014/main" id="{44E77EBF-CB85-6E3D-429B-345397FD531D}"/>
              </a:ext>
            </a:extLst>
          </p:cNvPr>
          <p:cNvSpPr/>
          <p:nvPr/>
        </p:nvSpPr>
        <p:spPr bwMode="auto">
          <a:xfrm>
            <a:off x="6304250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根轨迹法：图形化思考</a:t>
            </a:r>
          </a:p>
        </p:txBody>
      </p:sp>
      <p:sp>
        <p:nvSpPr>
          <p:cNvPr id="17" name="节段16">
            <a:extLst>
              <a:ext uri="{FF2B5EF4-FFF2-40B4-BE49-F238E27FC236}">
                <a16:creationId xmlns:a16="http://schemas.microsoft.com/office/drawing/2014/main" id="{4FFAB4B2-AD9B-7207-955C-82823BE1A7DC}"/>
              </a:ext>
            </a:extLst>
          </p:cNvPr>
          <p:cNvSpPr/>
          <p:nvPr/>
        </p:nvSpPr>
        <p:spPr bwMode="auto">
          <a:xfrm>
            <a:off x="6304250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频率特性：换个角度看控制</a:t>
            </a:r>
          </a:p>
        </p:txBody>
      </p:sp>
      <p:sp>
        <p:nvSpPr>
          <p:cNvPr id="18" name="节段17">
            <a:extLst>
              <a:ext uri="{FF2B5EF4-FFF2-40B4-BE49-F238E27FC236}">
                <a16:creationId xmlns:a16="http://schemas.microsoft.com/office/drawing/2014/main" id="{2AB691DA-CCE3-3AC9-8BC7-F7DDC8B4E416}"/>
              </a:ext>
            </a:extLst>
          </p:cNvPr>
          <p:cNvSpPr/>
          <p:nvPr/>
        </p:nvSpPr>
        <p:spPr bwMode="auto">
          <a:xfrm>
            <a:off x="6304250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近似叠加</a:t>
            </a:r>
            <a:r>
              <a:rPr lang="zh-CN" altLang="en-US" sz="2800" b="1">
                <a:solidFill>
                  <a:schemeClr val="bg1"/>
                </a:solidFill>
                <a:latin typeface="Stencil" panose="040409050D0802020404" pitchFamily="82" charset="0"/>
              </a:rPr>
              <a:t>：绘制伯德图</a:t>
            </a:r>
            <a:endParaRPr lang="zh-CN" altLang="en-US" sz="2800" b="1" dirty="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  <p:sp>
        <p:nvSpPr>
          <p:cNvPr id="19" name="节段18">
            <a:extLst>
              <a:ext uri="{FF2B5EF4-FFF2-40B4-BE49-F238E27FC236}">
                <a16:creationId xmlns:a16="http://schemas.microsoft.com/office/drawing/2014/main" id="{DF446F78-25D4-B970-C8AF-750C9ADE0345}"/>
              </a:ext>
            </a:extLst>
          </p:cNvPr>
          <p:cNvSpPr/>
          <p:nvPr/>
        </p:nvSpPr>
        <p:spPr bwMode="auto">
          <a:xfrm>
            <a:off x="6304250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按图索骥：伯德图求传递函数</a:t>
            </a:r>
          </a:p>
        </p:txBody>
      </p:sp>
      <p:sp>
        <p:nvSpPr>
          <p:cNvPr id="20" name="节段19">
            <a:extLst>
              <a:ext uri="{FF2B5EF4-FFF2-40B4-BE49-F238E27FC236}">
                <a16:creationId xmlns:a16="http://schemas.microsoft.com/office/drawing/2014/main" id="{DF2ADB47-5AEA-CD80-150C-0162DF80BE07}"/>
              </a:ext>
            </a:extLst>
          </p:cNvPr>
          <p:cNvSpPr/>
          <p:nvPr/>
        </p:nvSpPr>
        <p:spPr bwMode="auto">
          <a:xfrm>
            <a:off x="6304250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幅相特性：换个角度看频域</a:t>
            </a:r>
          </a:p>
        </p:txBody>
      </p:sp>
      <p:sp>
        <p:nvSpPr>
          <p:cNvPr id="21" name="节段20">
            <a:extLst>
              <a:ext uri="{FF2B5EF4-FFF2-40B4-BE49-F238E27FC236}">
                <a16:creationId xmlns:a16="http://schemas.microsoft.com/office/drawing/2014/main" id="{F9A31E65-9F86-1A47-9B88-A7D69C156BFC}"/>
              </a:ext>
            </a:extLst>
          </p:cNvPr>
          <p:cNvSpPr/>
          <p:nvPr/>
        </p:nvSpPr>
        <p:spPr bwMode="auto">
          <a:xfrm>
            <a:off x="6304250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20.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宽备窄用：稳定裕度</a:t>
            </a:r>
          </a:p>
        </p:txBody>
      </p:sp>
      <p:pic>
        <p:nvPicPr>
          <p:cNvPr id="22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CB8E2FDB-E3D1-C271-FF75-70A28B3C0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68928" y="1579946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3">
            <a:extLst>
              <a:ext uri="{FF2B5EF4-FFF2-40B4-BE49-F238E27FC236}">
                <a16:creationId xmlns:a16="http://schemas.microsoft.com/office/drawing/2014/main" id="{311EDDDF-AD04-F8B0-0EC9-74BCCD48F08B}"/>
              </a:ext>
            </a:extLst>
          </p:cNvPr>
          <p:cNvSpPr/>
          <p:nvPr/>
        </p:nvSpPr>
        <p:spPr bwMode="auto">
          <a:xfrm>
            <a:off x="334965" y="1550060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方框图：控制系统结构</a:t>
            </a:r>
          </a:p>
        </p:txBody>
      </p:sp>
      <p:sp>
        <p:nvSpPr>
          <p:cNvPr id="24" name="节段4">
            <a:extLst>
              <a:ext uri="{FF2B5EF4-FFF2-40B4-BE49-F238E27FC236}">
                <a16:creationId xmlns:a16="http://schemas.microsoft.com/office/drawing/2014/main" id="{B190CB21-0AB0-C83C-6CA7-C4B1E16062A7}"/>
              </a:ext>
            </a:extLst>
          </p:cNvPr>
          <p:cNvSpPr/>
          <p:nvPr/>
        </p:nvSpPr>
        <p:spPr bwMode="auto">
          <a:xfrm>
            <a:off x="334965" y="2195173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4.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信号流图：控制系统拓扑结</a:t>
            </a:r>
          </a:p>
        </p:txBody>
      </p:sp>
      <p:sp>
        <p:nvSpPr>
          <p:cNvPr id="25" name="节段5">
            <a:extLst>
              <a:ext uri="{FF2B5EF4-FFF2-40B4-BE49-F238E27FC236}">
                <a16:creationId xmlns:a16="http://schemas.microsoft.com/office/drawing/2014/main" id="{D3A74F78-599B-04FA-DB98-972F0432861C}"/>
              </a:ext>
            </a:extLst>
          </p:cNvPr>
          <p:cNvSpPr/>
          <p:nvPr/>
        </p:nvSpPr>
        <p:spPr bwMode="auto">
          <a:xfrm>
            <a:off x="334965" y="2840286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5.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梅森公式：数圈圈与消消乐</a:t>
            </a:r>
          </a:p>
        </p:txBody>
      </p:sp>
      <p:sp>
        <p:nvSpPr>
          <p:cNvPr id="26" name="节段6">
            <a:extLst>
              <a:ext uri="{FF2B5EF4-FFF2-40B4-BE49-F238E27FC236}">
                <a16:creationId xmlns:a16="http://schemas.microsoft.com/office/drawing/2014/main" id="{11A67A17-4223-BD04-E7AA-3F32A47269D1}"/>
              </a:ext>
            </a:extLst>
          </p:cNvPr>
          <p:cNvSpPr/>
          <p:nvPr/>
        </p:nvSpPr>
        <p:spPr bwMode="auto">
          <a:xfrm>
            <a:off x="334965" y="3485399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6.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性能指标：控制效果评价</a:t>
            </a:r>
          </a:p>
        </p:txBody>
      </p:sp>
      <p:sp>
        <p:nvSpPr>
          <p:cNvPr id="27" name="节段7">
            <a:extLst>
              <a:ext uri="{FF2B5EF4-FFF2-40B4-BE49-F238E27FC236}">
                <a16:creationId xmlns:a16="http://schemas.microsoft.com/office/drawing/2014/main" id="{20BA980F-C08F-31FA-36DA-5CEE39A670CF}"/>
              </a:ext>
            </a:extLst>
          </p:cNvPr>
          <p:cNvSpPr/>
          <p:nvPr/>
        </p:nvSpPr>
        <p:spPr bwMode="auto">
          <a:xfrm>
            <a:off x="334965" y="4130512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衰减振荡：欠阻尼二阶系统</a:t>
            </a:r>
          </a:p>
        </p:txBody>
      </p:sp>
      <p:sp>
        <p:nvSpPr>
          <p:cNvPr id="28" name="节段8">
            <a:extLst>
              <a:ext uri="{FF2B5EF4-FFF2-40B4-BE49-F238E27FC236}">
                <a16:creationId xmlns:a16="http://schemas.microsoft.com/office/drawing/2014/main" id="{B32245D7-9D94-4918-C9C1-7F82C0543261}"/>
              </a:ext>
            </a:extLst>
          </p:cNvPr>
          <p:cNvSpPr/>
          <p:nvPr/>
        </p:nvSpPr>
        <p:spPr bwMode="auto">
          <a:xfrm>
            <a:off x="334965" y="4775625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稳定：控制系统首要任务</a:t>
            </a:r>
          </a:p>
        </p:txBody>
      </p:sp>
      <p:sp>
        <p:nvSpPr>
          <p:cNvPr id="29" name="节段9">
            <a:extLst>
              <a:ext uri="{FF2B5EF4-FFF2-40B4-BE49-F238E27FC236}">
                <a16:creationId xmlns:a16="http://schemas.microsoft.com/office/drawing/2014/main" id="{34226209-C991-8C35-0AE0-55C998D33408}"/>
              </a:ext>
            </a:extLst>
          </p:cNvPr>
          <p:cNvSpPr/>
          <p:nvPr/>
        </p:nvSpPr>
        <p:spPr bwMode="auto">
          <a:xfrm>
            <a:off x="334965" y="542073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9.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  稳态误差：准确性的度量</a:t>
            </a:r>
          </a:p>
        </p:txBody>
      </p:sp>
      <p:sp>
        <p:nvSpPr>
          <p:cNvPr id="30" name="节段10">
            <a:extLst>
              <a:ext uri="{FF2B5EF4-FFF2-40B4-BE49-F238E27FC236}">
                <a16:creationId xmlns:a16="http://schemas.microsoft.com/office/drawing/2014/main" id="{87F940BC-2E67-506A-321E-17AAD645CEF8}"/>
              </a:ext>
            </a:extLst>
          </p:cNvPr>
          <p:cNvSpPr/>
          <p:nvPr/>
        </p:nvSpPr>
        <p:spPr bwMode="auto">
          <a:xfrm>
            <a:off x="334965" y="6065848"/>
            <a:ext cx="5551200" cy="578882"/>
          </a:xfrm>
          <a:prstGeom prst="roundRect">
            <a:avLst/>
          </a:prstGeom>
          <a:solidFill>
            <a:srgbClr val="159F84">
              <a:alpha val="50000"/>
            </a:srgbClr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10.</a:t>
            </a:r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 校正：实现控制的手段</a:t>
            </a:r>
          </a:p>
        </p:txBody>
      </p:sp>
    </p:spTree>
    <p:extLst>
      <p:ext uri="{BB962C8B-B14F-4D97-AF65-F5344CB8AC3E}">
        <p14:creationId xmlns:p14="http://schemas.microsoft.com/office/powerpoint/2010/main" val="1078458146"/>
      </p:ext>
    </p:extLst>
  </p:cSld>
  <p:clrMapOvr>
    <a:masterClrMapping/>
  </p:clrMapOvr>
  <p:transition spd="slow">
    <p:strips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DF15CB57-691D-80E9-32D3-AD4DADA3F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38" y="1828813"/>
            <a:ext cx="5139557" cy="5139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节段2">
            <a:extLst>
              <a:ext uri="{FF2B5EF4-FFF2-40B4-BE49-F238E27FC236}">
                <a16:creationId xmlns:a16="http://schemas.microsoft.com/office/drawing/2014/main" id="{09BFCD41-1537-F135-278C-AF09FCA39C59}"/>
              </a:ext>
            </a:extLst>
          </p:cNvPr>
          <p:cNvSpPr/>
          <p:nvPr/>
        </p:nvSpPr>
        <p:spPr bwMode="auto">
          <a:xfrm>
            <a:off x="389464" y="1440889"/>
            <a:ext cx="627192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graphicFrame>
        <p:nvGraphicFramePr>
          <p:cNvPr id="24" name="章节">
            <a:extLst>
              <a:ext uri="{FF2B5EF4-FFF2-40B4-BE49-F238E27FC236}">
                <a16:creationId xmlns:a16="http://schemas.microsoft.com/office/drawing/2014/main" id="{8B93E62B-CCB8-5559-3C6D-3DDCD0368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1371034"/>
              </p:ext>
            </p:extLst>
          </p:nvPr>
        </p:nvGraphicFramePr>
        <p:xfrm>
          <a:off x="-1" y="0"/>
          <a:ext cx="12190416" cy="1036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736">
                  <a:extLst>
                    <a:ext uri="{9D8B030D-6E8A-4147-A177-3AD203B41FA5}">
                      <a16:colId xmlns:a16="http://schemas.microsoft.com/office/drawing/2014/main" val="393247685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820694549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1219869502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3167948240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4246396411"/>
                    </a:ext>
                  </a:extLst>
                </a:gridCol>
                <a:gridCol w="2031736">
                  <a:extLst>
                    <a:ext uri="{9D8B030D-6E8A-4147-A177-3AD203B41FA5}">
                      <a16:colId xmlns:a16="http://schemas.microsoft.com/office/drawing/2014/main" val="5276556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第一章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第二章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第三章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第四章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第五章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第六章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1994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基本概念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数学模型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时域分析法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根轨迹法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频域分析法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02060"/>
                          </a:solidFill>
                        </a:rPr>
                        <a:t>校正方法</a:t>
                      </a:r>
                    </a:p>
                  </a:txBody>
                  <a:tcPr>
                    <a:lnL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605781"/>
                  </a:ext>
                </a:extLst>
              </a:tr>
            </a:tbl>
          </a:graphicData>
        </a:graphic>
      </p:graphicFrame>
      <p:sp>
        <p:nvSpPr>
          <p:cNvPr id="25" name="强调">
            <a:extLst>
              <a:ext uri="{FF2B5EF4-FFF2-40B4-BE49-F238E27FC236}">
                <a16:creationId xmlns:a16="http://schemas.microsoft.com/office/drawing/2014/main" id="{F5BF598C-E598-37BE-7F4C-CDCE68DBC17A}"/>
              </a:ext>
            </a:extLst>
          </p:cNvPr>
          <p:cNvSpPr/>
          <p:nvPr/>
        </p:nvSpPr>
        <p:spPr>
          <a:xfrm>
            <a:off x="2033261" y="-4733"/>
            <a:ext cx="2026800" cy="103632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步骤1">
            <a:extLst>
              <a:ext uri="{FF2B5EF4-FFF2-40B4-BE49-F238E27FC236}">
                <a16:creationId xmlns:a16="http://schemas.microsoft.com/office/drawing/2014/main" id="{3EA6BBC8-1810-91E6-F324-87704E159926}"/>
              </a:ext>
            </a:extLst>
          </p:cNvPr>
          <p:cNvGrpSpPr/>
          <p:nvPr/>
        </p:nvGrpSpPr>
        <p:grpSpPr>
          <a:xfrm>
            <a:off x="5735166" y="2516366"/>
            <a:ext cx="6120284" cy="725177"/>
            <a:chOff x="4943078" y="1700704"/>
            <a:chExt cx="6120284" cy="725177"/>
          </a:xfrm>
        </p:grpSpPr>
        <p:sp>
          <p:nvSpPr>
            <p:cNvPr id="28" name="标题">
              <a:extLst>
                <a:ext uri="{FF2B5EF4-FFF2-40B4-BE49-F238E27FC236}">
                  <a16:creationId xmlns:a16="http://schemas.microsoft.com/office/drawing/2014/main" id="{E33A3150-7CE8-62F8-DF5F-3F396375880B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理解传递函数的定义</a:t>
              </a:r>
            </a:p>
          </p:txBody>
        </p:sp>
        <p:sp>
          <p:nvSpPr>
            <p:cNvPr id="29" name="序号">
              <a:extLst>
                <a:ext uri="{FF2B5EF4-FFF2-40B4-BE49-F238E27FC236}">
                  <a16:creationId xmlns:a16="http://schemas.microsoft.com/office/drawing/2014/main" id="{A414EBD1-21D5-98BB-58D3-0BF3DC68A34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0" name="步骤2">
            <a:extLst>
              <a:ext uri="{FF2B5EF4-FFF2-40B4-BE49-F238E27FC236}">
                <a16:creationId xmlns:a16="http://schemas.microsoft.com/office/drawing/2014/main" id="{3C9F8C79-6F14-C52B-7513-3292E8B6F0B3}"/>
              </a:ext>
            </a:extLst>
          </p:cNvPr>
          <p:cNvGrpSpPr/>
          <p:nvPr/>
        </p:nvGrpSpPr>
        <p:grpSpPr>
          <a:xfrm>
            <a:off x="5735166" y="3498606"/>
            <a:ext cx="6120284" cy="725177"/>
            <a:chOff x="4943078" y="1700704"/>
            <a:chExt cx="6120284" cy="725177"/>
          </a:xfrm>
        </p:grpSpPr>
        <p:sp>
          <p:nvSpPr>
            <p:cNvPr id="31" name="标题">
              <a:extLst>
                <a:ext uri="{FF2B5EF4-FFF2-40B4-BE49-F238E27FC236}">
                  <a16:creationId xmlns:a16="http://schemas.microsoft.com/office/drawing/2014/main" id="{0B71DA2F-DD27-2892-802A-5C2EE376C6A3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理解传递函数的各项性质</a:t>
              </a:r>
            </a:p>
          </p:txBody>
        </p:sp>
        <p:sp>
          <p:nvSpPr>
            <p:cNvPr id="32" name="序号">
              <a:extLst>
                <a:ext uri="{FF2B5EF4-FFF2-40B4-BE49-F238E27FC236}">
                  <a16:creationId xmlns:a16="http://schemas.microsoft.com/office/drawing/2014/main" id="{16F98F1E-6DE2-1F22-50BC-F3748981CD4F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3" name="步骤3">
            <a:extLst>
              <a:ext uri="{FF2B5EF4-FFF2-40B4-BE49-F238E27FC236}">
                <a16:creationId xmlns:a16="http://schemas.microsoft.com/office/drawing/2014/main" id="{7C154696-CBA2-E6E2-221C-09240C73B3D6}"/>
              </a:ext>
            </a:extLst>
          </p:cNvPr>
          <p:cNvGrpSpPr/>
          <p:nvPr/>
        </p:nvGrpSpPr>
        <p:grpSpPr>
          <a:xfrm>
            <a:off x="5735166" y="4480846"/>
            <a:ext cx="6120284" cy="725177"/>
            <a:chOff x="4943078" y="1700704"/>
            <a:chExt cx="6120284" cy="725177"/>
          </a:xfrm>
        </p:grpSpPr>
        <p:sp>
          <p:nvSpPr>
            <p:cNvPr id="34" name="标题">
              <a:extLst>
                <a:ext uri="{FF2B5EF4-FFF2-40B4-BE49-F238E27FC236}">
                  <a16:creationId xmlns:a16="http://schemas.microsoft.com/office/drawing/2014/main" id="{6407F594-792A-87AB-83B7-8A5027EB5925}"/>
                </a:ext>
              </a:extLst>
            </p:cNvPr>
            <p:cNvSpPr/>
            <p:nvPr/>
          </p:nvSpPr>
          <p:spPr bwMode="auto">
            <a:xfrm>
              <a:off x="5459860" y="1773851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能够根据微分方程建立传递函数</a:t>
              </a:r>
            </a:p>
          </p:txBody>
        </p:sp>
        <p:sp>
          <p:nvSpPr>
            <p:cNvPr id="35" name="序号">
              <a:extLst>
                <a:ext uri="{FF2B5EF4-FFF2-40B4-BE49-F238E27FC236}">
                  <a16:creationId xmlns:a16="http://schemas.microsoft.com/office/drawing/2014/main" id="{52676FDC-5B84-4B93-31BF-8E243D5C8DB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6" name="步骤4">
            <a:extLst>
              <a:ext uri="{FF2B5EF4-FFF2-40B4-BE49-F238E27FC236}">
                <a16:creationId xmlns:a16="http://schemas.microsoft.com/office/drawing/2014/main" id="{88BCC1BA-2A9E-D41C-A8A9-F88B61FCBCD8}"/>
              </a:ext>
            </a:extLst>
          </p:cNvPr>
          <p:cNvGrpSpPr/>
          <p:nvPr/>
        </p:nvGrpSpPr>
        <p:grpSpPr>
          <a:xfrm>
            <a:off x="5735166" y="5463087"/>
            <a:ext cx="6120284" cy="725177"/>
            <a:chOff x="4943078" y="1700704"/>
            <a:chExt cx="6120284" cy="725177"/>
          </a:xfrm>
        </p:grpSpPr>
        <p:sp>
          <p:nvSpPr>
            <p:cNvPr id="37" name="标题">
              <a:extLst>
                <a:ext uri="{FF2B5EF4-FFF2-40B4-BE49-F238E27FC236}">
                  <a16:creationId xmlns:a16="http://schemas.microsoft.com/office/drawing/2014/main" id="{A6B0FEAC-FBD9-99C8-D23A-524A2B3348B5}"/>
                </a:ext>
              </a:extLst>
            </p:cNvPr>
            <p:cNvSpPr/>
            <p:nvPr/>
          </p:nvSpPr>
          <p:spPr bwMode="auto">
            <a:xfrm>
              <a:off x="5459860" y="1773850"/>
              <a:ext cx="5603502" cy="578882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能够判断结构相似系统</a:t>
              </a:r>
            </a:p>
          </p:txBody>
        </p:sp>
        <p:sp>
          <p:nvSpPr>
            <p:cNvPr id="38" name="序号">
              <a:extLst>
                <a:ext uri="{FF2B5EF4-FFF2-40B4-BE49-F238E27FC236}">
                  <a16:creationId xmlns:a16="http://schemas.microsoft.com/office/drawing/2014/main" id="{28C91CF0-4B6B-748A-F669-74A4D5763CF9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9" name="学习目标">
            <a:extLst>
              <a:ext uri="{FF2B5EF4-FFF2-40B4-BE49-F238E27FC236}">
                <a16:creationId xmlns:a16="http://schemas.microsoft.com/office/drawing/2014/main" id="{F7847356-17A7-F7DB-B7A7-592BF126664C}"/>
              </a:ext>
            </a:extLst>
          </p:cNvPr>
          <p:cNvSpPr/>
          <p:nvPr/>
        </p:nvSpPr>
        <p:spPr bwMode="auto">
          <a:xfrm>
            <a:off x="8255000" y="1417355"/>
            <a:ext cx="188803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学习目标</a:t>
            </a:r>
          </a:p>
        </p:txBody>
      </p:sp>
      <p:sp>
        <p:nvSpPr>
          <p:cNvPr id="40" name="燕尾形 39">
            <a:extLst>
              <a:ext uri="{FF2B5EF4-FFF2-40B4-BE49-F238E27FC236}">
                <a16:creationId xmlns:a16="http://schemas.microsoft.com/office/drawing/2014/main" id="{49A950B6-55BC-1F05-18AF-2A59ADF63BB7}"/>
              </a:ext>
            </a:extLst>
          </p:cNvPr>
          <p:cNvSpPr/>
          <p:nvPr/>
        </p:nvSpPr>
        <p:spPr>
          <a:xfrm>
            <a:off x="7142783" y="1512838"/>
            <a:ext cx="316556" cy="503689"/>
          </a:xfrm>
          <a:prstGeom prst="chevron">
            <a:avLst>
              <a:gd name="adj" fmla="val 48030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1" name="重点">
            <a:extLst>
              <a:ext uri="{FF2B5EF4-FFF2-40B4-BE49-F238E27FC236}">
                <a16:creationId xmlns:a16="http://schemas.microsoft.com/office/drawing/2014/main" id="{4989CD7B-61BA-E351-14EC-5C2E7097ED93}"/>
              </a:ext>
            </a:extLst>
          </p:cNvPr>
          <p:cNvSpPr/>
          <p:nvPr/>
        </p:nvSpPr>
        <p:spPr bwMode="auto">
          <a:xfrm>
            <a:off x="5735166" y="4480844"/>
            <a:ext cx="725177" cy="725177"/>
          </a:xfrm>
          <a:prstGeom prst="ellipse">
            <a:avLst/>
          </a:prstGeom>
          <a:solidFill>
            <a:srgbClr val="E44860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重</a:t>
            </a:r>
          </a:p>
        </p:txBody>
      </p:sp>
      <p:sp>
        <p:nvSpPr>
          <p:cNvPr id="42" name="难点">
            <a:extLst>
              <a:ext uri="{FF2B5EF4-FFF2-40B4-BE49-F238E27FC236}">
                <a16:creationId xmlns:a16="http://schemas.microsoft.com/office/drawing/2014/main" id="{A3497F25-8823-E8FB-7F09-1F73E320DDAE}"/>
              </a:ext>
            </a:extLst>
          </p:cNvPr>
          <p:cNvSpPr/>
          <p:nvPr/>
        </p:nvSpPr>
        <p:spPr bwMode="auto">
          <a:xfrm>
            <a:off x="5735166" y="5463085"/>
            <a:ext cx="725177" cy="725177"/>
          </a:xfrm>
          <a:prstGeom prst="ellipse">
            <a:avLst/>
          </a:prstGeom>
          <a:solidFill>
            <a:schemeClr val="tx1"/>
          </a:solidFill>
          <a:ln w="50800" cmpd="sng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bIns="0" rtlCol="0" anchor="b" anchorCtr="1">
            <a:normAutofit lnSpcReduction="10000"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难</a:t>
            </a:r>
          </a:p>
        </p:txBody>
      </p:sp>
      <p:pic>
        <p:nvPicPr>
          <p:cNvPr id="2" name="Picture 2" descr="适用于Mac 的QuickTime Player 使用手册- 官方Apple 支持(中国)">
            <a:hlinkClick r:id="rId3" action="ppaction://program"/>
            <a:extLst>
              <a:ext uri="{FF2B5EF4-FFF2-40B4-BE49-F238E27FC236}">
                <a16:creationId xmlns:a16="http://schemas.microsoft.com/office/drawing/2014/main" id="{C055F0F3-F94A-F068-893C-8FA1F9D9B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699" y="5825673"/>
            <a:ext cx="883816" cy="88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082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步骤1">
            <a:extLst>
              <a:ext uri="{FF2B5EF4-FFF2-40B4-BE49-F238E27FC236}">
                <a16:creationId xmlns:a16="http://schemas.microsoft.com/office/drawing/2014/main" id="{EE3DCDB7-4573-28A3-AA70-29699D927C3E}"/>
              </a:ext>
            </a:extLst>
          </p:cNvPr>
          <p:cNvGrpSpPr/>
          <p:nvPr/>
        </p:nvGrpSpPr>
        <p:grpSpPr>
          <a:xfrm>
            <a:off x="515958" y="1832087"/>
            <a:ext cx="2770449" cy="725177"/>
            <a:chOff x="4943078" y="1700704"/>
            <a:chExt cx="277044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9C57C459-CAD9-AE23-7F5D-83ADFD56A703}"/>
                </a:ext>
              </a:extLst>
            </p:cNvPr>
            <p:cNvSpPr/>
            <p:nvPr/>
          </p:nvSpPr>
          <p:spPr bwMode="auto">
            <a:xfrm>
              <a:off x="5358315" y="1739800"/>
              <a:ext cx="2355212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微分方程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6D14494D-ACB1-E094-54EF-21DA134CE658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2">
            <a:extLst>
              <a:ext uri="{FF2B5EF4-FFF2-40B4-BE49-F238E27FC236}">
                <a16:creationId xmlns:a16="http://schemas.microsoft.com/office/drawing/2014/main" id="{AECFC6CD-67BF-27BC-A73A-F7A010F4C08B}"/>
              </a:ext>
            </a:extLst>
          </p:cNvPr>
          <p:cNvGrpSpPr/>
          <p:nvPr/>
        </p:nvGrpSpPr>
        <p:grpSpPr>
          <a:xfrm>
            <a:off x="515958" y="3748365"/>
            <a:ext cx="2770449" cy="725177"/>
            <a:chOff x="4943078" y="1700704"/>
            <a:chExt cx="2770449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524E9D96-17B7-3288-9FFA-F19A663269B6}"/>
                </a:ext>
              </a:extLst>
            </p:cNvPr>
            <p:cNvSpPr/>
            <p:nvPr/>
          </p:nvSpPr>
          <p:spPr bwMode="auto">
            <a:xfrm>
              <a:off x="5417690" y="1750121"/>
              <a:ext cx="2295837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传递函数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C671B746-D6A3-E93A-FE9E-AD3940F166A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49" name="问题">
            <a:extLst>
              <a:ext uri="{FF2B5EF4-FFF2-40B4-BE49-F238E27FC236}">
                <a16:creationId xmlns:a16="http://schemas.microsoft.com/office/drawing/2014/main" id="{B91E26A8-1DED-95D8-0FA1-3E879760A594}"/>
              </a:ext>
            </a:extLst>
          </p:cNvPr>
          <p:cNvGrpSpPr/>
          <p:nvPr/>
        </p:nvGrpSpPr>
        <p:grpSpPr>
          <a:xfrm>
            <a:off x="3519381" y="549275"/>
            <a:ext cx="5472608" cy="881063"/>
            <a:chOff x="5348307" y="5538470"/>
            <a:chExt cx="5472608" cy="881063"/>
          </a:xfrm>
        </p:grpSpPr>
        <p:sp>
          <p:nvSpPr>
            <p:cNvPr id="50" name="问号">
              <a:extLst>
                <a:ext uri="{FF2B5EF4-FFF2-40B4-BE49-F238E27FC236}">
                  <a16:creationId xmlns:a16="http://schemas.microsoft.com/office/drawing/2014/main" id="{F8E9B4ED-33CB-EC9A-E6D8-F3357A2D8E0C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2" name="文本">
              <a:extLst>
                <a:ext uri="{FF2B5EF4-FFF2-40B4-BE49-F238E27FC236}">
                  <a16:creationId xmlns:a16="http://schemas.microsoft.com/office/drawing/2014/main" id="{E4CC8872-4D25-DCDF-1B66-47E7A23961B8}"/>
                </a:ext>
              </a:extLst>
            </p:cNvPr>
            <p:cNvSpPr txBox="1"/>
            <p:nvPr/>
          </p:nvSpPr>
          <p:spPr>
            <a:xfrm>
              <a:off x="6306265" y="5726958"/>
              <a:ext cx="451465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为什么研究传递函数？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sp>
        <p:nvSpPr>
          <p:cNvPr id="17" name="说明2">
            <a:extLst>
              <a:ext uri="{FF2B5EF4-FFF2-40B4-BE49-F238E27FC236}">
                <a16:creationId xmlns:a16="http://schemas.microsoft.com/office/drawing/2014/main" id="{1588480B-0356-EE0A-5D63-5C7FD65B1BF8}"/>
              </a:ext>
            </a:extLst>
          </p:cNvPr>
          <p:cNvSpPr txBox="1"/>
          <p:nvPr/>
        </p:nvSpPr>
        <p:spPr>
          <a:xfrm>
            <a:off x="811499" y="4811666"/>
            <a:ext cx="34835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表征动态性能</a:t>
            </a:r>
          </a:p>
        </p:txBody>
      </p:sp>
      <p:sp>
        <p:nvSpPr>
          <p:cNvPr id="18" name="说明3">
            <a:extLst>
              <a:ext uri="{FF2B5EF4-FFF2-40B4-BE49-F238E27FC236}">
                <a16:creationId xmlns:a16="http://schemas.microsoft.com/office/drawing/2014/main" id="{AB3825E2-3F3F-023C-C0F5-46D299F949E3}"/>
              </a:ext>
            </a:extLst>
          </p:cNvPr>
          <p:cNvSpPr txBox="1"/>
          <p:nvPr/>
        </p:nvSpPr>
        <p:spPr>
          <a:xfrm>
            <a:off x="811498" y="5429313"/>
            <a:ext cx="34835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研究参数变化对系统的性能的影响</a:t>
            </a:r>
          </a:p>
        </p:txBody>
      </p:sp>
      <p:sp>
        <p:nvSpPr>
          <p:cNvPr id="19" name="标题1">
            <a:extLst>
              <a:ext uri="{FF2B5EF4-FFF2-40B4-BE49-F238E27FC236}">
                <a16:creationId xmlns:a16="http://schemas.microsoft.com/office/drawing/2014/main" id="{D1D11E17-6DE6-8B3E-0B6D-C507B96EDC05}"/>
              </a:ext>
            </a:extLst>
          </p:cNvPr>
          <p:cNvSpPr/>
          <p:nvPr/>
        </p:nvSpPr>
        <p:spPr bwMode="auto">
          <a:xfrm>
            <a:off x="6757897" y="4749783"/>
            <a:ext cx="1931526" cy="646986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时域分析</a:t>
            </a:r>
          </a:p>
        </p:txBody>
      </p:sp>
      <p:sp>
        <p:nvSpPr>
          <p:cNvPr id="20" name="标题2">
            <a:extLst>
              <a:ext uri="{FF2B5EF4-FFF2-40B4-BE49-F238E27FC236}">
                <a16:creationId xmlns:a16="http://schemas.microsoft.com/office/drawing/2014/main" id="{833A4EF8-D76F-6E04-6205-170A86FA3EF5}"/>
              </a:ext>
            </a:extLst>
          </p:cNvPr>
          <p:cNvSpPr/>
          <p:nvPr/>
        </p:nvSpPr>
        <p:spPr bwMode="auto">
          <a:xfrm>
            <a:off x="8906285" y="4749783"/>
            <a:ext cx="1931526" cy="646986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频域分析</a:t>
            </a:r>
          </a:p>
        </p:txBody>
      </p:sp>
      <p:sp>
        <p:nvSpPr>
          <p:cNvPr id="21" name="标题3">
            <a:extLst>
              <a:ext uri="{FF2B5EF4-FFF2-40B4-BE49-F238E27FC236}">
                <a16:creationId xmlns:a16="http://schemas.microsoft.com/office/drawing/2014/main" id="{2A5C286F-D531-6E4E-F723-70FFC80AEBBF}"/>
              </a:ext>
            </a:extLst>
          </p:cNvPr>
          <p:cNvSpPr/>
          <p:nvPr/>
        </p:nvSpPr>
        <p:spPr bwMode="auto">
          <a:xfrm>
            <a:off x="6734664" y="5582873"/>
            <a:ext cx="1931526" cy="646986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根轨迹</a:t>
            </a:r>
          </a:p>
        </p:txBody>
      </p:sp>
      <p:sp>
        <p:nvSpPr>
          <p:cNvPr id="22" name="标题4">
            <a:extLst>
              <a:ext uri="{FF2B5EF4-FFF2-40B4-BE49-F238E27FC236}">
                <a16:creationId xmlns:a16="http://schemas.microsoft.com/office/drawing/2014/main" id="{A032D314-6856-F7A2-9F53-3E082C9513BD}"/>
              </a:ext>
            </a:extLst>
          </p:cNvPr>
          <p:cNvSpPr/>
          <p:nvPr/>
        </p:nvSpPr>
        <p:spPr bwMode="auto">
          <a:xfrm>
            <a:off x="8906285" y="5579303"/>
            <a:ext cx="1931526" cy="646986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系统校正</a:t>
            </a:r>
          </a:p>
        </p:txBody>
      </p:sp>
      <p:sp>
        <p:nvSpPr>
          <p:cNvPr id="23" name="燕尾形1">
            <a:extLst>
              <a:ext uri="{FF2B5EF4-FFF2-40B4-BE49-F238E27FC236}">
                <a16:creationId xmlns:a16="http://schemas.microsoft.com/office/drawing/2014/main" id="{1030C804-9326-2491-8212-7E63464F7D09}"/>
              </a:ext>
            </a:extLst>
          </p:cNvPr>
          <p:cNvSpPr/>
          <p:nvPr/>
        </p:nvSpPr>
        <p:spPr>
          <a:xfrm>
            <a:off x="5663158" y="4937713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4" name="燕尾形2">
            <a:extLst>
              <a:ext uri="{FF2B5EF4-FFF2-40B4-BE49-F238E27FC236}">
                <a16:creationId xmlns:a16="http://schemas.microsoft.com/office/drawing/2014/main" id="{2D23269E-F542-AAD1-F1FA-05AB974CC10B}"/>
              </a:ext>
            </a:extLst>
          </p:cNvPr>
          <p:cNvSpPr/>
          <p:nvPr/>
        </p:nvSpPr>
        <p:spPr>
          <a:xfrm>
            <a:off x="5663158" y="5704209"/>
            <a:ext cx="288032" cy="397173"/>
          </a:xfrm>
          <a:prstGeom prst="chevron">
            <a:avLst/>
          </a:prstGeom>
          <a:solidFill>
            <a:srgbClr val="E44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说明1">
            <a:extLst>
              <a:ext uri="{FF2B5EF4-FFF2-40B4-BE49-F238E27FC236}">
                <a16:creationId xmlns:a16="http://schemas.microsoft.com/office/drawing/2014/main" id="{1328925D-7498-0DE2-617F-65D1A42FB6AF}"/>
              </a:ext>
            </a:extLst>
          </p:cNvPr>
          <p:cNvSpPr txBox="1"/>
          <p:nvPr/>
        </p:nvSpPr>
        <p:spPr>
          <a:xfrm>
            <a:off x="811498" y="2905239"/>
            <a:ext cx="9763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参数变化时需要重新列写和求解，不便于系统分析和设计</a:t>
            </a:r>
          </a:p>
        </p:txBody>
      </p:sp>
    </p:spTree>
    <p:extLst>
      <p:ext uri="{BB962C8B-B14F-4D97-AF65-F5344CB8AC3E}">
        <p14:creationId xmlns:p14="http://schemas.microsoft.com/office/powerpoint/2010/main" val="882233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  <p:bldP spid="34" grpId="0" animBg="1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LC方程">
                <a:extLst>
                  <a:ext uri="{FF2B5EF4-FFF2-40B4-BE49-F238E27FC236}">
                    <a16:creationId xmlns:a16="http://schemas.microsoft.com/office/drawing/2014/main" id="{102AB8FB-79BE-274F-4002-7B80E33AFBF2}"/>
                  </a:ext>
                </a:extLst>
              </p:cNvPr>
              <p:cNvSpPr txBox="1"/>
              <p:nvPr/>
            </p:nvSpPr>
            <p:spPr>
              <a:xfrm>
                <a:off x="3244571" y="4672310"/>
                <a:ext cx="6624537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" name="RLC方程">
                <a:extLst>
                  <a:ext uri="{FF2B5EF4-FFF2-40B4-BE49-F238E27FC236}">
                    <a16:creationId xmlns:a16="http://schemas.microsoft.com/office/drawing/2014/main" id="{102AB8FB-79BE-274F-4002-7B80E33AF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571" y="4672310"/>
                <a:ext cx="6624537" cy="956929"/>
              </a:xfrm>
              <a:prstGeom prst="rect">
                <a:avLst/>
              </a:prstGeom>
              <a:blipFill>
                <a:blip r:embed="rId2"/>
                <a:stretch>
                  <a:fillRect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">
            <a:extLst>
              <a:ext uri="{FF2B5EF4-FFF2-40B4-BE49-F238E27FC236}">
                <a16:creationId xmlns:a16="http://schemas.microsoft.com/office/drawing/2014/main" id="{92103ECB-EA21-0AE3-5173-84112188E1E8}"/>
              </a:ext>
            </a:extLst>
          </p:cNvPr>
          <p:cNvSpPr txBox="1"/>
          <p:nvPr/>
        </p:nvSpPr>
        <p:spPr>
          <a:xfrm>
            <a:off x="614451" y="332656"/>
            <a:ext cx="4760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前测：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RLC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电路的微分方程</a:t>
            </a: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F6EFC5D0-5DE2-B3B6-DE67-55AA78A0FAD5}"/>
              </a:ext>
            </a:extLst>
          </p:cNvPr>
          <p:cNvGrpSpPr/>
          <p:nvPr/>
        </p:nvGrpSpPr>
        <p:grpSpPr>
          <a:xfrm>
            <a:off x="3977088" y="1775307"/>
            <a:ext cx="5233734" cy="2171491"/>
            <a:chOff x="4071937" y="2065088"/>
            <a:chExt cx="5233734" cy="2171491"/>
          </a:xfrm>
        </p:grpSpPr>
        <p:sp>
          <p:nvSpPr>
            <p:cNvPr id="8" name="端点1">
              <a:extLst>
                <a:ext uri="{FF2B5EF4-FFF2-40B4-BE49-F238E27FC236}">
                  <a16:creationId xmlns:a16="http://schemas.microsoft.com/office/drawing/2014/main" id="{FF8477B9-20D6-E2B9-69C4-74B2B3B9A91F}"/>
                </a:ext>
              </a:extLst>
            </p:cNvPr>
            <p:cNvSpPr/>
            <p:nvPr/>
          </p:nvSpPr>
          <p:spPr>
            <a:xfrm>
              <a:off x="4499720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" name="端点2">
              <a:extLst>
                <a:ext uri="{FF2B5EF4-FFF2-40B4-BE49-F238E27FC236}">
                  <a16:creationId xmlns:a16="http://schemas.microsoft.com/office/drawing/2014/main" id="{518A35CD-09FB-B76D-C063-DBEDD3EE51E2}"/>
                </a:ext>
              </a:extLst>
            </p:cNvPr>
            <p:cNvSpPr/>
            <p:nvPr/>
          </p:nvSpPr>
          <p:spPr>
            <a:xfrm>
              <a:off x="4499720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" name="端点3">
              <a:extLst>
                <a:ext uri="{FF2B5EF4-FFF2-40B4-BE49-F238E27FC236}">
                  <a16:creationId xmlns:a16="http://schemas.microsoft.com/office/drawing/2014/main" id="{DEAEC447-8BA0-904F-DC8D-5140ED211A1E}"/>
                </a:ext>
              </a:extLst>
            </p:cNvPr>
            <p:cNvSpPr/>
            <p:nvPr/>
          </p:nvSpPr>
          <p:spPr>
            <a:xfrm>
              <a:off x="8508193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" name="端点4">
              <a:extLst>
                <a:ext uri="{FF2B5EF4-FFF2-40B4-BE49-F238E27FC236}">
                  <a16:creationId xmlns:a16="http://schemas.microsoft.com/office/drawing/2014/main" id="{EB471E78-849F-B889-DEB6-AA97E61D861F}"/>
                </a:ext>
              </a:extLst>
            </p:cNvPr>
            <p:cNvSpPr/>
            <p:nvPr/>
          </p:nvSpPr>
          <p:spPr>
            <a:xfrm>
              <a:off x="8508193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13" name="电容">
              <a:extLst>
                <a:ext uri="{FF2B5EF4-FFF2-40B4-BE49-F238E27FC236}">
                  <a16:creationId xmlns:a16="http://schemas.microsoft.com/office/drawing/2014/main" id="{EB077ED3-C8EE-E150-606C-3169009C7D99}"/>
                </a:ext>
              </a:extLst>
            </p:cNvPr>
            <p:cNvGrpSpPr/>
            <p:nvPr/>
          </p:nvGrpSpPr>
          <p:grpSpPr>
            <a:xfrm rot="5400000">
              <a:off x="7853495" y="3190799"/>
              <a:ext cx="144016" cy="361079"/>
              <a:chOff x="4367014" y="3067921"/>
              <a:chExt cx="144016" cy="361079"/>
            </a:xfrm>
          </p:grpSpPr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B4CD700C-EBBC-4D64-C992-8688AE65B4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连接符 34">
                <a:extLst>
                  <a:ext uri="{FF2B5EF4-FFF2-40B4-BE49-F238E27FC236}">
                    <a16:creationId xmlns:a16="http://schemas.microsoft.com/office/drawing/2014/main" id="{72F24D4C-86DA-0A4A-2291-C20B18B53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电线1">
              <a:extLst>
                <a:ext uri="{FF2B5EF4-FFF2-40B4-BE49-F238E27FC236}">
                  <a16:creationId xmlns:a16="http://schemas.microsoft.com/office/drawing/2014/main" id="{7439B5F8-CF89-0A1F-024C-0E02C45E4465}"/>
                </a:ext>
              </a:extLst>
            </p:cNvPr>
            <p:cNvCxnSpPr>
              <a:cxnSpLocks/>
              <a:stCxn id="8" idx="6"/>
              <a:endCxn id="49" idx="0"/>
            </p:cNvCxnSpPr>
            <p:nvPr/>
          </p:nvCxnSpPr>
          <p:spPr>
            <a:xfrm>
              <a:off x="4679720" y="2655596"/>
              <a:ext cx="767414" cy="3563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电线3">
              <a:extLst>
                <a:ext uri="{FF2B5EF4-FFF2-40B4-BE49-F238E27FC236}">
                  <a16:creationId xmlns:a16="http://schemas.microsoft.com/office/drawing/2014/main" id="{DB7CACB2-5D17-34AA-0041-F6D098A927A2}"/>
                </a:ext>
              </a:extLst>
            </p:cNvPr>
            <p:cNvCxnSpPr>
              <a:cxnSpLocks/>
              <a:stCxn id="12" idx="3"/>
              <a:endCxn id="10" idx="2"/>
            </p:cNvCxnSpPr>
            <p:nvPr/>
          </p:nvCxnSpPr>
          <p:spPr>
            <a:xfrm flipV="1">
              <a:off x="7463358" y="2655596"/>
              <a:ext cx="1044835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电线6">
              <a:extLst>
                <a:ext uri="{FF2B5EF4-FFF2-40B4-BE49-F238E27FC236}">
                  <a16:creationId xmlns:a16="http://schemas.microsoft.com/office/drawing/2014/main" id="{3333CA30-306B-A799-84A5-EA0126E6C733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4679720" y="4146579"/>
              <a:ext cx="382847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电线2">
              <a:extLst>
                <a:ext uri="{FF2B5EF4-FFF2-40B4-BE49-F238E27FC236}">
                  <a16:creationId xmlns:a16="http://schemas.microsoft.com/office/drawing/2014/main" id="{100AFF39-1A09-524F-3D33-6AE6830A051C}"/>
                </a:ext>
              </a:extLst>
            </p:cNvPr>
            <p:cNvCxnSpPr>
              <a:cxnSpLocks/>
              <a:stCxn id="49" idx="9"/>
              <a:endCxn id="12" idx="1"/>
            </p:cNvCxnSpPr>
            <p:nvPr/>
          </p:nvCxnSpPr>
          <p:spPr>
            <a:xfrm>
              <a:off x="6232122" y="2659278"/>
              <a:ext cx="583164" cy="35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电线4">
              <a:extLst>
                <a:ext uri="{FF2B5EF4-FFF2-40B4-BE49-F238E27FC236}">
                  <a16:creationId xmlns:a16="http://schemas.microsoft.com/office/drawing/2014/main" id="{5277658F-EF47-298A-FD10-DBEC7DF82D76}"/>
                </a:ext>
              </a:extLst>
            </p:cNvPr>
            <p:cNvCxnSpPr/>
            <p:nvPr/>
          </p:nvCxnSpPr>
          <p:spPr>
            <a:xfrm>
              <a:off x="7924984" y="2657377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电线5">
              <a:extLst>
                <a:ext uri="{FF2B5EF4-FFF2-40B4-BE49-F238E27FC236}">
                  <a16:creationId xmlns:a16="http://schemas.microsoft.com/office/drawing/2014/main" id="{725BFBB7-9072-07DF-1338-DD3BF1572D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8580" y="3443347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ur">
                  <a:extLst>
                    <a:ext uri="{FF2B5EF4-FFF2-40B4-BE49-F238E27FC236}">
                      <a16:creationId xmlns:a16="http://schemas.microsoft.com/office/drawing/2014/main" id="{6D0883A0-10F7-E997-F047-1EE2941C2065}"/>
                    </a:ext>
                  </a:extLst>
                </p:cNvPr>
                <p:cNvSpPr txBox="1"/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2" name="ur">
                  <a:extLst>
                    <a:ext uri="{FF2B5EF4-FFF2-40B4-BE49-F238E27FC236}">
                      <a16:creationId xmlns:a16="http://schemas.microsoft.com/office/drawing/2014/main" id="{6D0883A0-10F7-E997-F047-1EE2941C20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blipFill>
                  <a:blip r:embed="rId3"/>
                  <a:stretch>
                    <a:fillRect l="-11765" r="-5882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uc">
                  <a:extLst>
                    <a:ext uri="{FF2B5EF4-FFF2-40B4-BE49-F238E27FC236}">
                      <a16:creationId xmlns:a16="http://schemas.microsoft.com/office/drawing/2014/main" id="{711FCB94-39EC-F582-130A-94A222BF055D}"/>
                    </a:ext>
                  </a:extLst>
                </p:cNvPr>
                <p:cNvSpPr txBox="1"/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3" name="uc">
                  <a:extLst>
                    <a:ext uri="{FF2B5EF4-FFF2-40B4-BE49-F238E27FC236}">
                      <a16:creationId xmlns:a16="http://schemas.microsoft.com/office/drawing/2014/main" id="{711FCB94-39EC-F582-130A-94A222BF05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blipFill>
                  <a:blip r:embed="rId4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">
                  <a:extLst>
                    <a:ext uri="{FF2B5EF4-FFF2-40B4-BE49-F238E27FC236}">
                      <a16:creationId xmlns:a16="http://schemas.microsoft.com/office/drawing/2014/main" id="{EC433FC4-31A6-506B-6913-F76A3BDC4850}"/>
                    </a:ext>
                  </a:extLst>
                </p:cNvPr>
                <p:cNvSpPr txBox="1"/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4" name="R">
                  <a:extLst>
                    <a:ext uri="{FF2B5EF4-FFF2-40B4-BE49-F238E27FC236}">
                      <a16:creationId xmlns:a16="http://schemas.microsoft.com/office/drawing/2014/main" id="{EC433FC4-31A6-506B-6913-F76A3BDC48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blipFill>
                  <a:blip r:embed="rId5"/>
                  <a:stretch>
                    <a:fillRect l="-2703" r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L">
                  <a:extLst>
                    <a:ext uri="{FF2B5EF4-FFF2-40B4-BE49-F238E27FC236}">
                      <a16:creationId xmlns:a16="http://schemas.microsoft.com/office/drawing/2014/main" id="{D3EFA0A3-CE92-DFDB-9E23-50659CD8C45F}"/>
                    </a:ext>
                  </a:extLst>
                </p:cNvPr>
                <p:cNvSpPr txBox="1"/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74" name="L">
                  <a:extLst>
                    <a:ext uri="{FF2B5EF4-FFF2-40B4-BE49-F238E27FC236}">
                      <a16:creationId xmlns:a16="http://schemas.microsoft.com/office/drawing/2014/main" id="{D3EFA0A3-CE92-DFDB-9E23-50659CD8C4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blipFill>
                  <a:blip r:embed="rId6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C">
                  <a:extLst>
                    <a:ext uri="{FF2B5EF4-FFF2-40B4-BE49-F238E27FC236}">
                      <a16:creationId xmlns:a16="http://schemas.microsoft.com/office/drawing/2014/main" id="{A96766FE-3C58-810F-3FD6-B9C5D4189DE3}"/>
                    </a:ext>
                  </a:extLst>
                </p:cNvPr>
                <p:cNvSpPr txBox="1"/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6" name="C">
                  <a:extLst>
                    <a:ext uri="{FF2B5EF4-FFF2-40B4-BE49-F238E27FC236}">
                      <a16:creationId xmlns:a16="http://schemas.microsoft.com/office/drawing/2014/main" id="{A96766FE-3C58-810F-3FD6-B9C5D4189D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3077" r="-19231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D5BEBB02-7A8A-9794-4828-2E3D5F1642E5}"/>
                    </a:ext>
                  </a:extLst>
                </p:cNvPr>
                <p:cNvSpPr txBox="1"/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D5BEBB02-7A8A-9794-4828-2E3D5F1642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blipFill>
                  <a:blip r:embed="rId8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电阻R">
              <a:extLst>
                <a:ext uri="{FF2B5EF4-FFF2-40B4-BE49-F238E27FC236}">
                  <a16:creationId xmlns:a16="http://schemas.microsoft.com/office/drawing/2014/main" id="{8BD51B80-0A11-8EDF-E11C-E1A9877E8E6B}"/>
                </a:ext>
              </a:extLst>
            </p:cNvPr>
            <p:cNvSpPr/>
            <p:nvPr/>
          </p:nvSpPr>
          <p:spPr>
            <a:xfrm>
              <a:off x="6815286" y="2551616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9" name="电感L">
              <a:extLst>
                <a:ext uri="{FF2B5EF4-FFF2-40B4-BE49-F238E27FC236}">
                  <a16:creationId xmlns:a16="http://schemas.microsoft.com/office/drawing/2014/main" id="{ACB799BA-675A-2BF0-B25F-6FEF5D946179}"/>
                </a:ext>
              </a:extLst>
            </p:cNvPr>
            <p:cNvSpPr/>
            <p:nvPr/>
          </p:nvSpPr>
          <p:spPr>
            <a:xfrm>
              <a:off x="5447134" y="2540332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电流">
              <a:extLst>
                <a:ext uri="{FF2B5EF4-FFF2-40B4-BE49-F238E27FC236}">
                  <a16:creationId xmlns:a16="http://schemas.microsoft.com/office/drawing/2014/main" id="{D392D69D-2A1B-868F-36B4-DDDD8520C79D}"/>
                </a:ext>
              </a:extLst>
            </p:cNvPr>
            <p:cNvSpPr/>
            <p:nvPr/>
          </p:nvSpPr>
          <p:spPr>
            <a:xfrm>
              <a:off x="5262605" y="2997214"/>
              <a:ext cx="846667" cy="846667"/>
            </a:xfrm>
            <a:prstGeom prst="arc">
              <a:avLst>
                <a:gd name="adj1" fmla="val 16200000"/>
                <a:gd name="adj2" fmla="val 9886415"/>
              </a:avLst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70" name="uc线">
              <a:extLst>
                <a:ext uri="{FF2B5EF4-FFF2-40B4-BE49-F238E27FC236}">
                  <a16:creationId xmlns:a16="http://schemas.microsoft.com/office/drawing/2014/main" id="{F7AFD774-B465-885B-04EE-9E22DD8884DE}"/>
                </a:ext>
              </a:extLst>
            </p:cNvPr>
            <p:cNvCxnSpPr>
              <a:stCxn id="10" idx="4"/>
              <a:endCxn id="11" idx="0"/>
            </p:cNvCxnSpPr>
            <p:nvPr/>
          </p:nvCxnSpPr>
          <p:spPr>
            <a:xfrm>
              <a:off x="8598193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ur线">
              <a:extLst>
                <a:ext uri="{FF2B5EF4-FFF2-40B4-BE49-F238E27FC236}">
                  <a16:creationId xmlns:a16="http://schemas.microsoft.com/office/drawing/2014/main" id="{2519F32F-DB8D-2CE6-D34B-A550BEF135F7}"/>
                </a:ext>
              </a:extLst>
            </p:cNvPr>
            <p:cNvCxnSpPr/>
            <p:nvPr/>
          </p:nvCxnSpPr>
          <p:spPr>
            <a:xfrm>
              <a:off x="4589720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4942943"/>
      </p:ext>
    </p:extLst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1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rev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控制系统的传递函数</a:t>
            </a:r>
          </a:p>
        </p:txBody>
      </p:sp>
      <p:sp>
        <p:nvSpPr>
          <p:cNvPr id="49" name="小标题1">
            <a:extLst>
              <a:ext uri="{FF2B5EF4-FFF2-40B4-BE49-F238E27FC236}">
                <a16:creationId xmlns:a16="http://schemas.microsoft.com/office/drawing/2014/main" id="{5632AACA-2485-4950-8F25-17888B385CC5}"/>
              </a:ext>
            </a:extLst>
          </p:cNvPr>
          <p:cNvSpPr/>
          <p:nvPr/>
        </p:nvSpPr>
        <p:spPr bwMode="auto">
          <a:xfrm>
            <a:off x="301753" y="999082"/>
            <a:ext cx="4785341" cy="759849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传递函数：经典控制的基础</a:t>
            </a:r>
          </a:p>
        </p:txBody>
      </p:sp>
      <p:sp>
        <p:nvSpPr>
          <p:cNvPr id="50" name="小标题2">
            <a:extLst>
              <a:ext uri="{FF2B5EF4-FFF2-40B4-BE49-F238E27FC236}">
                <a16:creationId xmlns:a16="http://schemas.microsoft.com/office/drawing/2014/main" id="{2CA2B4E0-66B4-A7F0-040B-7ABF6F305CE9}"/>
              </a:ext>
            </a:extLst>
          </p:cNvPr>
          <p:cNvSpPr/>
          <p:nvPr/>
        </p:nvSpPr>
        <p:spPr bwMode="auto">
          <a:xfrm>
            <a:off x="317766" y="2060848"/>
            <a:ext cx="1298604" cy="759849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定义：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D719487-9C7A-FEEE-F053-0BFDCDF87A48}"/>
              </a:ext>
            </a:extLst>
          </p:cNvPr>
          <p:cNvGrpSpPr/>
          <p:nvPr/>
        </p:nvGrpSpPr>
        <p:grpSpPr>
          <a:xfrm>
            <a:off x="3772643" y="3068960"/>
            <a:ext cx="4120748" cy="913442"/>
            <a:chOff x="7422779" y="758619"/>
            <a:chExt cx="4120748" cy="9134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E81E0FF1-A604-234D-5A21-13E9F0651C5D}"/>
                    </a:ext>
                  </a:extLst>
                </p:cNvPr>
                <p:cNvSpPr/>
                <p:nvPr/>
              </p:nvSpPr>
              <p:spPr>
                <a:xfrm>
                  <a:off x="8346696" y="1096061"/>
                  <a:ext cx="2285014" cy="57600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̈"/>
                            <m:ctrlP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̈"/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kumimoji="1"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̇"/>
                            <m:ctrlPr>
                              <a:rPr kumimoji="1"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矩形 52">
                  <a:extLst>
                    <a:ext uri="{FF2B5EF4-FFF2-40B4-BE49-F238E27FC236}">
                      <a16:creationId xmlns:a16="http://schemas.microsoft.com/office/drawing/2014/main" id="{E81E0FF1-A604-234D-5A21-13E9F0651C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6696" y="1096061"/>
                  <a:ext cx="2285014" cy="576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1直线箭头连接符3">
              <a:extLst>
                <a:ext uri="{FF2B5EF4-FFF2-40B4-BE49-F238E27FC236}">
                  <a16:creationId xmlns:a16="http://schemas.microsoft.com/office/drawing/2014/main" id="{860A6A28-6A10-0B4E-10FC-835FE4EB30F8}"/>
                </a:ext>
              </a:extLst>
            </p:cNvPr>
            <p:cNvCxnSpPr>
              <a:cxnSpLocks/>
              <a:stCxn id="53" idx="3"/>
            </p:cNvCxnSpPr>
            <p:nvPr/>
          </p:nvCxnSpPr>
          <p:spPr>
            <a:xfrm>
              <a:off x="10631710" y="1384061"/>
              <a:ext cx="30727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1直线箭头连接符3">
              <a:extLst>
                <a:ext uri="{FF2B5EF4-FFF2-40B4-BE49-F238E27FC236}">
                  <a16:creationId xmlns:a16="http://schemas.microsoft.com/office/drawing/2014/main" id="{9A69CFF8-CF3D-7D1D-3CE2-C5BAFF4265CB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>
              <a:off x="7770632" y="1384061"/>
              <a:ext cx="576064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1Ui">
                  <a:extLst>
                    <a:ext uri="{FF2B5EF4-FFF2-40B4-BE49-F238E27FC236}">
                      <a16:creationId xmlns:a16="http://schemas.microsoft.com/office/drawing/2014/main" id="{BDE3717E-EEE9-2674-420F-BE837F1DDE28}"/>
                    </a:ext>
                  </a:extLst>
                </p:cNvPr>
                <p:cNvSpPr txBox="1"/>
                <p:nvPr/>
              </p:nvSpPr>
              <p:spPr>
                <a:xfrm>
                  <a:off x="7422779" y="778396"/>
                  <a:ext cx="995925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7" name="1Ui">
                  <a:extLst>
                    <a:ext uri="{FF2B5EF4-FFF2-40B4-BE49-F238E27FC236}">
                      <a16:creationId xmlns:a16="http://schemas.microsoft.com/office/drawing/2014/main" id="{BDE3717E-EEE9-2674-420F-BE837F1DDE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2779" y="778396"/>
                  <a:ext cx="995925" cy="523220"/>
                </a:xfrm>
                <a:prstGeom prst="rect">
                  <a:avLst/>
                </a:prstGeom>
                <a:blipFill>
                  <a:blip r:embed="rId4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1Ui">
                  <a:extLst>
                    <a:ext uri="{FF2B5EF4-FFF2-40B4-BE49-F238E27FC236}">
                      <a16:creationId xmlns:a16="http://schemas.microsoft.com/office/drawing/2014/main" id="{CB337888-AE40-C6D9-A63F-96770CA7FB25}"/>
                    </a:ext>
                  </a:extLst>
                </p:cNvPr>
                <p:cNvSpPr txBox="1"/>
                <p:nvPr/>
              </p:nvSpPr>
              <p:spPr>
                <a:xfrm>
                  <a:off x="10614476" y="758619"/>
                  <a:ext cx="92905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58" name="1Ui">
                  <a:extLst>
                    <a:ext uri="{FF2B5EF4-FFF2-40B4-BE49-F238E27FC236}">
                      <a16:creationId xmlns:a16="http://schemas.microsoft.com/office/drawing/2014/main" id="{CB337888-AE40-C6D9-A63F-96770CA7F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14476" y="758619"/>
                  <a:ext cx="929051" cy="523220"/>
                </a:xfrm>
                <a:prstGeom prst="rect">
                  <a:avLst/>
                </a:prstGeom>
                <a:blipFill>
                  <a:blip r:embed="rId5"/>
                  <a:stretch>
                    <a:fillRect b="-190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说明1">
            <a:extLst>
              <a:ext uri="{FF2B5EF4-FFF2-40B4-BE49-F238E27FC236}">
                <a16:creationId xmlns:a16="http://schemas.microsoft.com/office/drawing/2014/main" id="{1137F94C-96E7-93C0-2078-86006959BA32}"/>
              </a:ext>
            </a:extLst>
          </p:cNvPr>
          <p:cNvSpPr txBox="1"/>
          <p:nvPr/>
        </p:nvSpPr>
        <p:spPr>
          <a:xfrm>
            <a:off x="1915892" y="2224525"/>
            <a:ext cx="7834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E44860"/>
                </a:solidFill>
              </a:rPr>
              <a:t>零初始条件</a:t>
            </a:r>
            <a:r>
              <a:rPr lang="zh-CN" altLang="en-US" sz="2800" dirty="0"/>
              <a:t>下输出的拉氏变换比输入的拉氏变换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">
                <a:extLst>
                  <a:ext uri="{FF2B5EF4-FFF2-40B4-BE49-F238E27FC236}">
                    <a16:creationId xmlns:a16="http://schemas.microsoft.com/office/drawing/2014/main" id="{4BA5CD8F-BA97-820E-9A47-F70FB4869E99}"/>
                  </a:ext>
                </a:extLst>
              </p:cNvPr>
              <p:cNvSpPr txBox="1"/>
              <p:nvPr/>
            </p:nvSpPr>
            <p:spPr>
              <a:xfrm>
                <a:off x="7226726" y="4956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C">
                <a:extLst>
                  <a:ext uri="{FF2B5EF4-FFF2-40B4-BE49-F238E27FC236}">
                    <a16:creationId xmlns:a16="http://schemas.microsoft.com/office/drawing/2014/main" id="{4BA5CD8F-BA97-820E-9A47-F70FB4869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726" y="4956066"/>
                <a:ext cx="995925" cy="524695"/>
              </a:xfrm>
              <a:prstGeom prst="rect">
                <a:avLst/>
              </a:prstGeom>
              <a:blipFill>
                <a:blip r:embed="rId6"/>
                <a:stretch>
                  <a:fillRect l="-125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">
                <a:extLst>
                  <a:ext uri="{FF2B5EF4-FFF2-40B4-BE49-F238E27FC236}">
                    <a16:creationId xmlns:a16="http://schemas.microsoft.com/office/drawing/2014/main" id="{6DE0BB6D-7612-A784-1AF3-D5671674EAB5}"/>
                  </a:ext>
                </a:extLst>
              </p:cNvPr>
              <p:cNvSpPr txBox="1"/>
              <p:nvPr/>
            </p:nvSpPr>
            <p:spPr>
              <a:xfrm>
                <a:off x="3506399" y="4956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9" name="R">
                <a:extLst>
                  <a:ext uri="{FF2B5EF4-FFF2-40B4-BE49-F238E27FC236}">
                    <a16:creationId xmlns:a16="http://schemas.microsoft.com/office/drawing/2014/main" id="{6DE0BB6D-7612-A784-1AF3-D5671674E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6399" y="4956066"/>
                <a:ext cx="995925" cy="524695"/>
              </a:xfrm>
              <a:prstGeom prst="rect">
                <a:avLst/>
              </a:prstGeom>
              <a:blipFill>
                <a:blip r:embed="rId7"/>
                <a:stretch>
                  <a:fillRect l="-2532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G">
                <a:extLst>
                  <a:ext uri="{FF2B5EF4-FFF2-40B4-BE49-F238E27FC236}">
                    <a16:creationId xmlns:a16="http://schemas.microsoft.com/office/drawing/2014/main" id="{D62EBD90-3EB7-0234-8EB7-247D7103EDE3}"/>
                  </a:ext>
                </a:extLst>
              </p:cNvPr>
              <p:cNvSpPr/>
              <p:nvPr/>
            </p:nvSpPr>
            <p:spPr>
              <a:xfrm>
                <a:off x="5024332" y="4678537"/>
                <a:ext cx="1790806" cy="107975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CN" sz="2800" b="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kumimoji="1" lang="en-US" altLang="zh-CN" sz="2800" b="0" i="1" smtClean="0">
                                  <a:solidFill>
                                    <a:srgbClr val="D1E6F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zh-CN" sz="2800" b="0" i="1" smtClean="0">
                                  <a:solidFill>
                                    <a:srgbClr val="D1E6F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kumimoji="1" lang="en-US" altLang="zh-CN" sz="2800" b="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kumimoji="1" lang="en-US" altLang="zh-CN" sz="2800" b="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CN" sz="2800" b="0" i="1" smtClean="0">
                              <a:solidFill>
                                <a:srgbClr val="D1E6F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srgbClr val="D1E6F5"/>
                  </a:solidFill>
                </a:endParaRPr>
              </a:p>
            </p:txBody>
          </p:sp>
        </mc:Choice>
        <mc:Fallback xmlns="">
          <p:sp>
            <p:nvSpPr>
              <p:cNvPr id="30" name="G">
                <a:extLst>
                  <a:ext uri="{FF2B5EF4-FFF2-40B4-BE49-F238E27FC236}">
                    <a16:creationId xmlns:a16="http://schemas.microsoft.com/office/drawing/2014/main" id="{D62EBD90-3EB7-0234-8EB7-247D7103ED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332" y="4678537"/>
                <a:ext cx="1790806" cy="1079754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输入">
            <a:extLst>
              <a:ext uri="{FF2B5EF4-FFF2-40B4-BE49-F238E27FC236}">
                <a16:creationId xmlns:a16="http://schemas.microsoft.com/office/drawing/2014/main" id="{11911722-FCDC-001F-7EF4-7AC2F4F71ACA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4519067" y="5218413"/>
            <a:ext cx="505265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输出">
            <a:extLst>
              <a:ext uri="{FF2B5EF4-FFF2-40B4-BE49-F238E27FC236}">
                <a16:creationId xmlns:a16="http://schemas.microsoft.com/office/drawing/2014/main" id="{902777B3-E88A-1B66-5733-CF81BBDD665B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6815138" y="5218414"/>
            <a:ext cx="454892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BDB16287-7A62-D82F-143E-22F56DEDEF6D}"/>
              </a:ext>
            </a:extLst>
          </p:cNvPr>
          <p:cNvGrpSpPr/>
          <p:nvPr/>
        </p:nvGrpSpPr>
        <p:grpSpPr>
          <a:xfrm>
            <a:off x="7570692" y="3772609"/>
            <a:ext cx="633316" cy="1013724"/>
            <a:chOff x="7570692" y="3772609"/>
            <a:chExt cx="633316" cy="1013724"/>
          </a:xfrm>
        </p:grpSpPr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2822850-E4E8-961B-6D5F-5C7F8CCD5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5622803" flipH="1">
              <a:off x="7124213" y="4219088"/>
              <a:ext cx="1013724" cy="12076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1Ui">
                  <a:extLst>
                    <a:ext uri="{FF2B5EF4-FFF2-40B4-BE49-F238E27FC236}">
                      <a16:creationId xmlns:a16="http://schemas.microsoft.com/office/drawing/2014/main" id="{DE2B9BFB-E5A9-1E60-E0E4-6B132DD549C5}"/>
                    </a:ext>
                  </a:extLst>
                </p:cNvPr>
                <p:cNvSpPr txBox="1"/>
                <p:nvPr/>
              </p:nvSpPr>
              <p:spPr>
                <a:xfrm>
                  <a:off x="7706045" y="4017122"/>
                  <a:ext cx="49796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6" name="1Ui">
                  <a:extLst>
                    <a:ext uri="{FF2B5EF4-FFF2-40B4-BE49-F238E27FC236}">
                      <a16:creationId xmlns:a16="http://schemas.microsoft.com/office/drawing/2014/main" id="{DE2B9BFB-E5A9-1E60-E0E4-6B132DD549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6045" y="4017122"/>
                  <a:ext cx="497963" cy="524695"/>
                </a:xfrm>
                <a:prstGeom prst="rect">
                  <a:avLst/>
                </a:prstGeom>
                <a:blipFill>
                  <a:blip r:embed="rId10"/>
                  <a:stretch>
                    <a:fillRect l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40E90C44-E962-7EBA-0CFC-BA59D863635E}"/>
              </a:ext>
            </a:extLst>
          </p:cNvPr>
          <p:cNvGrpSpPr/>
          <p:nvPr/>
        </p:nvGrpSpPr>
        <p:grpSpPr>
          <a:xfrm>
            <a:off x="3307236" y="3738175"/>
            <a:ext cx="560850" cy="1055778"/>
            <a:chOff x="3307236" y="3738175"/>
            <a:chExt cx="560850" cy="1055778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C6DD3B2F-BCB0-EFF2-212E-CC9E47822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17112475" flipH="1" flipV="1">
              <a:off x="3277310" y="4203176"/>
              <a:ext cx="1055778" cy="1257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1Ui">
                  <a:extLst>
                    <a:ext uri="{FF2B5EF4-FFF2-40B4-BE49-F238E27FC236}">
                      <a16:creationId xmlns:a16="http://schemas.microsoft.com/office/drawing/2014/main" id="{057BCDD0-D185-AC28-B420-4A6526471C68}"/>
                    </a:ext>
                  </a:extLst>
                </p:cNvPr>
                <p:cNvSpPr txBox="1"/>
                <p:nvPr/>
              </p:nvSpPr>
              <p:spPr>
                <a:xfrm>
                  <a:off x="3307236" y="4017122"/>
                  <a:ext cx="49796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7" name="1Ui">
                  <a:extLst>
                    <a:ext uri="{FF2B5EF4-FFF2-40B4-BE49-F238E27FC236}">
                      <a16:creationId xmlns:a16="http://schemas.microsoft.com/office/drawing/2014/main" id="{057BCDD0-D185-AC28-B420-4A6526471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7236" y="4017122"/>
                  <a:ext cx="497963" cy="524695"/>
                </a:xfrm>
                <a:prstGeom prst="rect">
                  <a:avLst/>
                </a:prstGeom>
                <a:blipFill>
                  <a:blip r:embed="rId11"/>
                  <a:stretch>
                    <a:fillRect l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4608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9" grpId="0" animBg="1"/>
      <p:bldP spid="50" grpId="0" animBg="1"/>
      <p:bldP spid="24" grpId="0"/>
      <p:bldP spid="28" grpId="0"/>
      <p:bldP spid="29" grpId="0"/>
      <p:bldP spid="30" grpId="0" animBg="1"/>
      <p:bldP spid="3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微分方程与传递函数</a:t>
            </a:r>
          </a:p>
        </p:txBody>
      </p:sp>
      <p:sp>
        <p:nvSpPr>
          <p:cNvPr id="58" name="小标题">
            <a:extLst>
              <a:ext uri="{FF2B5EF4-FFF2-40B4-BE49-F238E27FC236}">
                <a16:creationId xmlns:a16="http://schemas.microsoft.com/office/drawing/2014/main" id="{8BEC9417-E559-3803-CBAE-CDB84BAF22A4}"/>
              </a:ext>
            </a:extLst>
          </p:cNvPr>
          <p:cNvSpPr/>
          <p:nvPr/>
        </p:nvSpPr>
        <p:spPr bwMode="auto">
          <a:xfrm>
            <a:off x="190550" y="1017765"/>
            <a:ext cx="4930909" cy="759849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线性定常微分方程一般形式：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公式1">
                <a:extLst>
                  <a:ext uri="{FF2B5EF4-FFF2-40B4-BE49-F238E27FC236}">
                    <a16:creationId xmlns:a16="http://schemas.microsoft.com/office/drawing/2014/main" id="{A6AC6B6D-B81C-40BE-19E3-0270FA0BF8F8}"/>
                  </a:ext>
                </a:extLst>
              </p:cNvPr>
              <p:cNvSpPr txBox="1"/>
              <p:nvPr/>
            </p:nvSpPr>
            <p:spPr>
              <a:xfrm>
                <a:off x="366624" y="1873790"/>
                <a:ext cx="11064033" cy="1819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公式1">
                <a:extLst>
                  <a:ext uri="{FF2B5EF4-FFF2-40B4-BE49-F238E27FC236}">
                    <a16:creationId xmlns:a16="http://schemas.microsoft.com/office/drawing/2014/main" id="{A6AC6B6D-B81C-40BE-19E3-0270FA0BF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" y="1873790"/>
                <a:ext cx="11064033" cy="1819729"/>
              </a:xfrm>
              <a:prstGeom prst="rect">
                <a:avLst/>
              </a:prstGeom>
              <a:blipFill>
                <a:blip r:embed="rId3"/>
                <a:stretch>
                  <a:fillRect b="-3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/>
              <p:nvPr/>
            </p:nvSpPr>
            <p:spPr>
              <a:xfrm>
                <a:off x="1054101" y="5113624"/>
                <a:ext cx="9721626" cy="95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𝑠𝑅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1" y="5113624"/>
                <a:ext cx="9721626" cy="951927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9F08C456-F03D-2C2B-3B34-72E0B84DD4CE}"/>
              </a:ext>
            </a:extLst>
          </p:cNvPr>
          <p:cNvGrpSpPr/>
          <p:nvPr/>
        </p:nvGrpSpPr>
        <p:grpSpPr>
          <a:xfrm>
            <a:off x="2745011" y="3933056"/>
            <a:ext cx="6355851" cy="618885"/>
            <a:chOff x="2475659" y="3933056"/>
            <a:chExt cx="6355851" cy="618885"/>
          </a:xfrm>
        </p:grpSpPr>
        <p:sp>
          <p:nvSpPr>
            <p:cNvPr id="62" name="说明">
              <a:extLst>
                <a:ext uri="{FF2B5EF4-FFF2-40B4-BE49-F238E27FC236}">
                  <a16:creationId xmlns:a16="http://schemas.microsoft.com/office/drawing/2014/main" id="{41F3227A-73F4-0332-E1C7-465663617DFC}"/>
                </a:ext>
              </a:extLst>
            </p:cNvPr>
            <p:cNvSpPr txBox="1"/>
            <p:nvPr/>
          </p:nvSpPr>
          <p:spPr>
            <a:xfrm>
              <a:off x="2475659" y="4028721"/>
              <a:ext cx="254014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effectLst/>
                  <a:latin typeface="+mn-ea"/>
                </a:rPr>
                <a:t>零初始条件下</a:t>
              </a:r>
            </a:p>
          </p:txBody>
        </p:sp>
        <p:sp>
          <p:nvSpPr>
            <p:cNvPr id="2" name="上箭头 1">
              <a:extLst>
                <a:ext uri="{FF2B5EF4-FFF2-40B4-BE49-F238E27FC236}">
                  <a16:creationId xmlns:a16="http://schemas.microsoft.com/office/drawing/2014/main" id="{20457865-AFAB-154F-4F56-E161EF779E6B}"/>
                </a:ext>
              </a:extLst>
            </p:cNvPr>
            <p:cNvSpPr/>
            <p:nvPr/>
          </p:nvSpPr>
          <p:spPr>
            <a:xfrm rot="10800000">
              <a:off x="5271751" y="3933056"/>
              <a:ext cx="319399" cy="576064"/>
            </a:xfrm>
            <a:prstGeom prst="upArrow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说明">
              <a:extLst>
                <a:ext uri="{FF2B5EF4-FFF2-40B4-BE49-F238E27FC236}">
                  <a16:creationId xmlns:a16="http://schemas.microsoft.com/office/drawing/2014/main" id="{75C9ED1E-4D5E-DFB5-F8CA-3A3924AA8796}"/>
                </a:ext>
              </a:extLst>
            </p:cNvPr>
            <p:cNvSpPr txBox="1"/>
            <p:nvPr/>
          </p:nvSpPr>
          <p:spPr>
            <a:xfrm>
              <a:off x="6023198" y="4028721"/>
              <a:ext cx="280831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effectLst/>
                  <a:latin typeface="+mn-ea"/>
                </a:rPr>
                <a:t>两边取拉氏变换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126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9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微分方程与传递函数</a:t>
            </a:r>
          </a:p>
        </p:txBody>
      </p:sp>
      <p:sp>
        <p:nvSpPr>
          <p:cNvPr id="58" name="小标题">
            <a:extLst>
              <a:ext uri="{FF2B5EF4-FFF2-40B4-BE49-F238E27FC236}">
                <a16:creationId xmlns:a16="http://schemas.microsoft.com/office/drawing/2014/main" id="{8BEC9417-E559-3803-CBAE-CDB84BAF22A4}"/>
              </a:ext>
            </a:extLst>
          </p:cNvPr>
          <p:cNvSpPr/>
          <p:nvPr/>
        </p:nvSpPr>
        <p:spPr bwMode="auto">
          <a:xfrm>
            <a:off x="190550" y="1017765"/>
            <a:ext cx="4930909" cy="759849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线性定常微分方程一般形式：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公式1">
                <a:extLst>
                  <a:ext uri="{FF2B5EF4-FFF2-40B4-BE49-F238E27FC236}">
                    <a16:creationId xmlns:a16="http://schemas.microsoft.com/office/drawing/2014/main" id="{A6AC6B6D-B81C-40BE-19E3-0270FA0BF8F8}"/>
                  </a:ext>
                </a:extLst>
              </p:cNvPr>
              <p:cNvSpPr txBox="1"/>
              <p:nvPr/>
            </p:nvSpPr>
            <p:spPr>
              <a:xfrm>
                <a:off x="366624" y="1873790"/>
                <a:ext cx="11064033" cy="1819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𝑐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公式1">
                <a:extLst>
                  <a:ext uri="{FF2B5EF4-FFF2-40B4-BE49-F238E27FC236}">
                    <a16:creationId xmlns:a16="http://schemas.microsoft.com/office/drawing/2014/main" id="{A6AC6B6D-B81C-40BE-19E3-0270FA0BF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24" y="1873790"/>
                <a:ext cx="11064033" cy="1819729"/>
              </a:xfrm>
              <a:prstGeom prst="rect">
                <a:avLst/>
              </a:prstGeom>
              <a:blipFill>
                <a:blip r:embed="rId3"/>
                <a:stretch>
                  <a:fillRect b="-34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/>
              <p:nvPr/>
            </p:nvSpPr>
            <p:spPr>
              <a:xfrm>
                <a:off x="1986871" y="5113624"/>
                <a:ext cx="7427862" cy="95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871" y="5113624"/>
                <a:ext cx="7427862" cy="951927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9F08C456-F03D-2C2B-3B34-72E0B84DD4CE}"/>
              </a:ext>
            </a:extLst>
          </p:cNvPr>
          <p:cNvGrpSpPr/>
          <p:nvPr/>
        </p:nvGrpSpPr>
        <p:grpSpPr>
          <a:xfrm>
            <a:off x="2745011" y="3933056"/>
            <a:ext cx="6355851" cy="618885"/>
            <a:chOff x="2475659" y="3933056"/>
            <a:chExt cx="6355851" cy="618885"/>
          </a:xfrm>
        </p:grpSpPr>
        <p:sp>
          <p:nvSpPr>
            <p:cNvPr id="62" name="说明">
              <a:extLst>
                <a:ext uri="{FF2B5EF4-FFF2-40B4-BE49-F238E27FC236}">
                  <a16:creationId xmlns:a16="http://schemas.microsoft.com/office/drawing/2014/main" id="{41F3227A-73F4-0332-E1C7-465663617DFC}"/>
                </a:ext>
              </a:extLst>
            </p:cNvPr>
            <p:cNvSpPr txBox="1"/>
            <p:nvPr/>
          </p:nvSpPr>
          <p:spPr>
            <a:xfrm>
              <a:off x="2475659" y="4028721"/>
              <a:ext cx="254014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effectLst/>
                  <a:latin typeface="+mn-ea"/>
                </a:rPr>
                <a:t>零初始条件下</a:t>
              </a:r>
            </a:p>
          </p:txBody>
        </p:sp>
        <p:sp>
          <p:nvSpPr>
            <p:cNvPr id="2" name="上箭头 1">
              <a:extLst>
                <a:ext uri="{FF2B5EF4-FFF2-40B4-BE49-F238E27FC236}">
                  <a16:creationId xmlns:a16="http://schemas.microsoft.com/office/drawing/2014/main" id="{20457865-AFAB-154F-4F56-E161EF779E6B}"/>
                </a:ext>
              </a:extLst>
            </p:cNvPr>
            <p:cNvSpPr/>
            <p:nvPr/>
          </p:nvSpPr>
          <p:spPr>
            <a:xfrm rot="10800000">
              <a:off x="5271751" y="3933056"/>
              <a:ext cx="319399" cy="576064"/>
            </a:xfrm>
            <a:prstGeom prst="upArrow">
              <a:avLst/>
            </a:prstGeom>
            <a:solidFill>
              <a:srgbClr val="159F8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" name="说明">
              <a:extLst>
                <a:ext uri="{FF2B5EF4-FFF2-40B4-BE49-F238E27FC236}">
                  <a16:creationId xmlns:a16="http://schemas.microsoft.com/office/drawing/2014/main" id="{75C9ED1E-4D5E-DFB5-F8CA-3A3924AA8796}"/>
                </a:ext>
              </a:extLst>
            </p:cNvPr>
            <p:cNvSpPr txBox="1"/>
            <p:nvPr/>
          </p:nvSpPr>
          <p:spPr>
            <a:xfrm>
              <a:off x="6023198" y="4028721"/>
              <a:ext cx="280831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>
                  <a:effectLst/>
                  <a:latin typeface="+mn-ea"/>
                </a:rPr>
                <a:t>两边取拉氏变换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5751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261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微分方程与传递函数</a:t>
            </a:r>
          </a:p>
        </p:txBody>
      </p:sp>
      <p:pic>
        <p:nvPicPr>
          <p:cNvPr id="1025" name="Picture 1" descr="page4image54742976">
            <a:extLst>
              <a:ext uri="{FF2B5EF4-FFF2-40B4-BE49-F238E27FC236}">
                <a16:creationId xmlns:a16="http://schemas.microsoft.com/office/drawing/2014/main" id="{992ECC98-7A69-1DBA-9A6B-E749CD604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588000" cy="21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/>
              <p:nvPr/>
            </p:nvSpPr>
            <p:spPr>
              <a:xfrm>
                <a:off x="2134766" y="1844824"/>
                <a:ext cx="7427862" cy="951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3" name="公式2">
                <a:extLst>
                  <a:ext uri="{FF2B5EF4-FFF2-40B4-BE49-F238E27FC236}">
                    <a16:creationId xmlns:a16="http://schemas.microsoft.com/office/drawing/2014/main" id="{788FEE0C-CC1F-16C7-730B-C27B9E609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4766" y="1844824"/>
                <a:ext cx="7427862" cy="951927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公式3">
                <a:extLst>
                  <a:ext uri="{FF2B5EF4-FFF2-40B4-BE49-F238E27FC236}">
                    <a16:creationId xmlns:a16="http://schemas.microsoft.com/office/drawing/2014/main" id="{F00BF909-7EB4-FC26-0A6C-EF39697829DF}"/>
                  </a:ext>
                </a:extLst>
              </p:cNvPr>
              <p:cNvSpPr txBox="1"/>
              <p:nvPr/>
            </p:nvSpPr>
            <p:spPr>
              <a:xfrm>
                <a:off x="1090650" y="4013321"/>
                <a:ext cx="3276364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8" name="公式3">
                <a:extLst>
                  <a:ext uri="{FF2B5EF4-FFF2-40B4-BE49-F238E27FC236}">
                    <a16:creationId xmlns:a16="http://schemas.microsoft.com/office/drawing/2014/main" id="{F00BF909-7EB4-FC26-0A6C-EF3969782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650" y="4013321"/>
                <a:ext cx="3276364" cy="989438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小标题2">
            <a:extLst>
              <a:ext uri="{FF2B5EF4-FFF2-40B4-BE49-F238E27FC236}">
                <a16:creationId xmlns:a16="http://schemas.microsoft.com/office/drawing/2014/main" id="{87CD7C88-B896-AF9D-C447-9D7CF7C0C9FC}"/>
              </a:ext>
            </a:extLst>
          </p:cNvPr>
          <p:cNvSpPr/>
          <p:nvPr/>
        </p:nvSpPr>
        <p:spPr bwMode="auto">
          <a:xfrm>
            <a:off x="373786" y="1043970"/>
            <a:ext cx="2450048" cy="759849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传递函数定义</a:t>
            </a:r>
          </a:p>
        </p:txBody>
      </p:sp>
      <p:sp>
        <p:nvSpPr>
          <p:cNvPr id="11" name="说明1">
            <a:extLst>
              <a:ext uri="{FF2B5EF4-FFF2-40B4-BE49-F238E27FC236}">
                <a16:creationId xmlns:a16="http://schemas.microsoft.com/office/drawing/2014/main" id="{045E96A5-630B-0413-86D9-30E719075196}"/>
              </a:ext>
            </a:extLst>
          </p:cNvPr>
          <p:cNvSpPr txBox="1"/>
          <p:nvPr/>
        </p:nvSpPr>
        <p:spPr>
          <a:xfrm>
            <a:off x="3142878" y="1162285"/>
            <a:ext cx="7834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E44860"/>
                </a:solidFill>
              </a:rPr>
              <a:t>零初始条件</a:t>
            </a:r>
            <a:r>
              <a:rPr lang="zh-CN" altLang="en-US" sz="2800" dirty="0"/>
              <a:t>下输出的拉氏变换比输入的拉氏变换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C6987B1-553A-9591-B0C0-E80B7D629970}"/>
                  </a:ext>
                </a:extLst>
              </p:cNvPr>
              <p:cNvSpPr txBox="1"/>
              <p:nvPr/>
            </p:nvSpPr>
            <p:spPr>
              <a:xfrm>
                <a:off x="3502918" y="3973566"/>
                <a:ext cx="6143550" cy="1029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C6987B1-553A-9591-B0C0-E80B7D629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918" y="3973566"/>
                <a:ext cx="6143550" cy="1029193"/>
              </a:xfrm>
              <a:prstGeom prst="rect">
                <a:avLst/>
              </a:prstGeom>
              <a:blipFill>
                <a:blip r:embed="rId6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上箭头 13">
            <a:extLst>
              <a:ext uri="{FF2B5EF4-FFF2-40B4-BE49-F238E27FC236}">
                <a16:creationId xmlns:a16="http://schemas.microsoft.com/office/drawing/2014/main" id="{1405B325-965C-EECA-3B90-1526BB6B9BB7}"/>
              </a:ext>
            </a:extLst>
          </p:cNvPr>
          <p:cNvSpPr/>
          <p:nvPr/>
        </p:nvSpPr>
        <p:spPr>
          <a:xfrm rot="10800000">
            <a:off x="5531885" y="3140968"/>
            <a:ext cx="319399" cy="576064"/>
          </a:xfrm>
          <a:prstGeom prst="upArrow">
            <a:avLst/>
          </a:prstGeom>
          <a:solidFill>
            <a:srgbClr val="159F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6627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10" grpId="0" animBg="1"/>
      <p:bldP spid="11" grpId="0"/>
      <p:bldP spid="13" grpId="0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传递函数的零极点形式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1Ui">
                <a:extLst>
                  <a:ext uri="{FF2B5EF4-FFF2-40B4-BE49-F238E27FC236}">
                    <a16:creationId xmlns:a16="http://schemas.microsoft.com/office/drawing/2014/main" id="{6B6BE3BB-D699-96C2-9167-F2AAB2265F83}"/>
                  </a:ext>
                </a:extLst>
              </p:cNvPr>
              <p:cNvSpPr txBox="1"/>
              <p:nvPr/>
            </p:nvSpPr>
            <p:spPr>
              <a:xfrm>
                <a:off x="2890053" y="2299700"/>
                <a:ext cx="6416858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1Ui">
                <a:extLst>
                  <a:ext uri="{FF2B5EF4-FFF2-40B4-BE49-F238E27FC236}">
                    <a16:creationId xmlns:a16="http://schemas.microsoft.com/office/drawing/2014/main" id="{6B6BE3BB-D699-96C2-9167-F2AAB2265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53" y="2299700"/>
                <a:ext cx="6416858" cy="989438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8BA65BC-17C3-4ACE-7190-8B3764CCF341}"/>
                  </a:ext>
                </a:extLst>
              </p:cNvPr>
              <p:cNvSpPr txBox="1"/>
              <p:nvPr/>
            </p:nvSpPr>
            <p:spPr>
              <a:xfrm>
                <a:off x="3921637" y="4073580"/>
                <a:ext cx="604867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1F608B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1F608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1F608B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b="0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=1,2,⋯,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effectLst/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solidFill>
                          <a:srgbClr val="1F608B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1F608B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1F608B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effectLst/>
                    <a:latin typeface="+mn-ea"/>
                  </a:rPr>
                  <a:t>的根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8BA65BC-17C3-4ACE-7190-8B3764CCF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1637" y="4073580"/>
                <a:ext cx="6048672" cy="523220"/>
              </a:xfrm>
              <a:prstGeom prst="rect">
                <a:avLst/>
              </a:prstGeom>
              <a:blipFill>
                <a:blip r:embed="rId4"/>
                <a:stretch>
                  <a:fillRect t="-11905" r="-628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2E27554-7B8C-0EE1-7508-8942FB722881}"/>
                  </a:ext>
                </a:extLst>
              </p:cNvPr>
              <p:cNvSpPr txBox="1"/>
              <p:nvPr/>
            </p:nvSpPr>
            <p:spPr>
              <a:xfrm>
                <a:off x="3935413" y="5229200"/>
                <a:ext cx="662429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E4486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E4486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b="0" i="1" smtClean="0"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=1,2,⋯,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effectLst/>
                    <a:latin typeface="+mn-ea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solidFill>
                          <a:srgbClr val="E4486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800" b="0" i="1" smtClean="0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rgbClr val="E4486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sz="2800" dirty="0">
                    <a:effectLst/>
                    <a:latin typeface="+mn-ea"/>
                  </a:rPr>
                  <a:t>的根；</a:t>
                </a:r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52E27554-7B8C-0EE1-7508-8942FB722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5413" y="5229200"/>
                <a:ext cx="6624290" cy="523220"/>
              </a:xfrm>
              <a:prstGeom prst="rect">
                <a:avLst/>
              </a:prstGeom>
              <a:blipFill>
                <a:blip r:embed="rId5"/>
                <a:stretch>
                  <a:fillRect t="-11628" b="-302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公式3">
                <a:extLst>
                  <a:ext uri="{FF2B5EF4-FFF2-40B4-BE49-F238E27FC236}">
                    <a16:creationId xmlns:a16="http://schemas.microsoft.com/office/drawing/2014/main" id="{709405CA-D164-907D-58B1-A671610F91EB}"/>
                  </a:ext>
                </a:extLst>
              </p:cNvPr>
              <p:cNvSpPr txBox="1"/>
              <p:nvPr/>
            </p:nvSpPr>
            <p:spPr>
              <a:xfrm>
                <a:off x="2170572" y="1172581"/>
                <a:ext cx="2088232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公式3">
                <a:extLst>
                  <a:ext uri="{FF2B5EF4-FFF2-40B4-BE49-F238E27FC236}">
                    <a16:creationId xmlns:a16="http://schemas.microsoft.com/office/drawing/2014/main" id="{709405CA-D164-907D-58B1-A671610F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572" y="1172581"/>
                <a:ext cx="2088232" cy="989438"/>
              </a:xfrm>
              <a:prstGeom prst="rect">
                <a:avLst/>
              </a:prstGeom>
              <a:blipFill>
                <a:blip r:embed="rId6"/>
                <a:stretch>
                  <a:fillRect l="-2410" r="-602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8D65B2B-243B-F603-3D8D-652B972E3A88}"/>
                  </a:ext>
                </a:extLst>
              </p:cNvPr>
              <p:cNvSpPr txBox="1"/>
              <p:nvPr/>
            </p:nvSpPr>
            <p:spPr>
              <a:xfrm>
                <a:off x="3979422" y="1122453"/>
                <a:ext cx="6143550" cy="1029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8D65B2B-243B-F603-3D8D-652B972E3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422" y="1122453"/>
                <a:ext cx="6143550" cy="1029193"/>
              </a:xfrm>
              <a:prstGeom prst="rect">
                <a:avLst/>
              </a:prstGeom>
              <a:blipFill>
                <a:blip r:embed="rId7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ïṡľíḑé">
            <a:extLst>
              <a:ext uri="{FF2B5EF4-FFF2-40B4-BE49-F238E27FC236}">
                <a16:creationId xmlns:a16="http://schemas.microsoft.com/office/drawing/2014/main" id="{92203EB1-3D44-FECB-4F3B-F9E60E3E530C}"/>
              </a:ext>
            </a:extLst>
          </p:cNvPr>
          <p:cNvSpPr/>
          <p:nvPr/>
        </p:nvSpPr>
        <p:spPr bwMode="auto">
          <a:xfrm>
            <a:off x="614452" y="5229200"/>
            <a:ext cx="2793690" cy="553134"/>
          </a:xfrm>
          <a:prstGeom prst="roundRect">
            <a:avLst/>
          </a:prstGeom>
          <a:solidFill>
            <a:srgbClr val="E44860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传递函数的极点</a:t>
            </a:r>
          </a:p>
        </p:txBody>
      </p:sp>
      <p:sp>
        <p:nvSpPr>
          <p:cNvPr id="9" name="ïṡľíḑé">
            <a:extLst>
              <a:ext uri="{FF2B5EF4-FFF2-40B4-BE49-F238E27FC236}">
                <a16:creationId xmlns:a16="http://schemas.microsoft.com/office/drawing/2014/main" id="{3231FA33-218C-52D8-8973-5E23CDD6C5AF}"/>
              </a:ext>
            </a:extLst>
          </p:cNvPr>
          <p:cNvSpPr/>
          <p:nvPr/>
        </p:nvSpPr>
        <p:spPr bwMode="auto">
          <a:xfrm>
            <a:off x="614452" y="4091454"/>
            <a:ext cx="2793690" cy="553134"/>
          </a:xfrm>
          <a:prstGeom prst="roundRect">
            <a:avLst/>
          </a:prstGeom>
          <a:solidFill>
            <a:srgbClr val="1F608B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rPr>
              <a:t>传递函数的零点</a:t>
            </a:r>
          </a:p>
        </p:txBody>
      </p:sp>
    </p:spTree>
    <p:extLst>
      <p:ext uri="{BB962C8B-B14F-4D97-AF65-F5344CB8AC3E}">
        <p14:creationId xmlns:p14="http://schemas.microsoft.com/office/powerpoint/2010/main" val="342457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8" grpId="0"/>
      <p:bldP spid="29" grpId="0"/>
      <p:bldP spid="30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传递函数的性质</a:t>
            </a:r>
          </a:p>
        </p:txBody>
      </p:sp>
      <p:grpSp>
        <p:nvGrpSpPr>
          <p:cNvPr id="75" name="困难1">
            <a:extLst>
              <a:ext uri="{FF2B5EF4-FFF2-40B4-BE49-F238E27FC236}">
                <a16:creationId xmlns:a16="http://schemas.microsoft.com/office/drawing/2014/main" id="{970DDF7A-3573-12CA-F97B-75FF7A11D448}"/>
              </a:ext>
            </a:extLst>
          </p:cNvPr>
          <p:cNvGrpSpPr/>
          <p:nvPr/>
        </p:nvGrpSpPr>
        <p:grpSpPr>
          <a:xfrm>
            <a:off x="190550" y="1016632"/>
            <a:ext cx="11786571" cy="543775"/>
            <a:chOff x="4943078" y="1700704"/>
            <a:chExt cx="15713384" cy="725177"/>
          </a:xfrm>
        </p:grpSpPr>
        <p:sp>
          <p:nvSpPr>
            <p:cNvPr id="76" name="íŝlïďê">
              <a:extLst>
                <a:ext uri="{FF2B5EF4-FFF2-40B4-BE49-F238E27FC236}">
                  <a16:creationId xmlns:a16="http://schemas.microsoft.com/office/drawing/2014/main" id="{7EB47A18-8C2D-CEBD-45AA-0C208A7802D1}"/>
                </a:ext>
              </a:extLst>
            </p:cNvPr>
            <p:cNvSpPr/>
            <p:nvPr/>
          </p:nvSpPr>
          <p:spPr bwMode="auto">
            <a:xfrm>
              <a:off x="5305667" y="1746429"/>
              <a:ext cx="15350795" cy="633726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传递函数与信号无关，只取决于系统的结构和参数，与系统的输入和输出位置有关</a:t>
              </a:r>
            </a:p>
          </p:txBody>
        </p:sp>
        <p:sp>
          <p:nvSpPr>
            <p:cNvPr id="77" name="ï$ľiďê">
              <a:extLst>
                <a:ext uri="{FF2B5EF4-FFF2-40B4-BE49-F238E27FC236}">
                  <a16:creationId xmlns:a16="http://schemas.microsoft.com/office/drawing/2014/main" id="{1D49C90B-6C35-78D5-F7AD-D32D15570B3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91BF575-5857-C009-CA36-EB43BB19C487}"/>
              </a:ext>
            </a:extLst>
          </p:cNvPr>
          <p:cNvGrpSpPr/>
          <p:nvPr/>
        </p:nvGrpSpPr>
        <p:grpSpPr>
          <a:xfrm>
            <a:off x="3358902" y="3426228"/>
            <a:ext cx="5540540" cy="1079754"/>
            <a:chOff x="626674" y="3717032"/>
            <a:chExt cx="5540540" cy="107975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">
                  <a:extLst>
                    <a:ext uri="{FF2B5EF4-FFF2-40B4-BE49-F238E27FC236}">
                      <a16:creationId xmlns:a16="http://schemas.microsoft.com/office/drawing/2014/main" id="{7BE4C28E-EF17-92D7-12E2-C63AA0CA9D34}"/>
                    </a:ext>
                  </a:extLst>
                </p:cNvPr>
                <p:cNvSpPr txBox="1"/>
                <p:nvPr/>
              </p:nvSpPr>
              <p:spPr>
                <a:xfrm>
                  <a:off x="4589131" y="3994560"/>
                  <a:ext cx="1578083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0" name="C">
                  <a:extLst>
                    <a:ext uri="{FF2B5EF4-FFF2-40B4-BE49-F238E27FC236}">
                      <a16:creationId xmlns:a16="http://schemas.microsoft.com/office/drawing/2014/main" id="{7BE4C28E-EF17-92D7-12E2-C63AA0CA9D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9131" y="3994560"/>
                  <a:ext cx="1578083" cy="524695"/>
                </a:xfrm>
                <a:prstGeom prst="rect">
                  <a:avLst/>
                </a:prstGeom>
                <a:blipFill>
                  <a:blip r:embed="rId3"/>
                  <a:stretch>
                    <a:fillRect l="-4800" r="-3200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">
                  <a:extLst>
                    <a:ext uri="{FF2B5EF4-FFF2-40B4-BE49-F238E27FC236}">
                      <a16:creationId xmlns:a16="http://schemas.microsoft.com/office/drawing/2014/main" id="{74C7FF9D-0E13-4016-A0CB-6BA386A7E063}"/>
                    </a:ext>
                  </a:extLst>
                </p:cNvPr>
                <p:cNvSpPr txBox="1"/>
                <p:nvPr/>
              </p:nvSpPr>
              <p:spPr>
                <a:xfrm>
                  <a:off x="626674" y="3994561"/>
                  <a:ext cx="995925" cy="52469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1" name="R">
                  <a:extLst>
                    <a:ext uri="{FF2B5EF4-FFF2-40B4-BE49-F238E27FC236}">
                      <a16:creationId xmlns:a16="http://schemas.microsoft.com/office/drawing/2014/main" id="{74C7FF9D-0E13-4016-A0CB-6BA386A7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674" y="3994561"/>
                  <a:ext cx="995925" cy="524695"/>
                </a:xfrm>
                <a:prstGeom prst="rect">
                  <a:avLst/>
                </a:prstGeom>
                <a:blipFill>
                  <a:blip r:embed="rId4"/>
                  <a:stretch>
                    <a:fillRect l="-1266" b="-16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G">
                  <a:extLst>
                    <a:ext uri="{FF2B5EF4-FFF2-40B4-BE49-F238E27FC236}">
                      <a16:creationId xmlns:a16="http://schemas.microsoft.com/office/drawing/2014/main" id="{3B7705CE-3CD2-7807-E0A9-992F6FF1D983}"/>
                    </a:ext>
                  </a:extLst>
                </p:cNvPr>
                <p:cNvSpPr/>
                <p:nvPr/>
              </p:nvSpPr>
              <p:spPr>
                <a:xfrm>
                  <a:off x="1990750" y="3717032"/>
                  <a:ext cx="2078391" cy="107975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254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CN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kumimoji="1"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8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num>
                          <m:den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2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G">
                  <a:extLst>
                    <a:ext uri="{FF2B5EF4-FFF2-40B4-BE49-F238E27FC236}">
                      <a16:creationId xmlns:a16="http://schemas.microsoft.com/office/drawing/2014/main" id="{3B7705CE-3CD2-7807-E0A9-992F6FF1D98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0750" y="3717032"/>
                  <a:ext cx="2078391" cy="1079754"/>
                </a:xfrm>
                <a:prstGeom prst="rect">
                  <a:avLst/>
                </a:prstGeom>
                <a:blipFill>
                  <a:blip r:embed="rId5"/>
                  <a:stretch>
                    <a:fillRect l="-2410" r="-602" b="-4545"/>
                  </a:stretch>
                </a:blipFill>
                <a:ln w="254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输入">
              <a:extLst>
                <a:ext uri="{FF2B5EF4-FFF2-40B4-BE49-F238E27FC236}">
                  <a16:creationId xmlns:a16="http://schemas.microsoft.com/office/drawing/2014/main" id="{684D3101-FBC1-0CF4-5C1F-7B1AB0328D89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1485486" y="4256908"/>
              <a:ext cx="505264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输出">
              <a:extLst>
                <a:ext uri="{FF2B5EF4-FFF2-40B4-BE49-F238E27FC236}">
                  <a16:creationId xmlns:a16="http://schemas.microsoft.com/office/drawing/2014/main" id="{3AC44D05-5A22-A60D-F472-EB4B7A2DB828}"/>
                </a:ext>
              </a:extLst>
            </p:cNvPr>
            <p:cNvCxnSpPr>
              <a:cxnSpLocks/>
              <a:stCxn id="32" idx="3"/>
              <a:endCxn id="30" idx="1"/>
            </p:cNvCxnSpPr>
            <p:nvPr/>
          </p:nvCxnSpPr>
          <p:spPr>
            <a:xfrm flipV="1">
              <a:off x="4069141" y="4256908"/>
              <a:ext cx="519990" cy="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448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8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传递函数的性质</a:t>
            </a:r>
          </a:p>
        </p:txBody>
      </p:sp>
      <p:grpSp>
        <p:nvGrpSpPr>
          <p:cNvPr id="75" name="困难1">
            <a:extLst>
              <a:ext uri="{FF2B5EF4-FFF2-40B4-BE49-F238E27FC236}">
                <a16:creationId xmlns:a16="http://schemas.microsoft.com/office/drawing/2014/main" id="{970DDF7A-3573-12CA-F97B-75FF7A11D448}"/>
              </a:ext>
            </a:extLst>
          </p:cNvPr>
          <p:cNvGrpSpPr/>
          <p:nvPr/>
        </p:nvGrpSpPr>
        <p:grpSpPr>
          <a:xfrm>
            <a:off x="190550" y="1016632"/>
            <a:ext cx="11786571" cy="543775"/>
            <a:chOff x="4943078" y="1700704"/>
            <a:chExt cx="15713384" cy="725177"/>
          </a:xfrm>
        </p:grpSpPr>
        <p:sp>
          <p:nvSpPr>
            <p:cNvPr id="76" name="íŝlïďê">
              <a:extLst>
                <a:ext uri="{FF2B5EF4-FFF2-40B4-BE49-F238E27FC236}">
                  <a16:creationId xmlns:a16="http://schemas.microsoft.com/office/drawing/2014/main" id="{7EB47A18-8C2D-CEBD-45AA-0C208A7802D1}"/>
                </a:ext>
              </a:extLst>
            </p:cNvPr>
            <p:cNvSpPr/>
            <p:nvPr/>
          </p:nvSpPr>
          <p:spPr bwMode="auto">
            <a:xfrm>
              <a:off x="5305667" y="1744029"/>
              <a:ext cx="15350795" cy="633726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传递函数与信号无关，只取决于系统的结构和参数，与系统的输入和输出位置有关</a:t>
              </a:r>
            </a:p>
          </p:txBody>
        </p:sp>
        <p:sp>
          <p:nvSpPr>
            <p:cNvPr id="77" name="ï$ľiďê">
              <a:extLst>
                <a:ext uri="{FF2B5EF4-FFF2-40B4-BE49-F238E27FC236}">
                  <a16:creationId xmlns:a16="http://schemas.microsoft.com/office/drawing/2014/main" id="{1D49C90B-6C35-78D5-F7AD-D32D15570B3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G">
                <a:extLst>
                  <a:ext uri="{FF2B5EF4-FFF2-40B4-BE49-F238E27FC236}">
                    <a16:creationId xmlns:a16="http://schemas.microsoft.com/office/drawing/2014/main" id="{0449038D-259F-3BE3-28BC-3B1B04368AEC}"/>
                  </a:ext>
                </a:extLst>
              </p:cNvPr>
              <p:cNvSpPr/>
              <p:nvPr/>
            </p:nvSpPr>
            <p:spPr>
              <a:xfrm>
                <a:off x="5263459" y="28585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G">
                <a:extLst>
                  <a:ext uri="{FF2B5EF4-FFF2-40B4-BE49-F238E27FC236}">
                    <a16:creationId xmlns:a16="http://schemas.microsoft.com/office/drawing/2014/main" id="{0449038D-259F-3BE3-28BC-3B1B04368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459" y="2858565"/>
                <a:ext cx="1156204" cy="575698"/>
              </a:xfrm>
              <a:prstGeom prst="rect">
                <a:avLst/>
              </a:prstGeom>
              <a:blipFill>
                <a:blip r:embed="rId3"/>
                <a:stretch>
                  <a:fillRect l="-531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输入">
            <a:extLst>
              <a:ext uri="{FF2B5EF4-FFF2-40B4-BE49-F238E27FC236}">
                <a16:creationId xmlns:a16="http://schemas.microsoft.com/office/drawing/2014/main" id="{86C43FED-D223-8394-B511-29A90CBA99A8}"/>
              </a:ext>
            </a:extLst>
          </p:cNvPr>
          <p:cNvCxnSpPr>
            <a:cxnSpLocks/>
            <a:stCxn id="60" idx="3"/>
            <a:endCxn id="47" idx="1"/>
          </p:cNvCxnSpPr>
          <p:nvPr/>
        </p:nvCxnSpPr>
        <p:spPr>
          <a:xfrm>
            <a:off x="3277013" y="3146414"/>
            <a:ext cx="198644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输出">
            <a:extLst>
              <a:ext uri="{FF2B5EF4-FFF2-40B4-BE49-F238E27FC236}">
                <a16:creationId xmlns:a16="http://schemas.microsoft.com/office/drawing/2014/main" id="{78435C09-E96E-C64D-42FB-0544AA87283F}"/>
              </a:ext>
            </a:extLst>
          </p:cNvPr>
          <p:cNvCxnSpPr>
            <a:cxnSpLocks/>
            <a:stCxn id="47" idx="3"/>
            <a:endCxn id="61" idx="1"/>
          </p:cNvCxnSpPr>
          <p:nvPr/>
        </p:nvCxnSpPr>
        <p:spPr>
          <a:xfrm>
            <a:off x="6419663" y="3146414"/>
            <a:ext cx="177968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">
                <a:extLst>
                  <a:ext uri="{FF2B5EF4-FFF2-40B4-BE49-F238E27FC236}">
                    <a16:creationId xmlns:a16="http://schemas.microsoft.com/office/drawing/2014/main" id="{06CC2EF0-570B-44A8-2762-9A46A6C88D41}"/>
                  </a:ext>
                </a:extLst>
              </p:cNvPr>
              <p:cNvSpPr txBox="1"/>
              <p:nvPr/>
            </p:nvSpPr>
            <p:spPr>
              <a:xfrm>
                <a:off x="2281088" y="2884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" name="R">
                <a:extLst>
                  <a:ext uri="{FF2B5EF4-FFF2-40B4-BE49-F238E27FC236}">
                    <a16:creationId xmlns:a16="http://schemas.microsoft.com/office/drawing/2014/main" id="{06CC2EF0-570B-44A8-2762-9A46A6C88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088" y="2884066"/>
                <a:ext cx="995925" cy="524695"/>
              </a:xfrm>
              <a:prstGeom prst="rect">
                <a:avLst/>
              </a:prstGeom>
              <a:blipFill>
                <a:blip r:embed="rId4"/>
                <a:stretch>
                  <a:fillRect l="-8750" r="-5000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">
                <a:extLst>
                  <a:ext uri="{FF2B5EF4-FFF2-40B4-BE49-F238E27FC236}">
                    <a16:creationId xmlns:a16="http://schemas.microsoft.com/office/drawing/2014/main" id="{572FE53E-A605-86C8-B7A3-23A51B0AC0CF}"/>
                  </a:ext>
                </a:extLst>
              </p:cNvPr>
              <p:cNvSpPr txBox="1"/>
              <p:nvPr/>
            </p:nvSpPr>
            <p:spPr>
              <a:xfrm>
                <a:off x="8199346" y="2884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" name="R">
                <a:extLst>
                  <a:ext uri="{FF2B5EF4-FFF2-40B4-BE49-F238E27FC236}">
                    <a16:creationId xmlns:a16="http://schemas.microsoft.com/office/drawing/2014/main" id="{572FE53E-A605-86C8-B7A3-23A51B0AC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346" y="2884066"/>
                <a:ext cx="995925" cy="524695"/>
              </a:xfrm>
              <a:prstGeom prst="rect">
                <a:avLst/>
              </a:prstGeom>
              <a:blipFill>
                <a:blip r:embed="rId5"/>
                <a:stretch>
                  <a:fillRect l="-7595" r="-506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">
                <a:extLst>
                  <a:ext uri="{FF2B5EF4-FFF2-40B4-BE49-F238E27FC236}">
                    <a16:creationId xmlns:a16="http://schemas.microsoft.com/office/drawing/2014/main" id="{D07F6DC2-1F24-C32E-3906-78DAB1583EDF}"/>
                  </a:ext>
                </a:extLst>
              </p:cNvPr>
              <p:cNvSpPr txBox="1"/>
              <p:nvPr/>
            </p:nvSpPr>
            <p:spPr>
              <a:xfrm>
                <a:off x="8013009" y="5105360"/>
                <a:ext cx="1368598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R">
                <a:extLst>
                  <a:ext uri="{FF2B5EF4-FFF2-40B4-BE49-F238E27FC236}">
                    <a16:creationId xmlns:a16="http://schemas.microsoft.com/office/drawing/2014/main" id="{D07F6DC2-1F24-C32E-3906-78DAB1583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3009" y="5105360"/>
                <a:ext cx="1368598" cy="524695"/>
              </a:xfrm>
              <a:prstGeom prst="rect">
                <a:avLst/>
              </a:prstGeom>
              <a:blipFill>
                <a:blip r:embed="rId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">
                <a:extLst>
                  <a:ext uri="{FF2B5EF4-FFF2-40B4-BE49-F238E27FC236}">
                    <a16:creationId xmlns:a16="http://schemas.microsoft.com/office/drawing/2014/main" id="{03B437EC-7848-DDF8-5449-1E957F9B7564}"/>
                  </a:ext>
                </a:extLst>
              </p:cNvPr>
              <p:cNvSpPr txBox="1"/>
              <p:nvPr/>
            </p:nvSpPr>
            <p:spPr>
              <a:xfrm>
                <a:off x="2268016" y="5106467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R">
                <a:extLst>
                  <a:ext uri="{FF2B5EF4-FFF2-40B4-BE49-F238E27FC236}">
                    <a16:creationId xmlns:a16="http://schemas.microsoft.com/office/drawing/2014/main" id="{03B437EC-7848-DDF8-5449-1E957F9B7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016" y="5106467"/>
                <a:ext cx="995925" cy="524695"/>
              </a:xfrm>
              <a:prstGeom prst="rect">
                <a:avLst/>
              </a:prstGeom>
              <a:blipFill>
                <a:blip r:embed="rId7"/>
                <a:stretch>
                  <a:fillRect l="-8861" r="-6329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">
                <a:extLst>
                  <a:ext uri="{FF2B5EF4-FFF2-40B4-BE49-F238E27FC236}">
                    <a16:creationId xmlns:a16="http://schemas.microsoft.com/office/drawing/2014/main" id="{54A74B51-93F9-A1B5-DB8E-74898C426B6B}"/>
                  </a:ext>
                </a:extLst>
              </p:cNvPr>
              <p:cNvSpPr/>
              <p:nvPr/>
            </p:nvSpPr>
            <p:spPr>
              <a:xfrm>
                <a:off x="5275157" y="35993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G">
                <a:extLst>
                  <a:ext uri="{FF2B5EF4-FFF2-40B4-BE49-F238E27FC236}">
                    <a16:creationId xmlns:a16="http://schemas.microsoft.com/office/drawing/2014/main" id="{54A74B51-93F9-A1B5-DB8E-74898C426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5157" y="3599365"/>
                <a:ext cx="1156204" cy="575698"/>
              </a:xfrm>
              <a:prstGeom prst="rect">
                <a:avLst/>
              </a:prstGeom>
              <a:blipFill>
                <a:blip r:embed="rId8"/>
                <a:stretch>
                  <a:fillRect l="-63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">
                <a:extLst>
                  <a:ext uri="{FF2B5EF4-FFF2-40B4-BE49-F238E27FC236}">
                    <a16:creationId xmlns:a16="http://schemas.microsoft.com/office/drawing/2014/main" id="{6E72C2D6-93B2-72AE-B5A5-D7DD08ED306A}"/>
                  </a:ext>
                </a:extLst>
              </p:cNvPr>
              <p:cNvSpPr/>
              <p:nvPr/>
            </p:nvSpPr>
            <p:spPr>
              <a:xfrm>
                <a:off x="5299042" y="43401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G">
                <a:extLst>
                  <a:ext uri="{FF2B5EF4-FFF2-40B4-BE49-F238E27FC236}">
                    <a16:creationId xmlns:a16="http://schemas.microsoft.com/office/drawing/2014/main" id="{6E72C2D6-93B2-72AE-B5A5-D7DD08ED3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042" y="4340165"/>
                <a:ext cx="1156204" cy="575698"/>
              </a:xfrm>
              <a:prstGeom prst="rect">
                <a:avLst/>
              </a:prstGeom>
              <a:blipFill>
                <a:blip r:embed="rId9"/>
                <a:stretch>
                  <a:fillRect l="-63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G">
                <a:extLst>
                  <a:ext uri="{FF2B5EF4-FFF2-40B4-BE49-F238E27FC236}">
                    <a16:creationId xmlns:a16="http://schemas.microsoft.com/office/drawing/2014/main" id="{96CE537B-8D43-37F3-6CC4-F77920F40525}"/>
                  </a:ext>
                </a:extLst>
              </p:cNvPr>
              <p:cNvSpPr/>
              <p:nvPr/>
            </p:nvSpPr>
            <p:spPr>
              <a:xfrm>
                <a:off x="5299042" y="5080966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G">
                <a:extLst>
                  <a:ext uri="{FF2B5EF4-FFF2-40B4-BE49-F238E27FC236}">
                    <a16:creationId xmlns:a16="http://schemas.microsoft.com/office/drawing/2014/main" id="{96CE537B-8D43-37F3-6CC4-F77920F405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9042" y="5080966"/>
                <a:ext cx="1156204" cy="575698"/>
              </a:xfrm>
              <a:prstGeom prst="rect">
                <a:avLst/>
              </a:prstGeom>
              <a:blipFill>
                <a:blip r:embed="rId10"/>
                <a:stretch>
                  <a:fillRect l="-6383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肘形连接符 6">
            <a:extLst>
              <a:ext uri="{FF2B5EF4-FFF2-40B4-BE49-F238E27FC236}">
                <a16:creationId xmlns:a16="http://schemas.microsoft.com/office/drawing/2014/main" id="{2D73677E-5DF9-D22F-3F39-0F96140225A9}"/>
              </a:ext>
            </a:extLst>
          </p:cNvPr>
          <p:cNvCxnSpPr>
            <a:cxnSpLocks/>
            <a:stCxn id="60" idx="3"/>
            <a:endCxn id="24" idx="1"/>
          </p:cNvCxnSpPr>
          <p:nvPr/>
        </p:nvCxnSpPr>
        <p:spPr>
          <a:xfrm>
            <a:off x="3277013" y="3146414"/>
            <a:ext cx="1998144" cy="7408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E1C47CCC-5D55-29AA-A229-AC16584C847D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6431361" y="3887214"/>
            <a:ext cx="1581648" cy="148049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460185AE-A615-F802-BDF9-66D9829D3A47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3263941" y="4628014"/>
            <a:ext cx="2035101" cy="74080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7BE359E4-9BFD-A30C-8E1B-8CBC16A61260}"/>
              </a:ext>
            </a:extLst>
          </p:cNvPr>
          <p:cNvCxnSpPr>
            <a:cxnSpLocks/>
            <a:stCxn id="25" idx="3"/>
            <a:endCxn id="61" idx="1"/>
          </p:cNvCxnSpPr>
          <p:nvPr/>
        </p:nvCxnSpPr>
        <p:spPr>
          <a:xfrm flipV="1">
            <a:off x="6455246" y="3146414"/>
            <a:ext cx="1744100" cy="14816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输入">
            <a:extLst>
              <a:ext uri="{FF2B5EF4-FFF2-40B4-BE49-F238E27FC236}">
                <a16:creationId xmlns:a16="http://schemas.microsoft.com/office/drawing/2014/main" id="{D2FCA9F2-E93F-6027-A738-1A17135CEC66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>
            <a:off x="3263941" y="5368815"/>
            <a:ext cx="203510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输入">
            <a:extLst>
              <a:ext uri="{FF2B5EF4-FFF2-40B4-BE49-F238E27FC236}">
                <a16:creationId xmlns:a16="http://schemas.microsoft.com/office/drawing/2014/main" id="{4C0DB94F-8A5F-E225-2965-B930A70E663C}"/>
              </a:ext>
            </a:extLst>
          </p:cNvPr>
          <p:cNvCxnSpPr>
            <a:cxnSpLocks/>
            <a:stCxn id="26" idx="3"/>
            <a:endCxn id="18" idx="1"/>
          </p:cNvCxnSpPr>
          <p:nvPr/>
        </p:nvCxnSpPr>
        <p:spPr>
          <a:xfrm flipV="1">
            <a:off x="6455246" y="5367708"/>
            <a:ext cx="1557763" cy="110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">
            <a:extLst>
              <a:ext uri="{FF2B5EF4-FFF2-40B4-BE49-F238E27FC236}">
                <a16:creationId xmlns:a16="http://schemas.microsoft.com/office/drawing/2014/main" id="{C2C50DE9-4AB8-7C2C-5475-BC3339692784}"/>
              </a:ext>
            </a:extLst>
          </p:cNvPr>
          <p:cNvSpPr/>
          <p:nvPr/>
        </p:nvSpPr>
        <p:spPr>
          <a:xfrm>
            <a:off x="4071525" y="2636912"/>
            <a:ext cx="3464338" cy="3240359"/>
          </a:xfrm>
          <a:prstGeom prst="rect">
            <a:avLst/>
          </a:prstGeom>
          <a:solidFill>
            <a:srgbClr val="CCE0EF"/>
          </a:solidFill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65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传递函数的性质</a:t>
            </a:r>
          </a:p>
        </p:txBody>
      </p:sp>
      <p:grpSp>
        <p:nvGrpSpPr>
          <p:cNvPr id="75" name="困难1">
            <a:extLst>
              <a:ext uri="{FF2B5EF4-FFF2-40B4-BE49-F238E27FC236}">
                <a16:creationId xmlns:a16="http://schemas.microsoft.com/office/drawing/2014/main" id="{970DDF7A-3573-12CA-F97B-75FF7A11D448}"/>
              </a:ext>
            </a:extLst>
          </p:cNvPr>
          <p:cNvGrpSpPr/>
          <p:nvPr/>
        </p:nvGrpSpPr>
        <p:grpSpPr>
          <a:xfrm>
            <a:off x="190550" y="1016632"/>
            <a:ext cx="10381549" cy="543775"/>
            <a:chOff x="4943078" y="1700704"/>
            <a:chExt cx="13840265" cy="725177"/>
          </a:xfrm>
        </p:grpSpPr>
        <p:sp>
          <p:nvSpPr>
            <p:cNvPr id="76" name="íŝlïďê">
              <a:extLst>
                <a:ext uri="{FF2B5EF4-FFF2-40B4-BE49-F238E27FC236}">
                  <a16:creationId xmlns:a16="http://schemas.microsoft.com/office/drawing/2014/main" id="{7EB47A18-8C2D-CEBD-45AA-0C208A7802D1}"/>
                </a:ext>
              </a:extLst>
            </p:cNvPr>
            <p:cNvSpPr/>
            <p:nvPr/>
          </p:nvSpPr>
          <p:spPr bwMode="auto">
            <a:xfrm>
              <a:off x="5318059" y="1738526"/>
              <a:ext cx="13465284" cy="633726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只反映单输入与单输出的关系，不反映内部</a:t>
              </a:r>
              <a:r>
                <a:rPr lang="en-US" altLang="zh-CN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(</a:t>
              </a:r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多入多出系统使用 </a:t>
              </a:r>
              <a:r>
                <a:rPr lang="en" altLang="zh-CN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TF </a:t>
              </a:r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矩阵</a:t>
              </a:r>
              <a:r>
                <a:rPr lang="en-US" altLang="zh-CN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)</a:t>
              </a:r>
            </a:p>
          </p:txBody>
        </p:sp>
        <p:sp>
          <p:nvSpPr>
            <p:cNvPr id="77" name="ï$ľiďê">
              <a:extLst>
                <a:ext uri="{FF2B5EF4-FFF2-40B4-BE49-F238E27FC236}">
                  <a16:creationId xmlns:a16="http://schemas.microsoft.com/office/drawing/2014/main" id="{1D49C90B-6C35-78D5-F7AD-D32D15570B31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G">
                <a:extLst>
                  <a:ext uri="{FF2B5EF4-FFF2-40B4-BE49-F238E27FC236}">
                    <a16:creationId xmlns:a16="http://schemas.microsoft.com/office/drawing/2014/main" id="{0449038D-259F-3BE3-28BC-3B1B04368AEC}"/>
                  </a:ext>
                </a:extLst>
              </p:cNvPr>
              <p:cNvSpPr/>
              <p:nvPr/>
            </p:nvSpPr>
            <p:spPr>
              <a:xfrm>
                <a:off x="3402017" y="28585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G">
                <a:extLst>
                  <a:ext uri="{FF2B5EF4-FFF2-40B4-BE49-F238E27FC236}">
                    <a16:creationId xmlns:a16="http://schemas.microsoft.com/office/drawing/2014/main" id="{0449038D-259F-3BE3-28BC-3B1B04368A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017" y="2858565"/>
                <a:ext cx="1156204" cy="575698"/>
              </a:xfrm>
              <a:prstGeom prst="rect">
                <a:avLst/>
              </a:prstGeom>
              <a:blipFill>
                <a:blip r:embed="rId3"/>
                <a:stretch>
                  <a:fillRect l="-531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输入">
            <a:extLst>
              <a:ext uri="{FF2B5EF4-FFF2-40B4-BE49-F238E27FC236}">
                <a16:creationId xmlns:a16="http://schemas.microsoft.com/office/drawing/2014/main" id="{86C43FED-D223-8394-B511-29A90CBA99A8}"/>
              </a:ext>
            </a:extLst>
          </p:cNvPr>
          <p:cNvCxnSpPr>
            <a:cxnSpLocks/>
            <a:stCxn id="60" idx="3"/>
            <a:endCxn id="47" idx="1"/>
          </p:cNvCxnSpPr>
          <p:nvPr/>
        </p:nvCxnSpPr>
        <p:spPr>
          <a:xfrm>
            <a:off x="1415571" y="3146414"/>
            <a:ext cx="1986446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输出">
            <a:extLst>
              <a:ext uri="{FF2B5EF4-FFF2-40B4-BE49-F238E27FC236}">
                <a16:creationId xmlns:a16="http://schemas.microsoft.com/office/drawing/2014/main" id="{78435C09-E96E-C64D-42FB-0544AA87283F}"/>
              </a:ext>
            </a:extLst>
          </p:cNvPr>
          <p:cNvCxnSpPr>
            <a:cxnSpLocks/>
            <a:stCxn id="47" idx="3"/>
            <a:endCxn id="61" idx="1"/>
          </p:cNvCxnSpPr>
          <p:nvPr/>
        </p:nvCxnSpPr>
        <p:spPr>
          <a:xfrm>
            <a:off x="4558221" y="3146414"/>
            <a:ext cx="1779683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">
                <a:extLst>
                  <a:ext uri="{FF2B5EF4-FFF2-40B4-BE49-F238E27FC236}">
                    <a16:creationId xmlns:a16="http://schemas.microsoft.com/office/drawing/2014/main" id="{06CC2EF0-570B-44A8-2762-9A46A6C88D41}"/>
                  </a:ext>
                </a:extLst>
              </p:cNvPr>
              <p:cNvSpPr txBox="1"/>
              <p:nvPr/>
            </p:nvSpPr>
            <p:spPr>
              <a:xfrm>
                <a:off x="419646" y="2884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0" name="R">
                <a:extLst>
                  <a:ext uri="{FF2B5EF4-FFF2-40B4-BE49-F238E27FC236}">
                    <a16:creationId xmlns:a16="http://schemas.microsoft.com/office/drawing/2014/main" id="{06CC2EF0-570B-44A8-2762-9A46A6C88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46" y="2884066"/>
                <a:ext cx="995925" cy="524695"/>
              </a:xfrm>
              <a:prstGeom prst="rect">
                <a:avLst/>
              </a:prstGeom>
              <a:blipFill>
                <a:blip r:embed="rId4"/>
                <a:stretch>
                  <a:fillRect l="-10127" r="-506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">
                <a:extLst>
                  <a:ext uri="{FF2B5EF4-FFF2-40B4-BE49-F238E27FC236}">
                    <a16:creationId xmlns:a16="http://schemas.microsoft.com/office/drawing/2014/main" id="{572FE53E-A605-86C8-B7A3-23A51B0AC0CF}"/>
                  </a:ext>
                </a:extLst>
              </p:cNvPr>
              <p:cNvSpPr txBox="1"/>
              <p:nvPr/>
            </p:nvSpPr>
            <p:spPr>
              <a:xfrm>
                <a:off x="6337904" y="2884066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" name="R">
                <a:extLst>
                  <a:ext uri="{FF2B5EF4-FFF2-40B4-BE49-F238E27FC236}">
                    <a16:creationId xmlns:a16="http://schemas.microsoft.com/office/drawing/2014/main" id="{572FE53E-A605-86C8-B7A3-23A51B0AC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7904" y="2884066"/>
                <a:ext cx="995925" cy="524695"/>
              </a:xfrm>
              <a:prstGeom prst="rect">
                <a:avLst/>
              </a:prstGeom>
              <a:blipFill>
                <a:blip r:embed="rId5"/>
                <a:stretch>
                  <a:fillRect l="-7595" r="-3797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">
                <a:extLst>
                  <a:ext uri="{FF2B5EF4-FFF2-40B4-BE49-F238E27FC236}">
                    <a16:creationId xmlns:a16="http://schemas.microsoft.com/office/drawing/2014/main" id="{D07F6DC2-1F24-C32E-3906-78DAB1583EDF}"/>
                  </a:ext>
                </a:extLst>
              </p:cNvPr>
              <p:cNvSpPr txBox="1"/>
              <p:nvPr/>
            </p:nvSpPr>
            <p:spPr>
              <a:xfrm>
                <a:off x="6151567" y="5105360"/>
                <a:ext cx="1368598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R">
                <a:extLst>
                  <a:ext uri="{FF2B5EF4-FFF2-40B4-BE49-F238E27FC236}">
                    <a16:creationId xmlns:a16="http://schemas.microsoft.com/office/drawing/2014/main" id="{D07F6DC2-1F24-C32E-3906-78DAB1583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567" y="5105360"/>
                <a:ext cx="1368598" cy="524695"/>
              </a:xfrm>
              <a:prstGeom prst="rect">
                <a:avLst/>
              </a:prstGeom>
              <a:blipFill>
                <a:blip r:embed="rId6"/>
                <a:stretch>
                  <a:fillRect b="-162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">
                <a:extLst>
                  <a:ext uri="{FF2B5EF4-FFF2-40B4-BE49-F238E27FC236}">
                    <a16:creationId xmlns:a16="http://schemas.microsoft.com/office/drawing/2014/main" id="{03B437EC-7848-DDF8-5449-1E957F9B7564}"/>
                  </a:ext>
                </a:extLst>
              </p:cNvPr>
              <p:cNvSpPr txBox="1"/>
              <p:nvPr/>
            </p:nvSpPr>
            <p:spPr>
              <a:xfrm>
                <a:off x="406574" y="5106467"/>
                <a:ext cx="995925" cy="524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R">
                <a:extLst>
                  <a:ext uri="{FF2B5EF4-FFF2-40B4-BE49-F238E27FC236}">
                    <a16:creationId xmlns:a16="http://schemas.microsoft.com/office/drawing/2014/main" id="{03B437EC-7848-DDF8-5449-1E957F9B7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574" y="5106467"/>
                <a:ext cx="995925" cy="524695"/>
              </a:xfrm>
              <a:prstGeom prst="rect">
                <a:avLst/>
              </a:prstGeom>
              <a:blipFill>
                <a:blip r:embed="rId7"/>
                <a:stretch>
                  <a:fillRect l="-10127" r="-5063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">
                <a:extLst>
                  <a:ext uri="{FF2B5EF4-FFF2-40B4-BE49-F238E27FC236}">
                    <a16:creationId xmlns:a16="http://schemas.microsoft.com/office/drawing/2014/main" id="{54A74B51-93F9-A1B5-DB8E-74898C426B6B}"/>
                  </a:ext>
                </a:extLst>
              </p:cNvPr>
              <p:cNvSpPr/>
              <p:nvPr/>
            </p:nvSpPr>
            <p:spPr>
              <a:xfrm>
                <a:off x="3413715" y="35993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G">
                <a:extLst>
                  <a:ext uri="{FF2B5EF4-FFF2-40B4-BE49-F238E27FC236}">
                    <a16:creationId xmlns:a16="http://schemas.microsoft.com/office/drawing/2014/main" id="{54A74B51-93F9-A1B5-DB8E-74898C426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715" y="3599365"/>
                <a:ext cx="1156204" cy="575698"/>
              </a:xfrm>
              <a:prstGeom prst="rect">
                <a:avLst/>
              </a:prstGeom>
              <a:blipFill>
                <a:blip r:embed="rId8"/>
                <a:stretch>
                  <a:fillRect l="-531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G">
                <a:extLst>
                  <a:ext uri="{FF2B5EF4-FFF2-40B4-BE49-F238E27FC236}">
                    <a16:creationId xmlns:a16="http://schemas.microsoft.com/office/drawing/2014/main" id="{6E72C2D6-93B2-72AE-B5A5-D7DD08ED306A}"/>
                  </a:ext>
                </a:extLst>
              </p:cNvPr>
              <p:cNvSpPr/>
              <p:nvPr/>
            </p:nvSpPr>
            <p:spPr>
              <a:xfrm>
                <a:off x="3437600" y="4340165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G">
                <a:extLst>
                  <a:ext uri="{FF2B5EF4-FFF2-40B4-BE49-F238E27FC236}">
                    <a16:creationId xmlns:a16="http://schemas.microsoft.com/office/drawing/2014/main" id="{6E72C2D6-93B2-72AE-B5A5-D7DD08ED3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600" y="4340165"/>
                <a:ext cx="1156204" cy="575698"/>
              </a:xfrm>
              <a:prstGeom prst="rect">
                <a:avLst/>
              </a:prstGeom>
              <a:blipFill>
                <a:blip r:embed="rId9"/>
                <a:stretch>
                  <a:fillRect l="-531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G">
                <a:extLst>
                  <a:ext uri="{FF2B5EF4-FFF2-40B4-BE49-F238E27FC236}">
                    <a16:creationId xmlns:a16="http://schemas.microsoft.com/office/drawing/2014/main" id="{96CE537B-8D43-37F3-6CC4-F77920F40525}"/>
                  </a:ext>
                </a:extLst>
              </p:cNvPr>
              <p:cNvSpPr/>
              <p:nvPr/>
            </p:nvSpPr>
            <p:spPr>
              <a:xfrm>
                <a:off x="3437600" y="5080966"/>
                <a:ext cx="1156204" cy="57569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254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kumimoji="1"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G">
                <a:extLst>
                  <a:ext uri="{FF2B5EF4-FFF2-40B4-BE49-F238E27FC236}">
                    <a16:creationId xmlns:a16="http://schemas.microsoft.com/office/drawing/2014/main" id="{96CE537B-8D43-37F3-6CC4-F77920F405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7600" y="5080966"/>
                <a:ext cx="1156204" cy="575698"/>
              </a:xfrm>
              <a:prstGeom prst="rect">
                <a:avLst/>
              </a:prstGeom>
              <a:blipFill>
                <a:blip r:embed="rId10"/>
                <a:stretch>
                  <a:fillRect l="-5319"/>
                </a:stretch>
              </a:blipFill>
              <a:ln w="254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肘形连接符 6">
            <a:extLst>
              <a:ext uri="{FF2B5EF4-FFF2-40B4-BE49-F238E27FC236}">
                <a16:creationId xmlns:a16="http://schemas.microsoft.com/office/drawing/2014/main" id="{2D73677E-5DF9-D22F-3F39-0F96140225A9}"/>
              </a:ext>
            </a:extLst>
          </p:cNvPr>
          <p:cNvCxnSpPr>
            <a:cxnSpLocks/>
            <a:stCxn id="60" idx="3"/>
            <a:endCxn id="24" idx="1"/>
          </p:cNvCxnSpPr>
          <p:nvPr/>
        </p:nvCxnSpPr>
        <p:spPr>
          <a:xfrm>
            <a:off x="1415571" y="3146414"/>
            <a:ext cx="1998144" cy="740800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E1C47CCC-5D55-29AA-A229-AC16584C847D}"/>
              </a:ext>
            </a:extLst>
          </p:cNvPr>
          <p:cNvCxnSpPr>
            <a:cxnSpLocks/>
            <a:stCxn id="24" idx="3"/>
            <a:endCxn id="18" idx="1"/>
          </p:cNvCxnSpPr>
          <p:nvPr/>
        </p:nvCxnSpPr>
        <p:spPr>
          <a:xfrm>
            <a:off x="4569919" y="3887214"/>
            <a:ext cx="1581648" cy="1480494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460185AE-A615-F802-BDF9-66D9829D3A47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 flipV="1">
            <a:off x="1402499" y="4628014"/>
            <a:ext cx="2035101" cy="740801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>
            <a:extLst>
              <a:ext uri="{FF2B5EF4-FFF2-40B4-BE49-F238E27FC236}">
                <a16:creationId xmlns:a16="http://schemas.microsoft.com/office/drawing/2014/main" id="{7BE359E4-9BFD-A30C-8E1B-8CBC16A61260}"/>
              </a:ext>
            </a:extLst>
          </p:cNvPr>
          <p:cNvCxnSpPr>
            <a:cxnSpLocks/>
            <a:stCxn id="25" idx="3"/>
            <a:endCxn id="61" idx="1"/>
          </p:cNvCxnSpPr>
          <p:nvPr/>
        </p:nvCxnSpPr>
        <p:spPr>
          <a:xfrm flipV="1">
            <a:off x="4593804" y="3146414"/>
            <a:ext cx="1744100" cy="14816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输入">
            <a:extLst>
              <a:ext uri="{FF2B5EF4-FFF2-40B4-BE49-F238E27FC236}">
                <a16:creationId xmlns:a16="http://schemas.microsoft.com/office/drawing/2014/main" id="{D2FCA9F2-E93F-6027-A738-1A17135CEC66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>
            <a:off x="1402499" y="5368815"/>
            <a:ext cx="2035101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输入">
            <a:extLst>
              <a:ext uri="{FF2B5EF4-FFF2-40B4-BE49-F238E27FC236}">
                <a16:creationId xmlns:a16="http://schemas.microsoft.com/office/drawing/2014/main" id="{4C0DB94F-8A5F-E225-2965-B930A70E663C}"/>
              </a:ext>
            </a:extLst>
          </p:cNvPr>
          <p:cNvCxnSpPr>
            <a:cxnSpLocks/>
            <a:stCxn id="26" idx="3"/>
            <a:endCxn id="18" idx="1"/>
          </p:cNvCxnSpPr>
          <p:nvPr/>
        </p:nvCxnSpPr>
        <p:spPr>
          <a:xfrm flipV="1">
            <a:off x="4593804" y="5367708"/>
            <a:ext cx="1557763" cy="110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G">
            <a:extLst>
              <a:ext uri="{FF2B5EF4-FFF2-40B4-BE49-F238E27FC236}">
                <a16:creationId xmlns:a16="http://schemas.microsoft.com/office/drawing/2014/main" id="{C2C50DE9-4AB8-7C2C-5475-BC3339692784}"/>
              </a:ext>
            </a:extLst>
          </p:cNvPr>
          <p:cNvSpPr/>
          <p:nvPr/>
        </p:nvSpPr>
        <p:spPr>
          <a:xfrm>
            <a:off x="2210083" y="2636912"/>
            <a:ext cx="3464338" cy="324035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">
                <a:extLst>
                  <a:ext uri="{FF2B5EF4-FFF2-40B4-BE49-F238E27FC236}">
                    <a16:creationId xmlns:a16="http://schemas.microsoft.com/office/drawing/2014/main" id="{3D0FA459-DD34-1246-23F0-70852A2E5DE8}"/>
                  </a:ext>
                </a:extLst>
              </p:cNvPr>
              <p:cNvSpPr txBox="1"/>
              <p:nvPr/>
            </p:nvSpPr>
            <p:spPr>
              <a:xfrm>
                <a:off x="7031310" y="3794786"/>
                <a:ext cx="4620083" cy="924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altLang="zh-CN" sz="2800" b="0" i="1" smtClean="0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2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3" name="R">
                <a:extLst>
                  <a:ext uri="{FF2B5EF4-FFF2-40B4-BE49-F238E27FC236}">
                    <a16:creationId xmlns:a16="http://schemas.microsoft.com/office/drawing/2014/main" id="{3D0FA459-DD34-1246-23F0-70852A2E5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1310" y="3794786"/>
                <a:ext cx="4620083" cy="924548"/>
              </a:xfrm>
              <a:prstGeom prst="rect">
                <a:avLst/>
              </a:prstGeom>
              <a:blipFill>
                <a:blip r:embed="rId11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4404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传递函数的性质</a:t>
            </a:r>
          </a:p>
        </p:txBody>
      </p:sp>
      <p:grpSp>
        <p:nvGrpSpPr>
          <p:cNvPr id="58" name="子标题4">
            <a:extLst>
              <a:ext uri="{FF2B5EF4-FFF2-40B4-BE49-F238E27FC236}">
                <a16:creationId xmlns:a16="http://schemas.microsoft.com/office/drawing/2014/main" id="{8B6BF3A7-23B7-7C69-2643-91B11C7499EE}"/>
              </a:ext>
            </a:extLst>
          </p:cNvPr>
          <p:cNvGrpSpPr/>
          <p:nvPr/>
        </p:nvGrpSpPr>
        <p:grpSpPr>
          <a:xfrm>
            <a:off x="190549" y="1779329"/>
            <a:ext cx="6120681" cy="543954"/>
            <a:chOff x="4943078" y="5015493"/>
            <a:chExt cx="8159845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">
                  <a:extLst>
                    <a:ext uri="{FF2B5EF4-FFF2-40B4-BE49-F238E27FC236}">
                      <a16:creationId xmlns:a16="http://schemas.microsoft.com/office/drawing/2014/main" id="{03B48123-D93B-B8D4-5362-F7F78CA131BE}"/>
                    </a:ext>
                  </a:extLst>
                </p:cNvPr>
                <p:cNvSpPr/>
                <p:nvPr/>
              </p:nvSpPr>
              <p:spPr bwMode="auto">
                <a:xfrm>
                  <a:off x="5305664" y="5061134"/>
                  <a:ext cx="7797259" cy="631448"/>
                </a:xfrm>
                <a:prstGeom prst="roundRect">
                  <a:avLst/>
                </a:prstGeom>
                <a:solidFill>
                  <a:schemeClr val="tx2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270036"/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分母阶次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 大于分子阶次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，</a:t>
                  </a:r>
                  <a:r>
                    <a:rPr lang="en-US" altLang="zh-CN" sz="2400" b="1" dirty="0">
                      <a:solidFill>
                        <a:schemeClr val="bg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Stencil" panose="040409050D0802020404" pitchFamily="82" charset="0"/>
                  </a:endParaRPr>
                </a:p>
              </p:txBody>
            </p:sp>
          </mc:Choice>
          <mc:Fallback xmlns="">
            <p:sp>
              <p:nvSpPr>
                <p:cNvPr id="59" name="文字">
                  <a:extLst>
                    <a:ext uri="{FF2B5EF4-FFF2-40B4-BE49-F238E27FC236}">
                      <a16:creationId xmlns:a16="http://schemas.microsoft.com/office/drawing/2014/main" id="{03B48123-D93B-B8D4-5362-F7F78CA131B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5664" y="5061134"/>
                  <a:ext cx="7797259" cy="631448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序号">
              <a:extLst>
                <a:ext uri="{FF2B5EF4-FFF2-40B4-BE49-F238E27FC236}">
                  <a16:creationId xmlns:a16="http://schemas.microsoft.com/office/drawing/2014/main" id="{3679E27E-84B2-C80E-0F3E-14BD925451E7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2" name="子标题3">
            <a:extLst>
              <a:ext uri="{FF2B5EF4-FFF2-40B4-BE49-F238E27FC236}">
                <a16:creationId xmlns:a16="http://schemas.microsoft.com/office/drawing/2014/main" id="{6A702C28-5BE6-B837-2E7A-88D1874DF8A0}"/>
              </a:ext>
            </a:extLst>
          </p:cNvPr>
          <p:cNvGrpSpPr/>
          <p:nvPr/>
        </p:nvGrpSpPr>
        <p:grpSpPr>
          <a:xfrm>
            <a:off x="190549" y="1029508"/>
            <a:ext cx="6120679" cy="543952"/>
            <a:chOff x="4943078" y="3171211"/>
            <a:chExt cx="8159842" cy="725176"/>
          </a:xfrm>
        </p:grpSpPr>
        <p:sp>
          <p:nvSpPr>
            <p:cNvPr id="73" name="文字">
              <a:extLst>
                <a:ext uri="{FF2B5EF4-FFF2-40B4-BE49-F238E27FC236}">
                  <a16:creationId xmlns:a16="http://schemas.microsoft.com/office/drawing/2014/main" id="{9C595FFA-590B-7632-8B11-09064ED1B7BA}"/>
                </a:ext>
              </a:extLst>
            </p:cNvPr>
            <p:cNvSpPr/>
            <p:nvPr/>
          </p:nvSpPr>
          <p:spPr bwMode="auto">
            <a:xfrm>
              <a:off x="5305664" y="3214188"/>
              <a:ext cx="7797256" cy="633518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仅适用于线性定常系统</a:t>
              </a:r>
            </a:p>
          </p:txBody>
        </p:sp>
        <p:sp>
          <p:nvSpPr>
            <p:cNvPr id="74" name="序号">
              <a:extLst>
                <a:ext uri="{FF2B5EF4-FFF2-40B4-BE49-F238E27FC236}">
                  <a16:creationId xmlns:a16="http://schemas.microsoft.com/office/drawing/2014/main" id="{9ABD069C-907B-4652-43B9-F30334BB0254}"/>
                </a:ext>
              </a:extLst>
            </p:cNvPr>
            <p:cNvSpPr/>
            <p:nvPr/>
          </p:nvSpPr>
          <p:spPr bwMode="auto">
            <a:xfrm>
              <a:off x="4943078" y="3171211"/>
              <a:ext cx="725178" cy="725176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78" name="子标题5">
            <a:extLst>
              <a:ext uri="{FF2B5EF4-FFF2-40B4-BE49-F238E27FC236}">
                <a16:creationId xmlns:a16="http://schemas.microsoft.com/office/drawing/2014/main" id="{2AABB784-F53D-22D1-3200-14A8548CB639}"/>
              </a:ext>
            </a:extLst>
          </p:cNvPr>
          <p:cNvGrpSpPr/>
          <p:nvPr/>
        </p:nvGrpSpPr>
        <p:grpSpPr>
          <a:xfrm>
            <a:off x="190549" y="2521167"/>
            <a:ext cx="6120681" cy="543954"/>
            <a:chOff x="4943078" y="5015493"/>
            <a:chExt cx="8159844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">
                  <a:extLst>
                    <a:ext uri="{FF2B5EF4-FFF2-40B4-BE49-F238E27FC236}">
                      <a16:creationId xmlns:a16="http://schemas.microsoft.com/office/drawing/2014/main" id="{F763FA66-BAC2-E656-2EF8-653FD06D5AAC}"/>
                    </a:ext>
                  </a:extLst>
                </p:cNvPr>
                <p:cNvSpPr/>
                <p:nvPr/>
              </p:nvSpPr>
              <p:spPr bwMode="auto">
                <a:xfrm>
                  <a:off x="5305665" y="5068679"/>
                  <a:ext cx="7797257" cy="631448"/>
                </a:xfrm>
                <a:prstGeom prst="roundRect">
                  <a:avLst/>
                </a:prstGeom>
                <a:solidFill>
                  <a:schemeClr val="accent2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270036"/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分母中</a:t>
                  </a:r>
                  <a:r>
                    <a:rPr lang="en" altLang="zh-CN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 的最高阶次 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 即为系统的阶次</a:t>
                  </a:r>
                </a:p>
              </p:txBody>
            </p:sp>
          </mc:Choice>
          <mc:Fallback xmlns="">
            <p:sp>
              <p:nvSpPr>
                <p:cNvPr id="80" name="文字">
                  <a:extLst>
                    <a:ext uri="{FF2B5EF4-FFF2-40B4-BE49-F238E27FC236}">
                      <a16:creationId xmlns:a16="http://schemas.microsoft.com/office/drawing/2014/main" id="{F763FA66-BAC2-E656-2EF8-653FD06D5A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5665" y="5068679"/>
                  <a:ext cx="7797257" cy="631448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序号">
              <a:extLst>
                <a:ext uri="{FF2B5EF4-FFF2-40B4-BE49-F238E27FC236}">
                  <a16:creationId xmlns:a16="http://schemas.microsoft.com/office/drawing/2014/main" id="{8CE91F81-9D5F-F5D6-4ECC-9F13FFBACD1B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05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公式1">
                <a:extLst>
                  <a:ext uri="{FF2B5EF4-FFF2-40B4-BE49-F238E27FC236}">
                    <a16:creationId xmlns:a16="http://schemas.microsoft.com/office/drawing/2014/main" id="{FFC6D4EB-58FE-1291-27D1-4AC20485044A}"/>
                  </a:ext>
                </a:extLst>
              </p:cNvPr>
              <p:cNvSpPr txBox="1"/>
              <p:nvPr/>
            </p:nvSpPr>
            <p:spPr>
              <a:xfrm>
                <a:off x="1761074" y="4487240"/>
                <a:ext cx="2088232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公式1">
                <a:extLst>
                  <a:ext uri="{FF2B5EF4-FFF2-40B4-BE49-F238E27FC236}">
                    <a16:creationId xmlns:a16="http://schemas.microsoft.com/office/drawing/2014/main" id="{FFC6D4EB-58FE-1291-27D1-4AC204850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074" y="4487240"/>
                <a:ext cx="2088232" cy="989438"/>
              </a:xfrm>
              <a:prstGeom prst="rect">
                <a:avLst/>
              </a:prstGeom>
              <a:blipFill>
                <a:blip r:embed="rId5"/>
                <a:stretch>
                  <a:fillRect l="-2424" r="-1212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公式2">
                <a:extLst>
                  <a:ext uri="{FF2B5EF4-FFF2-40B4-BE49-F238E27FC236}">
                    <a16:creationId xmlns:a16="http://schemas.microsoft.com/office/drawing/2014/main" id="{D6B2B68F-5E9D-340B-80A6-0B86758335EA}"/>
                  </a:ext>
                </a:extLst>
              </p:cNvPr>
              <p:cNvSpPr txBox="1"/>
              <p:nvPr/>
            </p:nvSpPr>
            <p:spPr>
              <a:xfrm>
                <a:off x="3569924" y="4437112"/>
                <a:ext cx="6143550" cy="1029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公式2">
                <a:extLst>
                  <a:ext uri="{FF2B5EF4-FFF2-40B4-BE49-F238E27FC236}">
                    <a16:creationId xmlns:a16="http://schemas.microsoft.com/office/drawing/2014/main" id="{D6B2B68F-5E9D-340B-80A6-0B8675833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924" y="4437112"/>
                <a:ext cx="6143550" cy="1029193"/>
              </a:xfrm>
              <a:prstGeom prst="rect">
                <a:avLst/>
              </a:prstGeom>
              <a:blipFill>
                <a:blip r:embed="rId6"/>
                <a:stretch>
                  <a:fillRect b="-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子标题6">
            <a:extLst>
              <a:ext uri="{FF2B5EF4-FFF2-40B4-BE49-F238E27FC236}">
                <a16:creationId xmlns:a16="http://schemas.microsoft.com/office/drawing/2014/main" id="{76F385D0-13E6-4E04-1743-21766A7395FA}"/>
              </a:ext>
            </a:extLst>
          </p:cNvPr>
          <p:cNvGrpSpPr/>
          <p:nvPr/>
        </p:nvGrpSpPr>
        <p:grpSpPr>
          <a:xfrm>
            <a:off x="204266" y="3229363"/>
            <a:ext cx="6120683" cy="543954"/>
            <a:chOff x="4943078" y="1700704"/>
            <a:chExt cx="8159849" cy="725177"/>
          </a:xfrm>
        </p:grpSpPr>
        <p:sp>
          <p:nvSpPr>
            <p:cNvPr id="18" name="文字">
              <a:extLst>
                <a:ext uri="{FF2B5EF4-FFF2-40B4-BE49-F238E27FC236}">
                  <a16:creationId xmlns:a16="http://schemas.microsoft.com/office/drawing/2014/main" id="{542705A9-9CAD-F373-1AF6-D52E9A414629}"/>
                </a:ext>
              </a:extLst>
            </p:cNvPr>
            <p:cNvSpPr/>
            <p:nvPr/>
          </p:nvSpPr>
          <p:spPr bwMode="auto">
            <a:xfrm>
              <a:off x="5305667" y="1746514"/>
              <a:ext cx="7797260" cy="631448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不能反映非零初始条件的运动</a:t>
              </a:r>
            </a:p>
          </p:txBody>
        </p:sp>
        <p:sp>
          <p:nvSpPr>
            <p:cNvPr id="19" name="序号">
              <a:extLst>
                <a:ext uri="{FF2B5EF4-FFF2-40B4-BE49-F238E27FC236}">
                  <a16:creationId xmlns:a16="http://schemas.microsoft.com/office/drawing/2014/main" id="{1BDA1FBB-8092-46A3-6A92-1714876FCA35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06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pic>
        <p:nvPicPr>
          <p:cNvPr id="20" name="箭头1">
            <a:extLst>
              <a:ext uri="{FF2B5EF4-FFF2-40B4-BE49-F238E27FC236}">
                <a16:creationId xmlns:a16="http://schemas.microsoft.com/office/drawing/2014/main" id="{9AA1CDD4-D337-A727-260E-0BCFDC6A3F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8394734" flipH="1">
            <a:off x="9206612" y="4245269"/>
            <a:ext cx="1013724" cy="120765"/>
          </a:xfrm>
          <a:prstGeom prst="rect">
            <a:avLst/>
          </a:prstGeom>
        </p:spPr>
      </p:pic>
      <p:sp>
        <p:nvSpPr>
          <p:cNvPr id="21" name="说明1">
            <a:extLst>
              <a:ext uri="{FF2B5EF4-FFF2-40B4-BE49-F238E27FC236}">
                <a16:creationId xmlns:a16="http://schemas.microsoft.com/office/drawing/2014/main" id="{997126FC-1AC3-4DD2-581C-7E68E3DB1BA4}"/>
              </a:ext>
            </a:extLst>
          </p:cNvPr>
          <p:cNvSpPr txBox="1"/>
          <p:nvPr/>
        </p:nvSpPr>
        <p:spPr>
          <a:xfrm>
            <a:off x="10199662" y="3591697"/>
            <a:ext cx="995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4"/>
                </a:solidFill>
              </a:rPr>
              <a:t>定常</a:t>
            </a:r>
          </a:p>
        </p:txBody>
      </p:sp>
      <p:sp>
        <p:nvSpPr>
          <p:cNvPr id="2" name="圆圈1">
            <a:extLst>
              <a:ext uri="{FF2B5EF4-FFF2-40B4-BE49-F238E27FC236}">
                <a16:creationId xmlns:a16="http://schemas.microsoft.com/office/drawing/2014/main" id="{BFE6F2DF-F5D8-B29D-5AF5-E87574FA844B}"/>
              </a:ext>
            </a:extLst>
          </p:cNvPr>
          <p:cNvSpPr/>
          <p:nvPr/>
        </p:nvSpPr>
        <p:spPr>
          <a:xfrm>
            <a:off x="4439022" y="4437112"/>
            <a:ext cx="648072" cy="1039566"/>
          </a:xfrm>
          <a:prstGeom prst="ellipse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箭头2">
            <a:extLst>
              <a:ext uri="{FF2B5EF4-FFF2-40B4-BE49-F238E27FC236}">
                <a16:creationId xmlns:a16="http://schemas.microsoft.com/office/drawing/2014/main" id="{1E1B3A89-8F40-EB84-DFA1-55EC88B79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286154" flipH="1" flipV="1">
            <a:off x="3756496" y="5717309"/>
            <a:ext cx="925094" cy="1102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说明2">
                <a:extLst>
                  <a:ext uri="{FF2B5EF4-FFF2-40B4-BE49-F238E27FC236}">
                    <a16:creationId xmlns:a16="http://schemas.microsoft.com/office/drawing/2014/main" id="{912A3925-7036-0349-EE06-B1942CDBC411}"/>
                  </a:ext>
                </a:extLst>
              </p:cNvPr>
              <p:cNvSpPr txBox="1"/>
              <p:nvPr/>
            </p:nvSpPr>
            <p:spPr>
              <a:xfrm>
                <a:off x="2556573" y="5946952"/>
                <a:ext cx="141081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zh-CN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CN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4" name="说明2">
                <a:extLst>
                  <a:ext uri="{FF2B5EF4-FFF2-40B4-BE49-F238E27FC236}">
                    <a16:creationId xmlns:a16="http://schemas.microsoft.com/office/drawing/2014/main" id="{912A3925-7036-0349-EE06-B1942CDBC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573" y="5946952"/>
                <a:ext cx="1410815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圆圈2">
            <a:extLst>
              <a:ext uri="{FF2B5EF4-FFF2-40B4-BE49-F238E27FC236}">
                <a16:creationId xmlns:a16="http://schemas.microsoft.com/office/drawing/2014/main" id="{732FE2A7-2FDF-0B24-D489-4636759944C3}"/>
              </a:ext>
            </a:extLst>
          </p:cNvPr>
          <p:cNvSpPr/>
          <p:nvPr/>
        </p:nvSpPr>
        <p:spPr>
          <a:xfrm>
            <a:off x="4757163" y="5013176"/>
            <a:ext cx="296682" cy="280025"/>
          </a:xfrm>
          <a:prstGeom prst="ellipse">
            <a:avLst/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6" name="箭头2">
            <a:extLst>
              <a:ext uri="{FF2B5EF4-FFF2-40B4-BE49-F238E27FC236}">
                <a16:creationId xmlns:a16="http://schemas.microsoft.com/office/drawing/2014/main" id="{CC6A1AC8-D694-85D4-E6C3-C6E2787716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2855173" flipH="1">
            <a:off x="4865123" y="5476952"/>
            <a:ext cx="1013724" cy="120765"/>
          </a:xfrm>
          <a:prstGeom prst="rect">
            <a:avLst/>
          </a:prstGeom>
        </p:spPr>
      </p:pic>
      <p:sp>
        <p:nvSpPr>
          <p:cNvPr id="27" name="说明3">
            <a:extLst>
              <a:ext uri="{FF2B5EF4-FFF2-40B4-BE49-F238E27FC236}">
                <a16:creationId xmlns:a16="http://schemas.microsoft.com/office/drawing/2014/main" id="{8BC10A6E-2128-9BDE-735E-0CB699E5CF02}"/>
              </a:ext>
            </a:extLst>
          </p:cNvPr>
          <p:cNvSpPr txBox="1"/>
          <p:nvPr/>
        </p:nvSpPr>
        <p:spPr>
          <a:xfrm>
            <a:off x="5806985" y="5708112"/>
            <a:ext cx="17288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4"/>
                </a:solidFill>
              </a:rPr>
              <a:t>系统阶次</a:t>
            </a:r>
          </a:p>
        </p:txBody>
      </p:sp>
    </p:spTree>
    <p:extLst>
      <p:ext uri="{BB962C8B-B14F-4D97-AF65-F5344CB8AC3E}">
        <p14:creationId xmlns:p14="http://schemas.microsoft.com/office/powerpoint/2010/main" val="3929832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  <p:bldP spid="2" grpId="0" animBg="1"/>
      <p:bldP spid="24" grpId="0"/>
      <p:bldP spid="25" grpId="0" animBg="1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传递函数的性质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公式1">
                <a:extLst>
                  <a:ext uri="{FF2B5EF4-FFF2-40B4-BE49-F238E27FC236}">
                    <a16:creationId xmlns:a16="http://schemas.microsoft.com/office/drawing/2014/main" id="{FFC6D4EB-58FE-1291-27D1-4AC20485044A}"/>
                  </a:ext>
                </a:extLst>
              </p:cNvPr>
              <p:cNvSpPr txBox="1"/>
              <p:nvPr/>
            </p:nvSpPr>
            <p:spPr>
              <a:xfrm>
                <a:off x="1761074" y="3263104"/>
                <a:ext cx="2088232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公式1">
                <a:extLst>
                  <a:ext uri="{FF2B5EF4-FFF2-40B4-BE49-F238E27FC236}">
                    <a16:creationId xmlns:a16="http://schemas.microsoft.com/office/drawing/2014/main" id="{FFC6D4EB-58FE-1291-27D1-4AC204850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074" y="3263104"/>
                <a:ext cx="2088232" cy="989438"/>
              </a:xfrm>
              <a:prstGeom prst="rect">
                <a:avLst/>
              </a:prstGeom>
              <a:blipFill>
                <a:blip r:embed="rId3"/>
                <a:stretch>
                  <a:fillRect l="-2424" r="-1212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公式2">
                <a:extLst>
                  <a:ext uri="{FF2B5EF4-FFF2-40B4-BE49-F238E27FC236}">
                    <a16:creationId xmlns:a16="http://schemas.microsoft.com/office/drawing/2014/main" id="{D6B2B68F-5E9D-340B-80A6-0B86758335EA}"/>
                  </a:ext>
                </a:extLst>
              </p:cNvPr>
              <p:cNvSpPr txBox="1"/>
              <p:nvPr/>
            </p:nvSpPr>
            <p:spPr>
              <a:xfrm>
                <a:off x="3569924" y="3212976"/>
                <a:ext cx="6143550" cy="10291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zh-CN" sz="280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公式2">
                <a:extLst>
                  <a:ext uri="{FF2B5EF4-FFF2-40B4-BE49-F238E27FC236}">
                    <a16:creationId xmlns:a16="http://schemas.microsoft.com/office/drawing/2014/main" id="{D6B2B68F-5E9D-340B-80A6-0B8675833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9924" y="3212976"/>
                <a:ext cx="6143550" cy="1029193"/>
              </a:xfrm>
              <a:prstGeom prst="rect">
                <a:avLst/>
              </a:prstGeom>
              <a:blipFill>
                <a:blip r:embed="rId4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公式3">
                <a:extLst>
                  <a:ext uri="{FF2B5EF4-FFF2-40B4-BE49-F238E27FC236}">
                    <a16:creationId xmlns:a16="http://schemas.microsoft.com/office/drawing/2014/main" id="{B2D84E6D-0AC9-701B-06ED-20122306CBFF}"/>
                  </a:ext>
                </a:extLst>
              </p:cNvPr>
              <p:cNvSpPr txBox="1"/>
              <p:nvPr/>
            </p:nvSpPr>
            <p:spPr>
              <a:xfrm>
                <a:off x="2495550" y="4260568"/>
                <a:ext cx="6416858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1F608B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solidFill>
                                <a:srgbClr val="E4486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1F608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solidFill>
                                    <a:srgbClr val="E4486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" name="公式3">
                <a:extLst>
                  <a:ext uri="{FF2B5EF4-FFF2-40B4-BE49-F238E27FC236}">
                    <a16:creationId xmlns:a16="http://schemas.microsoft.com/office/drawing/2014/main" id="{B2D84E6D-0AC9-701B-06ED-20122306C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0" y="4260568"/>
                <a:ext cx="6416858" cy="989438"/>
              </a:xfrm>
              <a:prstGeom prst="rect">
                <a:avLst/>
              </a:prstGeom>
              <a:blipFill>
                <a:blip r:embed="rId5"/>
                <a:stretch>
                  <a:fillRect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子标题7">
            <a:extLst>
              <a:ext uri="{FF2B5EF4-FFF2-40B4-BE49-F238E27FC236}">
                <a16:creationId xmlns:a16="http://schemas.microsoft.com/office/drawing/2014/main" id="{5392C4BD-2087-78C3-B56A-B8B905A4B6F1}"/>
              </a:ext>
            </a:extLst>
          </p:cNvPr>
          <p:cNvGrpSpPr/>
          <p:nvPr/>
        </p:nvGrpSpPr>
        <p:grpSpPr>
          <a:xfrm>
            <a:off x="118542" y="1016992"/>
            <a:ext cx="7992888" cy="543954"/>
            <a:chOff x="4943078" y="3358098"/>
            <a:chExt cx="10655796" cy="725177"/>
          </a:xfrm>
        </p:grpSpPr>
        <p:sp>
          <p:nvSpPr>
            <p:cNvPr id="30" name="文字">
              <a:extLst>
                <a:ext uri="{FF2B5EF4-FFF2-40B4-BE49-F238E27FC236}">
                  <a16:creationId xmlns:a16="http://schemas.microsoft.com/office/drawing/2014/main" id="{A17B224D-4D0D-307C-7BD0-9DF9BFDF1BA1}"/>
                </a:ext>
              </a:extLst>
            </p:cNvPr>
            <p:cNvSpPr/>
            <p:nvPr/>
          </p:nvSpPr>
          <p:spPr bwMode="auto">
            <a:xfrm>
              <a:off x="5305664" y="3416558"/>
              <a:ext cx="10293210" cy="631839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4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由相应零极点组成</a:t>
              </a:r>
            </a:p>
          </p:txBody>
        </p:sp>
        <p:sp>
          <p:nvSpPr>
            <p:cNvPr id="31" name="序号">
              <a:extLst>
                <a:ext uri="{FF2B5EF4-FFF2-40B4-BE49-F238E27FC236}">
                  <a16:creationId xmlns:a16="http://schemas.microsoft.com/office/drawing/2014/main" id="{1F32E332-B518-1BB2-6AA8-EEC6907DA088}"/>
                </a:ext>
              </a:extLst>
            </p:cNvPr>
            <p:cNvSpPr/>
            <p:nvPr/>
          </p:nvSpPr>
          <p:spPr bwMode="auto">
            <a:xfrm>
              <a:off x="4943078" y="3358098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07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2" name="子标题8">
            <a:extLst>
              <a:ext uri="{FF2B5EF4-FFF2-40B4-BE49-F238E27FC236}">
                <a16:creationId xmlns:a16="http://schemas.microsoft.com/office/drawing/2014/main" id="{8904F2C5-49FA-1229-6000-BA8AFE8A6C84}"/>
              </a:ext>
            </a:extLst>
          </p:cNvPr>
          <p:cNvGrpSpPr/>
          <p:nvPr/>
        </p:nvGrpSpPr>
        <p:grpSpPr>
          <a:xfrm>
            <a:off x="118542" y="1734882"/>
            <a:ext cx="7990151" cy="543954"/>
            <a:chOff x="4943078" y="5015493"/>
            <a:chExt cx="10652145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">
                  <a:extLst>
                    <a:ext uri="{FF2B5EF4-FFF2-40B4-BE49-F238E27FC236}">
                      <a16:creationId xmlns:a16="http://schemas.microsoft.com/office/drawing/2014/main" id="{91508843-A452-AE7F-1F5C-64A27D1A0FF2}"/>
                    </a:ext>
                  </a:extLst>
                </p:cNvPr>
                <p:cNvSpPr/>
                <p:nvPr/>
              </p:nvSpPr>
              <p:spPr bwMode="auto">
                <a:xfrm>
                  <a:off x="5302014" y="5082472"/>
                  <a:ext cx="10293209" cy="631840"/>
                </a:xfrm>
                <a:prstGeom prst="roundRect">
                  <a:avLst/>
                </a:prstGeom>
                <a:solidFill>
                  <a:schemeClr val="tx2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270036"/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特征多项式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zh-C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C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p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C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𝒔</m:t>
                      </m:r>
                      <m:r>
                        <a:rPr lang="en-US" altLang="zh-CN" sz="240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a14:m>
                  <a:endParaRPr lang="zh-CN" altLang="en-US" sz="2400" b="1" dirty="0">
                    <a:solidFill>
                      <a:schemeClr val="bg1"/>
                    </a:solidFill>
                    <a:latin typeface="Stencil" panose="040409050D0802020404" pitchFamily="82" charset="0"/>
                  </a:endParaRPr>
                </a:p>
              </p:txBody>
            </p:sp>
          </mc:Choice>
          <mc:Fallback xmlns="">
            <p:sp>
              <p:nvSpPr>
                <p:cNvPr id="33" name="文字">
                  <a:extLst>
                    <a:ext uri="{FF2B5EF4-FFF2-40B4-BE49-F238E27FC236}">
                      <a16:creationId xmlns:a16="http://schemas.microsoft.com/office/drawing/2014/main" id="{91508843-A452-AE7F-1F5C-64A27D1A0F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2014" y="5082472"/>
                  <a:ext cx="10293209" cy="631840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序号">
              <a:extLst>
                <a:ext uri="{FF2B5EF4-FFF2-40B4-BE49-F238E27FC236}">
                  <a16:creationId xmlns:a16="http://schemas.microsoft.com/office/drawing/2014/main" id="{1C339DC6-B82B-2EA0-8A6B-68745D4F6205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08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35" name="子标题9">
            <a:extLst>
              <a:ext uri="{FF2B5EF4-FFF2-40B4-BE49-F238E27FC236}">
                <a16:creationId xmlns:a16="http://schemas.microsoft.com/office/drawing/2014/main" id="{F47EA7F4-17F4-4A89-7E56-189DA3AE3256}"/>
              </a:ext>
            </a:extLst>
          </p:cNvPr>
          <p:cNvGrpSpPr/>
          <p:nvPr/>
        </p:nvGrpSpPr>
        <p:grpSpPr>
          <a:xfrm>
            <a:off x="118542" y="2452772"/>
            <a:ext cx="7990151" cy="543954"/>
            <a:chOff x="4943078" y="5015493"/>
            <a:chExt cx="10652145" cy="7251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">
                  <a:extLst>
                    <a:ext uri="{FF2B5EF4-FFF2-40B4-BE49-F238E27FC236}">
                      <a16:creationId xmlns:a16="http://schemas.microsoft.com/office/drawing/2014/main" id="{A50499BC-65A4-6D21-2347-E3CA454630D9}"/>
                    </a:ext>
                  </a:extLst>
                </p:cNvPr>
                <p:cNvSpPr/>
                <p:nvPr/>
              </p:nvSpPr>
              <p:spPr bwMode="auto">
                <a:xfrm>
                  <a:off x="5302014" y="5082472"/>
                  <a:ext cx="10293209" cy="631840"/>
                </a:xfrm>
                <a:prstGeom prst="roundRect">
                  <a:avLst/>
                </a:prstGeom>
                <a:solidFill>
                  <a:schemeClr val="accent2"/>
                </a:solid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marL="270036"/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特征方程</a:t>
                  </a:r>
                  <a14:m>
                    <m:oMath xmlns:m="http://schemas.openxmlformats.org/officeDocument/2006/math">
                      <m:r>
                        <a:rPr lang="en-US" altLang="zh-CN" sz="2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r>
                    <a:rPr lang="zh-CN" altLang="en-US" sz="2400" b="1" dirty="0">
                      <a:solidFill>
                        <a:schemeClr val="bg1"/>
                      </a:solidFill>
                      <a:latin typeface="Stencil" panose="040409050D0802020404" pitchFamily="82" charset="0"/>
                    </a:rPr>
                    <a:t>，其根为特征根</a:t>
                  </a:r>
                </a:p>
              </p:txBody>
            </p:sp>
          </mc:Choice>
          <mc:Fallback xmlns="">
            <p:sp>
              <p:nvSpPr>
                <p:cNvPr id="36" name="文字">
                  <a:extLst>
                    <a:ext uri="{FF2B5EF4-FFF2-40B4-BE49-F238E27FC236}">
                      <a16:creationId xmlns:a16="http://schemas.microsoft.com/office/drawing/2014/main" id="{A50499BC-65A4-6D21-2347-E3CA454630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2014" y="5082472"/>
                  <a:ext cx="10293209" cy="631840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</a:ln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序号">
              <a:extLst>
                <a:ext uri="{FF2B5EF4-FFF2-40B4-BE49-F238E27FC236}">
                  <a16:creationId xmlns:a16="http://schemas.microsoft.com/office/drawing/2014/main" id="{D0B7897D-C75C-2E67-CFB9-7C5436CBA447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20000"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Stencil" panose="040409050D0802020404" pitchFamily="82" charset="0"/>
                </a:rPr>
                <a:t>09</a:t>
              </a:r>
              <a:endParaRPr lang="zh-CN" altLang="en-US" sz="24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8" name="圆圈1">
            <a:extLst>
              <a:ext uri="{FF2B5EF4-FFF2-40B4-BE49-F238E27FC236}">
                <a16:creationId xmlns:a16="http://schemas.microsoft.com/office/drawing/2014/main" id="{27143EBD-9AA2-FD39-D27F-FC3823F2C487}"/>
              </a:ext>
            </a:extLst>
          </p:cNvPr>
          <p:cNvSpPr/>
          <p:nvPr/>
        </p:nvSpPr>
        <p:spPr>
          <a:xfrm>
            <a:off x="8086546" y="4293096"/>
            <a:ext cx="506793" cy="466660"/>
          </a:xfrm>
          <a:prstGeom prst="ellipse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9" name="箭头1">
            <a:extLst>
              <a:ext uri="{FF2B5EF4-FFF2-40B4-BE49-F238E27FC236}">
                <a16:creationId xmlns:a16="http://schemas.microsoft.com/office/drawing/2014/main" id="{4E412663-ABB7-08F2-AD64-608FF13476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9859651" flipH="1">
            <a:off x="8703620" y="4376846"/>
            <a:ext cx="1013724" cy="120765"/>
          </a:xfrm>
          <a:prstGeom prst="rect">
            <a:avLst/>
          </a:prstGeom>
        </p:spPr>
      </p:pic>
      <p:sp>
        <p:nvSpPr>
          <p:cNvPr id="40" name="说明1">
            <a:extLst>
              <a:ext uri="{FF2B5EF4-FFF2-40B4-BE49-F238E27FC236}">
                <a16:creationId xmlns:a16="http://schemas.microsoft.com/office/drawing/2014/main" id="{2E2A9D06-E509-13D1-20BB-D420278E7B83}"/>
              </a:ext>
            </a:extLst>
          </p:cNvPr>
          <p:cNvSpPr txBox="1"/>
          <p:nvPr/>
        </p:nvSpPr>
        <p:spPr>
          <a:xfrm>
            <a:off x="9725333" y="4027807"/>
            <a:ext cx="995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accent1"/>
                </a:solidFill>
              </a:rPr>
              <a:t>零点</a:t>
            </a:r>
          </a:p>
        </p:txBody>
      </p:sp>
      <p:sp>
        <p:nvSpPr>
          <p:cNvPr id="41" name="圆圈2">
            <a:extLst>
              <a:ext uri="{FF2B5EF4-FFF2-40B4-BE49-F238E27FC236}">
                <a16:creationId xmlns:a16="http://schemas.microsoft.com/office/drawing/2014/main" id="{9A07E45F-B3A6-B0DD-C60A-8EE0C100ECF8}"/>
              </a:ext>
            </a:extLst>
          </p:cNvPr>
          <p:cNvSpPr/>
          <p:nvPr/>
        </p:nvSpPr>
        <p:spPr>
          <a:xfrm>
            <a:off x="8096215" y="4822770"/>
            <a:ext cx="506793" cy="466660"/>
          </a:xfrm>
          <a:prstGeom prst="ellipse">
            <a:avLst/>
          </a:prstGeom>
          <a:noFill/>
          <a:ln>
            <a:solidFill>
              <a:srgbClr val="E448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说明2">
            <a:extLst>
              <a:ext uri="{FF2B5EF4-FFF2-40B4-BE49-F238E27FC236}">
                <a16:creationId xmlns:a16="http://schemas.microsoft.com/office/drawing/2014/main" id="{94EBB2B7-F356-64AC-1B1F-1FEAE3A1D93E}"/>
              </a:ext>
            </a:extLst>
          </p:cNvPr>
          <p:cNvSpPr txBox="1"/>
          <p:nvPr/>
        </p:nvSpPr>
        <p:spPr>
          <a:xfrm>
            <a:off x="9736064" y="5066368"/>
            <a:ext cx="9959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E44860"/>
                </a:solidFill>
              </a:rPr>
              <a:t>极点</a:t>
            </a:r>
          </a:p>
        </p:txBody>
      </p:sp>
      <p:pic>
        <p:nvPicPr>
          <p:cNvPr id="43" name="箭头2">
            <a:extLst>
              <a:ext uri="{FF2B5EF4-FFF2-40B4-BE49-F238E27FC236}">
                <a16:creationId xmlns:a16="http://schemas.microsoft.com/office/drawing/2014/main" id="{88CE058A-A526-2566-9C02-36DDE5E24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1974623" flipH="1" flipV="1">
            <a:off x="8733177" y="5138836"/>
            <a:ext cx="961053" cy="114490"/>
          </a:xfrm>
          <a:prstGeom prst="rect">
            <a:avLst/>
          </a:prstGeom>
        </p:spPr>
      </p:pic>
      <p:sp>
        <p:nvSpPr>
          <p:cNvPr id="44" name="圆圈4">
            <a:extLst>
              <a:ext uri="{FF2B5EF4-FFF2-40B4-BE49-F238E27FC236}">
                <a16:creationId xmlns:a16="http://schemas.microsoft.com/office/drawing/2014/main" id="{86FB2EA0-B490-8971-2667-B9A6ACAA16B8}"/>
              </a:ext>
            </a:extLst>
          </p:cNvPr>
          <p:cNvSpPr/>
          <p:nvPr/>
        </p:nvSpPr>
        <p:spPr>
          <a:xfrm>
            <a:off x="5194306" y="4833038"/>
            <a:ext cx="506793" cy="466660"/>
          </a:xfrm>
          <a:prstGeom prst="ellipse">
            <a:avLst/>
          </a:prstGeom>
          <a:noFill/>
          <a:ln>
            <a:solidFill>
              <a:srgbClr val="159F8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159F84"/>
              </a:solidFill>
            </a:endParaRPr>
          </a:p>
        </p:txBody>
      </p:sp>
      <p:sp>
        <p:nvSpPr>
          <p:cNvPr id="46" name="圆圈5">
            <a:extLst>
              <a:ext uri="{FF2B5EF4-FFF2-40B4-BE49-F238E27FC236}">
                <a16:creationId xmlns:a16="http://schemas.microsoft.com/office/drawing/2014/main" id="{F88716FC-AF4F-9CDA-AD6C-A591E3412D75}"/>
              </a:ext>
            </a:extLst>
          </p:cNvPr>
          <p:cNvSpPr/>
          <p:nvPr/>
        </p:nvSpPr>
        <p:spPr>
          <a:xfrm>
            <a:off x="6458367" y="4822770"/>
            <a:ext cx="506793" cy="466660"/>
          </a:xfrm>
          <a:prstGeom prst="ellipse">
            <a:avLst/>
          </a:prstGeom>
          <a:noFill/>
          <a:ln>
            <a:solidFill>
              <a:srgbClr val="159F8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7" name="箭头4">
            <a:extLst>
              <a:ext uri="{FF2B5EF4-FFF2-40B4-BE49-F238E27FC236}">
                <a16:creationId xmlns:a16="http://schemas.microsoft.com/office/drawing/2014/main" id="{472B6798-EFCD-16B7-2C74-68F638C667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4064784" flipH="1" flipV="1">
            <a:off x="5220572" y="5694826"/>
            <a:ext cx="961053" cy="114490"/>
          </a:xfrm>
          <a:prstGeom prst="rect">
            <a:avLst/>
          </a:prstGeom>
        </p:spPr>
      </p:pic>
      <p:pic>
        <p:nvPicPr>
          <p:cNvPr id="48" name="箭头5">
            <a:extLst>
              <a:ext uri="{FF2B5EF4-FFF2-40B4-BE49-F238E27FC236}">
                <a16:creationId xmlns:a16="http://schemas.microsoft.com/office/drawing/2014/main" id="{07D4C67C-73A4-72CF-6BDB-1CEA369E32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8161494" flipH="1">
            <a:off x="6076852" y="5698454"/>
            <a:ext cx="900143" cy="107234"/>
          </a:xfrm>
          <a:prstGeom prst="rect">
            <a:avLst/>
          </a:prstGeom>
        </p:spPr>
      </p:pic>
      <p:sp>
        <p:nvSpPr>
          <p:cNvPr id="49" name="说明4">
            <a:extLst>
              <a:ext uri="{FF2B5EF4-FFF2-40B4-BE49-F238E27FC236}">
                <a16:creationId xmlns:a16="http://schemas.microsoft.com/office/drawing/2014/main" id="{13EBE396-5AD6-EE60-560E-38BC2A2EEFD4}"/>
              </a:ext>
            </a:extLst>
          </p:cNvPr>
          <p:cNvSpPr txBox="1"/>
          <p:nvPr/>
        </p:nvSpPr>
        <p:spPr>
          <a:xfrm>
            <a:off x="5530998" y="6159807"/>
            <a:ext cx="1284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159F84"/>
                </a:solidFill>
              </a:rPr>
              <a:t>特征根</a:t>
            </a:r>
          </a:p>
        </p:txBody>
      </p:sp>
      <p:sp>
        <p:nvSpPr>
          <p:cNvPr id="50" name="圆圈3">
            <a:extLst>
              <a:ext uri="{FF2B5EF4-FFF2-40B4-BE49-F238E27FC236}">
                <a16:creationId xmlns:a16="http://schemas.microsoft.com/office/drawing/2014/main" id="{701BC340-AA79-4829-7898-7381182010D0}"/>
              </a:ext>
            </a:extLst>
          </p:cNvPr>
          <p:cNvSpPr/>
          <p:nvPr/>
        </p:nvSpPr>
        <p:spPr>
          <a:xfrm>
            <a:off x="3935413" y="3675379"/>
            <a:ext cx="5616177" cy="617716"/>
          </a:xfrm>
          <a:prstGeom prst="ellipse">
            <a:avLst/>
          </a:prstGeom>
          <a:noFill/>
          <a:ln>
            <a:solidFill>
              <a:schemeClr val="tx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159F84"/>
              </a:solidFill>
            </a:endParaRPr>
          </a:p>
        </p:txBody>
      </p:sp>
      <p:pic>
        <p:nvPicPr>
          <p:cNvPr id="51" name="箭头3">
            <a:extLst>
              <a:ext uri="{FF2B5EF4-FFF2-40B4-BE49-F238E27FC236}">
                <a16:creationId xmlns:a16="http://schemas.microsoft.com/office/drawing/2014/main" id="{5DB15583-7774-2489-9A72-C93762B46C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005299" flipH="1">
            <a:off x="9315756" y="3484699"/>
            <a:ext cx="1013724" cy="120765"/>
          </a:xfrm>
          <a:prstGeom prst="rect">
            <a:avLst/>
          </a:prstGeom>
        </p:spPr>
      </p:pic>
      <p:sp>
        <p:nvSpPr>
          <p:cNvPr id="52" name="说明3">
            <a:extLst>
              <a:ext uri="{FF2B5EF4-FFF2-40B4-BE49-F238E27FC236}">
                <a16:creationId xmlns:a16="http://schemas.microsoft.com/office/drawing/2014/main" id="{586F33B4-1A76-AA9B-1534-B4A79FDF93AC}"/>
              </a:ext>
            </a:extLst>
          </p:cNvPr>
          <p:cNvSpPr txBox="1"/>
          <p:nvPr/>
        </p:nvSpPr>
        <p:spPr>
          <a:xfrm>
            <a:off x="9983638" y="2689756"/>
            <a:ext cx="2016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</a:rPr>
              <a:t>特征多项式</a:t>
            </a:r>
          </a:p>
        </p:txBody>
      </p:sp>
    </p:spTree>
    <p:extLst>
      <p:ext uri="{BB962C8B-B14F-4D97-AF65-F5344CB8AC3E}">
        <p14:creationId xmlns:p14="http://schemas.microsoft.com/office/powerpoint/2010/main" val="6900234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8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8" grpId="0" animBg="1"/>
      <p:bldP spid="40" grpId="0"/>
      <p:bldP spid="41" grpId="0" animBg="1"/>
      <p:bldP spid="42" grpId="0"/>
      <p:bldP spid="44" grpId="0" animBg="1"/>
      <p:bldP spid="46" grpId="0" animBg="1"/>
      <p:bldP spid="49" grpId="0"/>
      <p:bldP spid="50" grpId="0" animBg="1"/>
      <p:bldP spid="5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微分方程求传递函数举例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02A15B3-7A2D-229C-F2D4-188645A2592E}"/>
              </a:ext>
            </a:extLst>
          </p:cNvPr>
          <p:cNvSpPr txBox="1"/>
          <p:nvPr/>
        </p:nvSpPr>
        <p:spPr>
          <a:xfrm>
            <a:off x="320347" y="3651933"/>
            <a:ext cx="4050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effectLst/>
                <a:latin typeface="+mn-ea"/>
              </a:rPr>
              <a:t>RLC</a:t>
            </a:r>
            <a:r>
              <a:rPr lang="zh-CN" altLang="en-US" sz="2800" dirty="0">
                <a:effectLst/>
                <a:latin typeface="+mn-ea"/>
              </a:rPr>
              <a:t>电路的微分方程：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5ED14C-6831-FB57-65D3-FB76DD156C94}"/>
                  </a:ext>
                </a:extLst>
              </p:cNvPr>
              <p:cNvSpPr txBox="1"/>
              <p:nvPr/>
            </p:nvSpPr>
            <p:spPr>
              <a:xfrm>
                <a:off x="3839097" y="3403272"/>
                <a:ext cx="6624537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625ED14C-6831-FB57-65D3-FB76DD156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9097" y="3403272"/>
                <a:ext cx="6624537" cy="956929"/>
              </a:xfrm>
              <a:prstGeom prst="rect">
                <a:avLst/>
              </a:prstGeom>
              <a:blipFill>
                <a:blip r:embed="rId3"/>
                <a:stretch>
                  <a:fillRect b="-51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6237866-B3FA-1910-EC9F-A6DB896F6054}"/>
                  </a:ext>
                </a:extLst>
              </p:cNvPr>
              <p:cNvSpPr txBox="1"/>
              <p:nvPr/>
            </p:nvSpPr>
            <p:spPr>
              <a:xfrm>
                <a:off x="320347" y="4405922"/>
                <a:ext cx="1053152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effectLst/>
                    <a:latin typeface="+mn-ea"/>
                  </a:rPr>
                  <a:t>拉氏变换得：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𝐿𝐶</m:t>
                    </m:r>
                    <m:sSup>
                      <m:sSup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𝑅𝐶𝑠</m:t>
                    </m:r>
                    <m:sSub>
                      <m:sSub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zh-CN" sz="2800" b="0" i="1" smtClean="0">
                            <a:effectLst/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800" b="0" i="1" smtClean="0"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effectLst/>
                    <a:latin typeface="+mn-ea"/>
                  </a:rPr>
                  <a:t>，整理得</a:t>
                </a: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26237866-B3FA-1910-EC9F-A6DB896F60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47" y="4405922"/>
                <a:ext cx="10531522" cy="523220"/>
              </a:xfrm>
              <a:prstGeom prst="rect">
                <a:avLst/>
              </a:prstGeom>
              <a:blipFill>
                <a:blip r:embed="rId4"/>
                <a:stretch>
                  <a:fillRect l="-1205" t="-14286" b="-30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91DF24F-243C-FBFD-1754-F3324DA41254}"/>
                  </a:ext>
                </a:extLst>
              </p:cNvPr>
              <p:cNvSpPr txBox="1"/>
              <p:nvPr/>
            </p:nvSpPr>
            <p:spPr>
              <a:xfrm>
                <a:off x="2669784" y="5046406"/>
                <a:ext cx="5832648" cy="9989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𝐿𝐶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𝑅𝐶𝑠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91DF24F-243C-FBFD-1754-F3324DA41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9784" y="5046406"/>
                <a:ext cx="5832648" cy="998991"/>
              </a:xfrm>
              <a:prstGeom prst="rect">
                <a:avLst/>
              </a:prstGeom>
              <a:blipFill>
                <a:blip r:embed="rId5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EA077CA9-E3B3-5CB1-3380-7B060E06EBDD}"/>
              </a:ext>
            </a:extLst>
          </p:cNvPr>
          <p:cNvGrpSpPr/>
          <p:nvPr/>
        </p:nvGrpSpPr>
        <p:grpSpPr>
          <a:xfrm>
            <a:off x="3478339" y="1007015"/>
            <a:ext cx="5233734" cy="2171491"/>
            <a:chOff x="4071937" y="2065088"/>
            <a:chExt cx="5233734" cy="2171491"/>
          </a:xfrm>
        </p:grpSpPr>
        <p:sp>
          <p:nvSpPr>
            <p:cNvPr id="12" name="端点1">
              <a:extLst>
                <a:ext uri="{FF2B5EF4-FFF2-40B4-BE49-F238E27FC236}">
                  <a16:creationId xmlns:a16="http://schemas.microsoft.com/office/drawing/2014/main" id="{FE646FE3-FC63-57C8-A3B1-EC107BD9C0CC}"/>
                </a:ext>
              </a:extLst>
            </p:cNvPr>
            <p:cNvSpPr/>
            <p:nvPr/>
          </p:nvSpPr>
          <p:spPr>
            <a:xfrm>
              <a:off x="4499720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3" name="端点2">
              <a:extLst>
                <a:ext uri="{FF2B5EF4-FFF2-40B4-BE49-F238E27FC236}">
                  <a16:creationId xmlns:a16="http://schemas.microsoft.com/office/drawing/2014/main" id="{B540AA14-6861-1D06-4D70-56AC9EF0F46D}"/>
                </a:ext>
              </a:extLst>
            </p:cNvPr>
            <p:cNvSpPr/>
            <p:nvPr/>
          </p:nvSpPr>
          <p:spPr>
            <a:xfrm>
              <a:off x="4499720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4" name="端点3">
              <a:extLst>
                <a:ext uri="{FF2B5EF4-FFF2-40B4-BE49-F238E27FC236}">
                  <a16:creationId xmlns:a16="http://schemas.microsoft.com/office/drawing/2014/main" id="{2CEE4539-DB45-CE2B-EE06-33315FC44159}"/>
                </a:ext>
              </a:extLst>
            </p:cNvPr>
            <p:cNvSpPr/>
            <p:nvPr/>
          </p:nvSpPr>
          <p:spPr>
            <a:xfrm>
              <a:off x="8508193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5" name="端点4">
              <a:extLst>
                <a:ext uri="{FF2B5EF4-FFF2-40B4-BE49-F238E27FC236}">
                  <a16:creationId xmlns:a16="http://schemas.microsoft.com/office/drawing/2014/main" id="{95ED7D00-E27A-24F4-0FF9-F673C0A99F31}"/>
                </a:ext>
              </a:extLst>
            </p:cNvPr>
            <p:cNvSpPr/>
            <p:nvPr/>
          </p:nvSpPr>
          <p:spPr>
            <a:xfrm>
              <a:off x="8508193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16" name="电容">
              <a:extLst>
                <a:ext uri="{FF2B5EF4-FFF2-40B4-BE49-F238E27FC236}">
                  <a16:creationId xmlns:a16="http://schemas.microsoft.com/office/drawing/2014/main" id="{9E406429-7C75-4662-10C7-5D2172B0E5F7}"/>
                </a:ext>
              </a:extLst>
            </p:cNvPr>
            <p:cNvGrpSpPr/>
            <p:nvPr/>
          </p:nvGrpSpPr>
          <p:grpSpPr>
            <a:xfrm rot="5400000">
              <a:off x="7853495" y="3190799"/>
              <a:ext cx="144016" cy="361079"/>
              <a:chOff x="4367014" y="3067921"/>
              <a:chExt cx="144016" cy="361079"/>
            </a:xfrm>
          </p:grpSpPr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B3238867-8684-2FEE-5004-9400562045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D9E80953-50D3-713F-F6C6-7DA410EEC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电线1">
              <a:extLst>
                <a:ext uri="{FF2B5EF4-FFF2-40B4-BE49-F238E27FC236}">
                  <a16:creationId xmlns:a16="http://schemas.microsoft.com/office/drawing/2014/main" id="{307A28F4-73CF-48D3-A299-2031B46225AE}"/>
                </a:ext>
              </a:extLst>
            </p:cNvPr>
            <p:cNvCxnSpPr>
              <a:cxnSpLocks/>
              <a:stCxn id="12" idx="6"/>
              <a:endCxn id="38" idx="0"/>
            </p:cNvCxnSpPr>
            <p:nvPr/>
          </p:nvCxnSpPr>
          <p:spPr>
            <a:xfrm>
              <a:off x="4679720" y="2655596"/>
              <a:ext cx="767414" cy="3563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电线3">
              <a:extLst>
                <a:ext uri="{FF2B5EF4-FFF2-40B4-BE49-F238E27FC236}">
                  <a16:creationId xmlns:a16="http://schemas.microsoft.com/office/drawing/2014/main" id="{025505A4-32EC-73BD-FB85-3E1A1ABF4683}"/>
                </a:ext>
              </a:extLst>
            </p:cNvPr>
            <p:cNvCxnSpPr>
              <a:cxnSpLocks/>
              <a:stCxn id="37" idx="3"/>
              <a:endCxn id="14" idx="2"/>
            </p:cNvCxnSpPr>
            <p:nvPr/>
          </p:nvCxnSpPr>
          <p:spPr>
            <a:xfrm flipV="1">
              <a:off x="7463358" y="2655596"/>
              <a:ext cx="1044835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电线6">
              <a:extLst>
                <a:ext uri="{FF2B5EF4-FFF2-40B4-BE49-F238E27FC236}">
                  <a16:creationId xmlns:a16="http://schemas.microsoft.com/office/drawing/2014/main" id="{791BA6B9-AC20-5406-F0F5-894E72F29B97}"/>
                </a:ext>
              </a:extLst>
            </p:cNvPr>
            <p:cNvCxnSpPr>
              <a:cxnSpLocks/>
              <a:stCxn id="13" idx="6"/>
              <a:endCxn id="15" idx="2"/>
            </p:cNvCxnSpPr>
            <p:nvPr/>
          </p:nvCxnSpPr>
          <p:spPr>
            <a:xfrm>
              <a:off x="4679720" y="4146579"/>
              <a:ext cx="382847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电线2">
              <a:extLst>
                <a:ext uri="{FF2B5EF4-FFF2-40B4-BE49-F238E27FC236}">
                  <a16:creationId xmlns:a16="http://schemas.microsoft.com/office/drawing/2014/main" id="{55EBE516-DB02-456C-A524-EE88D9582637}"/>
                </a:ext>
              </a:extLst>
            </p:cNvPr>
            <p:cNvCxnSpPr>
              <a:cxnSpLocks/>
              <a:stCxn id="38" idx="9"/>
              <a:endCxn id="37" idx="1"/>
            </p:cNvCxnSpPr>
            <p:nvPr/>
          </p:nvCxnSpPr>
          <p:spPr>
            <a:xfrm>
              <a:off x="6232122" y="2659278"/>
              <a:ext cx="583164" cy="35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电线4">
              <a:extLst>
                <a:ext uri="{FF2B5EF4-FFF2-40B4-BE49-F238E27FC236}">
                  <a16:creationId xmlns:a16="http://schemas.microsoft.com/office/drawing/2014/main" id="{01486854-82AB-F0C2-4EE9-5685A06B7DAF}"/>
                </a:ext>
              </a:extLst>
            </p:cNvPr>
            <p:cNvCxnSpPr/>
            <p:nvPr/>
          </p:nvCxnSpPr>
          <p:spPr>
            <a:xfrm>
              <a:off x="7924984" y="2657377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电线5">
              <a:extLst>
                <a:ext uri="{FF2B5EF4-FFF2-40B4-BE49-F238E27FC236}">
                  <a16:creationId xmlns:a16="http://schemas.microsoft.com/office/drawing/2014/main" id="{F89589EF-8911-A402-EFA9-C0679DDFE5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8580" y="3443347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ur">
                  <a:extLst>
                    <a:ext uri="{FF2B5EF4-FFF2-40B4-BE49-F238E27FC236}">
                      <a16:creationId xmlns:a16="http://schemas.microsoft.com/office/drawing/2014/main" id="{749E02E5-9F60-AB96-9C27-6929B053243C}"/>
                    </a:ext>
                  </a:extLst>
                </p:cNvPr>
                <p:cNvSpPr txBox="1"/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3" name="ur">
                  <a:extLst>
                    <a:ext uri="{FF2B5EF4-FFF2-40B4-BE49-F238E27FC236}">
                      <a16:creationId xmlns:a16="http://schemas.microsoft.com/office/drawing/2014/main" id="{749E02E5-9F60-AB96-9C27-6929B0532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8182" r="-3030"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uc">
                  <a:extLst>
                    <a:ext uri="{FF2B5EF4-FFF2-40B4-BE49-F238E27FC236}">
                      <a16:creationId xmlns:a16="http://schemas.microsoft.com/office/drawing/2014/main" id="{2AA4B282-FE43-1DB3-828D-1CC1CBDF2EA9}"/>
                    </a:ext>
                  </a:extLst>
                </p:cNvPr>
                <p:cNvSpPr txBox="1"/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4" name="uc">
                  <a:extLst>
                    <a:ext uri="{FF2B5EF4-FFF2-40B4-BE49-F238E27FC236}">
                      <a16:creationId xmlns:a16="http://schemas.microsoft.com/office/drawing/2014/main" id="{2AA4B282-FE43-1DB3-828D-1CC1CBDF2E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DDE88AC4-38E6-12E8-4A7A-A3C3D08C8E99}"/>
                    </a:ext>
                  </a:extLst>
                </p:cNvPr>
                <p:cNvSpPr txBox="1"/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3" name="R">
                  <a:extLst>
                    <a:ext uri="{FF2B5EF4-FFF2-40B4-BE49-F238E27FC236}">
                      <a16:creationId xmlns:a16="http://schemas.microsoft.com/office/drawing/2014/main" id="{DDE88AC4-38E6-12E8-4A7A-A3C3D08C8E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blipFill>
                  <a:blip r:embed="rId8"/>
                  <a:stretch>
                    <a:fillRect l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L">
                  <a:extLst>
                    <a:ext uri="{FF2B5EF4-FFF2-40B4-BE49-F238E27FC236}">
                      <a16:creationId xmlns:a16="http://schemas.microsoft.com/office/drawing/2014/main" id="{FD2EC088-0DFF-4F02-D791-D90F3B532936}"/>
                    </a:ext>
                  </a:extLst>
                </p:cNvPr>
                <p:cNvSpPr txBox="1"/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4" name="L">
                  <a:extLst>
                    <a:ext uri="{FF2B5EF4-FFF2-40B4-BE49-F238E27FC236}">
                      <a16:creationId xmlns:a16="http://schemas.microsoft.com/office/drawing/2014/main" id="{FD2EC088-0DFF-4F02-D791-D90F3B5329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">
                  <a:extLst>
                    <a:ext uri="{FF2B5EF4-FFF2-40B4-BE49-F238E27FC236}">
                      <a16:creationId xmlns:a16="http://schemas.microsoft.com/office/drawing/2014/main" id="{01FACB46-C54D-9416-6672-C7F2FB13E9FE}"/>
                    </a:ext>
                  </a:extLst>
                </p:cNvPr>
                <p:cNvSpPr txBox="1"/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5" name="C">
                  <a:extLst>
                    <a:ext uri="{FF2B5EF4-FFF2-40B4-BE49-F238E27FC236}">
                      <a16:creationId xmlns:a16="http://schemas.microsoft.com/office/drawing/2014/main" id="{01FACB46-C54D-9416-6672-C7F2FB13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23077" r="-19231"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电流i">
                  <a:extLst>
                    <a:ext uri="{FF2B5EF4-FFF2-40B4-BE49-F238E27FC236}">
                      <a16:creationId xmlns:a16="http://schemas.microsoft.com/office/drawing/2014/main" id="{B64420E8-25F7-A3AD-09B5-19E37F450B35}"/>
                    </a:ext>
                  </a:extLst>
                </p:cNvPr>
                <p:cNvSpPr txBox="1"/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6" name="电流i">
                  <a:extLst>
                    <a:ext uri="{FF2B5EF4-FFF2-40B4-BE49-F238E27FC236}">
                      <a16:creationId xmlns:a16="http://schemas.microsoft.com/office/drawing/2014/main" id="{B64420E8-25F7-A3AD-09B5-19E37F450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2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电阻R">
              <a:extLst>
                <a:ext uri="{FF2B5EF4-FFF2-40B4-BE49-F238E27FC236}">
                  <a16:creationId xmlns:a16="http://schemas.microsoft.com/office/drawing/2014/main" id="{DF3F9925-79D6-EFE3-5E80-A314C145225D}"/>
                </a:ext>
              </a:extLst>
            </p:cNvPr>
            <p:cNvSpPr/>
            <p:nvPr/>
          </p:nvSpPr>
          <p:spPr>
            <a:xfrm>
              <a:off x="6815286" y="2551616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8" name="电感L">
              <a:extLst>
                <a:ext uri="{FF2B5EF4-FFF2-40B4-BE49-F238E27FC236}">
                  <a16:creationId xmlns:a16="http://schemas.microsoft.com/office/drawing/2014/main" id="{BD83EC88-811F-4E72-7FC8-BEC5EFA30DCE}"/>
                </a:ext>
              </a:extLst>
            </p:cNvPr>
            <p:cNvSpPr/>
            <p:nvPr/>
          </p:nvSpPr>
          <p:spPr>
            <a:xfrm>
              <a:off x="5447134" y="2540332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" name="电流">
              <a:extLst>
                <a:ext uri="{FF2B5EF4-FFF2-40B4-BE49-F238E27FC236}">
                  <a16:creationId xmlns:a16="http://schemas.microsoft.com/office/drawing/2014/main" id="{4C0C7DA0-9D10-EE44-2C3A-BF8D66C12F43}"/>
                </a:ext>
              </a:extLst>
            </p:cNvPr>
            <p:cNvSpPr/>
            <p:nvPr/>
          </p:nvSpPr>
          <p:spPr>
            <a:xfrm>
              <a:off x="5262605" y="2997214"/>
              <a:ext cx="846667" cy="846667"/>
            </a:xfrm>
            <a:prstGeom prst="arc">
              <a:avLst>
                <a:gd name="adj1" fmla="val 16200000"/>
                <a:gd name="adj2" fmla="val 9886415"/>
              </a:avLst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40" name="uc线">
              <a:extLst>
                <a:ext uri="{FF2B5EF4-FFF2-40B4-BE49-F238E27FC236}">
                  <a16:creationId xmlns:a16="http://schemas.microsoft.com/office/drawing/2014/main" id="{F943CBA5-3EA8-5B8C-30F6-9265B35745B1}"/>
                </a:ext>
              </a:extLst>
            </p:cNvPr>
            <p:cNvCxnSpPr>
              <a:stCxn id="14" idx="4"/>
              <a:endCxn id="15" idx="0"/>
            </p:cNvCxnSpPr>
            <p:nvPr/>
          </p:nvCxnSpPr>
          <p:spPr>
            <a:xfrm>
              <a:off x="8598193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ur线">
              <a:extLst>
                <a:ext uri="{FF2B5EF4-FFF2-40B4-BE49-F238E27FC236}">
                  <a16:creationId xmlns:a16="http://schemas.microsoft.com/office/drawing/2014/main" id="{D5DDD122-3DFC-86C6-384E-C70E4124D4D6}"/>
                </a:ext>
              </a:extLst>
            </p:cNvPr>
            <p:cNvCxnSpPr/>
            <p:nvPr/>
          </p:nvCxnSpPr>
          <p:spPr>
            <a:xfrm>
              <a:off x="4589720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9670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微分方程求传递函数举例</a:t>
            </a:r>
          </a:p>
        </p:txBody>
      </p:sp>
      <p:sp>
        <p:nvSpPr>
          <p:cNvPr id="29" name="说明1">
            <a:extLst>
              <a:ext uri="{FF2B5EF4-FFF2-40B4-BE49-F238E27FC236}">
                <a16:creationId xmlns:a16="http://schemas.microsoft.com/office/drawing/2014/main" id="{4D7C97F4-F78C-E0E5-B36E-06386E21ECC1}"/>
              </a:ext>
            </a:extLst>
          </p:cNvPr>
          <p:cNvSpPr txBox="1"/>
          <p:nvPr/>
        </p:nvSpPr>
        <p:spPr>
          <a:xfrm>
            <a:off x="240044" y="3429000"/>
            <a:ext cx="49213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有负载效应的电路微分方程：</a:t>
            </a:r>
            <a:endParaRPr lang="zh-CN" altLang="en-US" sz="2800" dirty="0">
              <a:effectLst/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公式1">
                <a:extLst>
                  <a:ext uri="{FF2B5EF4-FFF2-40B4-BE49-F238E27FC236}">
                    <a16:creationId xmlns:a16="http://schemas.microsoft.com/office/drawing/2014/main" id="{473FB6A7-863A-BFA6-0B94-BB57F78E5483}"/>
                  </a:ext>
                </a:extLst>
              </p:cNvPr>
              <p:cNvSpPr txBox="1"/>
              <p:nvPr/>
            </p:nvSpPr>
            <p:spPr>
              <a:xfrm>
                <a:off x="357136" y="3949526"/>
                <a:ext cx="10621884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30" name="公式1">
                <a:extLst>
                  <a:ext uri="{FF2B5EF4-FFF2-40B4-BE49-F238E27FC236}">
                    <a16:creationId xmlns:a16="http://schemas.microsoft.com/office/drawing/2014/main" id="{473FB6A7-863A-BFA6-0B94-BB57F78E5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136" y="3949526"/>
                <a:ext cx="10621884" cy="956929"/>
              </a:xfrm>
              <a:prstGeom prst="rect">
                <a:avLst/>
              </a:prstGeom>
              <a:blipFill>
                <a:blip r:embed="rId3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说明2">
            <a:extLst>
              <a:ext uri="{FF2B5EF4-FFF2-40B4-BE49-F238E27FC236}">
                <a16:creationId xmlns:a16="http://schemas.microsoft.com/office/drawing/2014/main" id="{9DADBC5F-9F13-7E62-8E44-2205DFF80B0A}"/>
              </a:ext>
            </a:extLst>
          </p:cNvPr>
          <p:cNvSpPr txBox="1"/>
          <p:nvPr/>
        </p:nvSpPr>
        <p:spPr>
          <a:xfrm>
            <a:off x="186078" y="4926838"/>
            <a:ext cx="37632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拉氏变换</a:t>
            </a:r>
            <a:r>
              <a:rPr lang="zh-CN" altLang="en-US" sz="2800" dirty="0">
                <a:latin typeface="+mn-ea"/>
              </a:rPr>
              <a:t>并整理</a:t>
            </a:r>
            <a:r>
              <a:rPr lang="zh-CN" altLang="en-US" sz="2800" dirty="0">
                <a:effectLst/>
                <a:latin typeface="+mn-ea"/>
              </a:rPr>
              <a:t>得：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公式2">
                <a:extLst>
                  <a:ext uri="{FF2B5EF4-FFF2-40B4-BE49-F238E27FC236}">
                    <a16:creationId xmlns:a16="http://schemas.microsoft.com/office/drawing/2014/main" id="{FF5E6BD5-B3EA-7BCE-A918-E8C9D8F33077}"/>
                  </a:ext>
                </a:extLst>
              </p:cNvPr>
              <p:cNvSpPr txBox="1"/>
              <p:nvPr/>
            </p:nvSpPr>
            <p:spPr>
              <a:xfrm>
                <a:off x="910630" y="5470441"/>
                <a:ext cx="9588102" cy="10049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++(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32" name="公式2">
                <a:extLst>
                  <a:ext uri="{FF2B5EF4-FFF2-40B4-BE49-F238E27FC236}">
                    <a16:creationId xmlns:a16="http://schemas.microsoft.com/office/drawing/2014/main" id="{FF5E6BD5-B3EA-7BCE-A918-E8C9D8F33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630" y="5470441"/>
                <a:ext cx="9588102" cy="1004955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端点1">
            <a:extLst>
              <a:ext uri="{FF2B5EF4-FFF2-40B4-BE49-F238E27FC236}">
                <a16:creationId xmlns:a16="http://schemas.microsoft.com/office/drawing/2014/main" id="{28DBEC08-92A2-7E51-2FDE-03004D082F9E}"/>
              </a:ext>
            </a:extLst>
          </p:cNvPr>
          <p:cNvSpPr/>
          <p:nvPr/>
        </p:nvSpPr>
        <p:spPr>
          <a:xfrm>
            <a:off x="3906122" y="1507523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3" name="端点2">
            <a:extLst>
              <a:ext uri="{FF2B5EF4-FFF2-40B4-BE49-F238E27FC236}">
                <a16:creationId xmlns:a16="http://schemas.microsoft.com/office/drawing/2014/main" id="{547DF9D3-1026-7095-0DA5-927F98CA4C13}"/>
              </a:ext>
            </a:extLst>
          </p:cNvPr>
          <p:cNvSpPr/>
          <p:nvPr/>
        </p:nvSpPr>
        <p:spPr>
          <a:xfrm>
            <a:off x="3906122" y="2998506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4" name="端点3">
            <a:extLst>
              <a:ext uri="{FF2B5EF4-FFF2-40B4-BE49-F238E27FC236}">
                <a16:creationId xmlns:a16="http://schemas.microsoft.com/office/drawing/2014/main" id="{68551C62-4DCF-73D9-AA54-DA9FB5618DC6}"/>
              </a:ext>
            </a:extLst>
          </p:cNvPr>
          <p:cNvSpPr/>
          <p:nvPr/>
        </p:nvSpPr>
        <p:spPr>
          <a:xfrm>
            <a:off x="7914595" y="1507523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5" name="端点4">
            <a:extLst>
              <a:ext uri="{FF2B5EF4-FFF2-40B4-BE49-F238E27FC236}">
                <a16:creationId xmlns:a16="http://schemas.microsoft.com/office/drawing/2014/main" id="{39404237-A7C7-8734-F8BD-8396A6401885}"/>
              </a:ext>
            </a:extLst>
          </p:cNvPr>
          <p:cNvSpPr/>
          <p:nvPr/>
        </p:nvSpPr>
        <p:spPr>
          <a:xfrm>
            <a:off x="7914595" y="2998506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cxnSp>
        <p:nvCxnSpPr>
          <p:cNvPr id="19" name="电线6">
            <a:extLst>
              <a:ext uri="{FF2B5EF4-FFF2-40B4-BE49-F238E27FC236}">
                <a16:creationId xmlns:a16="http://schemas.microsoft.com/office/drawing/2014/main" id="{1381D1B3-38F5-D4C8-6E0D-7D4C49FCBDF7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4086122" y="3088506"/>
            <a:ext cx="3828473" cy="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ur">
                <a:extLst>
                  <a:ext uri="{FF2B5EF4-FFF2-40B4-BE49-F238E27FC236}">
                    <a16:creationId xmlns:a16="http://schemas.microsoft.com/office/drawing/2014/main" id="{E40F65C3-D176-9F68-C51C-78732A840485}"/>
                  </a:ext>
                </a:extLst>
              </p:cNvPr>
              <p:cNvSpPr txBox="1"/>
              <p:nvPr/>
            </p:nvSpPr>
            <p:spPr>
              <a:xfrm>
                <a:off x="3478339" y="2072148"/>
                <a:ext cx="4091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3" name="ur">
                <a:extLst>
                  <a:ext uri="{FF2B5EF4-FFF2-40B4-BE49-F238E27FC236}">
                    <a16:creationId xmlns:a16="http://schemas.microsoft.com/office/drawing/2014/main" id="{E40F65C3-D176-9F68-C51C-78732A840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39" y="2072148"/>
                <a:ext cx="409135" cy="430887"/>
              </a:xfrm>
              <a:prstGeom prst="rect">
                <a:avLst/>
              </a:prstGeom>
              <a:blipFill>
                <a:blip r:embed="rId5"/>
                <a:stretch>
                  <a:fillRect l="-18182" r="-3030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uc">
                <a:extLst>
                  <a:ext uri="{FF2B5EF4-FFF2-40B4-BE49-F238E27FC236}">
                    <a16:creationId xmlns:a16="http://schemas.microsoft.com/office/drawing/2014/main" id="{B333FC78-48D0-39DB-BDF6-568964B3D172}"/>
                  </a:ext>
                </a:extLst>
              </p:cNvPr>
              <p:cNvSpPr txBox="1"/>
              <p:nvPr/>
            </p:nvSpPr>
            <p:spPr>
              <a:xfrm>
                <a:off x="8019905" y="2072149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4" name="uc">
                <a:extLst>
                  <a:ext uri="{FF2B5EF4-FFF2-40B4-BE49-F238E27FC236}">
                    <a16:creationId xmlns:a16="http://schemas.microsoft.com/office/drawing/2014/main" id="{B333FC78-48D0-39DB-BDF6-568964B3D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9905" y="2072149"/>
                <a:ext cx="692168" cy="430887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1957977E-134D-2574-A771-3DB004792743}"/>
              </a:ext>
            </a:extLst>
          </p:cNvPr>
          <p:cNvGrpSpPr/>
          <p:nvPr/>
        </p:nvGrpSpPr>
        <p:grpSpPr>
          <a:xfrm>
            <a:off x="6696665" y="1599304"/>
            <a:ext cx="815779" cy="1479194"/>
            <a:chOff x="6696665" y="1599304"/>
            <a:chExt cx="815779" cy="1479194"/>
          </a:xfrm>
        </p:grpSpPr>
        <p:grpSp>
          <p:nvGrpSpPr>
            <p:cNvPr id="16" name="电容">
              <a:extLst>
                <a:ext uri="{FF2B5EF4-FFF2-40B4-BE49-F238E27FC236}">
                  <a16:creationId xmlns:a16="http://schemas.microsoft.com/office/drawing/2014/main" id="{9CD4A7D0-0D63-4148-0168-78F76712AC1D}"/>
                </a:ext>
              </a:extLst>
            </p:cNvPr>
            <p:cNvGrpSpPr/>
            <p:nvPr/>
          </p:nvGrpSpPr>
          <p:grpSpPr>
            <a:xfrm rot="5400000">
              <a:off x="7259897" y="2132726"/>
              <a:ext cx="144016" cy="361079"/>
              <a:chOff x="4367014" y="3067921"/>
              <a:chExt cx="144016" cy="361079"/>
            </a:xfrm>
          </p:grpSpPr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5F154ADE-CD90-5842-37FE-206BD7B5E8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3D92F728-417B-CEED-DBDB-3CC9028C1D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电线4">
              <a:extLst>
                <a:ext uri="{FF2B5EF4-FFF2-40B4-BE49-F238E27FC236}">
                  <a16:creationId xmlns:a16="http://schemas.microsoft.com/office/drawing/2014/main" id="{A7E8EF52-7B6B-F4A8-3C78-248C4720757F}"/>
                </a:ext>
              </a:extLst>
            </p:cNvPr>
            <p:cNvCxnSpPr/>
            <p:nvPr/>
          </p:nvCxnSpPr>
          <p:spPr>
            <a:xfrm>
              <a:off x="7331386" y="1599304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电线5">
              <a:extLst>
                <a:ext uri="{FF2B5EF4-FFF2-40B4-BE49-F238E27FC236}">
                  <a16:creationId xmlns:a16="http://schemas.microsoft.com/office/drawing/2014/main" id="{E345AEDA-EDF3-D2BB-B9D1-88B11D01D2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24982" y="2385274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2">
                  <a:extLst>
                    <a:ext uri="{FF2B5EF4-FFF2-40B4-BE49-F238E27FC236}">
                      <a16:creationId xmlns:a16="http://schemas.microsoft.com/office/drawing/2014/main" id="{6BABE500-3289-8E39-4ABA-C6712FD76E4F}"/>
                    </a:ext>
                  </a:extLst>
                </p:cNvPr>
                <p:cNvSpPr txBox="1"/>
                <p:nvPr/>
              </p:nvSpPr>
              <p:spPr>
                <a:xfrm>
                  <a:off x="6696665" y="2094193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5" name="C2">
                  <a:extLst>
                    <a:ext uri="{FF2B5EF4-FFF2-40B4-BE49-F238E27FC236}">
                      <a16:creationId xmlns:a16="http://schemas.microsoft.com/office/drawing/2014/main" id="{6BABE500-3289-8E39-4ABA-C6712FD76E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6665" y="2094193"/>
                  <a:ext cx="32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38462" r="-34615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0" name="uc线">
            <a:extLst>
              <a:ext uri="{FF2B5EF4-FFF2-40B4-BE49-F238E27FC236}">
                <a16:creationId xmlns:a16="http://schemas.microsoft.com/office/drawing/2014/main" id="{82BC458C-B3CE-71FC-3814-DDA1BE6D6F9D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>
            <a:off x="8004595" y="1687523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ur线">
            <a:extLst>
              <a:ext uri="{FF2B5EF4-FFF2-40B4-BE49-F238E27FC236}">
                <a16:creationId xmlns:a16="http://schemas.microsoft.com/office/drawing/2014/main" id="{8ADBBEC2-C03A-0A04-51A5-5BBD79DCE0D3}"/>
              </a:ext>
            </a:extLst>
          </p:cNvPr>
          <p:cNvCxnSpPr/>
          <p:nvPr/>
        </p:nvCxnSpPr>
        <p:spPr>
          <a:xfrm>
            <a:off x="3996122" y="1687523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7B43AB37-5666-722E-9B73-991E96EF9AE4}"/>
              </a:ext>
            </a:extLst>
          </p:cNvPr>
          <p:cNvGrpSpPr/>
          <p:nvPr/>
        </p:nvGrpSpPr>
        <p:grpSpPr>
          <a:xfrm>
            <a:off x="5266593" y="1599305"/>
            <a:ext cx="815779" cy="1479194"/>
            <a:chOff x="5266593" y="1599305"/>
            <a:chExt cx="815779" cy="1479194"/>
          </a:xfrm>
        </p:grpSpPr>
        <p:grpSp>
          <p:nvGrpSpPr>
            <p:cNvPr id="46" name="电容">
              <a:extLst>
                <a:ext uri="{FF2B5EF4-FFF2-40B4-BE49-F238E27FC236}">
                  <a16:creationId xmlns:a16="http://schemas.microsoft.com/office/drawing/2014/main" id="{B266A691-9D86-4196-5223-BF198497EAB8}"/>
                </a:ext>
              </a:extLst>
            </p:cNvPr>
            <p:cNvGrpSpPr/>
            <p:nvPr/>
          </p:nvGrpSpPr>
          <p:grpSpPr>
            <a:xfrm rot="5400000">
              <a:off x="5829825" y="2132727"/>
              <a:ext cx="144016" cy="361079"/>
              <a:chOff x="4367014" y="3067921"/>
              <a:chExt cx="144016" cy="361079"/>
            </a:xfrm>
          </p:grpSpPr>
          <p:cxnSp>
            <p:nvCxnSpPr>
              <p:cNvPr id="47" name="直线连接符 46">
                <a:extLst>
                  <a:ext uri="{FF2B5EF4-FFF2-40B4-BE49-F238E27FC236}">
                    <a16:creationId xmlns:a16="http://schemas.microsoft.com/office/drawing/2014/main" id="{B6F8A533-9F3D-6F6F-2A5E-EAE7E5227F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D1D7BEA8-85F1-967B-D576-2D22816ACA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电线4">
              <a:extLst>
                <a:ext uri="{FF2B5EF4-FFF2-40B4-BE49-F238E27FC236}">
                  <a16:creationId xmlns:a16="http://schemas.microsoft.com/office/drawing/2014/main" id="{7B6EC3BE-9C17-3A64-01A1-20C0A7CE3508}"/>
                </a:ext>
              </a:extLst>
            </p:cNvPr>
            <p:cNvCxnSpPr/>
            <p:nvPr/>
          </p:nvCxnSpPr>
          <p:spPr>
            <a:xfrm>
              <a:off x="5901314" y="1599305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电线5">
              <a:extLst>
                <a:ext uri="{FF2B5EF4-FFF2-40B4-BE49-F238E27FC236}">
                  <a16:creationId xmlns:a16="http://schemas.microsoft.com/office/drawing/2014/main" id="{57379A48-5603-4496-E262-DD9F7E523F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4910" y="2385275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1">
                  <a:extLst>
                    <a:ext uri="{FF2B5EF4-FFF2-40B4-BE49-F238E27FC236}">
                      <a16:creationId xmlns:a16="http://schemas.microsoft.com/office/drawing/2014/main" id="{E4E0C103-8F2A-205E-D343-DF4569FCEE7F}"/>
                    </a:ext>
                  </a:extLst>
                </p:cNvPr>
                <p:cNvSpPr txBox="1"/>
                <p:nvPr/>
              </p:nvSpPr>
              <p:spPr>
                <a:xfrm>
                  <a:off x="5266593" y="2094194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1" name="C1">
                  <a:extLst>
                    <a:ext uri="{FF2B5EF4-FFF2-40B4-BE49-F238E27FC236}">
                      <a16:creationId xmlns:a16="http://schemas.microsoft.com/office/drawing/2014/main" id="{E4E0C103-8F2A-205E-D343-DF4569FCEE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6593" y="2094194"/>
                  <a:ext cx="322168" cy="430887"/>
                </a:xfrm>
                <a:prstGeom prst="rect">
                  <a:avLst/>
                </a:prstGeom>
                <a:blipFill>
                  <a:blip r:embed="rId8"/>
                  <a:stretch>
                    <a:fillRect l="-33333" r="-25926" b="-1470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DAC3792-DEB3-B84D-6464-ED7A8731271F}"/>
              </a:ext>
            </a:extLst>
          </p:cNvPr>
          <p:cNvGrpSpPr/>
          <p:nvPr/>
        </p:nvGrpSpPr>
        <p:grpSpPr>
          <a:xfrm>
            <a:off x="4086122" y="1007015"/>
            <a:ext cx="3828473" cy="702552"/>
            <a:chOff x="4086122" y="1007015"/>
            <a:chExt cx="3828473" cy="702552"/>
          </a:xfrm>
        </p:grpSpPr>
        <p:cxnSp>
          <p:nvCxnSpPr>
            <p:cNvPr id="17" name="电线1">
              <a:extLst>
                <a:ext uri="{FF2B5EF4-FFF2-40B4-BE49-F238E27FC236}">
                  <a16:creationId xmlns:a16="http://schemas.microsoft.com/office/drawing/2014/main" id="{70B91B35-862B-20C2-0C21-341E480AEE74}"/>
                </a:ext>
              </a:extLst>
            </p:cNvPr>
            <p:cNvCxnSpPr>
              <a:cxnSpLocks/>
              <a:stCxn id="12" idx="6"/>
              <a:endCxn id="44" idx="1"/>
            </p:cNvCxnSpPr>
            <p:nvPr/>
          </p:nvCxnSpPr>
          <p:spPr>
            <a:xfrm>
              <a:off x="4086122" y="1597523"/>
              <a:ext cx="839422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电线3">
              <a:extLst>
                <a:ext uri="{FF2B5EF4-FFF2-40B4-BE49-F238E27FC236}">
                  <a16:creationId xmlns:a16="http://schemas.microsoft.com/office/drawing/2014/main" id="{CEEEE5CF-2DC5-839D-56A5-B5196123D368}"/>
                </a:ext>
              </a:extLst>
            </p:cNvPr>
            <p:cNvCxnSpPr>
              <a:cxnSpLocks/>
              <a:stCxn id="37" idx="3"/>
              <a:endCxn id="14" idx="2"/>
            </p:cNvCxnSpPr>
            <p:nvPr/>
          </p:nvCxnSpPr>
          <p:spPr>
            <a:xfrm flipV="1">
              <a:off x="6869760" y="1597523"/>
              <a:ext cx="1044835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电线2">
              <a:extLst>
                <a:ext uri="{FF2B5EF4-FFF2-40B4-BE49-F238E27FC236}">
                  <a16:creationId xmlns:a16="http://schemas.microsoft.com/office/drawing/2014/main" id="{5A92FBEF-8F76-D709-65A1-012AA4C180F7}"/>
                </a:ext>
              </a:extLst>
            </p:cNvPr>
            <p:cNvCxnSpPr>
              <a:cxnSpLocks/>
              <a:stCxn id="44" idx="3"/>
              <a:endCxn id="37" idx="1"/>
            </p:cNvCxnSpPr>
            <p:nvPr/>
          </p:nvCxnSpPr>
          <p:spPr>
            <a:xfrm>
              <a:off x="5573616" y="1597523"/>
              <a:ext cx="648072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2">
                  <a:extLst>
                    <a:ext uri="{FF2B5EF4-FFF2-40B4-BE49-F238E27FC236}">
                      <a16:creationId xmlns:a16="http://schemas.microsoft.com/office/drawing/2014/main" id="{8A203C7C-74E2-C7A5-0B6C-939FCC43FF30}"/>
                    </a:ext>
                  </a:extLst>
                </p:cNvPr>
                <p:cNvSpPr txBox="1"/>
                <p:nvPr/>
              </p:nvSpPr>
              <p:spPr>
                <a:xfrm>
                  <a:off x="6318174" y="1007015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3" name="R2">
                  <a:extLst>
                    <a:ext uri="{FF2B5EF4-FFF2-40B4-BE49-F238E27FC236}">
                      <a16:creationId xmlns:a16="http://schemas.microsoft.com/office/drawing/2014/main" id="{8A203C7C-74E2-C7A5-0B6C-939FCC43F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8174" y="1007015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l="-18919" r="-8108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电阻R2">
              <a:extLst>
                <a:ext uri="{FF2B5EF4-FFF2-40B4-BE49-F238E27FC236}">
                  <a16:creationId xmlns:a16="http://schemas.microsoft.com/office/drawing/2014/main" id="{FAFE782E-0820-5AAB-56B2-69D17468D75C}"/>
                </a:ext>
              </a:extLst>
            </p:cNvPr>
            <p:cNvSpPr/>
            <p:nvPr/>
          </p:nvSpPr>
          <p:spPr>
            <a:xfrm>
              <a:off x="6221688" y="1493543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44" name="电阻R1">
              <a:extLst>
                <a:ext uri="{FF2B5EF4-FFF2-40B4-BE49-F238E27FC236}">
                  <a16:creationId xmlns:a16="http://schemas.microsoft.com/office/drawing/2014/main" id="{7C424EEA-2B6C-19CD-33CE-94FA0DA8C1FD}"/>
                </a:ext>
              </a:extLst>
            </p:cNvPr>
            <p:cNvSpPr/>
            <p:nvPr/>
          </p:nvSpPr>
          <p:spPr>
            <a:xfrm>
              <a:off x="4925544" y="1489511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R1">
                  <a:extLst>
                    <a:ext uri="{FF2B5EF4-FFF2-40B4-BE49-F238E27FC236}">
                      <a16:creationId xmlns:a16="http://schemas.microsoft.com/office/drawing/2014/main" id="{0E03F87E-0D2E-362A-50E2-85C94DFCD142}"/>
                    </a:ext>
                  </a:extLst>
                </p:cNvPr>
                <p:cNvSpPr txBox="1"/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2" name="R1">
                  <a:extLst>
                    <a:ext uri="{FF2B5EF4-FFF2-40B4-BE49-F238E27FC236}">
                      <a16:creationId xmlns:a16="http://schemas.microsoft.com/office/drawing/2014/main" id="{0E03F87E-0D2E-362A-50E2-85C94DFCD1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blipFill>
                  <a:blip r:embed="rId10"/>
                  <a:stretch>
                    <a:fillRect l="-16216" r="-5405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8897E4DA-FB2E-48EF-E508-3C0E3ACE3E1C}"/>
              </a:ext>
            </a:extLst>
          </p:cNvPr>
          <p:cNvGrpSpPr/>
          <p:nvPr/>
        </p:nvGrpSpPr>
        <p:grpSpPr>
          <a:xfrm>
            <a:off x="4295006" y="1808896"/>
            <a:ext cx="1008112" cy="432362"/>
            <a:chOff x="4295006" y="1808896"/>
            <a:chExt cx="1008112" cy="432362"/>
          </a:xfrm>
        </p:grpSpPr>
        <p:cxnSp>
          <p:nvCxnSpPr>
            <p:cNvPr id="5" name="电流信号">
              <a:extLst>
                <a:ext uri="{FF2B5EF4-FFF2-40B4-BE49-F238E27FC236}">
                  <a16:creationId xmlns:a16="http://schemas.microsoft.com/office/drawing/2014/main" id="{574F969C-469E-09DF-5660-70BE3B492DB3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i">
                  <a:extLst>
                    <a:ext uri="{FF2B5EF4-FFF2-40B4-BE49-F238E27FC236}">
                      <a16:creationId xmlns:a16="http://schemas.microsoft.com/office/drawing/2014/main" id="{E2E1410E-C1C8-DBED-E830-F040F7ECEF26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3" name="i">
                  <a:extLst>
                    <a:ext uri="{FF2B5EF4-FFF2-40B4-BE49-F238E27FC236}">
                      <a16:creationId xmlns:a16="http://schemas.microsoft.com/office/drawing/2014/main" id="{E2E1410E-C1C8-DBED-E830-F040F7ECE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11"/>
                  <a:stretch>
                    <a:fillRect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67975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32" grpId="0"/>
      <p:bldP spid="12" grpId="0" animBg="1"/>
      <p:bldP spid="13" grpId="0" animBg="1"/>
      <p:bldP spid="14" grpId="0" animBg="1"/>
      <p:bldP spid="15" grpId="0" animBg="1"/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微分方程求传递函数举例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5E2AE57-D550-D0B0-FF65-3501CB516E38}"/>
              </a:ext>
            </a:extLst>
          </p:cNvPr>
          <p:cNvGrpSpPr/>
          <p:nvPr/>
        </p:nvGrpSpPr>
        <p:grpSpPr>
          <a:xfrm>
            <a:off x="7650654" y="308820"/>
            <a:ext cx="2720112" cy="3233506"/>
            <a:chOff x="7650654" y="308820"/>
            <a:chExt cx="2720112" cy="3233506"/>
          </a:xfrm>
        </p:grpSpPr>
        <p:cxnSp>
          <p:nvCxnSpPr>
            <p:cNvPr id="4" name="直线连接符 3">
              <a:extLst>
                <a:ext uri="{FF2B5EF4-FFF2-40B4-BE49-F238E27FC236}">
                  <a16:creationId xmlns:a16="http://schemas.microsoft.com/office/drawing/2014/main" id="{C7896C96-B83E-0D0D-B5C0-1A724EADE80A}"/>
                </a:ext>
              </a:extLst>
            </p:cNvPr>
            <p:cNvCxnSpPr/>
            <p:nvPr/>
          </p:nvCxnSpPr>
          <p:spPr>
            <a:xfrm>
              <a:off x="7800730" y="549275"/>
              <a:ext cx="2352012" cy="0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EF259703-11B4-9330-DA9A-7B5A28CB4574}"/>
                </a:ext>
              </a:extLst>
            </p:cNvPr>
            <p:cNvCxnSpPr>
              <a:cxnSpLocks/>
            </p:cNvCxnSpPr>
            <p:nvPr/>
          </p:nvCxnSpPr>
          <p:spPr>
            <a:xfrm>
              <a:off x="7895406" y="549275"/>
              <a:ext cx="0" cy="2951733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AA29F8AC-A0DB-2403-7E04-1B4074787B9C}"/>
                </a:ext>
              </a:extLst>
            </p:cNvPr>
            <p:cNvCxnSpPr>
              <a:cxnSpLocks/>
            </p:cNvCxnSpPr>
            <p:nvPr/>
          </p:nvCxnSpPr>
          <p:spPr>
            <a:xfrm>
              <a:off x="10055646" y="549274"/>
              <a:ext cx="0" cy="2951733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线连接符 24">
              <a:extLst>
                <a:ext uri="{FF2B5EF4-FFF2-40B4-BE49-F238E27FC236}">
                  <a16:creationId xmlns:a16="http://schemas.microsoft.com/office/drawing/2014/main" id="{46E29DB7-52B0-CCBF-95EF-1BC94FB214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073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线连接符 47">
              <a:extLst>
                <a:ext uri="{FF2B5EF4-FFF2-40B4-BE49-F238E27FC236}">
                  <a16:creationId xmlns:a16="http://schemas.microsoft.com/office/drawing/2014/main" id="{56BB79EF-9F2B-2B86-828E-B32A59DB09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603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线连接符 48">
              <a:extLst>
                <a:ext uri="{FF2B5EF4-FFF2-40B4-BE49-F238E27FC236}">
                  <a16:creationId xmlns:a16="http://schemas.microsoft.com/office/drawing/2014/main" id="{5FAE7606-1AEE-384A-57EC-930145089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134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C54A10A4-5191-8BF4-DE79-F903279FF3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664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2DED2FD5-2B03-3065-FE96-59AE57EFD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195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线连接符 51">
              <a:extLst>
                <a:ext uri="{FF2B5EF4-FFF2-40B4-BE49-F238E27FC236}">
                  <a16:creationId xmlns:a16="http://schemas.microsoft.com/office/drawing/2014/main" id="{72A1374A-2519-B3B1-5B37-0C496E0A2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725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27FE7E20-8767-A796-3724-B4FDB72287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256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线连接符 53">
              <a:extLst>
                <a:ext uri="{FF2B5EF4-FFF2-40B4-BE49-F238E27FC236}">
                  <a16:creationId xmlns:a16="http://schemas.microsoft.com/office/drawing/2014/main" id="{9B9FA576-DEFC-AED7-C4FC-9F29ECEC15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786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线连接符 54">
              <a:extLst>
                <a:ext uri="{FF2B5EF4-FFF2-40B4-BE49-F238E27FC236}">
                  <a16:creationId xmlns:a16="http://schemas.microsoft.com/office/drawing/2014/main" id="{CB26919F-99EE-7868-56A6-1867E3C2FF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317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D8E2A64F-E1D0-101D-D3F9-AD020DC4B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847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线连接符 66">
              <a:extLst>
                <a:ext uri="{FF2B5EF4-FFF2-40B4-BE49-F238E27FC236}">
                  <a16:creationId xmlns:a16="http://schemas.microsoft.com/office/drawing/2014/main" id="{E68CA913-FF53-181A-C6D5-94BF2EDA51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378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线连接符 67">
              <a:extLst>
                <a:ext uri="{FF2B5EF4-FFF2-40B4-BE49-F238E27FC236}">
                  <a16:creationId xmlns:a16="http://schemas.microsoft.com/office/drawing/2014/main" id="{0121010E-12CB-6B79-B956-C8AF2D9910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0908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连接符 68">
              <a:extLst>
                <a:ext uri="{FF2B5EF4-FFF2-40B4-BE49-F238E27FC236}">
                  <a16:creationId xmlns:a16="http://schemas.microsoft.com/office/drawing/2014/main" id="{BEC32FA9-42B3-1B1A-50CF-29F62D26CB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439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线连接符 69">
              <a:extLst>
                <a:ext uri="{FF2B5EF4-FFF2-40B4-BE49-F238E27FC236}">
                  <a16:creationId xmlns:a16="http://schemas.microsoft.com/office/drawing/2014/main" id="{99E7FCEA-1368-CC03-4D8C-EE5DA2232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9695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线连接符 70">
              <a:extLst>
                <a:ext uri="{FF2B5EF4-FFF2-40B4-BE49-F238E27FC236}">
                  <a16:creationId xmlns:a16="http://schemas.microsoft.com/office/drawing/2014/main" id="{6FC7BB22-B941-CF11-C184-F4240DC2A9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75000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线连接符 73">
              <a:extLst>
                <a:ext uri="{FF2B5EF4-FFF2-40B4-BE49-F238E27FC236}">
                  <a16:creationId xmlns:a16="http://schemas.microsoft.com/office/drawing/2014/main" id="{45580467-509B-0CAF-F2C3-3A2EDBB759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0312" y="30882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线连接符 74">
              <a:extLst>
                <a:ext uri="{FF2B5EF4-FFF2-40B4-BE49-F238E27FC236}">
                  <a16:creationId xmlns:a16="http://schemas.microsoft.com/office/drawing/2014/main" id="{B5F3DB7B-2630-467C-83D9-063472DBE3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558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线连接符 75">
              <a:extLst>
                <a:ext uri="{FF2B5EF4-FFF2-40B4-BE49-F238E27FC236}">
                  <a16:creationId xmlns:a16="http://schemas.microsoft.com/office/drawing/2014/main" id="{B6FAF4CB-D8AE-96BF-35D1-AD9601B884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711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线连接符 76">
              <a:extLst>
                <a:ext uri="{FF2B5EF4-FFF2-40B4-BE49-F238E27FC236}">
                  <a16:creationId xmlns:a16="http://schemas.microsoft.com/office/drawing/2014/main" id="{B1DE1D38-0E41-40FA-501E-5631B3BD3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863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连接符 77">
              <a:extLst>
                <a:ext uri="{FF2B5EF4-FFF2-40B4-BE49-F238E27FC236}">
                  <a16:creationId xmlns:a16="http://schemas.microsoft.com/office/drawing/2014/main" id="{6D0C251D-14AA-A7DF-14CD-ACB1034F4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015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线连接符 78">
              <a:extLst>
                <a:ext uri="{FF2B5EF4-FFF2-40B4-BE49-F238E27FC236}">
                  <a16:creationId xmlns:a16="http://schemas.microsoft.com/office/drawing/2014/main" id="{D6F786E3-4479-B36B-E76E-0E9A3029D4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168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9A9CFF1C-48A8-C39C-4561-36C1AD7AF4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320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5DF18876-C529-FE35-5E81-415A1C6B88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473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线连接符 81">
              <a:extLst>
                <a:ext uri="{FF2B5EF4-FFF2-40B4-BE49-F238E27FC236}">
                  <a16:creationId xmlns:a16="http://schemas.microsoft.com/office/drawing/2014/main" id="{51384A2D-7834-488E-6C8D-1484930683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625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线连接符 82">
              <a:extLst>
                <a:ext uri="{FF2B5EF4-FFF2-40B4-BE49-F238E27FC236}">
                  <a16:creationId xmlns:a16="http://schemas.microsoft.com/office/drawing/2014/main" id="{9BB7E86C-4CB0-8198-996D-5E1546F2BC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777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线连接符 83">
              <a:extLst>
                <a:ext uri="{FF2B5EF4-FFF2-40B4-BE49-F238E27FC236}">
                  <a16:creationId xmlns:a16="http://schemas.microsoft.com/office/drawing/2014/main" id="{5440A628-41D0-3E79-B20A-1B60F4B32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1930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F2AFA1C8-273D-5604-CC57-1498336695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082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线连接符 85">
              <a:extLst>
                <a:ext uri="{FF2B5EF4-FFF2-40B4-BE49-F238E27FC236}">
                  <a16:creationId xmlns:a16="http://schemas.microsoft.com/office/drawing/2014/main" id="{2262AEF1-2711-FAD4-9D60-AFFBA52195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235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线连接符 86">
              <a:extLst>
                <a:ext uri="{FF2B5EF4-FFF2-40B4-BE49-F238E27FC236}">
                  <a16:creationId xmlns:a16="http://schemas.microsoft.com/office/drawing/2014/main" id="{D8AF5FF5-E317-CDF9-CEC0-225732F01E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387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连接符 87">
              <a:extLst>
                <a:ext uri="{FF2B5EF4-FFF2-40B4-BE49-F238E27FC236}">
                  <a16:creationId xmlns:a16="http://schemas.microsoft.com/office/drawing/2014/main" id="{8C02B45A-B73D-8BBB-D162-599E6B8E67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539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9C95DB68-B565-0145-4014-6D4DAD2F9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6922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连接符 89">
              <a:extLst>
                <a:ext uri="{FF2B5EF4-FFF2-40B4-BE49-F238E27FC236}">
                  <a16:creationId xmlns:a16="http://schemas.microsoft.com/office/drawing/2014/main" id="{EE73BBEB-0C50-09A5-5D3C-1FE86A4088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8446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连接符 90">
              <a:extLst>
                <a:ext uri="{FF2B5EF4-FFF2-40B4-BE49-F238E27FC236}">
                  <a16:creationId xmlns:a16="http://schemas.microsoft.com/office/drawing/2014/main" id="{F9F5EEE6-2FEA-E0DD-DD0E-4FEA682013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29970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连接符 91">
              <a:extLst>
                <a:ext uri="{FF2B5EF4-FFF2-40B4-BE49-F238E27FC236}">
                  <a16:creationId xmlns:a16="http://schemas.microsoft.com/office/drawing/2014/main" id="{32766D99-F5F4-4750-0FBF-3E83803482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31494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连接符 92">
              <a:extLst>
                <a:ext uri="{FF2B5EF4-FFF2-40B4-BE49-F238E27FC236}">
                  <a16:creationId xmlns:a16="http://schemas.microsoft.com/office/drawing/2014/main" id="{32ACCD85-EE86-9D71-B84E-B3E9CBFF69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50654" y="3301872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1DA1763E-D5DA-86DB-F8F9-3CF61A6E3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507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线连接符 96">
              <a:extLst>
                <a:ext uri="{FF2B5EF4-FFF2-40B4-BE49-F238E27FC236}">
                  <a16:creationId xmlns:a16="http://schemas.microsoft.com/office/drawing/2014/main" id="{CF9A4397-93B6-3428-A862-64F8E3ED81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660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线连接符 97">
              <a:extLst>
                <a:ext uri="{FF2B5EF4-FFF2-40B4-BE49-F238E27FC236}">
                  <a16:creationId xmlns:a16="http://schemas.microsoft.com/office/drawing/2014/main" id="{8BBBE4D6-BF58-18A3-0EB0-B34D6CE5D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812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线连接符 98">
              <a:extLst>
                <a:ext uri="{FF2B5EF4-FFF2-40B4-BE49-F238E27FC236}">
                  <a16:creationId xmlns:a16="http://schemas.microsoft.com/office/drawing/2014/main" id="{667FDAF4-4F6F-C5D1-9138-A590C5996B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965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线连接符 99">
              <a:extLst>
                <a:ext uri="{FF2B5EF4-FFF2-40B4-BE49-F238E27FC236}">
                  <a16:creationId xmlns:a16="http://schemas.microsoft.com/office/drawing/2014/main" id="{1E11E793-E6E9-9A13-0078-F861C20F1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117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线连接符 100">
              <a:extLst>
                <a:ext uri="{FF2B5EF4-FFF2-40B4-BE49-F238E27FC236}">
                  <a16:creationId xmlns:a16="http://schemas.microsoft.com/office/drawing/2014/main" id="{A25D505D-B768-EAC9-4D48-039392CECE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269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线连接符 101">
              <a:extLst>
                <a:ext uri="{FF2B5EF4-FFF2-40B4-BE49-F238E27FC236}">
                  <a16:creationId xmlns:a16="http://schemas.microsoft.com/office/drawing/2014/main" id="{E3E8BDF0-C86F-0746-C863-8D675C77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422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线连接符 102">
              <a:extLst>
                <a:ext uri="{FF2B5EF4-FFF2-40B4-BE49-F238E27FC236}">
                  <a16:creationId xmlns:a16="http://schemas.microsoft.com/office/drawing/2014/main" id="{38D16D14-C827-04F1-BFE5-43CC2D482C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574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线连接符 103">
              <a:extLst>
                <a:ext uri="{FF2B5EF4-FFF2-40B4-BE49-F238E27FC236}">
                  <a16:creationId xmlns:a16="http://schemas.microsoft.com/office/drawing/2014/main" id="{D81C4954-3B0A-9D54-CEBD-00545D7DC7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727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线连接符 104">
              <a:extLst>
                <a:ext uri="{FF2B5EF4-FFF2-40B4-BE49-F238E27FC236}">
                  <a16:creationId xmlns:a16="http://schemas.microsoft.com/office/drawing/2014/main" id="{0A10C66F-3993-AB5F-FF04-F6F2099B44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1879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线连接符 105">
              <a:extLst>
                <a:ext uri="{FF2B5EF4-FFF2-40B4-BE49-F238E27FC236}">
                  <a16:creationId xmlns:a16="http://schemas.microsoft.com/office/drawing/2014/main" id="{C8156750-2E5A-95F1-9659-D64A1EDD53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031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线连接符 106">
              <a:extLst>
                <a:ext uri="{FF2B5EF4-FFF2-40B4-BE49-F238E27FC236}">
                  <a16:creationId xmlns:a16="http://schemas.microsoft.com/office/drawing/2014/main" id="{2EF2FD09-5287-73E0-22CA-92A5B9C07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184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线连接符 107">
              <a:extLst>
                <a:ext uri="{FF2B5EF4-FFF2-40B4-BE49-F238E27FC236}">
                  <a16:creationId xmlns:a16="http://schemas.microsoft.com/office/drawing/2014/main" id="{9990E742-FFAF-292B-D03C-4001E2243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336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3838DEB1-FC71-6BC9-E523-6B1C0C158B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489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线连接符 109">
              <a:extLst>
                <a:ext uri="{FF2B5EF4-FFF2-40B4-BE49-F238E27FC236}">
                  <a16:creationId xmlns:a16="http://schemas.microsoft.com/office/drawing/2014/main" id="{D470E403-C857-7335-36DD-26B63DFE6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6414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线连接符 110">
              <a:extLst>
                <a:ext uri="{FF2B5EF4-FFF2-40B4-BE49-F238E27FC236}">
                  <a16:creationId xmlns:a16="http://schemas.microsoft.com/office/drawing/2014/main" id="{8BA7D954-7100-C88A-53FE-4236072FA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7938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线连接符 111">
              <a:extLst>
                <a:ext uri="{FF2B5EF4-FFF2-40B4-BE49-F238E27FC236}">
                  <a16:creationId xmlns:a16="http://schemas.microsoft.com/office/drawing/2014/main" id="{BFB4D90C-94C6-8815-886B-10D4A2361E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29462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线连接符 112">
              <a:extLst>
                <a:ext uri="{FF2B5EF4-FFF2-40B4-BE49-F238E27FC236}">
                  <a16:creationId xmlns:a16="http://schemas.microsoft.com/office/drawing/2014/main" id="{E1180679-2042-AD02-0606-09ED6CA0EF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30986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线连接符 113">
              <a:extLst>
                <a:ext uri="{FF2B5EF4-FFF2-40B4-BE49-F238E27FC236}">
                  <a16:creationId xmlns:a16="http://schemas.microsoft.com/office/drawing/2014/main" id="{ADE64226-72BD-5763-B104-7E8608049C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51924" y="3251050"/>
              <a:ext cx="240454" cy="240454"/>
            </a:xfrm>
            <a:prstGeom prst="line">
              <a:avLst/>
            </a:prstGeom>
            <a:ln w="254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说明1">
            <a:extLst>
              <a:ext uri="{FF2B5EF4-FFF2-40B4-BE49-F238E27FC236}">
                <a16:creationId xmlns:a16="http://schemas.microsoft.com/office/drawing/2014/main" id="{28575580-E622-487E-1858-7BBB30BB9A35}"/>
              </a:ext>
            </a:extLst>
          </p:cNvPr>
          <p:cNvSpPr txBox="1"/>
          <p:nvPr/>
        </p:nvSpPr>
        <p:spPr>
          <a:xfrm>
            <a:off x="359598" y="4027369"/>
            <a:ext cx="47708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弹簧</a:t>
            </a:r>
            <a:r>
              <a:rPr lang="en-US" altLang="zh-CN" sz="2800" dirty="0">
                <a:effectLst/>
                <a:latin typeface="+mn-ea"/>
              </a:rPr>
              <a:t>-</a:t>
            </a:r>
            <a:r>
              <a:rPr lang="zh-CN" altLang="en-US" sz="2800" dirty="0">
                <a:effectLst/>
                <a:latin typeface="+mn-ea"/>
              </a:rPr>
              <a:t>阻尼系统的微分方程：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公式1">
                <a:extLst>
                  <a:ext uri="{FF2B5EF4-FFF2-40B4-BE49-F238E27FC236}">
                    <a16:creationId xmlns:a16="http://schemas.microsoft.com/office/drawing/2014/main" id="{D0B91B0D-FF91-DE92-22B1-64EEB8AB425C}"/>
                  </a:ext>
                </a:extLst>
              </p:cNvPr>
              <p:cNvSpPr txBox="1"/>
              <p:nvPr/>
            </p:nvSpPr>
            <p:spPr>
              <a:xfrm>
                <a:off x="5147252" y="3911934"/>
                <a:ext cx="5832648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𝐾𝑥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8" name="公式1">
                <a:extLst>
                  <a:ext uri="{FF2B5EF4-FFF2-40B4-BE49-F238E27FC236}">
                    <a16:creationId xmlns:a16="http://schemas.microsoft.com/office/drawing/2014/main" id="{D0B91B0D-FF91-DE92-22B1-64EEB8AB4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252" y="3911934"/>
                <a:ext cx="5832648" cy="956929"/>
              </a:xfrm>
              <a:prstGeom prst="rect">
                <a:avLst/>
              </a:prstGeom>
              <a:blipFill>
                <a:blip r:embed="rId3"/>
                <a:stretch>
                  <a:fillRect r="-435"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公式2">
                <a:extLst>
                  <a:ext uri="{FF2B5EF4-FFF2-40B4-BE49-F238E27FC236}">
                    <a16:creationId xmlns:a16="http://schemas.microsoft.com/office/drawing/2014/main" id="{C4A8591C-D688-5996-23B8-BF9D0362CC44}"/>
                  </a:ext>
                </a:extLst>
              </p:cNvPr>
              <p:cNvSpPr txBox="1"/>
              <p:nvPr/>
            </p:nvSpPr>
            <p:spPr>
              <a:xfrm>
                <a:off x="5015086" y="4967609"/>
                <a:ext cx="4075834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altLang="zh-CN" sz="280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𝐵𝑠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59" name="公式2">
                <a:extLst>
                  <a:ext uri="{FF2B5EF4-FFF2-40B4-BE49-F238E27FC236}">
                    <a16:creationId xmlns:a16="http://schemas.microsoft.com/office/drawing/2014/main" id="{C4A8591C-D688-5996-23B8-BF9D0362C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086" y="4967609"/>
                <a:ext cx="4075834" cy="989438"/>
              </a:xfrm>
              <a:prstGeom prst="rect">
                <a:avLst/>
              </a:prstGeom>
              <a:blipFill>
                <a:blip r:embed="rId4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说明1">
            <a:extLst>
              <a:ext uri="{FF2B5EF4-FFF2-40B4-BE49-F238E27FC236}">
                <a16:creationId xmlns:a16="http://schemas.microsoft.com/office/drawing/2014/main" id="{FF9FA536-4598-76C6-09F2-4D1755BD8DBD}"/>
              </a:ext>
            </a:extLst>
          </p:cNvPr>
          <p:cNvSpPr txBox="1"/>
          <p:nvPr/>
        </p:nvSpPr>
        <p:spPr>
          <a:xfrm>
            <a:off x="396952" y="4927613"/>
            <a:ext cx="35384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拉氏变换</a:t>
            </a:r>
            <a:r>
              <a:rPr lang="zh-CN" altLang="en-US" sz="2800" dirty="0">
                <a:latin typeface="+mn-ea"/>
              </a:rPr>
              <a:t>并整理</a:t>
            </a:r>
            <a:r>
              <a:rPr lang="zh-CN" altLang="en-US" sz="2800" dirty="0">
                <a:effectLst/>
                <a:latin typeface="+mn-ea"/>
              </a:rPr>
              <a:t>得：</a:t>
            </a:r>
            <a:endParaRPr lang="zh-CN" altLang="en-US" sz="2800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609A7ABF-3EC6-A317-70DA-033B827DF00D}"/>
              </a:ext>
            </a:extLst>
          </p:cNvPr>
          <p:cNvGrpSpPr/>
          <p:nvPr/>
        </p:nvGrpSpPr>
        <p:grpSpPr>
          <a:xfrm>
            <a:off x="8362249" y="549274"/>
            <a:ext cx="1224136" cy="2401849"/>
            <a:chOff x="8362249" y="549274"/>
            <a:chExt cx="1224136" cy="2401849"/>
          </a:xfrm>
        </p:grpSpPr>
        <p:sp>
          <p:nvSpPr>
            <p:cNvPr id="15" name="弹簧">
              <a:extLst>
                <a:ext uri="{FF2B5EF4-FFF2-40B4-BE49-F238E27FC236}">
                  <a16:creationId xmlns:a16="http://schemas.microsoft.com/office/drawing/2014/main" id="{8D7374E9-9DFF-B3A2-A48C-1413937DD358}"/>
                </a:ext>
              </a:extLst>
            </p:cNvPr>
            <p:cNvSpPr/>
            <p:nvPr/>
          </p:nvSpPr>
          <p:spPr>
            <a:xfrm rot="5400000">
              <a:off x="8584242" y="1334544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M">
                  <a:extLst>
                    <a:ext uri="{FF2B5EF4-FFF2-40B4-BE49-F238E27FC236}">
                      <a16:creationId xmlns:a16="http://schemas.microsoft.com/office/drawing/2014/main" id="{FD0BAB04-129B-C478-F2BB-8BE89C7ABDA6}"/>
                    </a:ext>
                  </a:extLst>
                </p:cNvPr>
                <p:cNvSpPr/>
                <p:nvPr/>
              </p:nvSpPr>
              <p:spPr>
                <a:xfrm>
                  <a:off x="8362249" y="2281929"/>
                  <a:ext cx="1224136" cy="669194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" name="M">
                  <a:extLst>
                    <a:ext uri="{FF2B5EF4-FFF2-40B4-BE49-F238E27FC236}">
                      <a16:creationId xmlns:a16="http://schemas.microsoft.com/office/drawing/2014/main" id="{FD0BAB04-129B-C478-F2BB-8BE89C7ABDA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62249" y="2281929"/>
                  <a:ext cx="1224136" cy="6691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线段1">
              <a:extLst>
                <a:ext uri="{FF2B5EF4-FFF2-40B4-BE49-F238E27FC236}">
                  <a16:creationId xmlns:a16="http://schemas.microsoft.com/office/drawing/2014/main" id="{12D71A9B-4B83-7558-DB52-EBA7CC08B170}"/>
                </a:ext>
              </a:extLst>
            </p:cNvPr>
            <p:cNvCxnSpPr>
              <a:cxnSpLocks/>
              <a:endCxn id="15" idx="0"/>
            </p:cNvCxnSpPr>
            <p:nvPr/>
          </p:nvCxnSpPr>
          <p:spPr>
            <a:xfrm flipH="1">
              <a:off x="8975555" y="549274"/>
              <a:ext cx="1181" cy="510422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线段2">
              <a:extLst>
                <a:ext uri="{FF2B5EF4-FFF2-40B4-BE49-F238E27FC236}">
                  <a16:creationId xmlns:a16="http://schemas.microsoft.com/office/drawing/2014/main" id="{3C3171B8-53E7-9889-2D6B-7AD3BB586282}"/>
                </a:ext>
              </a:extLst>
            </p:cNvPr>
            <p:cNvCxnSpPr>
              <a:cxnSpLocks/>
              <a:stCxn id="15" idx="9"/>
              <a:endCxn id="2" idx="0"/>
            </p:cNvCxnSpPr>
            <p:nvPr/>
          </p:nvCxnSpPr>
          <p:spPr>
            <a:xfrm flipH="1">
              <a:off x="8974317" y="1844684"/>
              <a:ext cx="1119" cy="437245"/>
            </a:xfrm>
            <a:prstGeom prst="line">
              <a:avLst/>
            </a:prstGeom>
            <a:ln w="381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7E894BF-5191-66D0-AE9E-1F619A22A793}"/>
              </a:ext>
            </a:extLst>
          </p:cNvPr>
          <p:cNvGrpSpPr/>
          <p:nvPr/>
        </p:nvGrpSpPr>
        <p:grpSpPr>
          <a:xfrm>
            <a:off x="10152742" y="2290483"/>
            <a:ext cx="821982" cy="850485"/>
            <a:chOff x="10152742" y="2290483"/>
            <a:chExt cx="821982" cy="850485"/>
          </a:xfrm>
        </p:grpSpPr>
        <p:grpSp>
          <p:nvGrpSpPr>
            <p:cNvPr id="28" name="位移指示">
              <a:extLst>
                <a:ext uri="{FF2B5EF4-FFF2-40B4-BE49-F238E27FC236}">
                  <a16:creationId xmlns:a16="http://schemas.microsoft.com/office/drawing/2014/main" id="{39216CC5-925F-458E-2D84-7E4CBFEB029F}"/>
                </a:ext>
              </a:extLst>
            </p:cNvPr>
            <p:cNvGrpSpPr/>
            <p:nvPr/>
          </p:nvGrpSpPr>
          <p:grpSpPr>
            <a:xfrm>
              <a:off x="10152742" y="2290483"/>
              <a:ext cx="506062" cy="850485"/>
              <a:chOff x="10152742" y="2290483"/>
              <a:chExt cx="506062" cy="850485"/>
            </a:xfrm>
          </p:grpSpPr>
          <p:cxnSp>
            <p:nvCxnSpPr>
              <p:cNvPr id="30" name="直线连接符 29">
                <a:extLst>
                  <a:ext uri="{FF2B5EF4-FFF2-40B4-BE49-F238E27FC236}">
                    <a16:creationId xmlns:a16="http://schemas.microsoft.com/office/drawing/2014/main" id="{37FB1462-BFB4-3675-CD0B-B5F7268B72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152742" y="2290483"/>
                <a:ext cx="506062" cy="0"/>
              </a:xfrm>
              <a:prstGeom prst="line">
                <a:avLst/>
              </a:prstGeom>
              <a:ln w="254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0A0B2243-FCCA-75E5-E84D-3A86BC0884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405773" y="2290483"/>
                <a:ext cx="9815" cy="850485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x">
                  <a:extLst>
                    <a:ext uri="{FF2B5EF4-FFF2-40B4-BE49-F238E27FC236}">
                      <a16:creationId xmlns:a16="http://schemas.microsoft.com/office/drawing/2014/main" id="{7054A75C-0307-3E70-5880-83BC53570CA7}"/>
                    </a:ext>
                  </a:extLst>
                </p:cNvPr>
                <p:cNvSpPr txBox="1"/>
                <p:nvPr/>
              </p:nvSpPr>
              <p:spPr>
                <a:xfrm>
                  <a:off x="10519624" y="2513704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5" name="x">
                  <a:extLst>
                    <a:ext uri="{FF2B5EF4-FFF2-40B4-BE49-F238E27FC236}">
                      <a16:creationId xmlns:a16="http://schemas.microsoft.com/office/drawing/2014/main" id="{7054A75C-0307-3E70-5880-83BC53570C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9624" y="2513704"/>
                  <a:ext cx="455100" cy="432362"/>
                </a:xfrm>
                <a:prstGeom prst="rect">
                  <a:avLst/>
                </a:prstGeom>
                <a:blipFill>
                  <a:blip r:embed="rId6"/>
                  <a:stretch>
                    <a:fillRect l="-18919" r="-75676" b="-3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2C82A162-1FA2-8F27-A985-D9FB4197AEDA}"/>
              </a:ext>
            </a:extLst>
          </p:cNvPr>
          <p:cNvGrpSpPr/>
          <p:nvPr/>
        </p:nvGrpSpPr>
        <p:grpSpPr>
          <a:xfrm>
            <a:off x="8041184" y="966264"/>
            <a:ext cx="521330" cy="839098"/>
            <a:chOff x="8041184" y="966264"/>
            <a:chExt cx="521330" cy="839098"/>
          </a:xfrm>
        </p:grpSpPr>
        <p:cxnSp>
          <p:nvCxnSpPr>
            <p:cNvPr id="36" name="受力指示">
              <a:extLst>
                <a:ext uri="{FF2B5EF4-FFF2-40B4-BE49-F238E27FC236}">
                  <a16:creationId xmlns:a16="http://schemas.microsoft.com/office/drawing/2014/main" id="{A2E4CAF6-7686-3C25-BAA4-7BEC2DE4EC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184" y="966264"/>
              <a:ext cx="0" cy="839098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F">
                  <a:extLst>
                    <a:ext uri="{FF2B5EF4-FFF2-40B4-BE49-F238E27FC236}">
                      <a16:creationId xmlns:a16="http://schemas.microsoft.com/office/drawing/2014/main" id="{3B6BDE9B-0F59-B709-330C-7B66532E0341}"/>
                    </a:ext>
                  </a:extLst>
                </p:cNvPr>
                <p:cNvSpPr txBox="1"/>
                <p:nvPr/>
              </p:nvSpPr>
              <p:spPr>
                <a:xfrm>
                  <a:off x="8107414" y="1176062"/>
                  <a:ext cx="4551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7" name="F">
                  <a:extLst>
                    <a:ext uri="{FF2B5EF4-FFF2-40B4-BE49-F238E27FC236}">
                      <a16:creationId xmlns:a16="http://schemas.microsoft.com/office/drawing/2014/main" id="{3B6BDE9B-0F59-B709-330C-7B66532E0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7414" y="1176062"/>
                  <a:ext cx="455100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27027" t="-2857" r="-81081" b="-3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K">
                <a:extLst>
                  <a:ext uri="{FF2B5EF4-FFF2-40B4-BE49-F238E27FC236}">
                    <a16:creationId xmlns:a16="http://schemas.microsoft.com/office/drawing/2014/main" id="{33E41E1A-2730-28BE-3CF7-2661B1B5DC0D}"/>
                  </a:ext>
                </a:extLst>
              </p:cNvPr>
              <p:cNvSpPr txBox="1"/>
              <p:nvPr/>
            </p:nvSpPr>
            <p:spPr>
              <a:xfrm>
                <a:off x="9211933" y="1165607"/>
                <a:ext cx="45510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39" name="K">
                <a:extLst>
                  <a:ext uri="{FF2B5EF4-FFF2-40B4-BE49-F238E27FC236}">
                    <a16:creationId xmlns:a16="http://schemas.microsoft.com/office/drawing/2014/main" id="{33E41E1A-2730-28BE-3CF7-2661B1B5D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1933" y="1165607"/>
                <a:ext cx="455100" cy="430887"/>
              </a:xfrm>
              <a:prstGeom prst="rect">
                <a:avLst/>
              </a:prstGeom>
              <a:blipFill>
                <a:blip r:embed="rId8"/>
                <a:stretch>
                  <a:fillRect l="-5405" r="-2703"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00333B6A-C7B9-4054-E701-B91946FAD1BA}"/>
              </a:ext>
            </a:extLst>
          </p:cNvPr>
          <p:cNvGrpSpPr/>
          <p:nvPr/>
        </p:nvGrpSpPr>
        <p:grpSpPr>
          <a:xfrm>
            <a:off x="7895406" y="3104983"/>
            <a:ext cx="937171" cy="451537"/>
            <a:chOff x="7895406" y="3104983"/>
            <a:chExt cx="937171" cy="451537"/>
          </a:xfrm>
        </p:grpSpPr>
        <p:sp>
          <p:nvSpPr>
            <p:cNvPr id="21" name="摩擦指示">
              <a:extLst>
                <a:ext uri="{FF2B5EF4-FFF2-40B4-BE49-F238E27FC236}">
                  <a16:creationId xmlns:a16="http://schemas.microsoft.com/office/drawing/2014/main" id="{C595D904-2A14-1BE1-2540-A034E15046FC}"/>
                </a:ext>
              </a:extLst>
            </p:cNvPr>
            <p:cNvSpPr/>
            <p:nvPr/>
          </p:nvSpPr>
          <p:spPr>
            <a:xfrm>
              <a:off x="7895406" y="3104983"/>
              <a:ext cx="495836" cy="264017"/>
            </a:xfrm>
            <a:custGeom>
              <a:avLst/>
              <a:gdLst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141667 w 495836"/>
                <a:gd name="connsiteY2" fmla="*/ 12879 h 264017"/>
                <a:gd name="connsiteX3" fmla="*/ 160986 w 495836"/>
                <a:gd name="connsiteY3" fmla="*/ 12879 h 264017"/>
                <a:gd name="connsiteX4" fmla="*/ 495836 w 495836"/>
                <a:gd name="connsiteY4" fmla="*/ 264017 h 264017"/>
                <a:gd name="connsiteX0" fmla="*/ 0 w 495836"/>
                <a:gd name="connsiteY0" fmla="*/ 10046 h 274063"/>
                <a:gd name="connsiteX1" fmla="*/ 0 w 495836"/>
                <a:gd name="connsiteY1" fmla="*/ 10046 h 274063"/>
                <a:gd name="connsiteX2" fmla="*/ 160986 w 495836"/>
                <a:gd name="connsiteY2" fmla="*/ 22925 h 274063"/>
                <a:gd name="connsiteX3" fmla="*/ 495836 w 495836"/>
                <a:gd name="connsiteY3" fmla="*/ 274063 h 274063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160986 w 495836"/>
                <a:gd name="connsiteY2" fmla="*/ 12879 h 264017"/>
                <a:gd name="connsiteX3" fmla="*/ 495836 w 495836"/>
                <a:gd name="connsiteY3" fmla="*/ 264017 h 264017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314852 w 495836"/>
                <a:gd name="connsiteY2" fmla="*/ 30463 h 264017"/>
                <a:gd name="connsiteX3" fmla="*/ 495836 w 495836"/>
                <a:gd name="connsiteY3" fmla="*/ 264017 h 264017"/>
                <a:gd name="connsiteX0" fmla="*/ 0 w 495836"/>
                <a:gd name="connsiteY0" fmla="*/ 281664 h 545681"/>
                <a:gd name="connsiteX1" fmla="*/ 0 w 495836"/>
                <a:gd name="connsiteY1" fmla="*/ 281664 h 545681"/>
                <a:gd name="connsiteX2" fmla="*/ 266494 w 495836"/>
                <a:gd name="connsiteY2" fmla="*/ 0 h 545681"/>
                <a:gd name="connsiteX3" fmla="*/ 495836 w 495836"/>
                <a:gd name="connsiteY3" fmla="*/ 545681 h 545681"/>
                <a:gd name="connsiteX0" fmla="*/ 0 w 495836"/>
                <a:gd name="connsiteY0" fmla="*/ 0 h 264017"/>
                <a:gd name="connsiteX1" fmla="*/ 0 w 495836"/>
                <a:gd name="connsiteY1" fmla="*/ 0 h 264017"/>
                <a:gd name="connsiteX2" fmla="*/ 297267 w 495836"/>
                <a:gd name="connsiteY2" fmla="*/ 4086 h 264017"/>
                <a:gd name="connsiteX3" fmla="*/ 495836 w 495836"/>
                <a:gd name="connsiteY3" fmla="*/ 264017 h 2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5836" h="264017">
                  <a:moveTo>
                    <a:pt x="0" y="0"/>
                  </a:moveTo>
                  <a:lnTo>
                    <a:pt x="0" y="0"/>
                  </a:lnTo>
                  <a:lnTo>
                    <a:pt x="297267" y="4086"/>
                  </a:lnTo>
                  <a:lnTo>
                    <a:pt x="495836" y="264017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B">
                  <a:extLst>
                    <a:ext uri="{FF2B5EF4-FFF2-40B4-BE49-F238E27FC236}">
                      <a16:creationId xmlns:a16="http://schemas.microsoft.com/office/drawing/2014/main" id="{5794F9B5-389D-EBBF-A451-6C8D864FDFBB}"/>
                    </a:ext>
                  </a:extLst>
                </p:cNvPr>
                <p:cNvSpPr txBox="1"/>
                <p:nvPr/>
              </p:nvSpPr>
              <p:spPr>
                <a:xfrm>
                  <a:off x="8377477" y="312415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6" name="B">
                  <a:extLst>
                    <a:ext uri="{FF2B5EF4-FFF2-40B4-BE49-F238E27FC236}">
                      <a16:creationId xmlns:a16="http://schemas.microsoft.com/office/drawing/2014/main" id="{5794F9B5-389D-EBBF-A451-6C8D864FD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77477" y="3124158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l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1655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/>
      <p:bldP spid="59" grpId="0"/>
      <p:bldP spid="64" grpId="0"/>
      <p:bldP spid="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44726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微分方程求传递函数举例</a:t>
            </a:r>
          </a:p>
        </p:txBody>
      </p:sp>
      <p:sp>
        <p:nvSpPr>
          <p:cNvPr id="60" name="说明1">
            <a:extLst>
              <a:ext uri="{FF2B5EF4-FFF2-40B4-BE49-F238E27FC236}">
                <a16:creationId xmlns:a16="http://schemas.microsoft.com/office/drawing/2014/main" id="{91ED7778-A8CF-3F57-E781-38162B48213D}"/>
              </a:ext>
            </a:extLst>
          </p:cNvPr>
          <p:cNvSpPr txBox="1"/>
          <p:nvPr/>
        </p:nvSpPr>
        <p:spPr>
          <a:xfrm>
            <a:off x="209550" y="3341580"/>
            <a:ext cx="4190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电动机系统的微分方程为：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公式1">
                <a:extLst>
                  <a:ext uri="{FF2B5EF4-FFF2-40B4-BE49-F238E27FC236}">
                    <a16:creationId xmlns:a16="http://schemas.microsoft.com/office/drawing/2014/main" id="{C7BB8F95-245A-DF7A-AFAF-09C5D46DC932}"/>
                  </a:ext>
                </a:extLst>
              </p:cNvPr>
              <p:cNvSpPr txBox="1"/>
              <p:nvPr/>
            </p:nvSpPr>
            <p:spPr>
              <a:xfrm>
                <a:off x="73822" y="3948816"/>
                <a:ext cx="5058913" cy="9130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1" name="公式1">
                <a:extLst>
                  <a:ext uri="{FF2B5EF4-FFF2-40B4-BE49-F238E27FC236}">
                    <a16:creationId xmlns:a16="http://schemas.microsoft.com/office/drawing/2014/main" id="{C7BB8F95-245A-DF7A-AFAF-09C5D46DC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22" y="3948816"/>
                <a:ext cx="5058913" cy="913007"/>
              </a:xfrm>
              <a:prstGeom prst="rect">
                <a:avLst/>
              </a:prstGeom>
              <a:blipFill>
                <a:blip r:embed="rId3"/>
                <a:stretch>
                  <a:fillRect t="-2740"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说明3">
            <a:extLst>
              <a:ext uri="{FF2B5EF4-FFF2-40B4-BE49-F238E27FC236}">
                <a16:creationId xmlns:a16="http://schemas.microsoft.com/office/drawing/2014/main" id="{DD84E286-0C1C-96C9-D74E-DF392F55113B}"/>
              </a:ext>
            </a:extLst>
          </p:cNvPr>
          <p:cNvSpPr txBox="1"/>
          <p:nvPr/>
        </p:nvSpPr>
        <p:spPr>
          <a:xfrm>
            <a:off x="209550" y="4841596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effectLst/>
                <a:latin typeface="+mn-ea"/>
              </a:rPr>
              <a:t>拉氏变换</a:t>
            </a:r>
            <a:r>
              <a:rPr lang="zh-CN" altLang="en-US" sz="2800" dirty="0">
                <a:latin typeface="+mn-ea"/>
              </a:rPr>
              <a:t>并整理</a:t>
            </a:r>
            <a:r>
              <a:rPr lang="zh-CN" altLang="en-US" sz="2800" dirty="0">
                <a:effectLst/>
                <a:latin typeface="+mn-ea"/>
              </a:rPr>
              <a:t>得：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公式3">
                <a:extLst>
                  <a:ext uri="{FF2B5EF4-FFF2-40B4-BE49-F238E27FC236}">
                    <a16:creationId xmlns:a16="http://schemas.microsoft.com/office/drawing/2014/main" id="{0A6DCCAE-24EE-9F0D-AEE2-08E0CF172320}"/>
                  </a:ext>
                </a:extLst>
              </p:cNvPr>
              <p:cNvSpPr txBox="1"/>
              <p:nvPr/>
            </p:nvSpPr>
            <p:spPr>
              <a:xfrm>
                <a:off x="895632" y="5387740"/>
                <a:ext cx="3415294" cy="1001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3" name="公式3">
                <a:extLst>
                  <a:ext uri="{FF2B5EF4-FFF2-40B4-BE49-F238E27FC236}">
                    <a16:creationId xmlns:a16="http://schemas.microsoft.com/office/drawing/2014/main" id="{0A6DCCAE-24EE-9F0D-AEE2-08E0CF172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632" y="5387740"/>
                <a:ext cx="3415294" cy="1001300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说明2">
            <a:extLst>
              <a:ext uri="{FF2B5EF4-FFF2-40B4-BE49-F238E27FC236}">
                <a16:creationId xmlns:a16="http://schemas.microsoft.com/office/drawing/2014/main" id="{BD05FD70-E028-C4F5-9E2C-1E9C51FF7784}"/>
              </a:ext>
            </a:extLst>
          </p:cNvPr>
          <p:cNvSpPr txBox="1"/>
          <p:nvPr/>
        </p:nvSpPr>
        <p:spPr>
          <a:xfrm>
            <a:off x="5286511" y="4157745"/>
            <a:ext cx="539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或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公式2">
                <a:extLst>
                  <a:ext uri="{FF2B5EF4-FFF2-40B4-BE49-F238E27FC236}">
                    <a16:creationId xmlns:a16="http://schemas.microsoft.com/office/drawing/2014/main" id="{21F08AAA-10F8-3E2B-B6A7-17D7B2FCE7D4}"/>
                  </a:ext>
                </a:extLst>
              </p:cNvPr>
              <p:cNvSpPr txBox="1"/>
              <p:nvPr/>
            </p:nvSpPr>
            <p:spPr>
              <a:xfrm>
                <a:off x="6113299" y="3673907"/>
                <a:ext cx="5616624" cy="9569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66" name="公式2">
                <a:extLst>
                  <a:ext uri="{FF2B5EF4-FFF2-40B4-BE49-F238E27FC236}">
                    <a16:creationId xmlns:a16="http://schemas.microsoft.com/office/drawing/2014/main" id="{21F08AAA-10F8-3E2B-B6A7-17D7B2FCE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3299" y="3673907"/>
                <a:ext cx="5616624" cy="956929"/>
              </a:xfrm>
              <a:prstGeom prst="rect">
                <a:avLst/>
              </a:prstGeom>
              <a:blipFill>
                <a:blip r:embed="rId5"/>
                <a:stretch>
                  <a:fillRect b="-65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说明4">
            <a:extLst>
              <a:ext uri="{FF2B5EF4-FFF2-40B4-BE49-F238E27FC236}">
                <a16:creationId xmlns:a16="http://schemas.microsoft.com/office/drawing/2014/main" id="{81F7B72C-27C4-669C-21FF-EB2C2F36D105}"/>
              </a:ext>
            </a:extLst>
          </p:cNvPr>
          <p:cNvSpPr txBox="1"/>
          <p:nvPr/>
        </p:nvSpPr>
        <p:spPr>
          <a:xfrm>
            <a:off x="5272943" y="5665814"/>
            <a:ext cx="5395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n-ea"/>
              </a:rPr>
              <a:t>或</a:t>
            </a:r>
            <a:endParaRPr lang="zh-CN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公式4">
                <a:extLst>
                  <a:ext uri="{FF2B5EF4-FFF2-40B4-BE49-F238E27FC236}">
                    <a16:creationId xmlns:a16="http://schemas.microsoft.com/office/drawing/2014/main" id="{0F7E5A13-95C0-7E32-FC5D-87E19376CA54}"/>
                  </a:ext>
                </a:extLst>
              </p:cNvPr>
              <p:cNvSpPr txBox="1"/>
              <p:nvPr/>
            </p:nvSpPr>
            <p:spPr>
              <a:xfrm>
                <a:off x="6214908" y="5387740"/>
                <a:ext cx="4571999" cy="1001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3" name="公式4">
                <a:extLst>
                  <a:ext uri="{FF2B5EF4-FFF2-40B4-BE49-F238E27FC236}">
                    <a16:creationId xmlns:a16="http://schemas.microsoft.com/office/drawing/2014/main" id="{0F7E5A13-95C0-7E32-FC5D-87E19376C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908" y="5387740"/>
                <a:ext cx="4571999" cy="1001300"/>
              </a:xfrm>
              <a:prstGeom prst="rect">
                <a:avLst/>
              </a:prstGeom>
              <a:blipFill>
                <a:blip r:embed="rId6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端点1">
            <a:extLst>
              <a:ext uri="{FF2B5EF4-FFF2-40B4-BE49-F238E27FC236}">
                <a16:creationId xmlns:a16="http://schemas.microsoft.com/office/drawing/2014/main" id="{41FB573F-2E35-30C2-BD2B-23D03F3354AA}"/>
              </a:ext>
            </a:extLst>
          </p:cNvPr>
          <p:cNvSpPr/>
          <p:nvPr/>
        </p:nvSpPr>
        <p:spPr>
          <a:xfrm>
            <a:off x="4130914" y="1510718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17" name="端点2">
            <a:extLst>
              <a:ext uri="{FF2B5EF4-FFF2-40B4-BE49-F238E27FC236}">
                <a16:creationId xmlns:a16="http://schemas.microsoft.com/office/drawing/2014/main" id="{EC56C337-9F9A-27EB-F402-A016E7D7774C}"/>
              </a:ext>
            </a:extLst>
          </p:cNvPr>
          <p:cNvSpPr/>
          <p:nvPr/>
        </p:nvSpPr>
        <p:spPr>
          <a:xfrm>
            <a:off x="4130914" y="3001701"/>
            <a:ext cx="180000" cy="180000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ur">
                <a:extLst>
                  <a:ext uri="{FF2B5EF4-FFF2-40B4-BE49-F238E27FC236}">
                    <a16:creationId xmlns:a16="http://schemas.microsoft.com/office/drawing/2014/main" id="{5A44053A-D5AA-9CE3-33C4-70BF42B75EF3}"/>
                  </a:ext>
                </a:extLst>
              </p:cNvPr>
              <p:cNvSpPr txBox="1"/>
              <p:nvPr/>
            </p:nvSpPr>
            <p:spPr>
              <a:xfrm>
                <a:off x="3703131" y="2075343"/>
                <a:ext cx="40913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21" name="ur">
                <a:extLst>
                  <a:ext uri="{FF2B5EF4-FFF2-40B4-BE49-F238E27FC236}">
                    <a16:creationId xmlns:a16="http://schemas.microsoft.com/office/drawing/2014/main" id="{5A44053A-D5AA-9CE3-33C4-70BF42B75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131" y="2075343"/>
                <a:ext cx="409135" cy="430887"/>
              </a:xfrm>
              <a:prstGeom prst="rect">
                <a:avLst/>
              </a:prstGeom>
              <a:blipFill>
                <a:blip r:embed="rId7"/>
                <a:stretch>
                  <a:fillRect l="-15152" r="-6061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转动轴">
            <a:extLst>
              <a:ext uri="{FF2B5EF4-FFF2-40B4-BE49-F238E27FC236}">
                <a16:creationId xmlns:a16="http://schemas.microsoft.com/office/drawing/2014/main" id="{CBFF3A83-42EA-2BA5-2F89-ED7AB9EEB2BC}"/>
              </a:ext>
            </a:extLst>
          </p:cNvPr>
          <p:cNvCxnSpPr>
            <a:cxnSpLocks/>
            <a:stCxn id="3" idx="6"/>
            <a:endCxn id="15" idx="1"/>
          </p:cNvCxnSpPr>
          <p:nvPr/>
        </p:nvCxnSpPr>
        <p:spPr>
          <a:xfrm>
            <a:off x="6317720" y="2341774"/>
            <a:ext cx="834229" cy="4436"/>
          </a:xfrm>
          <a:prstGeom prst="straightConnector1">
            <a:avLst/>
          </a:prstGeom>
          <a:ln w="25400">
            <a:solidFill>
              <a:schemeClr val="tx2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ur线">
            <a:extLst>
              <a:ext uri="{FF2B5EF4-FFF2-40B4-BE49-F238E27FC236}">
                <a16:creationId xmlns:a16="http://schemas.microsoft.com/office/drawing/2014/main" id="{3819BCD0-B7A6-FA38-6558-FCB64803AD83}"/>
              </a:ext>
            </a:extLst>
          </p:cNvPr>
          <p:cNvCxnSpPr/>
          <p:nvPr/>
        </p:nvCxnSpPr>
        <p:spPr>
          <a:xfrm>
            <a:off x="4220914" y="1690718"/>
            <a:ext cx="0" cy="1310983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032E89F6-83C5-FE2A-38DF-EEBD6FE58E97}"/>
              </a:ext>
            </a:extLst>
          </p:cNvPr>
          <p:cNvGrpSpPr/>
          <p:nvPr/>
        </p:nvGrpSpPr>
        <p:grpSpPr>
          <a:xfrm>
            <a:off x="4310914" y="1015754"/>
            <a:ext cx="1928308" cy="2075947"/>
            <a:chOff x="4310914" y="1012559"/>
            <a:chExt cx="1928308" cy="2075947"/>
          </a:xfrm>
        </p:grpSpPr>
        <p:cxnSp>
          <p:nvCxnSpPr>
            <p:cNvPr id="40" name="电线1">
              <a:extLst>
                <a:ext uri="{FF2B5EF4-FFF2-40B4-BE49-F238E27FC236}">
                  <a16:creationId xmlns:a16="http://schemas.microsoft.com/office/drawing/2014/main" id="{990A92C1-0102-BE58-51DC-947641E82739}"/>
                </a:ext>
              </a:extLst>
            </p:cNvPr>
            <p:cNvCxnSpPr>
              <a:cxnSpLocks/>
              <a:stCxn id="16" idx="6"/>
              <a:endCxn id="46" idx="1"/>
            </p:cNvCxnSpPr>
            <p:nvPr/>
          </p:nvCxnSpPr>
          <p:spPr>
            <a:xfrm flipV="1">
              <a:off x="4310914" y="1597523"/>
              <a:ext cx="614630" cy="3195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电线2">
              <a:extLst>
                <a:ext uri="{FF2B5EF4-FFF2-40B4-BE49-F238E27FC236}">
                  <a16:creationId xmlns:a16="http://schemas.microsoft.com/office/drawing/2014/main" id="{DD40A0C5-2900-1B80-933B-224A33D14E8D}"/>
                </a:ext>
              </a:extLst>
            </p:cNvPr>
            <p:cNvCxnSpPr>
              <a:cxnSpLocks/>
              <a:stCxn id="46" idx="3"/>
              <a:endCxn id="3" idx="0"/>
            </p:cNvCxnSpPr>
            <p:nvPr/>
          </p:nvCxnSpPr>
          <p:spPr>
            <a:xfrm>
              <a:off x="5573616" y="1597523"/>
              <a:ext cx="539684" cy="536635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电线3">
              <a:extLst>
                <a:ext uri="{FF2B5EF4-FFF2-40B4-BE49-F238E27FC236}">
                  <a16:creationId xmlns:a16="http://schemas.microsoft.com/office/drawing/2014/main" id="{ECB2BE44-7D26-A3AA-1221-5CFECE47C9FD}"/>
                </a:ext>
              </a:extLst>
            </p:cNvPr>
            <p:cNvCxnSpPr>
              <a:cxnSpLocks/>
              <a:stCxn id="17" idx="6"/>
              <a:endCxn id="3" idx="4"/>
            </p:cNvCxnSpPr>
            <p:nvPr/>
          </p:nvCxnSpPr>
          <p:spPr>
            <a:xfrm flipV="1">
              <a:off x="4310914" y="2542999"/>
              <a:ext cx="1802386" cy="545507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电阻R">
              <a:extLst>
                <a:ext uri="{FF2B5EF4-FFF2-40B4-BE49-F238E27FC236}">
                  <a16:creationId xmlns:a16="http://schemas.microsoft.com/office/drawing/2014/main" id="{F3466A5B-A475-3DDC-A831-C5603AA0D1FC}"/>
                </a:ext>
              </a:extLst>
            </p:cNvPr>
            <p:cNvSpPr/>
            <p:nvPr/>
          </p:nvSpPr>
          <p:spPr>
            <a:xfrm>
              <a:off x="4925544" y="1489511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67" name="端子1">
              <a:extLst>
                <a:ext uri="{FF2B5EF4-FFF2-40B4-BE49-F238E27FC236}">
                  <a16:creationId xmlns:a16="http://schemas.microsoft.com/office/drawing/2014/main" id="{5FB468F0-A74D-F762-929B-162886585B37}"/>
                </a:ext>
              </a:extLst>
            </p:cNvPr>
            <p:cNvSpPr/>
            <p:nvPr/>
          </p:nvSpPr>
          <p:spPr>
            <a:xfrm>
              <a:off x="5995878" y="2052089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端子2">
              <a:extLst>
                <a:ext uri="{FF2B5EF4-FFF2-40B4-BE49-F238E27FC236}">
                  <a16:creationId xmlns:a16="http://schemas.microsoft.com/office/drawing/2014/main" id="{718931E8-5250-7A2F-2E09-9C7027D5EF13}"/>
                </a:ext>
              </a:extLst>
            </p:cNvPr>
            <p:cNvSpPr/>
            <p:nvPr/>
          </p:nvSpPr>
          <p:spPr>
            <a:xfrm flipV="1">
              <a:off x="5995878" y="2502831"/>
              <a:ext cx="243344" cy="114723"/>
            </a:xfrm>
            <a:custGeom>
              <a:avLst/>
              <a:gdLst>
                <a:gd name="connsiteX0" fmla="*/ 0 w 243344"/>
                <a:gd name="connsiteY0" fmla="*/ 0 h 114723"/>
                <a:gd name="connsiteX1" fmla="*/ 243344 w 243344"/>
                <a:gd name="connsiteY1" fmla="*/ 0 h 114723"/>
                <a:gd name="connsiteX2" fmla="*/ 243344 w 243344"/>
                <a:gd name="connsiteY2" fmla="*/ 114723 h 114723"/>
                <a:gd name="connsiteX3" fmla="*/ 201242 w 243344"/>
                <a:gd name="connsiteY3" fmla="*/ 86337 h 114723"/>
                <a:gd name="connsiteX4" fmla="*/ 121672 w 243344"/>
                <a:gd name="connsiteY4" fmla="*/ 70273 h 114723"/>
                <a:gd name="connsiteX5" fmla="*/ 42102 w 243344"/>
                <a:gd name="connsiteY5" fmla="*/ 86337 h 114723"/>
                <a:gd name="connsiteX6" fmla="*/ 0 w 243344"/>
                <a:gd name="connsiteY6" fmla="*/ 114723 h 114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344" h="114723">
                  <a:moveTo>
                    <a:pt x="0" y="0"/>
                  </a:moveTo>
                  <a:lnTo>
                    <a:pt x="243344" y="0"/>
                  </a:lnTo>
                  <a:lnTo>
                    <a:pt x="243344" y="114723"/>
                  </a:lnTo>
                  <a:lnTo>
                    <a:pt x="201242" y="86337"/>
                  </a:lnTo>
                  <a:cubicBezTo>
                    <a:pt x="176785" y="75993"/>
                    <a:pt x="149897" y="70273"/>
                    <a:pt x="121672" y="70273"/>
                  </a:cubicBezTo>
                  <a:cubicBezTo>
                    <a:pt x="93447" y="70273"/>
                    <a:pt x="66559" y="75993"/>
                    <a:pt x="42102" y="86337"/>
                  </a:cubicBezTo>
                  <a:lnTo>
                    <a:pt x="0" y="11472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">
                  <a:extLst>
                    <a:ext uri="{FF2B5EF4-FFF2-40B4-BE49-F238E27FC236}">
                      <a16:creationId xmlns:a16="http://schemas.microsoft.com/office/drawing/2014/main" id="{D180C873-E93E-6125-C404-1F6B664E8F16}"/>
                    </a:ext>
                  </a:extLst>
                </p:cNvPr>
                <p:cNvSpPr txBox="1"/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47" name="R">
                  <a:extLst>
                    <a:ext uri="{FF2B5EF4-FFF2-40B4-BE49-F238E27FC236}">
                      <a16:creationId xmlns:a16="http://schemas.microsoft.com/office/drawing/2014/main" id="{D180C873-E93E-6125-C404-1F6B664E8F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9043" y="1012559"/>
                  <a:ext cx="455100" cy="432362"/>
                </a:xfrm>
                <a:prstGeom prst="rect">
                  <a:avLst/>
                </a:prstGeom>
                <a:blipFill>
                  <a:blip r:embed="rId8"/>
                  <a:stretch>
                    <a:fillRect l="-2703" b="-285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电流">
            <a:extLst>
              <a:ext uri="{FF2B5EF4-FFF2-40B4-BE49-F238E27FC236}">
                <a16:creationId xmlns:a16="http://schemas.microsoft.com/office/drawing/2014/main" id="{FD88C5EC-9288-A282-B7A7-3BF239E4F974}"/>
              </a:ext>
            </a:extLst>
          </p:cNvPr>
          <p:cNvGrpSpPr/>
          <p:nvPr/>
        </p:nvGrpSpPr>
        <p:grpSpPr>
          <a:xfrm>
            <a:off x="4519798" y="1812091"/>
            <a:ext cx="1008112" cy="432362"/>
            <a:chOff x="4295006" y="1808896"/>
            <a:chExt cx="1008112" cy="432362"/>
          </a:xfrm>
        </p:grpSpPr>
        <p:cxnSp>
          <p:nvCxnSpPr>
            <p:cNvPr id="49" name="电流信号">
              <a:extLst>
                <a:ext uri="{FF2B5EF4-FFF2-40B4-BE49-F238E27FC236}">
                  <a16:creationId xmlns:a16="http://schemas.microsoft.com/office/drawing/2014/main" id="{1D82D5C6-82A4-C594-CA7C-E63601BC0553}"/>
                </a:ext>
              </a:extLst>
            </p:cNvPr>
            <p:cNvCxnSpPr/>
            <p:nvPr/>
          </p:nvCxnSpPr>
          <p:spPr>
            <a:xfrm>
              <a:off x="4295006" y="1844824"/>
              <a:ext cx="1008112" cy="0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i">
                  <a:extLst>
                    <a:ext uri="{FF2B5EF4-FFF2-40B4-BE49-F238E27FC236}">
                      <a16:creationId xmlns:a16="http://schemas.microsoft.com/office/drawing/2014/main" id="{11509381-CBC4-80EB-FBB2-368901723BCA}"/>
                    </a:ext>
                  </a:extLst>
                </p:cNvPr>
                <p:cNvSpPr txBox="1"/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50" name="i">
                  <a:extLst>
                    <a:ext uri="{FF2B5EF4-FFF2-40B4-BE49-F238E27FC236}">
                      <a16:creationId xmlns:a16="http://schemas.microsoft.com/office/drawing/2014/main" id="{11509381-CBC4-80EB-FBB2-368901723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1149" y="1808896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电枢">
            <a:extLst>
              <a:ext uri="{FF2B5EF4-FFF2-40B4-BE49-F238E27FC236}">
                <a16:creationId xmlns:a16="http://schemas.microsoft.com/office/drawing/2014/main" id="{4E3C0986-CAA4-24DA-DC24-1959CC090635}"/>
              </a:ext>
            </a:extLst>
          </p:cNvPr>
          <p:cNvGrpSpPr/>
          <p:nvPr/>
        </p:nvGrpSpPr>
        <p:grpSpPr>
          <a:xfrm>
            <a:off x="5908879" y="2137353"/>
            <a:ext cx="408841" cy="408841"/>
            <a:chOff x="9047534" y="2094194"/>
            <a:chExt cx="408841" cy="408841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D74B6AE0-A4C7-CFFF-45CF-AC10FF5605B3}"/>
                </a:ext>
              </a:extLst>
            </p:cNvPr>
            <p:cNvSpPr/>
            <p:nvPr/>
          </p:nvSpPr>
          <p:spPr>
            <a:xfrm>
              <a:off x="9047534" y="2094194"/>
              <a:ext cx="408841" cy="408841"/>
            </a:xfrm>
            <a:prstGeom prst="ellipse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" name="弧 3">
              <a:extLst>
                <a:ext uri="{FF2B5EF4-FFF2-40B4-BE49-F238E27FC236}">
                  <a16:creationId xmlns:a16="http://schemas.microsoft.com/office/drawing/2014/main" id="{0A2B448B-CA76-9FCA-EBE3-72E6D27F6D5B}"/>
                </a:ext>
              </a:extLst>
            </p:cNvPr>
            <p:cNvSpPr/>
            <p:nvPr/>
          </p:nvSpPr>
          <p:spPr>
            <a:xfrm>
              <a:off x="9091846" y="2138506"/>
              <a:ext cx="320216" cy="320216"/>
            </a:xfrm>
            <a:prstGeom prst="arc">
              <a:avLst/>
            </a:prstGeom>
            <a:ln w="2540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5" name="负载">
            <a:extLst>
              <a:ext uri="{FF2B5EF4-FFF2-40B4-BE49-F238E27FC236}">
                <a16:creationId xmlns:a16="http://schemas.microsoft.com/office/drawing/2014/main" id="{C0B5F467-74F5-ECDE-A3D2-842A3D321024}"/>
              </a:ext>
            </a:extLst>
          </p:cNvPr>
          <p:cNvSpPr/>
          <p:nvPr/>
        </p:nvSpPr>
        <p:spPr>
          <a:xfrm rot="16200000">
            <a:off x="7207511" y="2114114"/>
            <a:ext cx="353069" cy="464193"/>
          </a:xfrm>
          <a:prstGeom prst="ca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Jm">
                <a:extLst>
                  <a:ext uri="{FF2B5EF4-FFF2-40B4-BE49-F238E27FC236}">
                    <a16:creationId xmlns:a16="http://schemas.microsoft.com/office/drawing/2014/main" id="{33AFBDA2-7DB9-98CC-D3D9-9280AA24B05F}"/>
                  </a:ext>
                </a:extLst>
              </p:cNvPr>
              <p:cNvSpPr txBox="1"/>
              <p:nvPr/>
            </p:nvSpPr>
            <p:spPr>
              <a:xfrm>
                <a:off x="7055471" y="1574667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69" name="Jm">
                <a:extLst>
                  <a:ext uri="{FF2B5EF4-FFF2-40B4-BE49-F238E27FC236}">
                    <a16:creationId xmlns:a16="http://schemas.microsoft.com/office/drawing/2014/main" id="{33AFBDA2-7DB9-98CC-D3D9-9280AA24B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5471" y="1574667"/>
                <a:ext cx="692168" cy="430887"/>
              </a:xfrm>
              <a:prstGeom prst="rect">
                <a:avLst/>
              </a:prstGeom>
              <a:blipFill>
                <a:blip r:embed="rId10"/>
                <a:stretch>
                  <a:fillRect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fm">
                <a:extLst>
                  <a:ext uri="{FF2B5EF4-FFF2-40B4-BE49-F238E27FC236}">
                    <a16:creationId xmlns:a16="http://schemas.microsoft.com/office/drawing/2014/main" id="{72198884-A226-EFFE-9C46-A7328D856DEB}"/>
                  </a:ext>
                </a:extLst>
              </p:cNvPr>
              <p:cNvSpPr txBox="1"/>
              <p:nvPr/>
            </p:nvSpPr>
            <p:spPr>
              <a:xfrm>
                <a:off x="7068487" y="2516447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0" name="fm">
                <a:extLst>
                  <a:ext uri="{FF2B5EF4-FFF2-40B4-BE49-F238E27FC236}">
                    <a16:creationId xmlns:a16="http://schemas.microsoft.com/office/drawing/2014/main" id="{72198884-A226-EFFE-9C46-A7328D856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8487" y="2516447"/>
                <a:ext cx="692168" cy="430887"/>
              </a:xfrm>
              <a:prstGeom prst="rect">
                <a:avLst/>
              </a:prstGeom>
              <a:blipFill>
                <a:blip r:embed="rId11"/>
                <a:stretch>
                  <a:fillRect l="-1786" t="-2941" b="-352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转动箭头">
            <a:extLst>
              <a:ext uri="{FF2B5EF4-FFF2-40B4-BE49-F238E27FC236}">
                <a16:creationId xmlns:a16="http://schemas.microsoft.com/office/drawing/2014/main" id="{1C17539E-79CC-0254-3471-E2975A3E0627}"/>
              </a:ext>
            </a:extLst>
          </p:cNvPr>
          <p:cNvSpPr/>
          <p:nvPr/>
        </p:nvSpPr>
        <p:spPr>
          <a:xfrm rot="2700000">
            <a:off x="6209741" y="2065012"/>
            <a:ext cx="601927" cy="601927"/>
          </a:xfrm>
          <a:prstGeom prst="arc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wm">
                <a:extLst>
                  <a:ext uri="{FF2B5EF4-FFF2-40B4-BE49-F238E27FC236}">
                    <a16:creationId xmlns:a16="http://schemas.microsoft.com/office/drawing/2014/main" id="{6E104292-A1D3-8BC8-9113-312FD0EFCCB1}"/>
                  </a:ext>
                </a:extLst>
              </p:cNvPr>
              <p:cNvSpPr txBox="1"/>
              <p:nvPr/>
            </p:nvSpPr>
            <p:spPr>
              <a:xfrm>
                <a:off x="6361749" y="1574667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4" name="wm">
                <a:extLst>
                  <a:ext uri="{FF2B5EF4-FFF2-40B4-BE49-F238E27FC236}">
                    <a16:creationId xmlns:a16="http://schemas.microsoft.com/office/drawing/2014/main" id="{6E104292-A1D3-8BC8-9113-312FD0EFC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749" y="1574667"/>
                <a:ext cx="692168" cy="430887"/>
              </a:xfrm>
              <a:prstGeom prst="rect">
                <a:avLst/>
              </a:prstGeom>
              <a:blipFill>
                <a:blip r:embed="rId12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uc">
                <a:extLst>
                  <a:ext uri="{FF2B5EF4-FFF2-40B4-BE49-F238E27FC236}">
                    <a16:creationId xmlns:a16="http://schemas.microsoft.com/office/drawing/2014/main" id="{B478F5CF-9BAA-AD29-5FFB-EC96D5A093F3}"/>
                  </a:ext>
                </a:extLst>
              </p:cNvPr>
              <p:cNvSpPr txBox="1"/>
              <p:nvPr/>
            </p:nvSpPr>
            <p:spPr>
              <a:xfrm>
                <a:off x="6439700" y="2546778"/>
                <a:ext cx="692168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75" name="uc">
                <a:extLst>
                  <a:ext uri="{FF2B5EF4-FFF2-40B4-BE49-F238E27FC236}">
                    <a16:creationId xmlns:a16="http://schemas.microsoft.com/office/drawing/2014/main" id="{B478F5CF-9BAA-AD29-5FFB-EC96D5A09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9700" y="2546778"/>
                <a:ext cx="692168" cy="430887"/>
              </a:xfrm>
              <a:prstGeom prst="rect">
                <a:avLst/>
              </a:prstGeom>
              <a:blipFill>
                <a:blip r:embed="rId13"/>
                <a:stretch>
                  <a:fillRect l="-5357" b="-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电势">
            <a:extLst>
              <a:ext uri="{FF2B5EF4-FFF2-40B4-BE49-F238E27FC236}">
                <a16:creationId xmlns:a16="http://schemas.microsoft.com/office/drawing/2014/main" id="{F2791661-470E-3EC3-7139-14650BA36CF5}"/>
              </a:ext>
            </a:extLst>
          </p:cNvPr>
          <p:cNvGrpSpPr/>
          <p:nvPr/>
        </p:nvGrpSpPr>
        <p:grpSpPr>
          <a:xfrm>
            <a:off x="5331511" y="2109760"/>
            <a:ext cx="466897" cy="468047"/>
            <a:chOff x="5106719" y="2106565"/>
            <a:chExt cx="466897" cy="4680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Eb">
                  <a:extLst>
                    <a:ext uri="{FF2B5EF4-FFF2-40B4-BE49-F238E27FC236}">
                      <a16:creationId xmlns:a16="http://schemas.microsoft.com/office/drawing/2014/main" id="{E43D9128-9C6A-4C7F-43F6-903BF3C8FABF}"/>
                    </a:ext>
                  </a:extLst>
                </p:cNvPr>
                <p:cNvSpPr txBox="1"/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36" name="Eb">
                  <a:extLst>
                    <a:ext uri="{FF2B5EF4-FFF2-40B4-BE49-F238E27FC236}">
                      <a16:creationId xmlns:a16="http://schemas.microsoft.com/office/drawing/2014/main" id="{E43D9128-9C6A-4C7F-43F6-903BF3C8FA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719" y="2106565"/>
                  <a:ext cx="322168" cy="430887"/>
                </a:xfrm>
                <a:prstGeom prst="rect">
                  <a:avLst/>
                </a:prstGeom>
                <a:blipFill>
                  <a:blip r:embed="rId14"/>
                  <a:stretch>
                    <a:fillRect l="-44000" r="-40000" b="-1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6" name="电势">
              <a:extLst>
                <a:ext uri="{FF2B5EF4-FFF2-40B4-BE49-F238E27FC236}">
                  <a16:creationId xmlns:a16="http://schemas.microsoft.com/office/drawing/2014/main" id="{73B18273-EF8C-5A45-ED38-82562F3B90DF}"/>
                </a:ext>
              </a:extLst>
            </p:cNvPr>
            <p:cNvCxnSpPr>
              <a:cxnSpLocks/>
            </p:cNvCxnSpPr>
            <p:nvPr/>
          </p:nvCxnSpPr>
          <p:spPr>
            <a:xfrm>
              <a:off x="5573616" y="2150948"/>
              <a:ext cx="0" cy="423664"/>
            </a:xfrm>
            <a:prstGeom prst="line">
              <a:avLst/>
            </a:prstGeom>
            <a:ln w="254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9033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500"/>
                            </p:stCondLst>
                            <p:childTnLst>
                              <p:par>
                                <p:cTn id="60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" presetID="22" presetClass="entr" presetSubtype="1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/>
      <p:bldP spid="62" grpId="0"/>
      <p:bldP spid="63" grpId="0"/>
      <p:bldP spid="65" grpId="0"/>
      <p:bldP spid="66" grpId="0"/>
      <p:bldP spid="72" grpId="0"/>
      <p:bldP spid="73" grpId="0"/>
      <p:bldP spid="16" grpId="0" animBg="1"/>
      <p:bldP spid="17" grpId="0" animBg="1"/>
      <p:bldP spid="21" grpId="0"/>
      <p:bldP spid="15" grpId="0" animBg="1"/>
      <p:bldP spid="69" grpId="0"/>
      <p:bldP spid="70" grpId="0"/>
      <p:bldP spid="54" grpId="0" animBg="1"/>
      <p:bldP spid="74" grpId="0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典型环节的特点</a:t>
            </a:r>
          </a:p>
        </p:txBody>
      </p:sp>
      <p:grpSp>
        <p:nvGrpSpPr>
          <p:cNvPr id="67" name="小标题4">
            <a:extLst>
              <a:ext uri="{FF2B5EF4-FFF2-40B4-BE49-F238E27FC236}">
                <a16:creationId xmlns:a16="http://schemas.microsoft.com/office/drawing/2014/main" id="{E5FA8B83-7163-D472-CE24-F9B23AB7A663}"/>
              </a:ext>
            </a:extLst>
          </p:cNvPr>
          <p:cNvGrpSpPr/>
          <p:nvPr/>
        </p:nvGrpSpPr>
        <p:grpSpPr>
          <a:xfrm>
            <a:off x="312978" y="3419765"/>
            <a:ext cx="11686884" cy="759849"/>
            <a:chOff x="4943078" y="4908075"/>
            <a:chExt cx="15580479" cy="1012999"/>
          </a:xfrm>
        </p:grpSpPr>
        <p:sp>
          <p:nvSpPr>
            <p:cNvPr id="68" name="文本">
              <a:extLst>
                <a:ext uri="{FF2B5EF4-FFF2-40B4-BE49-F238E27FC236}">
                  <a16:creationId xmlns:a16="http://schemas.microsoft.com/office/drawing/2014/main" id="{377CFF1C-2BED-41ED-821B-4F1C41165BA8}"/>
                </a:ext>
              </a:extLst>
            </p:cNvPr>
            <p:cNvSpPr/>
            <p:nvPr/>
          </p:nvSpPr>
          <p:spPr bwMode="auto">
            <a:xfrm>
              <a:off x="5320386" y="4908075"/>
              <a:ext cx="15203171" cy="1012999"/>
            </a:xfrm>
            <a:prstGeom prst="roundRect">
              <a:avLst/>
            </a:prstGeom>
            <a:solidFill>
              <a:schemeClr val="accent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任一传递函数都可看作典型环节的组合，即传递函数的典型环节形式。</a:t>
              </a:r>
            </a:p>
          </p:txBody>
        </p:sp>
        <p:sp>
          <p:nvSpPr>
            <p:cNvPr id="69" name="序号">
              <a:extLst>
                <a:ext uri="{FF2B5EF4-FFF2-40B4-BE49-F238E27FC236}">
                  <a16:creationId xmlns:a16="http://schemas.microsoft.com/office/drawing/2014/main" id="{B869C47D-56AE-0C3A-24CF-A1229AFE8139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accent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77500" lnSpcReduction="2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4" name="小标题3">
            <a:extLst>
              <a:ext uri="{FF2B5EF4-FFF2-40B4-BE49-F238E27FC236}">
                <a16:creationId xmlns:a16="http://schemas.microsoft.com/office/drawing/2014/main" id="{5587932C-941C-1978-B012-11711E5C6D6A}"/>
              </a:ext>
            </a:extLst>
          </p:cNvPr>
          <p:cNvGrpSpPr/>
          <p:nvPr/>
        </p:nvGrpSpPr>
        <p:grpSpPr>
          <a:xfrm>
            <a:off x="312978" y="2582750"/>
            <a:ext cx="11686884" cy="759848"/>
            <a:chOff x="4943078" y="4954909"/>
            <a:chExt cx="15580483" cy="1012998"/>
          </a:xfrm>
        </p:grpSpPr>
        <p:sp>
          <p:nvSpPr>
            <p:cNvPr id="55" name="文本">
              <a:extLst>
                <a:ext uri="{FF2B5EF4-FFF2-40B4-BE49-F238E27FC236}">
                  <a16:creationId xmlns:a16="http://schemas.microsoft.com/office/drawing/2014/main" id="{8C5C014E-161E-A4B6-483B-54A8C9B98B4F}"/>
                </a:ext>
              </a:extLst>
            </p:cNvPr>
            <p:cNvSpPr/>
            <p:nvPr/>
          </p:nvSpPr>
          <p:spPr bwMode="auto">
            <a:xfrm>
              <a:off x="5320386" y="4954909"/>
              <a:ext cx="15203175" cy="1012998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若输入输出变量选择不同，同一部件可以有不同的传递函数</a:t>
              </a:r>
              <a:r>
                <a:rPr lang="en-US" altLang="zh-CN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;</a:t>
              </a:r>
              <a:endPara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56" name="序号">
              <a:extLst>
                <a:ext uri="{FF2B5EF4-FFF2-40B4-BE49-F238E27FC236}">
                  <a16:creationId xmlns:a16="http://schemas.microsoft.com/office/drawing/2014/main" id="{257B5E94-A96B-43B3-1BFB-DC777D1B9BA4}"/>
                </a:ext>
              </a:extLst>
            </p:cNvPr>
            <p:cNvSpPr/>
            <p:nvPr/>
          </p:nvSpPr>
          <p:spPr bwMode="auto">
            <a:xfrm>
              <a:off x="4943078" y="5015493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77500" lnSpcReduction="20000"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59" name="小标题2">
            <a:extLst>
              <a:ext uri="{FF2B5EF4-FFF2-40B4-BE49-F238E27FC236}">
                <a16:creationId xmlns:a16="http://schemas.microsoft.com/office/drawing/2014/main" id="{8BA43120-A813-21FD-D924-DF39B38C3F8F}"/>
              </a:ext>
            </a:extLst>
          </p:cNvPr>
          <p:cNvGrpSpPr/>
          <p:nvPr/>
        </p:nvGrpSpPr>
        <p:grpSpPr>
          <a:xfrm>
            <a:off x="312978" y="1745735"/>
            <a:ext cx="11686884" cy="759849"/>
            <a:chOff x="4943078" y="3050203"/>
            <a:chExt cx="15580483" cy="1013002"/>
          </a:xfrm>
        </p:grpSpPr>
        <p:sp>
          <p:nvSpPr>
            <p:cNvPr id="60" name="文本">
              <a:extLst>
                <a:ext uri="{FF2B5EF4-FFF2-40B4-BE49-F238E27FC236}">
                  <a16:creationId xmlns:a16="http://schemas.microsoft.com/office/drawing/2014/main" id="{A94912D9-FD7D-123E-E5CF-53AE2813DD5C}"/>
                </a:ext>
              </a:extLst>
            </p:cNvPr>
            <p:cNvSpPr/>
            <p:nvPr/>
          </p:nvSpPr>
          <p:spPr bwMode="auto">
            <a:xfrm>
              <a:off x="5336160" y="3050203"/>
              <a:ext cx="15187401" cy="1013002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不同的元部件可以有相同的传递函数</a:t>
              </a:r>
              <a:r>
                <a:rPr lang="en-US" altLang="zh-CN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;</a:t>
              </a:r>
              <a:endParaRPr lang="zh-CN" altLang="en-US" sz="2800" b="1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  <p:sp>
          <p:nvSpPr>
            <p:cNvPr id="61" name="序号">
              <a:extLst>
                <a:ext uri="{FF2B5EF4-FFF2-40B4-BE49-F238E27FC236}">
                  <a16:creationId xmlns:a16="http://schemas.microsoft.com/office/drawing/2014/main" id="{77A423D4-D7D8-4CC9-51E5-3882812A2E69}"/>
                </a:ext>
              </a:extLst>
            </p:cNvPr>
            <p:cNvSpPr/>
            <p:nvPr/>
          </p:nvSpPr>
          <p:spPr bwMode="auto">
            <a:xfrm>
              <a:off x="4943078" y="3171211"/>
              <a:ext cx="725178" cy="725176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77500" lnSpcReduction="2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62" name="小标题1">
            <a:extLst>
              <a:ext uri="{FF2B5EF4-FFF2-40B4-BE49-F238E27FC236}">
                <a16:creationId xmlns:a16="http://schemas.microsoft.com/office/drawing/2014/main" id="{252DA1B3-D799-9A3C-9A64-8476F8A96A8E}"/>
              </a:ext>
            </a:extLst>
          </p:cNvPr>
          <p:cNvGrpSpPr/>
          <p:nvPr/>
        </p:nvGrpSpPr>
        <p:grpSpPr>
          <a:xfrm>
            <a:off x="312978" y="908720"/>
            <a:ext cx="11686884" cy="759849"/>
            <a:chOff x="4943078" y="1556792"/>
            <a:chExt cx="15580486" cy="1013000"/>
          </a:xfrm>
        </p:grpSpPr>
        <p:sp>
          <p:nvSpPr>
            <p:cNvPr id="64" name="文本">
              <a:extLst>
                <a:ext uri="{FF2B5EF4-FFF2-40B4-BE49-F238E27FC236}">
                  <a16:creationId xmlns:a16="http://schemas.microsoft.com/office/drawing/2014/main" id="{B8C559BB-1B90-70CF-9B7D-E815256ABA40}"/>
                </a:ext>
              </a:extLst>
            </p:cNvPr>
            <p:cNvSpPr/>
            <p:nvPr/>
          </p:nvSpPr>
          <p:spPr bwMode="auto">
            <a:xfrm>
              <a:off x="5305666" y="1556792"/>
              <a:ext cx="15217898" cy="1013000"/>
            </a:xfrm>
            <a:prstGeom prst="roundRect">
              <a:avLst/>
            </a:prstGeom>
            <a:solidFill>
              <a:schemeClr val="accent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270036"/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环节</a:t>
              </a:r>
              <a:r>
                <a:rPr lang="en-US" altLang="zh-CN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:</a:t>
              </a:r>
              <a:r>
                <a:rPr lang="zh-CN" altLang="en-US" sz="28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具有相同形式传递函数的元部件的分类。</a:t>
              </a:r>
            </a:p>
          </p:txBody>
        </p:sp>
        <p:sp>
          <p:nvSpPr>
            <p:cNvPr id="66" name="序号">
              <a:extLst>
                <a:ext uri="{FF2B5EF4-FFF2-40B4-BE49-F238E27FC236}">
                  <a16:creationId xmlns:a16="http://schemas.microsoft.com/office/drawing/2014/main" id="{4F5704AA-D3E3-E77B-C36A-140244E2A3A4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77500" lnSpcReduction="20000"/>
            </a:bodyPr>
            <a:lstStyle/>
            <a:p>
              <a:pPr algn="ctr"/>
              <a:r>
                <a:rPr lang="en-US" altLang="zh-CN" sz="280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CAE67B3-4E01-48AF-D690-1C05C3BE0AB4}"/>
                  </a:ext>
                </a:extLst>
              </p:cNvPr>
              <p:cNvSpPr txBox="1"/>
              <p:nvPr/>
            </p:nvSpPr>
            <p:spPr>
              <a:xfrm>
                <a:off x="2582552" y="4860926"/>
                <a:ext cx="5832648" cy="989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+1)(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+2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+1)</m:t>
                          </m:r>
                        </m:den>
                      </m:f>
                    </m:oMath>
                  </m:oMathPara>
                </a14:m>
                <a:endParaRPr lang="zh-CN" altLang="en-US" sz="2800" i="1" dirty="0"/>
              </a:p>
            </p:txBody>
          </p:sp>
        </mc:Choice>
        <mc:Fallback xmlns=""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6CAE67B3-4E01-48AF-D690-1C05C3BE0A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552" y="4860926"/>
                <a:ext cx="5832648" cy="989438"/>
              </a:xfrm>
              <a:prstGeom prst="rect">
                <a:avLst/>
              </a:prstGeom>
              <a:blipFill>
                <a:blip r:embed="rId3"/>
                <a:stretch>
                  <a:fillRect r="-217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0452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结构相似系统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845BEBC-76C2-7A68-4075-62C1C23161A1}"/>
                  </a:ext>
                </a:extLst>
              </p:cNvPr>
              <p:cNvSpPr txBox="1"/>
              <p:nvPr/>
            </p:nvSpPr>
            <p:spPr>
              <a:xfrm>
                <a:off x="3719372" y="5481669"/>
                <a:ext cx="4142312" cy="9749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C845BEBC-76C2-7A68-4075-62C1C23161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372" y="5481669"/>
                <a:ext cx="4142312" cy="974947"/>
              </a:xfrm>
              <a:prstGeom prst="rect">
                <a:avLst/>
              </a:prstGeom>
              <a:blipFill>
                <a:blip r:embed="rId3"/>
                <a:stretch>
                  <a:fillRect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FD5A3A-29D4-C25E-E722-7A001DB2B67A}"/>
                  </a:ext>
                </a:extLst>
              </p:cNvPr>
              <p:cNvSpPr txBox="1"/>
              <p:nvPr/>
            </p:nvSpPr>
            <p:spPr>
              <a:xfrm>
                <a:off x="-138090" y="3792412"/>
                <a:ext cx="6635774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𝐿𝐶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𝑅𝐶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BFD5A3A-29D4-C25E-E722-7A001DB2B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8090" y="3792412"/>
                <a:ext cx="6635774" cy="833433"/>
              </a:xfrm>
              <a:prstGeom prst="rect">
                <a:avLst/>
              </a:prstGeom>
              <a:blipFill>
                <a:blip r:embed="rId4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E533410-D893-7AF8-52A2-6B4CE5BFE11B}"/>
                  </a:ext>
                </a:extLst>
              </p:cNvPr>
              <p:cNvSpPr txBox="1"/>
              <p:nvPr/>
            </p:nvSpPr>
            <p:spPr>
              <a:xfrm>
                <a:off x="6628577" y="3816272"/>
                <a:ext cx="5139795" cy="833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sz="24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𝐾𝑥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E533410-D893-7AF8-52A2-6B4CE5BFE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577" y="3816272"/>
                <a:ext cx="5139795" cy="833433"/>
              </a:xfrm>
              <a:prstGeom prst="rect">
                <a:avLst/>
              </a:prstGeom>
              <a:blipFill>
                <a:blip r:embed="rId5"/>
                <a:stretch>
                  <a:fillRect b="-74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F7CE5422-4BD4-E79A-5045-DA5AE36ABBD2}"/>
              </a:ext>
            </a:extLst>
          </p:cNvPr>
          <p:cNvGrpSpPr/>
          <p:nvPr/>
        </p:nvGrpSpPr>
        <p:grpSpPr>
          <a:xfrm>
            <a:off x="339962" y="903392"/>
            <a:ext cx="5233734" cy="2171491"/>
            <a:chOff x="4071937" y="2065088"/>
            <a:chExt cx="5233734" cy="2171491"/>
          </a:xfrm>
        </p:grpSpPr>
        <p:sp>
          <p:nvSpPr>
            <p:cNvPr id="8" name="端点1">
              <a:extLst>
                <a:ext uri="{FF2B5EF4-FFF2-40B4-BE49-F238E27FC236}">
                  <a16:creationId xmlns:a16="http://schemas.microsoft.com/office/drawing/2014/main" id="{E8E4A7E1-B8F3-24E4-A83D-091EA2525BFE}"/>
                </a:ext>
              </a:extLst>
            </p:cNvPr>
            <p:cNvSpPr/>
            <p:nvPr/>
          </p:nvSpPr>
          <p:spPr>
            <a:xfrm>
              <a:off x="4499720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9" name="端点2">
              <a:extLst>
                <a:ext uri="{FF2B5EF4-FFF2-40B4-BE49-F238E27FC236}">
                  <a16:creationId xmlns:a16="http://schemas.microsoft.com/office/drawing/2014/main" id="{926F97ED-7A4C-CAAD-053A-04936CC4DBAF}"/>
                </a:ext>
              </a:extLst>
            </p:cNvPr>
            <p:cNvSpPr/>
            <p:nvPr/>
          </p:nvSpPr>
          <p:spPr>
            <a:xfrm>
              <a:off x="4499720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0" name="端点3">
              <a:extLst>
                <a:ext uri="{FF2B5EF4-FFF2-40B4-BE49-F238E27FC236}">
                  <a16:creationId xmlns:a16="http://schemas.microsoft.com/office/drawing/2014/main" id="{ED9104F1-4412-E48E-B958-E65838BE7390}"/>
                </a:ext>
              </a:extLst>
            </p:cNvPr>
            <p:cNvSpPr/>
            <p:nvPr/>
          </p:nvSpPr>
          <p:spPr>
            <a:xfrm>
              <a:off x="8508193" y="2565596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11" name="端点4">
              <a:extLst>
                <a:ext uri="{FF2B5EF4-FFF2-40B4-BE49-F238E27FC236}">
                  <a16:creationId xmlns:a16="http://schemas.microsoft.com/office/drawing/2014/main" id="{6AB8E1A0-0B70-AF8D-F61F-A8F9BD481E2C}"/>
                </a:ext>
              </a:extLst>
            </p:cNvPr>
            <p:cNvSpPr/>
            <p:nvPr/>
          </p:nvSpPr>
          <p:spPr>
            <a:xfrm>
              <a:off x="8508193" y="4056579"/>
              <a:ext cx="180000" cy="180000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grpSp>
          <p:nvGrpSpPr>
            <p:cNvPr id="12" name="电容">
              <a:extLst>
                <a:ext uri="{FF2B5EF4-FFF2-40B4-BE49-F238E27FC236}">
                  <a16:creationId xmlns:a16="http://schemas.microsoft.com/office/drawing/2014/main" id="{2AE4BE08-18ED-A905-E648-7D22533C6A13}"/>
                </a:ext>
              </a:extLst>
            </p:cNvPr>
            <p:cNvGrpSpPr/>
            <p:nvPr/>
          </p:nvGrpSpPr>
          <p:grpSpPr>
            <a:xfrm rot="5400000">
              <a:off x="7853495" y="3190799"/>
              <a:ext cx="144016" cy="361079"/>
              <a:chOff x="4367014" y="3067921"/>
              <a:chExt cx="144016" cy="361079"/>
            </a:xfrm>
          </p:grpSpPr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BF808EA5-A5BB-B7B1-8A79-2953B84A7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67014" y="3068960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线连接符 34">
                <a:extLst>
                  <a:ext uri="{FF2B5EF4-FFF2-40B4-BE49-F238E27FC236}">
                    <a16:creationId xmlns:a16="http://schemas.microsoft.com/office/drawing/2014/main" id="{B9DA9F76-0926-E1C5-7AE0-A7794FBBE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11030" y="3067921"/>
                <a:ext cx="0" cy="360040"/>
              </a:xfrm>
              <a:prstGeom prst="line">
                <a:avLst/>
              </a:prstGeom>
              <a:ln w="381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" name="电线1">
              <a:extLst>
                <a:ext uri="{FF2B5EF4-FFF2-40B4-BE49-F238E27FC236}">
                  <a16:creationId xmlns:a16="http://schemas.microsoft.com/office/drawing/2014/main" id="{16CC912A-8F64-C028-555D-F01E47C414D5}"/>
                </a:ext>
              </a:extLst>
            </p:cNvPr>
            <p:cNvCxnSpPr>
              <a:cxnSpLocks/>
              <a:stCxn id="8" idx="6"/>
              <a:endCxn id="30" idx="0"/>
            </p:cNvCxnSpPr>
            <p:nvPr/>
          </p:nvCxnSpPr>
          <p:spPr>
            <a:xfrm>
              <a:off x="4679720" y="2655596"/>
              <a:ext cx="767414" cy="3563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电线3">
              <a:extLst>
                <a:ext uri="{FF2B5EF4-FFF2-40B4-BE49-F238E27FC236}">
                  <a16:creationId xmlns:a16="http://schemas.microsoft.com/office/drawing/2014/main" id="{78AA122A-BA5F-7518-AB70-69A47D26B044}"/>
                </a:ext>
              </a:extLst>
            </p:cNvPr>
            <p:cNvCxnSpPr>
              <a:cxnSpLocks/>
              <a:stCxn id="29" idx="3"/>
              <a:endCxn id="10" idx="2"/>
            </p:cNvCxnSpPr>
            <p:nvPr/>
          </p:nvCxnSpPr>
          <p:spPr>
            <a:xfrm flipV="1">
              <a:off x="7463358" y="2655596"/>
              <a:ext cx="1044835" cy="4032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电线6">
              <a:extLst>
                <a:ext uri="{FF2B5EF4-FFF2-40B4-BE49-F238E27FC236}">
                  <a16:creationId xmlns:a16="http://schemas.microsoft.com/office/drawing/2014/main" id="{CFCC9C79-D7C3-E8B4-C831-16FC5022C80D}"/>
                </a:ext>
              </a:extLst>
            </p:cNvPr>
            <p:cNvCxnSpPr>
              <a:cxnSpLocks/>
              <a:stCxn id="9" idx="6"/>
              <a:endCxn id="11" idx="2"/>
            </p:cNvCxnSpPr>
            <p:nvPr/>
          </p:nvCxnSpPr>
          <p:spPr>
            <a:xfrm>
              <a:off x="4679720" y="4146579"/>
              <a:ext cx="3828473" cy="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电线2">
              <a:extLst>
                <a:ext uri="{FF2B5EF4-FFF2-40B4-BE49-F238E27FC236}">
                  <a16:creationId xmlns:a16="http://schemas.microsoft.com/office/drawing/2014/main" id="{587D3F00-5425-1832-5269-61302A664135}"/>
                </a:ext>
              </a:extLst>
            </p:cNvPr>
            <p:cNvCxnSpPr>
              <a:cxnSpLocks/>
              <a:stCxn id="30" idx="9"/>
              <a:endCxn id="29" idx="1"/>
            </p:cNvCxnSpPr>
            <p:nvPr/>
          </p:nvCxnSpPr>
          <p:spPr>
            <a:xfrm>
              <a:off x="6232122" y="2659278"/>
              <a:ext cx="583164" cy="35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电线4">
              <a:extLst>
                <a:ext uri="{FF2B5EF4-FFF2-40B4-BE49-F238E27FC236}">
                  <a16:creationId xmlns:a16="http://schemas.microsoft.com/office/drawing/2014/main" id="{69E48803-5E7C-121A-95E1-37148AB8F805}"/>
                </a:ext>
              </a:extLst>
            </p:cNvPr>
            <p:cNvCxnSpPr/>
            <p:nvPr/>
          </p:nvCxnSpPr>
          <p:spPr>
            <a:xfrm>
              <a:off x="7924984" y="2657377"/>
              <a:ext cx="0" cy="637480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电线5">
              <a:extLst>
                <a:ext uri="{FF2B5EF4-FFF2-40B4-BE49-F238E27FC236}">
                  <a16:creationId xmlns:a16="http://schemas.microsoft.com/office/drawing/2014/main" id="{35EF2D3B-E681-10BD-E326-54D396D391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18580" y="3443347"/>
              <a:ext cx="6404" cy="693224"/>
            </a:xfrm>
            <a:prstGeom prst="line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ur">
                  <a:extLst>
                    <a:ext uri="{FF2B5EF4-FFF2-40B4-BE49-F238E27FC236}">
                      <a16:creationId xmlns:a16="http://schemas.microsoft.com/office/drawing/2014/main" id="{9F99CDAB-4111-80AE-03D6-C7E8176A0C3F}"/>
                    </a:ext>
                  </a:extLst>
                </p:cNvPr>
                <p:cNvSpPr txBox="1"/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3" name="ur">
                  <a:extLst>
                    <a:ext uri="{FF2B5EF4-FFF2-40B4-BE49-F238E27FC236}">
                      <a16:creationId xmlns:a16="http://schemas.microsoft.com/office/drawing/2014/main" id="{9F99CDAB-4111-80AE-03D6-C7E8176A0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1937" y="3130221"/>
                  <a:ext cx="409135" cy="430887"/>
                </a:xfrm>
                <a:prstGeom prst="rect">
                  <a:avLst/>
                </a:prstGeom>
                <a:blipFill>
                  <a:blip r:embed="rId6"/>
                  <a:stretch>
                    <a:fillRect l="-14706" r="-2941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uc">
                  <a:extLst>
                    <a:ext uri="{FF2B5EF4-FFF2-40B4-BE49-F238E27FC236}">
                      <a16:creationId xmlns:a16="http://schemas.microsoft.com/office/drawing/2014/main" id="{E230FE32-FE90-B067-0F62-E1919D9214E6}"/>
                    </a:ext>
                  </a:extLst>
                </p:cNvPr>
                <p:cNvSpPr txBox="1"/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zh-CN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4" name="uc">
                  <a:extLst>
                    <a:ext uri="{FF2B5EF4-FFF2-40B4-BE49-F238E27FC236}">
                      <a16:creationId xmlns:a16="http://schemas.microsoft.com/office/drawing/2014/main" id="{E230FE32-FE90-B067-0F62-E1919D9214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3503" y="3130222"/>
                  <a:ext cx="692168" cy="430887"/>
                </a:xfrm>
                <a:prstGeom prst="rect">
                  <a:avLst/>
                </a:prstGeom>
                <a:blipFill>
                  <a:blip r:embed="rId7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">
                  <a:extLst>
                    <a:ext uri="{FF2B5EF4-FFF2-40B4-BE49-F238E27FC236}">
                      <a16:creationId xmlns:a16="http://schemas.microsoft.com/office/drawing/2014/main" id="{48A9866E-0821-FD00-5EBE-535E95FE7F43}"/>
                    </a:ext>
                  </a:extLst>
                </p:cNvPr>
                <p:cNvSpPr txBox="1"/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5" name="R">
                  <a:extLst>
                    <a:ext uri="{FF2B5EF4-FFF2-40B4-BE49-F238E27FC236}">
                      <a16:creationId xmlns:a16="http://schemas.microsoft.com/office/drawing/2014/main" id="{48A9866E-0821-FD00-5EBE-535E95FE7F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772" y="2065088"/>
                  <a:ext cx="455100" cy="432362"/>
                </a:xfrm>
                <a:prstGeom prst="rect">
                  <a:avLst/>
                </a:prstGeom>
                <a:blipFill>
                  <a:blip r:embed="rId8"/>
                  <a:stretch>
                    <a:fillRect l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L">
                  <a:extLst>
                    <a:ext uri="{FF2B5EF4-FFF2-40B4-BE49-F238E27FC236}">
                      <a16:creationId xmlns:a16="http://schemas.microsoft.com/office/drawing/2014/main" id="{CEE586DC-3992-1C12-DC00-AAC549A51062}"/>
                    </a:ext>
                  </a:extLst>
                </p:cNvPr>
                <p:cNvSpPr txBox="1"/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6" name="L">
                  <a:extLst>
                    <a:ext uri="{FF2B5EF4-FFF2-40B4-BE49-F238E27FC236}">
                      <a16:creationId xmlns:a16="http://schemas.microsoft.com/office/drawing/2014/main" id="{CEE586DC-3992-1C12-DC00-AAC549A510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1150" y="2072250"/>
                  <a:ext cx="455100" cy="432362"/>
                </a:xfrm>
                <a:prstGeom prst="rect">
                  <a:avLst/>
                </a:prstGeom>
                <a:blipFill>
                  <a:blip r:embed="rId9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C">
                  <a:extLst>
                    <a:ext uri="{FF2B5EF4-FFF2-40B4-BE49-F238E27FC236}">
                      <a16:creationId xmlns:a16="http://schemas.microsoft.com/office/drawing/2014/main" id="{9C825765-4E4C-C2AE-4225-538867A57915}"/>
                    </a:ext>
                  </a:extLst>
                </p:cNvPr>
                <p:cNvSpPr txBox="1"/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7" name="C">
                  <a:extLst>
                    <a:ext uri="{FF2B5EF4-FFF2-40B4-BE49-F238E27FC236}">
                      <a16:creationId xmlns:a16="http://schemas.microsoft.com/office/drawing/2014/main" id="{9C825765-4E4C-C2AE-4225-538867A579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263" y="3152266"/>
                  <a:ext cx="322168" cy="430887"/>
                </a:xfrm>
                <a:prstGeom prst="rect">
                  <a:avLst/>
                </a:prstGeom>
                <a:blipFill>
                  <a:blip r:embed="rId10"/>
                  <a:stretch>
                    <a:fillRect l="-23077" r="-19231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58B50EE8-435B-A95B-C4BB-7CB7EFEA92FA}"/>
                    </a:ext>
                  </a:extLst>
                </p:cNvPr>
                <p:cNvSpPr txBox="1"/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28" name="电流i">
                  <a:extLst>
                    <a:ext uri="{FF2B5EF4-FFF2-40B4-BE49-F238E27FC236}">
                      <a16:creationId xmlns:a16="http://schemas.microsoft.com/office/drawing/2014/main" id="{58B50EE8-435B-A95B-C4BB-7CB7EFEA92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79688" y="3205103"/>
                  <a:ext cx="420069" cy="430887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电阻R">
              <a:extLst>
                <a:ext uri="{FF2B5EF4-FFF2-40B4-BE49-F238E27FC236}">
                  <a16:creationId xmlns:a16="http://schemas.microsoft.com/office/drawing/2014/main" id="{4571112D-4DE7-1CEB-F734-B7F04B90E9C7}"/>
                </a:ext>
              </a:extLst>
            </p:cNvPr>
            <p:cNvSpPr/>
            <p:nvPr/>
          </p:nvSpPr>
          <p:spPr>
            <a:xfrm>
              <a:off x="6815286" y="2551616"/>
              <a:ext cx="648072" cy="216024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800"/>
            </a:p>
          </p:txBody>
        </p:sp>
        <p:sp>
          <p:nvSpPr>
            <p:cNvPr id="30" name="电感L">
              <a:extLst>
                <a:ext uri="{FF2B5EF4-FFF2-40B4-BE49-F238E27FC236}">
                  <a16:creationId xmlns:a16="http://schemas.microsoft.com/office/drawing/2014/main" id="{CC312E44-6697-AA9D-5335-54711C974E3A}"/>
                </a:ext>
              </a:extLst>
            </p:cNvPr>
            <p:cNvSpPr/>
            <p:nvPr/>
          </p:nvSpPr>
          <p:spPr>
            <a:xfrm>
              <a:off x="5447134" y="2540332"/>
              <a:ext cx="784988" cy="235292"/>
            </a:xfrm>
            <a:custGeom>
              <a:avLst/>
              <a:gdLst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2441 w 1723053"/>
                <a:gd name="connsiteY2" fmla="*/ 118187 h 640702"/>
                <a:gd name="connsiteX3" fmla="*/ 24882 w 1723053"/>
                <a:gd name="connsiteY3" fmla="*/ 186612 h 640702"/>
                <a:gd name="connsiteX4" fmla="*/ 31102 w 1723053"/>
                <a:gd name="connsiteY4" fmla="*/ 230155 h 640702"/>
                <a:gd name="connsiteX5" fmla="*/ 37322 w 1723053"/>
                <a:gd name="connsiteY5" fmla="*/ 255036 h 640702"/>
                <a:gd name="connsiteX6" fmla="*/ 43543 w 1723053"/>
                <a:gd name="connsiteY6" fmla="*/ 286138 h 640702"/>
                <a:gd name="connsiteX7" fmla="*/ 55984 w 1723053"/>
                <a:gd name="connsiteY7" fmla="*/ 367004 h 640702"/>
                <a:gd name="connsiteX8" fmla="*/ 68425 w 1723053"/>
                <a:gd name="connsiteY8" fmla="*/ 404326 h 640702"/>
                <a:gd name="connsiteX9" fmla="*/ 87086 w 1723053"/>
                <a:gd name="connsiteY9" fmla="*/ 422987 h 640702"/>
                <a:gd name="connsiteX10" fmla="*/ 124408 w 1723053"/>
                <a:gd name="connsiteY10" fmla="*/ 485191 h 640702"/>
                <a:gd name="connsiteX11" fmla="*/ 149290 w 1723053"/>
                <a:gd name="connsiteY11" fmla="*/ 522514 h 640702"/>
                <a:gd name="connsiteX12" fmla="*/ 174171 w 1723053"/>
                <a:gd name="connsiteY12" fmla="*/ 597159 h 640702"/>
                <a:gd name="connsiteX13" fmla="*/ 180392 w 1723053"/>
                <a:gd name="connsiteY13" fmla="*/ 615820 h 640702"/>
                <a:gd name="connsiteX14" fmla="*/ 186612 w 1723053"/>
                <a:gd name="connsiteY14" fmla="*/ 640702 h 640702"/>
                <a:gd name="connsiteX15" fmla="*/ 422988 w 1723053"/>
                <a:gd name="connsiteY15" fmla="*/ 6220 h 640702"/>
                <a:gd name="connsiteX16" fmla="*/ 646922 w 1723053"/>
                <a:gd name="connsiteY16" fmla="*/ 640702 h 640702"/>
                <a:gd name="connsiteX17" fmla="*/ 852196 w 1723053"/>
                <a:gd name="connsiteY17" fmla="*/ 12440 h 640702"/>
                <a:gd name="connsiteX18" fmla="*/ 1069910 w 1723053"/>
                <a:gd name="connsiteY18" fmla="*/ 640702 h 640702"/>
                <a:gd name="connsiteX19" fmla="*/ 1281404 w 1723053"/>
                <a:gd name="connsiteY19" fmla="*/ 12440 h 640702"/>
                <a:gd name="connsiteX20" fmla="*/ 1499118 w 1723053"/>
                <a:gd name="connsiteY20" fmla="*/ 634481 h 640702"/>
                <a:gd name="connsiteX21" fmla="*/ 1723053 w 1723053"/>
                <a:gd name="connsiteY2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43543 w 1723053"/>
                <a:gd name="connsiteY5" fmla="*/ 286138 h 640702"/>
                <a:gd name="connsiteX6" fmla="*/ 55984 w 1723053"/>
                <a:gd name="connsiteY6" fmla="*/ 367004 h 640702"/>
                <a:gd name="connsiteX7" fmla="*/ 68425 w 1723053"/>
                <a:gd name="connsiteY7" fmla="*/ 404326 h 640702"/>
                <a:gd name="connsiteX8" fmla="*/ 87086 w 1723053"/>
                <a:gd name="connsiteY8" fmla="*/ 422987 h 640702"/>
                <a:gd name="connsiteX9" fmla="*/ 124408 w 1723053"/>
                <a:gd name="connsiteY9" fmla="*/ 485191 h 640702"/>
                <a:gd name="connsiteX10" fmla="*/ 149290 w 1723053"/>
                <a:gd name="connsiteY10" fmla="*/ 522514 h 640702"/>
                <a:gd name="connsiteX11" fmla="*/ 174171 w 1723053"/>
                <a:gd name="connsiteY11" fmla="*/ 597159 h 640702"/>
                <a:gd name="connsiteX12" fmla="*/ 180392 w 1723053"/>
                <a:gd name="connsiteY12" fmla="*/ 615820 h 640702"/>
                <a:gd name="connsiteX13" fmla="*/ 186612 w 1723053"/>
                <a:gd name="connsiteY13" fmla="*/ 640702 h 640702"/>
                <a:gd name="connsiteX14" fmla="*/ 422988 w 1723053"/>
                <a:gd name="connsiteY14" fmla="*/ 6220 h 640702"/>
                <a:gd name="connsiteX15" fmla="*/ 646922 w 1723053"/>
                <a:gd name="connsiteY15" fmla="*/ 640702 h 640702"/>
                <a:gd name="connsiteX16" fmla="*/ 852196 w 1723053"/>
                <a:gd name="connsiteY16" fmla="*/ 12440 h 640702"/>
                <a:gd name="connsiteX17" fmla="*/ 1069910 w 1723053"/>
                <a:gd name="connsiteY17" fmla="*/ 640702 h 640702"/>
                <a:gd name="connsiteX18" fmla="*/ 1281404 w 1723053"/>
                <a:gd name="connsiteY18" fmla="*/ 12440 h 640702"/>
                <a:gd name="connsiteX19" fmla="*/ 1499118 w 1723053"/>
                <a:gd name="connsiteY19" fmla="*/ 634481 h 640702"/>
                <a:gd name="connsiteX20" fmla="*/ 1723053 w 1723053"/>
                <a:gd name="connsiteY2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87086 w 1723053"/>
                <a:gd name="connsiteY7" fmla="*/ 422987 h 640702"/>
                <a:gd name="connsiteX8" fmla="*/ 124408 w 1723053"/>
                <a:gd name="connsiteY8" fmla="*/ 485191 h 640702"/>
                <a:gd name="connsiteX9" fmla="*/ 149290 w 1723053"/>
                <a:gd name="connsiteY9" fmla="*/ 522514 h 640702"/>
                <a:gd name="connsiteX10" fmla="*/ 174171 w 1723053"/>
                <a:gd name="connsiteY10" fmla="*/ 597159 h 640702"/>
                <a:gd name="connsiteX11" fmla="*/ 180392 w 1723053"/>
                <a:gd name="connsiteY11" fmla="*/ 615820 h 640702"/>
                <a:gd name="connsiteX12" fmla="*/ 186612 w 1723053"/>
                <a:gd name="connsiteY12" fmla="*/ 640702 h 640702"/>
                <a:gd name="connsiteX13" fmla="*/ 422988 w 1723053"/>
                <a:gd name="connsiteY13" fmla="*/ 6220 h 640702"/>
                <a:gd name="connsiteX14" fmla="*/ 646922 w 1723053"/>
                <a:gd name="connsiteY14" fmla="*/ 640702 h 640702"/>
                <a:gd name="connsiteX15" fmla="*/ 852196 w 1723053"/>
                <a:gd name="connsiteY15" fmla="*/ 12440 h 640702"/>
                <a:gd name="connsiteX16" fmla="*/ 1069910 w 1723053"/>
                <a:gd name="connsiteY16" fmla="*/ 640702 h 640702"/>
                <a:gd name="connsiteX17" fmla="*/ 1281404 w 1723053"/>
                <a:gd name="connsiteY17" fmla="*/ 12440 h 640702"/>
                <a:gd name="connsiteX18" fmla="*/ 1499118 w 1723053"/>
                <a:gd name="connsiteY18" fmla="*/ 634481 h 640702"/>
                <a:gd name="connsiteX19" fmla="*/ 1723053 w 1723053"/>
                <a:gd name="connsiteY19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37322 w 1723053"/>
                <a:gd name="connsiteY4" fmla="*/ 255036 h 640702"/>
                <a:gd name="connsiteX5" fmla="*/ 55984 w 1723053"/>
                <a:gd name="connsiteY5" fmla="*/ 367004 h 640702"/>
                <a:gd name="connsiteX6" fmla="*/ 68425 w 1723053"/>
                <a:gd name="connsiteY6" fmla="*/ 404326 h 640702"/>
                <a:gd name="connsiteX7" fmla="*/ 124408 w 1723053"/>
                <a:gd name="connsiteY7" fmla="*/ 485191 h 640702"/>
                <a:gd name="connsiteX8" fmla="*/ 149290 w 1723053"/>
                <a:gd name="connsiteY8" fmla="*/ 522514 h 640702"/>
                <a:gd name="connsiteX9" fmla="*/ 174171 w 1723053"/>
                <a:gd name="connsiteY9" fmla="*/ 597159 h 640702"/>
                <a:gd name="connsiteX10" fmla="*/ 180392 w 1723053"/>
                <a:gd name="connsiteY10" fmla="*/ 615820 h 640702"/>
                <a:gd name="connsiteX11" fmla="*/ 186612 w 1723053"/>
                <a:gd name="connsiteY11" fmla="*/ 640702 h 640702"/>
                <a:gd name="connsiteX12" fmla="*/ 422988 w 1723053"/>
                <a:gd name="connsiteY12" fmla="*/ 6220 h 640702"/>
                <a:gd name="connsiteX13" fmla="*/ 646922 w 1723053"/>
                <a:gd name="connsiteY13" fmla="*/ 640702 h 640702"/>
                <a:gd name="connsiteX14" fmla="*/ 852196 w 1723053"/>
                <a:gd name="connsiteY14" fmla="*/ 12440 h 640702"/>
                <a:gd name="connsiteX15" fmla="*/ 1069910 w 1723053"/>
                <a:gd name="connsiteY15" fmla="*/ 640702 h 640702"/>
                <a:gd name="connsiteX16" fmla="*/ 1281404 w 1723053"/>
                <a:gd name="connsiteY16" fmla="*/ 12440 h 640702"/>
                <a:gd name="connsiteX17" fmla="*/ 1499118 w 1723053"/>
                <a:gd name="connsiteY17" fmla="*/ 634481 h 640702"/>
                <a:gd name="connsiteX18" fmla="*/ 1723053 w 1723053"/>
                <a:gd name="connsiteY18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24882 w 1723053"/>
                <a:gd name="connsiteY2" fmla="*/ 186612 h 640702"/>
                <a:gd name="connsiteX3" fmla="*/ 31102 w 1723053"/>
                <a:gd name="connsiteY3" fmla="*/ 230155 h 640702"/>
                <a:gd name="connsiteX4" fmla="*/ 55984 w 1723053"/>
                <a:gd name="connsiteY4" fmla="*/ 367004 h 640702"/>
                <a:gd name="connsiteX5" fmla="*/ 68425 w 1723053"/>
                <a:gd name="connsiteY5" fmla="*/ 404326 h 640702"/>
                <a:gd name="connsiteX6" fmla="*/ 124408 w 1723053"/>
                <a:gd name="connsiteY6" fmla="*/ 485191 h 640702"/>
                <a:gd name="connsiteX7" fmla="*/ 149290 w 1723053"/>
                <a:gd name="connsiteY7" fmla="*/ 522514 h 640702"/>
                <a:gd name="connsiteX8" fmla="*/ 174171 w 1723053"/>
                <a:gd name="connsiteY8" fmla="*/ 597159 h 640702"/>
                <a:gd name="connsiteX9" fmla="*/ 180392 w 1723053"/>
                <a:gd name="connsiteY9" fmla="*/ 615820 h 640702"/>
                <a:gd name="connsiteX10" fmla="*/ 186612 w 1723053"/>
                <a:gd name="connsiteY10" fmla="*/ 640702 h 640702"/>
                <a:gd name="connsiteX11" fmla="*/ 422988 w 1723053"/>
                <a:gd name="connsiteY11" fmla="*/ 6220 h 640702"/>
                <a:gd name="connsiteX12" fmla="*/ 646922 w 1723053"/>
                <a:gd name="connsiteY12" fmla="*/ 640702 h 640702"/>
                <a:gd name="connsiteX13" fmla="*/ 852196 w 1723053"/>
                <a:gd name="connsiteY13" fmla="*/ 12440 h 640702"/>
                <a:gd name="connsiteX14" fmla="*/ 1069910 w 1723053"/>
                <a:gd name="connsiteY14" fmla="*/ 640702 h 640702"/>
                <a:gd name="connsiteX15" fmla="*/ 1281404 w 1723053"/>
                <a:gd name="connsiteY15" fmla="*/ 12440 h 640702"/>
                <a:gd name="connsiteX16" fmla="*/ 1499118 w 1723053"/>
                <a:gd name="connsiteY16" fmla="*/ 634481 h 640702"/>
                <a:gd name="connsiteX17" fmla="*/ 1723053 w 1723053"/>
                <a:gd name="connsiteY17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31102 w 1723053"/>
                <a:gd name="connsiteY2" fmla="*/ 230155 h 640702"/>
                <a:gd name="connsiteX3" fmla="*/ 55984 w 1723053"/>
                <a:gd name="connsiteY3" fmla="*/ 367004 h 640702"/>
                <a:gd name="connsiteX4" fmla="*/ 68425 w 1723053"/>
                <a:gd name="connsiteY4" fmla="*/ 404326 h 640702"/>
                <a:gd name="connsiteX5" fmla="*/ 124408 w 1723053"/>
                <a:gd name="connsiteY5" fmla="*/ 485191 h 640702"/>
                <a:gd name="connsiteX6" fmla="*/ 149290 w 1723053"/>
                <a:gd name="connsiteY6" fmla="*/ 522514 h 640702"/>
                <a:gd name="connsiteX7" fmla="*/ 174171 w 1723053"/>
                <a:gd name="connsiteY7" fmla="*/ 597159 h 640702"/>
                <a:gd name="connsiteX8" fmla="*/ 180392 w 1723053"/>
                <a:gd name="connsiteY8" fmla="*/ 615820 h 640702"/>
                <a:gd name="connsiteX9" fmla="*/ 186612 w 1723053"/>
                <a:gd name="connsiteY9" fmla="*/ 640702 h 640702"/>
                <a:gd name="connsiteX10" fmla="*/ 422988 w 1723053"/>
                <a:gd name="connsiteY10" fmla="*/ 6220 h 640702"/>
                <a:gd name="connsiteX11" fmla="*/ 646922 w 1723053"/>
                <a:gd name="connsiteY11" fmla="*/ 640702 h 640702"/>
                <a:gd name="connsiteX12" fmla="*/ 852196 w 1723053"/>
                <a:gd name="connsiteY12" fmla="*/ 12440 h 640702"/>
                <a:gd name="connsiteX13" fmla="*/ 1069910 w 1723053"/>
                <a:gd name="connsiteY13" fmla="*/ 640702 h 640702"/>
                <a:gd name="connsiteX14" fmla="*/ 1281404 w 1723053"/>
                <a:gd name="connsiteY14" fmla="*/ 12440 h 640702"/>
                <a:gd name="connsiteX15" fmla="*/ 1499118 w 1723053"/>
                <a:gd name="connsiteY15" fmla="*/ 634481 h 640702"/>
                <a:gd name="connsiteX16" fmla="*/ 1723053 w 1723053"/>
                <a:gd name="connsiteY16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68425 w 1723053"/>
                <a:gd name="connsiteY3" fmla="*/ 404326 h 640702"/>
                <a:gd name="connsiteX4" fmla="*/ 124408 w 1723053"/>
                <a:gd name="connsiteY4" fmla="*/ 485191 h 640702"/>
                <a:gd name="connsiteX5" fmla="*/ 149290 w 1723053"/>
                <a:gd name="connsiteY5" fmla="*/ 522514 h 640702"/>
                <a:gd name="connsiteX6" fmla="*/ 174171 w 1723053"/>
                <a:gd name="connsiteY6" fmla="*/ 597159 h 640702"/>
                <a:gd name="connsiteX7" fmla="*/ 180392 w 1723053"/>
                <a:gd name="connsiteY7" fmla="*/ 615820 h 640702"/>
                <a:gd name="connsiteX8" fmla="*/ 186612 w 1723053"/>
                <a:gd name="connsiteY8" fmla="*/ 640702 h 640702"/>
                <a:gd name="connsiteX9" fmla="*/ 422988 w 1723053"/>
                <a:gd name="connsiteY9" fmla="*/ 6220 h 640702"/>
                <a:gd name="connsiteX10" fmla="*/ 646922 w 1723053"/>
                <a:gd name="connsiteY10" fmla="*/ 640702 h 640702"/>
                <a:gd name="connsiteX11" fmla="*/ 852196 w 1723053"/>
                <a:gd name="connsiteY11" fmla="*/ 12440 h 640702"/>
                <a:gd name="connsiteX12" fmla="*/ 1069910 w 1723053"/>
                <a:gd name="connsiteY12" fmla="*/ 640702 h 640702"/>
                <a:gd name="connsiteX13" fmla="*/ 1281404 w 1723053"/>
                <a:gd name="connsiteY13" fmla="*/ 12440 h 640702"/>
                <a:gd name="connsiteX14" fmla="*/ 1499118 w 1723053"/>
                <a:gd name="connsiteY14" fmla="*/ 634481 h 640702"/>
                <a:gd name="connsiteX15" fmla="*/ 1723053 w 1723053"/>
                <a:gd name="connsiteY15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24408 w 1723053"/>
                <a:gd name="connsiteY3" fmla="*/ 485191 h 640702"/>
                <a:gd name="connsiteX4" fmla="*/ 149290 w 1723053"/>
                <a:gd name="connsiteY4" fmla="*/ 522514 h 640702"/>
                <a:gd name="connsiteX5" fmla="*/ 174171 w 1723053"/>
                <a:gd name="connsiteY5" fmla="*/ 597159 h 640702"/>
                <a:gd name="connsiteX6" fmla="*/ 180392 w 1723053"/>
                <a:gd name="connsiteY6" fmla="*/ 615820 h 640702"/>
                <a:gd name="connsiteX7" fmla="*/ 186612 w 1723053"/>
                <a:gd name="connsiteY7" fmla="*/ 640702 h 640702"/>
                <a:gd name="connsiteX8" fmla="*/ 422988 w 1723053"/>
                <a:gd name="connsiteY8" fmla="*/ 6220 h 640702"/>
                <a:gd name="connsiteX9" fmla="*/ 646922 w 1723053"/>
                <a:gd name="connsiteY9" fmla="*/ 640702 h 640702"/>
                <a:gd name="connsiteX10" fmla="*/ 852196 w 1723053"/>
                <a:gd name="connsiteY10" fmla="*/ 12440 h 640702"/>
                <a:gd name="connsiteX11" fmla="*/ 1069910 w 1723053"/>
                <a:gd name="connsiteY11" fmla="*/ 640702 h 640702"/>
                <a:gd name="connsiteX12" fmla="*/ 1281404 w 1723053"/>
                <a:gd name="connsiteY12" fmla="*/ 12440 h 640702"/>
                <a:gd name="connsiteX13" fmla="*/ 1499118 w 1723053"/>
                <a:gd name="connsiteY13" fmla="*/ 634481 h 640702"/>
                <a:gd name="connsiteX14" fmla="*/ 1723053 w 1723053"/>
                <a:gd name="connsiteY14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55984 w 1723053"/>
                <a:gd name="connsiteY2" fmla="*/ 367004 h 640702"/>
                <a:gd name="connsiteX3" fmla="*/ 149290 w 1723053"/>
                <a:gd name="connsiteY3" fmla="*/ 522514 h 640702"/>
                <a:gd name="connsiteX4" fmla="*/ 174171 w 1723053"/>
                <a:gd name="connsiteY4" fmla="*/ 597159 h 640702"/>
                <a:gd name="connsiteX5" fmla="*/ 180392 w 1723053"/>
                <a:gd name="connsiteY5" fmla="*/ 615820 h 640702"/>
                <a:gd name="connsiteX6" fmla="*/ 186612 w 1723053"/>
                <a:gd name="connsiteY6" fmla="*/ 640702 h 640702"/>
                <a:gd name="connsiteX7" fmla="*/ 422988 w 1723053"/>
                <a:gd name="connsiteY7" fmla="*/ 6220 h 640702"/>
                <a:gd name="connsiteX8" fmla="*/ 646922 w 1723053"/>
                <a:gd name="connsiteY8" fmla="*/ 640702 h 640702"/>
                <a:gd name="connsiteX9" fmla="*/ 852196 w 1723053"/>
                <a:gd name="connsiteY9" fmla="*/ 12440 h 640702"/>
                <a:gd name="connsiteX10" fmla="*/ 1069910 w 1723053"/>
                <a:gd name="connsiteY10" fmla="*/ 640702 h 640702"/>
                <a:gd name="connsiteX11" fmla="*/ 1281404 w 1723053"/>
                <a:gd name="connsiteY11" fmla="*/ 12440 h 640702"/>
                <a:gd name="connsiteX12" fmla="*/ 1499118 w 1723053"/>
                <a:gd name="connsiteY12" fmla="*/ 634481 h 640702"/>
                <a:gd name="connsiteX13" fmla="*/ 1723053 w 1723053"/>
                <a:gd name="connsiteY13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49290 w 1723053"/>
                <a:gd name="connsiteY2" fmla="*/ 522514 h 640702"/>
                <a:gd name="connsiteX3" fmla="*/ 174171 w 1723053"/>
                <a:gd name="connsiteY3" fmla="*/ 597159 h 640702"/>
                <a:gd name="connsiteX4" fmla="*/ 180392 w 1723053"/>
                <a:gd name="connsiteY4" fmla="*/ 615820 h 640702"/>
                <a:gd name="connsiteX5" fmla="*/ 186612 w 1723053"/>
                <a:gd name="connsiteY5" fmla="*/ 640702 h 640702"/>
                <a:gd name="connsiteX6" fmla="*/ 422988 w 1723053"/>
                <a:gd name="connsiteY6" fmla="*/ 6220 h 640702"/>
                <a:gd name="connsiteX7" fmla="*/ 646922 w 1723053"/>
                <a:gd name="connsiteY7" fmla="*/ 640702 h 640702"/>
                <a:gd name="connsiteX8" fmla="*/ 852196 w 1723053"/>
                <a:gd name="connsiteY8" fmla="*/ 12440 h 640702"/>
                <a:gd name="connsiteX9" fmla="*/ 1069910 w 1723053"/>
                <a:gd name="connsiteY9" fmla="*/ 640702 h 640702"/>
                <a:gd name="connsiteX10" fmla="*/ 1281404 w 1723053"/>
                <a:gd name="connsiteY10" fmla="*/ 12440 h 640702"/>
                <a:gd name="connsiteX11" fmla="*/ 1499118 w 1723053"/>
                <a:gd name="connsiteY11" fmla="*/ 634481 h 640702"/>
                <a:gd name="connsiteX12" fmla="*/ 1723053 w 1723053"/>
                <a:gd name="connsiteY12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74171 w 1723053"/>
                <a:gd name="connsiteY2" fmla="*/ 597159 h 640702"/>
                <a:gd name="connsiteX3" fmla="*/ 180392 w 1723053"/>
                <a:gd name="connsiteY3" fmla="*/ 615820 h 640702"/>
                <a:gd name="connsiteX4" fmla="*/ 186612 w 1723053"/>
                <a:gd name="connsiteY4" fmla="*/ 640702 h 640702"/>
                <a:gd name="connsiteX5" fmla="*/ 422988 w 1723053"/>
                <a:gd name="connsiteY5" fmla="*/ 6220 h 640702"/>
                <a:gd name="connsiteX6" fmla="*/ 646922 w 1723053"/>
                <a:gd name="connsiteY6" fmla="*/ 640702 h 640702"/>
                <a:gd name="connsiteX7" fmla="*/ 852196 w 1723053"/>
                <a:gd name="connsiteY7" fmla="*/ 12440 h 640702"/>
                <a:gd name="connsiteX8" fmla="*/ 1069910 w 1723053"/>
                <a:gd name="connsiteY8" fmla="*/ 640702 h 640702"/>
                <a:gd name="connsiteX9" fmla="*/ 1281404 w 1723053"/>
                <a:gd name="connsiteY9" fmla="*/ 12440 h 640702"/>
                <a:gd name="connsiteX10" fmla="*/ 1499118 w 1723053"/>
                <a:gd name="connsiteY10" fmla="*/ 634481 h 640702"/>
                <a:gd name="connsiteX11" fmla="*/ 1723053 w 1723053"/>
                <a:gd name="connsiteY11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0392 w 1723053"/>
                <a:gd name="connsiteY2" fmla="*/ 615820 h 640702"/>
                <a:gd name="connsiteX3" fmla="*/ 186612 w 1723053"/>
                <a:gd name="connsiteY3" fmla="*/ 640702 h 640702"/>
                <a:gd name="connsiteX4" fmla="*/ 422988 w 1723053"/>
                <a:gd name="connsiteY4" fmla="*/ 6220 h 640702"/>
                <a:gd name="connsiteX5" fmla="*/ 646922 w 1723053"/>
                <a:gd name="connsiteY5" fmla="*/ 640702 h 640702"/>
                <a:gd name="connsiteX6" fmla="*/ 852196 w 1723053"/>
                <a:gd name="connsiteY6" fmla="*/ 12440 h 640702"/>
                <a:gd name="connsiteX7" fmla="*/ 1069910 w 1723053"/>
                <a:gd name="connsiteY7" fmla="*/ 640702 h 640702"/>
                <a:gd name="connsiteX8" fmla="*/ 1281404 w 1723053"/>
                <a:gd name="connsiteY8" fmla="*/ 12440 h 640702"/>
                <a:gd name="connsiteX9" fmla="*/ 1499118 w 1723053"/>
                <a:gd name="connsiteY9" fmla="*/ 634481 h 640702"/>
                <a:gd name="connsiteX10" fmla="*/ 1723053 w 1723053"/>
                <a:gd name="connsiteY10" fmla="*/ 0 h 640702"/>
                <a:gd name="connsiteX0" fmla="*/ 0 w 1723053"/>
                <a:gd name="connsiteY0" fmla="*/ 6220 h 640702"/>
                <a:gd name="connsiteX1" fmla="*/ 0 w 1723053"/>
                <a:gd name="connsiteY1" fmla="*/ 6220 h 640702"/>
                <a:gd name="connsiteX2" fmla="*/ 186612 w 1723053"/>
                <a:gd name="connsiteY2" fmla="*/ 640702 h 640702"/>
                <a:gd name="connsiteX3" fmla="*/ 422988 w 1723053"/>
                <a:gd name="connsiteY3" fmla="*/ 6220 h 640702"/>
                <a:gd name="connsiteX4" fmla="*/ 646922 w 1723053"/>
                <a:gd name="connsiteY4" fmla="*/ 640702 h 640702"/>
                <a:gd name="connsiteX5" fmla="*/ 852196 w 1723053"/>
                <a:gd name="connsiteY5" fmla="*/ 12440 h 640702"/>
                <a:gd name="connsiteX6" fmla="*/ 1069910 w 1723053"/>
                <a:gd name="connsiteY6" fmla="*/ 640702 h 640702"/>
                <a:gd name="connsiteX7" fmla="*/ 1281404 w 1723053"/>
                <a:gd name="connsiteY7" fmla="*/ 12440 h 640702"/>
                <a:gd name="connsiteX8" fmla="*/ 1499118 w 1723053"/>
                <a:gd name="connsiteY8" fmla="*/ 634481 h 640702"/>
                <a:gd name="connsiteX9" fmla="*/ 1723053 w 1723053"/>
                <a:gd name="connsiteY9" fmla="*/ 0 h 640702"/>
                <a:gd name="connsiteX0" fmla="*/ 0 w 1723053"/>
                <a:gd name="connsiteY0" fmla="*/ 6220 h 640702"/>
                <a:gd name="connsiteX1" fmla="*/ 186612 w 1723053"/>
                <a:gd name="connsiteY1" fmla="*/ 640702 h 640702"/>
                <a:gd name="connsiteX2" fmla="*/ 422988 w 1723053"/>
                <a:gd name="connsiteY2" fmla="*/ 6220 h 640702"/>
                <a:gd name="connsiteX3" fmla="*/ 646922 w 1723053"/>
                <a:gd name="connsiteY3" fmla="*/ 640702 h 640702"/>
                <a:gd name="connsiteX4" fmla="*/ 852196 w 1723053"/>
                <a:gd name="connsiteY4" fmla="*/ 12440 h 640702"/>
                <a:gd name="connsiteX5" fmla="*/ 1069910 w 1723053"/>
                <a:gd name="connsiteY5" fmla="*/ 640702 h 640702"/>
                <a:gd name="connsiteX6" fmla="*/ 1281404 w 1723053"/>
                <a:gd name="connsiteY6" fmla="*/ 12440 h 640702"/>
                <a:gd name="connsiteX7" fmla="*/ 1499118 w 1723053"/>
                <a:gd name="connsiteY7" fmla="*/ 634481 h 640702"/>
                <a:gd name="connsiteX8" fmla="*/ 1723053 w 1723053"/>
                <a:gd name="connsiteY8" fmla="*/ 0 h 640702"/>
                <a:gd name="connsiteX0" fmla="*/ 0 w 1536441"/>
                <a:gd name="connsiteY0" fmla="*/ 640702 h 640702"/>
                <a:gd name="connsiteX1" fmla="*/ 236376 w 1536441"/>
                <a:gd name="connsiteY1" fmla="*/ 6220 h 640702"/>
                <a:gd name="connsiteX2" fmla="*/ 460310 w 1536441"/>
                <a:gd name="connsiteY2" fmla="*/ 640702 h 640702"/>
                <a:gd name="connsiteX3" fmla="*/ 665584 w 1536441"/>
                <a:gd name="connsiteY3" fmla="*/ 12440 h 640702"/>
                <a:gd name="connsiteX4" fmla="*/ 883298 w 1536441"/>
                <a:gd name="connsiteY4" fmla="*/ 640702 h 640702"/>
                <a:gd name="connsiteX5" fmla="*/ 1094792 w 1536441"/>
                <a:gd name="connsiteY5" fmla="*/ 12440 h 640702"/>
                <a:gd name="connsiteX6" fmla="*/ 1312506 w 1536441"/>
                <a:gd name="connsiteY6" fmla="*/ 634481 h 640702"/>
                <a:gd name="connsiteX7" fmla="*/ 1536441 w 1536441"/>
                <a:gd name="connsiteY7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536441 w 1536441"/>
                <a:gd name="connsiteY8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1931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37978 w 1536441"/>
                <a:gd name="connsiteY8" fmla="*/ 325848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60310 w 1536441"/>
                <a:gd name="connsiteY3" fmla="*/ 640702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40702 h 640702"/>
                <a:gd name="connsiteX1" fmla="*/ 113031 w 1536441"/>
                <a:gd name="connsiteY1" fmla="*/ 319627 h 640702"/>
                <a:gd name="connsiteX2" fmla="*/ 236376 w 1536441"/>
                <a:gd name="connsiteY2" fmla="*/ 6220 h 640702"/>
                <a:gd name="connsiteX3" fmla="*/ 435595 w 1536441"/>
                <a:gd name="connsiteY3" fmla="*/ 637903 h 640702"/>
                <a:gd name="connsiteX4" fmla="*/ 665584 w 1536441"/>
                <a:gd name="connsiteY4" fmla="*/ 12440 h 640702"/>
                <a:gd name="connsiteX5" fmla="*/ 883298 w 1536441"/>
                <a:gd name="connsiteY5" fmla="*/ 640702 h 640702"/>
                <a:gd name="connsiteX6" fmla="*/ 1094792 w 1536441"/>
                <a:gd name="connsiteY6" fmla="*/ 12440 h 640702"/>
                <a:gd name="connsiteX7" fmla="*/ 1312506 w 1536441"/>
                <a:gd name="connsiteY7" fmla="*/ 634481 h 640702"/>
                <a:gd name="connsiteX8" fmla="*/ 1425537 w 1536441"/>
                <a:gd name="connsiteY8" fmla="*/ 307186 h 640702"/>
                <a:gd name="connsiteX9" fmla="*/ 1536441 w 1536441"/>
                <a:gd name="connsiteY9" fmla="*/ 0 h 640702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094792 w 1536441"/>
                <a:gd name="connsiteY6" fmla="*/ 30792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83298 w 1536441"/>
                <a:gd name="connsiteY5" fmla="*/ 659054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12506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6441"/>
                <a:gd name="connsiteY0" fmla="*/ 659054 h 659054"/>
                <a:gd name="connsiteX1" fmla="*/ 113031 w 1536441"/>
                <a:gd name="connsiteY1" fmla="*/ 337979 h 659054"/>
                <a:gd name="connsiteX2" fmla="*/ 236376 w 1536441"/>
                <a:gd name="connsiteY2" fmla="*/ 24572 h 659054"/>
                <a:gd name="connsiteX3" fmla="*/ 435595 w 1536441"/>
                <a:gd name="connsiteY3" fmla="*/ 656255 h 659054"/>
                <a:gd name="connsiteX4" fmla="*/ 656078 w 1536441"/>
                <a:gd name="connsiteY4" fmla="*/ 0 h 659054"/>
                <a:gd name="connsiteX5" fmla="*/ 875694 w 1536441"/>
                <a:gd name="connsiteY5" fmla="*/ 656255 h 659054"/>
                <a:gd name="connsiteX6" fmla="*/ 1100495 w 1536441"/>
                <a:gd name="connsiteY6" fmla="*/ 2799 h 659054"/>
                <a:gd name="connsiteX7" fmla="*/ 1320111 w 1536441"/>
                <a:gd name="connsiteY7" fmla="*/ 652833 h 659054"/>
                <a:gd name="connsiteX8" fmla="*/ 1425537 w 1536441"/>
                <a:gd name="connsiteY8" fmla="*/ 325538 h 659054"/>
                <a:gd name="connsiteX9" fmla="*/ 1536441 w 1536441"/>
                <a:gd name="connsiteY9" fmla="*/ 18352 h 659054"/>
                <a:gd name="connsiteX0" fmla="*/ 0 w 1537706"/>
                <a:gd name="connsiteY0" fmla="*/ 659054 h 659054"/>
                <a:gd name="connsiteX1" fmla="*/ 113031 w 1537706"/>
                <a:gd name="connsiteY1" fmla="*/ 337979 h 659054"/>
                <a:gd name="connsiteX2" fmla="*/ 236376 w 1537706"/>
                <a:gd name="connsiteY2" fmla="*/ 24572 h 659054"/>
                <a:gd name="connsiteX3" fmla="*/ 435595 w 1537706"/>
                <a:gd name="connsiteY3" fmla="*/ 656255 h 659054"/>
                <a:gd name="connsiteX4" fmla="*/ 656078 w 1537706"/>
                <a:gd name="connsiteY4" fmla="*/ 0 h 659054"/>
                <a:gd name="connsiteX5" fmla="*/ 875694 w 1537706"/>
                <a:gd name="connsiteY5" fmla="*/ 656255 h 659054"/>
                <a:gd name="connsiteX6" fmla="*/ 1100495 w 1537706"/>
                <a:gd name="connsiteY6" fmla="*/ 2799 h 659054"/>
                <a:gd name="connsiteX7" fmla="*/ 1320111 w 1537706"/>
                <a:gd name="connsiteY7" fmla="*/ 652833 h 659054"/>
                <a:gd name="connsiteX8" fmla="*/ 1537706 w 1537706"/>
                <a:gd name="connsiteY8" fmla="*/ 118391 h 659054"/>
                <a:gd name="connsiteX9" fmla="*/ 1536441 w 1537706"/>
                <a:gd name="connsiteY9" fmla="*/ 18352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7706 w 1673326"/>
                <a:gd name="connsiteY8" fmla="*/ 118391 h 659054"/>
                <a:gd name="connsiteX9" fmla="*/ 1673326 w 1673326"/>
                <a:gd name="connsiteY9" fmla="*/ 362663 h 659054"/>
                <a:gd name="connsiteX0" fmla="*/ 0 w 1673326"/>
                <a:gd name="connsiteY0" fmla="*/ 659054 h 659054"/>
                <a:gd name="connsiteX1" fmla="*/ 113031 w 1673326"/>
                <a:gd name="connsiteY1" fmla="*/ 337979 h 659054"/>
                <a:gd name="connsiteX2" fmla="*/ 236376 w 1673326"/>
                <a:gd name="connsiteY2" fmla="*/ 24572 h 659054"/>
                <a:gd name="connsiteX3" fmla="*/ 435595 w 1673326"/>
                <a:gd name="connsiteY3" fmla="*/ 656255 h 659054"/>
                <a:gd name="connsiteX4" fmla="*/ 656078 w 1673326"/>
                <a:gd name="connsiteY4" fmla="*/ 0 h 659054"/>
                <a:gd name="connsiteX5" fmla="*/ 875694 w 1673326"/>
                <a:gd name="connsiteY5" fmla="*/ 656255 h 659054"/>
                <a:gd name="connsiteX6" fmla="*/ 1100495 w 1673326"/>
                <a:gd name="connsiteY6" fmla="*/ 2799 h 659054"/>
                <a:gd name="connsiteX7" fmla="*/ 1320111 w 1673326"/>
                <a:gd name="connsiteY7" fmla="*/ 652833 h 659054"/>
                <a:gd name="connsiteX8" fmla="*/ 1535805 w 1673326"/>
                <a:gd name="connsiteY8" fmla="*/ 6420 h 659054"/>
                <a:gd name="connsiteX9" fmla="*/ 1673326 w 1673326"/>
                <a:gd name="connsiteY9" fmla="*/ 362663 h 659054"/>
                <a:gd name="connsiteX0" fmla="*/ 0 w 1648612"/>
                <a:gd name="connsiteY0" fmla="*/ 659054 h 659054"/>
                <a:gd name="connsiteX1" fmla="*/ 113031 w 1648612"/>
                <a:gd name="connsiteY1" fmla="*/ 337979 h 659054"/>
                <a:gd name="connsiteX2" fmla="*/ 236376 w 1648612"/>
                <a:gd name="connsiteY2" fmla="*/ 24572 h 659054"/>
                <a:gd name="connsiteX3" fmla="*/ 435595 w 1648612"/>
                <a:gd name="connsiteY3" fmla="*/ 656255 h 659054"/>
                <a:gd name="connsiteX4" fmla="*/ 656078 w 1648612"/>
                <a:gd name="connsiteY4" fmla="*/ 0 h 659054"/>
                <a:gd name="connsiteX5" fmla="*/ 875694 w 1648612"/>
                <a:gd name="connsiteY5" fmla="*/ 656255 h 659054"/>
                <a:gd name="connsiteX6" fmla="*/ 1100495 w 1648612"/>
                <a:gd name="connsiteY6" fmla="*/ 2799 h 659054"/>
                <a:gd name="connsiteX7" fmla="*/ 1320111 w 1648612"/>
                <a:gd name="connsiteY7" fmla="*/ 652833 h 659054"/>
                <a:gd name="connsiteX8" fmla="*/ 1535805 w 1648612"/>
                <a:gd name="connsiteY8" fmla="*/ 6420 h 659054"/>
                <a:gd name="connsiteX9" fmla="*/ 1648611 w 1648612"/>
                <a:gd name="connsiteY9" fmla="*/ 331871 h 659054"/>
                <a:gd name="connsiteX0" fmla="*/ 0 w 1648611"/>
                <a:gd name="connsiteY0" fmla="*/ 659054 h 659054"/>
                <a:gd name="connsiteX1" fmla="*/ 113031 w 1648611"/>
                <a:gd name="connsiteY1" fmla="*/ 337979 h 659054"/>
                <a:gd name="connsiteX2" fmla="*/ 236376 w 1648611"/>
                <a:gd name="connsiteY2" fmla="*/ 24572 h 659054"/>
                <a:gd name="connsiteX3" fmla="*/ 435595 w 1648611"/>
                <a:gd name="connsiteY3" fmla="*/ 656255 h 659054"/>
                <a:gd name="connsiteX4" fmla="*/ 656078 w 1648611"/>
                <a:gd name="connsiteY4" fmla="*/ 0 h 659054"/>
                <a:gd name="connsiteX5" fmla="*/ 875694 w 1648611"/>
                <a:gd name="connsiteY5" fmla="*/ 656255 h 659054"/>
                <a:gd name="connsiteX6" fmla="*/ 1100495 w 1648611"/>
                <a:gd name="connsiteY6" fmla="*/ 2799 h 659054"/>
                <a:gd name="connsiteX7" fmla="*/ 1320111 w 1648611"/>
                <a:gd name="connsiteY7" fmla="*/ 652833 h 659054"/>
                <a:gd name="connsiteX8" fmla="*/ 1535805 w 1648611"/>
                <a:gd name="connsiteY8" fmla="*/ 6420 h 659054"/>
                <a:gd name="connsiteX9" fmla="*/ 1648611 w 1648611"/>
                <a:gd name="connsiteY9" fmla="*/ 331871 h 659054"/>
                <a:gd name="connsiteX0" fmla="*/ 1040 w 1649651"/>
                <a:gd name="connsiteY0" fmla="*/ 659054 h 699086"/>
                <a:gd name="connsiteX1" fmla="*/ 0 w 1649651"/>
                <a:gd name="connsiteY1" fmla="*/ 699086 h 699086"/>
                <a:gd name="connsiteX2" fmla="*/ 237416 w 1649651"/>
                <a:gd name="connsiteY2" fmla="*/ 24572 h 699086"/>
                <a:gd name="connsiteX3" fmla="*/ 436635 w 1649651"/>
                <a:gd name="connsiteY3" fmla="*/ 656255 h 699086"/>
                <a:gd name="connsiteX4" fmla="*/ 657118 w 1649651"/>
                <a:gd name="connsiteY4" fmla="*/ 0 h 699086"/>
                <a:gd name="connsiteX5" fmla="*/ 876734 w 1649651"/>
                <a:gd name="connsiteY5" fmla="*/ 656255 h 699086"/>
                <a:gd name="connsiteX6" fmla="*/ 1101535 w 1649651"/>
                <a:gd name="connsiteY6" fmla="*/ 2799 h 699086"/>
                <a:gd name="connsiteX7" fmla="*/ 1321151 w 1649651"/>
                <a:gd name="connsiteY7" fmla="*/ 652833 h 699086"/>
                <a:gd name="connsiteX8" fmla="*/ 1536845 w 1649651"/>
                <a:gd name="connsiteY8" fmla="*/ 6420 h 699086"/>
                <a:gd name="connsiteX9" fmla="*/ 1649651 w 1649651"/>
                <a:gd name="connsiteY9" fmla="*/ 331871 h 699086"/>
                <a:gd name="connsiteX0" fmla="*/ 0 w 1814013"/>
                <a:gd name="connsiteY0" fmla="*/ 264356 h 699086"/>
                <a:gd name="connsiteX1" fmla="*/ 164362 w 1814013"/>
                <a:gd name="connsiteY1" fmla="*/ 699086 h 699086"/>
                <a:gd name="connsiteX2" fmla="*/ 401778 w 1814013"/>
                <a:gd name="connsiteY2" fmla="*/ 24572 h 699086"/>
                <a:gd name="connsiteX3" fmla="*/ 600997 w 1814013"/>
                <a:gd name="connsiteY3" fmla="*/ 656255 h 699086"/>
                <a:gd name="connsiteX4" fmla="*/ 821480 w 1814013"/>
                <a:gd name="connsiteY4" fmla="*/ 0 h 699086"/>
                <a:gd name="connsiteX5" fmla="*/ 1041096 w 1814013"/>
                <a:gd name="connsiteY5" fmla="*/ 656255 h 699086"/>
                <a:gd name="connsiteX6" fmla="*/ 1265897 w 1814013"/>
                <a:gd name="connsiteY6" fmla="*/ 2799 h 699086"/>
                <a:gd name="connsiteX7" fmla="*/ 1485513 w 1814013"/>
                <a:gd name="connsiteY7" fmla="*/ 652833 h 699086"/>
                <a:gd name="connsiteX8" fmla="*/ 1701207 w 1814013"/>
                <a:gd name="connsiteY8" fmla="*/ 6420 h 699086"/>
                <a:gd name="connsiteX9" fmla="*/ 1814013 w 1814013"/>
                <a:gd name="connsiteY9" fmla="*/ 331871 h 699086"/>
                <a:gd name="connsiteX0" fmla="*/ 0 w 1814013"/>
                <a:gd name="connsiteY0" fmla="*/ 264356 h 668294"/>
                <a:gd name="connsiteX1" fmla="*/ 162461 w 1814013"/>
                <a:gd name="connsiteY1" fmla="*/ 668294 h 668294"/>
                <a:gd name="connsiteX2" fmla="*/ 401778 w 1814013"/>
                <a:gd name="connsiteY2" fmla="*/ 24572 h 668294"/>
                <a:gd name="connsiteX3" fmla="*/ 600997 w 1814013"/>
                <a:gd name="connsiteY3" fmla="*/ 656255 h 668294"/>
                <a:gd name="connsiteX4" fmla="*/ 821480 w 1814013"/>
                <a:gd name="connsiteY4" fmla="*/ 0 h 668294"/>
                <a:gd name="connsiteX5" fmla="*/ 1041096 w 1814013"/>
                <a:gd name="connsiteY5" fmla="*/ 656255 h 668294"/>
                <a:gd name="connsiteX6" fmla="*/ 1265897 w 1814013"/>
                <a:gd name="connsiteY6" fmla="*/ 2799 h 668294"/>
                <a:gd name="connsiteX7" fmla="*/ 1485513 w 1814013"/>
                <a:gd name="connsiteY7" fmla="*/ 652833 h 668294"/>
                <a:gd name="connsiteX8" fmla="*/ 1701207 w 1814013"/>
                <a:gd name="connsiteY8" fmla="*/ 6420 h 668294"/>
                <a:gd name="connsiteX9" fmla="*/ 1814013 w 1814013"/>
                <a:gd name="connsiteY9" fmla="*/ 331871 h 668294"/>
                <a:gd name="connsiteX0" fmla="*/ 0 w 1814013"/>
                <a:gd name="connsiteY0" fmla="*/ 264356 h 657097"/>
                <a:gd name="connsiteX1" fmla="*/ 162461 w 1814013"/>
                <a:gd name="connsiteY1" fmla="*/ 657097 h 657097"/>
                <a:gd name="connsiteX2" fmla="*/ 401778 w 1814013"/>
                <a:gd name="connsiteY2" fmla="*/ 24572 h 657097"/>
                <a:gd name="connsiteX3" fmla="*/ 600997 w 1814013"/>
                <a:gd name="connsiteY3" fmla="*/ 656255 h 657097"/>
                <a:gd name="connsiteX4" fmla="*/ 821480 w 1814013"/>
                <a:gd name="connsiteY4" fmla="*/ 0 h 657097"/>
                <a:gd name="connsiteX5" fmla="*/ 1041096 w 1814013"/>
                <a:gd name="connsiteY5" fmla="*/ 656255 h 657097"/>
                <a:gd name="connsiteX6" fmla="*/ 1265897 w 1814013"/>
                <a:gd name="connsiteY6" fmla="*/ 2799 h 657097"/>
                <a:gd name="connsiteX7" fmla="*/ 1485513 w 1814013"/>
                <a:gd name="connsiteY7" fmla="*/ 652833 h 657097"/>
                <a:gd name="connsiteX8" fmla="*/ 1701207 w 1814013"/>
                <a:gd name="connsiteY8" fmla="*/ 6420 h 657097"/>
                <a:gd name="connsiteX9" fmla="*/ 1814013 w 1814013"/>
                <a:gd name="connsiteY9" fmla="*/ 331871 h 657097"/>
                <a:gd name="connsiteX0" fmla="*/ 1 w 1762682"/>
                <a:gd name="connsiteY0" fmla="*/ 320341 h 657097"/>
                <a:gd name="connsiteX1" fmla="*/ 111130 w 1762682"/>
                <a:gd name="connsiteY1" fmla="*/ 657097 h 657097"/>
                <a:gd name="connsiteX2" fmla="*/ 350447 w 1762682"/>
                <a:gd name="connsiteY2" fmla="*/ 24572 h 657097"/>
                <a:gd name="connsiteX3" fmla="*/ 549666 w 1762682"/>
                <a:gd name="connsiteY3" fmla="*/ 656255 h 657097"/>
                <a:gd name="connsiteX4" fmla="*/ 770149 w 1762682"/>
                <a:gd name="connsiteY4" fmla="*/ 0 h 657097"/>
                <a:gd name="connsiteX5" fmla="*/ 989765 w 1762682"/>
                <a:gd name="connsiteY5" fmla="*/ 656255 h 657097"/>
                <a:gd name="connsiteX6" fmla="*/ 1214566 w 1762682"/>
                <a:gd name="connsiteY6" fmla="*/ 2799 h 657097"/>
                <a:gd name="connsiteX7" fmla="*/ 1434182 w 1762682"/>
                <a:gd name="connsiteY7" fmla="*/ 652833 h 657097"/>
                <a:gd name="connsiteX8" fmla="*/ 1649876 w 1762682"/>
                <a:gd name="connsiteY8" fmla="*/ 6420 h 657097"/>
                <a:gd name="connsiteX9" fmla="*/ 1762682 w 1762682"/>
                <a:gd name="connsiteY9" fmla="*/ 331871 h 657097"/>
                <a:gd name="connsiteX0" fmla="*/ 1 w 1762682"/>
                <a:gd name="connsiteY0" fmla="*/ 320962 h 657718"/>
                <a:gd name="connsiteX1" fmla="*/ 111130 w 1762682"/>
                <a:gd name="connsiteY1" fmla="*/ 657718 h 657718"/>
                <a:gd name="connsiteX2" fmla="*/ 331435 w 1762682"/>
                <a:gd name="connsiteY2" fmla="*/ 0 h 657718"/>
                <a:gd name="connsiteX3" fmla="*/ 549666 w 1762682"/>
                <a:gd name="connsiteY3" fmla="*/ 656876 h 657718"/>
                <a:gd name="connsiteX4" fmla="*/ 770149 w 1762682"/>
                <a:gd name="connsiteY4" fmla="*/ 621 h 657718"/>
                <a:gd name="connsiteX5" fmla="*/ 989765 w 1762682"/>
                <a:gd name="connsiteY5" fmla="*/ 656876 h 657718"/>
                <a:gd name="connsiteX6" fmla="*/ 1214566 w 1762682"/>
                <a:gd name="connsiteY6" fmla="*/ 3420 h 657718"/>
                <a:gd name="connsiteX7" fmla="*/ 1434182 w 1762682"/>
                <a:gd name="connsiteY7" fmla="*/ 653454 h 657718"/>
                <a:gd name="connsiteX8" fmla="*/ 1649876 w 1762682"/>
                <a:gd name="connsiteY8" fmla="*/ 7041 h 657718"/>
                <a:gd name="connsiteX9" fmla="*/ 1762682 w 1762682"/>
                <a:gd name="connsiteY9" fmla="*/ 332492 h 657718"/>
                <a:gd name="connsiteX0" fmla="*/ 1 w 1760781"/>
                <a:gd name="connsiteY0" fmla="*/ 332159 h 657718"/>
                <a:gd name="connsiteX1" fmla="*/ 109229 w 1760781"/>
                <a:gd name="connsiteY1" fmla="*/ 657718 h 657718"/>
                <a:gd name="connsiteX2" fmla="*/ 329534 w 1760781"/>
                <a:gd name="connsiteY2" fmla="*/ 0 h 657718"/>
                <a:gd name="connsiteX3" fmla="*/ 547765 w 1760781"/>
                <a:gd name="connsiteY3" fmla="*/ 656876 h 657718"/>
                <a:gd name="connsiteX4" fmla="*/ 768248 w 1760781"/>
                <a:gd name="connsiteY4" fmla="*/ 621 h 657718"/>
                <a:gd name="connsiteX5" fmla="*/ 987864 w 1760781"/>
                <a:gd name="connsiteY5" fmla="*/ 656876 h 657718"/>
                <a:gd name="connsiteX6" fmla="*/ 1212665 w 1760781"/>
                <a:gd name="connsiteY6" fmla="*/ 3420 h 657718"/>
                <a:gd name="connsiteX7" fmla="*/ 1432281 w 1760781"/>
                <a:gd name="connsiteY7" fmla="*/ 653454 h 657718"/>
                <a:gd name="connsiteX8" fmla="*/ 1647975 w 1760781"/>
                <a:gd name="connsiteY8" fmla="*/ 7041 h 657718"/>
                <a:gd name="connsiteX9" fmla="*/ 1760781 w 1760781"/>
                <a:gd name="connsiteY9" fmla="*/ 332492 h 657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60781" h="657718">
                  <a:moveTo>
                    <a:pt x="1" y="332159"/>
                  </a:moveTo>
                  <a:cubicBezTo>
                    <a:pt x="-346" y="345503"/>
                    <a:pt x="109576" y="644374"/>
                    <a:pt x="109229" y="657718"/>
                  </a:cubicBezTo>
                  <a:lnTo>
                    <a:pt x="329534" y="0"/>
                  </a:lnTo>
                  <a:lnTo>
                    <a:pt x="547765" y="656876"/>
                  </a:lnTo>
                  <a:lnTo>
                    <a:pt x="768248" y="621"/>
                  </a:lnTo>
                  <a:lnTo>
                    <a:pt x="987864" y="656876"/>
                  </a:lnTo>
                  <a:lnTo>
                    <a:pt x="1212665" y="3420"/>
                  </a:lnTo>
                  <a:lnTo>
                    <a:pt x="1432281" y="653454"/>
                  </a:lnTo>
                  <a:lnTo>
                    <a:pt x="1647975" y="7041"/>
                  </a:lnTo>
                  <a:cubicBezTo>
                    <a:pt x="1647553" y="-26305"/>
                    <a:pt x="1740290" y="287458"/>
                    <a:pt x="1760781" y="3324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电流">
              <a:extLst>
                <a:ext uri="{FF2B5EF4-FFF2-40B4-BE49-F238E27FC236}">
                  <a16:creationId xmlns:a16="http://schemas.microsoft.com/office/drawing/2014/main" id="{A0B6692B-EE62-67A3-CF0D-4DA4CA297833}"/>
                </a:ext>
              </a:extLst>
            </p:cNvPr>
            <p:cNvSpPr/>
            <p:nvPr/>
          </p:nvSpPr>
          <p:spPr>
            <a:xfrm>
              <a:off x="5262605" y="2997214"/>
              <a:ext cx="846667" cy="846667"/>
            </a:xfrm>
            <a:prstGeom prst="arc">
              <a:avLst>
                <a:gd name="adj1" fmla="val 16200000"/>
                <a:gd name="adj2" fmla="val 9886415"/>
              </a:avLst>
            </a:prstGeom>
            <a:ln w="381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32" name="uc线">
              <a:extLst>
                <a:ext uri="{FF2B5EF4-FFF2-40B4-BE49-F238E27FC236}">
                  <a16:creationId xmlns:a16="http://schemas.microsoft.com/office/drawing/2014/main" id="{DCDF95B1-4169-A8AE-8F1A-CDBFC8A41F32}"/>
                </a:ext>
              </a:extLst>
            </p:cNvPr>
            <p:cNvCxnSpPr>
              <a:stCxn id="10" idx="4"/>
              <a:endCxn id="11" idx="0"/>
            </p:cNvCxnSpPr>
            <p:nvPr/>
          </p:nvCxnSpPr>
          <p:spPr>
            <a:xfrm>
              <a:off x="8598193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ur线">
              <a:extLst>
                <a:ext uri="{FF2B5EF4-FFF2-40B4-BE49-F238E27FC236}">
                  <a16:creationId xmlns:a16="http://schemas.microsoft.com/office/drawing/2014/main" id="{1BE704DF-2232-85E6-5523-DBCF31AF238A}"/>
                </a:ext>
              </a:extLst>
            </p:cNvPr>
            <p:cNvCxnSpPr/>
            <p:nvPr/>
          </p:nvCxnSpPr>
          <p:spPr>
            <a:xfrm>
              <a:off x="4589720" y="2745596"/>
              <a:ext cx="0" cy="131098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A7C6BC7-92C6-749C-29C2-522E1DE9DA4E}"/>
              </a:ext>
            </a:extLst>
          </p:cNvPr>
          <p:cNvGrpSpPr/>
          <p:nvPr/>
        </p:nvGrpSpPr>
        <p:grpSpPr>
          <a:xfrm>
            <a:off x="7650654" y="308820"/>
            <a:ext cx="3324070" cy="3247700"/>
            <a:chOff x="7650654" y="308820"/>
            <a:chExt cx="3324070" cy="3247700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44E5BEC-4C33-8189-4459-CE8691EC10D0}"/>
                </a:ext>
              </a:extLst>
            </p:cNvPr>
            <p:cNvGrpSpPr/>
            <p:nvPr/>
          </p:nvGrpSpPr>
          <p:grpSpPr>
            <a:xfrm>
              <a:off x="7650654" y="308820"/>
              <a:ext cx="2720112" cy="3233506"/>
              <a:chOff x="7650654" y="308820"/>
              <a:chExt cx="2720112" cy="3233506"/>
            </a:xfrm>
          </p:grpSpPr>
          <p:cxnSp>
            <p:nvCxnSpPr>
              <p:cNvPr id="37" name="直线连接符 36">
                <a:extLst>
                  <a:ext uri="{FF2B5EF4-FFF2-40B4-BE49-F238E27FC236}">
                    <a16:creationId xmlns:a16="http://schemas.microsoft.com/office/drawing/2014/main" id="{A4C5B8CE-1854-37A1-3F89-0C53830AF6EC}"/>
                  </a:ext>
                </a:extLst>
              </p:cNvPr>
              <p:cNvCxnSpPr/>
              <p:nvPr/>
            </p:nvCxnSpPr>
            <p:spPr>
              <a:xfrm>
                <a:off x="7800730" y="549275"/>
                <a:ext cx="2352012" cy="0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F834E638-CDFA-3369-D44C-F634DFF2C5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95406" y="549275"/>
                <a:ext cx="0" cy="2951733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5D33F2B1-0282-426A-5C83-4F8F19E4AE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55646" y="549274"/>
                <a:ext cx="0" cy="2951733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B05618CB-972C-0DCB-BD14-F3A6D68182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0073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2B73C4E3-E8E2-2465-7E79-C15E3E9144B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5603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0F199454-1937-C002-0CBD-1208B6E4B3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1134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049D2AFA-7A7B-FCEF-A97C-320757120F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6664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直线连接符 43">
                <a:extLst>
                  <a:ext uri="{FF2B5EF4-FFF2-40B4-BE49-F238E27FC236}">
                    <a16:creationId xmlns:a16="http://schemas.microsoft.com/office/drawing/2014/main" id="{C8CC8FF2-0848-EBA9-0A0F-7FDABC28D8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2195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线连接符 45">
                <a:extLst>
                  <a:ext uri="{FF2B5EF4-FFF2-40B4-BE49-F238E27FC236}">
                    <a16:creationId xmlns:a16="http://schemas.microsoft.com/office/drawing/2014/main" id="{3E62450E-3069-1266-B925-E7E49E431C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7725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线连接符 46">
                <a:extLst>
                  <a:ext uri="{FF2B5EF4-FFF2-40B4-BE49-F238E27FC236}">
                    <a16:creationId xmlns:a16="http://schemas.microsoft.com/office/drawing/2014/main" id="{9F772713-9B4A-6A87-82D6-90F2FC4D41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73256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EFC0A584-2789-8423-34E1-739F8474CA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8786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AEF52767-CFE1-4708-E0FD-2D14E256009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04317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5244984A-8558-AE27-916F-7DA4907204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19847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679C718-53DA-45A8-7121-6A1E901B1F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378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5F74DD39-DCCC-751A-2E63-C40224C60E6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0908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线连接符 52">
                <a:extLst>
                  <a:ext uri="{FF2B5EF4-FFF2-40B4-BE49-F238E27FC236}">
                    <a16:creationId xmlns:a16="http://schemas.microsoft.com/office/drawing/2014/main" id="{F7A9DDFE-98A7-4E41-B39E-F1F54F5C99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6439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直线连接符 53">
                <a:extLst>
                  <a:ext uri="{FF2B5EF4-FFF2-40B4-BE49-F238E27FC236}">
                    <a16:creationId xmlns:a16="http://schemas.microsoft.com/office/drawing/2014/main" id="{E4E4BE29-2A41-43F0-09AE-0ADD9BEE6F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819695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线连接符 54">
                <a:extLst>
                  <a:ext uri="{FF2B5EF4-FFF2-40B4-BE49-F238E27FC236}">
                    <a16:creationId xmlns:a16="http://schemas.microsoft.com/office/drawing/2014/main" id="{16212652-1D82-3778-26E0-1ABC1D6744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5000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线连接符 55">
                <a:extLst>
                  <a:ext uri="{FF2B5EF4-FFF2-40B4-BE49-F238E27FC236}">
                    <a16:creationId xmlns:a16="http://schemas.microsoft.com/office/drawing/2014/main" id="{46168CF3-49AF-B0C4-32D4-9995F2D173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30312" y="30882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56">
                <a:extLst>
                  <a:ext uri="{FF2B5EF4-FFF2-40B4-BE49-F238E27FC236}">
                    <a16:creationId xmlns:a16="http://schemas.microsoft.com/office/drawing/2014/main" id="{D7722909-9A4F-B795-3DC3-C1BA9775DC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5586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直线连接符 57">
                <a:extLst>
                  <a:ext uri="{FF2B5EF4-FFF2-40B4-BE49-F238E27FC236}">
                    <a16:creationId xmlns:a16="http://schemas.microsoft.com/office/drawing/2014/main" id="{B6D2E2E5-5A8F-8064-651F-9BEBBEF435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7110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线连接符 58">
                <a:extLst>
                  <a:ext uri="{FF2B5EF4-FFF2-40B4-BE49-F238E27FC236}">
                    <a16:creationId xmlns:a16="http://schemas.microsoft.com/office/drawing/2014/main" id="{E034D30B-EE62-4448-051C-C22812978D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8634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线连接符 59">
                <a:extLst>
                  <a:ext uri="{FF2B5EF4-FFF2-40B4-BE49-F238E27FC236}">
                    <a16:creationId xmlns:a16="http://schemas.microsoft.com/office/drawing/2014/main" id="{D2645FBA-9353-E7EB-BCE6-D3E9BAA21F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0158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60">
                <a:extLst>
                  <a:ext uri="{FF2B5EF4-FFF2-40B4-BE49-F238E27FC236}">
                    <a16:creationId xmlns:a16="http://schemas.microsoft.com/office/drawing/2014/main" id="{7645DBB1-6DF9-EB9C-3B32-1AAE07DD91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1682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线连接符 61">
                <a:extLst>
                  <a:ext uri="{FF2B5EF4-FFF2-40B4-BE49-F238E27FC236}">
                    <a16:creationId xmlns:a16="http://schemas.microsoft.com/office/drawing/2014/main" id="{33794CCC-9D80-6E21-9813-4115D253D74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3206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62">
                <a:extLst>
                  <a:ext uri="{FF2B5EF4-FFF2-40B4-BE49-F238E27FC236}">
                    <a16:creationId xmlns:a16="http://schemas.microsoft.com/office/drawing/2014/main" id="{1115773F-8056-600C-C5EA-EF5B42A87C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4730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3">
                <a:extLst>
                  <a:ext uri="{FF2B5EF4-FFF2-40B4-BE49-F238E27FC236}">
                    <a16:creationId xmlns:a16="http://schemas.microsoft.com/office/drawing/2014/main" id="{F279353B-9CD6-0737-0ACC-B699227033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6254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线连接符 64">
                <a:extLst>
                  <a:ext uri="{FF2B5EF4-FFF2-40B4-BE49-F238E27FC236}">
                    <a16:creationId xmlns:a16="http://schemas.microsoft.com/office/drawing/2014/main" id="{941399D2-4E1C-8A1B-F99B-00C3388DA0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7778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线连接符 65">
                <a:extLst>
                  <a:ext uri="{FF2B5EF4-FFF2-40B4-BE49-F238E27FC236}">
                    <a16:creationId xmlns:a16="http://schemas.microsoft.com/office/drawing/2014/main" id="{BA19A014-D670-227D-B033-CBFBC0C93F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19302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线连接符 66">
                <a:extLst>
                  <a:ext uri="{FF2B5EF4-FFF2-40B4-BE49-F238E27FC236}">
                    <a16:creationId xmlns:a16="http://schemas.microsoft.com/office/drawing/2014/main" id="{9CE42EEA-6B19-4F26-BEEB-6C6BA753F03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0826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直线连接符 67">
                <a:extLst>
                  <a:ext uri="{FF2B5EF4-FFF2-40B4-BE49-F238E27FC236}">
                    <a16:creationId xmlns:a16="http://schemas.microsoft.com/office/drawing/2014/main" id="{9CF2F898-89C4-C7A7-5E38-FAE9E4857D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2350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直线连接符 68">
                <a:extLst>
                  <a:ext uri="{FF2B5EF4-FFF2-40B4-BE49-F238E27FC236}">
                    <a16:creationId xmlns:a16="http://schemas.microsoft.com/office/drawing/2014/main" id="{98A9DDA9-67D2-23C8-127D-00D6CE8B3C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3874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直线连接符 69">
                <a:extLst>
                  <a:ext uri="{FF2B5EF4-FFF2-40B4-BE49-F238E27FC236}">
                    <a16:creationId xmlns:a16="http://schemas.microsoft.com/office/drawing/2014/main" id="{58E48172-9FB9-5DED-4E77-377A09E931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5398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线连接符 70">
                <a:extLst>
                  <a:ext uri="{FF2B5EF4-FFF2-40B4-BE49-F238E27FC236}">
                    <a16:creationId xmlns:a16="http://schemas.microsoft.com/office/drawing/2014/main" id="{E2525C6C-018B-5821-FD05-676C54E570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6922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线连接符 71">
                <a:extLst>
                  <a:ext uri="{FF2B5EF4-FFF2-40B4-BE49-F238E27FC236}">
                    <a16:creationId xmlns:a16="http://schemas.microsoft.com/office/drawing/2014/main" id="{36EFB5A4-5242-05B0-4BE6-2BD627003B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8446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线连接符 72">
                <a:extLst>
                  <a:ext uri="{FF2B5EF4-FFF2-40B4-BE49-F238E27FC236}">
                    <a16:creationId xmlns:a16="http://schemas.microsoft.com/office/drawing/2014/main" id="{2FE08050-6D42-E27B-87DB-72EA9A286B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29970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线连接符 73">
                <a:extLst>
                  <a:ext uri="{FF2B5EF4-FFF2-40B4-BE49-F238E27FC236}">
                    <a16:creationId xmlns:a16="http://schemas.microsoft.com/office/drawing/2014/main" id="{5418743C-6F35-CE28-BE1D-C203E2572D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31494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线连接符 74">
                <a:extLst>
                  <a:ext uri="{FF2B5EF4-FFF2-40B4-BE49-F238E27FC236}">
                    <a16:creationId xmlns:a16="http://schemas.microsoft.com/office/drawing/2014/main" id="{DD6F5871-B032-1046-FEE8-30F983F409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50654" y="3301872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线连接符 75">
                <a:extLst>
                  <a:ext uri="{FF2B5EF4-FFF2-40B4-BE49-F238E27FC236}">
                    <a16:creationId xmlns:a16="http://schemas.microsoft.com/office/drawing/2014/main" id="{12EA6E15-6FBC-9D9F-8111-E05358B033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5078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线连接符 76">
                <a:extLst>
                  <a:ext uri="{FF2B5EF4-FFF2-40B4-BE49-F238E27FC236}">
                    <a16:creationId xmlns:a16="http://schemas.microsoft.com/office/drawing/2014/main" id="{CC9F9D29-4531-87FC-6762-4A8843172E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6602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线连接符 77">
                <a:extLst>
                  <a:ext uri="{FF2B5EF4-FFF2-40B4-BE49-F238E27FC236}">
                    <a16:creationId xmlns:a16="http://schemas.microsoft.com/office/drawing/2014/main" id="{DE0CC579-B4BC-79FB-5A5A-01DA8365B7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8126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线连接符 78">
                <a:extLst>
                  <a:ext uri="{FF2B5EF4-FFF2-40B4-BE49-F238E27FC236}">
                    <a16:creationId xmlns:a16="http://schemas.microsoft.com/office/drawing/2014/main" id="{53493B2A-1C14-85D7-02CF-7D2E71521B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9650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直线连接符 79">
                <a:extLst>
                  <a:ext uri="{FF2B5EF4-FFF2-40B4-BE49-F238E27FC236}">
                    <a16:creationId xmlns:a16="http://schemas.microsoft.com/office/drawing/2014/main" id="{EC5E8BAA-0028-5D70-AAF3-58BE6A555C6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1174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线连接符 80">
                <a:extLst>
                  <a:ext uri="{FF2B5EF4-FFF2-40B4-BE49-F238E27FC236}">
                    <a16:creationId xmlns:a16="http://schemas.microsoft.com/office/drawing/2014/main" id="{CC561533-9D1D-F1C6-8DA8-701E17E0B1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2698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线连接符 81">
                <a:extLst>
                  <a:ext uri="{FF2B5EF4-FFF2-40B4-BE49-F238E27FC236}">
                    <a16:creationId xmlns:a16="http://schemas.microsoft.com/office/drawing/2014/main" id="{18D94CC4-EE4B-5461-69FF-2302F5849C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4222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线连接符 82">
                <a:extLst>
                  <a:ext uri="{FF2B5EF4-FFF2-40B4-BE49-F238E27FC236}">
                    <a16:creationId xmlns:a16="http://schemas.microsoft.com/office/drawing/2014/main" id="{43EF8E33-AC95-630E-C5B1-6423C61A584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5746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线连接符 83">
                <a:extLst>
                  <a:ext uri="{FF2B5EF4-FFF2-40B4-BE49-F238E27FC236}">
                    <a16:creationId xmlns:a16="http://schemas.microsoft.com/office/drawing/2014/main" id="{CCEFFB3C-9F0E-53CB-4990-B0A0D7783F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7270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线连接符 84">
                <a:extLst>
                  <a:ext uri="{FF2B5EF4-FFF2-40B4-BE49-F238E27FC236}">
                    <a16:creationId xmlns:a16="http://schemas.microsoft.com/office/drawing/2014/main" id="{6714D892-F806-8B76-E065-6C4D5230D8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18794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线连接符 85">
                <a:extLst>
                  <a:ext uri="{FF2B5EF4-FFF2-40B4-BE49-F238E27FC236}">
                    <a16:creationId xmlns:a16="http://schemas.microsoft.com/office/drawing/2014/main" id="{2CD9D02D-EE83-6877-AFEF-F3E0479312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0318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直线连接符 86">
                <a:extLst>
                  <a:ext uri="{FF2B5EF4-FFF2-40B4-BE49-F238E27FC236}">
                    <a16:creationId xmlns:a16="http://schemas.microsoft.com/office/drawing/2014/main" id="{9E245104-E954-2D84-1115-F49B8110A0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1842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线连接符 87">
                <a:extLst>
                  <a:ext uri="{FF2B5EF4-FFF2-40B4-BE49-F238E27FC236}">
                    <a16:creationId xmlns:a16="http://schemas.microsoft.com/office/drawing/2014/main" id="{801FCF49-6712-4250-3258-E6729F1CEB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3366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线连接符 88">
                <a:extLst>
                  <a:ext uri="{FF2B5EF4-FFF2-40B4-BE49-F238E27FC236}">
                    <a16:creationId xmlns:a16="http://schemas.microsoft.com/office/drawing/2014/main" id="{45E0E947-6CD5-D9BB-4945-58D42980AC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4890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线连接符 89">
                <a:extLst>
                  <a:ext uri="{FF2B5EF4-FFF2-40B4-BE49-F238E27FC236}">
                    <a16:creationId xmlns:a16="http://schemas.microsoft.com/office/drawing/2014/main" id="{93CA7320-E988-5DEA-BC19-D148DF5DF1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6414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线连接符 90">
                <a:extLst>
                  <a:ext uri="{FF2B5EF4-FFF2-40B4-BE49-F238E27FC236}">
                    <a16:creationId xmlns:a16="http://schemas.microsoft.com/office/drawing/2014/main" id="{1F04F715-5916-4A57-2843-1013C0BF17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7938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直线连接符 91">
                <a:extLst>
                  <a:ext uri="{FF2B5EF4-FFF2-40B4-BE49-F238E27FC236}">
                    <a16:creationId xmlns:a16="http://schemas.microsoft.com/office/drawing/2014/main" id="{E7D66F0A-262E-AF81-E17E-A548624141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29462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线连接符 92">
                <a:extLst>
                  <a:ext uri="{FF2B5EF4-FFF2-40B4-BE49-F238E27FC236}">
                    <a16:creationId xmlns:a16="http://schemas.microsoft.com/office/drawing/2014/main" id="{56E80F02-1A6D-C932-14B2-409FF94B68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30986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直线连接符 93">
                <a:extLst>
                  <a:ext uri="{FF2B5EF4-FFF2-40B4-BE49-F238E27FC236}">
                    <a16:creationId xmlns:a16="http://schemas.microsoft.com/office/drawing/2014/main" id="{DD999680-4716-CE2A-81AC-39A111F136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51924" y="3251050"/>
                <a:ext cx="240454" cy="240454"/>
              </a:xfrm>
              <a:prstGeom prst="line">
                <a:avLst/>
              </a:prstGeom>
              <a:ln w="2540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组合 94">
              <a:extLst>
                <a:ext uri="{FF2B5EF4-FFF2-40B4-BE49-F238E27FC236}">
                  <a16:creationId xmlns:a16="http://schemas.microsoft.com/office/drawing/2014/main" id="{53A43C16-35C6-FB2F-30E2-A05805807562}"/>
                </a:ext>
              </a:extLst>
            </p:cNvPr>
            <p:cNvGrpSpPr/>
            <p:nvPr/>
          </p:nvGrpSpPr>
          <p:grpSpPr>
            <a:xfrm>
              <a:off x="8362249" y="549274"/>
              <a:ext cx="1224136" cy="2401849"/>
              <a:chOff x="8362249" y="549274"/>
              <a:chExt cx="1224136" cy="2401849"/>
            </a:xfrm>
          </p:grpSpPr>
          <p:sp>
            <p:nvSpPr>
              <p:cNvPr id="96" name="弹簧">
                <a:extLst>
                  <a:ext uri="{FF2B5EF4-FFF2-40B4-BE49-F238E27FC236}">
                    <a16:creationId xmlns:a16="http://schemas.microsoft.com/office/drawing/2014/main" id="{E5EF3982-477F-3451-4F2A-F5AC11E0A4C9}"/>
                  </a:ext>
                </a:extLst>
              </p:cNvPr>
              <p:cNvSpPr/>
              <p:nvPr/>
            </p:nvSpPr>
            <p:spPr>
              <a:xfrm rot="5400000">
                <a:off x="8584242" y="1334544"/>
                <a:ext cx="784988" cy="235292"/>
              </a:xfrm>
              <a:custGeom>
                <a:avLst/>
                <a:gdLst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12441 w 1723053"/>
                  <a:gd name="connsiteY2" fmla="*/ 118187 h 640702"/>
                  <a:gd name="connsiteX3" fmla="*/ 24882 w 1723053"/>
                  <a:gd name="connsiteY3" fmla="*/ 186612 h 640702"/>
                  <a:gd name="connsiteX4" fmla="*/ 31102 w 1723053"/>
                  <a:gd name="connsiteY4" fmla="*/ 230155 h 640702"/>
                  <a:gd name="connsiteX5" fmla="*/ 37322 w 1723053"/>
                  <a:gd name="connsiteY5" fmla="*/ 255036 h 640702"/>
                  <a:gd name="connsiteX6" fmla="*/ 43543 w 1723053"/>
                  <a:gd name="connsiteY6" fmla="*/ 286138 h 640702"/>
                  <a:gd name="connsiteX7" fmla="*/ 55984 w 1723053"/>
                  <a:gd name="connsiteY7" fmla="*/ 367004 h 640702"/>
                  <a:gd name="connsiteX8" fmla="*/ 68425 w 1723053"/>
                  <a:gd name="connsiteY8" fmla="*/ 404326 h 640702"/>
                  <a:gd name="connsiteX9" fmla="*/ 87086 w 1723053"/>
                  <a:gd name="connsiteY9" fmla="*/ 422987 h 640702"/>
                  <a:gd name="connsiteX10" fmla="*/ 124408 w 1723053"/>
                  <a:gd name="connsiteY10" fmla="*/ 485191 h 640702"/>
                  <a:gd name="connsiteX11" fmla="*/ 149290 w 1723053"/>
                  <a:gd name="connsiteY11" fmla="*/ 522514 h 640702"/>
                  <a:gd name="connsiteX12" fmla="*/ 174171 w 1723053"/>
                  <a:gd name="connsiteY12" fmla="*/ 597159 h 640702"/>
                  <a:gd name="connsiteX13" fmla="*/ 180392 w 1723053"/>
                  <a:gd name="connsiteY13" fmla="*/ 615820 h 640702"/>
                  <a:gd name="connsiteX14" fmla="*/ 186612 w 1723053"/>
                  <a:gd name="connsiteY14" fmla="*/ 640702 h 640702"/>
                  <a:gd name="connsiteX15" fmla="*/ 422988 w 1723053"/>
                  <a:gd name="connsiteY15" fmla="*/ 6220 h 640702"/>
                  <a:gd name="connsiteX16" fmla="*/ 646922 w 1723053"/>
                  <a:gd name="connsiteY16" fmla="*/ 640702 h 640702"/>
                  <a:gd name="connsiteX17" fmla="*/ 852196 w 1723053"/>
                  <a:gd name="connsiteY17" fmla="*/ 12440 h 640702"/>
                  <a:gd name="connsiteX18" fmla="*/ 1069910 w 1723053"/>
                  <a:gd name="connsiteY18" fmla="*/ 640702 h 640702"/>
                  <a:gd name="connsiteX19" fmla="*/ 1281404 w 1723053"/>
                  <a:gd name="connsiteY19" fmla="*/ 12440 h 640702"/>
                  <a:gd name="connsiteX20" fmla="*/ 1499118 w 1723053"/>
                  <a:gd name="connsiteY20" fmla="*/ 634481 h 640702"/>
                  <a:gd name="connsiteX21" fmla="*/ 1723053 w 1723053"/>
                  <a:gd name="connsiteY21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24882 w 1723053"/>
                  <a:gd name="connsiteY2" fmla="*/ 186612 h 640702"/>
                  <a:gd name="connsiteX3" fmla="*/ 31102 w 1723053"/>
                  <a:gd name="connsiteY3" fmla="*/ 230155 h 640702"/>
                  <a:gd name="connsiteX4" fmla="*/ 37322 w 1723053"/>
                  <a:gd name="connsiteY4" fmla="*/ 255036 h 640702"/>
                  <a:gd name="connsiteX5" fmla="*/ 43543 w 1723053"/>
                  <a:gd name="connsiteY5" fmla="*/ 286138 h 640702"/>
                  <a:gd name="connsiteX6" fmla="*/ 55984 w 1723053"/>
                  <a:gd name="connsiteY6" fmla="*/ 367004 h 640702"/>
                  <a:gd name="connsiteX7" fmla="*/ 68425 w 1723053"/>
                  <a:gd name="connsiteY7" fmla="*/ 404326 h 640702"/>
                  <a:gd name="connsiteX8" fmla="*/ 87086 w 1723053"/>
                  <a:gd name="connsiteY8" fmla="*/ 422987 h 640702"/>
                  <a:gd name="connsiteX9" fmla="*/ 124408 w 1723053"/>
                  <a:gd name="connsiteY9" fmla="*/ 485191 h 640702"/>
                  <a:gd name="connsiteX10" fmla="*/ 149290 w 1723053"/>
                  <a:gd name="connsiteY10" fmla="*/ 522514 h 640702"/>
                  <a:gd name="connsiteX11" fmla="*/ 174171 w 1723053"/>
                  <a:gd name="connsiteY11" fmla="*/ 597159 h 640702"/>
                  <a:gd name="connsiteX12" fmla="*/ 180392 w 1723053"/>
                  <a:gd name="connsiteY12" fmla="*/ 615820 h 640702"/>
                  <a:gd name="connsiteX13" fmla="*/ 186612 w 1723053"/>
                  <a:gd name="connsiteY13" fmla="*/ 640702 h 640702"/>
                  <a:gd name="connsiteX14" fmla="*/ 422988 w 1723053"/>
                  <a:gd name="connsiteY14" fmla="*/ 6220 h 640702"/>
                  <a:gd name="connsiteX15" fmla="*/ 646922 w 1723053"/>
                  <a:gd name="connsiteY15" fmla="*/ 640702 h 640702"/>
                  <a:gd name="connsiteX16" fmla="*/ 852196 w 1723053"/>
                  <a:gd name="connsiteY16" fmla="*/ 12440 h 640702"/>
                  <a:gd name="connsiteX17" fmla="*/ 1069910 w 1723053"/>
                  <a:gd name="connsiteY17" fmla="*/ 640702 h 640702"/>
                  <a:gd name="connsiteX18" fmla="*/ 1281404 w 1723053"/>
                  <a:gd name="connsiteY18" fmla="*/ 12440 h 640702"/>
                  <a:gd name="connsiteX19" fmla="*/ 1499118 w 1723053"/>
                  <a:gd name="connsiteY19" fmla="*/ 634481 h 640702"/>
                  <a:gd name="connsiteX20" fmla="*/ 1723053 w 1723053"/>
                  <a:gd name="connsiteY20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24882 w 1723053"/>
                  <a:gd name="connsiteY2" fmla="*/ 186612 h 640702"/>
                  <a:gd name="connsiteX3" fmla="*/ 31102 w 1723053"/>
                  <a:gd name="connsiteY3" fmla="*/ 230155 h 640702"/>
                  <a:gd name="connsiteX4" fmla="*/ 37322 w 1723053"/>
                  <a:gd name="connsiteY4" fmla="*/ 255036 h 640702"/>
                  <a:gd name="connsiteX5" fmla="*/ 55984 w 1723053"/>
                  <a:gd name="connsiteY5" fmla="*/ 367004 h 640702"/>
                  <a:gd name="connsiteX6" fmla="*/ 68425 w 1723053"/>
                  <a:gd name="connsiteY6" fmla="*/ 404326 h 640702"/>
                  <a:gd name="connsiteX7" fmla="*/ 87086 w 1723053"/>
                  <a:gd name="connsiteY7" fmla="*/ 422987 h 640702"/>
                  <a:gd name="connsiteX8" fmla="*/ 124408 w 1723053"/>
                  <a:gd name="connsiteY8" fmla="*/ 485191 h 640702"/>
                  <a:gd name="connsiteX9" fmla="*/ 149290 w 1723053"/>
                  <a:gd name="connsiteY9" fmla="*/ 522514 h 640702"/>
                  <a:gd name="connsiteX10" fmla="*/ 174171 w 1723053"/>
                  <a:gd name="connsiteY10" fmla="*/ 597159 h 640702"/>
                  <a:gd name="connsiteX11" fmla="*/ 180392 w 1723053"/>
                  <a:gd name="connsiteY11" fmla="*/ 615820 h 640702"/>
                  <a:gd name="connsiteX12" fmla="*/ 186612 w 1723053"/>
                  <a:gd name="connsiteY12" fmla="*/ 640702 h 640702"/>
                  <a:gd name="connsiteX13" fmla="*/ 422988 w 1723053"/>
                  <a:gd name="connsiteY13" fmla="*/ 6220 h 640702"/>
                  <a:gd name="connsiteX14" fmla="*/ 646922 w 1723053"/>
                  <a:gd name="connsiteY14" fmla="*/ 640702 h 640702"/>
                  <a:gd name="connsiteX15" fmla="*/ 852196 w 1723053"/>
                  <a:gd name="connsiteY15" fmla="*/ 12440 h 640702"/>
                  <a:gd name="connsiteX16" fmla="*/ 1069910 w 1723053"/>
                  <a:gd name="connsiteY16" fmla="*/ 640702 h 640702"/>
                  <a:gd name="connsiteX17" fmla="*/ 1281404 w 1723053"/>
                  <a:gd name="connsiteY17" fmla="*/ 12440 h 640702"/>
                  <a:gd name="connsiteX18" fmla="*/ 1499118 w 1723053"/>
                  <a:gd name="connsiteY18" fmla="*/ 634481 h 640702"/>
                  <a:gd name="connsiteX19" fmla="*/ 1723053 w 1723053"/>
                  <a:gd name="connsiteY19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24882 w 1723053"/>
                  <a:gd name="connsiteY2" fmla="*/ 186612 h 640702"/>
                  <a:gd name="connsiteX3" fmla="*/ 31102 w 1723053"/>
                  <a:gd name="connsiteY3" fmla="*/ 230155 h 640702"/>
                  <a:gd name="connsiteX4" fmla="*/ 37322 w 1723053"/>
                  <a:gd name="connsiteY4" fmla="*/ 255036 h 640702"/>
                  <a:gd name="connsiteX5" fmla="*/ 55984 w 1723053"/>
                  <a:gd name="connsiteY5" fmla="*/ 367004 h 640702"/>
                  <a:gd name="connsiteX6" fmla="*/ 68425 w 1723053"/>
                  <a:gd name="connsiteY6" fmla="*/ 404326 h 640702"/>
                  <a:gd name="connsiteX7" fmla="*/ 124408 w 1723053"/>
                  <a:gd name="connsiteY7" fmla="*/ 485191 h 640702"/>
                  <a:gd name="connsiteX8" fmla="*/ 149290 w 1723053"/>
                  <a:gd name="connsiteY8" fmla="*/ 522514 h 640702"/>
                  <a:gd name="connsiteX9" fmla="*/ 174171 w 1723053"/>
                  <a:gd name="connsiteY9" fmla="*/ 597159 h 640702"/>
                  <a:gd name="connsiteX10" fmla="*/ 180392 w 1723053"/>
                  <a:gd name="connsiteY10" fmla="*/ 615820 h 640702"/>
                  <a:gd name="connsiteX11" fmla="*/ 186612 w 1723053"/>
                  <a:gd name="connsiteY11" fmla="*/ 640702 h 640702"/>
                  <a:gd name="connsiteX12" fmla="*/ 422988 w 1723053"/>
                  <a:gd name="connsiteY12" fmla="*/ 6220 h 640702"/>
                  <a:gd name="connsiteX13" fmla="*/ 646922 w 1723053"/>
                  <a:gd name="connsiteY13" fmla="*/ 640702 h 640702"/>
                  <a:gd name="connsiteX14" fmla="*/ 852196 w 1723053"/>
                  <a:gd name="connsiteY14" fmla="*/ 12440 h 640702"/>
                  <a:gd name="connsiteX15" fmla="*/ 1069910 w 1723053"/>
                  <a:gd name="connsiteY15" fmla="*/ 640702 h 640702"/>
                  <a:gd name="connsiteX16" fmla="*/ 1281404 w 1723053"/>
                  <a:gd name="connsiteY16" fmla="*/ 12440 h 640702"/>
                  <a:gd name="connsiteX17" fmla="*/ 1499118 w 1723053"/>
                  <a:gd name="connsiteY17" fmla="*/ 634481 h 640702"/>
                  <a:gd name="connsiteX18" fmla="*/ 1723053 w 1723053"/>
                  <a:gd name="connsiteY18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24882 w 1723053"/>
                  <a:gd name="connsiteY2" fmla="*/ 186612 h 640702"/>
                  <a:gd name="connsiteX3" fmla="*/ 31102 w 1723053"/>
                  <a:gd name="connsiteY3" fmla="*/ 230155 h 640702"/>
                  <a:gd name="connsiteX4" fmla="*/ 55984 w 1723053"/>
                  <a:gd name="connsiteY4" fmla="*/ 367004 h 640702"/>
                  <a:gd name="connsiteX5" fmla="*/ 68425 w 1723053"/>
                  <a:gd name="connsiteY5" fmla="*/ 404326 h 640702"/>
                  <a:gd name="connsiteX6" fmla="*/ 124408 w 1723053"/>
                  <a:gd name="connsiteY6" fmla="*/ 485191 h 640702"/>
                  <a:gd name="connsiteX7" fmla="*/ 149290 w 1723053"/>
                  <a:gd name="connsiteY7" fmla="*/ 522514 h 640702"/>
                  <a:gd name="connsiteX8" fmla="*/ 174171 w 1723053"/>
                  <a:gd name="connsiteY8" fmla="*/ 597159 h 640702"/>
                  <a:gd name="connsiteX9" fmla="*/ 180392 w 1723053"/>
                  <a:gd name="connsiteY9" fmla="*/ 615820 h 640702"/>
                  <a:gd name="connsiteX10" fmla="*/ 186612 w 1723053"/>
                  <a:gd name="connsiteY10" fmla="*/ 640702 h 640702"/>
                  <a:gd name="connsiteX11" fmla="*/ 422988 w 1723053"/>
                  <a:gd name="connsiteY11" fmla="*/ 6220 h 640702"/>
                  <a:gd name="connsiteX12" fmla="*/ 646922 w 1723053"/>
                  <a:gd name="connsiteY12" fmla="*/ 640702 h 640702"/>
                  <a:gd name="connsiteX13" fmla="*/ 852196 w 1723053"/>
                  <a:gd name="connsiteY13" fmla="*/ 12440 h 640702"/>
                  <a:gd name="connsiteX14" fmla="*/ 1069910 w 1723053"/>
                  <a:gd name="connsiteY14" fmla="*/ 640702 h 640702"/>
                  <a:gd name="connsiteX15" fmla="*/ 1281404 w 1723053"/>
                  <a:gd name="connsiteY15" fmla="*/ 12440 h 640702"/>
                  <a:gd name="connsiteX16" fmla="*/ 1499118 w 1723053"/>
                  <a:gd name="connsiteY16" fmla="*/ 634481 h 640702"/>
                  <a:gd name="connsiteX17" fmla="*/ 1723053 w 1723053"/>
                  <a:gd name="connsiteY17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31102 w 1723053"/>
                  <a:gd name="connsiteY2" fmla="*/ 230155 h 640702"/>
                  <a:gd name="connsiteX3" fmla="*/ 55984 w 1723053"/>
                  <a:gd name="connsiteY3" fmla="*/ 367004 h 640702"/>
                  <a:gd name="connsiteX4" fmla="*/ 68425 w 1723053"/>
                  <a:gd name="connsiteY4" fmla="*/ 404326 h 640702"/>
                  <a:gd name="connsiteX5" fmla="*/ 124408 w 1723053"/>
                  <a:gd name="connsiteY5" fmla="*/ 485191 h 640702"/>
                  <a:gd name="connsiteX6" fmla="*/ 149290 w 1723053"/>
                  <a:gd name="connsiteY6" fmla="*/ 522514 h 640702"/>
                  <a:gd name="connsiteX7" fmla="*/ 174171 w 1723053"/>
                  <a:gd name="connsiteY7" fmla="*/ 597159 h 640702"/>
                  <a:gd name="connsiteX8" fmla="*/ 180392 w 1723053"/>
                  <a:gd name="connsiteY8" fmla="*/ 615820 h 640702"/>
                  <a:gd name="connsiteX9" fmla="*/ 186612 w 1723053"/>
                  <a:gd name="connsiteY9" fmla="*/ 640702 h 640702"/>
                  <a:gd name="connsiteX10" fmla="*/ 422988 w 1723053"/>
                  <a:gd name="connsiteY10" fmla="*/ 6220 h 640702"/>
                  <a:gd name="connsiteX11" fmla="*/ 646922 w 1723053"/>
                  <a:gd name="connsiteY11" fmla="*/ 640702 h 640702"/>
                  <a:gd name="connsiteX12" fmla="*/ 852196 w 1723053"/>
                  <a:gd name="connsiteY12" fmla="*/ 12440 h 640702"/>
                  <a:gd name="connsiteX13" fmla="*/ 1069910 w 1723053"/>
                  <a:gd name="connsiteY13" fmla="*/ 640702 h 640702"/>
                  <a:gd name="connsiteX14" fmla="*/ 1281404 w 1723053"/>
                  <a:gd name="connsiteY14" fmla="*/ 12440 h 640702"/>
                  <a:gd name="connsiteX15" fmla="*/ 1499118 w 1723053"/>
                  <a:gd name="connsiteY15" fmla="*/ 634481 h 640702"/>
                  <a:gd name="connsiteX16" fmla="*/ 1723053 w 1723053"/>
                  <a:gd name="connsiteY16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55984 w 1723053"/>
                  <a:gd name="connsiteY2" fmla="*/ 367004 h 640702"/>
                  <a:gd name="connsiteX3" fmla="*/ 68425 w 1723053"/>
                  <a:gd name="connsiteY3" fmla="*/ 404326 h 640702"/>
                  <a:gd name="connsiteX4" fmla="*/ 124408 w 1723053"/>
                  <a:gd name="connsiteY4" fmla="*/ 485191 h 640702"/>
                  <a:gd name="connsiteX5" fmla="*/ 149290 w 1723053"/>
                  <a:gd name="connsiteY5" fmla="*/ 522514 h 640702"/>
                  <a:gd name="connsiteX6" fmla="*/ 174171 w 1723053"/>
                  <a:gd name="connsiteY6" fmla="*/ 597159 h 640702"/>
                  <a:gd name="connsiteX7" fmla="*/ 180392 w 1723053"/>
                  <a:gd name="connsiteY7" fmla="*/ 615820 h 640702"/>
                  <a:gd name="connsiteX8" fmla="*/ 186612 w 1723053"/>
                  <a:gd name="connsiteY8" fmla="*/ 640702 h 640702"/>
                  <a:gd name="connsiteX9" fmla="*/ 422988 w 1723053"/>
                  <a:gd name="connsiteY9" fmla="*/ 6220 h 640702"/>
                  <a:gd name="connsiteX10" fmla="*/ 646922 w 1723053"/>
                  <a:gd name="connsiteY10" fmla="*/ 640702 h 640702"/>
                  <a:gd name="connsiteX11" fmla="*/ 852196 w 1723053"/>
                  <a:gd name="connsiteY11" fmla="*/ 12440 h 640702"/>
                  <a:gd name="connsiteX12" fmla="*/ 1069910 w 1723053"/>
                  <a:gd name="connsiteY12" fmla="*/ 640702 h 640702"/>
                  <a:gd name="connsiteX13" fmla="*/ 1281404 w 1723053"/>
                  <a:gd name="connsiteY13" fmla="*/ 12440 h 640702"/>
                  <a:gd name="connsiteX14" fmla="*/ 1499118 w 1723053"/>
                  <a:gd name="connsiteY14" fmla="*/ 634481 h 640702"/>
                  <a:gd name="connsiteX15" fmla="*/ 1723053 w 1723053"/>
                  <a:gd name="connsiteY15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55984 w 1723053"/>
                  <a:gd name="connsiteY2" fmla="*/ 367004 h 640702"/>
                  <a:gd name="connsiteX3" fmla="*/ 124408 w 1723053"/>
                  <a:gd name="connsiteY3" fmla="*/ 485191 h 640702"/>
                  <a:gd name="connsiteX4" fmla="*/ 149290 w 1723053"/>
                  <a:gd name="connsiteY4" fmla="*/ 522514 h 640702"/>
                  <a:gd name="connsiteX5" fmla="*/ 174171 w 1723053"/>
                  <a:gd name="connsiteY5" fmla="*/ 597159 h 640702"/>
                  <a:gd name="connsiteX6" fmla="*/ 180392 w 1723053"/>
                  <a:gd name="connsiteY6" fmla="*/ 615820 h 640702"/>
                  <a:gd name="connsiteX7" fmla="*/ 186612 w 1723053"/>
                  <a:gd name="connsiteY7" fmla="*/ 640702 h 640702"/>
                  <a:gd name="connsiteX8" fmla="*/ 422988 w 1723053"/>
                  <a:gd name="connsiteY8" fmla="*/ 6220 h 640702"/>
                  <a:gd name="connsiteX9" fmla="*/ 646922 w 1723053"/>
                  <a:gd name="connsiteY9" fmla="*/ 640702 h 640702"/>
                  <a:gd name="connsiteX10" fmla="*/ 852196 w 1723053"/>
                  <a:gd name="connsiteY10" fmla="*/ 12440 h 640702"/>
                  <a:gd name="connsiteX11" fmla="*/ 1069910 w 1723053"/>
                  <a:gd name="connsiteY11" fmla="*/ 640702 h 640702"/>
                  <a:gd name="connsiteX12" fmla="*/ 1281404 w 1723053"/>
                  <a:gd name="connsiteY12" fmla="*/ 12440 h 640702"/>
                  <a:gd name="connsiteX13" fmla="*/ 1499118 w 1723053"/>
                  <a:gd name="connsiteY13" fmla="*/ 634481 h 640702"/>
                  <a:gd name="connsiteX14" fmla="*/ 1723053 w 1723053"/>
                  <a:gd name="connsiteY14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55984 w 1723053"/>
                  <a:gd name="connsiteY2" fmla="*/ 367004 h 640702"/>
                  <a:gd name="connsiteX3" fmla="*/ 149290 w 1723053"/>
                  <a:gd name="connsiteY3" fmla="*/ 522514 h 640702"/>
                  <a:gd name="connsiteX4" fmla="*/ 174171 w 1723053"/>
                  <a:gd name="connsiteY4" fmla="*/ 597159 h 640702"/>
                  <a:gd name="connsiteX5" fmla="*/ 180392 w 1723053"/>
                  <a:gd name="connsiteY5" fmla="*/ 615820 h 640702"/>
                  <a:gd name="connsiteX6" fmla="*/ 186612 w 1723053"/>
                  <a:gd name="connsiteY6" fmla="*/ 640702 h 640702"/>
                  <a:gd name="connsiteX7" fmla="*/ 422988 w 1723053"/>
                  <a:gd name="connsiteY7" fmla="*/ 6220 h 640702"/>
                  <a:gd name="connsiteX8" fmla="*/ 646922 w 1723053"/>
                  <a:gd name="connsiteY8" fmla="*/ 640702 h 640702"/>
                  <a:gd name="connsiteX9" fmla="*/ 852196 w 1723053"/>
                  <a:gd name="connsiteY9" fmla="*/ 12440 h 640702"/>
                  <a:gd name="connsiteX10" fmla="*/ 1069910 w 1723053"/>
                  <a:gd name="connsiteY10" fmla="*/ 640702 h 640702"/>
                  <a:gd name="connsiteX11" fmla="*/ 1281404 w 1723053"/>
                  <a:gd name="connsiteY11" fmla="*/ 12440 h 640702"/>
                  <a:gd name="connsiteX12" fmla="*/ 1499118 w 1723053"/>
                  <a:gd name="connsiteY12" fmla="*/ 634481 h 640702"/>
                  <a:gd name="connsiteX13" fmla="*/ 1723053 w 1723053"/>
                  <a:gd name="connsiteY13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149290 w 1723053"/>
                  <a:gd name="connsiteY2" fmla="*/ 522514 h 640702"/>
                  <a:gd name="connsiteX3" fmla="*/ 174171 w 1723053"/>
                  <a:gd name="connsiteY3" fmla="*/ 597159 h 640702"/>
                  <a:gd name="connsiteX4" fmla="*/ 180392 w 1723053"/>
                  <a:gd name="connsiteY4" fmla="*/ 615820 h 640702"/>
                  <a:gd name="connsiteX5" fmla="*/ 186612 w 1723053"/>
                  <a:gd name="connsiteY5" fmla="*/ 640702 h 640702"/>
                  <a:gd name="connsiteX6" fmla="*/ 422988 w 1723053"/>
                  <a:gd name="connsiteY6" fmla="*/ 6220 h 640702"/>
                  <a:gd name="connsiteX7" fmla="*/ 646922 w 1723053"/>
                  <a:gd name="connsiteY7" fmla="*/ 640702 h 640702"/>
                  <a:gd name="connsiteX8" fmla="*/ 852196 w 1723053"/>
                  <a:gd name="connsiteY8" fmla="*/ 12440 h 640702"/>
                  <a:gd name="connsiteX9" fmla="*/ 1069910 w 1723053"/>
                  <a:gd name="connsiteY9" fmla="*/ 640702 h 640702"/>
                  <a:gd name="connsiteX10" fmla="*/ 1281404 w 1723053"/>
                  <a:gd name="connsiteY10" fmla="*/ 12440 h 640702"/>
                  <a:gd name="connsiteX11" fmla="*/ 1499118 w 1723053"/>
                  <a:gd name="connsiteY11" fmla="*/ 634481 h 640702"/>
                  <a:gd name="connsiteX12" fmla="*/ 1723053 w 1723053"/>
                  <a:gd name="connsiteY12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174171 w 1723053"/>
                  <a:gd name="connsiteY2" fmla="*/ 597159 h 640702"/>
                  <a:gd name="connsiteX3" fmla="*/ 180392 w 1723053"/>
                  <a:gd name="connsiteY3" fmla="*/ 615820 h 640702"/>
                  <a:gd name="connsiteX4" fmla="*/ 186612 w 1723053"/>
                  <a:gd name="connsiteY4" fmla="*/ 640702 h 640702"/>
                  <a:gd name="connsiteX5" fmla="*/ 422988 w 1723053"/>
                  <a:gd name="connsiteY5" fmla="*/ 6220 h 640702"/>
                  <a:gd name="connsiteX6" fmla="*/ 646922 w 1723053"/>
                  <a:gd name="connsiteY6" fmla="*/ 640702 h 640702"/>
                  <a:gd name="connsiteX7" fmla="*/ 852196 w 1723053"/>
                  <a:gd name="connsiteY7" fmla="*/ 12440 h 640702"/>
                  <a:gd name="connsiteX8" fmla="*/ 1069910 w 1723053"/>
                  <a:gd name="connsiteY8" fmla="*/ 640702 h 640702"/>
                  <a:gd name="connsiteX9" fmla="*/ 1281404 w 1723053"/>
                  <a:gd name="connsiteY9" fmla="*/ 12440 h 640702"/>
                  <a:gd name="connsiteX10" fmla="*/ 1499118 w 1723053"/>
                  <a:gd name="connsiteY10" fmla="*/ 634481 h 640702"/>
                  <a:gd name="connsiteX11" fmla="*/ 1723053 w 1723053"/>
                  <a:gd name="connsiteY11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180392 w 1723053"/>
                  <a:gd name="connsiteY2" fmla="*/ 615820 h 640702"/>
                  <a:gd name="connsiteX3" fmla="*/ 186612 w 1723053"/>
                  <a:gd name="connsiteY3" fmla="*/ 640702 h 640702"/>
                  <a:gd name="connsiteX4" fmla="*/ 422988 w 1723053"/>
                  <a:gd name="connsiteY4" fmla="*/ 6220 h 640702"/>
                  <a:gd name="connsiteX5" fmla="*/ 646922 w 1723053"/>
                  <a:gd name="connsiteY5" fmla="*/ 640702 h 640702"/>
                  <a:gd name="connsiteX6" fmla="*/ 852196 w 1723053"/>
                  <a:gd name="connsiteY6" fmla="*/ 12440 h 640702"/>
                  <a:gd name="connsiteX7" fmla="*/ 1069910 w 1723053"/>
                  <a:gd name="connsiteY7" fmla="*/ 640702 h 640702"/>
                  <a:gd name="connsiteX8" fmla="*/ 1281404 w 1723053"/>
                  <a:gd name="connsiteY8" fmla="*/ 12440 h 640702"/>
                  <a:gd name="connsiteX9" fmla="*/ 1499118 w 1723053"/>
                  <a:gd name="connsiteY9" fmla="*/ 634481 h 640702"/>
                  <a:gd name="connsiteX10" fmla="*/ 1723053 w 1723053"/>
                  <a:gd name="connsiteY10" fmla="*/ 0 h 640702"/>
                  <a:gd name="connsiteX0" fmla="*/ 0 w 1723053"/>
                  <a:gd name="connsiteY0" fmla="*/ 6220 h 640702"/>
                  <a:gd name="connsiteX1" fmla="*/ 0 w 1723053"/>
                  <a:gd name="connsiteY1" fmla="*/ 6220 h 640702"/>
                  <a:gd name="connsiteX2" fmla="*/ 186612 w 1723053"/>
                  <a:gd name="connsiteY2" fmla="*/ 640702 h 640702"/>
                  <a:gd name="connsiteX3" fmla="*/ 422988 w 1723053"/>
                  <a:gd name="connsiteY3" fmla="*/ 6220 h 640702"/>
                  <a:gd name="connsiteX4" fmla="*/ 646922 w 1723053"/>
                  <a:gd name="connsiteY4" fmla="*/ 640702 h 640702"/>
                  <a:gd name="connsiteX5" fmla="*/ 852196 w 1723053"/>
                  <a:gd name="connsiteY5" fmla="*/ 12440 h 640702"/>
                  <a:gd name="connsiteX6" fmla="*/ 1069910 w 1723053"/>
                  <a:gd name="connsiteY6" fmla="*/ 640702 h 640702"/>
                  <a:gd name="connsiteX7" fmla="*/ 1281404 w 1723053"/>
                  <a:gd name="connsiteY7" fmla="*/ 12440 h 640702"/>
                  <a:gd name="connsiteX8" fmla="*/ 1499118 w 1723053"/>
                  <a:gd name="connsiteY8" fmla="*/ 634481 h 640702"/>
                  <a:gd name="connsiteX9" fmla="*/ 1723053 w 1723053"/>
                  <a:gd name="connsiteY9" fmla="*/ 0 h 640702"/>
                  <a:gd name="connsiteX0" fmla="*/ 0 w 1723053"/>
                  <a:gd name="connsiteY0" fmla="*/ 6220 h 640702"/>
                  <a:gd name="connsiteX1" fmla="*/ 186612 w 1723053"/>
                  <a:gd name="connsiteY1" fmla="*/ 640702 h 640702"/>
                  <a:gd name="connsiteX2" fmla="*/ 422988 w 1723053"/>
                  <a:gd name="connsiteY2" fmla="*/ 6220 h 640702"/>
                  <a:gd name="connsiteX3" fmla="*/ 646922 w 1723053"/>
                  <a:gd name="connsiteY3" fmla="*/ 640702 h 640702"/>
                  <a:gd name="connsiteX4" fmla="*/ 852196 w 1723053"/>
                  <a:gd name="connsiteY4" fmla="*/ 12440 h 640702"/>
                  <a:gd name="connsiteX5" fmla="*/ 1069910 w 1723053"/>
                  <a:gd name="connsiteY5" fmla="*/ 640702 h 640702"/>
                  <a:gd name="connsiteX6" fmla="*/ 1281404 w 1723053"/>
                  <a:gd name="connsiteY6" fmla="*/ 12440 h 640702"/>
                  <a:gd name="connsiteX7" fmla="*/ 1499118 w 1723053"/>
                  <a:gd name="connsiteY7" fmla="*/ 634481 h 640702"/>
                  <a:gd name="connsiteX8" fmla="*/ 1723053 w 1723053"/>
                  <a:gd name="connsiteY8" fmla="*/ 0 h 640702"/>
                  <a:gd name="connsiteX0" fmla="*/ 0 w 1536441"/>
                  <a:gd name="connsiteY0" fmla="*/ 640702 h 640702"/>
                  <a:gd name="connsiteX1" fmla="*/ 236376 w 1536441"/>
                  <a:gd name="connsiteY1" fmla="*/ 6220 h 640702"/>
                  <a:gd name="connsiteX2" fmla="*/ 460310 w 1536441"/>
                  <a:gd name="connsiteY2" fmla="*/ 640702 h 640702"/>
                  <a:gd name="connsiteX3" fmla="*/ 665584 w 1536441"/>
                  <a:gd name="connsiteY3" fmla="*/ 12440 h 640702"/>
                  <a:gd name="connsiteX4" fmla="*/ 883298 w 1536441"/>
                  <a:gd name="connsiteY4" fmla="*/ 640702 h 640702"/>
                  <a:gd name="connsiteX5" fmla="*/ 1094792 w 1536441"/>
                  <a:gd name="connsiteY5" fmla="*/ 12440 h 640702"/>
                  <a:gd name="connsiteX6" fmla="*/ 1312506 w 1536441"/>
                  <a:gd name="connsiteY6" fmla="*/ 634481 h 640702"/>
                  <a:gd name="connsiteX7" fmla="*/ 1536441 w 1536441"/>
                  <a:gd name="connsiteY7" fmla="*/ 0 h 640702"/>
                  <a:gd name="connsiteX0" fmla="*/ 0 w 1536441"/>
                  <a:gd name="connsiteY0" fmla="*/ 640702 h 640702"/>
                  <a:gd name="connsiteX1" fmla="*/ 113031 w 1536441"/>
                  <a:gd name="connsiteY1" fmla="*/ 319627 h 640702"/>
                  <a:gd name="connsiteX2" fmla="*/ 236376 w 1536441"/>
                  <a:gd name="connsiteY2" fmla="*/ 6220 h 640702"/>
                  <a:gd name="connsiteX3" fmla="*/ 460310 w 1536441"/>
                  <a:gd name="connsiteY3" fmla="*/ 640702 h 640702"/>
                  <a:gd name="connsiteX4" fmla="*/ 665584 w 1536441"/>
                  <a:gd name="connsiteY4" fmla="*/ 12440 h 640702"/>
                  <a:gd name="connsiteX5" fmla="*/ 883298 w 1536441"/>
                  <a:gd name="connsiteY5" fmla="*/ 640702 h 640702"/>
                  <a:gd name="connsiteX6" fmla="*/ 1094792 w 1536441"/>
                  <a:gd name="connsiteY6" fmla="*/ 12440 h 640702"/>
                  <a:gd name="connsiteX7" fmla="*/ 1312506 w 1536441"/>
                  <a:gd name="connsiteY7" fmla="*/ 634481 h 640702"/>
                  <a:gd name="connsiteX8" fmla="*/ 1536441 w 1536441"/>
                  <a:gd name="connsiteY8" fmla="*/ 0 h 640702"/>
                  <a:gd name="connsiteX0" fmla="*/ 0 w 1536441"/>
                  <a:gd name="connsiteY0" fmla="*/ 640702 h 640702"/>
                  <a:gd name="connsiteX1" fmla="*/ 113031 w 1536441"/>
                  <a:gd name="connsiteY1" fmla="*/ 319627 h 640702"/>
                  <a:gd name="connsiteX2" fmla="*/ 236376 w 1536441"/>
                  <a:gd name="connsiteY2" fmla="*/ 6220 h 640702"/>
                  <a:gd name="connsiteX3" fmla="*/ 460310 w 1536441"/>
                  <a:gd name="connsiteY3" fmla="*/ 640702 h 640702"/>
                  <a:gd name="connsiteX4" fmla="*/ 665584 w 1536441"/>
                  <a:gd name="connsiteY4" fmla="*/ 12440 h 640702"/>
                  <a:gd name="connsiteX5" fmla="*/ 883298 w 1536441"/>
                  <a:gd name="connsiteY5" fmla="*/ 640702 h 640702"/>
                  <a:gd name="connsiteX6" fmla="*/ 1094792 w 1536441"/>
                  <a:gd name="connsiteY6" fmla="*/ 12440 h 640702"/>
                  <a:gd name="connsiteX7" fmla="*/ 1312506 w 1536441"/>
                  <a:gd name="connsiteY7" fmla="*/ 634481 h 640702"/>
                  <a:gd name="connsiteX8" fmla="*/ 1419317 w 1536441"/>
                  <a:gd name="connsiteY8" fmla="*/ 307186 h 640702"/>
                  <a:gd name="connsiteX9" fmla="*/ 1536441 w 1536441"/>
                  <a:gd name="connsiteY9" fmla="*/ 0 h 640702"/>
                  <a:gd name="connsiteX0" fmla="*/ 0 w 1536441"/>
                  <a:gd name="connsiteY0" fmla="*/ 640702 h 640702"/>
                  <a:gd name="connsiteX1" fmla="*/ 113031 w 1536441"/>
                  <a:gd name="connsiteY1" fmla="*/ 319627 h 640702"/>
                  <a:gd name="connsiteX2" fmla="*/ 236376 w 1536441"/>
                  <a:gd name="connsiteY2" fmla="*/ 6220 h 640702"/>
                  <a:gd name="connsiteX3" fmla="*/ 460310 w 1536441"/>
                  <a:gd name="connsiteY3" fmla="*/ 640702 h 640702"/>
                  <a:gd name="connsiteX4" fmla="*/ 665584 w 1536441"/>
                  <a:gd name="connsiteY4" fmla="*/ 12440 h 640702"/>
                  <a:gd name="connsiteX5" fmla="*/ 883298 w 1536441"/>
                  <a:gd name="connsiteY5" fmla="*/ 640702 h 640702"/>
                  <a:gd name="connsiteX6" fmla="*/ 1094792 w 1536441"/>
                  <a:gd name="connsiteY6" fmla="*/ 12440 h 640702"/>
                  <a:gd name="connsiteX7" fmla="*/ 1312506 w 1536441"/>
                  <a:gd name="connsiteY7" fmla="*/ 634481 h 640702"/>
                  <a:gd name="connsiteX8" fmla="*/ 1437978 w 1536441"/>
                  <a:gd name="connsiteY8" fmla="*/ 325848 h 640702"/>
                  <a:gd name="connsiteX9" fmla="*/ 1536441 w 1536441"/>
                  <a:gd name="connsiteY9" fmla="*/ 0 h 640702"/>
                  <a:gd name="connsiteX0" fmla="*/ 0 w 1536441"/>
                  <a:gd name="connsiteY0" fmla="*/ 640702 h 640702"/>
                  <a:gd name="connsiteX1" fmla="*/ 113031 w 1536441"/>
                  <a:gd name="connsiteY1" fmla="*/ 319627 h 640702"/>
                  <a:gd name="connsiteX2" fmla="*/ 236376 w 1536441"/>
                  <a:gd name="connsiteY2" fmla="*/ 6220 h 640702"/>
                  <a:gd name="connsiteX3" fmla="*/ 460310 w 1536441"/>
                  <a:gd name="connsiteY3" fmla="*/ 640702 h 640702"/>
                  <a:gd name="connsiteX4" fmla="*/ 665584 w 1536441"/>
                  <a:gd name="connsiteY4" fmla="*/ 12440 h 640702"/>
                  <a:gd name="connsiteX5" fmla="*/ 883298 w 1536441"/>
                  <a:gd name="connsiteY5" fmla="*/ 640702 h 640702"/>
                  <a:gd name="connsiteX6" fmla="*/ 1094792 w 1536441"/>
                  <a:gd name="connsiteY6" fmla="*/ 12440 h 640702"/>
                  <a:gd name="connsiteX7" fmla="*/ 1312506 w 1536441"/>
                  <a:gd name="connsiteY7" fmla="*/ 634481 h 640702"/>
                  <a:gd name="connsiteX8" fmla="*/ 1425537 w 1536441"/>
                  <a:gd name="connsiteY8" fmla="*/ 307186 h 640702"/>
                  <a:gd name="connsiteX9" fmla="*/ 1536441 w 1536441"/>
                  <a:gd name="connsiteY9" fmla="*/ 0 h 640702"/>
                  <a:gd name="connsiteX0" fmla="*/ 0 w 1536441"/>
                  <a:gd name="connsiteY0" fmla="*/ 640702 h 640702"/>
                  <a:gd name="connsiteX1" fmla="*/ 113031 w 1536441"/>
                  <a:gd name="connsiteY1" fmla="*/ 319627 h 640702"/>
                  <a:gd name="connsiteX2" fmla="*/ 236376 w 1536441"/>
                  <a:gd name="connsiteY2" fmla="*/ 6220 h 640702"/>
                  <a:gd name="connsiteX3" fmla="*/ 435595 w 1536441"/>
                  <a:gd name="connsiteY3" fmla="*/ 637903 h 640702"/>
                  <a:gd name="connsiteX4" fmla="*/ 665584 w 1536441"/>
                  <a:gd name="connsiteY4" fmla="*/ 12440 h 640702"/>
                  <a:gd name="connsiteX5" fmla="*/ 883298 w 1536441"/>
                  <a:gd name="connsiteY5" fmla="*/ 640702 h 640702"/>
                  <a:gd name="connsiteX6" fmla="*/ 1094792 w 1536441"/>
                  <a:gd name="connsiteY6" fmla="*/ 12440 h 640702"/>
                  <a:gd name="connsiteX7" fmla="*/ 1312506 w 1536441"/>
                  <a:gd name="connsiteY7" fmla="*/ 634481 h 640702"/>
                  <a:gd name="connsiteX8" fmla="*/ 1425537 w 1536441"/>
                  <a:gd name="connsiteY8" fmla="*/ 307186 h 640702"/>
                  <a:gd name="connsiteX9" fmla="*/ 1536441 w 1536441"/>
                  <a:gd name="connsiteY9" fmla="*/ 0 h 640702"/>
                  <a:gd name="connsiteX0" fmla="*/ 0 w 1536441"/>
                  <a:gd name="connsiteY0" fmla="*/ 659054 h 659054"/>
                  <a:gd name="connsiteX1" fmla="*/ 113031 w 1536441"/>
                  <a:gd name="connsiteY1" fmla="*/ 337979 h 659054"/>
                  <a:gd name="connsiteX2" fmla="*/ 236376 w 1536441"/>
                  <a:gd name="connsiteY2" fmla="*/ 24572 h 659054"/>
                  <a:gd name="connsiteX3" fmla="*/ 435595 w 1536441"/>
                  <a:gd name="connsiteY3" fmla="*/ 656255 h 659054"/>
                  <a:gd name="connsiteX4" fmla="*/ 656078 w 1536441"/>
                  <a:gd name="connsiteY4" fmla="*/ 0 h 659054"/>
                  <a:gd name="connsiteX5" fmla="*/ 883298 w 1536441"/>
                  <a:gd name="connsiteY5" fmla="*/ 659054 h 659054"/>
                  <a:gd name="connsiteX6" fmla="*/ 1094792 w 1536441"/>
                  <a:gd name="connsiteY6" fmla="*/ 30792 h 659054"/>
                  <a:gd name="connsiteX7" fmla="*/ 1312506 w 1536441"/>
                  <a:gd name="connsiteY7" fmla="*/ 652833 h 659054"/>
                  <a:gd name="connsiteX8" fmla="*/ 1425537 w 1536441"/>
                  <a:gd name="connsiteY8" fmla="*/ 325538 h 659054"/>
                  <a:gd name="connsiteX9" fmla="*/ 1536441 w 1536441"/>
                  <a:gd name="connsiteY9" fmla="*/ 18352 h 659054"/>
                  <a:gd name="connsiteX0" fmla="*/ 0 w 1536441"/>
                  <a:gd name="connsiteY0" fmla="*/ 659054 h 659054"/>
                  <a:gd name="connsiteX1" fmla="*/ 113031 w 1536441"/>
                  <a:gd name="connsiteY1" fmla="*/ 337979 h 659054"/>
                  <a:gd name="connsiteX2" fmla="*/ 236376 w 1536441"/>
                  <a:gd name="connsiteY2" fmla="*/ 24572 h 659054"/>
                  <a:gd name="connsiteX3" fmla="*/ 435595 w 1536441"/>
                  <a:gd name="connsiteY3" fmla="*/ 656255 h 659054"/>
                  <a:gd name="connsiteX4" fmla="*/ 656078 w 1536441"/>
                  <a:gd name="connsiteY4" fmla="*/ 0 h 659054"/>
                  <a:gd name="connsiteX5" fmla="*/ 883298 w 1536441"/>
                  <a:gd name="connsiteY5" fmla="*/ 659054 h 659054"/>
                  <a:gd name="connsiteX6" fmla="*/ 1100495 w 1536441"/>
                  <a:gd name="connsiteY6" fmla="*/ 2799 h 659054"/>
                  <a:gd name="connsiteX7" fmla="*/ 1312506 w 1536441"/>
                  <a:gd name="connsiteY7" fmla="*/ 652833 h 659054"/>
                  <a:gd name="connsiteX8" fmla="*/ 1425537 w 1536441"/>
                  <a:gd name="connsiteY8" fmla="*/ 325538 h 659054"/>
                  <a:gd name="connsiteX9" fmla="*/ 1536441 w 1536441"/>
                  <a:gd name="connsiteY9" fmla="*/ 18352 h 659054"/>
                  <a:gd name="connsiteX0" fmla="*/ 0 w 1536441"/>
                  <a:gd name="connsiteY0" fmla="*/ 659054 h 659054"/>
                  <a:gd name="connsiteX1" fmla="*/ 113031 w 1536441"/>
                  <a:gd name="connsiteY1" fmla="*/ 337979 h 659054"/>
                  <a:gd name="connsiteX2" fmla="*/ 236376 w 1536441"/>
                  <a:gd name="connsiteY2" fmla="*/ 24572 h 659054"/>
                  <a:gd name="connsiteX3" fmla="*/ 435595 w 1536441"/>
                  <a:gd name="connsiteY3" fmla="*/ 656255 h 659054"/>
                  <a:gd name="connsiteX4" fmla="*/ 656078 w 1536441"/>
                  <a:gd name="connsiteY4" fmla="*/ 0 h 659054"/>
                  <a:gd name="connsiteX5" fmla="*/ 875694 w 1536441"/>
                  <a:gd name="connsiteY5" fmla="*/ 656255 h 659054"/>
                  <a:gd name="connsiteX6" fmla="*/ 1100495 w 1536441"/>
                  <a:gd name="connsiteY6" fmla="*/ 2799 h 659054"/>
                  <a:gd name="connsiteX7" fmla="*/ 1312506 w 1536441"/>
                  <a:gd name="connsiteY7" fmla="*/ 652833 h 659054"/>
                  <a:gd name="connsiteX8" fmla="*/ 1425537 w 1536441"/>
                  <a:gd name="connsiteY8" fmla="*/ 325538 h 659054"/>
                  <a:gd name="connsiteX9" fmla="*/ 1536441 w 1536441"/>
                  <a:gd name="connsiteY9" fmla="*/ 18352 h 659054"/>
                  <a:gd name="connsiteX0" fmla="*/ 0 w 1536441"/>
                  <a:gd name="connsiteY0" fmla="*/ 659054 h 659054"/>
                  <a:gd name="connsiteX1" fmla="*/ 113031 w 1536441"/>
                  <a:gd name="connsiteY1" fmla="*/ 337979 h 659054"/>
                  <a:gd name="connsiteX2" fmla="*/ 236376 w 1536441"/>
                  <a:gd name="connsiteY2" fmla="*/ 24572 h 659054"/>
                  <a:gd name="connsiteX3" fmla="*/ 435595 w 1536441"/>
                  <a:gd name="connsiteY3" fmla="*/ 656255 h 659054"/>
                  <a:gd name="connsiteX4" fmla="*/ 656078 w 1536441"/>
                  <a:gd name="connsiteY4" fmla="*/ 0 h 659054"/>
                  <a:gd name="connsiteX5" fmla="*/ 875694 w 1536441"/>
                  <a:gd name="connsiteY5" fmla="*/ 656255 h 659054"/>
                  <a:gd name="connsiteX6" fmla="*/ 1100495 w 1536441"/>
                  <a:gd name="connsiteY6" fmla="*/ 2799 h 659054"/>
                  <a:gd name="connsiteX7" fmla="*/ 1320111 w 1536441"/>
                  <a:gd name="connsiteY7" fmla="*/ 652833 h 659054"/>
                  <a:gd name="connsiteX8" fmla="*/ 1425537 w 1536441"/>
                  <a:gd name="connsiteY8" fmla="*/ 325538 h 659054"/>
                  <a:gd name="connsiteX9" fmla="*/ 1536441 w 1536441"/>
                  <a:gd name="connsiteY9" fmla="*/ 18352 h 659054"/>
                  <a:gd name="connsiteX0" fmla="*/ 0 w 1537706"/>
                  <a:gd name="connsiteY0" fmla="*/ 659054 h 659054"/>
                  <a:gd name="connsiteX1" fmla="*/ 113031 w 1537706"/>
                  <a:gd name="connsiteY1" fmla="*/ 337979 h 659054"/>
                  <a:gd name="connsiteX2" fmla="*/ 236376 w 1537706"/>
                  <a:gd name="connsiteY2" fmla="*/ 24572 h 659054"/>
                  <a:gd name="connsiteX3" fmla="*/ 435595 w 1537706"/>
                  <a:gd name="connsiteY3" fmla="*/ 656255 h 659054"/>
                  <a:gd name="connsiteX4" fmla="*/ 656078 w 1537706"/>
                  <a:gd name="connsiteY4" fmla="*/ 0 h 659054"/>
                  <a:gd name="connsiteX5" fmla="*/ 875694 w 1537706"/>
                  <a:gd name="connsiteY5" fmla="*/ 656255 h 659054"/>
                  <a:gd name="connsiteX6" fmla="*/ 1100495 w 1537706"/>
                  <a:gd name="connsiteY6" fmla="*/ 2799 h 659054"/>
                  <a:gd name="connsiteX7" fmla="*/ 1320111 w 1537706"/>
                  <a:gd name="connsiteY7" fmla="*/ 652833 h 659054"/>
                  <a:gd name="connsiteX8" fmla="*/ 1537706 w 1537706"/>
                  <a:gd name="connsiteY8" fmla="*/ 118391 h 659054"/>
                  <a:gd name="connsiteX9" fmla="*/ 1536441 w 1537706"/>
                  <a:gd name="connsiteY9" fmla="*/ 18352 h 659054"/>
                  <a:gd name="connsiteX0" fmla="*/ 0 w 1673326"/>
                  <a:gd name="connsiteY0" fmla="*/ 659054 h 659054"/>
                  <a:gd name="connsiteX1" fmla="*/ 113031 w 1673326"/>
                  <a:gd name="connsiteY1" fmla="*/ 337979 h 659054"/>
                  <a:gd name="connsiteX2" fmla="*/ 236376 w 1673326"/>
                  <a:gd name="connsiteY2" fmla="*/ 24572 h 659054"/>
                  <a:gd name="connsiteX3" fmla="*/ 435595 w 1673326"/>
                  <a:gd name="connsiteY3" fmla="*/ 656255 h 659054"/>
                  <a:gd name="connsiteX4" fmla="*/ 656078 w 1673326"/>
                  <a:gd name="connsiteY4" fmla="*/ 0 h 659054"/>
                  <a:gd name="connsiteX5" fmla="*/ 875694 w 1673326"/>
                  <a:gd name="connsiteY5" fmla="*/ 656255 h 659054"/>
                  <a:gd name="connsiteX6" fmla="*/ 1100495 w 1673326"/>
                  <a:gd name="connsiteY6" fmla="*/ 2799 h 659054"/>
                  <a:gd name="connsiteX7" fmla="*/ 1320111 w 1673326"/>
                  <a:gd name="connsiteY7" fmla="*/ 652833 h 659054"/>
                  <a:gd name="connsiteX8" fmla="*/ 1537706 w 1673326"/>
                  <a:gd name="connsiteY8" fmla="*/ 118391 h 659054"/>
                  <a:gd name="connsiteX9" fmla="*/ 1673326 w 1673326"/>
                  <a:gd name="connsiteY9" fmla="*/ 362663 h 659054"/>
                  <a:gd name="connsiteX0" fmla="*/ 0 w 1673326"/>
                  <a:gd name="connsiteY0" fmla="*/ 659054 h 659054"/>
                  <a:gd name="connsiteX1" fmla="*/ 113031 w 1673326"/>
                  <a:gd name="connsiteY1" fmla="*/ 337979 h 659054"/>
                  <a:gd name="connsiteX2" fmla="*/ 236376 w 1673326"/>
                  <a:gd name="connsiteY2" fmla="*/ 24572 h 659054"/>
                  <a:gd name="connsiteX3" fmla="*/ 435595 w 1673326"/>
                  <a:gd name="connsiteY3" fmla="*/ 656255 h 659054"/>
                  <a:gd name="connsiteX4" fmla="*/ 656078 w 1673326"/>
                  <a:gd name="connsiteY4" fmla="*/ 0 h 659054"/>
                  <a:gd name="connsiteX5" fmla="*/ 875694 w 1673326"/>
                  <a:gd name="connsiteY5" fmla="*/ 656255 h 659054"/>
                  <a:gd name="connsiteX6" fmla="*/ 1100495 w 1673326"/>
                  <a:gd name="connsiteY6" fmla="*/ 2799 h 659054"/>
                  <a:gd name="connsiteX7" fmla="*/ 1320111 w 1673326"/>
                  <a:gd name="connsiteY7" fmla="*/ 652833 h 659054"/>
                  <a:gd name="connsiteX8" fmla="*/ 1535805 w 1673326"/>
                  <a:gd name="connsiteY8" fmla="*/ 6420 h 659054"/>
                  <a:gd name="connsiteX9" fmla="*/ 1673326 w 1673326"/>
                  <a:gd name="connsiteY9" fmla="*/ 362663 h 659054"/>
                  <a:gd name="connsiteX0" fmla="*/ 0 w 1648612"/>
                  <a:gd name="connsiteY0" fmla="*/ 659054 h 659054"/>
                  <a:gd name="connsiteX1" fmla="*/ 113031 w 1648612"/>
                  <a:gd name="connsiteY1" fmla="*/ 337979 h 659054"/>
                  <a:gd name="connsiteX2" fmla="*/ 236376 w 1648612"/>
                  <a:gd name="connsiteY2" fmla="*/ 24572 h 659054"/>
                  <a:gd name="connsiteX3" fmla="*/ 435595 w 1648612"/>
                  <a:gd name="connsiteY3" fmla="*/ 656255 h 659054"/>
                  <a:gd name="connsiteX4" fmla="*/ 656078 w 1648612"/>
                  <a:gd name="connsiteY4" fmla="*/ 0 h 659054"/>
                  <a:gd name="connsiteX5" fmla="*/ 875694 w 1648612"/>
                  <a:gd name="connsiteY5" fmla="*/ 656255 h 659054"/>
                  <a:gd name="connsiteX6" fmla="*/ 1100495 w 1648612"/>
                  <a:gd name="connsiteY6" fmla="*/ 2799 h 659054"/>
                  <a:gd name="connsiteX7" fmla="*/ 1320111 w 1648612"/>
                  <a:gd name="connsiteY7" fmla="*/ 652833 h 659054"/>
                  <a:gd name="connsiteX8" fmla="*/ 1535805 w 1648612"/>
                  <a:gd name="connsiteY8" fmla="*/ 6420 h 659054"/>
                  <a:gd name="connsiteX9" fmla="*/ 1648611 w 1648612"/>
                  <a:gd name="connsiteY9" fmla="*/ 331871 h 659054"/>
                  <a:gd name="connsiteX0" fmla="*/ 0 w 1648611"/>
                  <a:gd name="connsiteY0" fmla="*/ 659054 h 659054"/>
                  <a:gd name="connsiteX1" fmla="*/ 113031 w 1648611"/>
                  <a:gd name="connsiteY1" fmla="*/ 337979 h 659054"/>
                  <a:gd name="connsiteX2" fmla="*/ 236376 w 1648611"/>
                  <a:gd name="connsiteY2" fmla="*/ 24572 h 659054"/>
                  <a:gd name="connsiteX3" fmla="*/ 435595 w 1648611"/>
                  <a:gd name="connsiteY3" fmla="*/ 656255 h 659054"/>
                  <a:gd name="connsiteX4" fmla="*/ 656078 w 1648611"/>
                  <a:gd name="connsiteY4" fmla="*/ 0 h 659054"/>
                  <a:gd name="connsiteX5" fmla="*/ 875694 w 1648611"/>
                  <a:gd name="connsiteY5" fmla="*/ 656255 h 659054"/>
                  <a:gd name="connsiteX6" fmla="*/ 1100495 w 1648611"/>
                  <a:gd name="connsiteY6" fmla="*/ 2799 h 659054"/>
                  <a:gd name="connsiteX7" fmla="*/ 1320111 w 1648611"/>
                  <a:gd name="connsiteY7" fmla="*/ 652833 h 659054"/>
                  <a:gd name="connsiteX8" fmla="*/ 1535805 w 1648611"/>
                  <a:gd name="connsiteY8" fmla="*/ 6420 h 659054"/>
                  <a:gd name="connsiteX9" fmla="*/ 1648611 w 1648611"/>
                  <a:gd name="connsiteY9" fmla="*/ 331871 h 659054"/>
                  <a:gd name="connsiteX0" fmla="*/ 1040 w 1649651"/>
                  <a:gd name="connsiteY0" fmla="*/ 659054 h 699086"/>
                  <a:gd name="connsiteX1" fmla="*/ 0 w 1649651"/>
                  <a:gd name="connsiteY1" fmla="*/ 699086 h 699086"/>
                  <a:gd name="connsiteX2" fmla="*/ 237416 w 1649651"/>
                  <a:gd name="connsiteY2" fmla="*/ 24572 h 699086"/>
                  <a:gd name="connsiteX3" fmla="*/ 436635 w 1649651"/>
                  <a:gd name="connsiteY3" fmla="*/ 656255 h 699086"/>
                  <a:gd name="connsiteX4" fmla="*/ 657118 w 1649651"/>
                  <a:gd name="connsiteY4" fmla="*/ 0 h 699086"/>
                  <a:gd name="connsiteX5" fmla="*/ 876734 w 1649651"/>
                  <a:gd name="connsiteY5" fmla="*/ 656255 h 699086"/>
                  <a:gd name="connsiteX6" fmla="*/ 1101535 w 1649651"/>
                  <a:gd name="connsiteY6" fmla="*/ 2799 h 699086"/>
                  <a:gd name="connsiteX7" fmla="*/ 1321151 w 1649651"/>
                  <a:gd name="connsiteY7" fmla="*/ 652833 h 699086"/>
                  <a:gd name="connsiteX8" fmla="*/ 1536845 w 1649651"/>
                  <a:gd name="connsiteY8" fmla="*/ 6420 h 699086"/>
                  <a:gd name="connsiteX9" fmla="*/ 1649651 w 1649651"/>
                  <a:gd name="connsiteY9" fmla="*/ 331871 h 699086"/>
                  <a:gd name="connsiteX0" fmla="*/ 0 w 1814013"/>
                  <a:gd name="connsiteY0" fmla="*/ 264356 h 699086"/>
                  <a:gd name="connsiteX1" fmla="*/ 164362 w 1814013"/>
                  <a:gd name="connsiteY1" fmla="*/ 699086 h 699086"/>
                  <a:gd name="connsiteX2" fmla="*/ 401778 w 1814013"/>
                  <a:gd name="connsiteY2" fmla="*/ 24572 h 699086"/>
                  <a:gd name="connsiteX3" fmla="*/ 600997 w 1814013"/>
                  <a:gd name="connsiteY3" fmla="*/ 656255 h 699086"/>
                  <a:gd name="connsiteX4" fmla="*/ 821480 w 1814013"/>
                  <a:gd name="connsiteY4" fmla="*/ 0 h 699086"/>
                  <a:gd name="connsiteX5" fmla="*/ 1041096 w 1814013"/>
                  <a:gd name="connsiteY5" fmla="*/ 656255 h 699086"/>
                  <a:gd name="connsiteX6" fmla="*/ 1265897 w 1814013"/>
                  <a:gd name="connsiteY6" fmla="*/ 2799 h 699086"/>
                  <a:gd name="connsiteX7" fmla="*/ 1485513 w 1814013"/>
                  <a:gd name="connsiteY7" fmla="*/ 652833 h 699086"/>
                  <a:gd name="connsiteX8" fmla="*/ 1701207 w 1814013"/>
                  <a:gd name="connsiteY8" fmla="*/ 6420 h 699086"/>
                  <a:gd name="connsiteX9" fmla="*/ 1814013 w 1814013"/>
                  <a:gd name="connsiteY9" fmla="*/ 331871 h 699086"/>
                  <a:gd name="connsiteX0" fmla="*/ 0 w 1814013"/>
                  <a:gd name="connsiteY0" fmla="*/ 264356 h 668294"/>
                  <a:gd name="connsiteX1" fmla="*/ 162461 w 1814013"/>
                  <a:gd name="connsiteY1" fmla="*/ 668294 h 668294"/>
                  <a:gd name="connsiteX2" fmla="*/ 401778 w 1814013"/>
                  <a:gd name="connsiteY2" fmla="*/ 24572 h 668294"/>
                  <a:gd name="connsiteX3" fmla="*/ 600997 w 1814013"/>
                  <a:gd name="connsiteY3" fmla="*/ 656255 h 668294"/>
                  <a:gd name="connsiteX4" fmla="*/ 821480 w 1814013"/>
                  <a:gd name="connsiteY4" fmla="*/ 0 h 668294"/>
                  <a:gd name="connsiteX5" fmla="*/ 1041096 w 1814013"/>
                  <a:gd name="connsiteY5" fmla="*/ 656255 h 668294"/>
                  <a:gd name="connsiteX6" fmla="*/ 1265897 w 1814013"/>
                  <a:gd name="connsiteY6" fmla="*/ 2799 h 668294"/>
                  <a:gd name="connsiteX7" fmla="*/ 1485513 w 1814013"/>
                  <a:gd name="connsiteY7" fmla="*/ 652833 h 668294"/>
                  <a:gd name="connsiteX8" fmla="*/ 1701207 w 1814013"/>
                  <a:gd name="connsiteY8" fmla="*/ 6420 h 668294"/>
                  <a:gd name="connsiteX9" fmla="*/ 1814013 w 1814013"/>
                  <a:gd name="connsiteY9" fmla="*/ 331871 h 668294"/>
                  <a:gd name="connsiteX0" fmla="*/ 0 w 1814013"/>
                  <a:gd name="connsiteY0" fmla="*/ 264356 h 657097"/>
                  <a:gd name="connsiteX1" fmla="*/ 162461 w 1814013"/>
                  <a:gd name="connsiteY1" fmla="*/ 657097 h 657097"/>
                  <a:gd name="connsiteX2" fmla="*/ 401778 w 1814013"/>
                  <a:gd name="connsiteY2" fmla="*/ 24572 h 657097"/>
                  <a:gd name="connsiteX3" fmla="*/ 600997 w 1814013"/>
                  <a:gd name="connsiteY3" fmla="*/ 656255 h 657097"/>
                  <a:gd name="connsiteX4" fmla="*/ 821480 w 1814013"/>
                  <a:gd name="connsiteY4" fmla="*/ 0 h 657097"/>
                  <a:gd name="connsiteX5" fmla="*/ 1041096 w 1814013"/>
                  <a:gd name="connsiteY5" fmla="*/ 656255 h 657097"/>
                  <a:gd name="connsiteX6" fmla="*/ 1265897 w 1814013"/>
                  <a:gd name="connsiteY6" fmla="*/ 2799 h 657097"/>
                  <a:gd name="connsiteX7" fmla="*/ 1485513 w 1814013"/>
                  <a:gd name="connsiteY7" fmla="*/ 652833 h 657097"/>
                  <a:gd name="connsiteX8" fmla="*/ 1701207 w 1814013"/>
                  <a:gd name="connsiteY8" fmla="*/ 6420 h 657097"/>
                  <a:gd name="connsiteX9" fmla="*/ 1814013 w 1814013"/>
                  <a:gd name="connsiteY9" fmla="*/ 331871 h 657097"/>
                  <a:gd name="connsiteX0" fmla="*/ 1 w 1762682"/>
                  <a:gd name="connsiteY0" fmla="*/ 320341 h 657097"/>
                  <a:gd name="connsiteX1" fmla="*/ 111130 w 1762682"/>
                  <a:gd name="connsiteY1" fmla="*/ 657097 h 657097"/>
                  <a:gd name="connsiteX2" fmla="*/ 350447 w 1762682"/>
                  <a:gd name="connsiteY2" fmla="*/ 24572 h 657097"/>
                  <a:gd name="connsiteX3" fmla="*/ 549666 w 1762682"/>
                  <a:gd name="connsiteY3" fmla="*/ 656255 h 657097"/>
                  <a:gd name="connsiteX4" fmla="*/ 770149 w 1762682"/>
                  <a:gd name="connsiteY4" fmla="*/ 0 h 657097"/>
                  <a:gd name="connsiteX5" fmla="*/ 989765 w 1762682"/>
                  <a:gd name="connsiteY5" fmla="*/ 656255 h 657097"/>
                  <a:gd name="connsiteX6" fmla="*/ 1214566 w 1762682"/>
                  <a:gd name="connsiteY6" fmla="*/ 2799 h 657097"/>
                  <a:gd name="connsiteX7" fmla="*/ 1434182 w 1762682"/>
                  <a:gd name="connsiteY7" fmla="*/ 652833 h 657097"/>
                  <a:gd name="connsiteX8" fmla="*/ 1649876 w 1762682"/>
                  <a:gd name="connsiteY8" fmla="*/ 6420 h 657097"/>
                  <a:gd name="connsiteX9" fmla="*/ 1762682 w 1762682"/>
                  <a:gd name="connsiteY9" fmla="*/ 331871 h 657097"/>
                  <a:gd name="connsiteX0" fmla="*/ 1 w 1762682"/>
                  <a:gd name="connsiteY0" fmla="*/ 320962 h 657718"/>
                  <a:gd name="connsiteX1" fmla="*/ 111130 w 1762682"/>
                  <a:gd name="connsiteY1" fmla="*/ 657718 h 657718"/>
                  <a:gd name="connsiteX2" fmla="*/ 331435 w 1762682"/>
                  <a:gd name="connsiteY2" fmla="*/ 0 h 657718"/>
                  <a:gd name="connsiteX3" fmla="*/ 549666 w 1762682"/>
                  <a:gd name="connsiteY3" fmla="*/ 656876 h 657718"/>
                  <a:gd name="connsiteX4" fmla="*/ 770149 w 1762682"/>
                  <a:gd name="connsiteY4" fmla="*/ 621 h 657718"/>
                  <a:gd name="connsiteX5" fmla="*/ 989765 w 1762682"/>
                  <a:gd name="connsiteY5" fmla="*/ 656876 h 657718"/>
                  <a:gd name="connsiteX6" fmla="*/ 1214566 w 1762682"/>
                  <a:gd name="connsiteY6" fmla="*/ 3420 h 657718"/>
                  <a:gd name="connsiteX7" fmla="*/ 1434182 w 1762682"/>
                  <a:gd name="connsiteY7" fmla="*/ 653454 h 657718"/>
                  <a:gd name="connsiteX8" fmla="*/ 1649876 w 1762682"/>
                  <a:gd name="connsiteY8" fmla="*/ 7041 h 657718"/>
                  <a:gd name="connsiteX9" fmla="*/ 1762682 w 1762682"/>
                  <a:gd name="connsiteY9" fmla="*/ 332492 h 657718"/>
                  <a:gd name="connsiteX0" fmla="*/ 1 w 1760781"/>
                  <a:gd name="connsiteY0" fmla="*/ 332159 h 657718"/>
                  <a:gd name="connsiteX1" fmla="*/ 109229 w 1760781"/>
                  <a:gd name="connsiteY1" fmla="*/ 657718 h 657718"/>
                  <a:gd name="connsiteX2" fmla="*/ 329534 w 1760781"/>
                  <a:gd name="connsiteY2" fmla="*/ 0 h 657718"/>
                  <a:gd name="connsiteX3" fmla="*/ 547765 w 1760781"/>
                  <a:gd name="connsiteY3" fmla="*/ 656876 h 657718"/>
                  <a:gd name="connsiteX4" fmla="*/ 768248 w 1760781"/>
                  <a:gd name="connsiteY4" fmla="*/ 621 h 657718"/>
                  <a:gd name="connsiteX5" fmla="*/ 987864 w 1760781"/>
                  <a:gd name="connsiteY5" fmla="*/ 656876 h 657718"/>
                  <a:gd name="connsiteX6" fmla="*/ 1212665 w 1760781"/>
                  <a:gd name="connsiteY6" fmla="*/ 3420 h 657718"/>
                  <a:gd name="connsiteX7" fmla="*/ 1432281 w 1760781"/>
                  <a:gd name="connsiteY7" fmla="*/ 653454 h 657718"/>
                  <a:gd name="connsiteX8" fmla="*/ 1647975 w 1760781"/>
                  <a:gd name="connsiteY8" fmla="*/ 7041 h 657718"/>
                  <a:gd name="connsiteX9" fmla="*/ 1760781 w 1760781"/>
                  <a:gd name="connsiteY9" fmla="*/ 332492 h 657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60781" h="657718">
                    <a:moveTo>
                      <a:pt x="1" y="332159"/>
                    </a:moveTo>
                    <a:cubicBezTo>
                      <a:pt x="-346" y="345503"/>
                      <a:pt x="109576" y="644374"/>
                      <a:pt x="109229" y="657718"/>
                    </a:cubicBezTo>
                    <a:lnTo>
                      <a:pt x="329534" y="0"/>
                    </a:lnTo>
                    <a:lnTo>
                      <a:pt x="547765" y="656876"/>
                    </a:lnTo>
                    <a:lnTo>
                      <a:pt x="768248" y="621"/>
                    </a:lnTo>
                    <a:lnTo>
                      <a:pt x="987864" y="656876"/>
                    </a:lnTo>
                    <a:lnTo>
                      <a:pt x="1212665" y="3420"/>
                    </a:lnTo>
                    <a:lnTo>
                      <a:pt x="1432281" y="653454"/>
                    </a:lnTo>
                    <a:lnTo>
                      <a:pt x="1647975" y="7041"/>
                    </a:lnTo>
                    <a:cubicBezTo>
                      <a:pt x="1647553" y="-26305"/>
                      <a:pt x="1740290" y="287458"/>
                      <a:pt x="1760781" y="332492"/>
                    </a:cubicBezTo>
                  </a:path>
                </a:pathLst>
              </a:cu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M">
                    <a:extLst>
                      <a:ext uri="{FF2B5EF4-FFF2-40B4-BE49-F238E27FC236}">
                        <a16:creationId xmlns:a16="http://schemas.microsoft.com/office/drawing/2014/main" id="{F81EB3A9-8261-25C7-3645-4FB5CA5DB083}"/>
                      </a:ext>
                    </a:extLst>
                  </p:cNvPr>
                  <p:cNvSpPr/>
                  <p:nvPr/>
                </p:nvSpPr>
                <p:spPr>
                  <a:xfrm>
                    <a:off x="8362249" y="2281929"/>
                    <a:ext cx="1224136" cy="669194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kumimoji="1" lang="zh-CN" alt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7" name="M">
                    <a:extLst>
                      <a:ext uri="{FF2B5EF4-FFF2-40B4-BE49-F238E27FC236}">
                        <a16:creationId xmlns:a16="http://schemas.microsoft.com/office/drawing/2014/main" id="{F81EB3A9-8261-25C7-3645-4FB5CA5DB08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62249" y="2281929"/>
                    <a:ext cx="1224136" cy="6691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8" name="线段1">
                <a:extLst>
                  <a:ext uri="{FF2B5EF4-FFF2-40B4-BE49-F238E27FC236}">
                    <a16:creationId xmlns:a16="http://schemas.microsoft.com/office/drawing/2014/main" id="{78174E47-D860-0FD1-10BB-370BDE6B72EE}"/>
                  </a:ext>
                </a:extLst>
              </p:cNvPr>
              <p:cNvCxnSpPr>
                <a:cxnSpLocks/>
                <a:endCxn id="96" idx="0"/>
              </p:cNvCxnSpPr>
              <p:nvPr/>
            </p:nvCxnSpPr>
            <p:spPr>
              <a:xfrm flipH="1">
                <a:off x="8975555" y="549274"/>
                <a:ext cx="1181" cy="510422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线段2">
                <a:extLst>
                  <a:ext uri="{FF2B5EF4-FFF2-40B4-BE49-F238E27FC236}">
                    <a16:creationId xmlns:a16="http://schemas.microsoft.com/office/drawing/2014/main" id="{0F6A72C6-CC71-3EAA-C74F-BEFB010B6B01}"/>
                  </a:ext>
                </a:extLst>
              </p:cNvPr>
              <p:cNvCxnSpPr>
                <a:cxnSpLocks/>
                <a:stCxn id="96" idx="9"/>
                <a:endCxn id="97" idx="0"/>
              </p:cNvCxnSpPr>
              <p:nvPr/>
            </p:nvCxnSpPr>
            <p:spPr>
              <a:xfrm flipH="1">
                <a:off x="8974317" y="1844684"/>
                <a:ext cx="1119" cy="437245"/>
              </a:xfrm>
              <a:prstGeom prst="line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3AB71185-BE24-FC0C-D0BB-9FF3E66334DE}"/>
                </a:ext>
              </a:extLst>
            </p:cNvPr>
            <p:cNvGrpSpPr/>
            <p:nvPr/>
          </p:nvGrpSpPr>
          <p:grpSpPr>
            <a:xfrm>
              <a:off x="10152742" y="2290483"/>
              <a:ext cx="821982" cy="850485"/>
              <a:chOff x="10152742" y="2290483"/>
              <a:chExt cx="821982" cy="850485"/>
            </a:xfrm>
          </p:grpSpPr>
          <p:grpSp>
            <p:nvGrpSpPr>
              <p:cNvPr id="101" name="位移指示">
                <a:extLst>
                  <a:ext uri="{FF2B5EF4-FFF2-40B4-BE49-F238E27FC236}">
                    <a16:creationId xmlns:a16="http://schemas.microsoft.com/office/drawing/2014/main" id="{CC5B6930-3F0F-3E07-0D73-7B58A91D2F1F}"/>
                  </a:ext>
                </a:extLst>
              </p:cNvPr>
              <p:cNvGrpSpPr/>
              <p:nvPr/>
            </p:nvGrpSpPr>
            <p:grpSpPr>
              <a:xfrm>
                <a:off x="10152742" y="2290483"/>
                <a:ext cx="506062" cy="850485"/>
                <a:chOff x="10152742" y="2290483"/>
                <a:chExt cx="506062" cy="850485"/>
              </a:xfrm>
            </p:grpSpPr>
            <p:cxnSp>
              <p:nvCxnSpPr>
                <p:cNvPr id="103" name="直线连接符 102">
                  <a:extLst>
                    <a:ext uri="{FF2B5EF4-FFF2-40B4-BE49-F238E27FC236}">
                      <a16:creationId xmlns:a16="http://schemas.microsoft.com/office/drawing/2014/main" id="{F562C343-AA55-FAFB-C0D8-70C14DFE57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10152742" y="2290483"/>
                  <a:ext cx="506062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直线连接符 103">
                  <a:extLst>
                    <a:ext uri="{FF2B5EF4-FFF2-40B4-BE49-F238E27FC236}">
                      <a16:creationId xmlns:a16="http://schemas.microsoft.com/office/drawing/2014/main" id="{FF7503C1-4E0E-98EB-4CA3-A124DB59A8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10405773" y="2290483"/>
                  <a:ext cx="9815" cy="850485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triangl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x">
                    <a:extLst>
                      <a:ext uri="{FF2B5EF4-FFF2-40B4-BE49-F238E27FC236}">
                        <a16:creationId xmlns:a16="http://schemas.microsoft.com/office/drawing/2014/main" id="{3EEC9AEE-8309-0C93-E56A-3123ACDB5E6C}"/>
                      </a:ext>
                    </a:extLst>
                  </p:cNvPr>
                  <p:cNvSpPr txBox="1"/>
                  <p:nvPr/>
                </p:nvSpPr>
                <p:spPr>
                  <a:xfrm>
                    <a:off x="10519624" y="2513704"/>
                    <a:ext cx="455100" cy="4323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102" name="x">
                    <a:extLst>
                      <a:ext uri="{FF2B5EF4-FFF2-40B4-BE49-F238E27FC236}">
                        <a16:creationId xmlns:a16="http://schemas.microsoft.com/office/drawing/2014/main" id="{3EEC9AEE-8309-0C93-E56A-3123ACDB5E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19624" y="2513704"/>
                    <a:ext cx="455100" cy="43236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8919" r="-75676" b="-3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33E8367F-EAAC-2D0D-473A-AEDBE055AAB7}"/>
                </a:ext>
              </a:extLst>
            </p:cNvPr>
            <p:cNvGrpSpPr/>
            <p:nvPr/>
          </p:nvGrpSpPr>
          <p:grpSpPr>
            <a:xfrm>
              <a:off x="8041184" y="966264"/>
              <a:ext cx="521330" cy="839098"/>
              <a:chOff x="8041184" y="966264"/>
              <a:chExt cx="521330" cy="839098"/>
            </a:xfrm>
          </p:grpSpPr>
          <p:cxnSp>
            <p:nvCxnSpPr>
              <p:cNvPr id="106" name="受力指示">
                <a:extLst>
                  <a:ext uri="{FF2B5EF4-FFF2-40B4-BE49-F238E27FC236}">
                    <a16:creationId xmlns:a16="http://schemas.microsoft.com/office/drawing/2014/main" id="{1EC6CCF5-B6DD-ED0D-9BF9-5A08C752F3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41184" y="966264"/>
                <a:ext cx="0" cy="83909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F">
                    <a:extLst>
                      <a:ext uri="{FF2B5EF4-FFF2-40B4-BE49-F238E27FC236}">
                        <a16:creationId xmlns:a16="http://schemas.microsoft.com/office/drawing/2014/main" id="{9CDF4367-4552-8E6A-3E32-869017DF8DF5}"/>
                      </a:ext>
                    </a:extLst>
                  </p:cNvPr>
                  <p:cNvSpPr txBox="1"/>
                  <p:nvPr/>
                </p:nvSpPr>
                <p:spPr>
                  <a:xfrm>
                    <a:off x="8107414" y="1176062"/>
                    <a:ext cx="455100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107" name="F">
                    <a:extLst>
                      <a:ext uri="{FF2B5EF4-FFF2-40B4-BE49-F238E27FC236}">
                        <a16:creationId xmlns:a16="http://schemas.microsoft.com/office/drawing/2014/main" id="{9CDF4367-4552-8E6A-3E32-869017DF8DF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07414" y="1176062"/>
                    <a:ext cx="455100" cy="43088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7027" t="-2857" r="-81081" b="-3142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K">
                  <a:extLst>
                    <a:ext uri="{FF2B5EF4-FFF2-40B4-BE49-F238E27FC236}">
                      <a16:creationId xmlns:a16="http://schemas.microsoft.com/office/drawing/2014/main" id="{F15F7131-5794-7B80-834C-25CB98431375}"/>
                    </a:ext>
                  </a:extLst>
                </p:cNvPr>
                <p:cNvSpPr txBox="1"/>
                <p:nvPr/>
              </p:nvSpPr>
              <p:spPr>
                <a:xfrm>
                  <a:off x="9211933" y="1165607"/>
                  <a:ext cx="455100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kumimoji="1" lang="zh-CN" altLang="en-US" sz="2800" dirty="0"/>
                </a:p>
              </p:txBody>
            </p:sp>
          </mc:Choice>
          <mc:Fallback xmlns="">
            <p:sp>
              <p:nvSpPr>
                <p:cNvPr id="108" name="K">
                  <a:extLst>
                    <a:ext uri="{FF2B5EF4-FFF2-40B4-BE49-F238E27FC236}">
                      <a16:creationId xmlns:a16="http://schemas.microsoft.com/office/drawing/2014/main" id="{F15F7131-5794-7B80-834C-25CB98431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1933" y="1165607"/>
                  <a:ext cx="455100" cy="430887"/>
                </a:xfrm>
                <a:prstGeom prst="rect">
                  <a:avLst/>
                </a:prstGeom>
                <a:blipFill>
                  <a:blip r:embed="rId15"/>
                  <a:stretch>
                    <a:fillRect l="-5405" r="-2703" b="-5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9" name="组合 108">
              <a:extLst>
                <a:ext uri="{FF2B5EF4-FFF2-40B4-BE49-F238E27FC236}">
                  <a16:creationId xmlns:a16="http://schemas.microsoft.com/office/drawing/2014/main" id="{E9F222E8-DB47-E70C-CB32-D60D841306B4}"/>
                </a:ext>
              </a:extLst>
            </p:cNvPr>
            <p:cNvGrpSpPr/>
            <p:nvPr/>
          </p:nvGrpSpPr>
          <p:grpSpPr>
            <a:xfrm>
              <a:off x="7895406" y="3104983"/>
              <a:ext cx="937171" cy="451537"/>
              <a:chOff x="7895406" y="3104983"/>
              <a:chExt cx="937171" cy="451537"/>
            </a:xfrm>
          </p:grpSpPr>
          <p:sp>
            <p:nvSpPr>
              <p:cNvPr id="110" name="摩擦指示">
                <a:extLst>
                  <a:ext uri="{FF2B5EF4-FFF2-40B4-BE49-F238E27FC236}">
                    <a16:creationId xmlns:a16="http://schemas.microsoft.com/office/drawing/2014/main" id="{99A05C7D-3F26-4FA2-AD94-6C3D6DF02D73}"/>
                  </a:ext>
                </a:extLst>
              </p:cNvPr>
              <p:cNvSpPr/>
              <p:nvPr/>
            </p:nvSpPr>
            <p:spPr>
              <a:xfrm>
                <a:off x="7895406" y="3104983"/>
                <a:ext cx="495836" cy="264017"/>
              </a:xfrm>
              <a:custGeom>
                <a:avLst/>
                <a:gdLst>
                  <a:gd name="connsiteX0" fmla="*/ 0 w 495836"/>
                  <a:gd name="connsiteY0" fmla="*/ 0 h 264017"/>
                  <a:gd name="connsiteX1" fmla="*/ 0 w 495836"/>
                  <a:gd name="connsiteY1" fmla="*/ 0 h 264017"/>
                  <a:gd name="connsiteX2" fmla="*/ 141667 w 495836"/>
                  <a:gd name="connsiteY2" fmla="*/ 12879 h 264017"/>
                  <a:gd name="connsiteX3" fmla="*/ 160986 w 495836"/>
                  <a:gd name="connsiteY3" fmla="*/ 12879 h 264017"/>
                  <a:gd name="connsiteX4" fmla="*/ 495836 w 495836"/>
                  <a:gd name="connsiteY4" fmla="*/ 264017 h 264017"/>
                  <a:gd name="connsiteX0" fmla="*/ 0 w 495836"/>
                  <a:gd name="connsiteY0" fmla="*/ 10046 h 274063"/>
                  <a:gd name="connsiteX1" fmla="*/ 0 w 495836"/>
                  <a:gd name="connsiteY1" fmla="*/ 10046 h 274063"/>
                  <a:gd name="connsiteX2" fmla="*/ 160986 w 495836"/>
                  <a:gd name="connsiteY2" fmla="*/ 22925 h 274063"/>
                  <a:gd name="connsiteX3" fmla="*/ 495836 w 495836"/>
                  <a:gd name="connsiteY3" fmla="*/ 274063 h 274063"/>
                  <a:gd name="connsiteX0" fmla="*/ 0 w 495836"/>
                  <a:gd name="connsiteY0" fmla="*/ 0 h 264017"/>
                  <a:gd name="connsiteX1" fmla="*/ 0 w 495836"/>
                  <a:gd name="connsiteY1" fmla="*/ 0 h 264017"/>
                  <a:gd name="connsiteX2" fmla="*/ 160986 w 495836"/>
                  <a:gd name="connsiteY2" fmla="*/ 12879 h 264017"/>
                  <a:gd name="connsiteX3" fmla="*/ 495836 w 495836"/>
                  <a:gd name="connsiteY3" fmla="*/ 264017 h 264017"/>
                  <a:gd name="connsiteX0" fmla="*/ 0 w 495836"/>
                  <a:gd name="connsiteY0" fmla="*/ 0 h 264017"/>
                  <a:gd name="connsiteX1" fmla="*/ 0 w 495836"/>
                  <a:gd name="connsiteY1" fmla="*/ 0 h 264017"/>
                  <a:gd name="connsiteX2" fmla="*/ 314852 w 495836"/>
                  <a:gd name="connsiteY2" fmla="*/ 30463 h 264017"/>
                  <a:gd name="connsiteX3" fmla="*/ 495836 w 495836"/>
                  <a:gd name="connsiteY3" fmla="*/ 264017 h 264017"/>
                  <a:gd name="connsiteX0" fmla="*/ 0 w 495836"/>
                  <a:gd name="connsiteY0" fmla="*/ 281664 h 545681"/>
                  <a:gd name="connsiteX1" fmla="*/ 0 w 495836"/>
                  <a:gd name="connsiteY1" fmla="*/ 281664 h 545681"/>
                  <a:gd name="connsiteX2" fmla="*/ 266494 w 495836"/>
                  <a:gd name="connsiteY2" fmla="*/ 0 h 545681"/>
                  <a:gd name="connsiteX3" fmla="*/ 495836 w 495836"/>
                  <a:gd name="connsiteY3" fmla="*/ 545681 h 545681"/>
                  <a:gd name="connsiteX0" fmla="*/ 0 w 495836"/>
                  <a:gd name="connsiteY0" fmla="*/ 0 h 264017"/>
                  <a:gd name="connsiteX1" fmla="*/ 0 w 495836"/>
                  <a:gd name="connsiteY1" fmla="*/ 0 h 264017"/>
                  <a:gd name="connsiteX2" fmla="*/ 297267 w 495836"/>
                  <a:gd name="connsiteY2" fmla="*/ 4086 h 264017"/>
                  <a:gd name="connsiteX3" fmla="*/ 495836 w 495836"/>
                  <a:gd name="connsiteY3" fmla="*/ 264017 h 264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5836" h="264017">
                    <a:moveTo>
                      <a:pt x="0" y="0"/>
                    </a:moveTo>
                    <a:lnTo>
                      <a:pt x="0" y="0"/>
                    </a:lnTo>
                    <a:lnTo>
                      <a:pt x="297267" y="4086"/>
                    </a:lnTo>
                    <a:lnTo>
                      <a:pt x="495836" y="264017"/>
                    </a:ln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B">
                    <a:extLst>
                      <a:ext uri="{FF2B5EF4-FFF2-40B4-BE49-F238E27FC236}">
                        <a16:creationId xmlns:a16="http://schemas.microsoft.com/office/drawing/2014/main" id="{5BCD92E9-A648-359E-B112-BC889C64E624}"/>
                      </a:ext>
                    </a:extLst>
                  </p:cNvPr>
                  <p:cNvSpPr txBox="1"/>
                  <p:nvPr/>
                </p:nvSpPr>
                <p:spPr>
                  <a:xfrm>
                    <a:off x="8377477" y="3124158"/>
                    <a:ext cx="455100" cy="4323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zh-CN" altLang="en-US" sz="2800" dirty="0"/>
                  </a:p>
                </p:txBody>
              </p:sp>
            </mc:Choice>
            <mc:Fallback xmlns="">
              <p:sp>
                <p:nvSpPr>
                  <p:cNvPr id="111" name="B">
                    <a:extLst>
                      <a:ext uri="{FF2B5EF4-FFF2-40B4-BE49-F238E27FC236}">
                        <a16:creationId xmlns:a16="http://schemas.microsoft.com/office/drawing/2014/main" id="{5BCD92E9-A648-359E-B112-BC889C64E6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77477" y="3124158"/>
                    <a:ext cx="455100" cy="43236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2703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112" name="箭头1">
            <a:extLst>
              <a:ext uri="{FF2B5EF4-FFF2-40B4-BE49-F238E27FC236}">
                <a16:creationId xmlns:a16="http://schemas.microsoft.com/office/drawing/2014/main" id="{CB3862D5-B358-DE63-9066-5A752D3A35D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8463382" flipH="1">
            <a:off x="7449173" y="5142208"/>
            <a:ext cx="1013724" cy="120765"/>
          </a:xfrm>
          <a:prstGeom prst="rect">
            <a:avLst/>
          </a:prstGeom>
        </p:spPr>
      </p:pic>
      <p:pic>
        <p:nvPicPr>
          <p:cNvPr id="113" name="箭头1">
            <a:extLst>
              <a:ext uri="{FF2B5EF4-FFF2-40B4-BE49-F238E27FC236}">
                <a16:creationId xmlns:a16="http://schemas.microsoft.com/office/drawing/2014/main" id="{B356155E-3D0D-8B00-FD12-F09EFC3CC3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13988578" flipH="1" flipV="1">
            <a:off x="3668477" y="5123913"/>
            <a:ext cx="960381" cy="114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14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grpSp>
        <p:nvGrpSpPr>
          <p:cNvPr id="3" name="代码框">
            <a:extLst>
              <a:ext uri="{FF2B5EF4-FFF2-40B4-BE49-F238E27FC236}">
                <a16:creationId xmlns:a16="http://schemas.microsoft.com/office/drawing/2014/main" id="{17A618C6-E6F5-BE0F-F888-293C9899265F}"/>
              </a:ext>
            </a:extLst>
          </p:cNvPr>
          <p:cNvGrpSpPr/>
          <p:nvPr/>
        </p:nvGrpSpPr>
        <p:grpSpPr>
          <a:xfrm>
            <a:off x="235858" y="891531"/>
            <a:ext cx="6939468" cy="2447495"/>
            <a:chOff x="2515563" y="3741795"/>
            <a:chExt cx="6939468" cy="2447495"/>
          </a:xfrm>
        </p:grpSpPr>
        <p:sp>
          <p:nvSpPr>
            <p:cNvPr id="4" name="代码">
              <a:extLst>
                <a:ext uri="{FF2B5EF4-FFF2-40B4-BE49-F238E27FC236}">
                  <a16:creationId xmlns:a16="http://schemas.microsoft.com/office/drawing/2014/main" id="{70E13E83-D695-BAD6-E60B-A0DF3345DE7F}"/>
                </a:ext>
              </a:extLst>
            </p:cNvPr>
            <p:cNvSpPr txBox="1"/>
            <p:nvPr/>
          </p:nvSpPr>
          <p:spPr>
            <a:xfrm>
              <a:off x="2515563" y="4101629"/>
              <a:ext cx="6939468" cy="2087661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s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</a:t>
              </a:r>
              <a:r>
                <a:rPr lang="en" altLang="zh-CN" b="0" i="0" dirty="0">
                  <a:solidFill>
                    <a:srgbClr val="AA04F9"/>
                  </a:solidFill>
                  <a:effectLst/>
                  <a:latin typeface="Menlo" panose="020B0609030804020204" pitchFamily="49" charset="0"/>
                </a:rPr>
                <a:t>'s’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); 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建立连续复数域变量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10; 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建立典型比例环节的传递函数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1/s; 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建立典型积分环节的传递函数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G3 = s; 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建立典型微分环节的传递函数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G4 = 1/(s+1);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建立典型惯性环节的传递函数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G5 = 1/(s^2+s+1);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建立典型震荡环节的传递函数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5D0BD7FA-B682-59C5-6AEE-D809E45F07A6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  <p:grpSp>
        <p:nvGrpSpPr>
          <p:cNvPr id="6" name="代码框">
            <a:extLst>
              <a:ext uri="{FF2B5EF4-FFF2-40B4-BE49-F238E27FC236}">
                <a16:creationId xmlns:a16="http://schemas.microsoft.com/office/drawing/2014/main" id="{964A8723-E5F9-5FC5-9CE7-DA1FB3149C6B}"/>
              </a:ext>
            </a:extLst>
          </p:cNvPr>
          <p:cNvGrpSpPr/>
          <p:nvPr/>
        </p:nvGrpSpPr>
        <p:grpSpPr>
          <a:xfrm>
            <a:off x="232008" y="3811944"/>
            <a:ext cx="6727294" cy="2165138"/>
            <a:chOff x="2515563" y="3741795"/>
            <a:chExt cx="6727294" cy="2165138"/>
          </a:xfrm>
        </p:grpSpPr>
        <p:sp>
          <p:nvSpPr>
            <p:cNvPr id="16" name="代码">
              <a:extLst>
                <a:ext uri="{FF2B5EF4-FFF2-40B4-BE49-F238E27FC236}">
                  <a16:creationId xmlns:a16="http://schemas.microsoft.com/office/drawing/2014/main" id="{36853280-8E73-6180-F142-6C8F2294EBC0}"/>
                </a:ext>
              </a:extLst>
            </p:cNvPr>
            <p:cNvSpPr txBox="1"/>
            <p:nvPr/>
          </p:nvSpPr>
          <p:spPr>
            <a:xfrm>
              <a:off x="2515563" y="4101629"/>
              <a:ext cx="6727294" cy="1805304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(10,1);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建立典型比例环节的传递函数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(1,[1,0]);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建立典型积分环节的传递函数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G3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([1,0],1);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建立典型微分环节的传递函数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G4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(1,[1,1]);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建立典型惯性环节的传递函数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G5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tf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(1,[1,1,1]); 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建立典型震荡环节的传递函数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114" name="标题">
              <a:extLst>
                <a:ext uri="{FF2B5EF4-FFF2-40B4-BE49-F238E27FC236}">
                  <a16:creationId xmlns:a16="http://schemas.microsoft.com/office/drawing/2014/main" id="{7C48618B-DC7D-C17B-12F8-1D7DC40B8BDE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9407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614452" y="332656"/>
            <a:ext cx="3936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MATLAB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grpSp>
        <p:nvGrpSpPr>
          <p:cNvPr id="3" name="代码框">
            <a:extLst>
              <a:ext uri="{FF2B5EF4-FFF2-40B4-BE49-F238E27FC236}">
                <a16:creationId xmlns:a16="http://schemas.microsoft.com/office/drawing/2014/main" id="{17A618C6-E6F5-BE0F-F888-293C9899265F}"/>
              </a:ext>
            </a:extLst>
          </p:cNvPr>
          <p:cNvGrpSpPr/>
          <p:nvPr/>
        </p:nvGrpSpPr>
        <p:grpSpPr>
          <a:xfrm>
            <a:off x="235858" y="891531"/>
            <a:ext cx="10755892" cy="2165138"/>
            <a:chOff x="2515563" y="3741795"/>
            <a:chExt cx="10755892" cy="2165138"/>
          </a:xfrm>
        </p:grpSpPr>
        <p:sp>
          <p:nvSpPr>
            <p:cNvPr id="4" name="代码">
              <a:extLst>
                <a:ext uri="{FF2B5EF4-FFF2-40B4-BE49-F238E27FC236}">
                  <a16:creationId xmlns:a16="http://schemas.microsoft.com/office/drawing/2014/main" id="{70E13E83-D695-BAD6-E60B-A0DF3345DE7F}"/>
                </a:ext>
              </a:extLst>
            </p:cNvPr>
            <p:cNvSpPr txBox="1"/>
            <p:nvPr/>
          </p:nvSpPr>
          <p:spPr>
            <a:xfrm>
              <a:off x="2515563" y="4101629"/>
              <a:ext cx="10755892" cy="1805304"/>
            </a:xfrm>
            <a:prstGeom prst="roundRect">
              <a:avLst>
                <a:gd name="adj" fmla="val 4505"/>
              </a:avLst>
            </a:prstGeom>
            <a:noFill/>
            <a:ln>
              <a:solidFill>
                <a:srgbClr val="E44860"/>
              </a:solidFill>
              <a:prstDash val="sysDot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tIns="108000" bIns="0" rtlCol="0">
              <a:spAutoFit/>
            </a:bodyPr>
            <a:lstStyle/>
            <a:p>
              <a:endParaRPr lang="en" altLang="zh-CN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G1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zpk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([],[],10); 		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建立典型比例环节的传递函数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G2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zpk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([],0,1); 			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建立典型积分环节的传递函数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G3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zpk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(0,[],1); 			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建立典型微分环节的传递函数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G4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zpk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([],-1,1); 				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建立典型惯性环节的传递函数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  <a:p>
              <a:r>
                <a:rPr lang="en" altLang="zh-CN" b="0" i="0" dirty="0">
                  <a:effectLst/>
                  <a:latin typeface="Menlo" panose="020B0609030804020204" pitchFamily="49" charset="0"/>
                </a:rPr>
                <a:t>G5 = </a:t>
              </a:r>
              <a:r>
                <a:rPr lang="en" altLang="zh-CN" b="0" i="0" dirty="0" err="1">
                  <a:effectLst/>
                  <a:latin typeface="Menlo" panose="020B0609030804020204" pitchFamily="49" charset="0"/>
                </a:rPr>
                <a:t>zpk</a:t>
              </a:r>
              <a:r>
                <a:rPr lang="en" altLang="zh-CN" b="0" i="0" dirty="0">
                  <a:effectLst/>
                  <a:latin typeface="Menlo" panose="020B0609030804020204" pitchFamily="49" charset="0"/>
                </a:rPr>
                <a:t>([],[-0.5+0.866i,-0.5-0.866i],1); 	</a:t>
              </a:r>
              <a:r>
                <a:rPr lang="en" altLang="zh-CN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% </a:t>
              </a:r>
              <a:r>
                <a:rPr lang="zh-CN" altLang="en-US" b="0" i="0" dirty="0">
                  <a:solidFill>
                    <a:srgbClr val="028009"/>
                  </a:solidFill>
                  <a:effectLst/>
                  <a:latin typeface="Menlo" panose="020B0609030804020204" pitchFamily="49" charset="0"/>
                </a:rPr>
                <a:t>建立典型震荡环节的传递函数</a:t>
              </a:r>
              <a:endParaRPr lang="zh-CN" altLang="en-US" b="0" i="0" dirty="0">
                <a:effectLst/>
                <a:latin typeface="Menlo" panose="020B0609030804020204" pitchFamily="49" charset="0"/>
              </a:endParaRPr>
            </a:p>
          </p:txBody>
        </p:sp>
        <p:sp>
          <p:nvSpPr>
            <p:cNvPr id="5" name="标题">
              <a:extLst>
                <a:ext uri="{FF2B5EF4-FFF2-40B4-BE49-F238E27FC236}">
                  <a16:creationId xmlns:a16="http://schemas.microsoft.com/office/drawing/2014/main" id="{5D0BD7FA-B682-59C5-6AEE-D809E45F07A6}"/>
                </a:ext>
              </a:extLst>
            </p:cNvPr>
            <p:cNvSpPr/>
            <p:nvPr/>
          </p:nvSpPr>
          <p:spPr bwMode="auto">
            <a:xfrm>
              <a:off x="2783285" y="3741795"/>
              <a:ext cx="1152128" cy="576000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tIns="46800" rtlCol="0" anchor="ctr"/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代码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2539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</a:p>
        </p:txBody>
      </p:sp>
      <p:grpSp>
        <p:nvGrpSpPr>
          <p:cNvPr id="19" name="步骤1">
            <a:extLst>
              <a:ext uri="{FF2B5EF4-FFF2-40B4-BE49-F238E27FC236}">
                <a16:creationId xmlns:a16="http://schemas.microsoft.com/office/drawing/2014/main" id="{1DF0A6FF-1D67-2486-36F5-E5EF1E2707D0}"/>
              </a:ext>
            </a:extLst>
          </p:cNvPr>
          <p:cNvGrpSpPr/>
          <p:nvPr/>
        </p:nvGrpSpPr>
        <p:grpSpPr>
          <a:xfrm>
            <a:off x="277241" y="955919"/>
            <a:ext cx="2865637" cy="725177"/>
            <a:chOff x="4943078" y="1700704"/>
            <a:chExt cx="2865637" cy="725177"/>
          </a:xfrm>
        </p:grpSpPr>
        <p:sp>
          <p:nvSpPr>
            <p:cNvPr id="20" name="标题">
              <a:extLst>
                <a:ext uri="{FF2B5EF4-FFF2-40B4-BE49-F238E27FC236}">
                  <a16:creationId xmlns:a16="http://schemas.microsoft.com/office/drawing/2014/main" id="{AE7B35A2-1941-E8EB-D7BB-FC3B4E479557}"/>
                </a:ext>
              </a:extLst>
            </p:cNvPr>
            <p:cNvSpPr/>
            <p:nvPr/>
          </p:nvSpPr>
          <p:spPr bwMode="auto">
            <a:xfrm>
              <a:off x="5502818" y="1739799"/>
              <a:ext cx="2305897" cy="646986"/>
            </a:xfrm>
            <a:prstGeom prst="roundRect">
              <a:avLst/>
            </a:prstGeom>
            <a:solidFill>
              <a:schemeClr val="tx2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传递函数</a:t>
              </a:r>
            </a:p>
          </p:txBody>
        </p:sp>
        <p:sp>
          <p:nvSpPr>
            <p:cNvPr id="21" name="序号">
              <a:extLst>
                <a:ext uri="{FF2B5EF4-FFF2-40B4-BE49-F238E27FC236}">
                  <a16:creationId xmlns:a16="http://schemas.microsoft.com/office/drawing/2014/main" id="{4EDD4ABB-AC59-9BDE-7217-79A45D20B450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tx2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01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2" name="步骤2">
            <a:extLst>
              <a:ext uri="{FF2B5EF4-FFF2-40B4-BE49-F238E27FC236}">
                <a16:creationId xmlns:a16="http://schemas.microsoft.com/office/drawing/2014/main" id="{F45F4F54-5A48-9DFF-111A-9147948CD157}"/>
              </a:ext>
            </a:extLst>
          </p:cNvPr>
          <p:cNvGrpSpPr/>
          <p:nvPr/>
        </p:nvGrpSpPr>
        <p:grpSpPr>
          <a:xfrm>
            <a:off x="277241" y="1769012"/>
            <a:ext cx="2865637" cy="725177"/>
            <a:chOff x="4943078" y="1700704"/>
            <a:chExt cx="2865637" cy="725177"/>
          </a:xfrm>
        </p:grpSpPr>
        <p:sp>
          <p:nvSpPr>
            <p:cNvPr id="23" name="标题">
              <a:extLst>
                <a:ext uri="{FF2B5EF4-FFF2-40B4-BE49-F238E27FC236}">
                  <a16:creationId xmlns:a16="http://schemas.microsoft.com/office/drawing/2014/main" id="{5D13C6C9-7135-610B-8953-ACD7A4A4E4DE}"/>
                </a:ext>
              </a:extLst>
            </p:cNvPr>
            <p:cNvSpPr/>
            <p:nvPr/>
          </p:nvSpPr>
          <p:spPr bwMode="auto">
            <a:xfrm>
              <a:off x="5417690" y="1750121"/>
              <a:ext cx="2391025" cy="646986"/>
            </a:xfrm>
            <a:prstGeom prst="roundRect">
              <a:avLst/>
            </a:prstGeom>
            <a:solidFill>
              <a:srgbClr val="E44860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零点极点</a:t>
              </a:r>
            </a:p>
          </p:txBody>
        </p:sp>
        <p:sp>
          <p:nvSpPr>
            <p:cNvPr id="24" name="序号">
              <a:extLst>
                <a:ext uri="{FF2B5EF4-FFF2-40B4-BE49-F238E27FC236}">
                  <a16:creationId xmlns:a16="http://schemas.microsoft.com/office/drawing/2014/main" id="{E0E52B47-7B51-9B94-226B-1EA55CBB8F22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E44860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02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5" name="步骤4">
            <a:extLst>
              <a:ext uri="{FF2B5EF4-FFF2-40B4-BE49-F238E27FC236}">
                <a16:creationId xmlns:a16="http://schemas.microsoft.com/office/drawing/2014/main" id="{BDBAFAA3-6448-7C50-7AAD-79F36CB67C04}"/>
              </a:ext>
            </a:extLst>
          </p:cNvPr>
          <p:cNvGrpSpPr/>
          <p:nvPr/>
        </p:nvGrpSpPr>
        <p:grpSpPr>
          <a:xfrm>
            <a:off x="259126" y="3449784"/>
            <a:ext cx="2877809" cy="725177"/>
            <a:chOff x="4943078" y="1700704"/>
            <a:chExt cx="2877809" cy="725177"/>
          </a:xfrm>
        </p:grpSpPr>
        <p:sp>
          <p:nvSpPr>
            <p:cNvPr id="26" name="标题">
              <a:extLst>
                <a:ext uri="{FF2B5EF4-FFF2-40B4-BE49-F238E27FC236}">
                  <a16:creationId xmlns:a16="http://schemas.microsoft.com/office/drawing/2014/main" id="{32490998-B565-963D-5F2D-0D864334F9A5}"/>
                </a:ext>
              </a:extLst>
            </p:cNvPr>
            <p:cNvSpPr/>
            <p:nvPr/>
          </p:nvSpPr>
          <p:spPr bwMode="auto">
            <a:xfrm>
              <a:off x="5459861" y="1739799"/>
              <a:ext cx="2361026" cy="646986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结构相似</a:t>
              </a:r>
            </a:p>
          </p:txBody>
        </p:sp>
        <p:sp>
          <p:nvSpPr>
            <p:cNvPr id="27" name="序号">
              <a:extLst>
                <a:ext uri="{FF2B5EF4-FFF2-40B4-BE49-F238E27FC236}">
                  <a16:creationId xmlns:a16="http://schemas.microsoft.com/office/drawing/2014/main" id="{3B15418C-5D46-25FB-A87A-B9F63D5A2F0B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04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grpSp>
        <p:nvGrpSpPr>
          <p:cNvPr id="28" name="步骤3">
            <a:extLst>
              <a:ext uri="{FF2B5EF4-FFF2-40B4-BE49-F238E27FC236}">
                <a16:creationId xmlns:a16="http://schemas.microsoft.com/office/drawing/2014/main" id="{DCDEE8DC-BA56-0318-6930-FF7101B52CFD}"/>
              </a:ext>
            </a:extLst>
          </p:cNvPr>
          <p:cNvGrpSpPr/>
          <p:nvPr/>
        </p:nvGrpSpPr>
        <p:grpSpPr>
          <a:xfrm>
            <a:off x="271299" y="2582105"/>
            <a:ext cx="2865636" cy="725177"/>
            <a:chOff x="4943078" y="1700704"/>
            <a:chExt cx="2865636" cy="725177"/>
          </a:xfrm>
        </p:grpSpPr>
        <p:sp>
          <p:nvSpPr>
            <p:cNvPr id="29" name="标题">
              <a:extLst>
                <a:ext uri="{FF2B5EF4-FFF2-40B4-BE49-F238E27FC236}">
                  <a16:creationId xmlns:a16="http://schemas.microsoft.com/office/drawing/2014/main" id="{173D9534-8EDB-7E86-ABE3-A8D0FCFCEE3F}"/>
                </a:ext>
              </a:extLst>
            </p:cNvPr>
            <p:cNvSpPr/>
            <p:nvPr/>
          </p:nvSpPr>
          <p:spPr bwMode="auto">
            <a:xfrm>
              <a:off x="5417689" y="1736097"/>
              <a:ext cx="2391025" cy="646986"/>
            </a:xfrm>
            <a:prstGeom prst="roundRect">
              <a:avLst/>
            </a:prstGeom>
            <a:solidFill>
              <a:srgbClr val="159F84"/>
            </a:solidFill>
            <a:ln w="38100"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marL="360000"/>
              <a:r>
                <a:rPr lang="zh-CN" altLang="en-US" sz="3200" b="1" dirty="0">
                  <a:solidFill>
                    <a:schemeClr val="bg1"/>
                  </a:solidFill>
                  <a:latin typeface="Stencil" panose="040409050D0802020404" pitchFamily="82" charset="0"/>
                </a:rPr>
                <a:t>典型环节</a:t>
              </a:r>
            </a:p>
          </p:txBody>
        </p:sp>
        <p:sp>
          <p:nvSpPr>
            <p:cNvPr id="30" name="序号">
              <a:extLst>
                <a:ext uri="{FF2B5EF4-FFF2-40B4-BE49-F238E27FC236}">
                  <a16:creationId xmlns:a16="http://schemas.microsoft.com/office/drawing/2014/main" id="{4EE3A3FD-9421-CBFA-EC5C-9B49F910783C}"/>
                </a:ext>
              </a:extLst>
            </p:cNvPr>
            <p:cNvSpPr/>
            <p:nvPr/>
          </p:nvSpPr>
          <p:spPr bwMode="auto">
            <a:xfrm>
              <a:off x="4943078" y="1700704"/>
              <a:ext cx="725177" cy="725177"/>
            </a:xfrm>
            <a:prstGeom prst="ellipse">
              <a:avLst/>
            </a:prstGeom>
            <a:solidFill>
              <a:srgbClr val="159F84"/>
            </a:solidFill>
            <a:ln w="50800" cmpd="sng">
              <a:solidFill>
                <a:schemeClr val="bg1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 anchor="b">
              <a:normAutofit fontScale="92500" lnSpcReduction="10000"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latin typeface="Stencil" panose="040409050D0802020404" pitchFamily="82" charset="0"/>
                </a:rPr>
                <a:t>03</a:t>
              </a:r>
              <a:endParaRPr lang="zh-CN" altLang="en-US" sz="3200" dirty="0">
                <a:solidFill>
                  <a:schemeClr val="bg1"/>
                </a:solidFill>
                <a:latin typeface="Stencil" panose="040409050D0802020404" pitchFamily="82" charset="0"/>
              </a:endParaRPr>
            </a:p>
          </p:txBody>
        </p:sp>
      </p:grpSp>
      <p:sp>
        <p:nvSpPr>
          <p:cNvPr id="31" name="说明1">
            <a:extLst>
              <a:ext uri="{FF2B5EF4-FFF2-40B4-BE49-F238E27FC236}">
                <a16:creationId xmlns:a16="http://schemas.microsoft.com/office/drawing/2014/main" id="{13AD52AC-E7E6-2895-D13B-B9CCA570C548}"/>
              </a:ext>
            </a:extLst>
          </p:cNvPr>
          <p:cNvSpPr txBox="1"/>
          <p:nvPr/>
        </p:nvSpPr>
        <p:spPr>
          <a:xfrm>
            <a:off x="3395783" y="890489"/>
            <a:ext cx="846707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零初始条件下输出信号拉氏变换与输入信号拉氏变换之比</a:t>
            </a:r>
          </a:p>
        </p:txBody>
      </p:sp>
      <p:sp>
        <p:nvSpPr>
          <p:cNvPr id="32" name="说明2">
            <a:extLst>
              <a:ext uri="{FF2B5EF4-FFF2-40B4-BE49-F238E27FC236}">
                <a16:creationId xmlns:a16="http://schemas.microsoft.com/office/drawing/2014/main" id="{0EDA0FB0-9D8E-9B10-C08B-BDCA8A371C06}"/>
              </a:ext>
            </a:extLst>
          </p:cNvPr>
          <p:cNvSpPr txBox="1"/>
          <p:nvPr/>
        </p:nvSpPr>
        <p:spPr>
          <a:xfrm>
            <a:off x="3388514" y="1880312"/>
            <a:ext cx="7459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分子多项式和分母多项式的根</a:t>
            </a:r>
          </a:p>
        </p:txBody>
      </p:sp>
      <p:sp>
        <p:nvSpPr>
          <p:cNvPr id="33" name="说明3">
            <a:extLst>
              <a:ext uri="{FF2B5EF4-FFF2-40B4-BE49-F238E27FC236}">
                <a16:creationId xmlns:a16="http://schemas.microsoft.com/office/drawing/2014/main" id="{E8BCF822-C15C-BA20-871E-7C7CF6373C52}"/>
              </a:ext>
            </a:extLst>
          </p:cNvPr>
          <p:cNvSpPr txBox="1"/>
          <p:nvPr/>
        </p:nvSpPr>
        <p:spPr>
          <a:xfrm>
            <a:off x="3388375" y="2703727"/>
            <a:ext cx="54431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比例，积分，微分，惯性，振荡</a:t>
            </a:r>
          </a:p>
        </p:txBody>
      </p:sp>
      <p:sp>
        <p:nvSpPr>
          <p:cNvPr id="34" name="说明4">
            <a:extLst>
              <a:ext uri="{FF2B5EF4-FFF2-40B4-BE49-F238E27FC236}">
                <a16:creationId xmlns:a16="http://schemas.microsoft.com/office/drawing/2014/main" id="{24F65A02-B530-F2F0-2530-2B36E7D9C5CA}"/>
              </a:ext>
            </a:extLst>
          </p:cNvPr>
          <p:cNvSpPr txBox="1"/>
          <p:nvPr/>
        </p:nvSpPr>
        <p:spPr>
          <a:xfrm>
            <a:off x="3388374" y="3550762"/>
            <a:ext cx="601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传递函数表达了系统的某些本质特征</a:t>
            </a:r>
          </a:p>
        </p:txBody>
      </p:sp>
      <p:pic>
        <p:nvPicPr>
          <p:cNvPr id="35" name="Picture 2" descr="Control, feedback, management, systems icon - Download on Iconfinder">
            <a:extLst>
              <a:ext uri="{FF2B5EF4-FFF2-40B4-BE49-F238E27FC236}">
                <a16:creationId xmlns:a16="http://schemas.microsoft.com/office/drawing/2014/main" id="{E6F94E93-458A-E75F-9A2F-B14498086F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49" y="4100226"/>
            <a:ext cx="2619277" cy="2619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小标题2">
            <a:extLst>
              <a:ext uri="{FF2B5EF4-FFF2-40B4-BE49-F238E27FC236}">
                <a16:creationId xmlns:a16="http://schemas.microsoft.com/office/drawing/2014/main" id="{6609E773-FB04-4285-ADEF-66294E9673E3}"/>
              </a:ext>
            </a:extLst>
          </p:cNvPr>
          <p:cNvSpPr/>
          <p:nvPr/>
        </p:nvSpPr>
        <p:spPr bwMode="auto">
          <a:xfrm>
            <a:off x="7905183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寻找共性</a:t>
            </a:r>
          </a:p>
        </p:txBody>
      </p:sp>
      <p:sp>
        <p:nvSpPr>
          <p:cNvPr id="37" name="小标题1">
            <a:extLst>
              <a:ext uri="{FF2B5EF4-FFF2-40B4-BE49-F238E27FC236}">
                <a16:creationId xmlns:a16="http://schemas.microsoft.com/office/drawing/2014/main" id="{B67F9E3C-9AEE-BB33-36C7-7B2CF23F4CF4}"/>
              </a:ext>
            </a:extLst>
          </p:cNvPr>
          <p:cNvSpPr/>
          <p:nvPr/>
        </p:nvSpPr>
        <p:spPr bwMode="auto">
          <a:xfrm>
            <a:off x="4799062" y="5099056"/>
            <a:ext cx="2903012" cy="576000"/>
          </a:xfrm>
          <a:prstGeom prst="roundRect">
            <a:avLst/>
          </a:prstGeom>
          <a:solidFill>
            <a:schemeClr val="accent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还原论的思想</a:t>
            </a:r>
          </a:p>
        </p:txBody>
      </p:sp>
    </p:spTree>
    <p:extLst>
      <p:ext uri="{BB962C8B-B14F-4D97-AF65-F5344CB8AC3E}">
        <p14:creationId xmlns:p14="http://schemas.microsoft.com/office/powerpoint/2010/main" val="513621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6" grpId="0" animBg="1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课后思考</a:t>
            </a:r>
          </a:p>
        </p:txBody>
      </p:sp>
      <p:grpSp>
        <p:nvGrpSpPr>
          <p:cNvPr id="3" name="问题">
            <a:extLst>
              <a:ext uri="{FF2B5EF4-FFF2-40B4-BE49-F238E27FC236}">
                <a16:creationId xmlns:a16="http://schemas.microsoft.com/office/drawing/2014/main" id="{D06D3F1D-D77A-CF55-27C3-5010FE1F3D41}"/>
              </a:ext>
            </a:extLst>
          </p:cNvPr>
          <p:cNvGrpSpPr/>
          <p:nvPr/>
        </p:nvGrpSpPr>
        <p:grpSpPr>
          <a:xfrm>
            <a:off x="690338" y="1548606"/>
            <a:ext cx="6194665" cy="974937"/>
            <a:chOff x="5348307" y="5538470"/>
            <a:chExt cx="6194665" cy="974937"/>
          </a:xfrm>
        </p:grpSpPr>
        <p:sp>
          <p:nvSpPr>
            <p:cNvPr id="4" name="问号">
              <a:extLst>
                <a:ext uri="{FF2B5EF4-FFF2-40B4-BE49-F238E27FC236}">
                  <a16:creationId xmlns:a16="http://schemas.microsoft.com/office/drawing/2014/main" id="{D1612918-97F0-8B94-875C-DFD8D3439BA3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5" name="文本">
              <a:extLst>
                <a:ext uri="{FF2B5EF4-FFF2-40B4-BE49-F238E27FC236}">
                  <a16:creationId xmlns:a16="http://schemas.microsoft.com/office/drawing/2014/main" id="{B40EDE9D-B618-037F-57F9-2304DF45231C}"/>
                </a:ext>
              </a:extLst>
            </p:cNvPr>
            <p:cNvSpPr txBox="1"/>
            <p:nvPr/>
          </p:nvSpPr>
          <p:spPr>
            <a:xfrm>
              <a:off x="6307597" y="555930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为什么传函分母阶次要大于分子阶次？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  <p:grpSp>
        <p:nvGrpSpPr>
          <p:cNvPr id="6" name="问题">
            <a:extLst>
              <a:ext uri="{FF2B5EF4-FFF2-40B4-BE49-F238E27FC236}">
                <a16:creationId xmlns:a16="http://schemas.microsoft.com/office/drawing/2014/main" id="{A0B720D9-BC69-5FCB-17E3-944714F91B50}"/>
              </a:ext>
            </a:extLst>
          </p:cNvPr>
          <p:cNvGrpSpPr/>
          <p:nvPr/>
        </p:nvGrpSpPr>
        <p:grpSpPr>
          <a:xfrm>
            <a:off x="690338" y="3281907"/>
            <a:ext cx="6194665" cy="954107"/>
            <a:chOff x="5348307" y="5538470"/>
            <a:chExt cx="6194665" cy="954107"/>
          </a:xfrm>
        </p:grpSpPr>
        <p:sp>
          <p:nvSpPr>
            <p:cNvPr id="7" name="问号">
              <a:extLst>
                <a:ext uri="{FF2B5EF4-FFF2-40B4-BE49-F238E27FC236}">
                  <a16:creationId xmlns:a16="http://schemas.microsoft.com/office/drawing/2014/main" id="{5F8C0436-D4D3-D94B-D4E1-58302854E7DA}"/>
                </a:ext>
              </a:extLst>
            </p:cNvPr>
            <p:cNvSpPr txBox="1"/>
            <p:nvPr/>
          </p:nvSpPr>
          <p:spPr>
            <a:xfrm>
              <a:off x="5348307" y="5538470"/>
              <a:ext cx="860323" cy="881063"/>
            </a:xfrm>
            <a:prstGeom prst="roundRect">
              <a:avLst>
                <a:gd name="adj" fmla="val 22661"/>
              </a:avLst>
            </a:prstGeom>
            <a:solidFill>
              <a:srgbClr val="F29B1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kumimoji="1" lang="zh-CN" altLang="en-US" sz="4400" b="1" dirty="0">
                  <a:solidFill>
                    <a:schemeClr val="bg1"/>
                  </a:solidFill>
                </a:rPr>
                <a:t>？</a:t>
              </a:r>
            </a:p>
          </p:txBody>
        </p:sp>
        <p:sp>
          <p:nvSpPr>
            <p:cNvPr id="8" name="文本">
              <a:extLst>
                <a:ext uri="{FF2B5EF4-FFF2-40B4-BE49-F238E27FC236}">
                  <a16:creationId xmlns:a16="http://schemas.microsoft.com/office/drawing/2014/main" id="{68096BCF-DEFA-1880-5BBB-61F51FEEEE7E}"/>
                </a:ext>
              </a:extLst>
            </p:cNvPr>
            <p:cNvSpPr txBox="1"/>
            <p:nvPr/>
          </p:nvSpPr>
          <p:spPr>
            <a:xfrm>
              <a:off x="6307597" y="5538470"/>
              <a:ext cx="523537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zh-CN" altLang="en-US" sz="2800" dirty="0"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试在不同领域寻找具有同样传递函数形式的系统</a:t>
              </a:r>
              <a:endParaRPr kumimoji="1" lang="en-US" altLang="zh-CN" sz="2800" dirty="0">
                <a:latin typeface="Microsoft YaHei" panose="020B0503020204020204" pitchFamily="34" charset="-122"/>
                <a:ea typeface="Microsoft YaHei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80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sp>
        <p:nvSpPr>
          <p:cNvPr id="6" name="说明1">
            <a:extLst>
              <a:ext uri="{FF2B5EF4-FFF2-40B4-BE49-F238E27FC236}">
                <a16:creationId xmlns:a16="http://schemas.microsoft.com/office/drawing/2014/main" id="{EAEF012D-62CA-5326-65BE-0E9657263C8A}"/>
              </a:ext>
            </a:extLst>
          </p:cNvPr>
          <p:cNvSpPr txBox="1"/>
          <p:nvPr/>
        </p:nvSpPr>
        <p:spPr>
          <a:xfrm>
            <a:off x="3935413" y="2749986"/>
            <a:ext cx="77743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/>
            <a:r>
              <a:rPr lang="en-US" altLang="zh-CN" sz="2800" dirty="0"/>
              <a:t>[1]</a:t>
            </a:r>
            <a:r>
              <a:rPr lang="zh-CN" altLang="en-US" sz="2800" dirty="0"/>
              <a:t> </a:t>
            </a:r>
            <a:r>
              <a:rPr lang="en" altLang="zh-CN" sz="2800" dirty="0"/>
              <a:t>Smith, J. R., </a:t>
            </a:r>
            <a:r>
              <a:rPr lang="en" altLang="zh-CN" sz="2800" dirty="0" err="1"/>
              <a:t>Fatehi</a:t>
            </a:r>
            <a:r>
              <a:rPr lang="en" altLang="zh-CN" sz="2800" dirty="0"/>
              <a:t>, F., Woods, C. S., Hauer, J. F., &amp; </a:t>
            </a:r>
            <a:r>
              <a:rPr lang="en" altLang="zh-CN" sz="2800" dirty="0" err="1"/>
              <a:t>Trudnowski</a:t>
            </a:r>
            <a:r>
              <a:rPr lang="en" altLang="zh-CN" sz="2800" dirty="0"/>
              <a:t>, D. J. (1993). Transfer function identification in power system applications. IEEE Transactions on Power Systems, 8(3), 1282-1290.</a:t>
            </a:r>
          </a:p>
          <a:p>
            <a:pPr indent="-457200"/>
            <a:r>
              <a:rPr lang="en-US" altLang="zh-CN" sz="2800" dirty="0"/>
              <a:t>[2]</a:t>
            </a:r>
            <a:r>
              <a:rPr lang="zh-CN" altLang="en-US" sz="2800" dirty="0"/>
              <a:t> </a:t>
            </a:r>
            <a:r>
              <a:rPr lang="en" altLang="zh-CN" sz="2800" dirty="0"/>
              <a:t>Shui, H., Zhang, Y., Yang, H., Upadhyay, D., &amp; </a:t>
            </a:r>
            <a:r>
              <a:rPr lang="en" altLang="zh-CN" sz="2800" dirty="0" err="1"/>
              <a:t>Fujii</a:t>
            </a:r>
            <a:r>
              <a:rPr lang="en" altLang="zh-CN" sz="2800" dirty="0"/>
              <a:t>, Y. (2021). Machine learning approach for constructing wet clutch torque transfer function. SAE International Journal of Advances and Current Practices in Mobility, 3(2021-01-0712), 2738-2744.</a:t>
            </a:r>
            <a:endParaRPr lang="zh-CN" altLang="en-US" sz="2800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36BF3F7-E39A-A0B6-6A3D-006594EC1145}"/>
              </a:ext>
            </a:extLst>
          </p:cNvPr>
          <p:cNvGrpSpPr/>
          <p:nvPr/>
        </p:nvGrpSpPr>
        <p:grpSpPr>
          <a:xfrm>
            <a:off x="740106" y="1275502"/>
            <a:ext cx="10659401" cy="2334374"/>
            <a:chOff x="740106" y="1275502"/>
            <a:chExt cx="10659401" cy="233437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zh-CN" sz="2800" dirty="0"/>
                <a:t>DR_CAN</a:t>
              </a:r>
              <a:r>
                <a:rPr lang="zh-CN" altLang="en-US" sz="2800" dirty="0"/>
                <a:t>传递函数与拉普拉斯变换：</a:t>
              </a:r>
              <a:r>
                <a:rPr lang="en" altLang="zh-CN" sz="2800" dirty="0"/>
                <a:t>https://</a:t>
              </a:r>
              <a:r>
                <a:rPr lang="en" altLang="zh-CN" sz="2800" dirty="0" err="1"/>
                <a:t>www.bilibili.com</a:t>
              </a:r>
              <a:r>
                <a:rPr lang="en" altLang="zh-CN" sz="2800" dirty="0"/>
                <a:t>/video/BV1Hb411a7kf?spm_id_from=333.999.0.0</a:t>
              </a:r>
              <a:endParaRPr lang="zh-CN" altLang="en-US" sz="2800" dirty="0"/>
            </a:p>
          </p:txBody>
        </p:sp>
        <p:pic>
          <p:nvPicPr>
            <p:cNvPr id="5" name="图片 4" descr="文本&#10;&#10;中度可信度描述已自动生成">
              <a:extLst>
                <a:ext uri="{FF2B5EF4-FFF2-40B4-BE49-F238E27FC236}">
                  <a16:creationId xmlns:a16="http://schemas.microsoft.com/office/drawing/2014/main" id="{5982677D-C18F-8515-E7D1-FDCB515E7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106" y="1412776"/>
              <a:ext cx="2070100" cy="2197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039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标题">
            <a:extLst>
              <a:ext uri="{FF2B5EF4-FFF2-40B4-BE49-F238E27FC236}">
                <a16:creationId xmlns:a16="http://schemas.microsoft.com/office/drawing/2014/main" id="{83FE2B42-5ECC-BC4E-A248-5C517753D47C}"/>
              </a:ext>
            </a:extLst>
          </p:cNvPr>
          <p:cNvSpPr txBox="1"/>
          <p:nvPr/>
        </p:nvSpPr>
        <p:spPr>
          <a:xfrm>
            <a:off x="533842" y="340637"/>
            <a:ext cx="49132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课外拓展及预习要求</a:t>
            </a:r>
          </a:p>
        </p:txBody>
      </p:sp>
      <p:pic>
        <p:nvPicPr>
          <p:cNvPr id="12" name="图形 11" descr="翻开的书、台灯、书、钢笔和铅笔">
            <a:extLst>
              <a:ext uri="{FF2B5EF4-FFF2-40B4-BE49-F238E27FC236}">
                <a16:creationId xmlns:a16="http://schemas.microsoft.com/office/drawing/2014/main" id="{E4D2B8AC-B004-AD54-F56D-CBCCEF246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3148226"/>
            <a:ext cx="4148932" cy="4148932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A898460F-B659-9221-12A1-BDB9965F118D}"/>
              </a:ext>
            </a:extLst>
          </p:cNvPr>
          <p:cNvGrpSpPr/>
          <p:nvPr/>
        </p:nvGrpSpPr>
        <p:grpSpPr>
          <a:xfrm>
            <a:off x="994874" y="993120"/>
            <a:ext cx="10404633" cy="2952764"/>
            <a:chOff x="994874" y="993120"/>
            <a:chExt cx="10404633" cy="2952764"/>
          </a:xfrm>
        </p:grpSpPr>
        <p:sp>
          <p:nvSpPr>
            <p:cNvPr id="3" name="说明4">
              <a:extLst>
                <a:ext uri="{FF2B5EF4-FFF2-40B4-BE49-F238E27FC236}">
                  <a16:creationId xmlns:a16="http://schemas.microsoft.com/office/drawing/2014/main" id="{6A9078A1-B8A5-3E58-79B2-6A6A74BEE34F}"/>
                </a:ext>
              </a:extLst>
            </p:cNvPr>
            <p:cNvSpPr txBox="1"/>
            <p:nvPr/>
          </p:nvSpPr>
          <p:spPr>
            <a:xfrm>
              <a:off x="3940148" y="1275502"/>
              <a:ext cx="745935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800" dirty="0"/>
                <a:t>控制之美，王天威著，清华大学出版社，</a:t>
              </a:r>
              <a:r>
                <a:rPr lang="en-US" altLang="zh-CN" sz="2800" dirty="0"/>
                <a:t>2022</a:t>
              </a:r>
              <a:endParaRPr lang="zh-CN" altLang="en-US" sz="2800" dirty="0"/>
            </a:p>
          </p:txBody>
        </p:sp>
        <p:pic>
          <p:nvPicPr>
            <p:cNvPr id="13" name="图片 12" descr="图片包含 文本&#10;&#10;描述已自动生成">
              <a:extLst>
                <a:ext uri="{FF2B5EF4-FFF2-40B4-BE49-F238E27FC236}">
                  <a16:creationId xmlns:a16="http://schemas.microsoft.com/office/drawing/2014/main" id="{8FD22F2E-5A35-F8FB-3E4E-6F97DF4C3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874" y="993120"/>
              <a:ext cx="2148003" cy="2952764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65B61B-F759-5C11-C457-42081D93D85F}"/>
              </a:ext>
            </a:extLst>
          </p:cNvPr>
          <p:cNvGrpSpPr/>
          <p:nvPr/>
        </p:nvGrpSpPr>
        <p:grpSpPr>
          <a:xfrm>
            <a:off x="4143113" y="3592429"/>
            <a:ext cx="7712337" cy="2933700"/>
            <a:chOff x="4143113" y="3592429"/>
            <a:chExt cx="7712337" cy="2933700"/>
          </a:xfrm>
        </p:grpSpPr>
        <p:sp>
          <p:nvSpPr>
            <p:cNvPr id="9" name="说明1">
              <a:extLst>
                <a:ext uri="{FF2B5EF4-FFF2-40B4-BE49-F238E27FC236}">
                  <a16:creationId xmlns:a16="http://schemas.microsoft.com/office/drawing/2014/main" id="{75AF8125-108A-60BC-B6E2-2AAF0040A830}"/>
                </a:ext>
              </a:extLst>
            </p:cNvPr>
            <p:cNvSpPr txBox="1"/>
            <p:nvPr/>
          </p:nvSpPr>
          <p:spPr>
            <a:xfrm>
              <a:off x="4143113" y="4884396"/>
              <a:ext cx="3526714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在线视频</a:t>
              </a:r>
              <a:r>
                <a:rPr lang="en-US" altLang="zh-CN" sz="2800" dirty="0"/>
                <a:t>018</a:t>
              </a:r>
              <a:r>
                <a:rPr lang="zh-CN" altLang="en-US" sz="2800" dirty="0"/>
                <a:t>、</a:t>
              </a:r>
              <a:r>
                <a:rPr lang="en-US" altLang="zh-CN" sz="2800" dirty="0"/>
                <a:t>019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zh-CN" altLang="en-US" sz="2800" dirty="0"/>
                <a:t>参与在线讨论</a:t>
              </a:r>
            </a:p>
          </p:txBody>
        </p:sp>
        <p:pic>
          <p:nvPicPr>
            <p:cNvPr id="4" name="图片 3" descr="手机屏幕截图&#10;&#10;描述已自动生成">
              <a:extLst>
                <a:ext uri="{FF2B5EF4-FFF2-40B4-BE49-F238E27FC236}">
                  <a16:creationId xmlns:a16="http://schemas.microsoft.com/office/drawing/2014/main" id="{D8539326-7EE0-818B-A87B-A428CCA8D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1450" y="3592429"/>
              <a:ext cx="4064000" cy="2933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81036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oop processing GIF">
            <a:extLst>
              <a:ext uri="{FF2B5EF4-FFF2-40B4-BE49-F238E27FC236}">
                <a16:creationId xmlns:a16="http://schemas.microsoft.com/office/drawing/2014/main" id="{4B09FA10-7457-EDCA-C428-7218D002B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7374" y="2204864"/>
            <a:ext cx="3029529" cy="299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节段2">
            <a:extLst>
              <a:ext uri="{FF2B5EF4-FFF2-40B4-BE49-F238E27FC236}">
                <a16:creationId xmlns:a16="http://schemas.microsoft.com/office/drawing/2014/main" id="{83D95383-1DAF-6C86-7F7D-4906E9548315}"/>
              </a:ext>
            </a:extLst>
          </p:cNvPr>
          <p:cNvSpPr/>
          <p:nvPr/>
        </p:nvSpPr>
        <p:spPr bwMode="auto">
          <a:xfrm>
            <a:off x="389464" y="1440889"/>
            <a:ext cx="6271925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2.</a:t>
            </a:r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   传递函数：控制系统数学模型</a:t>
            </a:r>
          </a:p>
        </p:txBody>
      </p:sp>
      <p:sp>
        <p:nvSpPr>
          <p:cNvPr id="4" name="标题">
            <a:extLst>
              <a:ext uri="{FF2B5EF4-FFF2-40B4-BE49-F238E27FC236}">
                <a16:creationId xmlns:a16="http://schemas.microsoft.com/office/drawing/2014/main" id="{0D9F92EB-3CA9-A902-A182-049D79C981E7}"/>
              </a:ext>
            </a:extLst>
          </p:cNvPr>
          <p:cNvSpPr/>
          <p:nvPr/>
        </p:nvSpPr>
        <p:spPr bwMode="auto">
          <a:xfrm>
            <a:off x="2062560" y="4077072"/>
            <a:ext cx="2304256" cy="646986"/>
          </a:xfrm>
          <a:prstGeom prst="roundRect">
            <a:avLst/>
          </a:prstGeom>
          <a:solidFill>
            <a:srgbClr val="159F84"/>
          </a:solidFill>
          <a:ln w="38100"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Stencil" panose="040409050D0802020404" pitchFamily="82" charset="0"/>
              </a:rPr>
              <a:t>感谢聆听！</a:t>
            </a:r>
          </a:p>
        </p:txBody>
      </p:sp>
    </p:spTree>
    <p:extLst>
      <p:ext uri="{BB962C8B-B14F-4D97-AF65-F5344CB8AC3E}">
        <p14:creationId xmlns:p14="http://schemas.microsoft.com/office/powerpoint/2010/main" val="3948554605"/>
      </p:ext>
    </p:extLst>
  </p:cSld>
  <p:clrMapOvr>
    <a:masterClrMapping/>
  </p:clrMapOvr>
  <p:transition spd="slow">
    <p:strips dir="r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信息化教学设计"/>
</p:tagLst>
</file>

<file path=ppt/theme/theme1.xml><?xml version="1.0" encoding="utf-8"?>
<a:theme xmlns:a="http://schemas.openxmlformats.org/drawingml/2006/main" name="Office 主题​​">
  <a:themeElements>
    <a:clrScheme name="自定义 22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980B9"/>
      </a:accent1>
      <a:accent2>
        <a:srgbClr val="159F84"/>
      </a:accent2>
      <a:accent3>
        <a:srgbClr val="9BBB59"/>
      </a:accent3>
      <a:accent4>
        <a:srgbClr val="F29B11"/>
      </a:accent4>
      <a:accent5>
        <a:srgbClr val="BF382A"/>
      </a:accent5>
      <a:accent6>
        <a:srgbClr val="A7459D"/>
      </a:accent6>
      <a:hlink>
        <a:srgbClr val="2980B9"/>
      </a:hlink>
      <a:folHlink>
        <a:srgbClr val="BFBFBF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淘宝店：章瑾图文</Template>
  <TotalTime>20049</TotalTime>
  <Words>1950</Words>
  <Application>Microsoft Macintosh PowerPoint</Application>
  <PresentationFormat>自定义</PresentationFormat>
  <Paragraphs>319</Paragraphs>
  <Slides>28</Slides>
  <Notes>25</Notes>
  <HiddenSlides>2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0" baseType="lpstr">
      <vt:lpstr>等线</vt:lpstr>
      <vt:lpstr>汉仪菱心体简</vt:lpstr>
      <vt:lpstr>Microsoft YaHei</vt:lpstr>
      <vt:lpstr>Microsoft YaHei</vt:lpstr>
      <vt:lpstr>Arial</vt:lpstr>
      <vt:lpstr>Calibri</vt:lpstr>
      <vt:lpstr>Cambria Math</vt:lpstr>
      <vt:lpstr>Gill Sans Ultra Bold</vt:lpstr>
      <vt:lpstr>Menlo</vt:lpstr>
      <vt:lpstr>Stencil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章瑾图文</dc:creator>
  <cp:keywords/>
  <dc:description/>
  <cp:lastModifiedBy>Yong-Wei Zhang</cp:lastModifiedBy>
  <cp:revision>550</cp:revision>
  <dcterms:created xsi:type="dcterms:W3CDTF">2012-09-21T08:06:35Z</dcterms:created>
  <dcterms:modified xsi:type="dcterms:W3CDTF">2024-03-05T08:12:56Z</dcterms:modified>
  <cp:category/>
</cp:coreProperties>
</file>