
<file path=[Content_Types].xml><?xml version="1.0" encoding="utf-8"?>
<Types xmlns="http://schemas.openxmlformats.org/package/2006/content-types">
  <Default Extension="emf" ContentType="image/x-emf"/>
  <Default Extension="gif" ContentType="image/gi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73" r:id="rId2"/>
    <p:sldId id="517" r:id="rId3"/>
    <p:sldId id="516" r:id="rId4"/>
    <p:sldId id="387" r:id="rId5"/>
    <p:sldId id="396" r:id="rId6"/>
    <p:sldId id="388" r:id="rId7"/>
    <p:sldId id="389" r:id="rId8"/>
    <p:sldId id="391" r:id="rId9"/>
    <p:sldId id="358" r:id="rId10"/>
    <p:sldId id="533" r:id="rId11"/>
    <p:sldId id="534" r:id="rId12"/>
    <p:sldId id="535" r:id="rId13"/>
    <p:sldId id="536" r:id="rId14"/>
    <p:sldId id="537" r:id="rId15"/>
    <p:sldId id="538" r:id="rId16"/>
    <p:sldId id="539" r:id="rId17"/>
    <p:sldId id="540" r:id="rId18"/>
    <p:sldId id="541" r:id="rId19"/>
    <p:sldId id="542" r:id="rId20"/>
    <p:sldId id="543" r:id="rId21"/>
    <p:sldId id="544" r:id="rId22"/>
    <p:sldId id="545" r:id="rId23"/>
    <p:sldId id="395" r:id="rId24"/>
    <p:sldId id="527" r:id="rId25"/>
    <p:sldId id="528" r:id="rId26"/>
    <p:sldId id="529" r:id="rId27"/>
  </p:sldIdLst>
  <p:sldSz cx="12190413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39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F29B11"/>
    <a:srgbClr val="00B0F0"/>
    <a:srgbClr val="FFC000"/>
    <a:srgbClr val="9BBB59"/>
    <a:srgbClr val="768395"/>
    <a:srgbClr val="1C1C1C"/>
    <a:srgbClr val="2980B9"/>
    <a:srgbClr val="F69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 autoAdjust="0"/>
    <p:restoredTop sz="96170" autoAdjust="0"/>
  </p:normalViewPr>
  <p:slideViewPr>
    <p:cSldViewPr>
      <p:cViewPr varScale="1">
        <p:scale>
          <a:sx n="113" d="100"/>
          <a:sy n="113" d="100"/>
        </p:scale>
        <p:origin x="272" y="184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39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8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8087DF-D7DC-A142-B856-7937EDF6FD53}" type="doc">
      <dgm:prSet loTypeId="urn:microsoft.com/office/officeart/2005/8/layout/hChevron3" loCatId="" qsTypeId="urn:microsoft.com/office/officeart/2005/8/quickstyle/simple5" qsCatId="simple" csTypeId="urn:microsoft.com/office/officeart/2005/8/colors/colorful1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468E43BE-C285-5F40-88C3-057EB9F8D13D}">
          <dgm:prSet phldrT="[文本]" custT="1"/>
          <dgm:spPr/>
          <dgm:t>
            <a:bodyPr anchor="t"/>
            <a:lstStyle/>
            <a:p>
              <a:pPr/>
              <a14:m>
                <m:oMathPara xmlns:m="http://schemas.openxmlformats.org/officeDocument/2006/math">
                  <m:oMathParaPr>
                    <m:jc m:val="center"/>
                  </m:oMathParaPr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𝚫</m:t>
                            </m:r>
                          </m:e>
                          <m:sub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m:oMathPara>
              </a14:m>
              <a:endParaRPr lang="zh-CN" altLang="en-US" sz="2400" dirty="0"/>
            </a:p>
          </dgm:t>
        </dgm:pt>
      </mc:Choice>
      <mc:Fallback xmlns="">
        <dgm:pt modelId="{468E43BE-C285-5F40-88C3-057EB9F8D13D}">
          <dgm:prSet phldrT="[文本]" custT="1"/>
          <dgm:spPr/>
          <dgm:t>
            <a:bodyPr anchor="t"/>
            <a:lstStyle/>
            <a:p>
              <a:pPr/>
              <a:r>
                <a:rPr kumimoji="1" lang="en-US" altLang="zh-CN" sz="2400" b="1" i="0">
                  <a:latin typeface="Cambria Math" panose="02040503050406030204" pitchFamily="18" charset="0"/>
                </a:rPr>
                <a:t>𝒑=𝟏/</a:t>
              </a:r>
              <a:r>
                <a:rPr kumimoji="1" lang="en-US" altLang="zh-CN" sz="24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𝚫 </a:t>
              </a:r>
              <a:r>
                <a:rPr kumimoji="1" lang="en-US" altLang="zh-CN" sz="2400" b="1" i="0">
                  <a:latin typeface="Cambria Math" panose="02040503050406030204" pitchFamily="18" charset="0"/>
                </a:rPr>
                <a:t>∑_(𝒌=𝟏)^𝒏▒〖𝒑_𝒌 </a:t>
              </a:r>
              <a:r>
                <a:rPr kumimoji="1" lang="en-US" altLang="zh-CN" sz="24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𝚫_</a:t>
              </a:r>
              <a:r>
                <a:rPr kumimoji="1" lang="en-US" altLang="zh-CN" sz="2400" b="1" i="0">
                  <a:latin typeface="Cambria Math" panose="02040503050406030204" pitchFamily="18" charset="0"/>
                </a:rPr>
                <a:t>𝒌 〗</a:t>
              </a:r>
              <a:endParaRPr lang="zh-CN" altLang="en-US" sz="2400" dirty="0"/>
            </a:p>
          </dgm:t>
        </dgm:pt>
      </mc:Fallback>
    </mc:AlternateContent>
    <dgm:pt modelId="{A155B287-7154-2246-9E84-1A5E8EF0BFED}" type="par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5A23EF7F-8186-3943-84E9-E7E9D4CC5F98}" type="sib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868BF66D-8204-1D4B-A0D7-88FE728335C4}">
      <dgm:prSet phldrT="[文本]" custT="1"/>
      <dgm:spPr/>
      <dgm:t>
        <a:bodyPr/>
        <a:lstStyle/>
        <a:p>
          <a:r>
            <a:rPr lang="zh-CN" altLang="en-US" sz="3600" dirty="0"/>
            <a:t>“数圈圈”</a:t>
          </a:r>
        </a:p>
      </dgm:t>
    </dgm:pt>
    <dgm:pt modelId="{517D80B0-1B95-8946-81CF-B6EDE83925B8}" type="par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38BD6D95-6488-3D44-B86A-EB30C28E2137}" type="sib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7F399864-8B54-CB42-A377-70D016974699}">
      <dgm:prSet phldrT="[文本]" custT="1"/>
      <dgm:spPr/>
      <dgm:t>
        <a:bodyPr/>
        <a:lstStyle/>
        <a:p>
          <a:r>
            <a:rPr lang="zh-CN" altLang="en-US" sz="3600" dirty="0"/>
            <a:t>“消消乐”</a:t>
          </a:r>
        </a:p>
      </dgm:t>
    </dgm:pt>
    <dgm:pt modelId="{B8C7B560-8D58-C447-B628-060FC065741A}" type="par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AC5F9C1D-35C0-B145-A930-9FD27E4ACCDB}" type="sib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4A51DC12-A693-8C45-97EA-A0FD04A9DE8E}" type="pres">
      <dgm:prSet presAssocID="{8B8087DF-D7DC-A142-B856-7937EDF6FD53}" presName="Name0" presStyleCnt="0">
        <dgm:presLayoutVars>
          <dgm:dir/>
          <dgm:resizeHandles val="exact"/>
        </dgm:presLayoutVars>
      </dgm:prSet>
      <dgm:spPr/>
    </dgm:pt>
    <dgm:pt modelId="{E5313421-624F-544A-95AB-B2DEF2D012BD}" type="pres">
      <dgm:prSet presAssocID="{468E43BE-C285-5F40-88C3-057EB9F8D13D}" presName="parTxOnly" presStyleLbl="node1" presStyleIdx="0" presStyleCnt="3">
        <dgm:presLayoutVars>
          <dgm:bulletEnabled val="1"/>
        </dgm:presLayoutVars>
      </dgm:prSet>
      <dgm:spPr/>
    </dgm:pt>
    <dgm:pt modelId="{DACCA61F-1472-A44D-9D1C-A556209BBD3A}" type="pres">
      <dgm:prSet presAssocID="{5A23EF7F-8186-3943-84E9-E7E9D4CC5F98}" presName="parSpace" presStyleCnt="0"/>
      <dgm:spPr/>
    </dgm:pt>
    <dgm:pt modelId="{EA454D93-B5C6-8543-BC1A-9FC8D44B8874}" type="pres">
      <dgm:prSet presAssocID="{868BF66D-8204-1D4B-A0D7-88FE728335C4}" presName="parTxOnly" presStyleLbl="node1" presStyleIdx="1" presStyleCnt="3">
        <dgm:presLayoutVars>
          <dgm:bulletEnabled val="1"/>
        </dgm:presLayoutVars>
      </dgm:prSet>
      <dgm:spPr/>
    </dgm:pt>
    <dgm:pt modelId="{180D5287-4EB2-A543-9391-4D5941E8974C}" type="pres">
      <dgm:prSet presAssocID="{38BD6D95-6488-3D44-B86A-EB30C28E2137}" presName="parSpace" presStyleCnt="0"/>
      <dgm:spPr/>
    </dgm:pt>
    <dgm:pt modelId="{BAC36972-7C0B-EC4E-8797-DE731818D490}" type="pres">
      <dgm:prSet presAssocID="{7F399864-8B54-CB42-A377-70D016974699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FD791D48-9F7A-7743-8840-A8C0C5E7B94C}" srcId="{8B8087DF-D7DC-A142-B856-7937EDF6FD53}" destId="{7F399864-8B54-CB42-A377-70D016974699}" srcOrd="2" destOrd="0" parTransId="{B8C7B560-8D58-C447-B628-060FC065741A}" sibTransId="{AC5F9C1D-35C0-B145-A930-9FD27E4ACCDB}"/>
    <dgm:cxn modelId="{C55E4973-7FD6-5E45-812B-190563FF8C62}" type="presOf" srcId="{868BF66D-8204-1D4B-A0D7-88FE728335C4}" destId="{EA454D93-B5C6-8543-BC1A-9FC8D44B8874}" srcOrd="0" destOrd="0" presId="urn:microsoft.com/office/officeart/2005/8/layout/hChevron3"/>
    <dgm:cxn modelId="{7E324B94-50C4-5444-9784-7551B0FEB858}" type="presOf" srcId="{7F399864-8B54-CB42-A377-70D016974699}" destId="{BAC36972-7C0B-EC4E-8797-DE731818D490}" srcOrd="0" destOrd="0" presId="urn:microsoft.com/office/officeart/2005/8/layout/hChevron3"/>
    <dgm:cxn modelId="{A10BEC94-9C23-CC44-A1CD-2DDA354E5E43}" srcId="{8B8087DF-D7DC-A142-B856-7937EDF6FD53}" destId="{868BF66D-8204-1D4B-A0D7-88FE728335C4}" srcOrd="1" destOrd="0" parTransId="{517D80B0-1B95-8946-81CF-B6EDE83925B8}" sibTransId="{38BD6D95-6488-3D44-B86A-EB30C28E2137}"/>
    <dgm:cxn modelId="{C33725AF-4847-CC4F-9E11-7C3C582705F9}" type="presOf" srcId="{8B8087DF-D7DC-A142-B856-7937EDF6FD53}" destId="{4A51DC12-A693-8C45-97EA-A0FD04A9DE8E}" srcOrd="0" destOrd="0" presId="urn:microsoft.com/office/officeart/2005/8/layout/hChevron3"/>
    <dgm:cxn modelId="{15DBDCCF-8E6E-6649-BEE5-808CA3045ABC}" srcId="{8B8087DF-D7DC-A142-B856-7937EDF6FD53}" destId="{468E43BE-C285-5F40-88C3-057EB9F8D13D}" srcOrd="0" destOrd="0" parTransId="{A155B287-7154-2246-9E84-1A5E8EF0BFED}" sibTransId="{5A23EF7F-8186-3943-84E9-E7E9D4CC5F98}"/>
    <dgm:cxn modelId="{282E33D9-78C0-844C-8A98-0BDB683024A3}" type="presOf" srcId="{468E43BE-C285-5F40-88C3-057EB9F8D13D}" destId="{E5313421-624F-544A-95AB-B2DEF2D012BD}" srcOrd="0" destOrd="0" presId="urn:microsoft.com/office/officeart/2005/8/layout/hChevron3"/>
    <dgm:cxn modelId="{C8E56F3D-16FE-F04F-9C0C-43791108BB8D}" type="presParOf" srcId="{4A51DC12-A693-8C45-97EA-A0FD04A9DE8E}" destId="{E5313421-624F-544A-95AB-B2DEF2D012BD}" srcOrd="0" destOrd="0" presId="urn:microsoft.com/office/officeart/2005/8/layout/hChevron3"/>
    <dgm:cxn modelId="{DAE9FF8D-3CC9-BB40-8081-6C477D2309C6}" type="presParOf" srcId="{4A51DC12-A693-8C45-97EA-A0FD04A9DE8E}" destId="{DACCA61F-1472-A44D-9D1C-A556209BBD3A}" srcOrd="1" destOrd="0" presId="urn:microsoft.com/office/officeart/2005/8/layout/hChevron3"/>
    <dgm:cxn modelId="{63F66460-382B-4D4F-A878-872B4D35AA83}" type="presParOf" srcId="{4A51DC12-A693-8C45-97EA-A0FD04A9DE8E}" destId="{EA454D93-B5C6-8543-BC1A-9FC8D44B8874}" srcOrd="2" destOrd="0" presId="urn:microsoft.com/office/officeart/2005/8/layout/hChevron3"/>
    <dgm:cxn modelId="{AE88D8B0-F7FD-6549-B0D4-85F8C52E2877}" type="presParOf" srcId="{4A51DC12-A693-8C45-97EA-A0FD04A9DE8E}" destId="{180D5287-4EB2-A543-9391-4D5941E8974C}" srcOrd="3" destOrd="0" presId="urn:microsoft.com/office/officeart/2005/8/layout/hChevron3"/>
    <dgm:cxn modelId="{08CF5DA6-D6ED-5441-A225-55D07B80C787}" type="presParOf" srcId="{4A51DC12-A693-8C45-97EA-A0FD04A9DE8E}" destId="{BAC36972-7C0B-EC4E-8797-DE731818D49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8087DF-D7DC-A142-B856-7937EDF6FD53}" type="doc">
      <dgm:prSet loTypeId="urn:microsoft.com/office/officeart/2005/8/layout/hChevron3" loCatId="" qsTypeId="urn:microsoft.com/office/officeart/2005/8/quickstyle/simple5" qsCatId="simple" csTypeId="urn:microsoft.com/office/officeart/2005/8/colors/colorful1" csCatId="colorful" phldr="1"/>
      <dgm:spPr/>
    </dgm:pt>
    <dgm:pt modelId="{468E43BE-C285-5F40-88C3-057EB9F8D13D}">
      <dgm:prSet phldrT="[文本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A155B287-7154-2246-9E84-1A5E8EF0BFED}" type="par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5A23EF7F-8186-3943-84E9-E7E9D4CC5F98}" type="sib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868BF66D-8204-1D4B-A0D7-88FE728335C4}">
      <dgm:prSet phldrT="[文本]" custT="1"/>
      <dgm:spPr/>
      <dgm:t>
        <a:bodyPr/>
        <a:lstStyle/>
        <a:p>
          <a:r>
            <a:rPr lang="zh-CN" altLang="en-US" sz="3600" dirty="0"/>
            <a:t>“数圈圈”</a:t>
          </a:r>
        </a:p>
      </dgm:t>
    </dgm:pt>
    <dgm:pt modelId="{517D80B0-1B95-8946-81CF-B6EDE83925B8}" type="par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38BD6D95-6488-3D44-B86A-EB30C28E2137}" type="sib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7F399864-8B54-CB42-A377-70D016974699}">
      <dgm:prSet phldrT="[文本]" custT="1"/>
      <dgm:spPr/>
      <dgm:t>
        <a:bodyPr/>
        <a:lstStyle/>
        <a:p>
          <a:r>
            <a:rPr lang="zh-CN" altLang="en-US" sz="3600" dirty="0"/>
            <a:t>“消消乐”</a:t>
          </a:r>
        </a:p>
      </dgm:t>
    </dgm:pt>
    <dgm:pt modelId="{B8C7B560-8D58-C447-B628-060FC065741A}" type="par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AC5F9C1D-35C0-B145-A930-9FD27E4ACCDB}" type="sib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4A51DC12-A693-8C45-97EA-A0FD04A9DE8E}" type="pres">
      <dgm:prSet presAssocID="{8B8087DF-D7DC-A142-B856-7937EDF6FD53}" presName="Name0" presStyleCnt="0">
        <dgm:presLayoutVars>
          <dgm:dir/>
          <dgm:resizeHandles val="exact"/>
        </dgm:presLayoutVars>
      </dgm:prSet>
      <dgm:spPr/>
    </dgm:pt>
    <dgm:pt modelId="{E5313421-624F-544A-95AB-B2DEF2D012BD}" type="pres">
      <dgm:prSet presAssocID="{468E43BE-C285-5F40-88C3-057EB9F8D13D}" presName="parTxOnly" presStyleLbl="node1" presStyleIdx="0" presStyleCnt="3">
        <dgm:presLayoutVars>
          <dgm:bulletEnabled val="1"/>
        </dgm:presLayoutVars>
      </dgm:prSet>
      <dgm:spPr/>
    </dgm:pt>
    <dgm:pt modelId="{DACCA61F-1472-A44D-9D1C-A556209BBD3A}" type="pres">
      <dgm:prSet presAssocID="{5A23EF7F-8186-3943-84E9-E7E9D4CC5F98}" presName="parSpace" presStyleCnt="0"/>
      <dgm:spPr/>
    </dgm:pt>
    <dgm:pt modelId="{EA454D93-B5C6-8543-BC1A-9FC8D44B8874}" type="pres">
      <dgm:prSet presAssocID="{868BF66D-8204-1D4B-A0D7-88FE728335C4}" presName="parTxOnly" presStyleLbl="node1" presStyleIdx="1" presStyleCnt="3">
        <dgm:presLayoutVars>
          <dgm:bulletEnabled val="1"/>
        </dgm:presLayoutVars>
      </dgm:prSet>
      <dgm:spPr/>
    </dgm:pt>
    <dgm:pt modelId="{180D5287-4EB2-A543-9391-4D5941E8974C}" type="pres">
      <dgm:prSet presAssocID="{38BD6D95-6488-3D44-B86A-EB30C28E2137}" presName="parSpace" presStyleCnt="0"/>
      <dgm:spPr/>
    </dgm:pt>
    <dgm:pt modelId="{BAC36972-7C0B-EC4E-8797-DE731818D490}" type="pres">
      <dgm:prSet presAssocID="{7F399864-8B54-CB42-A377-70D016974699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FD791D48-9F7A-7743-8840-A8C0C5E7B94C}" srcId="{8B8087DF-D7DC-A142-B856-7937EDF6FD53}" destId="{7F399864-8B54-CB42-A377-70D016974699}" srcOrd="2" destOrd="0" parTransId="{B8C7B560-8D58-C447-B628-060FC065741A}" sibTransId="{AC5F9C1D-35C0-B145-A930-9FD27E4ACCDB}"/>
    <dgm:cxn modelId="{C55E4973-7FD6-5E45-812B-190563FF8C62}" type="presOf" srcId="{868BF66D-8204-1D4B-A0D7-88FE728335C4}" destId="{EA454D93-B5C6-8543-BC1A-9FC8D44B8874}" srcOrd="0" destOrd="0" presId="urn:microsoft.com/office/officeart/2005/8/layout/hChevron3"/>
    <dgm:cxn modelId="{7E324B94-50C4-5444-9784-7551B0FEB858}" type="presOf" srcId="{7F399864-8B54-CB42-A377-70D016974699}" destId="{BAC36972-7C0B-EC4E-8797-DE731818D490}" srcOrd="0" destOrd="0" presId="urn:microsoft.com/office/officeart/2005/8/layout/hChevron3"/>
    <dgm:cxn modelId="{A10BEC94-9C23-CC44-A1CD-2DDA354E5E43}" srcId="{8B8087DF-D7DC-A142-B856-7937EDF6FD53}" destId="{868BF66D-8204-1D4B-A0D7-88FE728335C4}" srcOrd="1" destOrd="0" parTransId="{517D80B0-1B95-8946-81CF-B6EDE83925B8}" sibTransId="{38BD6D95-6488-3D44-B86A-EB30C28E2137}"/>
    <dgm:cxn modelId="{C33725AF-4847-CC4F-9E11-7C3C582705F9}" type="presOf" srcId="{8B8087DF-D7DC-A142-B856-7937EDF6FD53}" destId="{4A51DC12-A693-8C45-97EA-A0FD04A9DE8E}" srcOrd="0" destOrd="0" presId="urn:microsoft.com/office/officeart/2005/8/layout/hChevron3"/>
    <dgm:cxn modelId="{15DBDCCF-8E6E-6649-BEE5-808CA3045ABC}" srcId="{8B8087DF-D7DC-A142-B856-7937EDF6FD53}" destId="{468E43BE-C285-5F40-88C3-057EB9F8D13D}" srcOrd="0" destOrd="0" parTransId="{A155B287-7154-2246-9E84-1A5E8EF0BFED}" sibTransId="{5A23EF7F-8186-3943-84E9-E7E9D4CC5F98}"/>
    <dgm:cxn modelId="{282E33D9-78C0-844C-8A98-0BDB683024A3}" type="presOf" srcId="{468E43BE-C285-5F40-88C3-057EB9F8D13D}" destId="{E5313421-624F-544A-95AB-B2DEF2D012BD}" srcOrd="0" destOrd="0" presId="urn:microsoft.com/office/officeart/2005/8/layout/hChevron3"/>
    <dgm:cxn modelId="{C8E56F3D-16FE-F04F-9C0C-43791108BB8D}" type="presParOf" srcId="{4A51DC12-A693-8C45-97EA-A0FD04A9DE8E}" destId="{E5313421-624F-544A-95AB-B2DEF2D012BD}" srcOrd="0" destOrd="0" presId="urn:microsoft.com/office/officeart/2005/8/layout/hChevron3"/>
    <dgm:cxn modelId="{DAE9FF8D-3CC9-BB40-8081-6C477D2309C6}" type="presParOf" srcId="{4A51DC12-A693-8C45-97EA-A0FD04A9DE8E}" destId="{DACCA61F-1472-A44D-9D1C-A556209BBD3A}" srcOrd="1" destOrd="0" presId="urn:microsoft.com/office/officeart/2005/8/layout/hChevron3"/>
    <dgm:cxn modelId="{63F66460-382B-4D4F-A878-872B4D35AA83}" type="presParOf" srcId="{4A51DC12-A693-8C45-97EA-A0FD04A9DE8E}" destId="{EA454D93-B5C6-8543-BC1A-9FC8D44B8874}" srcOrd="2" destOrd="0" presId="urn:microsoft.com/office/officeart/2005/8/layout/hChevron3"/>
    <dgm:cxn modelId="{AE88D8B0-F7FD-6549-B0D4-85F8C52E2877}" type="presParOf" srcId="{4A51DC12-A693-8C45-97EA-A0FD04A9DE8E}" destId="{180D5287-4EB2-A543-9391-4D5941E8974C}" srcOrd="3" destOrd="0" presId="urn:microsoft.com/office/officeart/2005/8/layout/hChevron3"/>
    <dgm:cxn modelId="{08CF5DA6-D6ED-5441-A225-55D07B80C787}" type="presParOf" srcId="{4A51DC12-A693-8C45-97EA-A0FD04A9DE8E}" destId="{BAC36972-7C0B-EC4E-8797-DE731818D49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13421-624F-544A-95AB-B2DEF2D012BD}">
      <dsp:nvSpPr>
        <dsp:cNvPr id="0" name=""/>
        <dsp:cNvSpPr/>
      </dsp:nvSpPr>
      <dsp:spPr>
        <a:xfrm>
          <a:off x="4778" y="0"/>
          <a:ext cx="4178327" cy="1124804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"/>
              </m:oMathParaPr>
              <m:oMath xmlns:m="http://schemas.openxmlformats.org/officeDocument/2006/math">
                <m:r>
                  <a:rPr kumimoji="1" lang="en-US" altLang="zh-CN" sz="2400" b="1" i="1" kern="1200" smtClean="0">
                    <a:latin typeface="Cambria Math" panose="02040503050406030204" pitchFamily="18" charset="0"/>
                  </a:rPr>
                  <m:t>𝒑</m:t>
                </m:r>
                <m:r>
                  <a:rPr kumimoji="1" lang="en-US" altLang="zh-CN" sz="2400" b="1" i="1" kern="1200" smtClean="0"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kumimoji="1" lang="en-US" altLang="zh-CN" sz="2400" b="1" i="1" kern="120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𝟏</m:t>
                    </m:r>
                  </m:num>
                  <m:den>
                    <m:r>
                      <a:rPr kumimoji="1" lang="en-US" altLang="zh-CN" sz="2400" b="1" i="1" kern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</m:den>
                </m:f>
                <m:nary>
                  <m:naryPr>
                    <m:chr m:val="∑"/>
                    <m:ctrlPr>
                      <a:rPr kumimoji="1" lang="en-US" altLang="zh-CN" sz="2400" b="1" i="1" kern="1200">
                        <a:latin typeface="Cambria Math" panose="02040503050406030204" pitchFamily="18" charset="0"/>
                      </a:rPr>
                    </m:ctrlPr>
                  </m:naryPr>
                  <m:sub>
                    <m:r>
                      <m:rPr>
                        <m:brk m:alnAt="23"/>
                      </m:rP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𝒌</m:t>
                    </m:r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𝟏</m:t>
                    </m:r>
                  </m:sub>
                  <m:sup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𝒏</m:t>
                    </m:r>
                  </m:sup>
                  <m:e>
                    <m:sSub>
                      <m:sSubPr>
                        <m:ctrlP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e>
                </m:nary>
              </m:oMath>
            </m:oMathPara>
          </a14:m>
          <a:endParaRPr lang="zh-CN" altLang="en-US" sz="2400" kern="1200" dirty="0"/>
        </a:p>
      </dsp:txBody>
      <dsp:txXfrm>
        <a:off x="4778" y="0"/>
        <a:ext cx="3897126" cy="1124804"/>
      </dsp:txXfrm>
    </dsp:sp>
    <dsp:sp modelId="{EA454D93-B5C6-8543-BC1A-9FC8D44B8874}">
      <dsp:nvSpPr>
        <dsp:cNvPr id="0" name=""/>
        <dsp:cNvSpPr/>
      </dsp:nvSpPr>
      <dsp:spPr>
        <a:xfrm>
          <a:off x="3347440" y="0"/>
          <a:ext cx="4178327" cy="112480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018" tIns="96012" rIns="48006" bIns="9601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“数圈圈”</a:t>
          </a:r>
        </a:p>
      </dsp:txBody>
      <dsp:txXfrm>
        <a:off x="3909842" y="0"/>
        <a:ext cx="3053523" cy="1124804"/>
      </dsp:txXfrm>
    </dsp:sp>
    <dsp:sp modelId="{BAC36972-7C0B-EC4E-8797-DE731818D490}">
      <dsp:nvSpPr>
        <dsp:cNvPr id="0" name=""/>
        <dsp:cNvSpPr/>
      </dsp:nvSpPr>
      <dsp:spPr>
        <a:xfrm>
          <a:off x="6690102" y="0"/>
          <a:ext cx="4178327" cy="112480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018" tIns="96012" rIns="48006" bIns="9601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“消消乐”</a:t>
          </a:r>
        </a:p>
      </dsp:txBody>
      <dsp:txXfrm>
        <a:off x="7252504" y="0"/>
        <a:ext cx="3053523" cy="1124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70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85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559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34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5148118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2.png"/><Relationship Id="rId13" Type="http://schemas.openxmlformats.org/officeDocument/2006/relationships/image" Target="../media/image2052.png"/><Relationship Id="rId18" Type="http://schemas.openxmlformats.org/officeDocument/2006/relationships/image" Target="../media/image210.png"/><Relationship Id="rId26" Type="http://schemas.openxmlformats.org/officeDocument/2006/relationships/image" Target="../media/image219.png"/><Relationship Id="rId3" Type="http://schemas.openxmlformats.org/officeDocument/2006/relationships/image" Target="../media/image1951.png"/><Relationship Id="rId21" Type="http://schemas.openxmlformats.org/officeDocument/2006/relationships/image" Target="../media/image213.png"/><Relationship Id="rId7" Type="http://schemas.openxmlformats.org/officeDocument/2006/relationships/image" Target="../media/image1992.png"/><Relationship Id="rId12" Type="http://schemas.openxmlformats.org/officeDocument/2006/relationships/image" Target="../media/image2042.png"/><Relationship Id="rId17" Type="http://schemas.openxmlformats.org/officeDocument/2006/relationships/image" Target="../media/image2091.png"/><Relationship Id="rId25" Type="http://schemas.openxmlformats.org/officeDocument/2006/relationships/image" Target="../media/image218.png"/><Relationship Id="rId2" Type="http://schemas.openxmlformats.org/officeDocument/2006/relationships/image" Target="../media/image1942.png"/><Relationship Id="rId16" Type="http://schemas.openxmlformats.org/officeDocument/2006/relationships/image" Target="../media/image2082.png"/><Relationship Id="rId20" Type="http://schemas.openxmlformats.org/officeDocument/2006/relationships/image" Target="../media/image21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82.png"/><Relationship Id="rId11" Type="http://schemas.openxmlformats.org/officeDocument/2006/relationships/image" Target="../media/image2032.png"/><Relationship Id="rId24" Type="http://schemas.openxmlformats.org/officeDocument/2006/relationships/image" Target="../media/image217.png"/><Relationship Id="rId5" Type="http://schemas.openxmlformats.org/officeDocument/2006/relationships/image" Target="../media/image1972.png"/><Relationship Id="rId15" Type="http://schemas.openxmlformats.org/officeDocument/2006/relationships/image" Target="../media/image2072.png"/><Relationship Id="rId23" Type="http://schemas.openxmlformats.org/officeDocument/2006/relationships/image" Target="../media/image215.png"/><Relationship Id="rId10" Type="http://schemas.openxmlformats.org/officeDocument/2006/relationships/image" Target="../media/image2022.png"/><Relationship Id="rId19" Type="http://schemas.openxmlformats.org/officeDocument/2006/relationships/image" Target="../media/image211.png"/><Relationship Id="rId4" Type="http://schemas.openxmlformats.org/officeDocument/2006/relationships/image" Target="../media/image1962.png"/><Relationship Id="rId9" Type="http://schemas.openxmlformats.org/officeDocument/2006/relationships/image" Target="../media/image2012.png"/><Relationship Id="rId14" Type="http://schemas.openxmlformats.org/officeDocument/2006/relationships/image" Target="../media/image2062.png"/><Relationship Id="rId22" Type="http://schemas.openxmlformats.org/officeDocument/2006/relationships/image" Target="../media/image214.png"/></Relationships>
</file>

<file path=ppt/slides/_rels/slide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052.png"/><Relationship Id="rId51" Type="http://schemas.openxmlformats.org/officeDocument/2006/relationships/image" Target="../media/image218.png"/><Relationship Id="rId34" Type="http://schemas.openxmlformats.org/officeDocument/2006/relationships/image" Target="../media/image2002.png"/><Relationship Id="rId42" Type="http://schemas.openxmlformats.org/officeDocument/2006/relationships/image" Target="../media/image2082.png"/><Relationship Id="rId47" Type="http://schemas.openxmlformats.org/officeDocument/2006/relationships/image" Target="../media/image213.png"/><Relationship Id="rId50" Type="http://schemas.openxmlformats.org/officeDocument/2006/relationships/image" Target="../media/image217.png"/><Relationship Id="rId33" Type="http://schemas.openxmlformats.org/officeDocument/2006/relationships/image" Target="../media/image1992.png"/><Relationship Id="rId38" Type="http://schemas.openxmlformats.org/officeDocument/2006/relationships/image" Target="../media/image2042.png"/><Relationship Id="rId46" Type="http://schemas.openxmlformats.org/officeDocument/2006/relationships/image" Target="../media/image212.png"/><Relationship Id="rId2" Type="http://schemas.openxmlformats.org/officeDocument/2006/relationships/image" Target="../media/image40.png"/><Relationship Id="rId29" Type="http://schemas.openxmlformats.org/officeDocument/2006/relationships/image" Target="../media/image1951.png"/><Relationship Id="rId41" Type="http://schemas.openxmlformats.org/officeDocument/2006/relationships/image" Target="../media/image2072.png"/><Relationship Id="rId1" Type="http://schemas.openxmlformats.org/officeDocument/2006/relationships/slideLayout" Target="../slideLayouts/slideLayout16.xml"/><Relationship Id="rId32" Type="http://schemas.openxmlformats.org/officeDocument/2006/relationships/image" Target="../media/image1982.png"/><Relationship Id="rId37" Type="http://schemas.openxmlformats.org/officeDocument/2006/relationships/image" Target="../media/image2032.png"/><Relationship Id="rId40" Type="http://schemas.openxmlformats.org/officeDocument/2006/relationships/image" Target="../media/image2062.png"/><Relationship Id="rId45" Type="http://schemas.openxmlformats.org/officeDocument/2006/relationships/image" Target="../media/image211.png"/><Relationship Id="rId28" Type="http://schemas.openxmlformats.org/officeDocument/2006/relationships/image" Target="../media/image1942.png"/><Relationship Id="rId36" Type="http://schemas.openxmlformats.org/officeDocument/2006/relationships/image" Target="../media/image2022.png"/><Relationship Id="rId49" Type="http://schemas.openxmlformats.org/officeDocument/2006/relationships/image" Target="../media/image215.png"/><Relationship Id="rId31" Type="http://schemas.openxmlformats.org/officeDocument/2006/relationships/image" Target="../media/image1972.png"/><Relationship Id="rId44" Type="http://schemas.openxmlformats.org/officeDocument/2006/relationships/image" Target="../media/image210.png"/><Relationship Id="rId52" Type="http://schemas.openxmlformats.org/officeDocument/2006/relationships/image" Target="../media/image219.png"/><Relationship Id="rId30" Type="http://schemas.openxmlformats.org/officeDocument/2006/relationships/image" Target="../media/image1962.png"/><Relationship Id="rId35" Type="http://schemas.openxmlformats.org/officeDocument/2006/relationships/image" Target="../media/image2012.png"/><Relationship Id="rId43" Type="http://schemas.openxmlformats.org/officeDocument/2006/relationships/image" Target="../media/image2091.png"/><Relationship Id="rId48" Type="http://schemas.openxmlformats.org/officeDocument/2006/relationships/image" Target="../media/image214.png"/></Relationships>
</file>

<file path=ppt/slides/_rels/slide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052.png"/><Relationship Id="rId51" Type="http://schemas.openxmlformats.org/officeDocument/2006/relationships/image" Target="../media/image218.png"/><Relationship Id="rId34" Type="http://schemas.openxmlformats.org/officeDocument/2006/relationships/image" Target="../media/image2002.png"/><Relationship Id="rId42" Type="http://schemas.openxmlformats.org/officeDocument/2006/relationships/image" Target="../media/image2082.png"/><Relationship Id="rId47" Type="http://schemas.openxmlformats.org/officeDocument/2006/relationships/image" Target="../media/image213.png"/><Relationship Id="rId50" Type="http://schemas.openxmlformats.org/officeDocument/2006/relationships/image" Target="../media/image217.png"/><Relationship Id="rId33" Type="http://schemas.openxmlformats.org/officeDocument/2006/relationships/image" Target="../media/image1992.png"/><Relationship Id="rId38" Type="http://schemas.openxmlformats.org/officeDocument/2006/relationships/image" Target="../media/image2042.png"/><Relationship Id="rId46" Type="http://schemas.openxmlformats.org/officeDocument/2006/relationships/image" Target="../media/image212.png"/><Relationship Id="rId2" Type="http://schemas.openxmlformats.org/officeDocument/2006/relationships/image" Target="../media/image50.png"/><Relationship Id="rId29" Type="http://schemas.openxmlformats.org/officeDocument/2006/relationships/image" Target="../media/image1951.png"/><Relationship Id="rId41" Type="http://schemas.openxmlformats.org/officeDocument/2006/relationships/image" Target="../media/image2072.png"/><Relationship Id="rId1" Type="http://schemas.openxmlformats.org/officeDocument/2006/relationships/slideLayout" Target="../slideLayouts/slideLayout16.xml"/><Relationship Id="rId32" Type="http://schemas.openxmlformats.org/officeDocument/2006/relationships/image" Target="../media/image1982.png"/><Relationship Id="rId37" Type="http://schemas.openxmlformats.org/officeDocument/2006/relationships/image" Target="../media/image2032.png"/><Relationship Id="rId40" Type="http://schemas.openxmlformats.org/officeDocument/2006/relationships/image" Target="../media/image2062.png"/><Relationship Id="rId45" Type="http://schemas.openxmlformats.org/officeDocument/2006/relationships/image" Target="../media/image211.png"/><Relationship Id="rId28" Type="http://schemas.openxmlformats.org/officeDocument/2006/relationships/image" Target="../media/image1942.png"/><Relationship Id="rId36" Type="http://schemas.openxmlformats.org/officeDocument/2006/relationships/image" Target="../media/image2022.png"/><Relationship Id="rId49" Type="http://schemas.openxmlformats.org/officeDocument/2006/relationships/image" Target="../media/image215.png"/><Relationship Id="rId31" Type="http://schemas.openxmlformats.org/officeDocument/2006/relationships/image" Target="../media/image1972.png"/><Relationship Id="rId44" Type="http://schemas.openxmlformats.org/officeDocument/2006/relationships/image" Target="../media/image210.png"/><Relationship Id="rId52" Type="http://schemas.openxmlformats.org/officeDocument/2006/relationships/image" Target="../media/image219.png"/><Relationship Id="rId30" Type="http://schemas.openxmlformats.org/officeDocument/2006/relationships/image" Target="../media/image1962.png"/><Relationship Id="rId35" Type="http://schemas.openxmlformats.org/officeDocument/2006/relationships/image" Target="../media/image2012.png"/><Relationship Id="rId43" Type="http://schemas.openxmlformats.org/officeDocument/2006/relationships/image" Target="../media/image2091.png"/><Relationship Id="rId48" Type="http://schemas.openxmlformats.org/officeDocument/2006/relationships/image" Target="../media/image214.png"/></Relationships>
</file>

<file path=ppt/slides/_rels/slide7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052.png"/><Relationship Id="rId51" Type="http://schemas.openxmlformats.org/officeDocument/2006/relationships/image" Target="../media/image218.png"/><Relationship Id="rId34" Type="http://schemas.openxmlformats.org/officeDocument/2006/relationships/image" Target="../media/image2002.png"/><Relationship Id="rId42" Type="http://schemas.openxmlformats.org/officeDocument/2006/relationships/image" Target="../media/image2082.png"/><Relationship Id="rId47" Type="http://schemas.openxmlformats.org/officeDocument/2006/relationships/image" Target="../media/image213.png"/><Relationship Id="rId50" Type="http://schemas.openxmlformats.org/officeDocument/2006/relationships/image" Target="../media/image217.png"/><Relationship Id="rId33" Type="http://schemas.openxmlformats.org/officeDocument/2006/relationships/image" Target="../media/image1992.png"/><Relationship Id="rId38" Type="http://schemas.openxmlformats.org/officeDocument/2006/relationships/image" Target="../media/image2042.png"/><Relationship Id="rId46" Type="http://schemas.openxmlformats.org/officeDocument/2006/relationships/image" Target="../media/image212.png"/><Relationship Id="rId29" Type="http://schemas.openxmlformats.org/officeDocument/2006/relationships/image" Target="../media/image1951.png"/><Relationship Id="rId41" Type="http://schemas.openxmlformats.org/officeDocument/2006/relationships/image" Target="../media/image2072.png"/><Relationship Id="rId1" Type="http://schemas.openxmlformats.org/officeDocument/2006/relationships/slideLayout" Target="../slideLayouts/slideLayout16.xml"/><Relationship Id="rId32" Type="http://schemas.openxmlformats.org/officeDocument/2006/relationships/image" Target="../media/image1982.png"/><Relationship Id="rId37" Type="http://schemas.openxmlformats.org/officeDocument/2006/relationships/image" Target="../media/image2032.png"/><Relationship Id="rId40" Type="http://schemas.openxmlformats.org/officeDocument/2006/relationships/image" Target="../media/image2062.png"/><Relationship Id="rId45" Type="http://schemas.openxmlformats.org/officeDocument/2006/relationships/image" Target="../media/image211.png"/><Relationship Id="rId28" Type="http://schemas.openxmlformats.org/officeDocument/2006/relationships/image" Target="../media/image1942.png"/><Relationship Id="rId36" Type="http://schemas.openxmlformats.org/officeDocument/2006/relationships/image" Target="../media/image2022.png"/><Relationship Id="rId49" Type="http://schemas.openxmlformats.org/officeDocument/2006/relationships/image" Target="../media/image215.png"/><Relationship Id="rId31" Type="http://schemas.openxmlformats.org/officeDocument/2006/relationships/image" Target="../media/image1972.png"/><Relationship Id="rId44" Type="http://schemas.openxmlformats.org/officeDocument/2006/relationships/image" Target="../media/image210.png"/><Relationship Id="rId52" Type="http://schemas.openxmlformats.org/officeDocument/2006/relationships/image" Target="../media/image219.png"/><Relationship Id="rId27" Type="http://schemas.openxmlformats.org/officeDocument/2006/relationships/image" Target="../media/image500.png"/><Relationship Id="rId30" Type="http://schemas.openxmlformats.org/officeDocument/2006/relationships/image" Target="../media/image1962.png"/><Relationship Id="rId35" Type="http://schemas.openxmlformats.org/officeDocument/2006/relationships/image" Target="../media/image2012.png"/><Relationship Id="rId43" Type="http://schemas.openxmlformats.org/officeDocument/2006/relationships/image" Target="../media/image2091.png"/><Relationship Id="rId48" Type="http://schemas.openxmlformats.org/officeDocument/2006/relationships/image" Target="../media/image2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194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13.png"/><Relationship Id="rId21" Type="http://schemas.openxmlformats.org/officeDocument/2006/relationships/image" Target="../media/image24.png"/><Relationship Id="rId7" Type="http://schemas.openxmlformats.org/officeDocument/2006/relationships/image" Target="../media/image105.png"/><Relationship Id="rId12" Type="http://schemas.openxmlformats.org/officeDocument/2006/relationships/image" Target="../media/image150.png"/><Relationship Id="rId17" Type="http://schemas.openxmlformats.org/officeDocument/2006/relationships/image" Target="../media/image20.png"/><Relationship Id="rId2" Type="http://schemas.microsoft.com/office/2017/06/relationships/model3d" Target="../media/model3d1.glb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10.png"/><Relationship Id="rId11" Type="http://schemas.openxmlformats.org/officeDocument/2006/relationships/image" Target="../media/image14.png"/><Relationship Id="rId5" Type="http://schemas.openxmlformats.org/officeDocument/2006/relationships/image" Target="../media/image810.png"/><Relationship Id="rId15" Type="http://schemas.openxmlformats.org/officeDocument/2006/relationships/image" Target="../media/image18.png"/><Relationship Id="rId10" Type="http://schemas.openxmlformats.org/officeDocument/2006/relationships/image" Target="../media/image130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0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microsoft.com/office/2017/06/relationships/model3d" Target="../media/model3d1.glb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3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8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15.png"/><Relationship Id="rId22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png"/><Relationship Id="rId5" Type="http://schemas.openxmlformats.org/officeDocument/2006/relationships/image" Target="../media/image37.png"/><Relationship Id="rId4" Type="http://schemas.microsoft.com/office/2017/06/relationships/model3d" Target="../media/model3d1.glb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0.png"/><Relationship Id="rId7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370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10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10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CC789E0-CBF7-C8DA-ABF7-F0413C9CC2B1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02266BE-B02E-AB72-C1CD-B54FC05B2909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37F56499-F55C-5508-E50D-D382A4673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33214B24-D84E-2229-1793-30D6E5B66AAD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25E9EF52-BD2A-3C04-1181-ADF1BB3D840E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03B5AE98-6F70-0435-9EB3-A5AB95323650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B2F0A10E-0879-6A9F-7B55-7CD0ADFE8E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96AE82AF-5AA2-5295-C35A-C4F5FC630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9099038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4">
            <a:extLst>
              <a:ext uri="{FF2B5EF4-FFF2-40B4-BE49-F238E27FC236}">
                <a16:creationId xmlns:a16="http://schemas.microsoft.com/office/drawing/2014/main" id="{FD68EFA2-2666-5B0A-EDD7-DEBE2BC18E02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24" name="节段5">
            <a:extLst>
              <a:ext uri="{FF2B5EF4-FFF2-40B4-BE49-F238E27FC236}">
                <a16:creationId xmlns:a16="http://schemas.microsoft.com/office/drawing/2014/main" id="{438ACB22-DC78-CA55-C7A9-6EDEED92CCB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25" name="节段6">
            <a:extLst>
              <a:ext uri="{FF2B5EF4-FFF2-40B4-BE49-F238E27FC236}">
                <a16:creationId xmlns:a16="http://schemas.microsoft.com/office/drawing/2014/main" id="{C4FC10CA-43AC-AE1D-40FD-9806E54A8C42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26" name="节段7">
            <a:extLst>
              <a:ext uri="{FF2B5EF4-FFF2-40B4-BE49-F238E27FC236}">
                <a16:creationId xmlns:a16="http://schemas.microsoft.com/office/drawing/2014/main" id="{ADBC9412-6FD3-20E2-B146-28DCA54B65F1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27" name="节段8">
            <a:extLst>
              <a:ext uri="{FF2B5EF4-FFF2-40B4-BE49-F238E27FC236}">
                <a16:creationId xmlns:a16="http://schemas.microsoft.com/office/drawing/2014/main" id="{FA526CEF-0AD9-0E19-7695-C7D6D8B8DA85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28" name="节段9">
            <a:extLst>
              <a:ext uri="{FF2B5EF4-FFF2-40B4-BE49-F238E27FC236}">
                <a16:creationId xmlns:a16="http://schemas.microsoft.com/office/drawing/2014/main" id="{DA20411B-3299-5182-D4EE-8DB692C7722F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29" name="节段10">
            <a:extLst>
              <a:ext uri="{FF2B5EF4-FFF2-40B4-BE49-F238E27FC236}">
                <a16:creationId xmlns:a16="http://schemas.microsoft.com/office/drawing/2014/main" id="{1AF57624-738E-5D44-3BBB-2E7F3850A9DF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30" name="节段17">
            <a:extLst>
              <a:ext uri="{FF2B5EF4-FFF2-40B4-BE49-F238E27FC236}">
                <a16:creationId xmlns:a16="http://schemas.microsoft.com/office/drawing/2014/main" id="{A3AB3EBF-6ABB-55F2-F1E0-757F848F601C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31" name="节段18">
            <a:extLst>
              <a:ext uri="{FF2B5EF4-FFF2-40B4-BE49-F238E27FC236}">
                <a16:creationId xmlns:a16="http://schemas.microsoft.com/office/drawing/2014/main" id="{E4B71C69-35A4-C705-065E-C6D5FA04921D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p:transition spd="slow"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38" y="1828813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章节">
            <a:extLst>
              <a:ext uri="{FF2B5EF4-FFF2-40B4-BE49-F238E27FC236}">
                <a16:creationId xmlns:a16="http://schemas.microsoft.com/office/drawing/2014/main" id="{8B93E62B-CCB8-5559-3C6D-3DDCD0368325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F5BF598C-E598-37BE-7F4C-CDCE68DBC17A}"/>
              </a:ext>
            </a:extLst>
          </p:cNvPr>
          <p:cNvSpPr/>
          <p:nvPr/>
        </p:nvSpPr>
        <p:spPr>
          <a:xfrm>
            <a:off x="2033261" y="-4733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步骤1">
            <a:extLst>
              <a:ext uri="{FF2B5EF4-FFF2-40B4-BE49-F238E27FC236}">
                <a16:creationId xmlns:a16="http://schemas.microsoft.com/office/drawing/2014/main" id="{3EA6BBC8-1810-91E6-F324-87704E15992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28" name="标题">
              <a:extLst>
                <a:ext uri="{FF2B5EF4-FFF2-40B4-BE49-F238E27FC236}">
                  <a16:creationId xmlns:a16="http://schemas.microsoft.com/office/drawing/2014/main" id="{E33A3150-7CE8-62F8-DF5F-3F396375880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了解两类船舶操纵运动模型</a:t>
              </a:r>
            </a:p>
          </p:txBody>
        </p:sp>
        <p:sp>
          <p:nvSpPr>
            <p:cNvPr id="29" name="序号">
              <a:extLst>
                <a:ext uri="{FF2B5EF4-FFF2-40B4-BE49-F238E27FC236}">
                  <a16:creationId xmlns:a16="http://schemas.microsoft.com/office/drawing/2014/main" id="{A414EBD1-21D5-98BB-58D3-0BF3DC68A34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0" name="步骤2">
            <a:extLst>
              <a:ext uri="{FF2B5EF4-FFF2-40B4-BE49-F238E27FC236}">
                <a16:creationId xmlns:a16="http://schemas.microsoft.com/office/drawing/2014/main" id="{3C9F8C79-6F14-C52B-7513-3292E8B6F0B3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31" name="标题">
              <a:extLst>
                <a:ext uri="{FF2B5EF4-FFF2-40B4-BE49-F238E27FC236}">
                  <a16:creationId xmlns:a16="http://schemas.microsoft.com/office/drawing/2014/main" id="{0B71DA2F-DD27-2892-802A-5C2EE376C6A3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了解舵伺服系统数学模型</a:t>
              </a:r>
            </a:p>
          </p:txBody>
        </p:sp>
        <p:sp>
          <p:nvSpPr>
            <p:cNvPr id="32" name="序号">
              <a:extLst>
                <a:ext uri="{FF2B5EF4-FFF2-40B4-BE49-F238E27FC236}">
                  <a16:creationId xmlns:a16="http://schemas.microsoft.com/office/drawing/2014/main" id="{16F98F1E-6DE2-1F22-50BC-F3748981CD4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3" name="步骤3">
            <a:extLst>
              <a:ext uri="{FF2B5EF4-FFF2-40B4-BE49-F238E27FC236}">
                <a16:creationId xmlns:a16="http://schemas.microsoft.com/office/drawing/2014/main" id="{7C154696-CBA2-E6E2-221C-09240C73B3D6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34" name="标题">
              <a:extLst>
                <a:ext uri="{FF2B5EF4-FFF2-40B4-BE49-F238E27FC236}">
                  <a16:creationId xmlns:a16="http://schemas.microsoft.com/office/drawing/2014/main" id="{6407F594-792A-87AB-83B7-8A5027EB5925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掌握控制系统建模的一般方法</a:t>
              </a:r>
            </a:p>
          </p:txBody>
        </p:sp>
        <p:sp>
          <p:nvSpPr>
            <p:cNvPr id="35" name="序号">
              <a:extLst>
                <a:ext uri="{FF2B5EF4-FFF2-40B4-BE49-F238E27FC236}">
                  <a16:creationId xmlns:a16="http://schemas.microsoft.com/office/drawing/2014/main" id="{52676FDC-5B84-4B93-31BF-8E243D5C8DB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6" name="步骤4">
            <a:extLst>
              <a:ext uri="{FF2B5EF4-FFF2-40B4-BE49-F238E27FC236}">
                <a16:creationId xmlns:a16="http://schemas.microsoft.com/office/drawing/2014/main" id="{88BCC1BA-2A9E-D41C-A8A9-F88B61FCBCD8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37" name="标题">
              <a:extLst>
                <a:ext uri="{FF2B5EF4-FFF2-40B4-BE49-F238E27FC236}">
                  <a16:creationId xmlns:a16="http://schemas.microsoft.com/office/drawing/2014/main" id="{A6B0FEAC-FBD9-99C8-D23A-524A2B3348B5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能够综合运用各类模型分析</a:t>
              </a:r>
            </a:p>
          </p:txBody>
        </p:sp>
        <p:sp>
          <p:nvSpPr>
            <p:cNvPr id="38" name="序号">
              <a:extLst>
                <a:ext uri="{FF2B5EF4-FFF2-40B4-BE49-F238E27FC236}">
                  <a16:creationId xmlns:a16="http://schemas.microsoft.com/office/drawing/2014/main" id="{28C91CF0-4B6B-748A-F669-74A4D5763CF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9" name="学习目标">
            <a:extLst>
              <a:ext uri="{FF2B5EF4-FFF2-40B4-BE49-F238E27FC236}">
                <a16:creationId xmlns:a16="http://schemas.microsoft.com/office/drawing/2014/main" id="{F7847356-17A7-F7DB-B7A7-592BF126664C}"/>
              </a:ext>
            </a:extLst>
          </p:cNvPr>
          <p:cNvSpPr/>
          <p:nvPr/>
        </p:nvSpPr>
        <p:spPr bwMode="auto">
          <a:xfrm>
            <a:off x="8255000" y="141735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40" name="燕尾形 39">
            <a:extLst>
              <a:ext uri="{FF2B5EF4-FFF2-40B4-BE49-F238E27FC236}">
                <a16:creationId xmlns:a16="http://schemas.microsoft.com/office/drawing/2014/main" id="{49A950B6-55BC-1F05-18AF-2A59ADF63BB7}"/>
              </a:ext>
            </a:extLst>
          </p:cNvPr>
          <p:cNvSpPr/>
          <p:nvPr/>
        </p:nvSpPr>
        <p:spPr>
          <a:xfrm>
            <a:off x="7142783" y="1512838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1" name="重点">
            <a:extLst>
              <a:ext uri="{FF2B5EF4-FFF2-40B4-BE49-F238E27FC236}">
                <a16:creationId xmlns:a16="http://schemas.microsoft.com/office/drawing/2014/main" id="{4989CD7B-61BA-E351-14EC-5C2E7097ED93}"/>
              </a:ext>
            </a:extLst>
          </p:cNvPr>
          <p:cNvSpPr/>
          <p:nvPr/>
        </p:nvSpPr>
        <p:spPr bwMode="auto">
          <a:xfrm>
            <a:off x="5735166" y="4504023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42" name="难点">
            <a:extLst>
              <a:ext uri="{FF2B5EF4-FFF2-40B4-BE49-F238E27FC236}">
                <a16:creationId xmlns:a16="http://schemas.microsoft.com/office/drawing/2014/main" id="{A3497F25-8823-E8FB-7F09-1F73E320DDAE}"/>
              </a:ext>
            </a:extLst>
          </p:cNvPr>
          <p:cNvSpPr/>
          <p:nvPr/>
        </p:nvSpPr>
        <p:spPr bwMode="auto">
          <a:xfrm>
            <a:off x="5735166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 anchorCtr="1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3" name="节段5">
            <a:extLst>
              <a:ext uri="{FF2B5EF4-FFF2-40B4-BE49-F238E27FC236}">
                <a16:creationId xmlns:a16="http://schemas.microsoft.com/office/drawing/2014/main" id="{C0495831-82E7-8939-608D-F28E0EE5B010}"/>
              </a:ext>
            </a:extLst>
          </p:cNvPr>
          <p:cNvSpPr/>
          <p:nvPr/>
        </p:nvSpPr>
        <p:spPr bwMode="auto">
          <a:xfrm>
            <a:off x="342216" y="1416277"/>
            <a:ext cx="5909732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船舶控制系统综合建模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p:grpSp>
        <p:nvGrpSpPr>
          <p:cNvPr id="63" name="第1题">
            <a:extLst>
              <a:ext uri="{FF2B5EF4-FFF2-40B4-BE49-F238E27FC236}">
                <a16:creationId xmlns:a16="http://schemas.microsoft.com/office/drawing/2014/main" id="{AEF16112-B44F-DE4B-8965-F45001D3710D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B8637F5F-2771-8240-B8B6-C5CB5A475C09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DB1A9699-C95A-8B46-BA8F-679E0AD24A94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4F69BE37-C6C9-8C4D-B40A-3FDEF9074216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94B4ED88-CD67-F94F-AB1B-6E4107AEACD5}"/>
                </a:ext>
              </a:extLst>
            </p:cNvPr>
            <p:cNvCxnSpPr>
              <a:cxnSpLocks/>
              <a:stCxn id="64" idx="6"/>
              <a:endCxn id="65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曲线连接符 81">
              <a:extLst>
                <a:ext uri="{FF2B5EF4-FFF2-40B4-BE49-F238E27FC236}">
                  <a16:creationId xmlns:a16="http://schemas.microsoft.com/office/drawing/2014/main" id="{9E08864F-C6F2-384D-A3FF-E0E0DD2BE0BB}"/>
                </a:ext>
              </a:extLst>
            </p:cNvPr>
            <p:cNvCxnSpPr>
              <a:cxnSpLocks/>
              <a:stCxn id="65" idx="4"/>
              <a:endCxn id="66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曲线连接符 82">
              <a:extLst>
                <a:ext uri="{FF2B5EF4-FFF2-40B4-BE49-F238E27FC236}">
                  <a16:creationId xmlns:a16="http://schemas.microsoft.com/office/drawing/2014/main" id="{789FCDD9-DD30-1049-9562-2B87F13EBCA4}"/>
                </a:ext>
              </a:extLst>
            </p:cNvPr>
            <p:cNvCxnSpPr>
              <a:cxnSpLocks/>
              <a:stCxn id="65" idx="0"/>
              <a:endCxn id="66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1B62262-7C0D-024F-A192-5B889E154217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1B62262-7C0D-024F-A192-5B889E154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8F78177-EB6E-7C45-AA75-79026E61696E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8F78177-EB6E-7C45-AA75-79026E616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B3A6611-513B-404D-82EF-E462835EF0D4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B3A6611-513B-404D-82EF-E462835EF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8508F1B-C93A-DA42-927F-184D320AF785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8508F1B-C93A-DA42-927F-184D320AF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4ECA4C89-5A5D-0E4A-B7B2-043B4001375B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4ECA4C89-5A5D-0E4A-B7B2-043B40013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AB8F832F-786C-7E4B-88EE-82AAF7BA7F95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AB8F832F-786C-7E4B-88EE-82AAF7BA7F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F34D8DC9-C736-8B45-ACC6-E8132E4DBF89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9" name="第2题">
            <a:extLst>
              <a:ext uri="{FF2B5EF4-FFF2-40B4-BE49-F238E27FC236}">
                <a16:creationId xmlns:a16="http://schemas.microsoft.com/office/drawing/2014/main" id="{69094EF6-6281-D94F-9FEB-70DA8A9EC654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042BA98B-5557-C540-80A6-04EC5A03EEF4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91B65E12-0DD7-274E-8D13-73F146191748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7065091C-351E-DC40-A3F1-36E07C64240F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13" name="曲线连接符 112">
              <a:extLst>
                <a:ext uri="{FF2B5EF4-FFF2-40B4-BE49-F238E27FC236}">
                  <a16:creationId xmlns:a16="http://schemas.microsoft.com/office/drawing/2014/main" id="{C8323EC5-8295-9043-937F-D017C5086AE8}"/>
                </a:ext>
              </a:extLst>
            </p:cNvPr>
            <p:cNvCxnSpPr>
              <a:cxnSpLocks/>
              <a:stCxn id="110" idx="5"/>
              <a:endCxn id="112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曲线连接符 113">
              <a:extLst>
                <a:ext uri="{FF2B5EF4-FFF2-40B4-BE49-F238E27FC236}">
                  <a16:creationId xmlns:a16="http://schemas.microsoft.com/office/drawing/2014/main" id="{5F9CDEDA-7579-114D-8A14-3138EF7D9A3F}"/>
                </a:ext>
              </a:extLst>
            </p:cNvPr>
            <p:cNvCxnSpPr>
              <a:cxnSpLocks/>
              <a:stCxn id="111" idx="6"/>
              <a:endCxn id="112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DAC5934F-71D4-6E45-818C-EA0B1D1D8680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DAC5934F-71D4-6E45-818C-EA0B1D1D8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D9BDBA0-BB2C-4A4B-967D-28D0B169F063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D9BDBA0-BB2C-4A4B-967D-28D0B169F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78F3EBC9-4FA9-0F40-AC9F-F3730818C710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78F3EBC9-4FA9-0F40-AC9F-F3730818C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D84CB625-0397-D04F-ABA2-66397C387A81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D84CB625-0397-D04F-ABA2-66397C387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9B911A2-2884-EF4B-B2A6-D78D35A29A68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9B911A2-2884-EF4B-B2A6-D78D35A29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曲线连接符 119">
              <a:extLst>
                <a:ext uri="{FF2B5EF4-FFF2-40B4-BE49-F238E27FC236}">
                  <a16:creationId xmlns:a16="http://schemas.microsoft.com/office/drawing/2014/main" id="{51372A03-0A3F-F04F-A9E8-67FCE040AD4B}"/>
                </a:ext>
              </a:extLst>
            </p:cNvPr>
            <p:cNvCxnSpPr>
              <a:cxnSpLocks/>
              <a:stCxn id="110" idx="0"/>
              <a:endCxn id="111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5D200162-B8A4-A147-A95F-8F0D41D82634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5D200162-B8A4-A147-A95F-8F0D41D82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13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2E7F1833-1A25-C14F-AC3A-4B01ABBB02F0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23" name="第3题">
            <a:extLst>
              <a:ext uri="{FF2B5EF4-FFF2-40B4-BE49-F238E27FC236}">
                <a16:creationId xmlns:a16="http://schemas.microsoft.com/office/drawing/2014/main" id="{1BAA287F-07EB-B446-B845-DC1BE0659FC6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42518CD2-1EDE-EF49-97B8-A89C8AC20848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157416AE-ACB6-7340-B1CD-36C3C8B29AEC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787AE873-15FF-4F48-96CF-DEB99368F47B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27" name="直线箭头连接符 126">
              <a:extLst>
                <a:ext uri="{FF2B5EF4-FFF2-40B4-BE49-F238E27FC236}">
                  <a16:creationId xmlns:a16="http://schemas.microsoft.com/office/drawing/2014/main" id="{D1719DD2-4E4C-1442-BC88-7B57FA9C87B0}"/>
                </a:ext>
              </a:extLst>
            </p:cNvPr>
            <p:cNvCxnSpPr>
              <a:cxnSpLocks/>
              <a:stCxn id="124" idx="6"/>
              <a:endCxn id="125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曲线连接符 127">
              <a:extLst>
                <a:ext uri="{FF2B5EF4-FFF2-40B4-BE49-F238E27FC236}">
                  <a16:creationId xmlns:a16="http://schemas.microsoft.com/office/drawing/2014/main" id="{E9C0702B-049E-0145-A350-1BC81CA10588}"/>
                </a:ext>
              </a:extLst>
            </p:cNvPr>
            <p:cNvCxnSpPr>
              <a:cxnSpLocks/>
              <a:stCxn id="126" idx="4"/>
              <a:endCxn id="125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曲线连接符 128">
              <a:extLst>
                <a:ext uri="{FF2B5EF4-FFF2-40B4-BE49-F238E27FC236}">
                  <a16:creationId xmlns:a16="http://schemas.microsoft.com/office/drawing/2014/main" id="{FC5AD97D-5376-CC49-BB97-E157BA382B08}"/>
                </a:ext>
              </a:extLst>
            </p:cNvPr>
            <p:cNvCxnSpPr>
              <a:cxnSpLocks/>
              <a:stCxn id="125" idx="0"/>
              <a:endCxn id="126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60CE560-A674-4943-9201-004BA96866FA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60CE560-A674-4943-9201-004BA9686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14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0B2F6ACD-AB43-674D-B243-1FB71B6EE234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0B2F6ACD-AB43-674D-B243-1FB71B6EE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15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68B9DE37-3B97-E84F-9434-9E41211A46A2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68B9DE37-3B97-E84F-9434-9E41211A4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537F7DB7-CB3E-3F45-A50B-C8BF8A822048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537F7DB7-CB3E-3F45-A50B-C8BF8A822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1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0C63D17-0548-744A-9AE0-A591E98C70FB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0C63D17-0548-744A-9AE0-A591E98C7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66AD499E-D5AB-A64D-BD4A-579FAD9D7F8F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66AD499E-D5AB-A64D-BD4A-579FAD9D7F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19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直线箭头连接符 135">
              <a:extLst>
                <a:ext uri="{FF2B5EF4-FFF2-40B4-BE49-F238E27FC236}">
                  <a16:creationId xmlns:a16="http://schemas.microsoft.com/office/drawing/2014/main" id="{48F5A9FE-B698-3040-B213-650DA3C460E6}"/>
                </a:ext>
              </a:extLst>
            </p:cNvPr>
            <p:cNvCxnSpPr>
              <a:cxnSpLocks/>
              <a:stCxn id="125" idx="6"/>
              <a:endCxn id="126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BCE13B68-0A37-F340-A618-1BCAE0B571F3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BCE13B68-0A37-F340-A618-1BCAE0B57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2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822C0087-013B-5241-9CC8-4580662BB07A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39" name="第4题" hidden="1">
            <a:extLst>
              <a:ext uri="{FF2B5EF4-FFF2-40B4-BE49-F238E27FC236}">
                <a16:creationId xmlns:a16="http://schemas.microsoft.com/office/drawing/2014/main" id="{5E6AEF8C-02AA-9845-A022-4A521BA7480E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AB8A0C4B-B881-1C4C-A952-35972DD19F6D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6AE7B42C-C14B-9E4F-BBAA-F2DEE4FF96FF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1D66463A-8790-2F4D-98E4-19E72C5B345C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43" name="直线箭头连接符 142">
              <a:extLst>
                <a:ext uri="{FF2B5EF4-FFF2-40B4-BE49-F238E27FC236}">
                  <a16:creationId xmlns:a16="http://schemas.microsoft.com/office/drawing/2014/main" id="{79221A0A-EC3F-BA4D-992F-8C12FA2AB9B2}"/>
                </a:ext>
              </a:extLst>
            </p:cNvPr>
            <p:cNvCxnSpPr>
              <a:cxnSpLocks/>
              <a:stCxn id="140" idx="6"/>
              <a:endCxn id="141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曲线连接符 143">
              <a:extLst>
                <a:ext uri="{FF2B5EF4-FFF2-40B4-BE49-F238E27FC236}">
                  <a16:creationId xmlns:a16="http://schemas.microsoft.com/office/drawing/2014/main" id="{707E75C1-A05C-D541-AE6F-D5E9FAAF1776}"/>
                </a:ext>
              </a:extLst>
            </p:cNvPr>
            <p:cNvCxnSpPr>
              <a:cxnSpLocks/>
              <a:stCxn id="153" idx="4"/>
              <a:endCxn id="141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367325CA-B619-1F43-A9DA-9FFDD4E7AFBA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367325CA-B619-1F43-A9DA-9FFDD4E7A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14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A9C0427-ED88-6D4D-A037-98A33B10C2B3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A9C0427-ED88-6D4D-A037-98A33B10C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21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B8369661-7963-D346-95AA-7EBF802C441D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B8369661-7963-D346-95AA-7EBF802C4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201AC2EC-6908-FF45-B4CA-7618E8DCB75B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201AC2EC-6908-FF45-B4CA-7618E8DCB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C12FD8B-2227-304B-B375-E1164E900C90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C12FD8B-2227-304B-B375-E1164E900C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2F87AB2-56E3-2B45-BD84-79CD77527466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2F87AB2-56E3-2B45-BD84-79CD77527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24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DBCAACD9-F2D3-1449-AA2B-CB72F6E1D365}"/>
                </a:ext>
              </a:extLst>
            </p:cNvPr>
            <p:cNvCxnSpPr>
              <a:cxnSpLocks/>
              <a:stCxn id="141" idx="6"/>
              <a:endCxn id="142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87D116D3-5B98-2A40-B1E3-B8F81009E31E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87D116D3-5B98-2A40-B1E3-B8F81009E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2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47D17BD3-3E64-C548-AAF5-31E817AC332D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54" name="直线箭头连接符 153">
              <a:extLst>
                <a:ext uri="{FF2B5EF4-FFF2-40B4-BE49-F238E27FC236}">
                  <a16:creationId xmlns:a16="http://schemas.microsoft.com/office/drawing/2014/main" id="{3B84D529-EBAE-1947-9818-8EC916060999}"/>
                </a:ext>
              </a:extLst>
            </p:cNvPr>
            <p:cNvCxnSpPr>
              <a:cxnSpLocks/>
              <a:stCxn id="142" idx="6"/>
              <a:endCxn id="153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DE9EF7F-DC2A-084D-8777-31616E7D236F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DE9EF7F-DC2A-084D-8777-31616E7D2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26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311DE5B2-96BC-9341-AD2A-191E22893708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601829"/>
      </p:ext>
    </p:extLst>
  </p:cSld>
  <p:clrMapOvr>
    <a:masterClrMapping/>
  </p:clrMapOvr>
  <p:transition spd="slow">
    <p:strips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/>
              <p:nvPr/>
            </p:nvSpPr>
            <p:spPr>
              <a:xfrm>
                <a:off x="5951190" y="4207697"/>
                <a:ext cx="5339219" cy="1489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800" i="1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/>
              </a:p>
              <a:p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dirty="0"/>
                  <a:t> </a:t>
                </a:r>
                <a:endParaRPr kumimoji="1" lang="en-US" altLang="zh-CN" sz="28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90" y="4207697"/>
                <a:ext cx="5339219" cy="1489382"/>
              </a:xfrm>
              <a:prstGeom prst="rect">
                <a:avLst/>
              </a:prstGeom>
              <a:blipFill>
                <a:blip r:embed="rId2"/>
                <a:stretch>
                  <a:fillRect l="-3325" t="-2542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2DD37A65-389A-DA44-8230-4A219B74C854}"/>
              </a:ext>
            </a:extLst>
          </p:cNvPr>
          <p:cNvSpPr txBox="1"/>
          <p:nvPr/>
        </p:nvSpPr>
        <p:spPr>
          <a:xfrm>
            <a:off x="5303571" y="4240905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7" name="第1题">
            <a:extLst>
              <a:ext uri="{FF2B5EF4-FFF2-40B4-BE49-F238E27FC236}">
                <a16:creationId xmlns:a16="http://schemas.microsoft.com/office/drawing/2014/main" id="{EE3D2B72-FCE9-FB4E-8151-5F937BB3E51D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12F61E0-FCD1-5E49-BA12-BEC5691B8344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EEF48ED2-BBF2-7F44-8AF4-655265D79135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173EBD5E-6247-964E-8183-76752AB30093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EBFB7F14-88E2-0647-AA32-662A3DC6610E}"/>
                </a:ext>
              </a:extLst>
            </p:cNvPr>
            <p:cNvCxnSpPr>
              <a:cxnSpLocks/>
              <a:stCxn id="68" idx="6"/>
              <a:endCxn id="69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曲线连接符 71">
              <a:extLst>
                <a:ext uri="{FF2B5EF4-FFF2-40B4-BE49-F238E27FC236}">
                  <a16:creationId xmlns:a16="http://schemas.microsoft.com/office/drawing/2014/main" id="{8C3BA34B-A49F-5E41-87E4-400C6205E4C0}"/>
                </a:ext>
              </a:extLst>
            </p:cNvPr>
            <p:cNvCxnSpPr>
              <a:cxnSpLocks/>
              <a:stCxn id="69" idx="4"/>
              <a:endCxn id="70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曲线连接符 72">
              <a:extLst>
                <a:ext uri="{FF2B5EF4-FFF2-40B4-BE49-F238E27FC236}">
                  <a16:creationId xmlns:a16="http://schemas.microsoft.com/office/drawing/2014/main" id="{17846A33-18C6-6144-8D08-836CFD0F419C}"/>
                </a:ext>
              </a:extLst>
            </p:cNvPr>
            <p:cNvCxnSpPr>
              <a:cxnSpLocks/>
              <a:stCxn id="69" idx="0"/>
              <a:endCxn id="70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B2EEE75-E7DF-334A-9856-DC8799E5AB94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B2EEE75-E7DF-334A-9856-DC8799E5A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8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C173290-845F-FE40-A8A5-47B1BFD25E78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C173290-845F-FE40-A8A5-47B1BFD25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2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C835A34-1BB1-014C-AF51-20A06109E2CC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C835A34-1BB1-014C-AF51-20A06109E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415CBC5F-0AE8-4E4B-9CC5-563C49DA70D4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415CBC5F-0AE8-4E4B-9CC5-563C49DA7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3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583AD59-799F-7940-8B01-91EF293358A3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583AD59-799F-7940-8B01-91EF29335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2F4367A-EC82-9943-8B7C-1DD77DC30EF2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2F4367A-EC82-9943-8B7C-1DD77DC30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33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26087B5-80D9-4B44-9811-0BA6232A1430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5" name="第2题">
            <a:extLst>
              <a:ext uri="{FF2B5EF4-FFF2-40B4-BE49-F238E27FC236}">
                <a16:creationId xmlns:a16="http://schemas.microsoft.com/office/drawing/2014/main" id="{D6D566AD-9D5D-C843-9C99-1824FA3ED51C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00C70709-F363-B94A-AAC5-54BD124B3312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5C3AA1C7-39A7-2043-9901-9A6006EF8EF4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4D96FED2-6817-934B-8B71-0486C8120719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9" name="曲线连接符 88">
              <a:extLst>
                <a:ext uri="{FF2B5EF4-FFF2-40B4-BE49-F238E27FC236}">
                  <a16:creationId xmlns:a16="http://schemas.microsoft.com/office/drawing/2014/main" id="{3C5547E5-ED56-204F-B1AE-4DDADA485842}"/>
                </a:ext>
              </a:extLst>
            </p:cNvPr>
            <p:cNvCxnSpPr>
              <a:cxnSpLocks/>
              <a:stCxn id="86" idx="5"/>
              <a:endCxn id="88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曲线连接符 89">
              <a:extLst>
                <a:ext uri="{FF2B5EF4-FFF2-40B4-BE49-F238E27FC236}">
                  <a16:creationId xmlns:a16="http://schemas.microsoft.com/office/drawing/2014/main" id="{0A49427B-18F7-5549-82A1-B226C4CF7816}"/>
                </a:ext>
              </a:extLst>
            </p:cNvPr>
            <p:cNvCxnSpPr>
              <a:cxnSpLocks/>
              <a:stCxn id="87" idx="6"/>
              <a:endCxn id="88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CBEC1CC-79E9-9F4E-BCC3-4840E56B136E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CBEC1CC-79E9-9F4E-BCC3-4840E56B1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3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4F6ECD3-8C96-EE4A-B362-3EF1B2CA45A5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4F6ECD3-8C96-EE4A-B362-3EF1B2CA4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3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2322660C-B58D-7E45-92A1-8307CEA67FF6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2322660C-B58D-7E45-92A1-8307CEA67F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D1DDEBE7-5BFB-934B-936B-075E2384335C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D1DDEBE7-5BFB-934B-936B-075E23843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3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4F2F4D4-2C5E-3643-9C2F-B6999110A1FB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4F2F4D4-2C5E-3643-9C2F-B6999110A1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曲线连接符 96">
              <a:extLst>
                <a:ext uri="{FF2B5EF4-FFF2-40B4-BE49-F238E27FC236}">
                  <a16:creationId xmlns:a16="http://schemas.microsoft.com/office/drawing/2014/main" id="{4011AE96-F5F4-3F44-8CBD-0B5D679DC1A7}"/>
                </a:ext>
              </a:extLst>
            </p:cNvPr>
            <p:cNvCxnSpPr>
              <a:cxnSpLocks/>
              <a:stCxn id="86" idx="0"/>
              <a:endCxn id="87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5258DE3-AAB2-8141-B261-C65DF5F5EC43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5258DE3-AAB2-8141-B261-C65DF5F5E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39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9833C6A2-1248-C14B-B7A3-3925214C11D7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0" name="第3题">
            <a:extLst>
              <a:ext uri="{FF2B5EF4-FFF2-40B4-BE49-F238E27FC236}">
                <a16:creationId xmlns:a16="http://schemas.microsoft.com/office/drawing/2014/main" id="{804C282A-9411-8E49-BCB4-134C5CA49268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0EF45058-0B6F-A74E-A9BF-0621E06DC237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9E4ECDBC-F033-264F-83F3-735BC2746A05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38376026-A2FE-5345-B915-C30CEC898C09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FAA1EBEF-8410-F54F-962C-CED624553350}"/>
                </a:ext>
              </a:extLst>
            </p:cNvPr>
            <p:cNvCxnSpPr>
              <a:cxnSpLocks/>
              <a:stCxn id="101" idx="6"/>
              <a:endCxn id="106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曲线连接符 155">
              <a:extLst>
                <a:ext uri="{FF2B5EF4-FFF2-40B4-BE49-F238E27FC236}">
                  <a16:creationId xmlns:a16="http://schemas.microsoft.com/office/drawing/2014/main" id="{BBC08AA5-7084-BA43-BFBA-044308436647}"/>
                </a:ext>
              </a:extLst>
            </p:cNvPr>
            <p:cNvCxnSpPr>
              <a:cxnSpLocks/>
              <a:stCxn id="154" idx="4"/>
              <a:endCxn id="106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曲线连接符 156">
              <a:extLst>
                <a:ext uri="{FF2B5EF4-FFF2-40B4-BE49-F238E27FC236}">
                  <a16:creationId xmlns:a16="http://schemas.microsoft.com/office/drawing/2014/main" id="{5BDC5233-C192-7E4C-A30C-27040AD7996A}"/>
                </a:ext>
              </a:extLst>
            </p:cNvPr>
            <p:cNvCxnSpPr>
              <a:cxnSpLocks/>
              <a:stCxn id="106" idx="0"/>
              <a:endCxn id="154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F967BCB-8E9C-414D-8AE5-D75FFC71E697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F967BCB-8E9C-414D-8AE5-D75FFC71E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612E2DF3-BDBC-C947-AD4A-EB672E19C9F4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612E2DF3-BDBC-C947-AD4A-EB672E19C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4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1B5748D0-B485-214A-90A7-EB035A6BB5D7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1B5748D0-B485-214A-90A7-EB035A6BB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455422D6-5B42-4448-8FE3-79A8B4D5C832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455422D6-5B42-4448-8FE3-79A8B4D5C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4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D99F56E6-AB51-7141-ACA1-81FF8889F276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D99F56E6-AB51-7141-ACA1-81FF8889F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F82AE57-47C8-7845-9442-B2F4F98D037B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F82AE57-47C8-7845-9442-B2F4F98D0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45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4" name="直线箭头连接符 163">
              <a:extLst>
                <a:ext uri="{FF2B5EF4-FFF2-40B4-BE49-F238E27FC236}">
                  <a16:creationId xmlns:a16="http://schemas.microsoft.com/office/drawing/2014/main" id="{7410CBA7-B79F-E84E-A412-7B0C9D307360}"/>
                </a:ext>
              </a:extLst>
            </p:cNvPr>
            <p:cNvCxnSpPr>
              <a:cxnSpLocks/>
              <a:stCxn id="106" idx="6"/>
              <a:endCxn id="154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BF40B227-5238-3F41-8BDB-7B9A21909331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BF40B227-5238-3F41-8BDB-7B9A21909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4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183170CE-C2CF-A147-9EB2-40BFCCB82439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67" name="第4题" hidden="1">
            <a:extLst>
              <a:ext uri="{FF2B5EF4-FFF2-40B4-BE49-F238E27FC236}">
                <a16:creationId xmlns:a16="http://schemas.microsoft.com/office/drawing/2014/main" id="{5D843CB8-A0F8-AF4F-B862-C58BF1CE351B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8EB1E1FC-7544-0240-A940-C0C2C7A016E3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C3A31709-E96E-E647-AADA-B8425463504F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61DFE388-517C-3740-995E-F041D381EF33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71" name="直线箭头连接符 170">
              <a:extLst>
                <a:ext uri="{FF2B5EF4-FFF2-40B4-BE49-F238E27FC236}">
                  <a16:creationId xmlns:a16="http://schemas.microsoft.com/office/drawing/2014/main" id="{19A9E141-AB81-FE42-8F98-612FBB3A23D4}"/>
                </a:ext>
              </a:extLst>
            </p:cNvPr>
            <p:cNvCxnSpPr>
              <a:cxnSpLocks/>
              <a:stCxn id="168" idx="6"/>
              <a:endCxn id="169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曲线连接符 171">
              <a:extLst>
                <a:ext uri="{FF2B5EF4-FFF2-40B4-BE49-F238E27FC236}">
                  <a16:creationId xmlns:a16="http://schemas.microsoft.com/office/drawing/2014/main" id="{B7092A8B-6070-7247-BF41-70228263D987}"/>
                </a:ext>
              </a:extLst>
            </p:cNvPr>
            <p:cNvCxnSpPr>
              <a:cxnSpLocks/>
              <a:stCxn id="181" idx="4"/>
              <a:endCxn id="169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DFC2852-105E-B649-942F-507769C6920E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DFC2852-105E-B649-942F-507769C69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B69DAE5-40BF-9546-AA9B-DE9A4DEB5F2F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B69DAE5-40BF-9546-AA9B-DE9A4DEB5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47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D5B79CD7-5F1E-E042-9AB7-49398A9A5313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D5B79CD7-5F1E-E042-9AB7-49398A9A5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5861F19-C395-C140-A627-53E0D772C1E9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5861F19-C395-C140-A627-53E0D772C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4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95583A5-5C33-E942-A2AC-E00EFC2FE54A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95583A5-5C33-E942-A2AC-E00EFC2FE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88751412-A3C4-6742-9B57-A50D81BA1E34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88751412-A3C4-6742-9B57-A50D81BA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50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直线箭头连接符 178">
              <a:extLst>
                <a:ext uri="{FF2B5EF4-FFF2-40B4-BE49-F238E27FC236}">
                  <a16:creationId xmlns:a16="http://schemas.microsoft.com/office/drawing/2014/main" id="{F2963ABF-0DE7-FF47-98B9-4381609158AE}"/>
                </a:ext>
              </a:extLst>
            </p:cNvPr>
            <p:cNvCxnSpPr>
              <a:cxnSpLocks/>
              <a:stCxn id="169" idx="6"/>
              <a:endCxn id="170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22FEB5F8-1B64-FB44-B7BF-3D20D19645DA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22FEB5F8-1B64-FB44-B7BF-3D20D1964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65CA6204-5D9B-BF4C-9D33-4D181018AF84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82" name="直线箭头连接符 181">
              <a:extLst>
                <a:ext uri="{FF2B5EF4-FFF2-40B4-BE49-F238E27FC236}">
                  <a16:creationId xmlns:a16="http://schemas.microsoft.com/office/drawing/2014/main" id="{3B9FEC53-39E3-2645-B1FF-571BE3E4A5FE}"/>
                </a:ext>
              </a:extLst>
            </p:cNvPr>
            <p:cNvCxnSpPr>
              <a:cxnSpLocks/>
              <a:stCxn id="170" idx="6"/>
              <a:endCxn id="181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2BEB5CA9-8178-4746-888D-BA8B3CBF003E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2BEB5CA9-8178-4746-888D-BA8B3CBF0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52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D8F7C1D8-EFF5-0340-B7CE-74907BFF77A3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638383"/>
      </p:ext>
    </p:extLst>
  </p:cSld>
  <p:clrMapOvr>
    <a:masterClrMapping/>
  </p:clrMapOvr>
  <p:transition spd="slow">
    <p:strips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/>
              <p:nvPr/>
            </p:nvSpPr>
            <p:spPr>
              <a:xfrm>
                <a:off x="5951190" y="4207697"/>
                <a:ext cx="5130059" cy="1489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800" i="1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/>
              </a:p>
              <a:p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zh-CN" altLang="en-US" sz="2800" dirty="0"/>
                  <a:t> </a:t>
                </a:r>
                <a:endParaRPr kumimoji="1" lang="en-US" altLang="zh-CN" sz="28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90" y="4207697"/>
                <a:ext cx="5130059" cy="1489382"/>
              </a:xfrm>
              <a:prstGeom prst="rect">
                <a:avLst/>
              </a:prstGeom>
              <a:blipFill>
                <a:blip r:embed="rId2"/>
                <a:stretch>
                  <a:fillRect l="-3457" t="-2542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本框 63">
            <a:extLst>
              <a:ext uri="{FF2B5EF4-FFF2-40B4-BE49-F238E27FC236}">
                <a16:creationId xmlns:a16="http://schemas.microsoft.com/office/drawing/2014/main" id="{599659E9-D8F1-B443-8774-E779E1D14950}"/>
              </a:ext>
            </a:extLst>
          </p:cNvPr>
          <p:cNvSpPr txBox="1"/>
          <p:nvPr/>
        </p:nvSpPr>
        <p:spPr>
          <a:xfrm>
            <a:off x="5303571" y="4240905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3" name="第1题">
            <a:extLst>
              <a:ext uri="{FF2B5EF4-FFF2-40B4-BE49-F238E27FC236}">
                <a16:creationId xmlns:a16="http://schemas.microsoft.com/office/drawing/2014/main" id="{BADF510B-9680-A542-AB9B-316E0A19E606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60A4C312-EF71-2942-88F5-6987EA946980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261753D-3D84-4945-A08D-98F41725F5D3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59D68A6C-96A3-9940-AE3C-B121A12DF433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5A21275B-3D39-1E48-B720-A5E0BCFC6C42}"/>
                </a:ext>
              </a:extLst>
            </p:cNvPr>
            <p:cNvCxnSpPr>
              <a:cxnSpLocks/>
              <a:stCxn id="67" idx="6"/>
              <a:endCxn id="68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曲线连接符 70">
              <a:extLst>
                <a:ext uri="{FF2B5EF4-FFF2-40B4-BE49-F238E27FC236}">
                  <a16:creationId xmlns:a16="http://schemas.microsoft.com/office/drawing/2014/main" id="{152B3754-F8E7-CD4A-BC13-8B6AFE869CE4}"/>
                </a:ext>
              </a:extLst>
            </p:cNvPr>
            <p:cNvCxnSpPr>
              <a:cxnSpLocks/>
              <a:stCxn id="68" idx="4"/>
              <a:endCxn id="69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曲线连接符 72">
              <a:extLst>
                <a:ext uri="{FF2B5EF4-FFF2-40B4-BE49-F238E27FC236}">
                  <a16:creationId xmlns:a16="http://schemas.microsoft.com/office/drawing/2014/main" id="{2668960A-9F95-B341-BBD9-0A689C61911A}"/>
                </a:ext>
              </a:extLst>
            </p:cNvPr>
            <p:cNvCxnSpPr>
              <a:cxnSpLocks/>
              <a:stCxn id="68" idx="0"/>
              <a:endCxn id="69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18BBBEA-B2EF-D247-A92D-11874D0AF13A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18BBBEA-B2EF-D247-A92D-11874D0AF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8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1552156-21B5-2147-B951-DF5D418F59BF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1552156-21B5-2147-B951-DF5D418F5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2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377D656-8FF3-1247-8CBD-672303CAD482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377D656-8FF3-1247-8CBD-672303CAD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61A97E3-C2F5-154A-B752-C472B5554527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61A97E3-C2F5-154A-B752-C472B5554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3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07D0AF7C-A0D2-3941-9ECD-1ADA780E6286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07D0AF7C-A0D2-3941-9ECD-1ADA780E6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04D2BDE-D603-FB4A-9A2E-2DE97079D03A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04D2BDE-D603-FB4A-9A2E-2DE97079D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33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29470E3-11F3-C24A-B5F1-2D20F1C2B230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5" name="第2题">
            <a:extLst>
              <a:ext uri="{FF2B5EF4-FFF2-40B4-BE49-F238E27FC236}">
                <a16:creationId xmlns:a16="http://schemas.microsoft.com/office/drawing/2014/main" id="{7AA0F60A-FF28-474B-A9F0-67353E1AC67B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29A134FE-4E01-3540-9CAF-0755B2279E35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50899AB-EEC0-CD47-834E-CBD1FB8D6FCF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B391670-F01B-D74A-AEAB-837DCB34F25C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9" name="曲线连接符 88">
              <a:extLst>
                <a:ext uri="{FF2B5EF4-FFF2-40B4-BE49-F238E27FC236}">
                  <a16:creationId xmlns:a16="http://schemas.microsoft.com/office/drawing/2014/main" id="{EA0CAD89-B445-CE40-A519-FF4AAD0ADCF2}"/>
                </a:ext>
              </a:extLst>
            </p:cNvPr>
            <p:cNvCxnSpPr>
              <a:cxnSpLocks/>
              <a:stCxn id="86" idx="5"/>
              <a:endCxn id="88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曲线连接符 91">
              <a:extLst>
                <a:ext uri="{FF2B5EF4-FFF2-40B4-BE49-F238E27FC236}">
                  <a16:creationId xmlns:a16="http://schemas.microsoft.com/office/drawing/2014/main" id="{0D1BD3C1-7DDB-1743-A550-D042B7E7DFD1}"/>
                </a:ext>
              </a:extLst>
            </p:cNvPr>
            <p:cNvCxnSpPr>
              <a:cxnSpLocks/>
              <a:stCxn id="87" idx="6"/>
              <a:endCxn id="88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FA53E7B-B620-4844-96AA-73117FBE40D6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FA53E7B-B620-4844-96AA-73117FBE4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3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A511F9D7-781A-B648-B36E-05F9648A420C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A511F9D7-781A-B648-B36E-05F9648A4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3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6A858E6-51AD-9D41-BD32-D1CE54A71973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6A858E6-51AD-9D41-BD32-D1CE54A7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364F8BF-461A-0A46-A6F1-0816A690CD6E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364F8BF-461A-0A46-A6F1-0816A690C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3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526D4853-C7C3-174E-ABBA-862F0D8E39F1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526D4853-C7C3-174E-ABBA-862F0D8E3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曲线连接符 97">
              <a:extLst>
                <a:ext uri="{FF2B5EF4-FFF2-40B4-BE49-F238E27FC236}">
                  <a16:creationId xmlns:a16="http://schemas.microsoft.com/office/drawing/2014/main" id="{D94760C4-4433-8942-9BB1-29C0B99F530A}"/>
                </a:ext>
              </a:extLst>
            </p:cNvPr>
            <p:cNvCxnSpPr>
              <a:cxnSpLocks/>
              <a:stCxn id="86" idx="0"/>
              <a:endCxn id="87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2B66EABD-5520-FF49-9D1B-4491CDC259F1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2B66EABD-5520-FF49-9D1B-4491CDC25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39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B11AAC54-E8AF-FA4C-A6F7-0552006EE9F4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1" name="第3题">
            <a:extLst>
              <a:ext uri="{FF2B5EF4-FFF2-40B4-BE49-F238E27FC236}">
                <a16:creationId xmlns:a16="http://schemas.microsoft.com/office/drawing/2014/main" id="{E2D1B5F7-9167-104F-BAD0-A7C98AD50EAD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DC2ED698-71EA-9D46-82FC-15588DF17AF0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6F8F5ECF-36EA-0B41-859D-E35F008ABCE0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10D4EAC5-AB9E-9C4D-A199-746A8974342C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56" name="直线箭头连接符 155">
              <a:extLst>
                <a:ext uri="{FF2B5EF4-FFF2-40B4-BE49-F238E27FC236}">
                  <a16:creationId xmlns:a16="http://schemas.microsoft.com/office/drawing/2014/main" id="{4F765A5A-C0DC-644F-B3DA-3CFF4F8EC39C}"/>
                </a:ext>
              </a:extLst>
            </p:cNvPr>
            <p:cNvCxnSpPr>
              <a:cxnSpLocks/>
              <a:stCxn id="106" idx="6"/>
              <a:endCxn id="154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曲线连接符 156">
              <a:extLst>
                <a:ext uri="{FF2B5EF4-FFF2-40B4-BE49-F238E27FC236}">
                  <a16:creationId xmlns:a16="http://schemas.microsoft.com/office/drawing/2014/main" id="{1DEF31E3-2DA9-9344-AD06-6B50BF462005}"/>
                </a:ext>
              </a:extLst>
            </p:cNvPr>
            <p:cNvCxnSpPr>
              <a:cxnSpLocks/>
              <a:stCxn id="155" idx="4"/>
              <a:endCxn id="154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曲线连接符 157">
              <a:extLst>
                <a:ext uri="{FF2B5EF4-FFF2-40B4-BE49-F238E27FC236}">
                  <a16:creationId xmlns:a16="http://schemas.microsoft.com/office/drawing/2014/main" id="{5E654A46-3F65-4747-9373-B073FF859540}"/>
                </a:ext>
              </a:extLst>
            </p:cNvPr>
            <p:cNvCxnSpPr>
              <a:cxnSpLocks/>
              <a:stCxn id="154" idx="0"/>
              <a:endCxn id="155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C05B7D63-2375-6E4A-86C0-B43D0C162C1D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C05B7D63-2375-6E4A-86C0-B43D0C162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2811B4D-355A-0C42-8E41-9B38D2507DE5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2811B4D-355A-0C42-8E41-9B38D2507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4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B3A94465-D7BA-6B45-A487-BF24BAC091E8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B3A94465-D7BA-6B45-A487-BF24BAC09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AAA4E455-7997-194F-92FD-01B6F5A693F4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AAA4E455-7997-194F-92FD-01B6F5A69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4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2324B04F-8600-DD47-9ED0-AE8860AF78EF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2324B04F-8600-DD47-9ED0-AE8860AF7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20187D60-75DD-A44E-9EDC-CD645BE10419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20187D60-75DD-A44E-9EDC-CD645BE10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45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5" name="直线箭头连接符 164">
              <a:extLst>
                <a:ext uri="{FF2B5EF4-FFF2-40B4-BE49-F238E27FC236}">
                  <a16:creationId xmlns:a16="http://schemas.microsoft.com/office/drawing/2014/main" id="{C669C900-90B1-254C-9AA5-9CC5D3F23315}"/>
                </a:ext>
              </a:extLst>
            </p:cNvPr>
            <p:cNvCxnSpPr>
              <a:cxnSpLocks/>
              <a:stCxn id="154" idx="6"/>
              <a:endCxn id="155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F0E36C7E-829E-EE48-9B7F-682B67B57097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F0E36C7E-829E-EE48-9B7F-682B67B57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4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4B0C151-3581-D746-AC7E-84B91D6CBEF0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68" name="第4题" hidden="1">
            <a:extLst>
              <a:ext uri="{FF2B5EF4-FFF2-40B4-BE49-F238E27FC236}">
                <a16:creationId xmlns:a16="http://schemas.microsoft.com/office/drawing/2014/main" id="{9C49BE37-9C29-B44F-9229-D14977E29654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BEDAC287-F9E0-1043-B64F-6F8C53B7901C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948C2F23-556C-BE4A-B276-871B4DCDACF0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B6141CA9-37DA-F14A-8A51-C6D3E3448538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72" name="直线箭头连接符 171">
              <a:extLst>
                <a:ext uri="{FF2B5EF4-FFF2-40B4-BE49-F238E27FC236}">
                  <a16:creationId xmlns:a16="http://schemas.microsoft.com/office/drawing/2014/main" id="{44AD288C-15DC-E64F-8A78-9FD902F09C68}"/>
                </a:ext>
              </a:extLst>
            </p:cNvPr>
            <p:cNvCxnSpPr>
              <a:cxnSpLocks/>
              <a:stCxn id="169" idx="6"/>
              <a:endCxn id="170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曲线连接符 172">
              <a:extLst>
                <a:ext uri="{FF2B5EF4-FFF2-40B4-BE49-F238E27FC236}">
                  <a16:creationId xmlns:a16="http://schemas.microsoft.com/office/drawing/2014/main" id="{BCE2230D-2616-904B-9B0D-F6CEEC3CBE21}"/>
                </a:ext>
              </a:extLst>
            </p:cNvPr>
            <p:cNvCxnSpPr>
              <a:cxnSpLocks/>
              <a:stCxn id="182" idx="4"/>
              <a:endCxn id="170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2436088-7A76-9B4B-B195-85AF79429855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2436088-7A76-9B4B-B195-85AF79429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8D4495F5-6976-4648-A5A4-8481298D58F7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8D4495F5-6976-4648-A5A4-8481298D5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47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5830698-171A-6E41-9A5E-5D105B12C308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5830698-171A-6E41-9A5E-5D105B12C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FF6BC43-9775-2241-88B3-196969A940D4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FF6BC43-9775-2241-88B3-196969A94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4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AE976BC5-B973-DB41-ADB2-0B3D5043EF1F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AE976BC5-B973-DB41-ADB2-0B3D5043E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A1BE145C-1CEC-B641-9FBF-ABCCF7B60F46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A1BE145C-1CEC-B641-9FBF-ABCCF7B60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50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0" name="直线箭头连接符 179">
              <a:extLst>
                <a:ext uri="{FF2B5EF4-FFF2-40B4-BE49-F238E27FC236}">
                  <a16:creationId xmlns:a16="http://schemas.microsoft.com/office/drawing/2014/main" id="{C16FD0FA-14AD-4245-9223-1D6EC9F0ECE3}"/>
                </a:ext>
              </a:extLst>
            </p:cNvPr>
            <p:cNvCxnSpPr>
              <a:cxnSpLocks/>
              <a:stCxn id="170" idx="6"/>
              <a:endCxn id="171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9DF58144-1C76-0641-A3E5-A5622A1CAD72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9DF58144-1C76-0641-A3E5-A5622A1CAD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43DC2BEA-6D45-9849-9BF5-2738CCB3EE48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83" name="直线箭头连接符 182">
              <a:extLst>
                <a:ext uri="{FF2B5EF4-FFF2-40B4-BE49-F238E27FC236}">
                  <a16:creationId xmlns:a16="http://schemas.microsoft.com/office/drawing/2014/main" id="{22CCC4E4-730F-BE42-9CED-812205D9A42F}"/>
                </a:ext>
              </a:extLst>
            </p:cNvPr>
            <p:cNvCxnSpPr>
              <a:cxnSpLocks/>
              <a:stCxn id="171" idx="6"/>
              <a:endCxn id="182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F8404E5C-C48E-444B-B03B-D28E3C5FF366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F8404E5C-C48E-444B-B03B-D28E3C5FF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52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9EA11A41-EBE5-C047-BBC6-3D8F4C23E7CE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7694721"/>
      </p:ext>
    </p:extLst>
  </p:cSld>
  <p:clrMapOvr>
    <a:masterClrMapping/>
  </p:clrMapOvr>
  <p:transition spd="slow">
    <p:strips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答题区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/>
              <p:nvPr/>
            </p:nvSpPr>
            <p:spPr>
              <a:xfrm>
                <a:off x="5951190" y="4207697"/>
                <a:ext cx="5315558" cy="2181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800" i="1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kumimoji="1" lang="en-US" altLang="zh-CN" sz="28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90" y="4207697"/>
                <a:ext cx="5315558" cy="2181175"/>
              </a:xfrm>
              <a:prstGeom prst="rect">
                <a:avLst/>
              </a:prstGeom>
              <a:blipFill>
                <a:blip r:embed="rId27"/>
                <a:stretch>
                  <a:fillRect l="-3333" t="-1734" b="-2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本框 63">
            <a:extLst>
              <a:ext uri="{FF2B5EF4-FFF2-40B4-BE49-F238E27FC236}">
                <a16:creationId xmlns:a16="http://schemas.microsoft.com/office/drawing/2014/main" id="{E04EBCEF-4B40-B644-BF32-4A4BD7D4EEDB}"/>
              </a:ext>
            </a:extLst>
          </p:cNvPr>
          <p:cNvSpPr txBox="1"/>
          <p:nvPr/>
        </p:nvSpPr>
        <p:spPr>
          <a:xfrm>
            <a:off x="5303571" y="4240905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5" name="第1题">
            <a:extLst>
              <a:ext uri="{FF2B5EF4-FFF2-40B4-BE49-F238E27FC236}">
                <a16:creationId xmlns:a16="http://schemas.microsoft.com/office/drawing/2014/main" id="{B1B72074-0B4D-654C-846F-D0C922C53721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3FCD771-E538-E241-8D84-CCCD3B34D0B4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83D8A1A1-254A-5F4D-BFC4-23E22DB95044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4E233783-8295-0742-9A83-4B598B5156DC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FAB7C557-AA67-1548-AE70-BB022E01A08E}"/>
                </a:ext>
              </a:extLst>
            </p:cNvPr>
            <p:cNvCxnSpPr>
              <a:cxnSpLocks/>
              <a:stCxn id="65" idx="6"/>
              <a:endCxn id="66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曲线连接符 81">
              <a:extLst>
                <a:ext uri="{FF2B5EF4-FFF2-40B4-BE49-F238E27FC236}">
                  <a16:creationId xmlns:a16="http://schemas.microsoft.com/office/drawing/2014/main" id="{C4BF1089-2871-AC41-A929-7BD09A54BDF6}"/>
                </a:ext>
              </a:extLst>
            </p:cNvPr>
            <p:cNvCxnSpPr>
              <a:cxnSpLocks/>
              <a:stCxn id="66" idx="4"/>
              <a:endCxn id="72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曲线连接符 82">
              <a:extLst>
                <a:ext uri="{FF2B5EF4-FFF2-40B4-BE49-F238E27FC236}">
                  <a16:creationId xmlns:a16="http://schemas.microsoft.com/office/drawing/2014/main" id="{72898A4E-D27B-064A-A00A-C0E7C8CC509E}"/>
                </a:ext>
              </a:extLst>
            </p:cNvPr>
            <p:cNvCxnSpPr>
              <a:cxnSpLocks/>
              <a:stCxn id="66" idx="0"/>
              <a:endCxn id="72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008CCB8-AF3A-1A4E-841F-50121B315D15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008CCB8-AF3A-1A4E-841F-50121B31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8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0CADCF5-8A06-904C-8754-FB2F5814956F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0CADCF5-8A06-904C-8754-FB2F581495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2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E95182AC-E0B7-E348-B093-1B4B66FA9BC2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E95182AC-E0B7-E348-B093-1B4B66FA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7246FDB-4A81-CB4A-AF32-72CE01471FCB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7246FDB-4A81-CB4A-AF32-72CE01471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3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5290FFA-A20C-6F4D-A136-B485423A0C57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5290FFA-A20C-6F4D-A136-B485423A0C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77797DD0-F8A8-6D45-8FA2-D55187D65E61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77797DD0-F8A8-6D45-8FA2-D55187D65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33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D51BCBBD-70B7-304A-9FC5-1F70570A86EB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" name="第2题">
            <a:extLst>
              <a:ext uri="{FF2B5EF4-FFF2-40B4-BE49-F238E27FC236}">
                <a16:creationId xmlns:a16="http://schemas.microsoft.com/office/drawing/2014/main" id="{B8FF0EC2-0901-F34E-A06E-C50EACFB1808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C47BF9CE-A007-5B4E-9067-51B6DEF9F0FB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A147E295-F72A-5F49-8235-598AE223AE12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CA95DF3A-3B32-2040-A018-32921D4B66E0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09" name="曲线连接符 108">
              <a:extLst>
                <a:ext uri="{FF2B5EF4-FFF2-40B4-BE49-F238E27FC236}">
                  <a16:creationId xmlns:a16="http://schemas.microsoft.com/office/drawing/2014/main" id="{B5893B92-6245-6647-804E-AFEA35CEE1A0}"/>
                </a:ext>
              </a:extLst>
            </p:cNvPr>
            <p:cNvCxnSpPr>
              <a:cxnSpLocks/>
              <a:stCxn id="104" idx="5"/>
              <a:endCxn id="108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曲线连接符 109">
              <a:extLst>
                <a:ext uri="{FF2B5EF4-FFF2-40B4-BE49-F238E27FC236}">
                  <a16:creationId xmlns:a16="http://schemas.microsoft.com/office/drawing/2014/main" id="{99FF563E-8993-B542-BA03-AADE13717C81}"/>
                </a:ext>
              </a:extLst>
            </p:cNvPr>
            <p:cNvCxnSpPr>
              <a:cxnSpLocks/>
              <a:stCxn id="105" idx="6"/>
              <a:endCxn id="108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BA8B8B2-6533-5247-8EB1-B8FD9E321D4C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BA8B8B2-6533-5247-8EB1-B8FD9E321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3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E686F25-ADF6-DD45-BD72-604AB9126CFA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E686F25-ADF6-DD45-BD72-604AB9126C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3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F573507-4F9E-A24E-BBFC-934A54DCA815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F573507-4F9E-A24E-BBFC-934A54DCA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FF646F54-E349-5C4A-85A6-543458F53018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FF646F54-E349-5C4A-85A6-543458F53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3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9CCA40F-7FA9-CD4F-8E10-03E264C0802C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9CCA40F-7FA9-CD4F-8E10-03E264C08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曲线连接符 116">
              <a:extLst>
                <a:ext uri="{FF2B5EF4-FFF2-40B4-BE49-F238E27FC236}">
                  <a16:creationId xmlns:a16="http://schemas.microsoft.com/office/drawing/2014/main" id="{F04E005E-7530-0B42-9091-1A0E6ECE8CDD}"/>
                </a:ext>
              </a:extLst>
            </p:cNvPr>
            <p:cNvCxnSpPr>
              <a:cxnSpLocks/>
              <a:stCxn id="104" idx="0"/>
              <a:endCxn id="105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C30FBDAD-E6CF-B245-9B5C-EF55EF72A5B0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C30FBDAD-E6CF-B245-9B5C-EF55EF72A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39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26E26E5-3291-644B-BC97-4DF1A3ADFCEC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" name="第3题">
            <a:extLst>
              <a:ext uri="{FF2B5EF4-FFF2-40B4-BE49-F238E27FC236}">
                <a16:creationId xmlns:a16="http://schemas.microsoft.com/office/drawing/2014/main" id="{7D0B371E-8083-3748-BCFA-C60DA5A588FD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A01E88A-17CD-6B47-BECF-44F4F3999F70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01DCEFAD-3F28-904F-AE37-03DA1E425E79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AAAACB4D-441B-7148-8C7C-609E820AC3B3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23" name="直线箭头连接符 122">
              <a:extLst>
                <a:ext uri="{FF2B5EF4-FFF2-40B4-BE49-F238E27FC236}">
                  <a16:creationId xmlns:a16="http://schemas.microsoft.com/office/drawing/2014/main" id="{6A43CD12-1F2E-F448-8034-F34ACE7B1FBF}"/>
                </a:ext>
              </a:extLst>
            </p:cNvPr>
            <p:cNvCxnSpPr>
              <a:cxnSpLocks/>
              <a:stCxn id="120" idx="6"/>
              <a:endCxn id="121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曲线连接符 123">
              <a:extLst>
                <a:ext uri="{FF2B5EF4-FFF2-40B4-BE49-F238E27FC236}">
                  <a16:creationId xmlns:a16="http://schemas.microsoft.com/office/drawing/2014/main" id="{79A41150-2DAF-5C4C-84AC-6577D0C26F50}"/>
                </a:ext>
              </a:extLst>
            </p:cNvPr>
            <p:cNvCxnSpPr>
              <a:cxnSpLocks/>
              <a:stCxn id="122" idx="4"/>
              <a:endCxn id="121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曲线连接符 124">
              <a:extLst>
                <a:ext uri="{FF2B5EF4-FFF2-40B4-BE49-F238E27FC236}">
                  <a16:creationId xmlns:a16="http://schemas.microsoft.com/office/drawing/2014/main" id="{485C10DA-76FF-B54B-8478-E1639D1F885E}"/>
                </a:ext>
              </a:extLst>
            </p:cNvPr>
            <p:cNvCxnSpPr>
              <a:cxnSpLocks/>
              <a:stCxn id="121" idx="0"/>
              <a:endCxn id="122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57BA51B1-75A7-E043-9F8C-978FB61C90A2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57BA51B1-75A7-E043-9F8C-978FB61C90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46217AB-63F5-3E4F-94C7-F13AA327271D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46217AB-63F5-3E4F-94C7-F13AA3272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4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5E22A-4082-2E41-8E0B-5779B78B1BE1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5E22A-4082-2E41-8E0B-5779B78B1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C1477C2B-DA8F-AF47-94B9-A12BA86180E2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C1477C2B-DA8F-AF47-94B9-A12BA8618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4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4A39C90-164F-6C49-A283-E5B9FB7285BC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4A39C90-164F-6C49-A283-E5B9FB728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92C03EBD-55C2-5C47-91A2-47881B3647F9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92C03EBD-55C2-5C47-91A2-47881B364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45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直线箭头连接符 131">
              <a:extLst>
                <a:ext uri="{FF2B5EF4-FFF2-40B4-BE49-F238E27FC236}">
                  <a16:creationId xmlns:a16="http://schemas.microsoft.com/office/drawing/2014/main" id="{1834DE65-1730-BA4C-97EF-0CA14DDDC7B7}"/>
                </a:ext>
              </a:extLst>
            </p:cNvPr>
            <p:cNvCxnSpPr>
              <a:cxnSpLocks/>
              <a:stCxn id="121" idx="6"/>
              <a:endCxn id="122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34F1835-3C88-F74C-8D4C-1EF70625783C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34F1835-3C88-F74C-8D4C-1EF706257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4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ED4A76F4-F8EC-9A46-8EF5-A5E94690AFEA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" name="第4题" hidden="1">
            <a:extLst>
              <a:ext uri="{FF2B5EF4-FFF2-40B4-BE49-F238E27FC236}">
                <a16:creationId xmlns:a16="http://schemas.microsoft.com/office/drawing/2014/main" id="{9AE7B84E-2C27-714A-91E7-74BD2C056FAD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30ACF7DA-EC8C-A847-A7B5-8E3A88223EA6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5E5AD024-15BA-904A-B01D-3FC5D6C01364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481E2EE7-EC7C-0141-842B-2F7378AD1535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37" name="直线箭头连接符 136">
              <a:extLst>
                <a:ext uri="{FF2B5EF4-FFF2-40B4-BE49-F238E27FC236}">
                  <a16:creationId xmlns:a16="http://schemas.microsoft.com/office/drawing/2014/main" id="{196CE331-2FFC-3C49-8E7F-9D69636FDDE4}"/>
                </a:ext>
              </a:extLst>
            </p:cNvPr>
            <p:cNvCxnSpPr>
              <a:cxnSpLocks/>
              <a:stCxn id="134" idx="6"/>
              <a:endCxn id="135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曲线连接符 137">
              <a:extLst>
                <a:ext uri="{FF2B5EF4-FFF2-40B4-BE49-F238E27FC236}">
                  <a16:creationId xmlns:a16="http://schemas.microsoft.com/office/drawing/2014/main" id="{133E2596-3AA7-0641-9AA2-7ED0912033E8}"/>
                </a:ext>
              </a:extLst>
            </p:cNvPr>
            <p:cNvCxnSpPr>
              <a:cxnSpLocks/>
              <a:stCxn id="147" idx="4"/>
              <a:endCxn id="135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EF3DD59-D8C0-C04B-848F-FE6ADCB83C14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EF3DD59-D8C0-C04B-848F-FE6ADCB83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6E0FEC4-4E32-7F49-82FE-2104796F3CF5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6E0FEC4-4E32-7F49-82FE-2104796F3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47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AE6A499-73C6-2A44-B224-7B4F86281FFB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AE6A499-73C6-2A44-B224-7B4F86281F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B086C47-D8D4-0042-BB9F-50DEA560F37E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B086C47-D8D4-0042-BB9F-50DEA560F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4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5F43DFF5-DEB9-FB40-974C-619C3D344E8A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5F43DFF5-DEB9-FB40-974C-619C3D344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42D9B863-7373-8A49-98E8-373C9F9E138A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42D9B863-7373-8A49-98E8-373C9F9E1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50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5" name="直线箭头连接符 144">
              <a:extLst>
                <a:ext uri="{FF2B5EF4-FFF2-40B4-BE49-F238E27FC236}">
                  <a16:creationId xmlns:a16="http://schemas.microsoft.com/office/drawing/2014/main" id="{D5F0935B-771F-1F44-AB97-CB815EF8C4E4}"/>
                </a:ext>
              </a:extLst>
            </p:cNvPr>
            <p:cNvCxnSpPr>
              <a:cxnSpLocks/>
              <a:stCxn id="135" idx="6"/>
              <a:endCxn id="136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12E69AB-6E56-2C48-B4F8-68913E405771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12E69AB-6E56-2C48-B4F8-68913E405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0F049189-E54F-074B-A66F-12B5699CA472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48" name="直线箭头连接符 147">
              <a:extLst>
                <a:ext uri="{FF2B5EF4-FFF2-40B4-BE49-F238E27FC236}">
                  <a16:creationId xmlns:a16="http://schemas.microsoft.com/office/drawing/2014/main" id="{F052935D-7504-9D41-8BD3-9D0FBDBA3430}"/>
                </a:ext>
              </a:extLst>
            </p:cNvPr>
            <p:cNvCxnSpPr>
              <a:cxnSpLocks/>
              <a:stCxn id="136" idx="6"/>
              <a:endCxn id="147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3EE7219-9D3F-C24D-B768-2AB13BD5643A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3EE7219-9D3F-C24D-B768-2AB13BD56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52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389A8D12-E6A2-4246-9C6C-BDBBC23A827B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7438418"/>
      </p:ext>
    </p:extLst>
  </p:cSld>
  <p:clrMapOvr>
    <a:masterClrMapping/>
  </p:clrMapOvr>
  <p:transition spd="slow">
    <p:strips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文本框 111">
            <a:extLst>
              <a:ext uri="{FF2B5EF4-FFF2-40B4-BE49-F238E27FC236}">
                <a16:creationId xmlns:a16="http://schemas.microsoft.com/office/drawing/2014/main" id="{42233D31-D6BD-8D4C-BE1E-0242B31C67BB}"/>
              </a:ext>
            </a:extLst>
          </p:cNvPr>
          <p:cNvSpPr txBox="1"/>
          <p:nvPr/>
        </p:nvSpPr>
        <p:spPr>
          <a:xfrm>
            <a:off x="1025140" y="338472"/>
            <a:ext cx="4580517" cy="1328023"/>
          </a:xfrm>
          <a:prstGeom prst="flowChartAlternateProcess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00B050"/>
                </a:solidFill>
              </a:rPr>
              <a:t>回路：同一节点出发，回到该节点的路径，路径上所有节点仅穿越一次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CD306A0-5141-4940-9EE9-14C556A050F9}"/>
                  </a:ext>
                </a:extLst>
              </p:cNvPr>
              <p:cNvSpPr txBox="1"/>
              <p:nvPr/>
            </p:nvSpPr>
            <p:spPr>
              <a:xfrm>
                <a:off x="4511030" y="1424363"/>
                <a:ext cx="3168352" cy="1509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CD306A0-5141-4940-9EE9-14C556A0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030" y="1424363"/>
                <a:ext cx="3168352" cy="1509837"/>
              </a:xfrm>
              <a:prstGeom prst="rect">
                <a:avLst/>
              </a:prstGeom>
              <a:blipFill>
                <a:blip r:embed="rId3"/>
                <a:stretch>
                  <a:fillRect l="-12800" t="-122689" r="-800" b="-184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404FFB7-0603-5E47-8D0D-C56070CFDEE5}"/>
                  </a:ext>
                </a:extLst>
              </p:cNvPr>
              <p:cNvSpPr txBox="1"/>
              <p:nvPr/>
            </p:nvSpPr>
            <p:spPr>
              <a:xfrm>
                <a:off x="2978088" y="3138514"/>
                <a:ext cx="7704856" cy="851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404FFB7-0603-5E47-8D0D-C56070CFD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88" y="3138514"/>
                <a:ext cx="7704856" cy="851452"/>
              </a:xfrm>
              <a:prstGeom prst="rect">
                <a:avLst/>
              </a:prstGeom>
              <a:blipFill>
                <a:blip r:embed="rId4"/>
                <a:stretch>
                  <a:fillRect l="-165" t="-188235" b="-25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FAAD948-2252-B74A-994E-8E0A828B046C}"/>
                  </a:ext>
                </a:extLst>
              </p:cNvPr>
              <p:cNvSpPr txBox="1"/>
              <p:nvPr/>
            </p:nvSpPr>
            <p:spPr>
              <a:xfrm>
                <a:off x="1774726" y="4111883"/>
                <a:ext cx="838622" cy="774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1"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FAAD948-2252-B74A-994E-8E0A828B0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726" y="4111883"/>
                <a:ext cx="838622" cy="774827"/>
              </a:xfrm>
              <a:prstGeom prst="rect">
                <a:avLst/>
              </a:prstGeom>
              <a:blipFill>
                <a:blip r:embed="rId5"/>
                <a:stretch>
                  <a:fillRect l="-126866" t="-178689" r="-52239" b="-2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FFFEAFB-42A4-9340-A564-95A88715ECA3}"/>
                  </a:ext>
                </a:extLst>
              </p:cNvPr>
              <p:cNvSpPr txBox="1"/>
              <p:nvPr/>
            </p:nvSpPr>
            <p:spPr>
              <a:xfrm>
                <a:off x="1294635" y="4913986"/>
                <a:ext cx="1590914" cy="774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FFFEAFB-42A4-9340-A564-95A88715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635" y="4913986"/>
                <a:ext cx="1590914" cy="774827"/>
              </a:xfrm>
              <a:prstGeom prst="rect">
                <a:avLst/>
              </a:prstGeom>
              <a:blipFill>
                <a:blip r:embed="rId6"/>
                <a:stretch>
                  <a:fillRect l="-62205" t="-174194" b="-246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FE35C99A-77F2-E041-8D4A-71200D1BAEC1}"/>
                  </a:ext>
                </a:extLst>
              </p:cNvPr>
              <p:cNvSpPr txBox="1"/>
              <p:nvPr/>
            </p:nvSpPr>
            <p:spPr>
              <a:xfrm>
                <a:off x="838622" y="5716089"/>
                <a:ext cx="838622" cy="822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FE35C99A-77F2-E041-8D4A-71200D1BA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2" y="5716089"/>
                <a:ext cx="838622" cy="822148"/>
              </a:xfrm>
              <a:prstGeom prst="rect">
                <a:avLst/>
              </a:prstGeom>
              <a:blipFill>
                <a:blip r:embed="rId7"/>
                <a:stretch>
                  <a:fillRect l="-130303" t="-165152" r="-136364" b="-2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文本框 81">
            <a:extLst>
              <a:ext uri="{FF2B5EF4-FFF2-40B4-BE49-F238E27FC236}">
                <a16:creationId xmlns:a16="http://schemas.microsoft.com/office/drawing/2014/main" id="{71EE73DD-7046-1C44-BB4C-ED003D314B5A}"/>
              </a:ext>
            </a:extLst>
          </p:cNvPr>
          <p:cNvSpPr txBox="1"/>
          <p:nvPr/>
        </p:nvSpPr>
        <p:spPr>
          <a:xfrm>
            <a:off x="2926854" y="4968849"/>
            <a:ext cx="5616624" cy="578882"/>
          </a:xfrm>
          <a:prstGeom prst="flowChartAlternateProcess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/>
              <a:t>每                      回路增益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43E1A7F-44C2-AD49-8FEC-A85D92C3313C}"/>
              </a:ext>
            </a:extLst>
          </p:cNvPr>
          <p:cNvSpPr txBox="1"/>
          <p:nvPr/>
        </p:nvSpPr>
        <p:spPr>
          <a:xfrm>
            <a:off x="2909053" y="5785765"/>
            <a:ext cx="5634425" cy="578882"/>
          </a:xfrm>
          <a:prstGeom prst="flowChartAlternateProcess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/>
              <a:t>每三个互不接触回路增益乘积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3F82795-A59E-8B42-B359-6D7AE4029B95}"/>
              </a:ext>
            </a:extLst>
          </p:cNvPr>
          <p:cNvGrpSpPr/>
          <p:nvPr/>
        </p:nvGrpSpPr>
        <p:grpSpPr>
          <a:xfrm>
            <a:off x="1079020" y="1904529"/>
            <a:ext cx="3225479" cy="715089"/>
            <a:chOff x="1079020" y="1904529"/>
            <a:chExt cx="3225479" cy="71508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583C2C2-78D6-364C-8DD4-ABFFC117D0CC}"/>
                </a:ext>
              </a:extLst>
            </p:cNvPr>
            <p:cNvSpPr txBox="1"/>
            <p:nvPr/>
          </p:nvSpPr>
          <p:spPr>
            <a:xfrm>
              <a:off x="1079020" y="1904529"/>
              <a:ext cx="1656184" cy="715089"/>
            </a:xfrm>
            <a:prstGeom prst="flowChartAlternateProcess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总增益</a:t>
              </a:r>
            </a:p>
          </p:txBody>
        </p:sp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25958959-BA6D-8941-9901-B31A912EC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106094" flipH="1">
              <a:off x="3084747" y="2182325"/>
              <a:ext cx="1219752" cy="281620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47327B-26FB-1E43-B6DF-B476BD81E8C9}"/>
              </a:ext>
            </a:extLst>
          </p:cNvPr>
          <p:cNvGrpSpPr/>
          <p:nvPr/>
        </p:nvGrpSpPr>
        <p:grpSpPr>
          <a:xfrm>
            <a:off x="7154737" y="260648"/>
            <a:ext cx="3753419" cy="1678086"/>
            <a:chOff x="7154737" y="260648"/>
            <a:chExt cx="3753419" cy="1678086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3D1CF53-8A34-0D42-A0BC-94AC1362746D}"/>
                </a:ext>
              </a:extLst>
            </p:cNvPr>
            <p:cNvSpPr txBox="1"/>
            <p:nvPr/>
          </p:nvSpPr>
          <p:spPr>
            <a:xfrm>
              <a:off x="7907390" y="260648"/>
              <a:ext cx="3000766" cy="715089"/>
            </a:xfrm>
            <a:prstGeom prst="flowChartAlternateProcess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前向通路增益</a:t>
              </a:r>
            </a:p>
          </p:txBody>
        </p:sp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CABD04F7-455D-6246-85D0-DEF529E78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7498972" flipH="1">
              <a:off x="6685671" y="1188048"/>
              <a:ext cx="1219752" cy="281620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B8A1F18-BB73-DF45-9D61-037549AB422B}"/>
              </a:ext>
            </a:extLst>
          </p:cNvPr>
          <p:cNvGrpSpPr/>
          <p:nvPr/>
        </p:nvGrpSpPr>
        <p:grpSpPr>
          <a:xfrm>
            <a:off x="7623393" y="1810395"/>
            <a:ext cx="3284763" cy="715089"/>
            <a:chOff x="7623393" y="1810395"/>
            <a:chExt cx="3284763" cy="715089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126A640-D0C4-8F45-A5AB-38E69D9FC55E}"/>
                </a:ext>
              </a:extLst>
            </p:cNvPr>
            <p:cNvSpPr txBox="1"/>
            <p:nvPr/>
          </p:nvSpPr>
          <p:spPr>
            <a:xfrm>
              <a:off x="9251972" y="1810395"/>
              <a:ext cx="1656184" cy="715089"/>
            </a:xfrm>
            <a:prstGeom prst="flowChartAlternateProcess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余子式</a:t>
              </a:r>
            </a:p>
          </p:txBody>
        </p:sp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4AE1EEFC-645F-ED4E-95AF-175F513FE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9988637" flipH="1">
              <a:off x="7623393" y="1949100"/>
              <a:ext cx="1219752" cy="281620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23C94A8-CFA4-EF48-A3E7-4DBCDF8E291F}"/>
              </a:ext>
            </a:extLst>
          </p:cNvPr>
          <p:cNvSpPr txBox="1"/>
          <p:nvPr/>
        </p:nvSpPr>
        <p:spPr>
          <a:xfrm>
            <a:off x="7568659" y="58135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之和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E9A06DF2-2ECD-E148-994F-0F1952B9426C}"/>
              </a:ext>
            </a:extLst>
          </p:cNvPr>
          <p:cNvSpPr txBox="1"/>
          <p:nvPr/>
        </p:nvSpPr>
        <p:spPr>
          <a:xfrm>
            <a:off x="7247334" y="49966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之和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C917194-3268-AF4C-A58E-9AFCD598102D}"/>
              </a:ext>
            </a:extLst>
          </p:cNvPr>
          <p:cNvSpPr txBox="1"/>
          <p:nvPr/>
        </p:nvSpPr>
        <p:spPr>
          <a:xfrm>
            <a:off x="2926854" y="4182099"/>
            <a:ext cx="5616624" cy="578882"/>
          </a:xfrm>
          <a:prstGeom prst="flowChartAlternateProcess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/>
              <a:t>所有         增益之和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FF55AD1-6F0B-B64C-89A0-29B81EAF767E}"/>
              </a:ext>
            </a:extLst>
          </p:cNvPr>
          <p:cNvSpPr txBox="1"/>
          <p:nvPr/>
        </p:nvSpPr>
        <p:spPr>
          <a:xfrm>
            <a:off x="3677170" y="42120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回路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2CBDA9F-A078-C940-BBE0-A4AC5F39BE51}"/>
              </a:ext>
            </a:extLst>
          </p:cNvPr>
          <p:cNvSpPr txBox="1"/>
          <p:nvPr/>
        </p:nvSpPr>
        <p:spPr>
          <a:xfrm>
            <a:off x="3677170" y="49966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互不接触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7083E798-49B0-4F43-AB4B-D06FDACCA836}"/>
              </a:ext>
            </a:extLst>
          </p:cNvPr>
          <p:cNvSpPr txBox="1"/>
          <p:nvPr/>
        </p:nvSpPr>
        <p:spPr>
          <a:xfrm>
            <a:off x="3319219" y="499395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两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179CCD4-BBBE-4B42-9B10-72205D6C980F}"/>
              </a:ext>
            </a:extLst>
          </p:cNvPr>
          <p:cNvSpPr txBox="1"/>
          <p:nvPr/>
        </p:nvSpPr>
        <p:spPr>
          <a:xfrm>
            <a:off x="6527254" y="499395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乘积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87309F8-6910-4F4B-BE64-661A73CBED4E}"/>
              </a:ext>
            </a:extLst>
          </p:cNvPr>
          <p:cNvGrpSpPr/>
          <p:nvPr/>
        </p:nvGrpSpPr>
        <p:grpSpPr>
          <a:xfrm>
            <a:off x="1079020" y="2673093"/>
            <a:ext cx="4318701" cy="1227895"/>
            <a:chOff x="1079020" y="2673093"/>
            <a:chExt cx="4318701" cy="1227895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D478CE9-C3A7-6A46-A0BD-A2C33970C25B}"/>
                </a:ext>
              </a:extLst>
            </p:cNvPr>
            <p:cNvSpPr txBox="1"/>
            <p:nvPr/>
          </p:nvSpPr>
          <p:spPr>
            <a:xfrm>
              <a:off x="1079020" y="3185899"/>
              <a:ext cx="1656184" cy="715089"/>
            </a:xfrm>
            <a:prstGeom prst="flowChartAlternateProcess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特征式</a:t>
              </a:r>
            </a:p>
          </p:txBody>
        </p:sp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48FF34CB-B8E3-3C4C-A40B-BC442F731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0454202" flipH="1">
              <a:off x="3033750" y="2673093"/>
              <a:ext cx="2363971" cy="281620"/>
            </a:xfrm>
            <a:prstGeom prst="rect">
              <a:avLst/>
            </a:prstGeom>
          </p:spPr>
        </p:pic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533C9C7-3483-C647-823C-091EB9FB96B1}"/>
              </a:ext>
            </a:extLst>
          </p:cNvPr>
          <p:cNvSpPr txBox="1"/>
          <p:nvPr/>
        </p:nvSpPr>
        <p:spPr>
          <a:xfrm>
            <a:off x="1032780" y="350821"/>
            <a:ext cx="4572877" cy="1055608"/>
          </a:xfrm>
          <a:prstGeom prst="flowChartAlternateProcess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>
                    <a:lumMod val="75000"/>
                  </a:schemeClr>
                </a:solidFill>
              </a:rPr>
              <a:t>前向通路：由信号源节点出发到信号阱节点的信号通路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C52258A-5EA3-A84D-A7FA-657335BDF7EF}"/>
              </a:ext>
            </a:extLst>
          </p:cNvPr>
          <p:cNvSpPr txBox="1"/>
          <p:nvPr/>
        </p:nvSpPr>
        <p:spPr>
          <a:xfrm>
            <a:off x="1032996" y="361578"/>
            <a:ext cx="4580517" cy="1123712"/>
          </a:xfrm>
          <a:prstGeom prst="flowChartAlternateProcess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6"/>
                </a:solidFill>
              </a:rPr>
              <a:t>余子式：在特征式中除去与某条前向通路相接触的回路后的剩余特征式，称为该前向通路的余子式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438681C-01C5-1548-B31A-F4FE69DEA459}"/>
              </a:ext>
            </a:extLst>
          </p:cNvPr>
          <p:cNvSpPr txBox="1"/>
          <p:nvPr/>
        </p:nvSpPr>
        <p:spPr>
          <a:xfrm>
            <a:off x="4697973" y="3145959"/>
            <a:ext cx="3000766" cy="715089"/>
          </a:xfrm>
          <a:prstGeom prst="flowChartAlternateProcess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3600" dirty="0"/>
              <a:t>梅森增益公式</a:t>
            </a:r>
          </a:p>
        </p:txBody>
      </p:sp>
    </p:spTree>
    <p:extLst>
      <p:ext uri="{BB962C8B-B14F-4D97-AF65-F5344CB8AC3E}">
        <p14:creationId xmlns:p14="http://schemas.microsoft.com/office/powerpoint/2010/main" val="24610566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repeatCount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repeatCount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repeatCount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2" grpId="1" animBg="1"/>
      <p:bldP spid="64" grpId="0"/>
      <p:bldP spid="66" grpId="0"/>
      <p:bldP spid="72" grpId="0"/>
      <p:bldP spid="81" grpId="0"/>
      <p:bldP spid="82" grpId="0" animBg="1"/>
      <p:bldP spid="83" grpId="0" animBg="1"/>
      <p:bldP spid="8" grpId="0"/>
      <p:bldP spid="102" grpId="0"/>
      <p:bldP spid="102" grpId="1"/>
      <p:bldP spid="65" grpId="0" animBg="1"/>
      <p:bldP spid="103" grpId="0"/>
      <p:bldP spid="103" grpId="1"/>
      <p:bldP spid="104" grpId="0"/>
      <p:bldP spid="104" grpId="1"/>
      <p:bldP spid="105" grpId="0"/>
      <p:bldP spid="105" grpId="1"/>
      <p:bldP spid="108" grpId="0"/>
      <p:bldP spid="108" grpId="1"/>
      <p:bldP spid="110" grpId="0" animBg="1"/>
      <p:bldP spid="110" grpId="1" animBg="1"/>
      <p:bldP spid="113" grpId="0" animBg="1"/>
      <p:bldP spid="1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614452" y="332656"/>
            <a:ext cx="4775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船舶航行控制的要求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D7AC9BA-B7E0-FC33-FB49-D6736B7DB968}"/>
              </a:ext>
            </a:extLst>
          </p:cNvPr>
          <p:cNvSpPr txBox="1"/>
          <p:nvPr/>
        </p:nvSpPr>
        <p:spPr>
          <a:xfrm>
            <a:off x="1367303" y="1196752"/>
            <a:ext cx="2855695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航向稳定性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E1DF00D-F3CD-5AF8-02BF-73BCBC07DE64}"/>
              </a:ext>
            </a:extLst>
          </p:cNvPr>
          <p:cNvSpPr txBox="1"/>
          <p:nvPr/>
        </p:nvSpPr>
        <p:spPr>
          <a:xfrm>
            <a:off x="1334411" y="2286826"/>
            <a:ext cx="2896634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航行机动性</a:t>
            </a:r>
          </a:p>
        </p:txBody>
      </p:sp>
      <p:sp>
        <p:nvSpPr>
          <p:cNvPr id="38" name="ï$ľiďê">
            <a:extLst>
              <a:ext uri="{FF2B5EF4-FFF2-40B4-BE49-F238E27FC236}">
                <a16:creationId xmlns:a16="http://schemas.microsoft.com/office/drawing/2014/main" id="{0D84EE5B-24A7-C06D-C6B2-307EB322FF78}"/>
              </a:ext>
            </a:extLst>
          </p:cNvPr>
          <p:cNvSpPr/>
          <p:nvPr/>
        </p:nvSpPr>
        <p:spPr bwMode="auto">
          <a:xfrm>
            <a:off x="550590" y="119664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9" name="ï$ľiďê">
            <a:extLst>
              <a:ext uri="{FF2B5EF4-FFF2-40B4-BE49-F238E27FC236}">
                <a16:creationId xmlns:a16="http://schemas.microsoft.com/office/drawing/2014/main" id="{67588773-0667-1916-D8D7-05F9B581B590}"/>
              </a:ext>
            </a:extLst>
          </p:cNvPr>
          <p:cNvSpPr/>
          <p:nvPr/>
        </p:nvSpPr>
        <p:spPr bwMode="auto">
          <a:xfrm>
            <a:off x="542323" y="227673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3959F4E8-4EB5-7A13-C9D5-1DA3C2552268}"/>
              </a:ext>
            </a:extLst>
          </p:cNvPr>
          <p:cNvSpPr/>
          <p:nvPr/>
        </p:nvSpPr>
        <p:spPr>
          <a:xfrm>
            <a:off x="10185801" y="869950"/>
            <a:ext cx="1522481" cy="782600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2481" h="782600">
                <a:moveTo>
                  <a:pt x="1522481" y="782600"/>
                </a:moveTo>
                <a:cubicBezTo>
                  <a:pt x="313530" y="571838"/>
                  <a:pt x="131713" y="285919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41" name="任意形状 40">
            <a:extLst>
              <a:ext uri="{FF2B5EF4-FFF2-40B4-BE49-F238E27FC236}">
                <a16:creationId xmlns:a16="http://schemas.microsoft.com/office/drawing/2014/main" id="{15B1A64B-F7B7-76DC-7FE2-332D171FE3FC}"/>
              </a:ext>
            </a:extLst>
          </p:cNvPr>
          <p:cNvSpPr/>
          <p:nvPr/>
        </p:nvSpPr>
        <p:spPr>
          <a:xfrm>
            <a:off x="6041773" y="5368881"/>
            <a:ext cx="1522481" cy="782600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2481" h="782600">
                <a:moveTo>
                  <a:pt x="1522481" y="782600"/>
                </a:moveTo>
                <a:cubicBezTo>
                  <a:pt x="1490976" y="371421"/>
                  <a:pt x="970957" y="160659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DFA26ACF-481D-7399-34F0-113285B1BA6D}"/>
              </a:ext>
            </a:extLst>
          </p:cNvPr>
          <p:cNvCxnSpPr>
            <a:cxnSpLocks/>
          </p:cNvCxnSpPr>
          <p:nvPr/>
        </p:nvCxnSpPr>
        <p:spPr>
          <a:xfrm flipV="1">
            <a:off x="7078243" y="1468567"/>
            <a:ext cx="3770335" cy="4096011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任意形状 42">
            <a:extLst>
              <a:ext uri="{FF2B5EF4-FFF2-40B4-BE49-F238E27FC236}">
                <a16:creationId xmlns:a16="http://schemas.microsoft.com/office/drawing/2014/main" id="{AE53345E-7877-F21B-CD32-34ACA02F547C}"/>
              </a:ext>
            </a:extLst>
          </p:cNvPr>
          <p:cNvSpPr/>
          <p:nvPr/>
        </p:nvSpPr>
        <p:spPr>
          <a:xfrm>
            <a:off x="7033418" y="1458401"/>
            <a:ext cx="3768238" cy="4140129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146700 w 1146700"/>
              <a:gd name="connsiteY0" fmla="*/ 136240 h 256007"/>
              <a:gd name="connsiteX1" fmla="*/ 0 w 1146700"/>
              <a:gd name="connsiteY1" fmla="*/ 230462 h 256007"/>
              <a:gd name="connsiteX0" fmla="*/ 3802217 w 3802217"/>
              <a:gd name="connsiteY0" fmla="*/ 25631 h 4132231"/>
              <a:gd name="connsiteX1" fmla="*/ 0 w 3802217"/>
              <a:gd name="connsiteY1" fmla="*/ 4128181 h 4132231"/>
              <a:gd name="connsiteX0" fmla="*/ 3802217 w 3802226"/>
              <a:gd name="connsiteY0" fmla="*/ 0 h 4107768"/>
              <a:gd name="connsiteX1" fmla="*/ 0 w 3802226"/>
              <a:gd name="connsiteY1" fmla="*/ 4102550 h 4107768"/>
              <a:gd name="connsiteX0" fmla="*/ 3802217 w 3802217"/>
              <a:gd name="connsiteY0" fmla="*/ 0 h 4107555"/>
              <a:gd name="connsiteX1" fmla="*/ 2938337 w 3802217"/>
              <a:gd name="connsiteY1" fmla="*/ 511206 h 4107555"/>
              <a:gd name="connsiteX2" fmla="*/ 0 w 3802217"/>
              <a:gd name="connsiteY2" fmla="*/ 4102550 h 4107555"/>
              <a:gd name="connsiteX0" fmla="*/ 3802217 w 3802217"/>
              <a:gd name="connsiteY0" fmla="*/ 0 h 4107555"/>
              <a:gd name="connsiteX1" fmla="*/ 2938337 w 3802217"/>
              <a:gd name="connsiteY1" fmla="*/ 511206 h 4107555"/>
              <a:gd name="connsiteX2" fmla="*/ 0 w 3802217"/>
              <a:gd name="connsiteY2" fmla="*/ 4102550 h 4107555"/>
              <a:gd name="connsiteX0" fmla="*/ 3802217 w 3802217"/>
              <a:gd name="connsiteY0" fmla="*/ 0 h 4107881"/>
              <a:gd name="connsiteX1" fmla="*/ 2938337 w 3802217"/>
              <a:gd name="connsiteY1" fmla="*/ 511206 h 4107881"/>
              <a:gd name="connsiteX2" fmla="*/ 0 w 3802217"/>
              <a:gd name="connsiteY2" fmla="*/ 4102550 h 4107881"/>
              <a:gd name="connsiteX0" fmla="*/ 3802217 w 3802217"/>
              <a:gd name="connsiteY0" fmla="*/ 0 h 4102550"/>
              <a:gd name="connsiteX1" fmla="*/ 2938337 w 3802217"/>
              <a:gd name="connsiteY1" fmla="*/ 511206 h 4102550"/>
              <a:gd name="connsiteX2" fmla="*/ 2387192 w 3802217"/>
              <a:gd name="connsiteY2" fmla="*/ 2076960 h 4102550"/>
              <a:gd name="connsiteX3" fmla="*/ 0 w 3802217"/>
              <a:gd name="connsiteY3" fmla="*/ 4102550 h 4102550"/>
              <a:gd name="connsiteX0" fmla="*/ 3802217 w 3802217"/>
              <a:gd name="connsiteY0" fmla="*/ 0 h 4102550"/>
              <a:gd name="connsiteX1" fmla="*/ 2938337 w 3802217"/>
              <a:gd name="connsiteY1" fmla="*/ 511206 h 4102550"/>
              <a:gd name="connsiteX2" fmla="*/ 2387192 w 3802217"/>
              <a:gd name="connsiteY2" fmla="*/ 2076960 h 4102550"/>
              <a:gd name="connsiteX3" fmla="*/ 1272376 w 3802217"/>
              <a:gd name="connsiteY3" fmla="*/ 2452741 h 4102550"/>
              <a:gd name="connsiteX4" fmla="*/ 0 w 3802217"/>
              <a:gd name="connsiteY4" fmla="*/ 4102550 h 4102550"/>
              <a:gd name="connsiteX0" fmla="*/ 3802217 w 3802217"/>
              <a:gd name="connsiteY0" fmla="*/ 0 h 4102550"/>
              <a:gd name="connsiteX1" fmla="*/ 2938337 w 3802217"/>
              <a:gd name="connsiteY1" fmla="*/ 511206 h 4102550"/>
              <a:gd name="connsiteX2" fmla="*/ 2387192 w 3802217"/>
              <a:gd name="connsiteY2" fmla="*/ 2076960 h 4102550"/>
              <a:gd name="connsiteX3" fmla="*/ 1272376 w 3802217"/>
              <a:gd name="connsiteY3" fmla="*/ 2452741 h 4102550"/>
              <a:gd name="connsiteX4" fmla="*/ 1122064 w 3802217"/>
              <a:gd name="connsiteY4" fmla="*/ 3367141 h 4102550"/>
              <a:gd name="connsiteX5" fmla="*/ 0 w 3802217"/>
              <a:gd name="connsiteY5" fmla="*/ 4102550 h 4102550"/>
              <a:gd name="connsiteX0" fmla="*/ 3764639 w 3764639"/>
              <a:gd name="connsiteY0" fmla="*/ 0 h 4140129"/>
              <a:gd name="connsiteX1" fmla="*/ 2900759 w 3764639"/>
              <a:gd name="connsiteY1" fmla="*/ 511206 h 4140129"/>
              <a:gd name="connsiteX2" fmla="*/ 2349614 w 3764639"/>
              <a:gd name="connsiteY2" fmla="*/ 2076960 h 4140129"/>
              <a:gd name="connsiteX3" fmla="*/ 1234798 w 3764639"/>
              <a:gd name="connsiteY3" fmla="*/ 2452741 h 4140129"/>
              <a:gd name="connsiteX4" fmla="*/ 1084486 w 3764639"/>
              <a:gd name="connsiteY4" fmla="*/ 3367141 h 4140129"/>
              <a:gd name="connsiteX5" fmla="*/ 0 w 3764639"/>
              <a:gd name="connsiteY5" fmla="*/ 4140129 h 4140129"/>
              <a:gd name="connsiteX0" fmla="*/ 3764639 w 3764639"/>
              <a:gd name="connsiteY0" fmla="*/ 0 h 4140129"/>
              <a:gd name="connsiteX1" fmla="*/ 2900759 w 3764639"/>
              <a:gd name="connsiteY1" fmla="*/ 511206 h 4140129"/>
              <a:gd name="connsiteX2" fmla="*/ 2349614 w 3764639"/>
              <a:gd name="connsiteY2" fmla="*/ 2076960 h 4140129"/>
              <a:gd name="connsiteX3" fmla="*/ 1234798 w 3764639"/>
              <a:gd name="connsiteY3" fmla="*/ 2452741 h 4140129"/>
              <a:gd name="connsiteX4" fmla="*/ 1084486 w 3764639"/>
              <a:gd name="connsiteY4" fmla="*/ 3367141 h 4140129"/>
              <a:gd name="connsiteX5" fmla="*/ 0 w 3764639"/>
              <a:gd name="connsiteY5" fmla="*/ 4140129 h 4140129"/>
              <a:gd name="connsiteX0" fmla="*/ 3764639 w 3764639"/>
              <a:gd name="connsiteY0" fmla="*/ 0 h 4140129"/>
              <a:gd name="connsiteX1" fmla="*/ 2900759 w 3764639"/>
              <a:gd name="connsiteY1" fmla="*/ 511206 h 4140129"/>
              <a:gd name="connsiteX2" fmla="*/ 2349614 w 3764639"/>
              <a:gd name="connsiteY2" fmla="*/ 2076960 h 4140129"/>
              <a:gd name="connsiteX3" fmla="*/ 1234798 w 3764639"/>
              <a:gd name="connsiteY3" fmla="*/ 2452741 h 4140129"/>
              <a:gd name="connsiteX4" fmla="*/ 959225 w 3764639"/>
              <a:gd name="connsiteY4" fmla="*/ 3429771 h 4140129"/>
              <a:gd name="connsiteX5" fmla="*/ 0 w 3764639"/>
              <a:gd name="connsiteY5" fmla="*/ 4140129 h 4140129"/>
              <a:gd name="connsiteX0" fmla="*/ 3764639 w 3764639"/>
              <a:gd name="connsiteY0" fmla="*/ 0 h 4140129"/>
              <a:gd name="connsiteX1" fmla="*/ 2900759 w 3764639"/>
              <a:gd name="connsiteY1" fmla="*/ 511206 h 4140129"/>
              <a:gd name="connsiteX2" fmla="*/ 2349614 w 3764639"/>
              <a:gd name="connsiteY2" fmla="*/ 2076960 h 4140129"/>
              <a:gd name="connsiteX3" fmla="*/ 1147116 w 3764639"/>
              <a:gd name="connsiteY3" fmla="*/ 2490319 h 4140129"/>
              <a:gd name="connsiteX4" fmla="*/ 959225 w 3764639"/>
              <a:gd name="connsiteY4" fmla="*/ 3429771 h 4140129"/>
              <a:gd name="connsiteX5" fmla="*/ 0 w 3764639"/>
              <a:gd name="connsiteY5" fmla="*/ 4140129 h 4140129"/>
              <a:gd name="connsiteX0" fmla="*/ 3764639 w 3764639"/>
              <a:gd name="connsiteY0" fmla="*/ 0 h 4140129"/>
              <a:gd name="connsiteX1" fmla="*/ 2900759 w 3764639"/>
              <a:gd name="connsiteY1" fmla="*/ 511206 h 4140129"/>
              <a:gd name="connsiteX2" fmla="*/ 2349614 w 3764639"/>
              <a:gd name="connsiteY2" fmla="*/ 2076960 h 4140129"/>
              <a:gd name="connsiteX3" fmla="*/ 1147116 w 3764639"/>
              <a:gd name="connsiteY3" fmla="*/ 2490319 h 4140129"/>
              <a:gd name="connsiteX4" fmla="*/ 959225 w 3764639"/>
              <a:gd name="connsiteY4" fmla="*/ 3429771 h 4140129"/>
              <a:gd name="connsiteX5" fmla="*/ 0 w 3764639"/>
              <a:gd name="connsiteY5" fmla="*/ 4140129 h 4140129"/>
              <a:gd name="connsiteX0" fmla="*/ 3764639 w 3764639"/>
              <a:gd name="connsiteY0" fmla="*/ 0 h 4140129"/>
              <a:gd name="connsiteX1" fmla="*/ 2900759 w 3764639"/>
              <a:gd name="connsiteY1" fmla="*/ 511206 h 4140129"/>
              <a:gd name="connsiteX2" fmla="*/ 2474875 w 3764639"/>
              <a:gd name="connsiteY2" fmla="*/ 1889070 h 4140129"/>
              <a:gd name="connsiteX3" fmla="*/ 1147116 w 3764639"/>
              <a:gd name="connsiteY3" fmla="*/ 2490319 h 4140129"/>
              <a:gd name="connsiteX4" fmla="*/ 959225 w 3764639"/>
              <a:gd name="connsiteY4" fmla="*/ 3429771 h 4140129"/>
              <a:gd name="connsiteX5" fmla="*/ 0 w 3764639"/>
              <a:gd name="connsiteY5" fmla="*/ 4140129 h 4140129"/>
              <a:gd name="connsiteX0" fmla="*/ 3764639 w 3768535"/>
              <a:gd name="connsiteY0" fmla="*/ 0 h 4140129"/>
              <a:gd name="connsiteX1" fmla="*/ 2900759 w 3768535"/>
              <a:gd name="connsiteY1" fmla="*/ 511206 h 4140129"/>
              <a:gd name="connsiteX2" fmla="*/ 2474875 w 3768535"/>
              <a:gd name="connsiteY2" fmla="*/ 1889070 h 4140129"/>
              <a:gd name="connsiteX3" fmla="*/ 1147116 w 3768535"/>
              <a:gd name="connsiteY3" fmla="*/ 2490319 h 4140129"/>
              <a:gd name="connsiteX4" fmla="*/ 959225 w 3768535"/>
              <a:gd name="connsiteY4" fmla="*/ 3429771 h 4140129"/>
              <a:gd name="connsiteX5" fmla="*/ 0 w 3768535"/>
              <a:gd name="connsiteY5" fmla="*/ 4140129 h 4140129"/>
              <a:gd name="connsiteX0" fmla="*/ 3764639 w 3768238"/>
              <a:gd name="connsiteY0" fmla="*/ 0 h 4140129"/>
              <a:gd name="connsiteX1" fmla="*/ 2838129 w 3768238"/>
              <a:gd name="connsiteY1" fmla="*/ 711622 h 4140129"/>
              <a:gd name="connsiteX2" fmla="*/ 2474875 w 3768238"/>
              <a:gd name="connsiteY2" fmla="*/ 1889070 h 4140129"/>
              <a:gd name="connsiteX3" fmla="*/ 1147116 w 3768238"/>
              <a:gd name="connsiteY3" fmla="*/ 2490319 h 4140129"/>
              <a:gd name="connsiteX4" fmla="*/ 959225 w 3768238"/>
              <a:gd name="connsiteY4" fmla="*/ 3429771 h 4140129"/>
              <a:gd name="connsiteX5" fmla="*/ 0 w 3768238"/>
              <a:gd name="connsiteY5" fmla="*/ 4140129 h 4140129"/>
              <a:gd name="connsiteX0" fmla="*/ 3764639 w 3768238"/>
              <a:gd name="connsiteY0" fmla="*/ 0 h 4140129"/>
              <a:gd name="connsiteX1" fmla="*/ 2838129 w 3768238"/>
              <a:gd name="connsiteY1" fmla="*/ 711622 h 4140129"/>
              <a:gd name="connsiteX2" fmla="*/ 2474875 w 3768238"/>
              <a:gd name="connsiteY2" fmla="*/ 1889070 h 4140129"/>
              <a:gd name="connsiteX3" fmla="*/ 1147116 w 3768238"/>
              <a:gd name="connsiteY3" fmla="*/ 2490319 h 4140129"/>
              <a:gd name="connsiteX4" fmla="*/ 959225 w 3768238"/>
              <a:gd name="connsiteY4" fmla="*/ 3429771 h 4140129"/>
              <a:gd name="connsiteX5" fmla="*/ 0 w 3768238"/>
              <a:gd name="connsiteY5" fmla="*/ 4140129 h 4140129"/>
              <a:gd name="connsiteX0" fmla="*/ 3764639 w 3768238"/>
              <a:gd name="connsiteY0" fmla="*/ 0 h 4140129"/>
              <a:gd name="connsiteX1" fmla="*/ 2838129 w 3768238"/>
              <a:gd name="connsiteY1" fmla="*/ 711622 h 4140129"/>
              <a:gd name="connsiteX2" fmla="*/ 2474875 w 3768238"/>
              <a:gd name="connsiteY2" fmla="*/ 1889070 h 4140129"/>
              <a:gd name="connsiteX3" fmla="*/ 1147116 w 3768238"/>
              <a:gd name="connsiteY3" fmla="*/ 2490319 h 4140129"/>
              <a:gd name="connsiteX4" fmla="*/ 959225 w 3768238"/>
              <a:gd name="connsiteY4" fmla="*/ 3429771 h 4140129"/>
              <a:gd name="connsiteX5" fmla="*/ 0 w 3768238"/>
              <a:gd name="connsiteY5" fmla="*/ 4140129 h 4140129"/>
              <a:gd name="connsiteX0" fmla="*/ 3764639 w 3768238"/>
              <a:gd name="connsiteY0" fmla="*/ 0 h 4140129"/>
              <a:gd name="connsiteX1" fmla="*/ 2838129 w 3768238"/>
              <a:gd name="connsiteY1" fmla="*/ 711622 h 4140129"/>
              <a:gd name="connsiteX2" fmla="*/ 2474875 w 3768238"/>
              <a:gd name="connsiteY2" fmla="*/ 1889070 h 4140129"/>
              <a:gd name="connsiteX3" fmla="*/ 1147116 w 3768238"/>
              <a:gd name="connsiteY3" fmla="*/ 2490319 h 4140129"/>
              <a:gd name="connsiteX4" fmla="*/ 846491 w 3768238"/>
              <a:gd name="connsiteY4" fmla="*/ 3467349 h 4140129"/>
              <a:gd name="connsiteX5" fmla="*/ 0 w 3768238"/>
              <a:gd name="connsiteY5" fmla="*/ 4140129 h 4140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8238" h="4140129">
                <a:moveTo>
                  <a:pt x="3764639" y="0"/>
                </a:moveTo>
                <a:cubicBezTo>
                  <a:pt x="3827339" y="851376"/>
                  <a:pt x="3053090" y="396777"/>
                  <a:pt x="2838129" y="711622"/>
                </a:cubicBezTo>
                <a:cubicBezTo>
                  <a:pt x="2623168" y="1026467"/>
                  <a:pt x="2712869" y="1496588"/>
                  <a:pt x="2474875" y="1889070"/>
                </a:cubicBezTo>
                <a:cubicBezTo>
                  <a:pt x="2236881" y="2281552"/>
                  <a:pt x="1418513" y="2227273"/>
                  <a:pt x="1147116" y="2490319"/>
                </a:cubicBezTo>
                <a:cubicBezTo>
                  <a:pt x="875719" y="2753366"/>
                  <a:pt x="1058554" y="3192381"/>
                  <a:pt x="846491" y="3467349"/>
                </a:cubicBezTo>
                <a:cubicBezTo>
                  <a:pt x="634428" y="3742317"/>
                  <a:pt x="821662" y="3992509"/>
                  <a:pt x="0" y="4140129"/>
                </a:cubicBez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D780DD92-ED12-5580-2694-D0E479BD629A}"/>
              </a:ext>
            </a:extLst>
          </p:cNvPr>
          <p:cNvSpPr/>
          <p:nvPr/>
        </p:nvSpPr>
        <p:spPr>
          <a:xfrm>
            <a:off x="7033418" y="1506413"/>
            <a:ext cx="3789692" cy="4064973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683237 w 709227"/>
              <a:gd name="connsiteY0" fmla="*/ 732495 h 732495"/>
              <a:gd name="connsiteX1" fmla="*/ 0 w 709227"/>
              <a:gd name="connsiteY1" fmla="*/ 0 h 732495"/>
              <a:gd name="connsiteX0" fmla="*/ 3789692 w 3789692"/>
              <a:gd name="connsiteY0" fmla="*/ 25827 h 4094882"/>
              <a:gd name="connsiteX1" fmla="*/ 0 w 3789692"/>
              <a:gd name="connsiteY1" fmla="*/ 4090800 h 4094882"/>
              <a:gd name="connsiteX0" fmla="*/ 3789692 w 3789692"/>
              <a:gd name="connsiteY0" fmla="*/ 0 h 4071189"/>
              <a:gd name="connsiteX1" fmla="*/ 0 w 3789692"/>
              <a:gd name="connsiteY1" fmla="*/ 4064973 h 4071189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89692" h="4064973">
                <a:moveTo>
                  <a:pt x="3789692" y="0"/>
                </a:moveTo>
                <a:cubicBezTo>
                  <a:pt x="2906418" y="1467725"/>
                  <a:pt x="469916" y="3048185"/>
                  <a:pt x="0" y="4064973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2B563A1-3283-232C-455C-7A7D8897CEA8}"/>
              </a:ext>
            </a:extLst>
          </p:cNvPr>
          <p:cNvSpPr txBox="1"/>
          <p:nvPr/>
        </p:nvSpPr>
        <p:spPr>
          <a:xfrm>
            <a:off x="5738113" y="106777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理想航迹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B461D5A7-AAD3-DC98-4788-6E7C08A0040B}"/>
              </a:ext>
            </a:extLst>
          </p:cNvPr>
          <p:cNvCxnSpPr>
            <a:cxnSpLocks/>
          </p:cNvCxnSpPr>
          <p:nvPr/>
        </p:nvCxnSpPr>
        <p:spPr>
          <a:xfrm>
            <a:off x="7717071" y="1360162"/>
            <a:ext cx="124633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770B267-8D3E-37F8-E244-EC47C01A6429}"/>
              </a:ext>
            </a:extLst>
          </p:cNvPr>
          <p:cNvSpPr txBox="1"/>
          <p:nvPr/>
        </p:nvSpPr>
        <p:spPr>
          <a:xfrm>
            <a:off x="5738113" y="1583274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船航迹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ABE6B95-6906-AA34-871D-231FD715FF09}"/>
              </a:ext>
            </a:extLst>
          </p:cNvPr>
          <p:cNvSpPr txBox="1"/>
          <p:nvPr/>
        </p:nvSpPr>
        <p:spPr>
          <a:xfrm>
            <a:off x="5761574" y="2152137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船航迹</a:t>
            </a: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C4CD15BA-9D04-826A-2496-9335FABD01A0}"/>
              </a:ext>
            </a:extLst>
          </p:cNvPr>
          <p:cNvCxnSpPr>
            <a:cxnSpLocks/>
          </p:cNvCxnSpPr>
          <p:nvPr/>
        </p:nvCxnSpPr>
        <p:spPr>
          <a:xfrm>
            <a:off x="7717071" y="1875661"/>
            <a:ext cx="1246339" cy="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0986407F-31BC-3DC3-F961-4BDE4C277D59}"/>
              </a:ext>
            </a:extLst>
          </p:cNvPr>
          <p:cNvCxnSpPr>
            <a:cxnSpLocks/>
          </p:cNvCxnSpPr>
          <p:nvPr/>
        </p:nvCxnSpPr>
        <p:spPr>
          <a:xfrm>
            <a:off x="7717071" y="2438415"/>
            <a:ext cx="1246339" cy="0"/>
          </a:xfrm>
          <a:prstGeom prst="straightConnector1">
            <a:avLst/>
          </a:prstGeom>
          <a:ln w="38100">
            <a:solidFill>
              <a:schemeClr val="accent1"/>
            </a:solidFill>
            <a:prstDash val="soli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任意形状 50">
            <a:extLst>
              <a:ext uri="{FF2B5EF4-FFF2-40B4-BE49-F238E27FC236}">
                <a16:creationId xmlns:a16="http://schemas.microsoft.com/office/drawing/2014/main" id="{93ADCF8D-4D65-BC43-76C1-90FED529CCCF}"/>
              </a:ext>
            </a:extLst>
          </p:cNvPr>
          <p:cNvSpPr/>
          <p:nvPr/>
        </p:nvSpPr>
        <p:spPr>
          <a:xfrm>
            <a:off x="10193232" y="842806"/>
            <a:ext cx="1522481" cy="783970"/>
          </a:xfrm>
          <a:custGeom>
            <a:avLst/>
            <a:gdLst>
              <a:gd name="connsiteX0" fmla="*/ 0 w 1522481"/>
              <a:gd name="connsiteY0" fmla="*/ 0 h 783970"/>
              <a:gd name="connsiteX1" fmla="*/ 1522481 w 1522481"/>
              <a:gd name="connsiteY1" fmla="*/ 782600 h 783970"/>
              <a:gd name="connsiteX2" fmla="*/ 1482323 w 1522481"/>
              <a:gd name="connsiteY2" fmla="*/ 775054 h 783970"/>
              <a:gd name="connsiteX3" fmla="*/ 1499516 w 1522481"/>
              <a:gd name="connsiteY3" fmla="*/ 783970 h 783970"/>
              <a:gd name="connsiteX4" fmla="*/ 1480003 w 1522481"/>
              <a:gd name="connsiteY4" fmla="*/ 774618 h 783970"/>
              <a:gd name="connsiteX5" fmla="*/ 1307601 w 1522481"/>
              <a:gd name="connsiteY5" fmla="*/ 742220 h 783970"/>
              <a:gd name="connsiteX6" fmla="*/ 0 w 1522481"/>
              <a:gd name="connsiteY6" fmla="*/ 0 h 78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2481" h="783970">
                <a:moveTo>
                  <a:pt x="0" y="0"/>
                </a:moveTo>
                <a:lnTo>
                  <a:pt x="1522481" y="782600"/>
                </a:lnTo>
                <a:lnTo>
                  <a:pt x="1482323" y="775054"/>
                </a:lnTo>
                <a:lnTo>
                  <a:pt x="1499516" y="783970"/>
                </a:lnTo>
                <a:lnTo>
                  <a:pt x="1480003" y="774618"/>
                </a:lnTo>
                <a:lnTo>
                  <a:pt x="1307601" y="742220"/>
                </a:lnTo>
                <a:cubicBezTo>
                  <a:pt x="290999" y="536098"/>
                  <a:pt x="123481" y="268049"/>
                  <a:pt x="0" y="0"/>
                </a:cubicBezTo>
                <a:close/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2400" dirty="0"/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923297FF-3B3B-630F-63CA-A1A8A1D49FC4}"/>
              </a:ext>
            </a:extLst>
          </p:cNvPr>
          <p:cNvSpPr/>
          <p:nvPr/>
        </p:nvSpPr>
        <p:spPr>
          <a:xfrm>
            <a:off x="6041773" y="5399116"/>
            <a:ext cx="1522481" cy="782600"/>
          </a:xfrm>
          <a:custGeom>
            <a:avLst/>
            <a:gdLst>
              <a:gd name="connsiteX0" fmla="*/ 14143 w 1522481"/>
              <a:gd name="connsiteY0" fmla="*/ 23232 h 782600"/>
              <a:gd name="connsiteX1" fmla="*/ 1511572 w 1522481"/>
              <a:gd name="connsiteY1" fmla="*/ 780780 h 782600"/>
              <a:gd name="connsiteX2" fmla="*/ 14143 w 1522481"/>
              <a:gd name="connsiteY2" fmla="*/ 23232 h 782600"/>
              <a:gd name="connsiteX3" fmla="*/ 0 w 1522481"/>
              <a:gd name="connsiteY3" fmla="*/ 0 h 782600"/>
              <a:gd name="connsiteX4" fmla="*/ 1522481 w 1522481"/>
              <a:gd name="connsiteY4" fmla="*/ 782600 h 7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2481" h="782600">
                <a:moveTo>
                  <a:pt x="14143" y="23232"/>
                </a:moveTo>
                <a:lnTo>
                  <a:pt x="1511572" y="780780"/>
                </a:lnTo>
                <a:cubicBezTo>
                  <a:pt x="828714" y="432231"/>
                  <a:pt x="659424" y="371781"/>
                  <a:pt x="14143" y="23232"/>
                </a:cubicBezTo>
                <a:close/>
                <a:moveTo>
                  <a:pt x="0" y="0"/>
                </a:moveTo>
                <a:cubicBezTo>
                  <a:pt x="970957" y="160659"/>
                  <a:pt x="1490976" y="371421"/>
                  <a:pt x="1522481" y="782600"/>
                </a:cubicBezTo>
                <a:close/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2400"/>
          </a:p>
        </p:txBody>
      </p:sp>
      <p:sp>
        <p:nvSpPr>
          <p:cNvPr id="53" name="说明1">
            <a:extLst>
              <a:ext uri="{FF2B5EF4-FFF2-40B4-BE49-F238E27FC236}">
                <a16:creationId xmlns:a16="http://schemas.microsoft.com/office/drawing/2014/main" id="{E93DB972-345D-7441-2EF3-E0D27F3D2162}"/>
              </a:ext>
            </a:extLst>
          </p:cNvPr>
          <p:cNvSpPr txBox="1"/>
          <p:nvPr/>
        </p:nvSpPr>
        <p:spPr>
          <a:xfrm>
            <a:off x="531625" y="4276253"/>
            <a:ext cx="43195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校正偏差而增加的功率消耗约占主机功率</a:t>
            </a:r>
            <a:r>
              <a:rPr lang="en-US" altLang="zh-CN" sz="2800" dirty="0"/>
              <a:t>2%~3%</a:t>
            </a:r>
            <a:r>
              <a:rPr lang="zh-CN" altLang="en-US" sz="2800" dirty="0"/>
              <a:t>，稳定性较差的船可达</a:t>
            </a:r>
            <a:r>
              <a:rPr lang="en-US" altLang="zh-CN" sz="2800" dirty="0"/>
              <a:t>20%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44696692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614452" y="332656"/>
            <a:ext cx="4775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船舶航行控制的要求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D7AC9BA-B7E0-FC33-FB49-D6736B7DB968}"/>
              </a:ext>
            </a:extLst>
          </p:cNvPr>
          <p:cNvSpPr txBox="1"/>
          <p:nvPr/>
        </p:nvSpPr>
        <p:spPr>
          <a:xfrm>
            <a:off x="1367303" y="1196752"/>
            <a:ext cx="2855695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航向稳定性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E1DF00D-F3CD-5AF8-02BF-73BCBC07DE64}"/>
              </a:ext>
            </a:extLst>
          </p:cNvPr>
          <p:cNvSpPr txBox="1"/>
          <p:nvPr/>
        </p:nvSpPr>
        <p:spPr>
          <a:xfrm>
            <a:off x="1334411" y="2286826"/>
            <a:ext cx="2896634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航行机动性</a:t>
            </a:r>
          </a:p>
        </p:txBody>
      </p:sp>
      <p:sp>
        <p:nvSpPr>
          <p:cNvPr id="38" name="ï$ľiďê">
            <a:extLst>
              <a:ext uri="{FF2B5EF4-FFF2-40B4-BE49-F238E27FC236}">
                <a16:creationId xmlns:a16="http://schemas.microsoft.com/office/drawing/2014/main" id="{0D84EE5B-24A7-C06D-C6B2-307EB322FF78}"/>
              </a:ext>
            </a:extLst>
          </p:cNvPr>
          <p:cNvSpPr/>
          <p:nvPr/>
        </p:nvSpPr>
        <p:spPr bwMode="auto">
          <a:xfrm>
            <a:off x="550590" y="119664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9" name="ï$ľiďê">
            <a:extLst>
              <a:ext uri="{FF2B5EF4-FFF2-40B4-BE49-F238E27FC236}">
                <a16:creationId xmlns:a16="http://schemas.microsoft.com/office/drawing/2014/main" id="{67588773-0667-1916-D8D7-05F9B581B590}"/>
              </a:ext>
            </a:extLst>
          </p:cNvPr>
          <p:cNvSpPr/>
          <p:nvPr/>
        </p:nvSpPr>
        <p:spPr bwMode="auto">
          <a:xfrm>
            <a:off x="542323" y="227673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53" name="说明1">
            <a:extLst>
              <a:ext uri="{FF2B5EF4-FFF2-40B4-BE49-F238E27FC236}">
                <a16:creationId xmlns:a16="http://schemas.microsoft.com/office/drawing/2014/main" id="{E93DB972-345D-7441-2EF3-E0D27F3D2162}"/>
              </a:ext>
            </a:extLst>
          </p:cNvPr>
          <p:cNvSpPr txBox="1"/>
          <p:nvPr/>
        </p:nvSpPr>
        <p:spPr>
          <a:xfrm>
            <a:off x="656183" y="4283776"/>
            <a:ext cx="43195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机动性较差的船舶在曲折、狭窄的航道和船舶较多的水域中航行时，会增加碰撞的危险</a:t>
            </a:r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83E9BDA4-9077-BD84-D650-692BF214B22A}"/>
              </a:ext>
            </a:extLst>
          </p:cNvPr>
          <p:cNvCxnSpPr>
            <a:cxnSpLocks/>
          </p:cNvCxnSpPr>
          <p:nvPr/>
        </p:nvCxnSpPr>
        <p:spPr>
          <a:xfrm flipV="1">
            <a:off x="7923709" y="861344"/>
            <a:ext cx="0" cy="4922729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模型 2" descr="Coast Guard Cutter">
                <a:extLst>
                  <a:ext uri="{FF2B5EF4-FFF2-40B4-BE49-F238E27FC236}">
                    <a16:creationId xmlns:a16="http://schemas.microsoft.com/office/drawing/2014/main" id="{07D3F83A-A567-1DAD-8A80-3D4C373A709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4635392"/>
                  </p:ext>
                </p:extLst>
              </p:nvPr>
            </p:nvGraphicFramePr>
            <p:xfrm rot="1285560">
              <a:off x="9208911" y="1127222"/>
              <a:ext cx="1618326" cy="859736"/>
            </p:xfrm>
            <a:graphic>
              <a:graphicData uri="http://schemas.microsoft.com/office/drawing/2017/model3d">
                <am3d:model3d r:embed="rId2">
                  <am3d:spPr>
                    <a:xfrm rot="1285560">
                      <a:off x="0" y="0"/>
                      <a:ext cx="1618326" cy="859736"/>
                    </a:xfrm>
                    <a:prstGeom prst="rect">
                      <a:avLst/>
                    </a:prstGeom>
                  </am3d:spPr>
                  <am3d:camera>
                    <am3d:pos x="0" y="0" z="581494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44983" d="1000000"/>
                    <am3d:preTrans dx="164333" dy="-5745824" dz="-282768"/>
                    <am3d:scale>
                      <am3d:sx n="1000000" d="1000000"/>
                      <am3d:sy n="1000000" d="1000000"/>
                      <am3d:sz n="1000000" d="1000000"/>
                    </am3d:scale>
                    <am3d:rot ax="5406409" ay="-2505958" az="-540961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9762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模型 2" descr="Coast Guard Cutter">
                <a:extLst>
                  <a:ext uri="{FF2B5EF4-FFF2-40B4-BE49-F238E27FC236}">
                    <a16:creationId xmlns:a16="http://schemas.microsoft.com/office/drawing/2014/main" id="{07D3F83A-A567-1DAD-8A80-3D4C373A70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285560">
                <a:off x="9208911" y="1127222"/>
                <a:ext cx="1618326" cy="8597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模型 3" descr="Coast Guard Cutter">
                <a:extLst>
                  <a:ext uri="{FF2B5EF4-FFF2-40B4-BE49-F238E27FC236}">
                    <a16:creationId xmlns:a16="http://schemas.microsoft.com/office/drawing/2014/main" id="{1EFF575C-EC07-F789-80AB-72B00B5182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3268853"/>
                  </p:ext>
                </p:extLst>
              </p:nvPr>
            </p:nvGraphicFramePr>
            <p:xfrm rot="1285560">
              <a:off x="8471963" y="2518715"/>
              <a:ext cx="1618326" cy="859736"/>
            </p:xfrm>
            <a:graphic>
              <a:graphicData uri="http://schemas.microsoft.com/office/drawing/2017/model3d">
                <am3d:model3d r:embed="rId2">
                  <am3d:spPr>
                    <a:xfrm rot="1285560">
                      <a:off x="0" y="0"/>
                      <a:ext cx="1618326" cy="859736"/>
                    </a:xfrm>
                    <a:prstGeom prst="rect">
                      <a:avLst/>
                    </a:prstGeom>
                  </am3d:spPr>
                  <am3d:camera>
                    <am3d:pos x="0" y="0" z="581494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44983" d="1000000"/>
                    <am3d:preTrans dx="164333" dy="-5745824" dz="-282768"/>
                    <am3d:scale>
                      <am3d:sx n="1000000" d="1000000"/>
                      <am3d:sy n="1000000" d="1000000"/>
                      <am3d:sz n="1000000" d="1000000"/>
                    </am3d:scale>
                    <am3d:rot ax="5406409" ay="-2505958" az="-540961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9762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模型 3" descr="Coast Guard Cutter">
                <a:extLst>
                  <a:ext uri="{FF2B5EF4-FFF2-40B4-BE49-F238E27FC236}">
                    <a16:creationId xmlns:a16="http://schemas.microsoft.com/office/drawing/2014/main" id="{1EFF575C-EC07-F789-80AB-72B00B5182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285560">
                <a:off x="8471963" y="2518715"/>
                <a:ext cx="1618326" cy="859736"/>
              </a:xfrm>
              <a:prstGeom prst="rect">
                <a:avLst/>
              </a:prstGeom>
            </p:spPr>
          </p:pic>
        </mc:Fallback>
      </mc:AlternateContent>
      <p:sp>
        <p:nvSpPr>
          <p:cNvPr id="5" name="任意形状 4">
            <a:extLst>
              <a:ext uri="{FF2B5EF4-FFF2-40B4-BE49-F238E27FC236}">
                <a16:creationId xmlns:a16="http://schemas.microsoft.com/office/drawing/2014/main" id="{0C055C9A-A45F-01C9-862B-4DA416801611}"/>
              </a:ext>
            </a:extLst>
          </p:cNvPr>
          <p:cNvSpPr/>
          <p:nvPr/>
        </p:nvSpPr>
        <p:spPr>
          <a:xfrm>
            <a:off x="7801392" y="2950374"/>
            <a:ext cx="1800387" cy="2251784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683237 w 709227"/>
              <a:gd name="connsiteY0" fmla="*/ 732495 h 732495"/>
              <a:gd name="connsiteX1" fmla="*/ 0 w 709227"/>
              <a:gd name="connsiteY1" fmla="*/ 0 h 732495"/>
              <a:gd name="connsiteX0" fmla="*/ 3789692 w 3789692"/>
              <a:gd name="connsiteY0" fmla="*/ 25827 h 4094882"/>
              <a:gd name="connsiteX1" fmla="*/ 0 w 3789692"/>
              <a:gd name="connsiteY1" fmla="*/ 4090800 h 4094882"/>
              <a:gd name="connsiteX0" fmla="*/ 3789692 w 3789692"/>
              <a:gd name="connsiteY0" fmla="*/ 0 h 4071189"/>
              <a:gd name="connsiteX1" fmla="*/ 0 w 3789692"/>
              <a:gd name="connsiteY1" fmla="*/ 4064973 h 4071189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1610163 w 1610163"/>
              <a:gd name="connsiteY0" fmla="*/ 0 h 2135965"/>
              <a:gd name="connsiteX1" fmla="*/ 0 w 1610163"/>
              <a:gd name="connsiteY1" fmla="*/ 2135965 h 2135965"/>
              <a:gd name="connsiteX0" fmla="*/ 1597637 w 1597637"/>
              <a:gd name="connsiteY0" fmla="*/ 0 h 2010705"/>
              <a:gd name="connsiteX1" fmla="*/ 0 w 1597637"/>
              <a:gd name="connsiteY1" fmla="*/ 2010705 h 2010705"/>
              <a:gd name="connsiteX0" fmla="*/ 1597637 w 1597637"/>
              <a:gd name="connsiteY0" fmla="*/ 272970 h 2283675"/>
              <a:gd name="connsiteX1" fmla="*/ 0 w 1597637"/>
              <a:gd name="connsiteY1" fmla="*/ 2283675 h 2283675"/>
              <a:gd name="connsiteX0" fmla="*/ 1810579 w 1810579"/>
              <a:gd name="connsiteY0" fmla="*/ 285488 h 2170933"/>
              <a:gd name="connsiteX1" fmla="*/ 0 w 1810579"/>
              <a:gd name="connsiteY1" fmla="*/ 2170933 h 2170933"/>
              <a:gd name="connsiteX0" fmla="*/ 1958486 w 1958486"/>
              <a:gd name="connsiteY0" fmla="*/ 314258 h 2199703"/>
              <a:gd name="connsiteX1" fmla="*/ 147907 w 1958486"/>
              <a:gd name="connsiteY1" fmla="*/ 2199703 h 2199703"/>
              <a:gd name="connsiteX0" fmla="*/ 1900047 w 1900047"/>
              <a:gd name="connsiteY0" fmla="*/ 344614 h 2004590"/>
              <a:gd name="connsiteX1" fmla="*/ 164624 w 1900047"/>
              <a:gd name="connsiteY1" fmla="*/ 2004590 h 2004590"/>
              <a:gd name="connsiteX0" fmla="*/ 1779580 w 1779580"/>
              <a:gd name="connsiteY0" fmla="*/ 583707 h 2243683"/>
              <a:gd name="connsiteX1" fmla="*/ 44157 w 1779580"/>
              <a:gd name="connsiteY1" fmla="*/ 2243683 h 2243683"/>
              <a:gd name="connsiteX0" fmla="*/ 1800623 w 1800623"/>
              <a:gd name="connsiteY0" fmla="*/ 667566 h 2327542"/>
              <a:gd name="connsiteX1" fmla="*/ 65200 w 1800623"/>
              <a:gd name="connsiteY1" fmla="*/ 2327542 h 2327542"/>
              <a:gd name="connsiteX0" fmla="*/ 1776742 w 1776742"/>
              <a:gd name="connsiteY0" fmla="*/ 619387 h 2517358"/>
              <a:gd name="connsiteX1" fmla="*/ 66371 w 1776742"/>
              <a:gd name="connsiteY1" fmla="*/ 2517358 h 2517358"/>
              <a:gd name="connsiteX0" fmla="*/ 1764899 w 1764899"/>
              <a:gd name="connsiteY0" fmla="*/ 354807 h 2252778"/>
              <a:gd name="connsiteX1" fmla="*/ 54528 w 1764899"/>
              <a:gd name="connsiteY1" fmla="*/ 2252778 h 2252778"/>
              <a:gd name="connsiteX0" fmla="*/ 1847238 w 1847238"/>
              <a:gd name="connsiteY0" fmla="*/ 364189 h 2262160"/>
              <a:gd name="connsiteX1" fmla="*/ 136867 w 1847238"/>
              <a:gd name="connsiteY1" fmla="*/ 2262160 h 2262160"/>
              <a:gd name="connsiteX0" fmla="*/ 1800387 w 1800387"/>
              <a:gd name="connsiteY0" fmla="*/ 366339 h 2251784"/>
              <a:gd name="connsiteX1" fmla="*/ 140120 w 1800387"/>
              <a:gd name="connsiteY1" fmla="*/ 2251784 h 225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00387" h="2251784">
                <a:moveTo>
                  <a:pt x="1800387" y="366339"/>
                </a:moveTo>
                <a:cubicBezTo>
                  <a:pt x="1117529" y="-583459"/>
                  <a:pt x="-479729" y="408278"/>
                  <a:pt x="140120" y="2251784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B9C0A7C6-A144-B6C0-E0E7-A1DB52B23158}"/>
              </a:ext>
            </a:extLst>
          </p:cNvPr>
          <p:cNvSpPr/>
          <p:nvPr/>
        </p:nvSpPr>
        <p:spPr>
          <a:xfrm>
            <a:off x="7607374" y="1424626"/>
            <a:ext cx="2735528" cy="3767091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683237 w 709227"/>
              <a:gd name="connsiteY0" fmla="*/ 732495 h 732495"/>
              <a:gd name="connsiteX1" fmla="*/ 0 w 709227"/>
              <a:gd name="connsiteY1" fmla="*/ 0 h 732495"/>
              <a:gd name="connsiteX0" fmla="*/ 3789692 w 3789692"/>
              <a:gd name="connsiteY0" fmla="*/ 25827 h 4094882"/>
              <a:gd name="connsiteX1" fmla="*/ 0 w 3789692"/>
              <a:gd name="connsiteY1" fmla="*/ 4090800 h 4094882"/>
              <a:gd name="connsiteX0" fmla="*/ 3789692 w 3789692"/>
              <a:gd name="connsiteY0" fmla="*/ 0 h 4071189"/>
              <a:gd name="connsiteX1" fmla="*/ 0 w 3789692"/>
              <a:gd name="connsiteY1" fmla="*/ 4064973 h 4071189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1610163 w 1610163"/>
              <a:gd name="connsiteY0" fmla="*/ 0 h 2135965"/>
              <a:gd name="connsiteX1" fmla="*/ 0 w 1610163"/>
              <a:gd name="connsiteY1" fmla="*/ 2135965 h 2135965"/>
              <a:gd name="connsiteX0" fmla="*/ 1597637 w 1597637"/>
              <a:gd name="connsiteY0" fmla="*/ 0 h 2010705"/>
              <a:gd name="connsiteX1" fmla="*/ 0 w 1597637"/>
              <a:gd name="connsiteY1" fmla="*/ 2010705 h 2010705"/>
              <a:gd name="connsiteX0" fmla="*/ 1597637 w 1597637"/>
              <a:gd name="connsiteY0" fmla="*/ 272970 h 2283675"/>
              <a:gd name="connsiteX1" fmla="*/ 0 w 1597637"/>
              <a:gd name="connsiteY1" fmla="*/ 2283675 h 2283675"/>
              <a:gd name="connsiteX0" fmla="*/ 1810579 w 1810579"/>
              <a:gd name="connsiteY0" fmla="*/ 285488 h 2170933"/>
              <a:gd name="connsiteX1" fmla="*/ 0 w 1810579"/>
              <a:gd name="connsiteY1" fmla="*/ 2170933 h 2170933"/>
              <a:gd name="connsiteX0" fmla="*/ 1958486 w 1958486"/>
              <a:gd name="connsiteY0" fmla="*/ 314258 h 2199703"/>
              <a:gd name="connsiteX1" fmla="*/ 147907 w 1958486"/>
              <a:gd name="connsiteY1" fmla="*/ 2199703 h 2199703"/>
              <a:gd name="connsiteX0" fmla="*/ 1900047 w 1900047"/>
              <a:gd name="connsiteY0" fmla="*/ 344614 h 2004590"/>
              <a:gd name="connsiteX1" fmla="*/ 164624 w 1900047"/>
              <a:gd name="connsiteY1" fmla="*/ 2004590 h 2004590"/>
              <a:gd name="connsiteX0" fmla="*/ 1779580 w 1779580"/>
              <a:gd name="connsiteY0" fmla="*/ 583707 h 2243683"/>
              <a:gd name="connsiteX1" fmla="*/ 44157 w 1779580"/>
              <a:gd name="connsiteY1" fmla="*/ 2243683 h 2243683"/>
              <a:gd name="connsiteX0" fmla="*/ 1800623 w 1800623"/>
              <a:gd name="connsiteY0" fmla="*/ 667566 h 2327542"/>
              <a:gd name="connsiteX1" fmla="*/ 65200 w 1800623"/>
              <a:gd name="connsiteY1" fmla="*/ 2327542 h 2327542"/>
              <a:gd name="connsiteX0" fmla="*/ 1776742 w 1776742"/>
              <a:gd name="connsiteY0" fmla="*/ 619387 h 2517358"/>
              <a:gd name="connsiteX1" fmla="*/ 66371 w 1776742"/>
              <a:gd name="connsiteY1" fmla="*/ 2517358 h 2517358"/>
              <a:gd name="connsiteX0" fmla="*/ 1764899 w 1764899"/>
              <a:gd name="connsiteY0" fmla="*/ 354807 h 2252778"/>
              <a:gd name="connsiteX1" fmla="*/ 54528 w 1764899"/>
              <a:gd name="connsiteY1" fmla="*/ 2252778 h 2252778"/>
              <a:gd name="connsiteX0" fmla="*/ 1847238 w 1847238"/>
              <a:gd name="connsiteY0" fmla="*/ 364189 h 2262160"/>
              <a:gd name="connsiteX1" fmla="*/ 136867 w 1847238"/>
              <a:gd name="connsiteY1" fmla="*/ 2262160 h 2262160"/>
              <a:gd name="connsiteX0" fmla="*/ 1800387 w 1800387"/>
              <a:gd name="connsiteY0" fmla="*/ 366339 h 2251784"/>
              <a:gd name="connsiteX1" fmla="*/ 140120 w 1800387"/>
              <a:gd name="connsiteY1" fmla="*/ 2251784 h 2251784"/>
              <a:gd name="connsiteX0" fmla="*/ 2358394 w 2358394"/>
              <a:gd name="connsiteY0" fmla="*/ 204928 h 3656126"/>
              <a:gd name="connsiteX1" fmla="*/ 109404 w 2358394"/>
              <a:gd name="connsiteY1" fmla="*/ 3656126 h 3656126"/>
              <a:gd name="connsiteX0" fmla="*/ 2563253 w 2563253"/>
              <a:gd name="connsiteY0" fmla="*/ 221023 h 3421700"/>
              <a:gd name="connsiteX1" fmla="*/ 101321 w 2563253"/>
              <a:gd name="connsiteY1" fmla="*/ 3421700 h 3421700"/>
              <a:gd name="connsiteX0" fmla="*/ 2635592 w 2635592"/>
              <a:gd name="connsiteY0" fmla="*/ 408462 h 3609139"/>
              <a:gd name="connsiteX1" fmla="*/ 173660 w 2635592"/>
              <a:gd name="connsiteY1" fmla="*/ 3609139 h 3609139"/>
              <a:gd name="connsiteX0" fmla="*/ 2781663 w 2781663"/>
              <a:gd name="connsiteY0" fmla="*/ 499043 h 3699720"/>
              <a:gd name="connsiteX1" fmla="*/ 319731 w 2781663"/>
              <a:gd name="connsiteY1" fmla="*/ 3699720 h 3699720"/>
              <a:gd name="connsiteX0" fmla="*/ 2735528 w 2735528"/>
              <a:gd name="connsiteY0" fmla="*/ 478732 h 3767091"/>
              <a:gd name="connsiteX1" fmla="*/ 323700 w 2735528"/>
              <a:gd name="connsiteY1" fmla="*/ 3767091 h 3767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5528" h="3767091">
                <a:moveTo>
                  <a:pt x="2735528" y="478732"/>
                </a:moveTo>
                <a:cubicBezTo>
                  <a:pt x="2052670" y="-471066"/>
                  <a:pt x="-985080" y="-306048"/>
                  <a:pt x="323700" y="3767091"/>
                </a:cubicBezTo>
              </a:path>
            </a:pathLst>
          </a:cu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CCA0A97-0E7E-53F3-313C-29A5509DCBC4}"/>
              </a:ext>
            </a:extLst>
          </p:cNvPr>
          <p:cNvCxnSpPr>
            <a:cxnSpLocks/>
          </p:cNvCxnSpPr>
          <p:nvPr/>
        </p:nvCxnSpPr>
        <p:spPr>
          <a:xfrm>
            <a:off x="8370853" y="2640040"/>
            <a:ext cx="1972048" cy="848638"/>
          </a:xfrm>
          <a:prstGeom prst="straightConnector1">
            <a:avLst/>
          </a:prstGeom>
          <a:ln w="38100">
            <a:prstDash val="lgDash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B6A4919-D1D9-417F-2691-7D9A4AFC7EFE}"/>
              </a:ext>
            </a:extLst>
          </p:cNvPr>
          <p:cNvCxnSpPr>
            <a:cxnSpLocks/>
          </p:cNvCxnSpPr>
          <p:nvPr/>
        </p:nvCxnSpPr>
        <p:spPr>
          <a:xfrm>
            <a:off x="9107801" y="1195402"/>
            <a:ext cx="1972048" cy="848638"/>
          </a:xfrm>
          <a:prstGeom prst="straightConnector1">
            <a:avLst/>
          </a:prstGeom>
          <a:ln w="38100">
            <a:prstDash val="lgDash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21F23F5E-9834-D2DB-3760-5B61C277CA35}"/>
              </a:ext>
            </a:extLst>
          </p:cNvPr>
          <p:cNvCxnSpPr>
            <a:cxnSpLocks/>
          </p:cNvCxnSpPr>
          <p:nvPr/>
        </p:nvCxnSpPr>
        <p:spPr>
          <a:xfrm>
            <a:off x="7763268" y="5202158"/>
            <a:ext cx="320882" cy="0"/>
          </a:xfrm>
          <a:prstGeom prst="straightConnector1">
            <a:avLst/>
          </a:prstGeom>
          <a:ln w="38100">
            <a:prstDash val="soli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0214B633-E020-CF30-789F-0072C3C70EEA}"/>
              </a:ext>
            </a:extLst>
          </p:cNvPr>
          <p:cNvCxnSpPr>
            <a:cxnSpLocks/>
          </p:cNvCxnSpPr>
          <p:nvPr/>
        </p:nvCxnSpPr>
        <p:spPr>
          <a:xfrm>
            <a:off x="7763268" y="5630130"/>
            <a:ext cx="320882" cy="0"/>
          </a:xfrm>
          <a:prstGeom prst="straightConnector1">
            <a:avLst/>
          </a:prstGeom>
          <a:ln w="38100">
            <a:prstDash val="soli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8F952FB-BDD7-8955-A7B2-64F7BD250EE2}"/>
              </a:ext>
            </a:extLst>
          </p:cNvPr>
          <p:cNvSpPr txBox="1"/>
          <p:nvPr/>
        </p:nvSpPr>
        <p:spPr>
          <a:xfrm>
            <a:off x="8206467" y="533774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转舵开始时刻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AFA7E0-FC00-E4C3-0BBC-A599B8EEEC1A}"/>
              </a:ext>
            </a:extLst>
          </p:cNvPr>
          <p:cNvSpPr txBox="1"/>
          <p:nvPr/>
        </p:nvSpPr>
        <p:spPr>
          <a:xfrm>
            <a:off x="8178165" y="1845837"/>
            <a:ext cx="1728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船航迹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0B5904-A06B-0662-6D84-7464CEA2A6C5}"/>
              </a:ext>
            </a:extLst>
          </p:cNvPr>
          <p:cNvSpPr txBox="1"/>
          <p:nvPr/>
        </p:nvSpPr>
        <p:spPr>
          <a:xfrm>
            <a:off x="8190188" y="4324996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船航迹</a:t>
            </a:r>
          </a:p>
        </p:txBody>
      </p:sp>
    </p:spTree>
    <p:extLst>
      <p:ext uri="{BB962C8B-B14F-4D97-AF65-F5344CB8AC3E}">
        <p14:creationId xmlns:p14="http://schemas.microsoft.com/office/powerpoint/2010/main" val="767243562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614452" y="332656"/>
            <a:ext cx="4775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船舶航向控制系统原理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0DDB9CA2-26B9-7449-D481-38D344D6C447}"/>
              </a:ext>
            </a:extLst>
          </p:cNvPr>
          <p:cNvCxnSpPr>
            <a:cxnSpLocks/>
            <a:stCxn id="15" idx="6"/>
            <a:endCxn id="18" idx="1"/>
          </p:cNvCxnSpPr>
          <p:nvPr/>
        </p:nvCxnSpPr>
        <p:spPr>
          <a:xfrm>
            <a:off x="1894011" y="2023799"/>
            <a:ext cx="520804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78D4158D-8C45-2C9D-97C6-CA71D832DEA5}"/>
              </a:ext>
            </a:extLst>
          </p:cNvPr>
          <p:cNvSpPr/>
          <p:nvPr/>
        </p:nvSpPr>
        <p:spPr>
          <a:xfrm>
            <a:off x="1532533" y="1843060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A6CC165D-8338-9362-BD68-2B9D8AD6FC8B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86066" y="2023799"/>
            <a:ext cx="746467" cy="8184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DFE66D3D-F0FB-44F5-3F41-705EB4DA3EAD}"/>
              </a:ext>
            </a:extLst>
          </p:cNvPr>
          <p:cNvCxnSpPr>
            <a:cxnSpLocks/>
            <a:stCxn id="29" idx="4"/>
            <a:endCxn id="34" idx="3"/>
          </p:cNvCxnSpPr>
          <p:nvPr/>
        </p:nvCxnSpPr>
        <p:spPr>
          <a:xfrm rot="5400000">
            <a:off x="8376983" y="58389"/>
            <a:ext cx="1175210" cy="5281820"/>
          </a:xfrm>
          <a:prstGeom prst="bentConnector2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130AEFE-72C6-435C-59BD-8CFFA18F76F5}"/>
              </a:ext>
            </a:extLst>
          </p:cNvPr>
          <p:cNvSpPr/>
          <p:nvPr/>
        </p:nvSpPr>
        <p:spPr>
          <a:xfrm>
            <a:off x="2414815" y="1610948"/>
            <a:ext cx="1199252" cy="8257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/>
          <a:lstStyle/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航向</a:t>
            </a:r>
            <a:endParaRPr kumimoji="1" lang="en-US" altLang="zh-CN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控制器</a:t>
            </a:r>
            <a:endParaRPr kumimoji="1" lang="en-US" altLang="zh-CN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8871754-F321-378F-B2AB-16BC6B30A2ED}"/>
                  </a:ext>
                </a:extLst>
              </p:cNvPr>
              <p:cNvSpPr txBox="1"/>
              <p:nvPr/>
            </p:nvSpPr>
            <p:spPr>
              <a:xfrm>
                <a:off x="11104975" y="1450607"/>
                <a:ext cx="10211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航向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8871754-F321-378F-B2AB-16BC6B30A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4975" y="1450607"/>
                <a:ext cx="1021113" cy="461665"/>
              </a:xfrm>
              <a:prstGeom prst="rect">
                <a:avLst/>
              </a:prstGeom>
              <a:blipFill>
                <a:blip r:embed="rId2"/>
                <a:stretch>
                  <a:fillRect l="-9877" t="-10811" r="-3704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0C32C59-EE04-7DCE-0D98-411D0E2BE64C}"/>
                  </a:ext>
                </a:extLst>
              </p:cNvPr>
              <p:cNvSpPr txBox="1"/>
              <p:nvPr/>
            </p:nvSpPr>
            <p:spPr>
              <a:xfrm>
                <a:off x="9122249" y="1459652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0C32C59-EE04-7DCE-0D98-411D0E2BE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249" y="1459652"/>
                <a:ext cx="50526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C2AD039-A69F-0143-0A22-016167CE7FD1}"/>
                  </a:ext>
                </a:extLst>
              </p:cNvPr>
              <p:cNvSpPr txBox="1"/>
              <p:nvPr/>
            </p:nvSpPr>
            <p:spPr>
              <a:xfrm>
                <a:off x="1111888" y="2166300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C2AD039-A69F-0143-0A22-016167CE7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88" y="2166300"/>
                <a:ext cx="5052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5E6526E-8BEF-44B8-778C-1E5262868547}"/>
                  </a:ext>
                </a:extLst>
              </p:cNvPr>
              <p:cNvSpPr txBox="1"/>
              <p:nvPr/>
            </p:nvSpPr>
            <p:spPr>
              <a:xfrm>
                <a:off x="-111976" y="1444968"/>
                <a:ext cx="1758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dirty="0"/>
                  <a:t>指令</a:t>
                </a:r>
                <a:r>
                  <a:rPr kumimoji="1" lang="zh-CN" altLang="en-US" sz="2400" b="0" dirty="0"/>
                  <a:t>航向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5E6526E-8BEF-44B8-778C-1E5262868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976" y="1444968"/>
                <a:ext cx="1758687" cy="461665"/>
              </a:xfrm>
              <a:prstGeom prst="rect">
                <a:avLst/>
              </a:prstGeom>
              <a:blipFill>
                <a:blip r:embed="rId5"/>
                <a:stretch>
                  <a:fillRect l="-5755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25F94004-CDA4-FBF5-9273-959CF23F1B9A}"/>
              </a:ext>
            </a:extLst>
          </p:cNvPr>
          <p:cNvSpPr/>
          <p:nvPr/>
        </p:nvSpPr>
        <p:spPr>
          <a:xfrm>
            <a:off x="5124425" y="1602764"/>
            <a:ext cx="1199253" cy="84207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/>
          <a:lstStyle/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舵伺服</a:t>
            </a:r>
            <a:endParaRPr kumimoji="1" lang="en-US" altLang="zh-CN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</a:t>
            </a:r>
            <a:endParaRPr kumimoji="1" lang="en-US" altLang="zh-CN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E2B6F5-4ABD-C18F-AE91-9E7D13996BD5}"/>
              </a:ext>
            </a:extLst>
          </p:cNvPr>
          <p:cNvSpPr/>
          <p:nvPr/>
        </p:nvSpPr>
        <p:spPr>
          <a:xfrm>
            <a:off x="9797549" y="1602764"/>
            <a:ext cx="1199249" cy="84207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/>
          <a:lstStyle/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船舶</a:t>
            </a:r>
            <a:endParaRPr kumimoji="1" lang="en-US" altLang="zh-CN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C6082B9-A63D-2350-EA82-A7EA19AEED70}"/>
              </a:ext>
            </a:extLst>
          </p:cNvPr>
          <p:cNvSpPr/>
          <p:nvPr/>
        </p:nvSpPr>
        <p:spPr>
          <a:xfrm>
            <a:off x="8915267" y="1843060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C4CAC90-AAF5-746C-FF6A-CAEC99435836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3614067" y="2023799"/>
            <a:ext cx="15103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0FA6BBF-69B0-CFF0-B42C-AFDCBA374AF6}"/>
              </a:ext>
            </a:extLst>
          </p:cNvPr>
          <p:cNvCxnSpPr>
            <a:cxnSpLocks/>
            <a:stCxn id="25" idx="6"/>
            <a:endCxn id="24" idx="1"/>
          </p:cNvCxnSpPr>
          <p:nvPr/>
        </p:nvCxnSpPr>
        <p:spPr>
          <a:xfrm>
            <a:off x="9276745" y="2023799"/>
            <a:ext cx="520804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914E093C-4A41-A99D-C2A4-BF3387ABBBCE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0996798" y="2023799"/>
            <a:ext cx="1129290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F8200557-8534-A668-E10F-7D26ADAC2EE5}"/>
              </a:ext>
            </a:extLst>
          </p:cNvPr>
          <p:cNvSpPr/>
          <p:nvPr/>
        </p:nvSpPr>
        <p:spPr>
          <a:xfrm>
            <a:off x="11517603" y="1935904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094BAC0B-CDEA-8AD0-9F24-56DD6E01E26D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9096005" y="992329"/>
            <a:ext cx="1" cy="85073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052FF14F-D669-F7A9-7020-8A99061BB813}"/>
              </a:ext>
            </a:extLst>
          </p:cNvPr>
          <p:cNvSpPr/>
          <p:nvPr/>
        </p:nvSpPr>
        <p:spPr>
          <a:xfrm>
            <a:off x="6844482" y="1602764"/>
            <a:ext cx="1199253" cy="84207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/>
          <a:lstStyle/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舵</a:t>
            </a:r>
            <a:endParaRPr kumimoji="1" lang="en-US" altLang="zh-CN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3B0287D-FABF-31CB-C666-56D12DC368C6}"/>
              </a:ext>
            </a:extLst>
          </p:cNvPr>
          <p:cNvSpPr txBox="1"/>
          <p:nvPr/>
        </p:nvSpPr>
        <p:spPr>
          <a:xfrm>
            <a:off x="8089561" y="119280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控制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力矩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F851DB-F850-290E-517F-01A2B713FDF0}"/>
              </a:ext>
            </a:extLst>
          </p:cNvPr>
          <p:cNvSpPr txBox="1"/>
          <p:nvPr/>
        </p:nvSpPr>
        <p:spPr>
          <a:xfrm>
            <a:off x="3675689" y="120098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舵角指令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信号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7AEE374-D93A-66AB-30B2-8FD4D6AE8005}"/>
              </a:ext>
            </a:extLst>
          </p:cNvPr>
          <p:cNvSpPr/>
          <p:nvPr/>
        </p:nvSpPr>
        <p:spPr>
          <a:xfrm>
            <a:off x="5124425" y="2865869"/>
            <a:ext cx="1199253" cy="84207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/>
          <a:lstStyle/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罗经</a:t>
            </a:r>
            <a:endParaRPr kumimoji="1" lang="en-US" altLang="zh-CN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6F4B6FB-E61D-8F53-0687-FA7FE2E5622F}"/>
              </a:ext>
            </a:extLst>
          </p:cNvPr>
          <p:cNvSpPr txBox="1"/>
          <p:nvPr/>
        </p:nvSpPr>
        <p:spPr>
          <a:xfrm>
            <a:off x="1937465" y="253015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航向反馈</a:t>
            </a:r>
          </a:p>
        </p:txBody>
      </p: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E25B9B96-F67D-3410-40F9-E103B58BC6B7}"/>
              </a:ext>
            </a:extLst>
          </p:cNvPr>
          <p:cNvCxnSpPr>
            <a:cxnSpLocks/>
            <a:stCxn id="34" idx="1"/>
            <a:endCxn id="15" idx="4"/>
          </p:cNvCxnSpPr>
          <p:nvPr/>
        </p:nvCxnSpPr>
        <p:spPr>
          <a:xfrm rot="10800000">
            <a:off x="1713273" y="2204538"/>
            <a:ext cx="3411153" cy="1082366"/>
          </a:xfrm>
          <a:prstGeom prst="bentConnector2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6F1A13F-EAEE-CC1D-8727-C823F812A477}"/>
              </a:ext>
            </a:extLst>
          </p:cNvPr>
          <p:cNvSpPr txBox="1"/>
          <p:nvPr/>
        </p:nvSpPr>
        <p:spPr>
          <a:xfrm>
            <a:off x="7311137" y="476672"/>
            <a:ext cx="3558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扰动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海浪、海风、海流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9A42CE4C-1E06-AEBC-70DA-533D187052F2}"/>
              </a:ext>
            </a:extLst>
          </p:cNvPr>
          <p:cNvCxnSpPr>
            <a:cxnSpLocks/>
            <a:stCxn id="31" idx="3"/>
            <a:endCxn id="25" idx="2"/>
          </p:cNvCxnSpPr>
          <p:nvPr/>
        </p:nvCxnSpPr>
        <p:spPr>
          <a:xfrm>
            <a:off x="8043735" y="2023799"/>
            <a:ext cx="871532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19A4D028-9453-FA7A-F4AC-4EE7041EA66E}"/>
              </a:ext>
            </a:extLst>
          </p:cNvPr>
          <p:cNvCxnSpPr>
            <a:cxnSpLocks/>
            <a:stCxn id="23" idx="3"/>
            <a:endCxn id="31" idx="1"/>
          </p:cNvCxnSpPr>
          <p:nvPr/>
        </p:nvCxnSpPr>
        <p:spPr>
          <a:xfrm>
            <a:off x="6323678" y="2023799"/>
            <a:ext cx="520804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4DD1FD-52CC-46FD-9BE6-AA9E13849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267" y="3795834"/>
            <a:ext cx="3377759" cy="253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lley&amp;Gillie SR4 磁罗经- TOMAN海洋">
            <a:extLst>
              <a:ext uri="{FF2B5EF4-FFF2-40B4-BE49-F238E27FC236}">
                <a16:creationId xmlns:a16="http://schemas.microsoft.com/office/drawing/2014/main" id="{4479FE9D-6049-891F-F3A9-F319578FD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98" y="3571096"/>
            <a:ext cx="3015928" cy="301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FDC51546-EC92-168D-E141-88C013168025}"/>
              </a:ext>
            </a:extLst>
          </p:cNvPr>
          <p:cNvSpPr txBox="1"/>
          <p:nvPr/>
        </p:nvSpPr>
        <p:spPr>
          <a:xfrm>
            <a:off x="4616359" y="4144941"/>
            <a:ext cx="2185108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磁罗经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166CDC-C961-BA8E-8A23-B793FA50C2C8}"/>
              </a:ext>
            </a:extLst>
          </p:cNvPr>
          <p:cNvSpPr txBox="1"/>
          <p:nvPr/>
        </p:nvSpPr>
        <p:spPr>
          <a:xfrm>
            <a:off x="4631497" y="5255236"/>
            <a:ext cx="2185108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陀螺罗经</a:t>
            </a:r>
          </a:p>
        </p:txBody>
      </p:sp>
      <p:sp>
        <p:nvSpPr>
          <p:cNvPr id="49" name="燕尾形 48">
            <a:extLst>
              <a:ext uri="{FF2B5EF4-FFF2-40B4-BE49-F238E27FC236}">
                <a16:creationId xmlns:a16="http://schemas.microsoft.com/office/drawing/2014/main" id="{3CE6FC92-E739-282F-14CC-8C747AC121AE}"/>
              </a:ext>
            </a:extLst>
          </p:cNvPr>
          <p:cNvSpPr/>
          <p:nvPr/>
        </p:nvSpPr>
        <p:spPr>
          <a:xfrm>
            <a:off x="7008400" y="5255236"/>
            <a:ext cx="648072" cy="72008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0" name="燕尾形 49">
            <a:extLst>
              <a:ext uri="{FF2B5EF4-FFF2-40B4-BE49-F238E27FC236}">
                <a16:creationId xmlns:a16="http://schemas.microsoft.com/office/drawing/2014/main" id="{1F461411-A88F-063B-31B3-E8C13D736AA9}"/>
              </a:ext>
            </a:extLst>
          </p:cNvPr>
          <p:cNvSpPr/>
          <p:nvPr/>
        </p:nvSpPr>
        <p:spPr>
          <a:xfrm rot="10800000">
            <a:off x="3776492" y="4144941"/>
            <a:ext cx="648072" cy="72008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339787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614452" y="332656"/>
            <a:ext cx="4775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船舶航向水动力原理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8C54EF7-9F26-FD14-2C2B-7BF24E7BB409}"/>
              </a:ext>
            </a:extLst>
          </p:cNvPr>
          <p:cNvGrpSpPr/>
          <p:nvPr/>
        </p:nvGrpSpPr>
        <p:grpSpPr>
          <a:xfrm>
            <a:off x="5135188" y="1216287"/>
            <a:ext cx="1573998" cy="4883290"/>
            <a:chOff x="1833318" y="830801"/>
            <a:chExt cx="1573998" cy="488329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" name="3D 模型 2" descr="Coast Guard Cutter">
                  <a:extLst>
                    <a:ext uri="{FF2B5EF4-FFF2-40B4-BE49-F238E27FC236}">
                      <a16:creationId xmlns:a16="http://schemas.microsoft.com/office/drawing/2014/main" id="{075F3DB1-F789-F373-EFDE-EAB575A86EF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5577838"/>
                    </p:ext>
                  </p:extLst>
                </p:nvPr>
              </p:nvGraphicFramePr>
              <p:xfrm>
                <a:off x="1977080" y="1725285"/>
                <a:ext cx="1287498" cy="2942853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1287498" cy="2942853"/>
                      </a:xfrm>
                      <a:prstGeom prst="rect">
                        <a:avLst/>
                      </a:prstGeom>
                    </am3d:spPr>
                    <am3d:camera>
                      <am3d:pos x="0" y="0" z="58149450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2844983" d="1000000"/>
                      <am3d:preTrans dx="164333" dy="-5745824" dz="-282768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5400000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363258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" name="3D 模型 2" descr="Coast Guard Cutter">
                  <a:extLst>
                    <a:ext uri="{FF2B5EF4-FFF2-40B4-BE49-F238E27FC236}">
                      <a16:creationId xmlns:a16="http://schemas.microsoft.com/office/drawing/2014/main" id="{075F3DB1-F789-F373-EFDE-EAB575A86EF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78950" y="2110771"/>
                  <a:ext cx="1287498" cy="294285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" name="任意形状 3">
              <a:extLst>
                <a:ext uri="{FF2B5EF4-FFF2-40B4-BE49-F238E27FC236}">
                  <a16:creationId xmlns:a16="http://schemas.microsoft.com/office/drawing/2014/main" id="{CB97626B-36A5-6178-599D-C719DC0F4F01}"/>
                </a:ext>
              </a:extLst>
            </p:cNvPr>
            <p:cNvSpPr/>
            <p:nvPr/>
          </p:nvSpPr>
          <p:spPr>
            <a:xfrm>
              <a:off x="2291848" y="3214998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10304205-6FB1-69E3-8E26-386F5915EDAE}"/>
                </a:ext>
              </a:extLst>
            </p:cNvPr>
            <p:cNvCxnSpPr>
              <a:cxnSpLocks/>
            </p:cNvCxnSpPr>
            <p:nvPr/>
          </p:nvCxnSpPr>
          <p:spPr>
            <a:xfrm>
              <a:off x="2620457" y="1013811"/>
              <a:ext cx="0" cy="4428974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lg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箭头连接符 5">
              <a:extLst>
                <a:ext uri="{FF2B5EF4-FFF2-40B4-BE49-F238E27FC236}">
                  <a16:creationId xmlns:a16="http://schemas.microsoft.com/office/drawing/2014/main" id="{4622D6AA-B644-CA62-2FFC-0CA4FA262174}"/>
                </a:ext>
              </a:extLst>
            </p:cNvPr>
            <p:cNvCxnSpPr>
              <a:cxnSpLocks/>
            </p:cNvCxnSpPr>
            <p:nvPr/>
          </p:nvCxnSpPr>
          <p:spPr>
            <a:xfrm>
              <a:off x="2620457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7F44DBBD-E694-22F8-9A44-0FF0F3B47D89}"/>
                </a:ext>
              </a:extLst>
            </p:cNvPr>
            <p:cNvCxnSpPr>
              <a:cxnSpLocks/>
            </p:cNvCxnSpPr>
            <p:nvPr/>
          </p:nvCxnSpPr>
          <p:spPr>
            <a:xfrm>
              <a:off x="2772857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4ADB6A2A-8991-9D56-AE5C-A48C6E9FAA42}"/>
                </a:ext>
              </a:extLst>
            </p:cNvPr>
            <p:cNvCxnSpPr>
              <a:cxnSpLocks/>
            </p:cNvCxnSpPr>
            <p:nvPr/>
          </p:nvCxnSpPr>
          <p:spPr>
            <a:xfrm>
              <a:off x="2925257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A8B26372-650E-3DDC-F762-F5B0760C8AFB}"/>
                </a:ext>
              </a:extLst>
            </p:cNvPr>
            <p:cNvCxnSpPr>
              <a:cxnSpLocks/>
            </p:cNvCxnSpPr>
            <p:nvPr/>
          </p:nvCxnSpPr>
          <p:spPr>
            <a:xfrm>
              <a:off x="3077657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86DCC8DA-1614-374E-9182-0018C9B15156}"/>
                </a:ext>
              </a:extLst>
            </p:cNvPr>
            <p:cNvCxnSpPr>
              <a:cxnSpLocks/>
            </p:cNvCxnSpPr>
            <p:nvPr/>
          </p:nvCxnSpPr>
          <p:spPr>
            <a:xfrm>
              <a:off x="3230057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CF1372FF-FEC3-532B-DA53-7B4A1510C973}"/>
                </a:ext>
              </a:extLst>
            </p:cNvPr>
            <p:cNvCxnSpPr>
              <a:cxnSpLocks/>
            </p:cNvCxnSpPr>
            <p:nvPr/>
          </p:nvCxnSpPr>
          <p:spPr>
            <a:xfrm>
              <a:off x="2010859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箭头连接符 11">
              <a:extLst>
                <a:ext uri="{FF2B5EF4-FFF2-40B4-BE49-F238E27FC236}">
                  <a16:creationId xmlns:a16="http://schemas.microsoft.com/office/drawing/2014/main" id="{BCFB9953-3D9D-CCE3-F25C-F1650EA4E6DD}"/>
                </a:ext>
              </a:extLst>
            </p:cNvPr>
            <p:cNvCxnSpPr>
              <a:cxnSpLocks/>
            </p:cNvCxnSpPr>
            <p:nvPr/>
          </p:nvCxnSpPr>
          <p:spPr>
            <a:xfrm>
              <a:off x="2163259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23585312-C221-6997-5B88-2A2C6BD30F56}"/>
                </a:ext>
              </a:extLst>
            </p:cNvPr>
            <p:cNvCxnSpPr>
              <a:cxnSpLocks/>
            </p:cNvCxnSpPr>
            <p:nvPr/>
          </p:nvCxnSpPr>
          <p:spPr>
            <a:xfrm>
              <a:off x="2315659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箭头连接符 35">
              <a:extLst>
                <a:ext uri="{FF2B5EF4-FFF2-40B4-BE49-F238E27FC236}">
                  <a16:creationId xmlns:a16="http://schemas.microsoft.com/office/drawing/2014/main" id="{9CD78332-3D6D-EC32-25D4-C1555927639E}"/>
                </a:ext>
              </a:extLst>
            </p:cNvPr>
            <p:cNvCxnSpPr>
              <a:cxnSpLocks/>
            </p:cNvCxnSpPr>
            <p:nvPr/>
          </p:nvCxnSpPr>
          <p:spPr>
            <a:xfrm>
              <a:off x="2468059" y="83080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1DDCE8BA-62B6-CCF5-98F8-09A033E461D0}"/>
                </a:ext>
              </a:extLst>
            </p:cNvPr>
            <p:cNvCxnSpPr>
              <a:cxnSpLocks/>
            </p:cNvCxnSpPr>
            <p:nvPr/>
          </p:nvCxnSpPr>
          <p:spPr>
            <a:xfrm>
              <a:off x="2622545" y="5263763"/>
              <a:ext cx="0" cy="45032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E1928A95-A8B7-4F4C-A61A-F7AEAB42869D}"/>
                </a:ext>
              </a:extLst>
            </p:cNvPr>
            <p:cNvCxnSpPr>
              <a:cxnSpLocks/>
            </p:cNvCxnSpPr>
            <p:nvPr/>
          </p:nvCxnSpPr>
          <p:spPr>
            <a:xfrm>
              <a:off x="2774945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箭头连接符 38">
              <a:extLst>
                <a:ext uri="{FF2B5EF4-FFF2-40B4-BE49-F238E27FC236}">
                  <a16:creationId xmlns:a16="http://schemas.microsoft.com/office/drawing/2014/main" id="{84F6C714-89E4-5CF0-AB24-968C2E63F908}"/>
                </a:ext>
              </a:extLst>
            </p:cNvPr>
            <p:cNvCxnSpPr>
              <a:cxnSpLocks/>
            </p:cNvCxnSpPr>
            <p:nvPr/>
          </p:nvCxnSpPr>
          <p:spPr>
            <a:xfrm>
              <a:off x="2927345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箭头连接符 44">
              <a:extLst>
                <a:ext uri="{FF2B5EF4-FFF2-40B4-BE49-F238E27FC236}">
                  <a16:creationId xmlns:a16="http://schemas.microsoft.com/office/drawing/2014/main" id="{550CEAC7-B28A-AABF-D725-55FDBCAFD143}"/>
                </a:ext>
              </a:extLst>
            </p:cNvPr>
            <p:cNvCxnSpPr>
              <a:cxnSpLocks/>
            </p:cNvCxnSpPr>
            <p:nvPr/>
          </p:nvCxnSpPr>
          <p:spPr>
            <a:xfrm>
              <a:off x="3079745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7B945105-3566-B4EF-6C50-A9F85D847445}"/>
                </a:ext>
              </a:extLst>
            </p:cNvPr>
            <p:cNvCxnSpPr>
              <a:cxnSpLocks/>
            </p:cNvCxnSpPr>
            <p:nvPr/>
          </p:nvCxnSpPr>
          <p:spPr>
            <a:xfrm>
              <a:off x="3232145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273E9F03-0EEC-ECB2-7AD4-444917A1D19C}"/>
                </a:ext>
              </a:extLst>
            </p:cNvPr>
            <p:cNvCxnSpPr>
              <a:cxnSpLocks/>
            </p:cNvCxnSpPr>
            <p:nvPr/>
          </p:nvCxnSpPr>
          <p:spPr>
            <a:xfrm>
              <a:off x="2012947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2F9F2672-85F6-360E-9D6B-AABCD5FA4D5D}"/>
                </a:ext>
              </a:extLst>
            </p:cNvPr>
            <p:cNvCxnSpPr>
              <a:cxnSpLocks/>
            </p:cNvCxnSpPr>
            <p:nvPr/>
          </p:nvCxnSpPr>
          <p:spPr>
            <a:xfrm>
              <a:off x="2165347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87445428-0E81-8B20-BD12-77B49B373845}"/>
                </a:ext>
              </a:extLst>
            </p:cNvPr>
            <p:cNvCxnSpPr>
              <a:cxnSpLocks/>
            </p:cNvCxnSpPr>
            <p:nvPr/>
          </p:nvCxnSpPr>
          <p:spPr>
            <a:xfrm>
              <a:off x="2317747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9AA88F5F-E43B-4FBE-B294-5F2A142AF609}"/>
                </a:ext>
              </a:extLst>
            </p:cNvPr>
            <p:cNvCxnSpPr>
              <a:cxnSpLocks/>
            </p:cNvCxnSpPr>
            <p:nvPr/>
          </p:nvCxnSpPr>
          <p:spPr>
            <a:xfrm>
              <a:off x="2470147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08AD69C8-BB1B-7236-F705-3FEE96590D1F}"/>
                </a:ext>
              </a:extLst>
            </p:cNvPr>
            <p:cNvSpPr/>
            <p:nvPr/>
          </p:nvSpPr>
          <p:spPr>
            <a:xfrm>
              <a:off x="2142097" y="3216327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8A774232-F70D-A99D-2242-D85F3784FF49}"/>
                </a:ext>
              </a:extLst>
            </p:cNvPr>
            <p:cNvSpPr/>
            <p:nvPr/>
          </p:nvSpPr>
          <p:spPr>
            <a:xfrm>
              <a:off x="1992348" y="3217655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57" name="任意形状 56">
              <a:extLst>
                <a:ext uri="{FF2B5EF4-FFF2-40B4-BE49-F238E27FC236}">
                  <a16:creationId xmlns:a16="http://schemas.microsoft.com/office/drawing/2014/main" id="{13655CF3-3C69-05F0-4C40-0352757EAAA1}"/>
                </a:ext>
              </a:extLst>
            </p:cNvPr>
            <p:cNvSpPr/>
            <p:nvPr/>
          </p:nvSpPr>
          <p:spPr>
            <a:xfrm>
              <a:off x="1833318" y="3217658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A484D933-5EC7-14F1-B07F-DADD1AB34287}"/>
                </a:ext>
              </a:extLst>
            </p:cNvPr>
            <p:cNvSpPr/>
            <p:nvPr/>
          </p:nvSpPr>
          <p:spPr>
            <a:xfrm flipH="1">
              <a:off x="2770254" y="3208372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F2A470BB-8FCC-22B5-7B83-AC5F9AFEE628}"/>
                </a:ext>
              </a:extLst>
            </p:cNvPr>
            <p:cNvSpPr/>
            <p:nvPr/>
          </p:nvSpPr>
          <p:spPr>
            <a:xfrm flipH="1">
              <a:off x="2922654" y="3209696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60" name="任意形状 59">
              <a:extLst>
                <a:ext uri="{FF2B5EF4-FFF2-40B4-BE49-F238E27FC236}">
                  <a16:creationId xmlns:a16="http://schemas.microsoft.com/office/drawing/2014/main" id="{18565234-BEA3-6DAF-0353-2DFED0F4764B}"/>
                </a:ext>
              </a:extLst>
            </p:cNvPr>
            <p:cNvSpPr/>
            <p:nvPr/>
          </p:nvSpPr>
          <p:spPr>
            <a:xfrm flipH="1">
              <a:off x="3075054" y="3211022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61" name="任意形状 60">
              <a:extLst>
                <a:ext uri="{FF2B5EF4-FFF2-40B4-BE49-F238E27FC236}">
                  <a16:creationId xmlns:a16="http://schemas.microsoft.com/office/drawing/2014/main" id="{AE5F0EA1-70CE-FBC2-63E3-F7A224F7EF09}"/>
                </a:ext>
              </a:extLst>
            </p:cNvPr>
            <p:cNvSpPr/>
            <p:nvPr/>
          </p:nvSpPr>
          <p:spPr>
            <a:xfrm flipH="1">
              <a:off x="3234078" y="3211022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D8B276A2-6FD3-6BCD-C837-9B540EEA48CF}"/>
                </a:ext>
              </a:extLst>
            </p:cNvPr>
            <p:cNvSpPr/>
            <p:nvPr/>
          </p:nvSpPr>
          <p:spPr>
            <a:xfrm flipV="1">
              <a:off x="2293176" y="1035077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63" name="任意形状 62">
              <a:extLst>
                <a:ext uri="{FF2B5EF4-FFF2-40B4-BE49-F238E27FC236}">
                  <a16:creationId xmlns:a16="http://schemas.microsoft.com/office/drawing/2014/main" id="{42A9E993-B1BF-404D-C486-166F962265DE}"/>
                </a:ext>
              </a:extLst>
            </p:cNvPr>
            <p:cNvSpPr/>
            <p:nvPr/>
          </p:nvSpPr>
          <p:spPr>
            <a:xfrm flipV="1">
              <a:off x="2143425" y="1036406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024" name="任意形状 1023">
              <a:extLst>
                <a:ext uri="{FF2B5EF4-FFF2-40B4-BE49-F238E27FC236}">
                  <a16:creationId xmlns:a16="http://schemas.microsoft.com/office/drawing/2014/main" id="{9DDDCADD-5877-BFA9-57EB-273D77C7CEE0}"/>
                </a:ext>
              </a:extLst>
            </p:cNvPr>
            <p:cNvSpPr/>
            <p:nvPr/>
          </p:nvSpPr>
          <p:spPr>
            <a:xfrm flipV="1">
              <a:off x="1993676" y="1037734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025" name="任意形状 1024">
              <a:extLst>
                <a:ext uri="{FF2B5EF4-FFF2-40B4-BE49-F238E27FC236}">
                  <a16:creationId xmlns:a16="http://schemas.microsoft.com/office/drawing/2014/main" id="{9C4621D3-4573-C830-9913-6DBDE2CE51E1}"/>
                </a:ext>
              </a:extLst>
            </p:cNvPr>
            <p:cNvSpPr/>
            <p:nvPr/>
          </p:nvSpPr>
          <p:spPr>
            <a:xfrm flipV="1">
              <a:off x="1834646" y="1037737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027" name="任意形状 1026">
              <a:extLst>
                <a:ext uri="{FF2B5EF4-FFF2-40B4-BE49-F238E27FC236}">
                  <a16:creationId xmlns:a16="http://schemas.microsoft.com/office/drawing/2014/main" id="{5573E56F-2B45-F05D-8A13-8E83CD1BACB3}"/>
                </a:ext>
              </a:extLst>
            </p:cNvPr>
            <p:cNvSpPr/>
            <p:nvPr/>
          </p:nvSpPr>
          <p:spPr>
            <a:xfrm flipH="1" flipV="1">
              <a:off x="2771582" y="1028451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029" name="任意形状 1028">
              <a:extLst>
                <a:ext uri="{FF2B5EF4-FFF2-40B4-BE49-F238E27FC236}">
                  <a16:creationId xmlns:a16="http://schemas.microsoft.com/office/drawing/2014/main" id="{E90C1C6B-F96A-B37D-3B20-E91365C25236}"/>
                </a:ext>
              </a:extLst>
            </p:cNvPr>
            <p:cNvSpPr/>
            <p:nvPr/>
          </p:nvSpPr>
          <p:spPr>
            <a:xfrm flipH="1" flipV="1">
              <a:off x="2923982" y="1029775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030" name="任意形状 1029">
              <a:extLst>
                <a:ext uri="{FF2B5EF4-FFF2-40B4-BE49-F238E27FC236}">
                  <a16:creationId xmlns:a16="http://schemas.microsoft.com/office/drawing/2014/main" id="{B9FBE429-249B-3937-B7FB-C20E5C5324D8}"/>
                </a:ext>
              </a:extLst>
            </p:cNvPr>
            <p:cNvSpPr/>
            <p:nvPr/>
          </p:nvSpPr>
          <p:spPr>
            <a:xfrm flipH="1" flipV="1">
              <a:off x="3076382" y="1031101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031" name="任意形状 1030">
              <a:extLst>
                <a:ext uri="{FF2B5EF4-FFF2-40B4-BE49-F238E27FC236}">
                  <a16:creationId xmlns:a16="http://schemas.microsoft.com/office/drawing/2014/main" id="{F261D16B-0112-A037-29A4-9B454AF775F1}"/>
                </a:ext>
              </a:extLst>
            </p:cNvPr>
            <p:cNvSpPr/>
            <p:nvPr/>
          </p:nvSpPr>
          <p:spPr>
            <a:xfrm flipH="1" flipV="1">
              <a:off x="3235406" y="1031101"/>
              <a:ext cx="17191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910" h="2237153">
                  <a:moveTo>
                    <a:pt x="0" y="0"/>
                  </a:moveTo>
                  <a:cubicBezTo>
                    <a:pt x="56177" y="1129523"/>
                    <a:pt x="153310" y="807006"/>
                    <a:pt x="171910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</p:grp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F0601FC7-6F12-1031-29F8-9E33EC2D9A57}"/>
              </a:ext>
            </a:extLst>
          </p:cNvPr>
          <p:cNvGrpSpPr/>
          <p:nvPr/>
        </p:nvGrpSpPr>
        <p:grpSpPr>
          <a:xfrm>
            <a:off x="7216583" y="1216287"/>
            <a:ext cx="1652843" cy="4883290"/>
            <a:chOff x="4645696" y="830801"/>
            <a:chExt cx="1652843" cy="488329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033" name="3D 模型 1032" descr="Coast Guard Cutter">
                  <a:extLst>
                    <a:ext uri="{FF2B5EF4-FFF2-40B4-BE49-F238E27FC236}">
                      <a16:creationId xmlns:a16="http://schemas.microsoft.com/office/drawing/2014/main" id="{6038C7A9-DE84-B0ED-8F01-DA15649BA72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52567962"/>
                    </p:ext>
                  </p:extLst>
                </p:nvPr>
              </p:nvGraphicFramePr>
              <p:xfrm>
                <a:off x="4861104" y="1727210"/>
                <a:ext cx="1287498" cy="2942853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1287498" cy="2942853"/>
                      </a:xfrm>
                      <a:prstGeom prst="rect">
                        <a:avLst/>
                      </a:prstGeom>
                    </am3d:spPr>
                    <am3d:camera>
                      <am3d:pos x="0" y="0" z="58149450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2844983" d="1000000"/>
                      <am3d:preTrans dx="164333" dy="-5745824" dz="-282768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5400000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363258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033" name="3D 模型 1032" descr="Coast Guard Cutter">
                  <a:extLst>
                    <a:ext uri="{FF2B5EF4-FFF2-40B4-BE49-F238E27FC236}">
                      <a16:creationId xmlns:a16="http://schemas.microsoft.com/office/drawing/2014/main" id="{6038C7A9-DE84-B0ED-8F01-DA15649BA72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31991" y="2112696"/>
                  <a:ext cx="1287498" cy="294285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34" name="组合 1033">
              <a:extLst>
                <a:ext uri="{FF2B5EF4-FFF2-40B4-BE49-F238E27FC236}">
                  <a16:creationId xmlns:a16="http://schemas.microsoft.com/office/drawing/2014/main" id="{621576D3-272C-3EC1-D31A-C6456DE85472}"/>
                </a:ext>
              </a:extLst>
            </p:cNvPr>
            <p:cNvGrpSpPr/>
            <p:nvPr/>
          </p:nvGrpSpPr>
          <p:grpSpPr>
            <a:xfrm>
              <a:off x="4724541" y="830801"/>
              <a:ext cx="1573998" cy="4883290"/>
              <a:chOff x="1833318" y="830801"/>
              <a:chExt cx="1573998" cy="4883290"/>
            </a:xfrm>
          </p:grpSpPr>
          <p:sp>
            <p:nvSpPr>
              <p:cNvPr id="1047" name="任意形状 1046">
                <a:extLst>
                  <a:ext uri="{FF2B5EF4-FFF2-40B4-BE49-F238E27FC236}">
                    <a16:creationId xmlns:a16="http://schemas.microsoft.com/office/drawing/2014/main" id="{0DABC663-82A3-A1A5-AFC2-BDF5B09CB54A}"/>
                  </a:ext>
                </a:extLst>
              </p:cNvPr>
              <p:cNvSpPr/>
              <p:nvPr/>
            </p:nvSpPr>
            <p:spPr>
              <a:xfrm>
                <a:off x="2291848" y="3214998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cxnSp>
            <p:nvCxnSpPr>
              <p:cNvPr id="1048" name="直线箭头连接符 1047">
                <a:extLst>
                  <a:ext uri="{FF2B5EF4-FFF2-40B4-BE49-F238E27FC236}">
                    <a16:creationId xmlns:a16="http://schemas.microsoft.com/office/drawing/2014/main" id="{E5926694-3D61-2346-EB76-235CEA1A22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0457" y="1013811"/>
                <a:ext cx="0" cy="4428974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lgDashDot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9" name="直线箭头连接符 1048">
                <a:extLst>
                  <a:ext uri="{FF2B5EF4-FFF2-40B4-BE49-F238E27FC236}">
                    <a16:creationId xmlns:a16="http://schemas.microsoft.com/office/drawing/2014/main" id="{34126AE3-8E6C-C60C-FF19-AF6A09510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0457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0" name="直线箭头连接符 1049">
                <a:extLst>
                  <a:ext uri="{FF2B5EF4-FFF2-40B4-BE49-F238E27FC236}">
                    <a16:creationId xmlns:a16="http://schemas.microsoft.com/office/drawing/2014/main" id="{E4524FFB-0138-666C-62E5-E93FDF04B5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2857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直线箭头连接符 1050">
                <a:extLst>
                  <a:ext uri="{FF2B5EF4-FFF2-40B4-BE49-F238E27FC236}">
                    <a16:creationId xmlns:a16="http://schemas.microsoft.com/office/drawing/2014/main" id="{E0F5AC5E-2CED-DD30-D369-C22C12684E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5257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2" name="直线箭头连接符 1051">
                <a:extLst>
                  <a:ext uri="{FF2B5EF4-FFF2-40B4-BE49-F238E27FC236}">
                    <a16:creationId xmlns:a16="http://schemas.microsoft.com/office/drawing/2014/main" id="{044BFEE6-2F2F-BDB4-204A-6595585F3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7657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3" name="直线箭头连接符 1052">
                <a:extLst>
                  <a:ext uri="{FF2B5EF4-FFF2-40B4-BE49-F238E27FC236}">
                    <a16:creationId xmlns:a16="http://schemas.microsoft.com/office/drawing/2014/main" id="{B5A4DFEC-850A-E2F0-9897-ED1E2FB2A1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057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4" name="直线箭头连接符 1053">
                <a:extLst>
                  <a:ext uri="{FF2B5EF4-FFF2-40B4-BE49-F238E27FC236}">
                    <a16:creationId xmlns:a16="http://schemas.microsoft.com/office/drawing/2014/main" id="{8D679A9F-A68C-1DFA-D9E7-D88F3005B9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0859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5" name="直线箭头连接符 1054">
                <a:extLst>
                  <a:ext uri="{FF2B5EF4-FFF2-40B4-BE49-F238E27FC236}">
                    <a16:creationId xmlns:a16="http://schemas.microsoft.com/office/drawing/2014/main" id="{36423B4F-3348-EAE3-3ED2-F8A58C328E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3259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6" name="直线箭头连接符 1055">
                <a:extLst>
                  <a:ext uri="{FF2B5EF4-FFF2-40B4-BE49-F238E27FC236}">
                    <a16:creationId xmlns:a16="http://schemas.microsoft.com/office/drawing/2014/main" id="{8991C813-8CF0-763C-8FD0-FDF3BB450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5659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7" name="直线箭头连接符 1056">
                <a:extLst>
                  <a:ext uri="{FF2B5EF4-FFF2-40B4-BE49-F238E27FC236}">
                    <a16:creationId xmlns:a16="http://schemas.microsoft.com/office/drawing/2014/main" id="{AC59D199-6ED8-79FA-FDA7-4CF56ECA3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8059" y="83080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直线箭头连接符 1057">
                <a:extLst>
                  <a:ext uri="{FF2B5EF4-FFF2-40B4-BE49-F238E27FC236}">
                    <a16:creationId xmlns:a16="http://schemas.microsoft.com/office/drawing/2014/main" id="{3A821BF9-CE2D-72E5-B9E1-251327755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45" y="5263763"/>
                <a:ext cx="0" cy="45032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9" name="直线箭头连接符 1058">
                <a:extLst>
                  <a:ext uri="{FF2B5EF4-FFF2-40B4-BE49-F238E27FC236}">
                    <a16:creationId xmlns:a16="http://schemas.microsoft.com/office/drawing/2014/main" id="{A108B59F-E530-CD0E-23F6-6EC31D3623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45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0" name="直线箭头连接符 1059">
                <a:extLst>
                  <a:ext uri="{FF2B5EF4-FFF2-40B4-BE49-F238E27FC236}">
                    <a16:creationId xmlns:a16="http://schemas.microsoft.com/office/drawing/2014/main" id="{B7A16CC2-D944-917B-3938-122D1580C7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7345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直线箭头连接符 1060">
                <a:extLst>
                  <a:ext uri="{FF2B5EF4-FFF2-40B4-BE49-F238E27FC236}">
                    <a16:creationId xmlns:a16="http://schemas.microsoft.com/office/drawing/2014/main" id="{29032A56-81B3-AA67-24B6-54507098F1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9745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直线箭头连接符 1061">
                <a:extLst>
                  <a:ext uri="{FF2B5EF4-FFF2-40B4-BE49-F238E27FC236}">
                    <a16:creationId xmlns:a16="http://schemas.microsoft.com/office/drawing/2014/main" id="{BCF4A13E-B10C-1136-DF3A-BDAB395519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2145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直线箭头连接符 1062">
                <a:extLst>
                  <a:ext uri="{FF2B5EF4-FFF2-40B4-BE49-F238E27FC236}">
                    <a16:creationId xmlns:a16="http://schemas.microsoft.com/office/drawing/2014/main" id="{F0760A86-41EC-BE8B-4515-75009A892E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2947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直线箭头连接符 1063">
                <a:extLst>
                  <a:ext uri="{FF2B5EF4-FFF2-40B4-BE49-F238E27FC236}">
                    <a16:creationId xmlns:a16="http://schemas.microsoft.com/office/drawing/2014/main" id="{A861D826-7A4C-BF95-C02F-5B2F0E11A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5347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5" name="直线箭头连接符 1064">
                <a:extLst>
                  <a:ext uri="{FF2B5EF4-FFF2-40B4-BE49-F238E27FC236}">
                    <a16:creationId xmlns:a16="http://schemas.microsoft.com/office/drawing/2014/main" id="{7F62EAC5-2458-9BA3-9D21-C5BB7AFB4F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7747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直线箭头连接符 1065">
                <a:extLst>
                  <a:ext uri="{FF2B5EF4-FFF2-40B4-BE49-F238E27FC236}">
                    <a16:creationId xmlns:a16="http://schemas.microsoft.com/office/drawing/2014/main" id="{73001CC5-37F1-BD1D-4210-688097517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0147" y="5392681"/>
                <a:ext cx="0" cy="3214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solid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7" name="任意形状 1066">
                <a:extLst>
                  <a:ext uri="{FF2B5EF4-FFF2-40B4-BE49-F238E27FC236}">
                    <a16:creationId xmlns:a16="http://schemas.microsoft.com/office/drawing/2014/main" id="{25069D05-0D19-B53C-89B8-BB0238F88A50}"/>
                  </a:ext>
                </a:extLst>
              </p:cNvPr>
              <p:cNvSpPr/>
              <p:nvPr/>
            </p:nvSpPr>
            <p:spPr>
              <a:xfrm>
                <a:off x="2142097" y="3216327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68" name="任意形状 1067">
                <a:extLst>
                  <a:ext uri="{FF2B5EF4-FFF2-40B4-BE49-F238E27FC236}">
                    <a16:creationId xmlns:a16="http://schemas.microsoft.com/office/drawing/2014/main" id="{C4DF1687-E499-A857-F50A-E82E07931971}"/>
                  </a:ext>
                </a:extLst>
              </p:cNvPr>
              <p:cNvSpPr/>
              <p:nvPr/>
            </p:nvSpPr>
            <p:spPr>
              <a:xfrm>
                <a:off x="1992348" y="3217655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69" name="任意形状 1068">
                <a:extLst>
                  <a:ext uri="{FF2B5EF4-FFF2-40B4-BE49-F238E27FC236}">
                    <a16:creationId xmlns:a16="http://schemas.microsoft.com/office/drawing/2014/main" id="{2BF19AEB-EAA9-4F1E-ED52-B6B7DAC2CE1A}"/>
                  </a:ext>
                </a:extLst>
              </p:cNvPr>
              <p:cNvSpPr/>
              <p:nvPr/>
            </p:nvSpPr>
            <p:spPr>
              <a:xfrm>
                <a:off x="1833318" y="3217658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0" name="任意形状 1069">
                <a:extLst>
                  <a:ext uri="{FF2B5EF4-FFF2-40B4-BE49-F238E27FC236}">
                    <a16:creationId xmlns:a16="http://schemas.microsoft.com/office/drawing/2014/main" id="{32AE5543-D333-05E1-159A-EE46B603F597}"/>
                  </a:ext>
                </a:extLst>
              </p:cNvPr>
              <p:cNvSpPr/>
              <p:nvPr/>
            </p:nvSpPr>
            <p:spPr>
              <a:xfrm flipH="1">
                <a:off x="2770254" y="3208372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1" name="任意形状 1070">
                <a:extLst>
                  <a:ext uri="{FF2B5EF4-FFF2-40B4-BE49-F238E27FC236}">
                    <a16:creationId xmlns:a16="http://schemas.microsoft.com/office/drawing/2014/main" id="{62DA3988-FD2C-5D31-C1A4-BDA2D9FBE569}"/>
                  </a:ext>
                </a:extLst>
              </p:cNvPr>
              <p:cNvSpPr/>
              <p:nvPr/>
            </p:nvSpPr>
            <p:spPr>
              <a:xfrm flipH="1">
                <a:off x="2922654" y="3209696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2" name="任意形状 1071">
                <a:extLst>
                  <a:ext uri="{FF2B5EF4-FFF2-40B4-BE49-F238E27FC236}">
                    <a16:creationId xmlns:a16="http://schemas.microsoft.com/office/drawing/2014/main" id="{28125438-C25C-1A27-6FE1-810E9EACAD8F}"/>
                  </a:ext>
                </a:extLst>
              </p:cNvPr>
              <p:cNvSpPr/>
              <p:nvPr/>
            </p:nvSpPr>
            <p:spPr>
              <a:xfrm flipH="1">
                <a:off x="3075054" y="3211022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3" name="任意形状 1072">
                <a:extLst>
                  <a:ext uri="{FF2B5EF4-FFF2-40B4-BE49-F238E27FC236}">
                    <a16:creationId xmlns:a16="http://schemas.microsoft.com/office/drawing/2014/main" id="{B318C65A-3DF8-30DB-6262-7350108BDFE0}"/>
                  </a:ext>
                </a:extLst>
              </p:cNvPr>
              <p:cNvSpPr/>
              <p:nvPr/>
            </p:nvSpPr>
            <p:spPr>
              <a:xfrm flipH="1">
                <a:off x="3234078" y="3211022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4" name="任意形状 1073">
                <a:extLst>
                  <a:ext uri="{FF2B5EF4-FFF2-40B4-BE49-F238E27FC236}">
                    <a16:creationId xmlns:a16="http://schemas.microsoft.com/office/drawing/2014/main" id="{A697AAB5-E45A-1E37-1AF3-3A52A0A83856}"/>
                  </a:ext>
                </a:extLst>
              </p:cNvPr>
              <p:cNvSpPr/>
              <p:nvPr/>
            </p:nvSpPr>
            <p:spPr>
              <a:xfrm flipV="1">
                <a:off x="2293176" y="1035077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5" name="任意形状 1074">
                <a:extLst>
                  <a:ext uri="{FF2B5EF4-FFF2-40B4-BE49-F238E27FC236}">
                    <a16:creationId xmlns:a16="http://schemas.microsoft.com/office/drawing/2014/main" id="{C32CF24B-9ADA-65BB-64C0-8783FF602117}"/>
                  </a:ext>
                </a:extLst>
              </p:cNvPr>
              <p:cNvSpPr/>
              <p:nvPr/>
            </p:nvSpPr>
            <p:spPr>
              <a:xfrm flipV="1">
                <a:off x="2143425" y="1036406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6" name="任意形状 1075">
                <a:extLst>
                  <a:ext uri="{FF2B5EF4-FFF2-40B4-BE49-F238E27FC236}">
                    <a16:creationId xmlns:a16="http://schemas.microsoft.com/office/drawing/2014/main" id="{843CF1D7-9022-BBDC-6776-EAE553B4979E}"/>
                  </a:ext>
                </a:extLst>
              </p:cNvPr>
              <p:cNvSpPr/>
              <p:nvPr/>
            </p:nvSpPr>
            <p:spPr>
              <a:xfrm flipV="1">
                <a:off x="1993676" y="1037734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7" name="任意形状 1076">
                <a:extLst>
                  <a:ext uri="{FF2B5EF4-FFF2-40B4-BE49-F238E27FC236}">
                    <a16:creationId xmlns:a16="http://schemas.microsoft.com/office/drawing/2014/main" id="{86408770-1809-5629-F097-90F10BA5DDC0}"/>
                  </a:ext>
                </a:extLst>
              </p:cNvPr>
              <p:cNvSpPr/>
              <p:nvPr/>
            </p:nvSpPr>
            <p:spPr>
              <a:xfrm flipV="1">
                <a:off x="1834646" y="1037737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8" name="任意形状 1077">
                <a:extLst>
                  <a:ext uri="{FF2B5EF4-FFF2-40B4-BE49-F238E27FC236}">
                    <a16:creationId xmlns:a16="http://schemas.microsoft.com/office/drawing/2014/main" id="{E1DA3C86-1F53-2573-1901-35B54EBFC54F}"/>
                  </a:ext>
                </a:extLst>
              </p:cNvPr>
              <p:cNvSpPr/>
              <p:nvPr/>
            </p:nvSpPr>
            <p:spPr>
              <a:xfrm flipH="1" flipV="1">
                <a:off x="2771582" y="1028451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79" name="任意形状 1078">
                <a:extLst>
                  <a:ext uri="{FF2B5EF4-FFF2-40B4-BE49-F238E27FC236}">
                    <a16:creationId xmlns:a16="http://schemas.microsoft.com/office/drawing/2014/main" id="{13A7DD84-703C-1298-BDF5-A563603E3FE5}"/>
                  </a:ext>
                </a:extLst>
              </p:cNvPr>
              <p:cNvSpPr/>
              <p:nvPr/>
            </p:nvSpPr>
            <p:spPr>
              <a:xfrm flipH="1" flipV="1">
                <a:off x="2923982" y="1029775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80" name="任意形状 1079">
                <a:extLst>
                  <a:ext uri="{FF2B5EF4-FFF2-40B4-BE49-F238E27FC236}">
                    <a16:creationId xmlns:a16="http://schemas.microsoft.com/office/drawing/2014/main" id="{3B75419D-AB3F-378E-FEC0-37C9B7697855}"/>
                  </a:ext>
                </a:extLst>
              </p:cNvPr>
              <p:cNvSpPr/>
              <p:nvPr/>
            </p:nvSpPr>
            <p:spPr>
              <a:xfrm flipH="1" flipV="1">
                <a:off x="3076382" y="1031101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  <p:sp>
            <p:nvSpPr>
              <p:cNvPr id="1081" name="任意形状 1080">
                <a:extLst>
                  <a:ext uri="{FF2B5EF4-FFF2-40B4-BE49-F238E27FC236}">
                    <a16:creationId xmlns:a16="http://schemas.microsoft.com/office/drawing/2014/main" id="{F3E4E9D0-B63F-C56A-D8BC-ECF74871BB38}"/>
                  </a:ext>
                </a:extLst>
              </p:cNvPr>
              <p:cNvSpPr/>
              <p:nvPr/>
            </p:nvSpPr>
            <p:spPr>
              <a:xfrm flipH="1" flipV="1">
                <a:off x="3235406" y="1031101"/>
                <a:ext cx="171910" cy="2237153"/>
              </a:xfrm>
              <a:custGeom>
                <a:avLst/>
                <a:gdLst>
                  <a:gd name="connsiteX0" fmla="*/ 983848 w 983848"/>
                  <a:gd name="connsiteY0" fmla="*/ 0 h 983848"/>
                  <a:gd name="connsiteX1" fmla="*/ 0 w 983848"/>
                  <a:gd name="connsiteY1" fmla="*/ 0 h 983848"/>
                  <a:gd name="connsiteX2" fmla="*/ 0 w 983848"/>
                  <a:gd name="connsiteY2" fmla="*/ 983848 h 983848"/>
                  <a:gd name="connsiteX0" fmla="*/ 992721 w 992721"/>
                  <a:gd name="connsiteY0" fmla="*/ 0 h 1059391"/>
                  <a:gd name="connsiteX1" fmla="*/ 8873 w 992721"/>
                  <a:gd name="connsiteY1" fmla="*/ 0 h 1059391"/>
                  <a:gd name="connsiteX2" fmla="*/ 8873 w 992721"/>
                  <a:gd name="connsiteY2" fmla="*/ 983848 h 1059391"/>
                  <a:gd name="connsiteX3" fmla="*/ 0 w 992721"/>
                  <a:gd name="connsiteY3" fmla="*/ 992946 h 1059391"/>
                  <a:gd name="connsiteX0" fmla="*/ 1297521 w 1297521"/>
                  <a:gd name="connsiteY0" fmla="*/ 0 h 1071437"/>
                  <a:gd name="connsiteX1" fmla="*/ 313673 w 1297521"/>
                  <a:gd name="connsiteY1" fmla="*/ 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297521 w 1297521"/>
                  <a:gd name="connsiteY0" fmla="*/ 0 h 1071437"/>
                  <a:gd name="connsiteX1" fmla="*/ 897873 w 1297521"/>
                  <a:gd name="connsiteY1" fmla="*/ 228600 h 1071437"/>
                  <a:gd name="connsiteX2" fmla="*/ 313673 w 1297521"/>
                  <a:gd name="connsiteY2" fmla="*/ 983848 h 1071437"/>
                  <a:gd name="connsiteX3" fmla="*/ 0 w 1297521"/>
                  <a:gd name="connsiteY3" fmla="*/ 1031046 h 1071437"/>
                  <a:gd name="connsiteX0" fmla="*/ 1500721 w 1500721"/>
                  <a:gd name="connsiteY0" fmla="*/ 0 h 906337"/>
                  <a:gd name="connsiteX1" fmla="*/ 897873 w 1500721"/>
                  <a:gd name="connsiteY1" fmla="*/ 63500 h 906337"/>
                  <a:gd name="connsiteX2" fmla="*/ 313673 w 1500721"/>
                  <a:gd name="connsiteY2" fmla="*/ 818748 h 906337"/>
                  <a:gd name="connsiteX3" fmla="*/ 0 w 1500721"/>
                  <a:gd name="connsiteY3" fmla="*/ 865946 h 906337"/>
                  <a:gd name="connsiteX0" fmla="*/ 1500721 w 1500721"/>
                  <a:gd name="connsiteY0" fmla="*/ 38100 h 944437"/>
                  <a:gd name="connsiteX1" fmla="*/ 923273 w 1500721"/>
                  <a:gd name="connsiteY1" fmla="*/ 0 h 944437"/>
                  <a:gd name="connsiteX2" fmla="*/ 313673 w 1500721"/>
                  <a:gd name="connsiteY2" fmla="*/ 856848 h 944437"/>
                  <a:gd name="connsiteX3" fmla="*/ 0 w 1500721"/>
                  <a:gd name="connsiteY3" fmla="*/ 904046 h 944437"/>
                  <a:gd name="connsiteX0" fmla="*/ 1449921 w 1449921"/>
                  <a:gd name="connsiteY0" fmla="*/ 0 h 969837"/>
                  <a:gd name="connsiteX1" fmla="*/ 923273 w 1449921"/>
                  <a:gd name="connsiteY1" fmla="*/ 25400 h 969837"/>
                  <a:gd name="connsiteX2" fmla="*/ 313673 w 1449921"/>
                  <a:gd name="connsiteY2" fmla="*/ 882248 h 969837"/>
                  <a:gd name="connsiteX3" fmla="*/ 0 w 1449921"/>
                  <a:gd name="connsiteY3" fmla="*/ 929446 h 969837"/>
                  <a:gd name="connsiteX0" fmla="*/ 1449921 w 1449921"/>
                  <a:gd name="connsiteY0" fmla="*/ 0 h 929446"/>
                  <a:gd name="connsiteX1" fmla="*/ 923273 w 1449921"/>
                  <a:gd name="connsiteY1" fmla="*/ 25400 h 929446"/>
                  <a:gd name="connsiteX2" fmla="*/ 313673 w 1449921"/>
                  <a:gd name="connsiteY2" fmla="*/ 882248 h 929446"/>
                  <a:gd name="connsiteX3" fmla="*/ 0 w 1449921"/>
                  <a:gd name="connsiteY3" fmla="*/ 929446 h 929446"/>
                  <a:gd name="connsiteX0" fmla="*/ 1475321 w 1475321"/>
                  <a:gd name="connsiteY0" fmla="*/ 0 h 904046"/>
                  <a:gd name="connsiteX1" fmla="*/ 948673 w 1475321"/>
                  <a:gd name="connsiteY1" fmla="*/ 25400 h 904046"/>
                  <a:gd name="connsiteX2" fmla="*/ 339073 w 1475321"/>
                  <a:gd name="connsiteY2" fmla="*/ 882248 h 904046"/>
                  <a:gd name="connsiteX3" fmla="*/ 0 w 1475321"/>
                  <a:gd name="connsiteY3" fmla="*/ 904046 h 904046"/>
                  <a:gd name="connsiteX0" fmla="*/ 1449921 w 1449921"/>
                  <a:gd name="connsiteY0" fmla="*/ 0 h 886952"/>
                  <a:gd name="connsiteX1" fmla="*/ 923273 w 1449921"/>
                  <a:gd name="connsiteY1" fmla="*/ 25400 h 886952"/>
                  <a:gd name="connsiteX2" fmla="*/ 313673 w 1449921"/>
                  <a:gd name="connsiteY2" fmla="*/ 882248 h 886952"/>
                  <a:gd name="connsiteX3" fmla="*/ 0 w 1449921"/>
                  <a:gd name="connsiteY3" fmla="*/ 878646 h 886952"/>
                  <a:gd name="connsiteX0" fmla="*/ 1437221 w 1437221"/>
                  <a:gd name="connsiteY0" fmla="*/ 0 h 886952"/>
                  <a:gd name="connsiteX1" fmla="*/ 910573 w 1437221"/>
                  <a:gd name="connsiteY1" fmla="*/ 25400 h 886952"/>
                  <a:gd name="connsiteX2" fmla="*/ 300973 w 1437221"/>
                  <a:gd name="connsiteY2" fmla="*/ 882248 h 886952"/>
                  <a:gd name="connsiteX3" fmla="*/ 0 w 1437221"/>
                  <a:gd name="connsiteY3" fmla="*/ 878646 h 886952"/>
                  <a:gd name="connsiteX0" fmla="*/ 1348321 w 1348321"/>
                  <a:gd name="connsiteY0" fmla="*/ 25400 h 861552"/>
                  <a:gd name="connsiteX1" fmla="*/ 910573 w 1348321"/>
                  <a:gd name="connsiteY1" fmla="*/ 0 h 861552"/>
                  <a:gd name="connsiteX2" fmla="*/ 300973 w 1348321"/>
                  <a:gd name="connsiteY2" fmla="*/ 856848 h 861552"/>
                  <a:gd name="connsiteX3" fmla="*/ 0 w 1348321"/>
                  <a:gd name="connsiteY3" fmla="*/ 853246 h 861552"/>
                  <a:gd name="connsiteX0" fmla="*/ 1348321 w 1348321"/>
                  <a:gd name="connsiteY0" fmla="*/ 0 h 874252"/>
                  <a:gd name="connsiteX1" fmla="*/ 910573 w 1348321"/>
                  <a:gd name="connsiteY1" fmla="*/ 12700 h 874252"/>
                  <a:gd name="connsiteX2" fmla="*/ 300973 w 1348321"/>
                  <a:gd name="connsiteY2" fmla="*/ 869548 h 874252"/>
                  <a:gd name="connsiteX3" fmla="*/ 0 w 1348321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48321 w 1348321"/>
                  <a:gd name="connsiteY0" fmla="*/ 0 h 876888"/>
                  <a:gd name="connsiteX1" fmla="*/ 910573 w 1348321"/>
                  <a:gd name="connsiteY1" fmla="*/ 12700 h 876888"/>
                  <a:gd name="connsiteX2" fmla="*/ 300973 w 1348321"/>
                  <a:gd name="connsiteY2" fmla="*/ 869548 h 876888"/>
                  <a:gd name="connsiteX3" fmla="*/ 0 w 1348321"/>
                  <a:gd name="connsiteY3" fmla="*/ 875726 h 876888"/>
                  <a:gd name="connsiteX0" fmla="*/ 1168348 w 1168348"/>
                  <a:gd name="connsiteY0" fmla="*/ 0 h 876888"/>
                  <a:gd name="connsiteX1" fmla="*/ 730600 w 1168348"/>
                  <a:gd name="connsiteY1" fmla="*/ 12700 h 876888"/>
                  <a:gd name="connsiteX2" fmla="*/ 121000 w 1168348"/>
                  <a:gd name="connsiteY2" fmla="*/ 869548 h 876888"/>
                  <a:gd name="connsiteX3" fmla="*/ 74299 w 1168348"/>
                  <a:gd name="connsiteY3" fmla="*/ 875726 h 876888"/>
                  <a:gd name="connsiteX0" fmla="*/ 1314092 w 1314092"/>
                  <a:gd name="connsiteY0" fmla="*/ 0 h 874252"/>
                  <a:gd name="connsiteX1" fmla="*/ 876344 w 1314092"/>
                  <a:gd name="connsiteY1" fmla="*/ 12700 h 874252"/>
                  <a:gd name="connsiteX2" fmla="*/ 266744 w 1314092"/>
                  <a:gd name="connsiteY2" fmla="*/ 869548 h 874252"/>
                  <a:gd name="connsiteX3" fmla="*/ 0 w 1314092"/>
                  <a:gd name="connsiteY3" fmla="*/ 865946 h 874252"/>
                  <a:gd name="connsiteX0" fmla="*/ 1338541 w 1338541"/>
                  <a:gd name="connsiteY0" fmla="*/ 0 h 876888"/>
                  <a:gd name="connsiteX1" fmla="*/ 900793 w 1338541"/>
                  <a:gd name="connsiteY1" fmla="*/ 12700 h 876888"/>
                  <a:gd name="connsiteX2" fmla="*/ 291193 w 1338541"/>
                  <a:gd name="connsiteY2" fmla="*/ 869548 h 876888"/>
                  <a:gd name="connsiteX3" fmla="*/ 0 w 1338541"/>
                  <a:gd name="connsiteY3" fmla="*/ 875726 h 876888"/>
                  <a:gd name="connsiteX0" fmla="*/ 1338541 w 1338541"/>
                  <a:gd name="connsiteY0" fmla="*/ 0 h 875726"/>
                  <a:gd name="connsiteX1" fmla="*/ 900793 w 1338541"/>
                  <a:gd name="connsiteY1" fmla="*/ 12700 h 875726"/>
                  <a:gd name="connsiteX2" fmla="*/ 291193 w 1338541"/>
                  <a:gd name="connsiteY2" fmla="*/ 869548 h 875726"/>
                  <a:gd name="connsiteX3" fmla="*/ 0 w 1338541"/>
                  <a:gd name="connsiteY3" fmla="*/ 875726 h 875726"/>
                  <a:gd name="connsiteX0" fmla="*/ 1338541 w 1338541"/>
                  <a:gd name="connsiteY0" fmla="*/ 0 h 865946"/>
                  <a:gd name="connsiteX1" fmla="*/ 900793 w 1338541"/>
                  <a:gd name="connsiteY1" fmla="*/ 2920 h 865946"/>
                  <a:gd name="connsiteX2" fmla="*/ 291193 w 1338541"/>
                  <a:gd name="connsiteY2" fmla="*/ 859768 h 865946"/>
                  <a:gd name="connsiteX3" fmla="*/ 0 w 1338541"/>
                  <a:gd name="connsiteY3" fmla="*/ 865946 h 865946"/>
                  <a:gd name="connsiteX0" fmla="*/ 1338541 w 1338541"/>
                  <a:gd name="connsiteY0" fmla="*/ 1970 h 867916"/>
                  <a:gd name="connsiteX1" fmla="*/ 1091497 w 1338541"/>
                  <a:gd name="connsiteY1" fmla="*/ 0 h 867916"/>
                  <a:gd name="connsiteX2" fmla="*/ 291193 w 1338541"/>
                  <a:gd name="connsiteY2" fmla="*/ 861738 h 867916"/>
                  <a:gd name="connsiteX3" fmla="*/ 0 w 1338541"/>
                  <a:gd name="connsiteY3" fmla="*/ 867916 h 867916"/>
                  <a:gd name="connsiteX0" fmla="*/ 1338683 w 1338683"/>
                  <a:gd name="connsiteY0" fmla="*/ 1970 h 870186"/>
                  <a:gd name="connsiteX1" fmla="*/ 1091639 w 1338683"/>
                  <a:gd name="connsiteY1" fmla="*/ 0 h 870186"/>
                  <a:gd name="connsiteX2" fmla="*/ 134861 w 1338683"/>
                  <a:gd name="connsiteY2" fmla="*/ 866628 h 870186"/>
                  <a:gd name="connsiteX3" fmla="*/ 142 w 1338683"/>
                  <a:gd name="connsiteY3" fmla="*/ 867916 h 870186"/>
                  <a:gd name="connsiteX0" fmla="*/ 1358101 w 1358101"/>
                  <a:gd name="connsiteY0" fmla="*/ 1970 h 872806"/>
                  <a:gd name="connsiteX1" fmla="*/ 1111057 w 1358101"/>
                  <a:gd name="connsiteY1" fmla="*/ 0 h 872806"/>
                  <a:gd name="connsiteX2" fmla="*/ 154279 w 1358101"/>
                  <a:gd name="connsiteY2" fmla="*/ 866628 h 872806"/>
                  <a:gd name="connsiteX3" fmla="*/ 0 w 1358101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193398 w 1397220"/>
                  <a:gd name="connsiteY2" fmla="*/ 866628 h 872806"/>
                  <a:gd name="connsiteX3" fmla="*/ 0 w 1397220"/>
                  <a:gd name="connsiteY3" fmla="*/ 872806 h 872806"/>
                  <a:gd name="connsiteX0" fmla="*/ 1397220 w 1397220"/>
                  <a:gd name="connsiteY0" fmla="*/ 1970 h 872806"/>
                  <a:gd name="connsiteX1" fmla="*/ 1150176 w 1397220"/>
                  <a:gd name="connsiteY1" fmla="*/ 0 h 872806"/>
                  <a:gd name="connsiteX2" fmla="*/ 0 w 1397220"/>
                  <a:gd name="connsiteY2" fmla="*/ 872806 h 872806"/>
                  <a:gd name="connsiteX0" fmla="*/ 1397220 w 1397220"/>
                  <a:gd name="connsiteY0" fmla="*/ 66113 h 936949"/>
                  <a:gd name="connsiteX1" fmla="*/ 1150176 w 1397220"/>
                  <a:gd name="connsiteY1" fmla="*/ 64143 h 936949"/>
                  <a:gd name="connsiteX2" fmla="*/ 0 w 1397220"/>
                  <a:gd name="connsiteY2" fmla="*/ 936949 h 936949"/>
                  <a:gd name="connsiteX0" fmla="*/ 3601801 w 3601801"/>
                  <a:gd name="connsiteY0" fmla="*/ 0 h 1760184"/>
                  <a:gd name="connsiteX1" fmla="*/ 1150176 w 3601801"/>
                  <a:gd name="connsiteY1" fmla="*/ 887378 h 1760184"/>
                  <a:gd name="connsiteX2" fmla="*/ 0 w 3601801"/>
                  <a:gd name="connsiteY2" fmla="*/ 1760184 h 1760184"/>
                  <a:gd name="connsiteX0" fmla="*/ 2476124 w 2476124"/>
                  <a:gd name="connsiteY0" fmla="*/ 1011918 h 1916624"/>
                  <a:gd name="connsiteX1" fmla="*/ 24499 w 2476124"/>
                  <a:gd name="connsiteY1" fmla="*/ 1899296 h 1916624"/>
                  <a:gd name="connsiteX2" fmla="*/ 1028800 w 2476124"/>
                  <a:gd name="connsiteY2" fmla="*/ 28902 h 1916624"/>
                  <a:gd name="connsiteX0" fmla="*/ 1447324 w 1447324"/>
                  <a:gd name="connsiteY0" fmla="*/ 1044178 h 1044178"/>
                  <a:gd name="connsiteX1" fmla="*/ 248301 w 1447324"/>
                  <a:gd name="connsiteY1" fmla="*/ 766635 h 1044178"/>
                  <a:gd name="connsiteX2" fmla="*/ 0 w 1447324"/>
                  <a:gd name="connsiteY2" fmla="*/ 61162 h 1044178"/>
                  <a:gd name="connsiteX0" fmla="*/ 1447324 w 1447324"/>
                  <a:gd name="connsiteY0" fmla="*/ 983016 h 983016"/>
                  <a:gd name="connsiteX1" fmla="*/ 248301 w 1447324"/>
                  <a:gd name="connsiteY1" fmla="*/ 705473 h 983016"/>
                  <a:gd name="connsiteX2" fmla="*/ 0 w 1447324"/>
                  <a:gd name="connsiteY2" fmla="*/ 0 h 983016"/>
                  <a:gd name="connsiteX0" fmla="*/ 1309538 w 1309538"/>
                  <a:gd name="connsiteY0" fmla="*/ 1208485 h 1208485"/>
                  <a:gd name="connsiteX1" fmla="*/ 110515 w 1309538"/>
                  <a:gd name="connsiteY1" fmla="*/ 930942 h 1208485"/>
                  <a:gd name="connsiteX2" fmla="*/ 0 w 1309538"/>
                  <a:gd name="connsiteY2" fmla="*/ 0 h 1208485"/>
                  <a:gd name="connsiteX0" fmla="*/ 1522481 w 1522481"/>
                  <a:gd name="connsiteY0" fmla="*/ 782600 h 965633"/>
                  <a:gd name="connsiteX1" fmla="*/ 110515 w 1522481"/>
                  <a:gd name="connsiteY1" fmla="*/ 930942 h 965633"/>
                  <a:gd name="connsiteX2" fmla="*/ 0 w 1522481"/>
                  <a:gd name="connsiteY2" fmla="*/ 0 h 965633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1522481 w 1522481"/>
                  <a:gd name="connsiteY0" fmla="*/ 782600 h 782600"/>
                  <a:gd name="connsiteX1" fmla="*/ 0 w 1522481"/>
                  <a:gd name="connsiteY1" fmla="*/ 0 h 782600"/>
                  <a:gd name="connsiteX0" fmla="*/ 683237 w 709227"/>
                  <a:gd name="connsiteY0" fmla="*/ 732495 h 732495"/>
                  <a:gd name="connsiteX1" fmla="*/ 0 w 709227"/>
                  <a:gd name="connsiteY1" fmla="*/ 0 h 732495"/>
                  <a:gd name="connsiteX0" fmla="*/ 3789692 w 3789692"/>
                  <a:gd name="connsiteY0" fmla="*/ 25827 h 4094882"/>
                  <a:gd name="connsiteX1" fmla="*/ 0 w 3789692"/>
                  <a:gd name="connsiteY1" fmla="*/ 4090800 h 4094882"/>
                  <a:gd name="connsiteX0" fmla="*/ 3789692 w 3789692"/>
                  <a:gd name="connsiteY0" fmla="*/ 0 h 4071189"/>
                  <a:gd name="connsiteX1" fmla="*/ 0 w 3789692"/>
                  <a:gd name="connsiteY1" fmla="*/ 4064973 h 4071189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3789692 w 3789692"/>
                  <a:gd name="connsiteY0" fmla="*/ 0 h 4064973"/>
                  <a:gd name="connsiteX1" fmla="*/ 0 w 3789692"/>
                  <a:gd name="connsiteY1" fmla="*/ 4064973 h 4064973"/>
                  <a:gd name="connsiteX0" fmla="*/ 1610163 w 1610163"/>
                  <a:gd name="connsiteY0" fmla="*/ 0 h 2135965"/>
                  <a:gd name="connsiteX1" fmla="*/ 0 w 1610163"/>
                  <a:gd name="connsiteY1" fmla="*/ 2135965 h 2135965"/>
                  <a:gd name="connsiteX0" fmla="*/ 1597637 w 1597637"/>
                  <a:gd name="connsiteY0" fmla="*/ 0 h 2010705"/>
                  <a:gd name="connsiteX1" fmla="*/ 0 w 1597637"/>
                  <a:gd name="connsiteY1" fmla="*/ 2010705 h 2010705"/>
                  <a:gd name="connsiteX0" fmla="*/ 1597637 w 1597637"/>
                  <a:gd name="connsiteY0" fmla="*/ 272970 h 2283675"/>
                  <a:gd name="connsiteX1" fmla="*/ 0 w 1597637"/>
                  <a:gd name="connsiteY1" fmla="*/ 2283675 h 2283675"/>
                  <a:gd name="connsiteX0" fmla="*/ 1810579 w 1810579"/>
                  <a:gd name="connsiteY0" fmla="*/ 285488 h 2170933"/>
                  <a:gd name="connsiteX1" fmla="*/ 0 w 1810579"/>
                  <a:gd name="connsiteY1" fmla="*/ 2170933 h 2170933"/>
                  <a:gd name="connsiteX0" fmla="*/ 1958486 w 1958486"/>
                  <a:gd name="connsiteY0" fmla="*/ 314258 h 2199703"/>
                  <a:gd name="connsiteX1" fmla="*/ 147907 w 1958486"/>
                  <a:gd name="connsiteY1" fmla="*/ 2199703 h 2199703"/>
                  <a:gd name="connsiteX0" fmla="*/ 1900047 w 1900047"/>
                  <a:gd name="connsiteY0" fmla="*/ 344614 h 2004590"/>
                  <a:gd name="connsiteX1" fmla="*/ 164624 w 1900047"/>
                  <a:gd name="connsiteY1" fmla="*/ 2004590 h 2004590"/>
                  <a:gd name="connsiteX0" fmla="*/ 1779580 w 1779580"/>
                  <a:gd name="connsiteY0" fmla="*/ 583707 h 2243683"/>
                  <a:gd name="connsiteX1" fmla="*/ 44157 w 1779580"/>
                  <a:gd name="connsiteY1" fmla="*/ 2243683 h 2243683"/>
                  <a:gd name="connsiteX0" fmla="*/ 1800623 w 1800623"/>
                  <a:gd name="connsiteY0" fmla="*/ 667566 h 2327542"/>
                  <a:gd name="connsiteX1" fmla="*/ 65200 w 1800623"/>
                  <a:gd name="connsiteY1" fmla="*/ 2327542 h 2327542"/>
                  <a:gd name="connsiteX0" fmla="*/ 1776742 w 1776742"/>
                  <a:gd name="connsiteY0" fmla="*/ 619387 h 2517358"/>
                  <a:gd name="connsiteX1" fmla="*/ 66371 w 1776742"/>
                  <a:gd name="connsiteY1" fmla="*/ 2517358 h 2517358"/>
                  <a:gd name="connsiteX0" fmla="*/ 1764899 w 1764899"/>
                  <a:gd name="connsiteY0" fmla="*/ 354807 h 2252778"/>
                  <a:gd name="connsiteX1" fmla="*/ 54528 w 1764899"/>
                  <a:gd name="connsiteY1" fmla="*/ 2252778 h 2252778"/>
                  <a:gd name="connsiteX0" fmla="*/ 1847238 w 1847238"/>
                  <a:gd name="connsiteY0" fmla="*/ 364189 h 2262160"/>
                  <a:gd name="connsiteX1" fmla="*/ 136867 w 1847238"/>
                  <a:gd name="connsiteY1" fmla="*/ 2262160 h 2262160"/>
                  <a:gd name="connsiteX0" fmla="*/ 1800387 w 1800387"/>
                  <a:gd name="connsiteY0" fmla="*/ 366339 h 2251784"/>
                  <a:gd name="connsiteX1" fmla="*/ 140120 w 1800387"/>
                  <a:gd name="connsiteY1" fmla="*/ 2251784 h 2251784"/>
                  <a:gd name="connsiteX0" fmla="*/ 1050614 w 1050614"/>
                  <a:gd name="connsiteY0" fmla="*/ 272681 h 2859583"/>
                  <a:gd name="connsiteX1" fmla="*/ 229591 w 1050614"/>
                  <a:gd name="connsiteY1" fmla="*/ 2859583 h 2859583"/>
                  <a:gd name="connsiteX0" fmla="*/ 1045053 w 1045053"/>
                  <a:gd name="connsiteY0" fmla="*/ 497 h 2587399"/>
                  <a:gd name="connsiteX1" fmla="*/ 224030 w 1045053"/>
                  <a:gd name="connsiteY1" fmla="*/ 2587399 h 2587399"/>
                  <a:gd name="connsiteX0" fmla="*/ 354295 w 648088"/>
                  <a:gd name="connsiteY0" fmla="*/ 341 h 2950498"/>
                  <a:gd name="connsiteX1" fmla="*/ 648088 w 648088"/>
                  <a:gd name="connsiteY1" fmla="*/ 2950498 h 2950498"/>
                  <a:gd name="connsiteX0" fmla="*/ 404747 w 560754"/>
                  <a:gd name="connsiteY0" fmla="*/ 1015 h 2174558"/>
                  <a:gd name="connsiteX1" fmla="*/ 560754 w 560754"/>
                  <a:gd name="connsiteY1" fmla="*/ 2174558 h 2174558"/>
                  <a:gd name="connsiteX0" fmla="*/ 150997 w 307004"/>
                  <a:gd name="connsiteY0" fmla="*/ 0 h 2173543"/>
                  <a:gd name="connsiteX1" fmla="*/ 307004 w 307004"/>
                  <a:gd name="connsiteY1" fmla="*/ 2173543 h 2173543"/>
                  <a:gd name="connsiteX0" fmla="*/ 0 w 156007"/>
                  <a:gd name="connsiteY0" fmla="*/ 0 h 2173543"/>
                  <a:gd name="connsiteX1" fmla="*/ 156007 w 156007"/>
                  <a:gd name="connsiteY1" fmla="*/ 2173543 h 2173543"/>
                  <a:gd name="connsiteX0" fmla="*/ 0 w 171910"/>
                  <a:gd name="connsiteY0" fmla="*/ 0 h 2253056"/>
                  <a:gd name="connsiteX1" fmla="*/ 171910 w 171910"/>
                  <a:gd name="connsiteY1" fmla="*/ 2253056 h 2253056"/>
                  <a:gd name="connsiteX0" fmla="*/ 0 w 171910"/>
                  <a:gd name="connsiteY0" fmla="*/ 0 h 2197397"/>
                  <a:gd name="connsiteX1" fmla="*/ 171910 w 171910"/>
                  <a:gd name="connsiteY1" fmla="*/ 2197397 h 2197397"/>
                  <a:gd name="connsiteX0" fmla="*/ 0 w 163959"/>
                  <a:gd name="connsiteY0" fmla="*/ 0 h 2245104"/>
                  <a:gd name="connsiteX1" fmla="*/ 163959 w 163959"/>
                  <a:gd name="connsiteY1" fmla="*/ 2245104 h 2245104"/>
                  <a:gd name="connsiteX0" fmla="*/ 0 w 171910"/>
                  <a:gd name="connsiteY0" fmla="*/ 0 h 2205347"/>
                  <a:gd name="connsiteX1" fmla="*/ 171910 w 171910"/>
                  <a:gd name="connsiteY1" fmla="*/ 2205347 h 2205347"/>
                  <a:gd name="connsiteX0" fmla="*/ 0 w 163959"/>
                  <a:gd name="connsiteY0" fmla="*/ 0 h 2253055"/>
                  <a:gd name="connsiteX1" fmla="*/ 163959 w 163959"/>
                  <a:gd name="connsiteY1" fmla="*/ 2253055 h 2253055"/>
                  <a:gd name="connsiteX0" fmla="*/ 0 w 195764"/>
                  <a:gd name="connsiteY0" fmla="*/ 0 h 2261007"/>
                  <a:gd name="connsiteX1" fmla="*/ 195764 w 195764"/>
                  <a:gd name="connsiteY1" fmla="*/ 2261007 h 2261007"/>
                  <a:gd name="connsiteX0" fmla="*/ 0 w 171910"/>
                  <a:gd name="connsiteY0" fmla="*/ 0 h 2237153"/>
                  <a:gd name="connsiteX1" fmla="*/ 171910 w 171910"/>
                  <a:gd name="connsiteY1" fmla="*/ 2237153 h 223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1910" h="2237153">
                    <a:moveTo>
                      <a:pt x="0" y="0"/>
                    </a:moveTo>
                    <a:cubicBezTo>
                      <a:pt x="56177" y="1129523"/>
                      <a:pt x="153310" y="807006"/>
                      <a:pt x="171910" y="2237153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headEnd type="triangle" w="med" len="lg"/>
                <a:tailEnd type="non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 dirty="0"/>
              </a:p>
            </p:txBody>
          </p:sp>
        </p:grpSp>
        <p:cxnSp>
          <p:nvCxnSpPr>
            <p:cNvPr id="1035" name="直线箭头连接符 1034">
              <a:extLst>
                <a:ext uri="{FF2B5EF4-FFF2-40B4-BE49-F238E27FC236}">
                  <a16:creationId xmlns:a16="http://schemas.microsoft.com/office/drawing/2014/main" id="{38BCBBFD-E645-7933-FF56-69A1C14F2415}"/>
                </a:ext>
              </a:extLst>
            </p:cNvPr>
            <p:cNvCxnSpPr>
              <a:cxnSpLocks/>
            </p:cNvCxnSpPr>
            <p:nvPr/>
          </p:nvCxnSpPr>
          <p:spPr>
            <a:xfrm>
              <a:off x="4904170" y="3082436"/>
              <a:ext cx="62194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6" name="弧 1035">
              <a:extLst>
                <a:ext uri="{FF2B5EF4-FFF2-40B4-BE49-F238E27FC236}">
                  <a16:creationId xmlns:a16="http://schemas.microsoft.com/office/drawing/2014/main" id="{43F71B06-E87E-50EC-52B5-9E05DADEA74E}"/>
                </a:ext>
              </a:extLst>
            </p:cNvPr>
            <p:cNvSpPr/>
            <p:nvPr/>
          </p:nvSpPr>
          <p:spPr>
            <a:xfrm rot="12980634">
              <a:off x="5328990" y="2767310"/>
              <a:ext cx="693119" cy="693119"/>
            </a:xfrm>
            <a:prstGeom prst="arc">
              <a:avLst>
                <a:gd name="adj1" fmla="val 16074979"/>
                <a:gd name="adj2" fmla="val 622992"/>
              </a:avLst>
            </a:prstGeom>
            <a:ln w="63500">
              <a:solidFill>
                <a:schemeClr val="accent4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037" name="直线箭头连接符 1036">
              <a:extLst>
                <a:ext uri="{FF2B5EF4-FFF2-40B4-BE49-F238E27FC236}">
                  <a16:creationId xmlns:a16="http://schemas.microsoft.com/office/drawing/2014/main" id="{E799CAFF-AC03-9DF0-11C9-E47A38E47F64}"/>
                </a:ext>
              </a:extLst>
            </p:cNvPr>
            <p:cNvCxnSpPr>
              <a:cxnSpLocks/>
            </p:cNvCxnSpPr>
            <p:nvPr/>
          </p:nvCxnSpPr>
          <p:spPr>
            <a:xfrm>
              <a:off x="5559742" y="4429960"/>
              <a:ext cx="337038" cy="918973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直线箭头连接符 1037">
              <a:extLst>
                <a:ext uri="{FF2B5EF4-FFF2-40B4-BE49-F238E27FC236}">
                  <a16:creationId xmlns:a16="http://schemas.microsoft.com/office/drawing/2014/main" id="{D1886D28-7837-9803-6439-31B5DA079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2109" y="4781650"/>
              <a:ext cx="275936" cy="149521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直线箭头连接符 1038">
              <a:extLst>
                <a:ext uri="{FF2B5EF4-FFF2-40B4-BE49-F238E27FC236}">
                  <a16:creationId xmlns:a16="http://schemas.microsoft.com/office/drawing/2014/main" id="{B466EAC5-F0FA-26FF-C44D-471723715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1982" y="4904202"/>
              <a:ext cx="385502" cy="2657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0" name="文本框 1039">
                  <a:extLst>
                    <a:ext uri="{FF2B5EF4-FFF2-40B4-BE49-F238E27FC236}">
                      <a16:creationId xmlns:a16="http://schemas.microsoft.com/office/drawing/2014/main" id="{E8833289-B9D1-ABAB-565F-43C3A7D19E9F}"/>
                    </a:ext>
                  </a:extLst>
                </p:cNvPr>
                <p:cNvSpPr txBox="1"/>
                <p:nvPr/>
              </p:nvSpPr>
              <p:spPr>
                <a:xfrm>
                  <a:off x="5431437" y="4750920"/>
                  <a:ext cx="3425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7A647380-66DD-9C43-13B5-8A77120E6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437" y="4750920"/>
                  <a:ext cx="342537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3571"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1" name="直线箭头连接符 1040">
              <a:extLst>
                <a:ext uri="{FF2B5EF4-FFF2-40B4-BE49-F238E27FC236}">
                  <a16:creationId xmlns:a16="http://schemas.microsoft.com/office/drawing/2014/main" id="{EDAC0F65-8DCC-0194-2051-C5BD7B60A8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5001" y="4703827"/>
              <a:ext cx="659344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直线箭头连接符 1041">
              <a:extLst>
                <a:ext uri="{FF2B5EF4-FFF2-40B4-BE49-F238E27FC236}">
                  <a16:creationId xmlns:a16="http://schemas.microsoft.com/office/drawing/2014/main" id="{067DD5E7-CA64-B1AC-B32D-0ACB3D15E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3320" y="3113869"/>
              <a:ext cx="0" cy="1589958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headEnd type="triangl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3" name="文本框 1042">
                  <a:extLst>
                    <a:ext uri="{FF2B5EF4-FFF2-40B4-BE49-F238E27FC236}">
                      <a16:creationId xmlns:a16="http://schemas.microsoft.com/office/drawing/2014/main" id="{F25BECE3-61A1-5402-6623-47A2FE9916AA}"/>
                    </a:ext>
                  </a:extLst>
                </p:cNvPr>
                <p:cNvSpPr txBox="1"/>
                <p:nvPr/>
              </p:nvSpPr>
              <p:spPr>
                <a:xfrm>
                  <a:off x="4665513" y="3741858"/>
                  <a:ext cx="430815" cy="4901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F94F600D-B174-1441-D61E-3595E9BA6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513" y="3741858"/>
                  <a:ext cx="430815" cy="490199"/>
                </a:xfrm>
                <a:prstGeom prst="rect">
                  <a:avLst/>
                </a:prstGeom>
                <a:blipFill>
                  <a:blip r:embed="rId5"/>
                  <a:stretch>
                    <a:fillRect l="-2857" r="-11429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4" name="文本框 1043">
                  <a:extLst>
                    <a:ext uri="{FF2B5EF4-FFF2-40B4-BE49-F238E27FC236}">
                      <a16:creationId xmlns:a16="http://schemas.microsoft.com/office/drawing/2014/main" id="{43B66B06-BE82-2655-C6BB-C6EC90866EDE}"/>
                    </a:ext>
                  </a:extLst>
                </p:cNvPr>
                <p:cNvSpPr txBox="1"/>
                <p:nvPr/>
              </p:nvSpPr>
              <p:spPr>
                <a:xfrm>
                  <a:off x="5315882" y="2335120"/>
                  <a:ext cx="430815" cy="4901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23A729B1-2405-F562-9646-086B43FAB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882" y="2335120"/>
                  <a:ext cx="430815" cy="490199"/>
                </a:xfrm>
                <a:prstGeom prst="rect">
                  <a:avLst/>
                </a:prstGeom>
                <a:blipFill>
                  <a:blip r:embed="rId6"/>
                  <a:stretch>
                    <a:fillRect l="-2857" r="-20000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5" name="文本框 1044">
                  <a:extLst>
                    <a:ext uri="{FF2B5EF4-FFF2-40B4-BE49-F238E27FC236}">
                      <a16:creationId xmlns:a16="http://schemas.microsoft.com/office/drawing/2014/main" id="{8E1C5AB2-0A7A-D3C0-75D3-36876B959CF8}"/>
                    </a:ext>
                  </a:extLst>
                </p:cNvPr>
                <p:cNvSpPr txBox="1"/>
                <p:nvPr/>
              </p:nvSpPr>
              <p:spPr>
                <a:xfrm>
                  <a:off x="5551452" y="3098109"/>
                  <a:ext cx="307090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D3F114AD-DBA6-AEC8-E118-A576EAD4ED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452" y="3098109"/>
                  <a:ext cx="30709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4000" r="-2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6" name="文本框 1045">
                  <a:extLst>
                    <a:ext uri="{FF2B5EF4-FFF2-40B4-BE49-F238E27FC236}">
                      <a16:creationId xmlns:a16="http://schemas.microsoft.com/office/drawing/2014/main" id="{7E4AE057-0C7C-131A-0597-0971ADDAA7A9}"/>
                    </a:ext>
                  </a:extLst>
                </p:cNvPr>
                <p:cNvSpPr txBox="1"/>
                <p:nvPr/>
              </p:nvSpPr>
              <p:spPr>
                <a:xfrm>
                  <a:off x="4645696" y="4764004"/>
                  <a:ext cx="430815" cy="4901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4548DFA-A518-F060-542C-1D1AD6775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696" y="4764004"/>
                  <a:ext cx="430815" cy="490199"/>
                </a:xfrm>
                <a:prstGeom prst="rect">
                  <a:avLst/>
                </a:prstGeom>
                <a:blipFill>
                  <a:blip r:embed="rId8"/>
                  <a:stretch>
                    <a:fillRect l="-2857" r="-5714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33436129-6680-F478-B8B0-10C223D7A3C1}"/>
              </a:ext>
            </a:extLst>
          </p:cNvPr>
          <p:cNvGrpSpPr/>
          <p:nvPr/>
        </p:nvGrpSpPr>
        <p:grpSpPr>
          <a:xfrm>
            <a:off x="9463775" y="1199597"/>
            <a:ext cx="2248055" cy="4899980"/>
            <a:chOff x="7697667" y="814111"/>
            <a:chExt cx="2248055" cy="489998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083" name="3D 模型 1082" descr="Coast Guard Cutter">
                  <a:extLst>
                    <a:ext uri="{FF2B5EF4-FFF2-40B4-BE49-F238E27FC236}">
                      <a16:creationId xmlns:a16="http://schemas.microsoft.com/office/drawing/2014/main" id="{1504EAF3-EE70-870D-65F7-71271C1939D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71796349"/>
                    </p:ext>
                  </p:extLst>
                </p:nvPr>
              </p:nvGraphicFramePr>
              <p:xfrm rot="898891">
                <a:off x="8056161" y="1676509"/>
                <a:ext cx="1287498" cy="2942853"/>
              </p:xfrm>
              <a:graphic>
                <a:graphicData uri="http://schemas.microsoft.com/office/drawing/2017/model3d">
                  <am3d:model3d r:embed="rId2">
                    <am3d:spPr>
                      <a:xfrm rot="898891">
                        <a:off x="0" y="0"/>
                        <a:ext cx="1287498" cy="2942853"/>
                      </a:xfrm>
                      <a:prstGeom prst="rect">
                        <a:avLst/>
                      </a:prstGeom>
                    </am3d:spPr>
                    <am3d:camera>
                      <am3d:pos x="0" y="0" z="58149450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2844983" d="1000000"/>
                      <am3d:preTrans dx="164333" dy="-5745824" dz="-282768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5400000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363258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083" name="3D 模型 1082" descr="Coast Guard Cutter">
                  <a:extLst>
                    <a:ext uri="{FF2B5EF4-FFF2-40B4-BE49-F238E27FC236}">
                      <a16:creationId xmlns:a16="http://schemas.microsoft.com/office/drawing/2014/main" id="{1504EAF3-EE70-870D-65F7-71271C1939D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898891">
                  <a:off x="9822269" y="2061995"/>
                  <a:ext cx="1287498" cy="294285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084" name="任意形状 1083">
              <a:extLst>
                <a:ext uri="{FF2B5EF4-FFF2-40B4-BE49-F238E27FC236}">
                  <a16:creationId xmlns:a16="http://schemas.microsoft.com/office/drawing/2014/main" id="{06EF95EC-3EC3-3DC8-D9F7-8F1562432D1C}"/>
                </a:ext>
              </a:extLst>
            </p:cNvPr>
            <p:cNvSpPr/>
            <p:nvPr/>
          </p:nvSpPr>
          <p:spPr>
            <a:xfrm>
              <a:off x="8056218" y="3162533"/>
              <a:ext cx="380862" cy="229711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104454"/>
                <a:gd name="connsiteY0" fmla="*/ 0 h 2244648"/>
                <a:gd name="connsiteX1" fmla="*/ 104454 w 104454"/>
                <a:gd name="connsiteY1" fmla="*/ 2244648 h 2244648"/>
                <a:gd name="connsiteX0" fmla="*/ 0 w 209385"/>
                <a:gd name="connsiteY0" fmla="*/ 0 h 2252143"/>
                <a:gd name="connsiteX1" fmla="*/ 209385 w 209385"/>
                <a:gd name="connsiteY1" fmla="*/ 2252143 h 2252143"/>
                <a:gd name="connsiteX0" fmla="*/ 80016 w 289401"/>
                <a:gd name="connsiteY0" fmla="*/ 0 h 2252143"/>
                <a:gd name="connsiteX1" fmla="*/ 289401 w 289401"/>
                <a:gd name="connsiteY1" fmla="*/ 2252143 h 2252143"/>
                <a:gd name="connsiteX0" fmla="*/ 175978 w 385363"/>
                <a:gd name="connsiteY0" fmla="*/ 0 h 2252143"/>
                <a:gd name="connsiteX1" fmla="*/ 385363 w 385363"/>
                <a:gd name="connsiteY1" fmla="*/ 2252143 h 2252143"/>
                <a:gd name="connsiteX0" fmla="*/ 178972 w 380862"/>
                <a:gd name="connsiteY0" fmla="*/ 0 h 2297113"/>
                <a:gd name="connsiteX1" fmla="*/ 380862 w 380862"/>
                <a:gd name="connsiteY1" fmla="*/ 2297113 h 2297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862" h="2297113">
                  <a:moveTo>
                    <a:pt x="178972" y="0"/>
                  </a:moveTo>
                  <a:cubicBezTo>
                    <a:pt x="-79644" y="1384356"/>
                    <a:pt x="-94938" y="889452"/>
                    <a:pt x="380862" y="229711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cxnSp>
          <p:nvCxnSpPr>
            <p:cNvPr id="1085" name="直线箭头连接符 1084">
              <a:extLst>
                <a:ext uri="{FF2B5EF4-FFF2-40B4-BE49-F238E27FC236}">
                  <a16:creationId xmlns:a16="http://schemas.microsoft.com/office/drawing/2014/main" id="{8743D482-E2DF-4AD1-CA00-436458CF458D}"/>
                </a:ext>
              </a:extLst>
            </p:cNvPr>
            <p:cNvCxnSpPr>
              <a:cxnSpLocks/>
              <a:stCxn id="1116" idx="1"/>
            </p:cNvCxnSpPr>
            <p:nvPr/>
          </p:nvCxnSpPr>
          <p:spPr>
            <a:xfrm flipH="1">
              <a:off x="8135896" y="1038596"/>
              <a:ext cx="1177765" cy="4410905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lg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直线箭头连接符 1085">
              <a:extLst>
                <a:ext uri="{FF2B5EF4-FFF2-40B4-BE49-F238E27FC236}">
                  <a16:creationId xmlns:a16="http://schemas.microsoft.com/office/drawing/2014/main" id="{93598996-B06A-046A-F57B-895920A7B331}"/>
                </a:ext>
              </a:extLst>
            </p:cNvPr>
            <p:cNvCxnSpPr>
              <a:cxnSpLocks/>
            </p:cNvCxnSpPr>
            <p:nvPr/>
          </p:nvCxnSpPr>
          <p:spPr>
            <a:xfrm>
              <a:off x="8813635" y="830801"/>
              <a:ext cx="49623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直线箭头连接符 1086">
              <a:extLst>
                <a:ext uri="{FF2B5EF4-FFF2-40B4-BE49-F238E27FC236}">
                  <a16:creationId xmlns:a16="http://schemas.microsoft.com/office/drawing/2014/main" id="{2C207441-16A0-CD91-EFB5-21522454A287}"/>
                </a:ext>
              </a:extLst>
            </p:cNvPr>
            <p:cNvCxnSpPr>
              <a:cxnSpLocks/>
            </p:cNvCxnSpPr>
            <p:nvPr/>
          </p:nvCxnSpPr>
          <p:spPr>
            <a:xfrm>
              <a:off x="8966035" y="830801"/>
              <a:ext cx="16906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直线箭头连接符 1087">
              <a:extLst>
                <a:ext uri="{FF2B5EF4-FFF2-40B4-BE49-F238E27FC236}">
                  <a16:creationId xmlns:a16="http://schemas.microsoft.com/office/drawing/2014/main" id="{58167CA7-607F-42CF-FD27-4E7B5FB6B1AC}"/>
                </a:ext>
              </a:extLst>
            </p:cNvPr>
            <p:cNvCxnSpPr>
              <a:cxnSpLocks/>
            </p:cNvCxnSpPr>
            <p:nvPr/>
          </p:nvCxnSpPr>
          <p:spPr>
            <a:xfrm>
              <a:off x="9118435" y="830801"/>
              <a:ext cx="36813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直线箭头连接符 1088">
              <a:extLst>
                <a:ext uri="{FF2B5EF4-FFF2-40B4-BE49-F238E27FC236}">
                  <a16:creationId xmlns:a16="http://schemas.microsoft.com/office/drawing/2014/main" id="{7120808A-7C16-2244-1C63-7639D8260F12}"/>
                </a:ext>
              </a:extLst>
            </p:cNvPr>
            <p:cNvCxnSpPr>
              <a:cxnSpLocks/>
            </p:cNvCxnSpPr>
            <p:nvPr/>
          </p:nvCxnSpPr>
          <p:spPr>
            <a:xfrm>
              <a:off x="9270835" y="830801"/>
              <a:ext cx="59963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直线箭头连接符 1089">
              <a:extLst>
                <a:ext uri="{FF2B5EF4-FFF2-40B4-BE49-F238E27FC236}">
                  <a16:creationId xmlns:a16="http://schemas.microsoft.com/office/drawing/2014/main" id="{D047E7A3-87EC-B6E4-38B0-6FA161B15D06}"/>
                </a:ext>
              </a:extLst>
            </p:cNvPr>
            <p:cNvCxnSpPr>
              <a:cxnSpLocks/>
            </p:cNvCxnSpPr>
            <p:nvPr/>
          </p:nvCxnSpPr>
          <p:spPr>
            <a:xfrm>
              <a:off x="8051637" y="830801"/>
              <a:ext cx="68772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直线箭头连接符 1090">
              <a:extLst>
                <a:ext uri="{FF2B5EF4-FFF2-40B4-BE49-F238E27FC236}">
                  <a16:creationId xmlns:a16="http://schemas.microsoft.com/office/drawing/2014/main" id="{F59EA4F6-E34C-A38E-A9BD-B361F4C94617}"/>
                </a:ext>
              </a:extLst>
            </p:cNvPr>
            <p:cNvCxnSpPr>
              <a:cxnSpLocks/>
            </p:cNvCxnSpPr>
            <p:nvPr/>
          </p:nvCxnSpPr>
          <p:spPr>
            <a:xfrm>
              <a:off x="8204037" y="830801"/>
              <a:ext cx="44867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直线箭头连接符 1091">
              <a:extLst>
                <a:ext uri="{FF2B5EF4-FFF2-40B4-BE49-F238E27FC236}">
                  <a16:creationId xmlns:a16="http://schemas.microsoft.com/office/drawing/2014/main" id="{091D0818-C1A0-894B-E8C4-3BD9A5C465C5}"/>
                </a:ext>
              </a:extLst>
            </p:cNvPr>
            <p:cNvCxnSpPr>
              <a:cxnSpLocks/>
            </p:cNvCxnSpPr>
            <p:nvPr/>
          </p:nvCxnSpPr>
          <p:spPr>
            <a:xfrm>
              <a:off x="8356437" y="830801"/>
              <a:ext cx="63472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直线箭头连接符 1092">
              <a:extLst>
                <a:ext uri="{FF2B5EF4-FFF2-40B4-BE49-F238E27FC236}">
                  <a16:creationId xmlns:a16="http://schemas.microsoft.com/office/drawing/2014/main" id="{1B87CCDE-6516-FB72-B03A-07928DC49FEA}"/>
                </a:ext>
              </a:extLst>
            </p:cNvPr>
            <p:cNvCxnSpPr>
              <a:cxnSpLocks/>
            </p:cNvCxnSpPr>
            <p:nvPr/>
          </p:nvCxnSpPr>
          <p:spPr>
            <a:xfrm>
              <a:off x="8562184" y="814111"/>
              <a:ext cx="99673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直线箭头连接符 1093">
              <a:extLst>
                <a:ext uri="{FF2B5EF4-FFF2-40B4-BE49-F238E27FC236}">
                  <a16:creationId xmlns:a16="http://schemas.microsoft.com/office/drawing/2014/main" id="{0770C60D-9964-380E-0BC9-152A9165045A}"/>
                </a:ext>
              </a:extLst>
            </p:cNvPr>
            <p:cNvCxnSpPr>
              <a:cxnSpLocks/>
            </p:cNvCxnSpPr>
            <p:nvPr/>
          </p:nvCxnSpPr>
          <p:spPr>
            <a:xfrm>
              <a:off x="8746274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直线箭头连接符 1094">
              <a:extLst>
                <a:ext uri="{FF2B5EF4-FFF2-40B4-BE49-F238E27FC236}">
                  <a16:creationId xmlns:a16="http://schemas.microsoft.com/office/drawing/2014/main" id="{FC03295B-3464-DCFF-41A7-D7C8574FF1A7}"/>
                </a:ext>
              </a:extLst>
            </p:cNvPr>
            <p:cNvCxnSpPr>
              <a:cxnSpLocks/>
            </p:cNvCxnSpPr>
            <p:nvPr/>
          </p:nvCxnSpPr>
          <p:spPr>
            <a:xfrm>
              <a:off x="8933398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直线箭头连接符 1095">
              <a:extLst>
                <a:ext uri="{FF2B5EF4-FFF2-40B4-BE49-F238E27FC236}">
                  <a16:creationId xmlns:a16="http://schemas.microsoft.com/office/drawing/2014/main" id="{A866C197-172B-D763-186F-015FAEE66749}"/>
                </a:ext>
              </a:extLst>
            </p:cNvPr>
            <p:cNvCxnSpPr>
              <a:cxnSpLocks/>
            </p:cNvCxnSpPr>
            <p:nvPr/>
          </p:nvCxnSpPr>
          <p:spPr>
            <a:xfrm>
              <a:off x="9155248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直线箭头连接符 1096">
              <a:extLst>
                <a:ext uri="{FF2B5EF4-FFF2-40B4-BE49-F238E27FC236}">
                  <a16:creationId xmlns:a16="http://schemas.microsoft.com/office/drawing/2014/main" id="{DB5694A4-560A-77B9-2D61-628CF9DEFE99}"/>
                </a:ext>
              </a:extLst>
            </p:cNvPr>
            <p:cNvCxnSpPr>
              <a:cxnSpLocks/>
            </p:cNvCxnSpPr>
            <p:nvPr/>
          </p:nvCxnSpPr>
          <p:spPr>
            <a:xfrm>
              <a:off x="9330798" y="5392681"/>
              <a:ext cx="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直线箭头连接符 1097">
              <a:extLst>
                <a:ext uri="{FF2B5EF4-FFF2-40B4-BE49-F238E27FC236}">
                  <a16:creationId xmlns:a16="http://schemas.microsoft.com/office/drawing/2014/main" id="{6E8317A4-A35C-40A7-96F5-1BEF48282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7667" y="5392681"/>
              <a:ext cx="43540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直线箭头连接符 1098">
              <a:extLst>
                <a:ext uri="{FF2B5EF4-FFF2-40B4-BE49-F238E27FC236}">
                  <a16:creationId xmlns:a16="http://schemas.microsoft.com/office/drawing/2014/main" id="{AA54B8D9-53C2-9754-84A7-B0146B00E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1379" y="5392681"/>
              <a:ext cx="24825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直线箭头连接符 1099">
              <a:extLst>
                <a:ext uri="{FF2B5EF4-FFF2-40B4-BE49-F238E27FC236}">
                  <a16:creationId xmlns:a16="http://schemas.microsoft.com/office/drawing/2014/main" id="{E499A20C-C855-5224-7F24-B9DD7113F3EC}"/>
                </a:ext>
              </a:extLst>
            </p:cNvPr>
            <p:cNvCxnSpPr>
              <a:cxnSpLocks/>
            </p:cNvCxnSpPr>
            <p:nvPr/>
          </p:nvCxnSpPr>
          <p:spPr>
            <a:xfrm>
              <a:off x="8219628" y="5392681"/>
              <a:ext cx="43035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直线箭头连接符 1100">
              <a:extLst>
                <a:ext uri="{FF2B5EF4-FFF2-40B4-BE49-F238E27FC236}">
                  <a16:creationId xmlns:a16="http://schemas.microsoft.com/office/drawing/2014/main" id="{9DBA1E5C-FB78-4807-0076-53A4262A4C38}"/>
                </a:ext>
              </a:extLst>
            </p:cNvPr>
            <p:cNvCxnSpPr>
              <a:cxnSpLocks/>
            </p:cNvCxnSpPr>
            <p:nvPr/>
          </p:nvCxnSpPr>
          <p:spPr>
            <a:xfrm>
              <a:off x="8429900" y="5392681"/>
              <a:ext cx="62028" cy="32141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2" name="任意形状 1101">
              <a:extLst>
                <a:ext uri="{FF2B5EF4-FFF2-40B4-BE49-F238E27FC236}">
                  <a16:creationId xmlns:a16="http://schemas.microsoft.com/office/drawing/2014/main" id="{8D16097E-5787-8C35-219E-1C04A9DA3EC3}"/>
                </a:ext>
              </a:extLst>
            </p:cNvPr>
            <p:cNvSpPr/>
            <p:nvPr/>
          </p:nvSpPr>
          <p:spPr>
            <a:xfrm>
              <a:off x="7998836" y="3178852"/>
              <a:ext cx="228532" cy="2289618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44494"/>
                <a:gd name="connsiteY0" fmla="*/ 0 h 2252143"/>
                <a:gd name="connsiteX1" fmla="*/ 44494 w 44494"/>
                <a:gd name="connsiteY1" fmla="*/ 2252143 h 2252143"/>
                <a:gd name="connsiteX0" fmla="*/ 0 w 119445"/>
                <a:gd name="connsiteY0" fmla="*/ 0 h 2274628"/>
                <a:gd name="connsiteX1" fmla="*/ 119445 w 119445"/>
                <a:gd name="connsiteY1" fmla="*/ 2274628 h 2274628"/>
                <a:gd name="connsiteX0" fmla="*/ 0 w 149426"/>
                <a:gd name="connsiteY0" fmla="*/ 0 h 2297113"/>
                <a:gd name="connsiteX1" fmla="*/ 149426 w 149426"/>
                <a:gd name="connsiteY1" fmla="*/ 2297113 h 2297113"/>
                <a:gd name="connsiteX0" fmla="*/ 37960 w 187386"/>
                <a:gd name="connsiteY0" fmla="*/ 0 h 2297113"/>
                <a:gd name="connsiteX1" fmla="*/ 187386 w 187386"/>
                <a:gd name="connsiteY1" fmla="*/ 2297113 h 2297113"/>
                <a:gd name="connsiteX0" fmla="*/ 19258 w 168684"/>
                <a:gd name="connsiteY0" fmla="*/ 0 h 2297113"/>
                <a:gd name="connsiteX1" fmla="*/ 168684 w 168684"/>
                <a:gd name="connsiteY1" fmla="*/ 2297113 h 2297113"/>
                <a:gd name="connsiteX0" fmla="*/ 101345 w 250771"/>
                <a:gd name="connsiteY0" fmla="*/ 0 h 2297113"/>
                <a:gd name="connsiteX1" fmla="*/ 250771 w 250771"/>
                <a:gd name="connsiteY1" fmla="*/ 2297113 h 2297113"/>
                <a:gd name="connsiteX0" fmla="*/ 116581 w 228532"/>
                <a:gd name="connsiteY0" fmla="*/ 0 h 2289618"/>
                <a:gd name="connsiteX1" fmla="*/ 228532 w 228532"/>
                <a:gd name="connsiteY1" fmla="*/ 2289618 h 2289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532" h="2289618">
                  <a:moveTo>
                    <a:pt x="116581" y="0"/>
                  </a:moveTo>
                  <a:cubicBezTo>
                    <a:pt x="-37105" y="1129523"/>
                    <a:pt x="-74881" y="911937"/>
                    <a:pt x="228532" y="228961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03" name="任意形状 1102">
              <a:extLst>
                <a:ext uri="{FF2B5EF4-FFF2-40B4-BE49-F238E27FC236}">
                  <a16:creationId xmlns:a16="http://schemas.microsoft.com/office/drawing/2014/main" id="{248C3B43-B18C-E5DB-BF74-10A36BF1F2F7}"/>
                </a:ext>
              </a:extLst>
            </p:cNvPr>
            <p:cNvSpPr/>
            <p:nvPr/>
          </p:nvSpPr>
          <p:spPr>
            <a:xfrm>
              <a:off x="7880262" y="3180180"/>
              <a:ext cx="122882" cy="226713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47424 w 62504"/>
                <a:gd name="connsiteY0" fmla="*/ 0 h 2184687"/>
                <a:gd name="connsiteX1" fmla="*/ 1976 w 62504"/>
                <a:gd name="connsiteY1" fmla="*/ 2184687 h 2184687"/>
                <a:gd name="connsiteX0" fmla="*/ 47424 w 62504"/>
                <a:gd name="connsiteY0" fmla="*/ 0 h 2229658"/>
                <a:gd name="connsiteX1" fmla="*/ 1976 w 62504"/>
                <a:gd name="connsiteY1" fmla="*/ 2229658 h 2229658"/>
                <a:gd name="connsiteX0" fmla="*/ 18041 w 36718"/>
                <a:gd name="connsiteY0" fmla="*/ 0 h 2267133"/>
                <a:gd name="connsiteX1" fmla="*/ 2573 w 36718"/>
                <a:gd name="connsiteY1" fmla="*/ 2267133 h 2267133"/>
                <a:gd name="connsiteX0" fmla="*/ 87217 w 87217"/>
                <a:gd name="connsiteY0" fmla="*/ 0 h 2267133"/>
                <a:gd name="connsiteX1" fmla="*/ 71749 w 87217"/>
                <a:gd name="connsiteY1" fmla="*/ 2267133 h 2267133"/>
                <a:gd name="connsiteX0" fmla="*/ 103730 w 103730"/>
                <a:gd name="connsiteY0" fmla="*/ 0 h 2267133"/>
                <a:gd name="connsiteX1" fmla="*/ 88262 w 103730"/>
                <a:gd name="connsiteY1" fmla="*/ 2267133 h 2267133"/>
                <a:gd name="connsiteX0" fmla="*/ 142955 w 142955"/>
                <a:gd name="connsiteY0" fmla="*/ 0 h 2267133"/>
                <a:gd name="connsiteX1" fmla="*/ 127487 w 142955"/>
                <a:gd name="connsiteY1" fmla="*/ 2267133 h 2267133"/>
                <a:gd name="connsiteX0" fmla="*/ 122882 w 122882"/>
                <a:gd name="connsiteY0" fmla="*/ 0 h 2267133"/>
                <a:gd name="connsiteX1" fmla="*/ 107414 w 122882"/>
                <a:gd name="connsiteY1" fmla="*/ 2267133 h 226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882" h="2267133">
                  <a:moveTo>
                    <a:pt x="122882" y="0"/>
                  </a:moveTo>
                  <a:cubicBezTo>
                    <a:pt x="-90764" y="1174494"/>
                    <a:pt x="21359" y="949412"/>
                    <a:pt x="107414" y="226713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04" name="任意形状 1103">
              <a:extLst>
                <a:ext uri="{FF2B5EF4-FFF2-40B4-BE49-F238E27FC236}">
                  <a16:creationId xmlns:a16="http://schemas.microsoft.com/office/drawing/2014/main" id="{DE665671-78C5-371C-75F6-8B14EA380D5D}"/>
                </a:ext>
              </a:extLst>
            </p:cNvPr>
            <p:cNvSpPr/>
            <p:nvPr/>
          </p:nvSpPr>
          <p:spPr>
            <a:xfrm>
              <a:off x="7738817" y="3217658"/>
              <a:ext cx="135278" cy="2229658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129103 w 138977"/>
                <a:gd name="connsiteY0" fmla="*/ 0 h 2229658"/>
                <a:gd name="connsiteX1" fmla="*/ 1210 w 138977"/>
                <a:gd name="connsiteY1" fmla="*/ 2229658 h 2229658"/>
                <a:gd name="connsiteX0" fmla="*/ 127893 w 144461"/>
                <a:gd name="connsiteY0" fmla="*/ 0 h 2229658"/>
                <a:gd name="connsiteX1" fmla="*/ 0 w 144461"/>
                <a:gd name="connsiteY1" fmla="*/ 2229658 h 2229658"/>
                <a:gd name="connsiteX0" fmla="*/ 129103 w 138977"/>
                <a:gd name="connsiteY0" fmla="*/ 0 h 2229658"/>
                <a:gd name="connsiteX1" fmla="*/ 1210 w 138977"/>
                <a:gd name="connsiteY1" fmla="*/ 2229658 h 2229658"/>
                <a:gd name="connsiteX0" fmla="*/ 135278 w 135278"/>
                <a:gd name="connsiteY0" fmla="*/ 0 h 2229658"/>
                <a:gd name="connsiteX1" fmla="*/ 7385 w 135278"/>
                <a:gd name="connsiteY1" fmla="*/ 2229658 h 222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278" h="2229658">
                  <a:moveTo>
                    <a:pt x="135278" y="0"/>
                  </a:moveTo>
                  <a:cubicBezTo>
                    <a:pt x="-3417" y="1152008"/>
                    <a:pt x="-11214" y="844481"/>
                    <a:pt x="7385" y="222965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05" name="任意形状 1104">
              <a:extLst>
                <a:ext uri="{FF2B5EF4-FFF2-40B4-BE49-F238E27FC236}">
                  <a16:creationId xmlns:a16="http://schemas.microsoft.com/office/drawing/2014/main" id="{EB031248-530B-1C4B-7BFB-F479F900F588}"/>
                </a:ext>
              </a:extLst>
            </p:cNvPr>
            <p:cNvSpPr/>
            <p:nvPr/>
          </p:nvSpPr>
          <p:spPr>
            <a:xfrm flipH="1">
              <a:off x="8743577" y="3200878"/>
              <a:ext cx="441732" cy="225214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39365"/>
                <a:gd name="connsiteY0" fmla="*/ 0 h 2244648"/>
                <a:gd name="connsiteX1" fmla="*/ 239365 w 239365"/>
                <a:gd name="connsiteY1" fmla="*/ 2244648 h 2244648"/>
                <a:gd name="connsiteX0" fmla="*/ 0 w 389266"/>
                <a:gd name="connsiteY0" fmla="*/ 0 h 2237153"/>
                <a:gd name="connsiteX1" fmla="*/ 389266 w 389266"/>
                <a:gd name="connsiteY1" fmla="*/ 2237153 h 2237153"/>
                <a:gd name="connsiteX0" fmla="*/ 0 w 441732"/>
                <a:gd name="connsiteY0" fmla="*/ 0 h 2252143"/>
                <a:gd name="connsiteX1" fmla="*/ 441732 w 441732"/>
                <a:gd name="connsiteY1" fmla="*/ 2252143 h 2252143"/>
                <a:gd name="connsiteX0" fmla="*/ 0 w 441732"/>
                <a:gd name="connsiteY0" fmla="*/ 0 h 2252143"/>
                <a:gd name="connsiteX1" fmla="*/ 441732 w 441732"/>
                <a:gd name="connsiteY1" fmla="*/ 2252143 h 225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732" h="2252143">
                  <a:moveTo>
                    <a:pt x="0" y="0"/>
                  </a:moveTo>
                  <a:cubicBezTo>
                    <a:pt x="206078" y="1226959"/>
                    <a:pt x="423132" y="821996"/>
                    <a:pt x="441732" y="225214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06" name="任意形状 1105">
              <a:extLst>
                <a:ext uri="{FF2B5EF4-FFF2-40B4-BE49-F238E27FC236}">
                  <a16:creationId xmlns:a16="http://schemas.microsoft.com/office/drawing/2014/main" id="{F163277B-A0C0-3741-55A3-B2A1EA2419C1}"/>
                </a:ext>
              </a:extLst>
            </p:cNvPr>
            <p:cNvSpPr/>
            <p:nvPr/>
          </p:nvSpPr>
          <p:spPr>
            <a:xfrm flipH="1">
              <a:off x="8933452" y="3179716"/>
              <a:ext cx="366782" cy="226713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01890"/>
                <a:gd name="connsiteY0" fmla="*/ 0 h 2237153"/>
                <a:gd name="connsiteX1" fmla="*/ 201890 w 201890"/>
                <a:gd name="connsiteY1" fmla="*/ 2237153 h 2237153"/>
                <a:gd name="connsiteX0" fmla="*/ 0 w 314316"/>
                <a:gd name="connsiteY0" fmla="*/ 0 h 2267133"/>
                <a:gd name="connsiteX1" fmla="*/ 314316 w 314316"/>
                <a:gd name="connsiteY1" fmla="*/ 2267133 h 2267133"/>
                <a:gd name="connsiteX0" fmla="*/ 0 w 366782"/>
                <a:gd name="connsiteY0" fmla="*/ 0 h 2267133"/>
                <a:gd name="connsiteX1" fmla="*/ 366782 w 366782"/>
                <a:gd name="connsiteY1" fmla="*/ 2267133 h 226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6782" h="2267133">
                  <a:moveTo>
                    <a:pt x="0" y="0"/>
                  </a:moveTo>
                  <a:cubicBezTo>
                    <a:pt x="56177" y="1129523"/>
                    <a:pt x="348182" y="836986"/>
                    <a:pt x="366782" y="226713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07" name="任意形状 1106">
              <a:extLst>
                <a:ext uri="{FF2B5EF4-FFF2-40B4-BE49-F238E27FC236}">
                  <a16:creationId xmlns:a16="http://schemas.microsoft.com/office/drawing/2014/main" id="{17566CE2-DEC7-3A6A-9F9C-E6335D2B4E44}"/>
                </a:ext>
              </a:extLst>
            </p:cNvPr>
            <p:cNvSpPr/>
            <p:nvPr/>
          </p:nvSpPr>
          <p:spPr>
            <a:xfrm flipH="1">
              <a:off x="9145813" y="3158557"/>
              <a:ext cx="261852" cy="229711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141930"/>
                <a:gd name="connsiteY0" fmla="*/ 0 h 2244648"/>
                <a:gd name="connsiteX1" fmla="*/ 141930 w 141930"/>
                <a:gd name="connsiteY1" fmla="*/ 2244648 h 2244648"/>
                <a:gd name="connsiteX0" fmla="*/ 0 w 216881"/>
                <a:gd name="connsiteY0" fmla="*/ 0 h 2252143"/>
                <a:gd name="connsiteX1" fmla="*/ 216881 w 216881"/>
                <a:gd name="connsiteY1" fmla="*/ 2252143 h 2252143"/>
                <a:gd name="connsiteX0" fmla="*/ 0 w 261852"/>
                <a:gd name="connsiteY0" fmla="*/ 0 h 2297113"/>
                <a:gd name="connsiteX1" fmla="*/ 261852 w 261852"/>
                <a:gd name="connsiteY1" fmla="*/ 2297113 h 2297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852" h="2297113">
                  <a:moveTo>
                    <a:pt x="0" y="0"/>
                  </a:moveTo>
                  <a:cubicBezTo>
                    <a:pt x="56177" y="1129523"/>
                    <a:pt x="243252" y="866966"/>
                    <a:pt x="261852" y="229711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08" name="任意形状 1107">
              <a:extLst>
                <a:ext uri="{FF2B5EF4-FFF2-40B4-BE49-F238E27FC236}">
                  <a16:creationId xmlns:a16="http://schemas.microsoft.com/office/drawing/2014/main" id="{8D86C630-99DD-C7EC-0201-8BFFC47BCE0F}"/>
                </a:ext>
              </a:extLst>
            </p:cNvPr>
            <p:cNvSpPr/>
            <p:nvPr/>
          </p:nvSpPr>
          <p:spPr>
            <a:xfrm flipH="1">
              <a:off x="9321156" y="3188537"/>
              <a:ext cx="215552" cy="2259638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125611"/>
                <a:gd name="connsiteY0" fmla="*/ 0 h 2237153"/>
                <a:gd name="connsiteX1" fmla="*/ 125611 w 125611"/>
                <a:gd name="connsiteY1" fmla="*/ 2237153 h 2237153"/>
                <a:gd name="connsiteX0" fmla="*/ 0 w 215552"/>
                <a:gd name="connsiteY0" fmla="*/ 0 h 2259638"/>
                <a:gd name="connsiteX1" fmla="*/ 215552 w 215552"/>
                <a:gd name="connsiteY1" fmla="*/ 2259638 h 225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552" h="2259638">
                  <a:moveTo>
                    <a:pt x="0" y="0"/>
                  </a:moveTo>
                  <a:cubicBezTo>
                    <a:pt x="56177" y="1129523"/>
                    <a:pt x="196952" y="829491"/>
                    <a:pt x="215552" y="225963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09" name="任意形状 1108">
              <a:extLst>
                <a:ext uri="{FF2B5EF4-FFF2-40B4-BE49-F238E27FC236}">
                  <a16:creationId xmlns:a16="http://schemas.microsoft.com/office/drawing/2014/main" id="{58563B10-4095-7F62-9DBC-0640629C54F4}"/>
                </a:ext>
              </a:extLst>
            </p:cNvPr>
            <p:cNvSpPr/>
            <p:nvPr/>
          </p:nvSpPr>
          <p:spPr>
            <a:xfrm flipV="1">
              <a:off x="8221529" y="1027581"/>
              <a:ext cx="477720" cy="223715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84336"/>
                <a:gd name="connsiteY0" fmla="*/ 0 h 2229658"/>
                <a:gd name="connsiteX1" fmla="*/ 284336 w 284336"/>
                <a:gd name="connsiteY1" fmla="*/ 2229658 h 2229658"/>
                <a:gd name="connsiteX0" fmla="*/ 0 w 411753"/>
                <a:gd name="connsiteY0" fmla="*/ 0 h 2237153"/>
                <a:gd name="connsiteX1" fmla="*/ 411753 w 411753"/>
                <a:gd name="connsiteY1" fmla="*/ 2237153 h 2237153"/>
                <a:gd name="connsiteX0" fmla="*/ 0 w 415837"/>
                <a:gd name="connsiteY0" fmla="*/ 0 h 2237153"/>
                <a:gd name="connsiteX1" fmla="*/ 411753 w 415837"/>
                <a:gd name="connsiteY1" fmla="*/ 2237153 h 2237153"/>
                <a:gd name="connsiteX0" fmla="*/ 0 w 477720"/>
                <a:gd name="connsiteY0" fmla="*/ 0 h 2237153"/>
                <a:gd name="connsiteX1" fmla="*/ 411753 w 477720"/>
                <a:gd name="connsiteY1" fmla="*/ 2237153 h 223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720" h="2237153">
                  <a:moveTo>
                    <a:pt x="0" y="0"/>
                  </a:moveTo>
                  <a:cubicBezTo>
                    <a:pt x="56177" y="1129523"/>
                    <a:pt x="677966" y="1159275"/>
                    <a:pt x="411753" y="223715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10" name="任意形状 1109">
              <a:extLst>
                <a:ext uri="{FF2B5EF4-FFF2-40B4-BE49-F238E27FC236}">
                  <a16:creationId xmlns:a16="http://schemas.microsoft.com/office/drawing/2014/main" id="{742772FF-B84C-FA63-1992-2F59D4ECF47F}"/>
                </a:ext>
              </a:extLst>
            </p:cNvPr>
            <p:cNvSpPr/>
            <p:nvPr/>
          </p:nvSpPr>
          <p:spPr>
            <a:xfrm flipV="1">
              <a:off x="8109253" y="1043902"/>
              <a:ext cx="355889" cy="2214668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31871"/>
                <a:gd name="connsiteY0" fmla="*/ 0 h 2222162"/>
                <a:gd name="connsiteX1" fmla="*/ 231871 w 231871"/>
                <a:gd name="connsiteY1" fmla="*/ 2222162 h 2222162"/>
                <a:gd name="connsiteX0" fmla="*/ 0 w 231871"/>
                <a:gd name="connsiteY0" fmla="*/ 0 h 2222162"/>
                <a:gd name="connsiteX1" fmla="*/ 231871 w 231871"/>
                <a:gd name="connsiteY1" fmla="*/ 2222162 h 2222162"/>
                <a:gd name="connsiteX0" fmla="*/ 0 w 306821"/>
                <a:gd name="connsiteY0" fmla="*/ 0 h 2192181"/>
                <a:gd name="connsiteX1" fmla="*/ 306821 w 306821"/>
                <a:gd name="connsiteY1" fmla="*/ 2192181 h 2192181"/>
                <a:gd name="connsiteX0" fmla="*/ 0 w 314316"/>
                <a:gd name="connsiteY0" fmla="*/ 0 h 2252142"/>
                <a:gd name="connsiteX1" fmla="*/ 314316 w 314316"/>
                <a:gd name="connsiteY1" fmla="*/ 2252142 h 2252142"/>
                <a:gd name="connsiteX0" fmla="*/ 0 w 306821"/>
                <a:gd name="connsiteY0" fmla="*/ 0 h 2207172"/>
                <a:gd name="connsiteX1" fmla="*/ 306821 w 306821"/>
                <a:gd name="connsiteY1" fmla="*/ 2207172 h 2207172"/>
                <a:gd name="connsiteX0" fmla="*/ 0 w 359949"/>
                <a:gd name="connsiteY0" fmla="*/ 0 h 2207172"/>
                <a:gd name="connsiteX1" fmla="*/ 306821 w 359949"/>
                <a:gd name="connsiteY1" fmla="*/ 2207172 h 2207172"/>
                <a:gd name="connsiteX0" fmla="*/ 0 w 362701"/>
                <a:gd name="connsiteY0" fmla="*/ 0 h 2207172"/>
                <a:gd name="connsiteX1" fmla="*/ 306821 w 362701"/>
                <a:gd name="connsiteY1" fmla="*/ 2207172 h 2207172"/>
                <a:gd name="connsiteX0" fmla="*/ 0 w 355889"/>
                <a:gd name="connsiteY0" fmla="*/ 0 h 2214668"/>
                <a:gd name="connsiteX1" fmla="*/ 299326 w 355889"/>
                <a:gd name="connsiteY1" fmla="*/ 2214668 h 2214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889" h="2214668">
                  <a:moveTo>
                    <a:pt x="0" y="0"/>
                  </a:moveTo>
                  <a:cubicBezTo>
                    <a:pt x="56177" y="1129523"/>
                    <a:pt x="513073" y="777026"/>
                    <a:pt x="299326" y="221466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11" name="任意形状 1110">
              <a:extLst>
                <a:ext uri="{FF2B5EF4-FFF2-40B4-BE49-F238E27FC236}">
                  <a16:creationId xmlns:a16="http://schemas.microsoft.com/office/drawing/2014/main" id="{A5A5B5CD-F73A-0208-5F03-1EF62D937DC8}"/>
                </a:ext>
              </a:extLst>
            </p:cNvPr>
            <p:cNvSpPr/>
            <p:nvPr/>
          </p:nvSpPr>
          <p:spPr>
            <a:xfrm flipV="1">
              <a:off x="7996980" y="1030239"/>
              <a:ext cx="294362" cy="2229658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09385"/>
                <a:gd name="connsiteY0" fmla="*/ 0 h 2244648"/>
                <a:gd name="connsiteX1" fmla="*/ 209385 w 209385"/>
                <a:gd name="connsiteY1" fmla="*/ 2244648 h 2244648"/>
                <a:gd name="connsiteX0" fmla="*/ 0 w 221023"/>
                <a:gd name="connsiteY0" fmla="*/ 0 h 2244648"/>
                <a:gd name="connsiteX1" fmla="*/ 209385 w 221023"/>
                <a:gd name="connsiteY1" fmla="*/ 2244648 h 2244648"/>
                <a:gd name="connsiteX0" fmla="*/ 0 w 278840"/>
                <a:gd name="connsiteY0" fmla="*/ 0 h 2199677"/>
                <a:gd name="connsiteX1" fmla="*/ 269346 w 278840"/>
                <a:gd name="connsiteY1" fmla="*/ 2199677 h 2199677"/>
                <a:gd name="connsiteX0" fmla="*/ 0 w 257059"/>
                <a:gd name="connsiteY0" fmla="*/ 0 h 2274628"/>
                <a:gd name="connsiteX1" fmla="*/ 246860 w 257059"/>
                <a:gd name="connsiteY1" fmla="*/ 2274628 h 2274628"/>
                <a:gd name="connsiteX0" fmla="*/ 0 w 257059"/>
                <a:gd name="connsiteY0" fmla="*/ 0 h 2229658"/>
                <a:gd name="connsiteX1" fmla="*/ 246860 w 257059"/>
                <a:gd name="connsiteY1" fmla="*/ 2229658 h 2229658"/>
                <a:gd name="connsiteX0" fmla="*/ 0 w 294362"/>
                <a:gd name="connsiteY0" fmla="*/ 0 h 2229658"/>
                <a:gd name="connsiteX1" fmla="*/ 246860 w 294362"/>
                <a:gd name="connsiteY1" fmla="*/ 2229658 h 222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362" h="2229658">
                  <a:moveTo>
                    <a:pt x="0" y="0"/>
                  </a:moveTo>
                  <a:cubicBezTo>
                    <a:pt x="56177" y="1129523"/>
                    <a:pt x="423132" y="694579"/>
                    <a:pt x="246860" y="222965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12" name="任意形状 1111">
              <a:extLst>
                <a:ext uri="{FF2B5EF4-FFF2-40B4-BE49-F238E27FC236}">
                  <a16:creationId xmlns:a16="http://schemas.microsoft.com/office/drawing/2014/main" id="{A70D3E8D-62E0-0EC7-9127-FFCBEDFD45B1}"/>
                </a:ext>
              </a:extLst>
            </p:cNvPr>
            <p:cNvSpPr/>
            <p:nvPr/>
          </p:nvSpPr>
          <p:spPr>
            <a:xfrm flipV="1">
              <a:off x="7875425" y="1030242"/>
              <a:ext cx="264231" cy="2244648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31871"/>
                <a:gd name="connsiteY0" fmla="*/ 0 h 2244648"/>
                <a:gd name="connsiteX1" fmla="*/ 231871 w 231871"/>
                <a:gd name="connsiteY1" fmla="*/ 2244648 h 2244648"/>
                <a:gd name="connsiteX0" fmla="*/ 0 w 251526"/>
                <a:gd name="connsiteY0" fmla="*/ 0 h 2244648"/>
                <a:gd name="connsiteX1" fmla="*/ 231871 w 251526"/>
                <a:gd name="connsiteY1" fmla="*/ 2244648 h 2244648"/>
                <a:gd name="connsiteX0" fmla="*/ 0 w 264231"/>
                <a:gd name="connsiteY0" fmla="*/ 0 h 2244648"/>
                <a:gd name="connsiteX1" fmla="*/ 231871 w 264231"/>
                <a:gd name="connsiteY1" fmla="*/ 2244648 h 224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231" h="2244648">
                  <a:moveTo>
                    <a:pt x="0" y="0"/>
                  </a:moveTo>
                  <a:cubicBezTo>
                    <a:pt x="56177" y="1129523"/>
                    <a:pt x="363173" y="851977"/>
                    <a:pt x="231871" y="224464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13" name="任意形状 1112">
              <a:extLst>
                <a:ext uri="{FF2B5EF4-FFF2-40B4-BE49-F238E27FC236}">
                  <a16:creationId xmlns:a16="http://schemas.microsoft.com/office/drawing/2014/main" id="{9075DBBC-897D-141F-0AAB-2D5C966E1387}"/>
                </a:ext>
              </a:extLst>
            </p:cNvPr>
            <p:cNvSpPr/>
            <p:nvPr/>
          </p:nvSpPr>
          <p:spPr>
            <a:xfrm flipH="1" flipV="1">
              <a:off x="8857332" y="1035947"/>
              <a:ext cx="356825" cy="2237152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126939"/>
                <a:gd name="connsiteY0" fmla="*/ 0 h 2229658"/>
                <a:gd name="connsiteX1" fmla="*/ 126939 w 126939"/>
                <a:gd name="connsiteY1" fmla="*/ 2229658 h 2229658"/>
                <a:gd name="connsiteX0" fmla="*/ 0 w 276841"/>
                <a:gd name="connsiteY0" fmla="*/ 0 h 2117232"/>
                <a:gd name="connsiteX1" fmla="*/ 276841 w 276841"/>
                <a:gd name="connsiteY1" fmla="*/ 2117232 h 2117232"/>
                <a:gd name="connsiteX0" fmla="*/ 0 w 306821"/>
                <a:gd name="connsiteY0" fmla="*/ 0 h 2282123"/>
                <a:gd name="connsiteX1" fmla="*/ 306821 w 306821"/>
                <a:gd name="connsiteY1" fmla="*/ 2282123 h 2282123"/>
                <a:gd name="connsiteX0" fmla="*/ 0 w 314316"/>
                <a:gd name="connsiteY0" fmla="*/ 0 h 2237152"/>
                <a:gd name="connsiteX1" fmla="*/ 314316 w 314316"/>
                <a:gd name="connsiteY1" fmla="*/ 2237152 h 2237152"/>
                <a:gd name="connsiteX0" fmla="*/ 29598 w 343914"/>
                <a:gd name="connsiteY0" fmla="*/ 0 h 2237152"/>
                <a:gd name="connsiteX1" fmla="*/ 343914 w 343914"/>
                <a:gd name="connsiteY1" fmla="*/ 2237152 h 2237152"/>
                <a:gd name="connsiteX0" fmla="*/ 42509 w 356825"/>
                <a:gd name="connsiteY0" fmla="*/ 0 h 2237152"/>
                <a:gd name="connsiteX1" fmla="*/ 356825 w 356825"/>
                <a:gd name="connsiteY1" fmla="*/ 2237152 h 223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825" h="2237152">
                  <a:moveTo>
                    <a:pt x="42509" y="0"/>
                  </a:moveTo>
                  <a:cubicBezTo>
                    <a:pt x="-103681" y="1346880"/>
                    <a:pt x="158343" y="889451"/>
                    <a:pt x="356825" y="2237152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14" name="任意形状 1113">
              <a:extLst>
                <a:ext uri="{FF2B5EF4-FFF2-40B4-BE49-F238E27FC236}">
                  <a16:creationId xmlns:a16="http://schemas.microsoft.com/office/drawing/2014/main" id="{6EE73BF3-4E26-BF93-B635-798429230B85}"/>
                </a:ext>
              </a:extLst>
            </p:cNvPr>
            <p:cNvSpPr/>
            <p:nvPr/>
          </p:nvSpPr>
          <p:spPr>
            <a:xfrm flipH="1" flipV="1">
              <a:off x="8964760" y="1029775"/>
              <a:ext cx="354104" cy="2252144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84336"/>
                <a:gd name="connsiteY0" fmla="*/ 0 h 2229658"/>
                <a:gd name="connsiteX1" fmla="*/ 284336 w 284336"/>
                <a:gd name="connsiteY1" fmla="*/ 2229658 h 2229658"/>
                <a:gd name="connsiteX0" fmla="*/ 0 w 336802"/>
                <a:gd name="connsiteY0" fmla="*/ 0 h 2252144"/>
                <a:gd name="connsiteX1" fmla="*/ 336802 w 336802"/>
                <a:gd name="connsiteY1" fmla="*/ 2252144 h 2252144"/>
                <a:gd name="connsiteX0" fmla="*/ 0 w 336802"/>
                <a:gd name="connsiteY0" fmla="*/ 0 h 2252144"/>
                <a:gd name="connsiteX1" fmla="*/ 336802 w 336802"/>
                <a:gd name="connsiteY1" fmla="*/ 2252144 h 2252144"/>
                <a:gd name="connsiteX0" fmla="*/ 0 w 336802"/>
                <a:gd name="connsiteY0" fmla="*/ 0 h 2252144"/>
                <a:gd name="connsiteX1" fmla="*/ 336802 w 336802"/>
                <a:gd name="connsiteY1" fmla="*/ 2252144 h 2252144"/>
                <a:gd name="connsiteX0" fmla="*/ 17302 w 354104"/>
                <a:gd name="connsiteY0" fmla="*/ 0 h 2252144"/>
                <a:gd name="connsiteX1" fmla="*/ 354104 w 354104"/>
                <a:gd name="connsiteY1" fmla="*/ 2252144 h 2252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4104" h="2252144">
                  <a:moveTo>
                    <a:pt x="17302" y="0"/>
                  </a:moveTo>
                  <a:cubicBezTo>
                    <a:pt x="-31452" y="1137018"/>
                    <a:pt x="5720" y="844482"/>
                    <a:pt x="354104" y="2252144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15" name="任意形状 1114">
              <a:extLst>
                <a:ext uri="{FF2B5EF4-FFF2-40B4-BE49-F238E27FC236}">
                  <a16:creationId xmlns:a16="http://schemas.microsoft.com/office/drawing/2014/main" id="{F6C37E2C-8FF5-FDAC-A1A1-DD09BB1B2416}"/>
                </a:ext>
              </a:extLst>
            </p:cNvPr>
            <p:cNvSpPr/>
            <p:nvPr/>
          </p:nvSpPr>
          <p:spPr>
            <a:xfrm flipH="1" flipV="1">
              <a:off x="9139646" y="1031101"/>
              <a:ext cx="271177" cy="2237154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261851"/>
                <a:gd name="connsiteY0" fmla="*/ 0 h 2184687"/>
                <a:gd name="connsiteX1" fmla="*/ 261851 w 261851"/>
                <a:gd name="connsiteY1" fmla="*/ 2184687 h 2184687"/>
                <a:gd name="connsiteX0" fmla="*/ 0 w 254356"/>
                <a:gd name="connsiteY0" fmla="*/ 0 h 2259638"/>
                <a:gd name="connsiteX1" fmla="*/ 254356 w 254356"/>
                <a:gd name="connsiteY1" fmla="*/ 2259638 h 2259638"/>
                <a:gd name="connsiteX0" fmla="*/ 0 w 269347"/>
                <a:gd name="connsiteY0" fmla="*/ 0 h 2207173"/>
                <a:gd name="connsiteX1" fmla="*/ 269347 w 269347"/>
                <a:gd name="connsiteY1" fmla="*/ 2207173 h 2207173"/>
                <a:gd name="connsiteX0" fmla="*/ 0 w 246861"/>
                <a:gd name="connsiteY0" fmla="*/ 0 h 2259639"/>
                <a:gd name="connsiteX1" fmla="*/ 246861 w 246861"/>
                <a:gd name="connsiteY1" fmla="*/ 2259639 h 2259639"/>
                <a:gd name="connsiteX0" fmla="*/ 0 w 224376"/>
                <a:gd name="connsiteY0" fmla="*/ 0 h 2259639"/>
                <a:gd name="connsiteX1" fmla="*/ 224376 w 224376"/>
                <a:gd name="connsiteY1" fmla="*/ 2259639 h 2259639"/>
                <a:gd name="connsiteX0" fmla="*/ 0 w 224376"/>
                <a:gd name="connsiteY0" fmla="*/ 0 h 2259639"/>
                <a:gd name="connsiteX1" fmla="*/ 224376 w 224376"/>
                <a:gd name="connsiteY1" fmla="*/ 2259639 h 2259639"/>
                <a:gd name="connsiteX0" fmla="*/ 0 w 254356"/>
                <a:gd name="connsiteY0" fmla="*/ 0 h 2237154"/>
                <a:gd name="connsiteX1" fmla="*/ 254356 w 254356"/>
                <a:gd name="connsiteY1" fmla="*/ 2237154 h 2237154"/>
                <a:gd name="connsiteX0" fmla="*/ 0 w 254356"/>
                <a:gd name="connsiteY0" fmla="*/ 0 h 2237154"/>
                <a:gd name="connsiteX1" fmla="*/ 254356 w 254356"/>
                <a:gd name="connsiteY1" fmla="*/ 2237154 h 2237154"/>
                <a:gd name="connsiteX0" fmla="*/ 16821 w 271177"/>
                <a:gd name="connsiteY0" fmla="*/ 0 h 2237154"/>
                <a:gd name="connsiteX1" fmla="*/ 271177 w 271177"/>
                <a:gd name="connsiteY1" fmla="*/ 2237154 h 223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1177" h="2237154">
                  <a:moveTo>
                    <a:pt x="16821" y="0"/>
                  </a:moveTo>
                  <a:cubicBezTo>
                    <a:pt x="-9448" y="1152008"/>
                    <a:pt x="-47226" y="934424"/>
                    <a:pt x="271177" y="2237154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sp>
          <p:nvSpPr>
            <p:cNvPr id="1116" name="任意形状 1115">
              <a:extLst>
                <a:ext uri="{FF2B5EF4-FFF2-40B4-BE49-F238E27FC236}">
                  <a16:creationId xmlns:a16="http://schemas.microsoft.com/office/drawing/2014/main" id="{E33E06D4-0BDE-494C-286B-ABE884F09189}"/>
                </a:ext>
              </a:extLst>
            </p:cNvPr>
            <p:cNvSpPr/>
            <p:nvPr/>
          </p:nvSpPr>
          <p:spPr>
            <a:xfrm flipH="1" flipV="1">
              <a:off x="9313661" y="1038596"/>
              <a:ext cx="221300" cy="2222163"/>
            </a:xfrm>
            <a:custGeom>
              <a:avLst/>
              <a:gdLst>
                <a:gd name="connsiteX0" fmla="*/ 983848 w 983848"/>
                <a:gd name="connsiteY0" fmla="*/ 0 h 983848"/>
                <a:gd name="connsiteX1" fmla="*/ 0 w 983848"/>
                <a:gd name="connsiteY1" fmla="*/ 0 h 983848"/>
                <a:gd name="connsiteX2" fmla="*/ 0 w 983848"/>
                <a:gd name="connsiteY2" fmla="*/ 983848 h 983848"/>
                <a:gd name="connsiteX0" fmla="*/ 992721 w 992721"/>
                <a:gd name="connsiteY0" fmla="*/ 0 h 1059391"/>
                <a:gd name="connsiteX1" fmla="*/ 8873 w 992721"/>
                <a:gd name="connsiteY1" fmla="*/ 0 h 1059391"/>
                <a:gd name="connsiteX2" fmla="*/ 8873 w 992721"/>
                <a:gd name="connsiteY2" fmla="*/ 983848 h 1059391"/>
                <a:gd name="connsiteX3" fmla="*/ 0 w 992721"/>
                <a:gd name="connsiteY3" fmla="*/ 992946 h 1059391"/>
                <a:gd name="connsiteX0" fmla="*/ 1297521 w 1297521"/>
                <a:gd name="connsiteY0" fmla="*/ 0 h 1071437"/>
                <a:gd name="connsiteX1" fmla="*/ 313673 w 1297521"/>
                <a:gd name="connsiteY1" fmla="*/ 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297521 w 1297521"/>
                <a:gd name="connsiteY0" fmla="*/ 0 h 1071437"/>
                <a:gd name="connsiteX1" fmla="*/ 897873 w 1297521"/>
                <a:gd name="connsiteY1" fmla="*/ 228600 h 1071437"/>
                <a:gd name="connsiteX2" fmla="*/ 313673 w 1297521"/>
                <a:gd name="connsiteY2" fmla="*/ 983848 h 1071437"/>
                <a:gd name="connsiteX3" fmla="*/ 0 w 1297521"/>
                <a:gd name="connsiteY3" fmla="*/ 1031046 h 1071437"/>
                <a:gd name="connsiteX0" fmla="*/ 1500721 w 1500721"/>
                <a:gd name="connsiteY0" fmla="*/ 0 h 906337"/>
                <a:gd name="connsiteX1" fmla="*/ 897873 w 1500721"/>
                <a:gd name="connsiteY1" fmla="*/ 63500 h 906337"/>
                <a:gd name="connsiteX2" fmla="*/ 313673 w 1500721"/>
                <a:gd name="connsiteY2" fmla="*/ 818748 h 906337"/>
                <a:gd name="connsiteX3" fmla="*/ 0 w 1500721"/>
                <a:gd name="connsiteY3" fmla="*/ 865946 h 906337"/>
                <a:gd name="connsiteX0" fmla="*/ 1500721 w 1500721"/>
                <a:gd name="connsiteY0" fmla="*/ 38100 h 944437"/>
                <a:gd name="connsiteX1" fmla="*/ 923273 w 1500721"/>
                <a:gd name="connsiteY1" fmla="*/ 0 h 944437"/>
                <a:gd name="connsiteX2" fmla="*/ 313673 w 1500721"/>
                <a:gd name="connsiteY2" fmla="*/ 856848 h 944437"/>
                <a:gd name="connsiteX3" fmla="*/ 0 w 1500721"/>
                <a:gd name="connsiteY3" fmla="*/ 904046 h 944437"/>
                <a:gd name="connsiteX0" fmla="*/ 1449921 w 1449921"/>
                <a:gd name="connsiteY0" fmla="*/ 0 h 969837"/>
                <a:gd name="connsiteX1" fmla="*/ 923273 w 1449921"/>
                <a:gd name="connsiteY1" fmla="*/ 25400 h 969837"/>
                <a:gd name="connsiteX2" fmla="*/ 313673 w 1449921"/>
                <a:gd name="connsiteY2" fmla="*/ 882248 h 969837"/>
                <a:gd name="connsiteX3" fmla="*/ 0 w 1449921"/>
                <a:gd name="connsiteY3" fmla="*/ 929446 h 969837"/>
                <a:gd name="connsiteX0" fmla="*/ 1449921 w 1449921"/>
                <a:gd name="connsiteY0" fmla="*/ 0 h 929446"/>
                <a:gd name="connsiteX1" fmla="*/ 923273 w 1449921"/>
                <a:gd name="connsiteY1" fmla="*/ 25400 h 929446"/>
                <a:gd name="connsiteX2" fmla="*/ 313673 w 1449921"/>
                <a:gd name="connsiteY2" fmla="*/ 882248 h 929446"/>
                <a:gd name="connsiteX3" fmla="*/ 0 w 1449921"/>
                <a:gd name="connsiteY3" fmla="*/ 929446 h 929446"/>
                <a:gd name="connsiteX0" fmla="*/ 1475321 w 1475321"/>
                <a:gd name="connsiteY0" fmla="*/ 0 h 904046"/>
                <a:gd name="connsiteX1" fmla="*/ 948673 w 1475321"/>
                <a:gd name="connsiteY1" fmla="*/ 25400 h 904046"/>
                <a:gd name="connsiteX2" fmla="*/ 339073 w 1475321"/>
                <a:gd name="connsiteY2" fmla="*/ 882248 h 904046"/>
                <a:gd name="connsiteX3" fmla="*/ 0 w 1475321"/>
                <a:gd name="connsiteY3" fmla="*/ 904046 h 904046"/>
                <a:gd name="connsiteX0" fmla="*/ 1449921 w 1449921"/>
                <a:gd name="connsiteY0" fmla="*/ 0 h 886952"/>
                <a:gd name="connsiteX1" fmla="*/ 923273 w 1449921"/>
                <a:gd name="connsiteY1" fmla="*/ 25400 h 886952"/>
                <a:gd name="connsiteX2" fmla="*/ 313673 w 1449921"/>
                <a:gd name="connsiteY2" fmla="*/ 882248 h 886952"/>
                <a:gd name="connsiteX3" fmla="*/ 0 w 1449921"/>
                <a:gd name="connsiteY3" fmla="*/ 878646 h 886952"/>
                <a:gd name="connsiteX0" fmla="*/ 1437221 w 1437221"/>
                <a:gd name="connsiteY0" fmla="*/ 0 h 886952"/>
                <a:gd name="connsiteX1" fmla="*/ 910573 w 1437221"/>
                <a:gd name="connsiteY1" fmla="*/ 25400 h 886952"/>
                <a:gd name="connsiteX2" fmla="*/ 300973 w 1437221"/>
                <a:gd name="connsiteY2" fmla="*/ 882248 h 886952"/>
                <a:gd name="connsiteX3" fmla="*/ 0 w 1437221"/>
                <a:gd name="connsiteY3" fmla="*/ 878646 h 886952"/>
                <a:gd name="connsiteX0" fmla="*/ 1348321 w 1348321"/>
                <a:gd name="connsiteY0" fmla="*/ 25400 h 861552"/>
                <a:gd name="connsiteX1" fmla="*/ 910573 w 1348321"/>
                <a:gd name="connsiteY1" fmla="*/ 0 h 861552"/>
                <a:gd name="connsiteX2" fmla="*/ 300973 w 1348321"/>
                <a:gd name="connsiteY2" fmla="*/ 856848 h 861552"/>
                <a:gd name="connsiteX3" fmla="*/ 0 w 1348321"/>
                <a:gd name="connsiteY3" fmla="*/ 853246 h 861552"/>
                <a:gd name="connsiteX0" fmla="*/ 1348321 w 1348321"/>
                <a:gd name="connsiteY0" fmla="*/ 0 h 874252"/>
                <a:gd name="connsiteX1" fmla="*/ 910573 w 1348321"/>
                <a:gd name="connsiteY1" fmla="*/ 12700 h 874252"/>
                <a:gd name="connsiteX2" fmla="*/ 300973 w 1348321"/>
                <a:gd name="connsiteY2" fmla="*/ 869548 h 874252"/>
                <a:gd name="connsiteX3" fmla="*/ 0 w 1348321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48321 w 1348321"/>
                <a:gd name="connsiteY0" fmla="*/ 0 h 876888"/>
                <a:gd name="connsiteX1" fmla="*/ 910573 w 1348321"/>
                <a:gd name="connsiteY1" fmla="*/ 12700 h 876888"/>
                <a:gd name="connsiteX2" fmla="*/ 300973 w 1348321"/>
                <a:gd name="connsiteY2" fmla="*/ 869548 h 876888"/>
                <a:gd name="connsiteX3" fmla="*/ 0 w 1348321"/>
                <a:gd name="connsiteY3" fmla="*/ 875726 h 876888"/>
                <a:gd name="connsiteX0" fmla="*/ 1168348 w 1168348"/>
                <a:gd name="connsiteY0" fmla="*/ 0 h 876888"/>
                <a:gd name="connsiteX1" fmla="*/ 730600 w 1168348"/>
                <a:gd name="connsiteY1" fmla="*/ 12700 h 876888"/>
                <a:gd name="connsiteX2" fmla="*/ 121000 w 1168348"/>
                <a:gd name="connsiteY2" fmla="*/ 869548 h 876888"/>
                <a:gd name="connsiteX3" fmla="*/ 74299 w 1168348"/>
                <a:gd name="connsiteY3" fmla="*/ 875726 h 876888"/>
                <a:gd name="connsiteX0" fmla="*/ 1314092 w 1314092"/>
                <a:gd name="connsiteY0" fmla="*/ 0 h 874252"/>
                <a:gd name="connsiteX1" fmla="*/ 876344 w 1314092"/>
                <a:gd name="connsiteY1" fmla="*/ 12700 h 874252"/>
                <a:gd name="connsiteX2" fmla="*/ 266744 w 1314092"/>
                <a:gd name="connsiteY2" fmla="*/ 869548 h 874252"/>
                <a:gd name="connsiteX3" fmla="*/ 0 w 1314092"/>
                <a:gd name="connsiteY3" fmla="*/ 865946 h 874252"/>
                <a:gd name="connsiteX0" fmla="*/ 1338541 w 1338541"/>
                <a:gd name="connsiteY0" fmla="*/ 0 h 876888"/>
                <a:gd name="connsiteX1" fmla="*/ 900793 w 1338541"/>
                <a:gd name="connsiteY1" fmla="*/ 12700 h 876888"/>
                <a:gd name="connsiteX2" fmla="*/ 291193 w 1338541"/>
                <a:gd name="connsiteY2" fmla="*/ 869548 h 876888"/>
                <a:gd name="connsiteX3" fmla="*/ 0 w 1338541"/>
                <a:gd name="connsiteY3" fmla="*/ 875726 h 876888"/>
                <a:gd name="connsiteX0" fmla="*/ 1338541 w 1338541"/>
                <a:gd name="connsiteY0" fmla="*/ 0 h 875726"/>
                <a:gd name="connsiteX1" fmla="*/ 900793 w 1338541"/>
                <a:gd name="connsiteY1" fmla="*/ 12700 h 875726"/>
                <a:gd name="connsiteX2" fmla="*/ 291193 w 1338541"/>
                <a:gd name="connsiteY2" fmla="*/ 869548 h 875726"/>
                <a:gd name="connsiteX3" fmla="*/ 0 w 1338541"/>
                <a:gd name="connsiteY3" fmla="*/ 875726 h 875726"/>
                <a:gd name="connsiteX0" fmla="*/ 1338541 w 1338541"/>
                <a:gd name="connsiteY0" fmla="*/ 0 h 865946"/>
                <a:gd name="connsiteX1" fmla="*/ 900793 w 1338541"/>
                <a:gd name="connsiteY1" fmla="*/ 2920 h 865946"/>
                <a:gd name="connsiteX2" fmla="*/ 291193 w 1338541"/>
                <a:gd name="connsiteY2" fmla="*/ 859768 h 865946"/>
                <a:gd name="connsiteX3" fmla="*/ 0 w 1338541"/>
                <a:gd name="connsiteY3" fmla="*/ 865946 h 865946"/>
                <a:gd name="connsiteX0" fmla="*/ 1338541 w 1338541"/>
                <a:gd name="connsiteY0" fmla="*/ 1970 h 867916"/>
                <a:gd name="connsiteX1" fmla="*/ 1091497 w 1338541"/>
                <a:gd name="connsiteY1" fmla="*/ 0 h 867916"/>
                <a:gd name="connsiteX2" fmla="*/ 291193 w 1338541"/>
                <a:gd name="connsiteY2" fmla="*/ 861738 h 867916"/>
                <a:gd name="connsiteX3" fmla="*/ 0 w 1338541"/>
                <a:gd name="connsiteY3" fmla="*/ 867916 h 867916"/>
                <a:gd name="connsiteX0" fmla="*/ 1338683 w 1338683"/>
                <a:gd name="connsiteY0" fmla="*/ 1970 h 870186"/>
                <a:gd name="connsiteX1" fmla="*/ 1091639 w 1338683"/>
                <a:gd name="connsiteY1" fmla="*/ 0 h 870186"/>
                <a:gd name="connsiteX2" fmla="*/ 134861 w 1338683"/>
                <a:gd name="connsiteY2" fmla="*/ 866628 h 870186"/>
                <a:gd name="connsiteX3" fmla="*/ 142 w 1338683"/>
                <a:gd name="connsiteY3" fmla="*/ 867916 h 870186"/>
                <a:gd name="connsiteX0" fmla="*/ 1358101 w 1358101"/>
                <a:gd name="connsiteY0" fmla="*/ 1970 h 872806"/>
                <a:gd name="connsiteX1" fmla="*/ 1111057 w 1358101"/>
                <a:gd name="connsiteY1" fmla="*/ 0 h 872806"/>
                <a:gd name="connsiteX2" fmla="*/ 154279 w 1358101"/>
                <a:gd name="connsiteY2" fmla="*/ 866628 h 872806"/>
                <a:gd name="connsiteX3" fmla="*/ 0 w 1358101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193398 w 1397220"/>
                <a:gd name="connsiteY2" fmla="*/ 866628 h 872806"/>
                <a:gd name="connsiteX3" fmla="*/ 0 w 1397220"/>
                <a:gd name="connsiteY3" fmla="*/ 872806 h 872806"/>
                <a:gd name="connsiteX0" fmla="*/ 1397220 w 1397220"/>
                <a:gd name="connsiteY0" fmla="*/ 1970 h 872806"/>
                <a:gd name="connsiteX1" fmla="*/ 1150176 w 1397220"/>
                <a:gd name="connsiteY1" fmla="*/ 0 h 872806"/>
                <a:gd name="connsiteX2" fmla="*/ 0 w 1397220"/>
                <a:gd name="connsiteY2" fmla="*/ 872806 h 872806"/>
                <a:gd name="connsiteX0" fmla="*/ 1397220 w 1397220"/>
                <a:gd name="connsiteY0" fmla="*/ 66113 h 936949"/>
                <a:gd name="connsiteX1" fmla="*/ 1150176 w 1397220"/>
                <a:gd name="connsiteY1" fmla="*/ 64143 h 936949"/>
                <a:gd name="connsiteX2" fmla="*/ 0 w 1397220"/>
                <a:gd name="connsiteY2" fmla="*/ 936949 h 936949"/>
                <a:gd name="connsiteX0" fmla="*/ 3601801 w 3601801"/>
                <a:gd name="connsiteY0" fmla="*/ 0 h 1760184"/>
                <a:gd name="connsiteX1" fmla="*/ 1150176 w 3601801"/>
                <a:gd name="connsiteY1" fmla="*/ 887378 h 1760184"/>
                <a:gd name="connsiteX2" fmla="*/ 0 w 3601801"/>
                <a:gd name="connsiteY2" fmla="*/ 1760184 h 1760184"/>
                <a:gd name="connsiteX0" fmla="*/ 2476124 w 2476124"/>
                <a:gd name="connsiteY0" fmla="*/ 1011918 h 1916624"/>
                <a:gd name="connsiteX1" fmla="*/ 24499 w 2476124"/>
                <a:gd name="connsiteY1" fmla="*/ 1899296 h 1916624"/>
                <a:gd name="connsiteX2" fmla="*/ 1028800 w 2476124"/>
                <a:gd name="connsiteY2" fmla="*/ 28902 h 1916624"/>
                <a:gd name="connsiteX0" fmla="*/ 1447324 w 1447324"/>
                <a:gd name="connsiteY0" fmla="*/ 1044178 h 1044178"/>
                <a:gd name="connsiteX1" fmla="*/ 248301 w 1447324"/>
                <a:gd name="connsiteY1" fmla="*/ 766635 h 1044178"/>
                <a:gd name="connsiteX2" fmla="*/ 0 w 1447324"/>
                <a:gd name="connsiteY2" fmla="*/ 61162 h 1044178"/>
                <a:gd name="connsiteX0" fmla="*/ 1447324 w 1447324"/>
                <a:gd name="connsiteY0" fmla="*/ 983016 h 983016"/>
                <a:gd name="connsiteX1" fmla="*/ 248301 w 1447324"/>
                <a:gd name="connsiteY1" fmla="*/ 705473 h 983016"/>
                <a:gd name="connsiteX2" fmla="*/ 0 w 1447324"/>
                <a:gd name="connsiteY2" fmla="*/ 0 h 983016"/>
                <a:gd name="connsiteX0" fmla="*/ 1309538 w 1309538"/>
                <a:gd name="connsiteY0" fmla="*/ 1208485 h 1208485"/>
                <a:gd name="connsiteX1" fmla="*/ 110515 w 1309538"/>
                <a:gd name="connsiteY1" fmla="*/ 930942 h 1208485"/>
                <a:gd name="connsiteX2" fmla="*/ 0 w 1309538"/>
                <a:gd name="connsiteY2" fmla="*/ 0 h 1208485"/>
                <a:gd name="connsiteX0" fmla="*/ 1522481 w 1522481"/>
                <a:gd name="connsiteY0" fmla="*/ 782600 h 965633"/>
                <a:gd name="connsiteX1" fmla="*/ 110515 w 1522481"/>
                <a:gd name="connsiteY1" fmla="*/ 930942 h 965633"/>
                <a:gd name="connsiteX2" fmla="*/ 0 w 1522481"/>
                <a:gd name="connsiteY2" fmla="*/ 0 h 965633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1522481 w 1522481"/>
                <a:gd name="connsiteY0" fmla="*/ 782600 h 782600"/>
                <a:gd name="connsiteX1" fmla="*/ 0 w 1522481"/>
                <a:gd name="connsiteY1" fmla="*/ 0 h 782600"/>
                <a:gd name="connsiteX0" fmla="*/ 683237 w 709227"/>
                <a:gd name="connsiteY0" fmla="*/ 732495 h 732495"/>
                <a:gd name="connsiteX1" fmla="*/ 0 w 709227"/>
                <a:gd name="connsiteY1" fmla="*/ 0 h 732495"/>
                <a:gd name="connsiteX0" fmla="*/ 3789692 w 3789692"/>
                <a:gd name="connsiteY0" fmla="*/ 25827 h 4094882"/>
                <a:gd name="connsiteX1" fmla="*/ 0 w 3789692"/>
                <a:gd name="connsiteY1" fmla="*/ 4090800 h 4094882"/>
                <a:gd name="connsiteX0" fmla="*/ 3789692 w 3789692"/>
                <a:gd name="connsiteY0" fmla="*/ 0 h 4071189"/>
                <a:gd name="connsiteX1" fmla="*/ 0 w 3789692"/>
                <a:gd name="connsiteY1" fmla="*/ 4064973 h 4071189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3789692 w 3789692"/>
                <a:gd name="connsiteY0" fmla="*/ 0 h 4064973"/>
                <a:gd name="connsiteX1" fmla="*/ 0 w 3789692"/>
                <a:gd name="connsiteY1" fmla="*/ 4064973 h 4064973"/>
                <a:gd name="connsiteX0" fmla="*/ 1610163 w 1610163"/>
                <a:gd name="connsiteY0" fmla="*/ 0 h 2135965"/>
                <a:gd name="connsiteX1" fmla="*/ 0 w 1610163"/>
                <a:gd name="connsiteY1" fmla="*/ 2135965 h 2135965"/>
                <a:gd name="connsiteX0" fmla="*/ 1597637 w 1597637"/>
                <a:gd name="connsiteY0" fmla="*/ 0 h 2010705"/>
                <a:gd name="connsiteX1" fmla="*/ 0 w 1597637"/>
                <a:gd name="connsiteY1" fmla="*/ 2010705 h 2010705"/>
                <a:gd name="connsiteX0" fmla="*/ 1597637 w 1597637"/>
                <a:gd name="connsiteY0" fmla="*/ 272970 h 2283675"/>
                <a:gd name="connsiteX1" fmla="*/ 0 w 1597637"/>
                <a:gd name="connsiteY1" fmla="*/ 2283675 h 2283675"/>
                <a:gd name="connsiteX0" fmla="*/ 1810579 w 1810579"/>
                <a:gd name="connsiteY0" fmla="*/ 285488 h 2170933"/>
                <a:gd name="connsiteX1" fmla="*/ 0 w 1810579"/>
                <a:gd name="connsiteY1" fmla="*/ 2170933 h 2170933"/>
                <a:gd name="connsiteX0" fmla="*/ 1958486 w 1958486"/>
                <a:gd name="connsiteY0" fmla="*/ 314258 h 2199703"/>
                <a:gd name="connsiteX1" fmla="*/ 147907 w 1958486"/>
                <a:gd name="connsiteY1" fmla="*/ 2199703 h 2199703"/>
                <a:gd name="connsiteX0" fmla="*/ 1900047 w 1900047"/>
                <a:gd name="connsiteY0" fmla="*/ 344614 h 2004590"/>
                <a:gd name="connsiteX1" fmla="*/ 164624 w 1900047"/>
                <a:gd name="connsiteY1" fmla="*/ 2004590 h 2004590"/>
                <a:gd name="connsiteX0" fmla="*/ 1779580 w 1779580"/>
                <a:gd name="connsiteY0" fmla="*/ 583707 h 2243683"/>
                <a:gd name="connsiteX1" fmla="*/ 44157 w 1779580"/>
                <a:gd name="connsiteY1" fmla="*/ 2243683 h 2243683"/>
                <a:gd name="connsiteX0" fmla="*/ 1800623 w 1800623"/>
                <a:gd name="connsiteY0" fmla="*/ 667566 h 2327542"/>
                <a:gd name="connsiteX1" fmla="*/ 65200 w 1800623"/>
                <a:gd name="connsiteY1" fmla="*/ 2327542 h 2327542"/>
                <a:gd name="connsiteX0" fmla="*/ 1776742 w 1776742"/>
                <a:gd name="connsiteY0" fmla="*/ 619387 h 2517358"/>
                <a:gd name="connsiteX1" fmla="*/ 66371 w 1776742"/>
                <a:gd name="connsiteY1" fmla="*/ 2517358 h 2517358"/>
                <a:gd name="connsiteX0" fmla="*/ 1764899 w 1764899"/>
                <a:gd name="connsiteY0" fmla="*/ 354807 h 2252778"/>
                <a:gd name="connsiteX1" fmla="*/ 54528 w 1764899"/>
                <a:gd name="connsiteY1" fmla="*/ 2252778 h 2252778"/>
                <a:gd name="connsiteX0" fmla="*/ 1847238 w 1847238"/>
                <a:gd name="connsiteY0" fmla="*/ 364189 h 2262160"/>
                <a:gd name="connsiteX1" fmla="*/ 136867 w 1847238"/>
                <a:gd name="connsiteY1" fmla="*/ 2262160 h 2262160"/>
                <a:gd name="connsiteX0" fmla="*/ 1800387 w 1800387"/>
                <a:gd name="connsiteY0" fmla="*/ 366339 h 2251784"/>
                <a:gd name="connsiteX1" fmla="*/ 140120 w 1800387"/>
                <a:gd name="connsiteY1" fmla="*/ 2251784 h 2251784"/>
                <a:gd name="connsiteX0" fmla="*/ 1050614 w 1050614"/>
                <a:gd name="connsiteY0" fmla="*/ 272681 h 2859583"/>
                <a:gd name="connsiteX1" fmla="*/ 229591 w 1050614"/>
                <a:gd name="connsiteY1" fmla="*/ 2859583 h 2859583"/>
                <a:gd name="connsiteX0" fmla="*/ 1045053 w 1045053"/>
                <a:gd name="connsiteY0" fmla="*/ 497 h 2587399"/>
                <a:gd name="connsiteX1" fmla="*/ 224030 w 1045053"/>
                <a:gd name="connsiteY1" fmla="*/ 2587399 h 2587399"/>
                <a:gd name="connsiteX0" fmla="*/ 354295 w 648088"/>
                <a:gd name="connsiteY0" fmla="*/ 341 h 2950498"/>
                <a:gd name="connsiteX1" fmla="*/ 648088 w 648088"/>
                <a:gd name="connsiteY1" fmla="*/ 2950498 h 2950498"/>
                <a:gd name="connsiteX0" fmla="*/ 404747 w 560754"/>
                <a:gd name="connsiteY0" fmla="*/ 1015 h 2174558"/>
                <a:gd name="connsiteX1" fmla="*/ 560754 w 560754"/>
                <a:gd name="connsiteY1" fmla="*/ 2174558 h 2174558"/>
                <a:gd name="connsiteX0" fmla="*/ 150997 w 307004"/>
                <a:gd name="connsiteY0" fmla="*/ 0 h 2173543"/>
                <a:gd name="connsiteX1" fmla="*/ 307004 w 307004"/>
                <a:gd name="connsiteY1" fmla="*/ 2173543 h 2173543"/>
                <a:gd name="connsiteX0" fmla="*/ 0 w 156007"/>
                <a:gd name="connsiteY0" fmla="*/ 0 h 2173543"/>
                <a:gd name="connsiteX1" fmla="*/ 156007 w 156007"/>
                <a:gd name="connsiteY1" fmla="*/ 2173543 h 2173543"/>
                <a:gd name="connsiteX0" fmla="*/ 0 w 171910"/>
                <a:gd name="connsiteY0" fmla="*/ 0 h 2253056"/>
                <a:gd name="connsiteX1" fmla="*/ 171910 w 171910"/>
                <a:gd name="connsiteY1" fmla="*/ 2253056 h 2253056"/>
                <a:gd name="connsiteX0" fmla="*/ 0 w 171910"/>
                <a:gd name="connsiteY0" fmla="*/ 0 h 2197397"/>
                <a:gd name="connsiteX1" fmla="*/ 171910 w 171910"/>
                <a:gd name="connsiteY1" fmla="*/ 2197397 h 2197397"/>
                <a:gd name="connsiteX0" fmla="*/ 0 w 163959"/>
                <a:gd name="connsiteY0" fmla="*/ 0 h 2245104"/>
                <a:gd name="connsiteX1" fmla="*/ 163959 w 163959"/>
                <a:gd name="connsiteY1" fmla="*/ 2245104 h 2245104"/>
                <a:gd name="connsiteX0" fmla="*/ 0 w 171910"/>
                <a:gd name="connsiteY0" fmla="*/ 0 h 2205347"/>
                <a:gd name="connsiteX1" fmla="*/ 171910 w 171910"/>
                <a:gd name="connsiteY1" fmla="*/ 2205347 h 2205347"/>
                <a:gd name="connsiteX0" fmla="*/ 0 w 163959"/>
                <a:gd name="connsiteY0" fmla="*/ 0 h 2253055"/>
                <a:gd name="connsiteX1" fmla="*/ 163959 w 163959"/>
                <a:gd name="connsiteY1" fmla="*/ 2253055 h 2253055"/>
                <a:gd name="connsiteX0" fmla="*/ 0 w 195764"/>
                <a:gd name="connsiteY0" fmla="*/ 0 h 2261007"/>
                <a:gd name="connsiteX1" fmla="*/ 195764 w 195764"/>
                <a:gd name="connsiteY1" fmla="*/ 2261007 h 2261007"/>
                <a:gd name="connsiteX0" fmla="*/ 0 w 171910"/>
                <a:gd name="connsiteY0" fmla="*/ 0 h 2237153"/>
                <a:gd name="connsiteX1" fmla="*/ 171910 w 171910"/>
                <a:gd name="connsiteY1" fmla="*/ 2237153 h 2237153"/>
                <a:gd name="connsiteX0" fmla="*/ 0 w 134434"/>
                <a:gd name="connsiteY0" fmla="*/ 0 h 2229658"/>
                <a:gd name="connsiteX1" fmla="*/ 134434 w 134434"/>
                <a:gd name="connsiteY1" fmla="*/ 2229658 h 2229658"/>
                <a:gd name="connsiteX0" fmla="*/ 0 w 134434"/>
                <a:gd name="connsiteY0" fmla="*/ 0 h 2229658"/>
                <a:gd name="connsiteX1" fmla="*/ 134434 w 134434"/>
                <a:gd name="connsiteY1" fmla="*/ 2229658 h 2229658"/>
                <a:gd name="connsiteX0" fmla="*/ 0 w 134434"/>
                <a:gd name="connsiteY0" fmla="*/ 0 h 2229658"/>
                <a:gd name="connsiteX1" fmla="*/ 134434 w 134434"/>
                <a:gd name="connsiteY1" fmla="*/ 2229658 h 2229658"/>
                <a:gd name="connsiteX0" fmla="*/ 0 w 209385"/>
                <a:gd name="connsiteY0" fmla="*/ 0 h 2222163"/>
                <a:gd name="connsiteX1" fmla="*/ 209385 w 209385"/>
                <a:gd name="connsiteY1" fmla="*/ 2222163 h 2222163"/>
                <a:gd name="connsiteX0" fmla="*/ 3950 w 213335"/>
                <a:gd name="connsiteY0" fmla="*/ 0 h 2222163"/>
                <a:gd name="connsiteX1" fmla="*/ 213335 w 213335"/>
                <a:gd name="connsiteY1" fmla="*/ 2222163 h 2222163"/>
                <a:gd name="connsiteX0" fmla="*/ 11915 w 221300"/>
                <a:gd name="connsiteY0" fmla="*/ 0 h 2222163"/>
                <a:gd name="connsiteX1" fmla="*/ 221300 w 221300"/>
                <a:gd name="connsiteY1" fmla="*/ 2222163 h 2222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300" h="2222163">
                  <a:moveTo>
                    <a:pt x="11915" y="0"/>
                  </a:moveTo>
                  <a:cubicBezTo>
                    <a:pt x="-6859" y="1159503"/>
                    <a:pt x="-37143" y="919433"/>
                    <a:pt x="221300" y="2222163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/>
            </a:p>
          </p:txBody>
        </p:sp>
        <p:cxnSp>
          <p:nvCxnSpPr>
            <p:cNvPr id="1117" name="直线箭头连接符 1116">
              <a:extLst>
                <a:ext uri="{FF2B5EF4-FFF2-40B4-BE49-F238E27FC236}">
                  <a16:creationId xmlns:a16="http://schemas.microsoft.com/office/drawing/2014/main" id="{A50C0392-DE37-D555-EAC5-68F1160225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5229" y="4425194"/>
              <a:ext cx="542154" cy="103792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8" name="文本框 1117">
                  <a:extLst>
                    <a:ext uri="{FF2B5EF4-FFF2-40B4-BE49-F238E27FC236}">
                      <a16:creationId xmlns:a16="http://schemas.microsoft.com/office/drawing/2014/main" id="{D0D28123-AF80-B8D4-A659-65BDEC0B2ACF}"/>
                    </a:ext>
                  </a:extLst>
                </p:cNvPr>
                <p:cNvSpPr txBox="1"/>
                <p:nvPr/>
              </p:nvSpPr>
              <p:spPr>
                <a:xfrm>
                  <a:off x="7777739" y="4548941"/>
                  <a:ext cx="430815" cy="4901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C377EF61-6DE7-75E1-E2F0-B12DE063E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7739" y="4548941"/>
                  <a:ext cx="430815" cy="490199"/>
                </a:xfrm>
                <a:prstGeom prst="rect">
                  <a:avLst/>
                </a:prstGeom>
                <a:blipFill>
                  <a:blip r:embed="rId9"/>
                  <a:stretch>
                    <a:fillRect l="-2857" r="-2857" b="-102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文本框 1118">
                  <a:extLst>
                    <a:ext uri="{FF2B5EF4-FFF2-40B4-BE49-F238E27FC236}">
                      <a16:creationId xmlns:a16="http://schemas.microsoft.com/office/drawing/2014/main" id="{9BDA9474-333D-C8C1-8EA7-428E29C7B3BA}"/>
                    </a:ext>
                  </a:extLst>
                </p:cNvPr>
                <p:cNvSpPr txBox="1"/>
                <p:nvPr/>
              </p:nvSpPr>
              <p:spPr>
                <a:xfrm>
                  <a:off x="8393103" y="3614699"/>
                  <a:ext cx="430815" cy="4901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F669FCD5-4E4B-54B3-E171-49AE4EB85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3103" y="3614699"/>
                  <a:ext cx="430815" cy="490199"/>
                </a:xfrm>
                <a:prstGeom prst="rect">
                  <a:avLst/>
                </a:prstGeom>
                <a:blipFill>
                  <a:blip r:embed="rId10"/>
                  <a:stretch>
                    <a:fillRect r="-20000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0" name="文本框 1119">
                  <a:extLst>
                    <a:ext uri="{FF2B5EF4-FFF2-40B4-BE49-F238E27FC236}">
                      <a16:creationId xmlns:a16="http://schemas.microsoft.com/office/drawing/2014/main" id="{65C931C7-BDBF-896F-D753-F3285914C6D3}"/>
                    </a:ext>
                  </a:extLst>
                </p:cNvPr>
                <p:cNvSpPr txBox="1"/>
                <p:nvPr/>
              </p:nvSpPr>
              <p:spPr>
                <a:xfrm>
                  <a:off x="8676761" y="2302365"/>
                  <a:ext cx="430815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CA1624A9-600F-A041-D699-3452EFA79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761" y="2302365"/>
                  <a:ext cx="430815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857" r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1" name="弧 1120">
              <a:extLst>
                <a:ext uri="{FF2B5EF4-FFF2-40B4-BE49-F238E27FC236}">
                  <a16:creationId xmlns:a16="http://schemas.microsoft.com/office/drawing/2014/main" id="{AC5588D9-537C-994E-14DC-3731482B8490}"/>
                </a:ext>
              </a:extLst>
            </p:cNvPr>
            <p:cNvSpPr/>
            <p:nvPr/>
          </p:nvSpPr>
          <p:spPr>
            <a:xfrm rot="5887002">
              <a:off x="8334461" y="2767708"/>
              <a:ext cx="693119" cy="693119"/>
            </a:xfrm>
            <a:prstGeom prst="arc">
              <a:avLst>
                <a:gd name="adj1" fmla="val 17777546"/>
                <a:gd name="adj2" fmla="val 2158045"/>
              </a:avLst>
            </a:prstGeom>
            <a:ln w="63500">
              <a:solidFill>
                <a:schemeClr val="accent4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 useBgFill="1">
              <p:nvSpPr>
                <p:cNvPr id="1122" name="文本框 1121">
                  <a:extLst>
                    <a:ext uri="{FF2B5EF4-FFF2-40B4-BE49-F238E27FC236}">
                      <a16:creationId xmlns:a16="http://schemas.microsoft.com/office/drawing/2014/main" id="{7935729E-3AE9-9FA7-41AC-420EA2B90E0F}"/>
                    </a:ext>
                  </a:extLst>
                </p:cNvPr>
                <p:cNvSpPr txBox="1"/>
                <p:nvPr/>
              </p:nvSpPr>
              <p:spPr>
                <a:xfrm>
                  <a:off x="9514907" y="3252957"/>
                  <a:ext cx="430815" cy="461665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 useBgFill="1"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108B8596-6F81-5BD1-C5E1-7C7E71146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4907" y="3252957"/>
                  <a:ext cx="43081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3" name="文本框 1122">
                  <a:extLst>
                    <a:ext uri="{FF2B5EF4-FFF2-40B4-BE49-F238E27FC236}">
                      <a16:creationId xmlns:a16="http://schemas.microsoft.com/office/drawing/2014/main" id="{1A451CBD-3BFA-9ACA-C4AE-2915FCB4130A}"/>
                    </a:ext>
                  </a:extLst>
                </p:cNvPr>
                <p:cNvSpPr txBox="1"/>
                <p:nvPr/>
              </p:nvSpPr>
              <p:spPr>
                <a:xfrm>
                  <a:off x="8711124" y="1404324"/>
                  <a:ext cx="3425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A77E227A-B16C-AFDF-09F0-5A3EC69B8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1124" y="1404324"/>
                  <a:ext cx="342537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0714" r="-25000" b="-189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4" name="直线箭头连接符 1123">
              <a:extLst>
                <a:ext uri="{FF2B5EF4-FFF2-40B4-BE49-F238E27FC236}">
                  <a16:creationId xmlns:a16="http://schemas.microsoft.com/office/drawing/2014/main" id="{159351B1-3130-9EF9-2358-1EAE6790D400}"/>
                </a:ext>
              </a:extLst>
            </p:cNvPr>
            <p:cNvCxnSpPr>
              <a:cxnSpLocks/>
            </p:cNvCxnSpPr>
            <p:nvPr/>
          </p:nvCxnSpPr>
          <p:spPr>
            <a:xfrm>
              <a:off x="8789807" y="3266238"/>
              <a:ext cx="650761" cy="134688"/>
            </a:xfrm>
            <a:prstGeom prst="straightConnector1">
              <a:avLst/>
            </a:prstGeom>
            <a:ln w="63500">
              <a:solidFill>
                <a:schemeClr val="accent4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5" name="弧 1124">
              <a:extLst>
                <a:ext uri="{FF2B5EF4-FFF2-40B4-BE49-F238E27FC236}">
                  <a16:creationId xmlns:a16="http://schemas.microsoft.com/office/drawing/2014/main" id="{179B1C00-BF73-1385-74D8-279C0E8E07A3}"/>
                </a:ext>
              </a:extLst>
            </p:cNvPr>
            <p:cNvSpPr/>
            <p:nvPr/>
          </p:nvSpPr>
          <p:spPr>
            <a:xfrm rot="14187433">
              <a:off x="8382688" y="2781211"/>
              <a:ext cx="693119" cy="693119"/>
            </a:xfrm>
            <a:prstGeom prst="arc">
              <a:avLst>
                <a:gd name="adj1" fmla="val 17777546"/>
                <a:gd name="adj2" fmla="val 2158045"/>
              </a:avLst>
            </a:prstGeom>
            <a:ln w="63500">
              <a:solidFill>
                <a:schemeClr val="accent4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26" name="直线箭头连接符 1125">
              <a:extLst>
                <a:ext uri="{FF2B5EF4-FFF2-40B4-BE49-F238E27FC236}">
                  <a16:creationId xmlns:a16="http://schemas.microsoft.com/office/drawing/2014/main" id="{B33972FD-049A-5990-C054-83811F108B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7576" y="1694459"/>
              <a:ext cx="542154" cy="103792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" name="文本框 1126">
            <a:extLst>
              <a:ext uri="{FF2B5EF4-FFF2-40B4-BE49-F238E27FC236}">
                <a16:creationId xmlns:a16="http://schemas.microsoft.com/office/drawing/2014/main" id="{3C8093A2-E64D-504D-F766-DFD21A4F24DB}"/>
              </a:ext>
            </a:extLst>
          </p:cNvPr>
          <p:cNvSpPr txBox="1"/>
          <p:nvPr/>
        </p:nvSpPr>
        <p:spPr>
          <a:xfrm>
            <a:off x="5706951" y="6279703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(a)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8" name="文本框 1127">
            <a:extLst>
              <a:ext uri="{FF2B5EF4-FFF2-40B4-BE49-F238E27FC236}">
                <a16:creationId xmlns:a16="http://schemas.microsoft.com/office/drawing/2014/main" id="{036FCF69-668F-36F9-4E5D-24E57DA90DB4}"/>
              </a:ext>
            </a:extLst>
          </p:cNvPr>
          <p:cNvSpPr txBox="1"/>
          <p:nvPr/>
        </p:nvSpPr>
        <p:spPr>
          <a:xfrm>
            <a:off x="7828828" y="6268738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(b)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9" name="文本框 1128">
            <a:extLst>
              <a:ext uri="{FF2B5EF4-FFF2-40B4-BE49-F238E27FC236}">
                <a16:creationId xmlns:a16="http://schemas.microsoft.com/office/drawing/2014/main" id="{FAAC75F4-04CD-4852-5A04-816E6533270E}"/>
              </a:ext>
            </a:extLst>
          </p:cNvPr>
          <p:cNvSpPr txBox="1"/>
          <p:nvPr/>
        </p:nvSpPr>
        <p:spPr>
          <a:xfrm>
            <a:off x="10061319" y="6261073"/>
            <a:ext cx="543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(c)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0" name="文本框 1129">
                <a:extLst>
                  <a:ext uri="{FF2B5EF4-FFF2-40B4-BE49-F238E27FC236}">
                    <a16:creationId xmlns:a16="http://schemas.microsoft.com/office/drawing/2014/main" id="{E4BCB3F3-D820-2C70-CDFC-89666B8E6C44}"/>
                  </a:ext>
                </a:extLst>
              </p:cNvPr>
              <p:cNvSpPr txBox="1"/>
              <p:nvPr/>
            </p:nvSpPr>
            <p:spPr>
              <a:xfrm>
                <a:off x="872532" y="2431313"/>
                <a:ext cx="3206450" cy="505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侧向力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重心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距离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0" name="文本框 1129">
                <a:extLst>
                  <a:ext uri="{FF2B5EF4-FFF2-40B4-BE49-F238E27FC236}">
                    <a16:creationId xmlns:a16="http://schemas.microsoft.com/office/drawing/2014/main" id="{E4BCB3F3-D820-2C70-CDFC-89666B8E6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32" y="2431313"/>
                <a:ext cx="3206450" cy="505779"/>
              </a:xfrm>
              <a:prstGeom prst="rect">
                <a:avLst/>
              </a:prstGeom>
              <a:blipFill>
                <a:blip r:embed="rId14"/>
                <a:stretch>
                  <a:fillRect l="-394" r="-2362"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98FE38AF-F7E5-E23B-2C80-756A36F37E17}"/>
                  </a:ext>
                </a:extLst>
              </p:cNvPr>
              <p:cNvSpPr txBox="1"/>
              <p:nvPr/>
            </p:nvSpPr>
            <p:spPr>
              <a:xfrm>
                <a:off x="933462" y="1196752"/>
                <a:ext cx="2156090" cy="505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船舵侧向力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98FE38AF-F7E5-E23B-2C80-756A36F37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62" y="1196752"/>
                <a:ext cx="2156090" cy="505779"/>
              </a:xfrm>
              <a:prstGeom prst="rect">
                <a:avLst/>
              </a:prstGeom>
              <a:blipFill>
                <a:blip r:embed="rId15"/>
                <a:stretch>
                  <a:fillRect l="-585" r="-8187"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5921B480-5A13-6251-81FC-944A0044DF3A}"/>
                  </a:ext>
                </a:extLst>
              </p:cNvPr>
              <p:cNvSpPr txBox="1"/>
              <p:nvPr/>
            </p:nvSpPr>
            <p:spPr>
              <a:xfrm>
                <a:off x="812268" y="1861817"/>
                <a:ext cx="2156090" cy="46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船舶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重心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5921B480-5A13-6251-81FC-944A0044D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68" y="1861817"/>
                <a:ext cx="2156090" cy="461986"/>
              </a:xfrm>
              <a:prstGeom prst="rect">
                <a:avLst/>
              </a:prstGeom>
              <a:blipFill>
                <a:blip r:embed="rId1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C268E891-E34D-BE08-6D68-33941F93063B}"/>
                  </a:ext>
                </a:extLst>
              </p:cNvPr>
              <p:cNvSpPr txBox="1"/>
              <p:nvPr/>
            </p:nvSpPr>
            <p:spPr>
              <a:xfrm>
                <a:off x="731587" y="3067438"/>
                <a:ext cx="2111800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舵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偏角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C268E891-E34D-BE08-6D68-33941F93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87" y="3067438"/>
                <a:ext cx="2111800" cy="464101"/>
              </a:xfrm>
              <a:prstGeom prst="rect">
                <a:avLst/>
              </a:prstGeom>
              <a:blipFill>
                <a:blip r:embed="rId17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4" name="文本框 1133">
                <a:extLst>
                  <a:ext uri="{FF2B5EF4-FFF2-40B4-BE49-F238E27FC236}">
                    <a16:creationId xmlns:a16="http://schemas.microsoft.com/office/drawing/2014/main" id="{E86A6278-0EBB-BB4F-C4C8-2BDD32D587DA}"/>
                  </a:ext>
                </a:extLst>
              </p:cNvPr>
              <p:cNvSpPr txBox="1"/>
              <p:nvPr/>
            </p:nvSpPr>
            <p:spPr>
              <a:xfrm>
                <a:off x="650055" y="3625122"/>
                <a:ext cx="2111800" cy="50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舵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力矩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4" name="文本框 1133">
                <a:extLst>
                  <a:ext uri="{FF2B5EF4-FFF2-40B4-BE49-F238E27FC236}">
                    <a16:creationId xmlns:a16="http://schemas.microsoft.com/office/drawing/2014/main" id="{E86A6278-0EBB-BB4F-C4C8-2BDD32D58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55" y="3625122"/>
                <a:ext cx="2111800" cy="506101"/>
              </a:xfrm>
              <a:prstGeom prst="rect">
                <a:avLst/>
              </a:prstGeom>
              <a:blipFill>
                <a:blip r:embed="rId18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7A7D99BB-4D3E-94C8-F0B2-7C7628FFB397}"/>
                  </a:ext>
                </a:extLst>
              </p:cNvPr>
              <p:cNvSpPr txBox="1"/>
              <p:nvPr/>
            </p:nvSpPr>
            <p:spPr>
              <a:xfrm>
                <a:off x="874310" y="4256452"/>
                <a:ext cx="2762801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船舶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水流漂角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7A7D99BB-4D3E-94C8-F0B2-7C7628FFB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10" y="4256452"/>
                <a:ext cx="2762801" cy="464101"/>
              </a:xfrm>
              <a:prstGeom prst="rect">
                <a:avLst/>
              </a:prstGeom>
              <a:blipFill>
                <a:blip r:embed="rId19"/>
                <a:stretch>
                  <a:fillRect l="-1826" r="-3653"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7" name="文本框 1136">
                <a:extLst>
                  <a:ext uri="{FF2B5EF4-FFF2-40B4-BE49-F238E27FC236}">
                    <a16:creationId xmlns:a16="http://schemas.microsoft.com/office/drawing/2014/main" id="{956030FC-A245-61AC-7211-134485F42EA8}"/>
                  </a:ext>
                </a:extLst>
              </p:cNvPr>
              <p:cNvSpPr txBox="1"/>
              <p:nvPr/>
            </p:nvSpPr>
            <p:spPr>
              <a:xfrm>
                <a:off x="790515" y="4887316"/>
                <a:ext cx="2762801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绕重心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角速度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7" name="文本框 1136">
                <a:extLst>
                  <a:ext uri="{FF2B5EF4-FFF2-40B4-BE49-F238E27FC236}">
                    <a16:creationId xmlns:a16="http://schemas.microsoft.com/office/drawing/2014/main" id="{956030FC-A245-61AC-7211-134485F42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15" y="4887316"/>
                <a:ext cx="2762801" cy="464101"/>
              </a:xfrm>
              <a:prstGeom prst="rect">
                <a:avLst/>
              </a:prstGeom>
              <a:blipFill>
                <a:blip r:embed="rId20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8" name="文本框 1137">
                <a:extLst>
                  <a:ext uri="{FF2B5EF4-FFF2-40B4-BE49-F238E27FC236}">
                    <a16:creationId xmlns:a16="http://schemas.microsoft.com/office/drawing/2014/main" id="{B0579240-876A-1CD5-4029-6A007AECF9E9}"/>
                  </a:ext>
                </a:extLst>
              </p:cNvPr>
              <p:cNvSpPr txBox="1"/>
              <p:nvPr/>
            </p:nvSpPr>
            <p:spPr>
              <a:xfrm>
                <a:off x="925500" y="5452050"/>
                <a:ext cx="2156090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船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体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侧向力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8" name="文本框 1137">
                <a:extLst>
                  <a:ext uri="{FF2B5EF4-FFF2-40B4-BE49-F238E27FC236}">
                    <a16:creationId xmlns:a16="http://schemas.microsoft.com/office/drawing/2014/main" id="{B0579240-876A-1CD5-4029-6A007AECF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00" y="5452050"/>
                <a:ext cx="2156090" cy="464101"/>
              </a:xfrm>
              <a:prstGeom prst="rect">
                <a:avLst/>
              </a:prstGeom>
              <a:blipFill>
                <a:blip r:embed="rId21"/>
                <a:stretch>
                  <a:fillRect r="-7602" b="-13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0DAEEB11-03E9-681E-954C-464F205EA3EE}"/>
                  </a:ext>
                </a:extLst>
              </p:cNvPr>
              <p:cNvSpPr txBox="1"/>
              <p:nvPr/>
            </p:nvSpPr>
            <p:spPr>
              <a:xfrm>
                <a:off x="805346" y="6061996"/>
                <a:ext cx="2111800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船体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力矩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0DAEEB11-03E9-681E-954C-464F205EA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46" y="6061996"/>
                <a:ext cx="2111800" cy="464101"/>
              </a:xfrm>
              <a:prstGeom prst="rect">
                <a:avLst/>
              </a:prstGeom>
              <a:blipFill>
                <a:blip r:embed="rId22"/>
                <a:stretch>
                  <a:fillRect r="-599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316391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</a:t>
            </a:r>
            <a:r>
              <a:rPr lang="en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Davidson-Schiff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0" name="文本框 1129">
                <a:extLst>
                  <a:ext uri="{FF2B5EF4-FFF2-40B4-BE49-F238E27FC236}">
                    <a16:creationId xmlns:a16="http://schemas.microsoft.com/office/drawing/2014/main" id="{E4BCB3F3-D820-2C70-CDFC-89666B8E6C44}"/>
                  </a:ext>
                </a:extLst>
              </p:cNvPr>
              <p:cNvSpPr txBox="1"/>
              <p:nvPr/>
            </p:nvSpPr>
            <p:spPr>
              <a:xfrm>
                <a:off x="872532" y="2431313"/>
                <a:ext cx="3206450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zh-CN" altLang="en-US" sz="2400" b="0" i="1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横荡</m:t>
                    </m:r>
                  </m:oMath>
                </a14:m>
                <a:r>
                  <a:rPr kumimoji="1" lang="zh-CN" altLang="en-US" sz="2400" dirty="0">
                    <a:latin typeface="+mn-ea"/>
                  </a:rPr>
                  <a:t>速度</a:t>
                </a:r>
              </a:p>
            </p:txBody>
          </p:sp>
        </mc:Choice>
        <mc:Fallback xmlns="">
          <p:sp>
            <p:nvSpPr>
              <p:cNvPr id="1130" name="文本框 1129">
                <a:extLst>
                  <a:ext uri="{FF2B5EF4-FFF2-40B4-BE49-F238E27FC236}">
                    <a16:creationId xmlns:a16="http://schemas.microsoft.com/office/drawing/2014/main" id="{E4BCB3F3-D820-2C70-CDFC-89666B8E6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32" y="2431313"/>
                <a:ext cx="3206450" cy="464101"/>
              </a:xfrm>
              <a:prstGeom prst="rect">
                <a:avLst/>
              </a:prstGeom>
              <a:blipFill>
                <a:blip r:embed="rId2"/>
                <a:stretch>
                  <a:fillRect t="-10526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98FE38AF-F7E5-E23B-2C80-756A36F37E17}"/>
                  </a:ext>
                </a:extLst>
              </p:cNvPr>
              <p:cNvSpPr txBox="1"/>
              <p:nvPr/>
            </p:nvSpPr>
            <p:spPr>
              <a:xfrm>
                <a:off x="511153" y="1122203"/>
                <a:ext cx="62637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𝑢𝑟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zh-CN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zh-CN" altLang="zh-CN" sz="2400" dirty="0"/>
              </a:p>
            </p:txBody>
          </p:sp>
        </mc:Choice>
        <mc:Fallback xmlns="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98FE38AF-F7E5-E23B-2C80-756A36F37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53" y="1122203"/>
                <a:ext cx="626379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5921B480-5A13-6251-81FC-944A0044DF3A}"/>
                  </a:ext>
                </a:extLst>
              </p:cNvPr>
              <p:cNvSpPr txBox="1"/>
              <p:nvPr/>
            </p:nvSpPr>
            <p:spPr>
              <a:xfrm>
                <a:off x="872532" y="2011001"/>
                <a:ext cx="2156090" cy="46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纵向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移动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速度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5921B480-5A13-6251-81FC-944A0044D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32" y="2011001"/>
                <a:ext cx="2156090" cy="461986"/>
              </a:xfrm>
              <a:prstGeom prst="rect">
                <a:avLst/>
              </a:prstGeom>
              <a:blipFill>
                <a:blip r:embed="rId4"/>
                <a:stretch>
                  <a:fillRect r="-18129" b="-13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C268E891-E34D-BE08-6D68-33941F93063B}"/>
                  </a:ext>
                </a:extLst>
              </p:cNvPr>
              <p:cNvSpPr txBox="1"/>
              <p:nvPr/>
            </p:nvSpPr>
            <p:spPr>
              <a:xfrm>
                <a:off x="709461" y="3247226"/>
                <a:ext cx="2111800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船体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质量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C268E891-E34D-BE08-6D68-33941F93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61" y="3247226"/>
                <a:ext cx="2111800" cy="464101"/>
              </a:xfrm>
              <a:prstGeom prst="rect">
                <a:avLst/>
              </a:prstGeom>
              <a:blipFill>
                <a:blip r:embed="rId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4" name="文本框 1133">
                <a:extLst>
                  <a:ext uri="{FF2B5EF4-FFF2-40B4-BE49-F238E27FC236}">
                    <a16:creationId xmlns:a16="http://schemas.microsoft.com/office/drawing/2014/main" id="{E86A6278-0EBB-BB4F-C4C8-2BDD32D587DA}"/>
                  </a:ext>
                </a:extLst>
              </p:cNvPr>
              <p:cNvSpPr txBox="1"/>
              <p:nvPr/>
            </p:nvSpPr>
            <p:spPr>
              <a:xfrm>
                <a:off x="805346" y="3718517"/>
                <a:ext cx="2111800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艏摇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转动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惯量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4" name="文本框 1133">
                <a:extLst>
                  <a:ext uri="{FF2B5EF4-FFF2-40B4-BE49-F238E27FC236}">
                    <a16:creationId xmlns:a16="http://schemas.microsoft.com/office/drawing/2014/main" id="{E86A6278-0EBB-BB4F-C4C8-2BDD32D58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46" y="3718517"/>
                <a:ext cx="2111800" cy="464101"/>
              </a:xfrm>
              <a:prstGeom prst="rect">
                <a:avLst/>
              </a:prstGeom>
              <a:blipFill>
                <a:blip r:embed="rId6"/>
                <a:stretch>
                  <a:fillRect l="-599" r="-22754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7A7D99BB-4D3E-94C8-F0B2-7C7628FFB397}"/>
                  </a:ext>
                </a:extLst>
              </p:cNvPr>
              <p:cNvSpPr txBox="1"/>
              <p:nvPr/>
            </p:nvSpPr>
            <p:spPr>
              <a:xfrm>
                <a:off x="805346" y="5314553"/>
                <a:ext cx="3018524" cy="466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kumimoji="1" lang="zh-CN" altLang="en-US" sz="2400" dirty="0">
                    <a:latin typeface="+mn-ea"/>
                  </a:rPr>
                  <a:t>：舵角</a:t>
                </a:r>
              </a:p>
            </p:txBody>
          </p:sp>
        </mc:Choice>
        <mc:Fallback xmlns=""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7A7D99BB-4D3E-94C8-F0B2-7C7628FFB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46" y="5314553"/>
                <a:ext cx="3018524" cy="466474"/>
              </a:xfrm>
              <a:prstGeom prst="rect">
                <a:avLst/>
              </a:prstGeom>
              <a:blipFill>
                <a:blip r:embed="rId7"/>
                <a:stretch>
                  <a:fillRect l="-840" t="-10526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7" name="文本框 1136">
                <a:extLst>
                  <a:ext uri="{FF2B5EF4-FFF2-40B4-BE49-F238E27FC236}">
                    <a16:creationId xmlns:a16="http://schemas.microsoft.com/office/drawing/2014/main" id="{956030FC-A245-61AC-7211-134485F42EA8}"/>
                  </a:ext>
                </a:extLst>
              </p:cNvPr>
              <p:cNvSpPr txBox="1"/>
              <p:nvPr/>
            </p:nvSpPr>
            <p:spPr>
              <a:xfrm>
                <a:off x="568479" y="2830542"/>
                <a:ext cx="2762801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艏摇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角速度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7" name="文本框 1136">
                <a:extLst>
                  <a:ext uri="{FF2B5EF4-FFF2-40B4-BE49-F238E27FC236}">
                    <a16:creationId xmlns:a16="http://schemas.microsoft.com/office/drawing/2014/main" id="{956030FC-A245-61AC-7211-134485F42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79" y="2830542"/>
                <a:ext cx="2762801" cy="464101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8" name="文本框 1137">
                <a:extLst>
                  <a:ext uri="{FF2B5EF4-FFF2-40B4-BE49-F238E27FC236}">
                    <a16:creationId xmlns:a16="http://schemas.microsoft.com/office/drawing/2014/main" id="{B0579240-876A-1CD5-4029-6A007AECF9E9}"/>
                  </a:ext>
                </a:extLst>
              </p:cNvPr>
              <p:cNvSpPr txBox="1"/>
              <p:nvPr/>
            </p:nvSpPr>
            <p:spPr>
              <a:xfrm>
                <a:off x="811218" y="4271458"/>
                <a:ext cx="2156090" cy="46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横荡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扰动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力</m:t>
                      </m:r>
                    </m:oMath>
                  </m:oMathPara>
                </a14:m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38" name="文本框 1137">
                <a:extLst>
                  <a:ext uri="{FF2B5EF4-FFF2-40B4-BE49-F238E27FC236}">
                    <a16:creationId xmlns:a16="http://schemas.microsoft.com/office/drawing/2014/main" id="{B0579240-876A-1CD5-4029-6A007AECF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18" y="4271458"/>
                <a:ext cx="2156090" cy="464101"/>
              </a:xfrm>
              <a:prstGeom prst="rect">
                <a:avLst/>
              </a:prstGeom>
              <a:blipFill>
                <a:blip r:embed="rId9"/>
                <a:stretch>
                  <a:fillRect l="-585" r="-9357" b="-13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0DAEEB11-03E9-681E-954C-464F205EA3EE}"/>
                  </a:ext>
                </a:extLst>
              </p:cNvPr>
              <p:cNvSpPr txBox="1"/>
              <p:nvPr/>
            </p:nvSpPr>
            <p:spPr>
              <a:xfrm>
                <a:off x="745118" y="4823982"/>
                <a:ext cx="27627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kumimoji="1" lang="zh-CN" altLang="en-US" sz="2400" b="0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kumimoji="1" lang="zh-CN" altLang="en-US" sz="2400" dirty="0">
                    <a:latin typeface="+mn-ea"/>
                  </a:rPr>
                  <a:t>艏摇扰动力矩</a:t>
                </a:r>
              </a:p>
            </p:txBody>
          </p:sp>
        </mc:Choice>
        <mc:Fallback xmlns=""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0DAEEB11-03E9-681E-954C-464F205EA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18" y="4823982"/>
                <a:ext cx="2762797" cy="461665"/>
              </a:xfrm>
              <a:prstGeom prst="rect">
                <a:avLst/>
              </a:prstGeom>
              <a:blipFill>
                <a:blip r:embed="rId10"/>
                <a:stretch>
                  <a:fillRect l="-459" t="-10526" r="-459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29A7E31-C9A3-3823-905C-2CF51A1818C1}"/>
              </a:ext>
            </a:extLst>
          </p:cNvPr>
          <p:cNvCxnSpPr>
            <a:cxnSpLocks/>
          </p:cNvCxnSpPr>
          <p:nvPr/>
        </p:nvCxnSpPr>
        <p:spPr>
          <a:xfrm>
            <a:off x="5584774" y="2806821"/>
            <a:ext cx="641508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B759737-3CB0-B54E-2D3E-7B274E4AE617}"/>
                  </a:ext>
                </a:extLst>
              </p:cNvPr>
              <p:cNvSpPr txBox="1"/>
              <p:nvPr/>
            </p:nvSpPr>
            <p:spPr>
              <a:xfrm>
                <a:off x="11418998" y="2345156"/>
                <a:ext cx="5808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B759737-3CB0-B54E-2D3E-7B274E4AE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8998" y="2345156"/>
                <a:ext cx="580864" cy="461665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ECF7FA8-7A48-9A63-F6E7-92A5D5AC523B}"/>
              </a:ext>
            </a:extLst>
          </p:cNvPr>
          <p:cNvCxnSpPr>
            <a:cxnSpLocks/>
          </p:cNvCxnSpPr>
          <p:nvPr/>
        </p:nvCxnSpPr>
        <p:spPr>
          <a:xfrm>
            <a:off x="5584774" y="2806821"/>
            <a:ext cx="0" cy="381692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E14A16F-93F9-428B-659B-8F53451DC4C5}"/>
                  </a:ext>
                </a:extLst>
              </p:cNvPr>
              <p:cNvSpPr txBox="1"/>
              <p:nvPr/>
            </p:nvSpPr>
            <p:spPr>
              <a:xfrm>
                <a:off x="5005641" y="6162077"/>
                <a:ext cx="5791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E14A16F-93F9-428B-659B-8F53451DC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641" y="6162077"/>
                <a:ext cx="579133" cy="461665"/>
              </a:xfrm>
              <a:prstGeom prst="rect">
                <a:avLst/>
              </a:prstGeom>
              <a:blipFill>
                <a:blip r:embed="rId1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 模型 17" descr="Coast Guard Cutter">
                <a:extLst>
                  <a:ext uri="{FF2B5EF4-FFF2-40B4-BE49-F238E27FC236}">
                    <a16:creationId xmlns:a16="http://schemas.microsoft.com/office/drawing/2014/main" id="{5A7B48C1-0779-B9C2-92F1-6B2E90D043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7109361"/>
                  </p:ext>
                </p:extLst>
              </p:nvPr>
            </p:nvGraphicFramePr>
            <p:xfrm rot="7174821">
              <a:off x="7872425" y="3320817"/>
              <a:ext cx="1287498" cy="2942853"/>
            </p:xfrm>
            <a:graphic>
              <a:graphicData uri="http://schemas.microsoft.com/office/drawing/2017/model3d">
                <am3d:model3d r:embed="rId13">
                  <am3d:spPr>
                    <a:xfrm rot="7174821">
                      <a:off x="0" y="0"/>
                      <a:ext cx="1287498" cy="2942853"/>
                    </a:xfrm>
                    <a:prstGeom prst="rect">
                      <a:avLst/>
                    </a:prstGeom>
                  </am3d:spPr>
                  <am3d:camera>
                    <am3d:pos x="0" y="0" z="581494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44983" d="1000000"/>
                    <am3d:preTrans dx="164333" dy="-5745824" dz="-282768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14"/>
                  </am3d:raster>
                  <am3d:objViewport viewportSz="36325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 模型 17" descr="Coast Guard Cutter">
                <a:extLst>
                  <a:ext uri="{FF2B5EF4-FFF2-40B4-BE49-F238E27FC236}">
                    <a16:creationId xmlns:a16="http://schemas.microsoft.com/office/drawing/2014/main" id="{5A7B48C1-0779-B9C2-92F1-6B2E90D043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 rot="7174821">
                <a:off x="7872425" y="3320817"/>
                <a:ext cx="1287498" cy="2942853"/>
              </a:xfrm>
              <a:prstGeom prst="rect">
                <a:avLst/>
              </a:prstGeom>
            </p:spPr>
          </p:pic>
        </mc:Fallback>
      </mc:AlternateContent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C27E699-13F5-A74E-38A6-20EC9946D76B}"/>
              </a:ext>
            </a:extLst>
          </p:cNvPr>
          <p:cNvCxnSpPr>
            <a:cxnSpLocks/>
          </p:cNvCxnSpPr>
          <p:nvPr/>
        </p:nvCxnSpPr>
        <p:spPr>
          <a:xfrm>
            <a:off x="5005641" y="2806819"/>
            <a:ext cx="3398634" cy="1908462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66DE31F-9663-53D1-DF80-23E09D3988D9}"/>
              </a:ext>
            </a:extLst>
          </p:cNvPr>
          <p:cNvCxnSpPr>
            <a:cxnSpLocks/>
          </p:cNvCxnSpPr>
          <p:nvPr/>
        </p:nvCxnSpPr>
        <p:spPr>
          <a:xfrm>
            <a:off x="5005641" y="2806820"/>
            <a:ext cx="579133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A1E2171-1A06-114F-2367-60785000721C}"/>
              </a:ext>
            </a:extLst>
          </p:cNvPr>
          <p:cNvCxnSpPr>
            <a:cxnSpLocks/>
          </p:cNvCxnSpPr>
          <p:nvPr/>
        </p:nvCxnSpPr>
        <p:spPr>
          <a:xfrm>
            <a:off x="8404275" y="4715281"/>
            <a:ext cx="2159415" cy="1275138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EB0AB22-D148-8951-0C33-24B8ABEC868B}"/>
              </a:ext>
            </a:extLst>
          </p:cNvPr>
          <p:cNvCxnSpPr>
            <a:cxnSpLocks/>
          </p:cNvCxnSpPr>
          <p:nvPr/>
        </p:nvCxnSpPr>
        <p:spPr>
          <a:xfrm flipV="1">
            <a:off x="7345676" y="3685532"/>
            <a:ext cx="1568086" cy="2739051"/>
          </a:xfrm>
          <a:prstGeom prst="straightConnector1">
            <a:avLst/>
          </a:prstGeom>
          <a:ln w="38100">
            <a:headEnd type="triangl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F51AE07-D270-EB7C-CD68-6F6E53ACF157}"/>
              </a:ext>
            </a:extLst>
          </p:cNvPr>
          <p:cNvCxnSpPr>
            <a:cxnSpLocks/>
          </p:cNvCxnSpPr>
          <p:nvPr/>
        </p:nvCxnSpPr>
        <p:spPr>
          <a:xfrm>
            <a:off x="8913762" y="3761050"/>
            <a:ext cx="2143125" cy="1205342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9C4C98D-B251-A077-CED5-43B915748F26}"/>
              </a:ext>
            </a:extLst>
          </p:cNvPr>
          <p:cNvCxnSpPr>
            <a:cxnSpLocks/>
          </p:cNvCxnSpPr>
          <p:nvPr/>
        </p:nvCxnSpPr>
        <p:spPr>
          <a:xfrm flipV="1">
            <a:off x="10563690" y="5041910"/>
            <a:ext cx="493197" cy="87871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2A5A0EB7-6B14-6C9F-45A6-89A0CE0E8C67}"/>
              </a:ext>
            </a:extLst>
          </p:cNvPr>
          <p:cNvCxnSpPr>
            <a:cxnSpLocks/>
          </p:cNvCxnSpPr>
          <p:nvPr/>
        </p:nvCxnSpPr>
        <p:spPr>
          <a:xfrm>
            <a:off x="8404274" y="4683607"/>
            <a:ext cx="2652613" cy="358303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弧 25">
            <a:extLst>
              <a:ext uri="{FF2B5EF4-FFF2-40B4-BE49-F238E27FC236}">
                <a16:creationId xmlns:a16="http://schemas.microsoft.com/office/drawing/2014/main" id="{F3E58DBC-CCC4-8279-D04A-BA53123DA998}"/>
              </a:ext>
            </a:extLst>
          </p:cNvPr>
          <p:cNvSpPr/>
          <p:nvPr/>
        </p:nvSpPr>
        <p:spPr>
          <a:xfrm>
            <a:off x="9171495" y="4557349"/>
            <a:ext cx="996746" cy="996746"/>
          </a:xfrm>
          <a:prstGeom prst="arc">
            <a:avLst>
              <a:gd name="adj1" fmla="val 20709961"/>
              <a:gd name="adj2" fmla="val 4087875"/>
            </a:avLst>
          </a:prstGeom>
          <a:ln w="38100">
            <a:headEnd type="triangl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59328F6-768A-D517-225D-5B7DC35670B9}"/>
                  </a:ext>
                </a:extLst>
              </p:cNvPr>
              <p:cNvSpPr txBox="1"/>
              <p:nvPr/>
            </p:nvSpPr>
            <p:spPr>
              <a:xfrm>
                <a:off x="10113604" y="5092430"/>
                <a:ext cx="3425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59328F6-768A-D517-225D-5B7DC3567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604" y="5092430"/>
                <a:ext cx="342537" cy="461665"/>
              </a:xfrm>
              <a:prstGeom prst="rect">
                <a:avLst/>
              </a:prstGeom>
              <a:blipFill>
                <a:blip r:embed="rId15"/>
                <a:stretch>
                  <a:fillRect l="-14286" r="-21429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19C5FD3-C052-623F-3BFB-52AF82727B07}"/>
              </a:ext>
            </a:extLst>
          </p:cNvPr>
          <p:cNvCxnSpPr>
            <a:cxnSpLocks/>
          </p:cNvCxnSpPr>
          <p:nvPr/>
        </p:nvCxnSpPr>
        <p:spPr>
          <a:xfrm flipH="1" flipV="1">
            <a:off x="6918744" y="3052249"/>
            <a:ext cx="585237" cy="1190641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弧 28">
            <a:extLst>
              <a:ext uri="{FF2B5EF4-FFF2-40B4-BE49-F238E27FC236}">
                <a16:creationId xmlns:a16="http://schemas.microsoft.com/office/drawing/2014/main" id="{FFAD1B16-B240-D5A9-0A54-574217034DB5}"/>
              </a:ext>
            </a:extLst>
          </p:cNvPr>
          <p:cNvSpPr/>
          <p:nvPr/>
        </p:nvSpPr>
        <p:spPr>
          <a:xfrm>
            <a:off x="6774943" y="3411149"/>
            <a:ext cx="996746" cy="996746"/>
          </a:xfrm>
          <a:prstGeom prst="arc">
            <a:avLst>
              <a:gd name="adj1" fmla="val 11848145"/>
              <a:gd name="adj2" fmla="val 15100586"/>
            </a:avLst>
          </a:prstGeom>
          <a:ln w="38100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10C3BDC-E703-B58D-4465-5D1193ACB844}"/>
                  </a:ext>
                </a:extLst>
              </p:cNvPr>
              <p:cNvSpPr txBox="1"/>
              <p:nvPr/>
            </p:nvSpPr>
            <p:spPr>
              <a:xfrm>
                <a:off x="6859338" y="3487685"/>
                <a:ext cx="3425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10C3BDC-E703-B58D-4465-5D1193AC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338" y="3487685"/>
                <a:ext cx="342537" cy="461665"/>
              </a:xfrm>
              <a:prstGeom prst="rect">
                <a:avLst/>
              </a:prstGeom>
              <a:blipFill>
                <a:blip r:embed="rId16"/>
                <a:stretch>
                  <a:fillRect l="-7407" r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弧 30">
            <a:extLst>
              <a:ext uri="{FF2B5EF4-FFF2-40B4-BE49-F238E27FC236}">
                <a16:creationId xmlns:a16="http://schemas.microsoft.com/office/drawing/2014/main" id="{BB63A93F-C3AE-32BC-E876-2AEB6DAE3EAA}"/>
              </a:ext>
            </a:extLst>
          </p:cNvPr>
          <p:cNvSpPr/>
          <p:nvPr/>
        </p:nvSpPr>
        <p:spPr>
          <a:xfrm>
            <a:off x="5414669" y="2451792"/>
            <a:ext cx="996746" cy="996746"/>
          </a:xfrm>
          <a:prstGeom prst="arc">
            <a:avLst>
              <a:gd name="adj1" fmla="val 20709961"/>
              <a:gd name="adj2" fmla="val 4087875"/>
            </a:avLst>
          </a:prstGeom>
          <a:ln w="38100">
            <a:headEnd type="triangl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EB84D5B-651B-4C1E-9D9F-34B2C454191D}"/>
                  </a:ext>
                </a:extLst>
              </p:cNvPr>
              <p:cNvSpPr txBox="1"/>
              <p:nvPr/>
            </p:nvSpPr>
            <p:spPr>
              <a:xfrm>
                <a:off x="5782627" y="2806818"/>
                <a:ext cx="618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l-GR" altLang="zh-CN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EB84D5B-651B-4C1E-9D9F-34B2C4541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627" y="2806818"/>
                <a:ext cx="618952" cy="461665"/>
              </a:xfrm>
              <a:prstGeom prst="rect">
                <a:avLst/>
              </a:prstGeom>
              <a:blipFill>
                <a:blip r:embed="rId1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9318263-6FDB-943C-3436-BD5D5277927B}"/>
                  </a:ext>
                </a:extLst>
              </p:cNvPr>
              <p:cNvSpPr txBox="1"/>
              <p:nvPr/>
            </p:nvSpPr>
            <p:spPr>
              <a:xfrm>
                <a:off x="7548855" y="5990419"/>
                <a:ext cx="4528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9318263-6FDB-943C-3436-BD5D52779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855" y="5990419"/>
                <a:ext cx="452816" cy="461665"/>
              </a:xfrm>
              <a:prstGeom prst="rect">
                <a:avLst/>
              </a:prstGeom>
              <a:blipFill>
                <a:blip r:embed="rId18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24EB3A9-DA28-4E5D-A93B-907F58B168BE}"/>
                  </a:ext>
                </a:extLst>
              </p:cNvPr>
              <p:cNvSpPr txBox="1"/>
              <p:nvPr/>
            </p:nvSpPr>
            <p:spPr>
              <a:xfrm>
                <a:off x="10830479" y="6207695"/>
                <a:ext cx="4528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24EB3A9-DA28-4E5D-A93B-907F58B16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479" y="6207695"/>
                <a:ext cx="452816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5B9441B-D12F-7B22-7A9E-F9E4542DB9D6}"/>
                  </a:ext>
                </a:extLst>
              </p:cNvPr>
              <p:cNvSpPr txBox="1"/>
              <p:nvPr/>
            </p:nvSpPr>
            <p:spPr>
              <a:xfrm>
                <a:off x="9925924" y="5700412"/>
                <a:ext cx="4601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5B9441B-D12F-7B22-7A9E-F9E4542DB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924" y="5700412"/>
                <a:ext cx="460190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8EE6B7D2-2C17-7A7A-7053-091EF642ACCF}"/>
              </a:ext>
            </a:extLst>
          </p:cNvPr>
          <p:cNvCxnSpPr>
            <a:cxnSpLocks/>
          </p:cNvCxnSpPr>
          <p:nvPr/>
        </p:nvCxnSpPr>
        <p:spPr>
          <a:xfrm>
            <a:off x="10469408" y="5918179"/>
            <a:ext cx="1058599" cy="633323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5065EEE-6527-D86E-BD5A-A2396179A894}"/>
                  </a:ext>
                </a:extLst>
              </p:cNvPr>
              <p:cNvSpPr txBox="1"/>
              <p:nvPr/>
            </p:nvSpPr>
            <p:spPr>
              <a:xfrm>
                <a:off x="8492553" y="3299385"/>
                <a:ext cx="6810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5065EEE-6527-D86E-BD5A-A2396179A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53" y="3299385"/>
                <a:ext cx="681020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任意形状 42">
            <a:extLst>
              <a:ext uri="{FF2B5EF4-FFF2-40B4-BE49-F238E27FC236}">
                <a16:creationId xmlns:a16="http://schemas.microsoft.com/office/drawing/2014/main" id="{4FA8C055-E3F4-BDBF-26AB-749E10AA10E4}"/>
              </a:ext>
            </a:extLst>
          </p:cNvPr>
          <p:cNvSpPr/>
          <p:nvPr/>
        </p:nvSpPr>
        <p:spPr>
          <a:xfrm>
            <a:off x="7218528" y="4355001"/>
            <a:ext cx="1441285" cy="1308149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683237 w 709227"/>
              <a:gd name="connsiteY0" fmla="*/ 732495 h 732495"/>
              <a:gd name="connsiteX1" fmla="*/ 0 w 709227"/>
              <a:gd name="connsiteY1" fmla="*/ 0 h 732495"/>
              <a:gd name="connsiteX0" fmla="*/ 3789692 w 3789692"/>
              <a:gd name="connsiteY0" fmla="*/ 25827 h 4094882"/>
              <a:gd name="connsiteX1" fmla="*/ 0 w 3789692"/>
              <a:gd name="connsiteY1" fmla="*/ 4090800 h 4094882"/>
              <a:gd name="connsiteX0" fmla="*/ 3789692 w 3789692"/>
              <a:gd name="connsiteY0" fmla="*/ 0 h 4071189"/>
              <a:gd name="connsiteX1" fmla="*/ 0 w 3789692"/>
              <a:gd name="connsiteY1" fmla="*/ 4064973 h 4071189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1610163 w 1610163"/>
              <a:gd name="connsiteY0" fmla="*/ 0 h 2135965"/>
              <a:gd name="connsiteX1" fmla="*/ 0 w 1610163"/>
              <a:gd name="connsiteY1" fmla="*/ 2135965 h 2135965"/>
              <a:gd name="connsiteX0" fmla="*/ 1597637 w 1597637"/>
              <a:gd name="connsiteY0" fmla="*/ 0 h 2010705"/>
              <a:gd name="connsiteX1" fmla="*/ 0 w 1597637"/>
              <a:gd name="connsiteY1" fmla="*/ 2010705 h 2010705"/>
              <a:gd name="connsiteX0" fmla="*/ 1597637 w 1597637"/>
              <a:gd name="connsiteY0" fmla="*/ 272970 h 2283675"/>
              <a:gd name="connsiteX1" fmla="*/ 0 w 1597637"/>
              <a:gd name="connsiteY1" fmla="*/ 2283675 h 2283675"/>
              <a:gd name="connsiteX0" fmla="*/ 1810579 w 1810579"/>
              <a:gd name="connsiteY0" fmla="*/ 285488 h 2170933"/>
              <a:gd name="connsiteX1" fmla="*/ 0 w 1810579"/>
              <a:gd name="connsiteY1" fmla="*/ 2170933 h 2170933"/>
              <a:gd name="connsiteX0" fmla="*/ 1958486 w 1958486"/>
              <a:gd name="connsiteY0" fmla="*/ 314258 h 2199703"/>
              <a:gd name="connsiteX1" fmla="*/ 147907 w 1958486"/>
              <a:gd name="connsiteY1" fmla="*/ 2199703 h 2199703"/>
              <a:gd name="connsiteX0" fmla="*/ 1900047 w 1900047"/>
              <a:gd name="connsiteY0" fmla="*/ 344614 h 2004590"/>
              <a:gd name="connsiteX1" fmla="*/ 164624 w 1900047"/>
              <a:gd name="connsiteY1" fmla="*/ 2004590 h 2004590"/>
              <a:gd name="connsiteX0" fmla="*/ 1779580 w 1779580"/>
              <a:gd name="connsiteY0" fmla="*/ 583707 h 2243683"/>
              <a:gd name="connsiteX1" fmla="*/ 44157 w 1779580"/>
              <a:gd name="connsiteY1" fmla="*/ 2243683 h 2243683"/>
              <a:gd name="connsiteX0" fmla="*/ 1800623 w 1800623"/>
              <a:gd name="connsiteY0" fmla="*/ 667566 h 2327542"/>
              <a:gd name="connsiteX1" fmla="*/ 65200 w 1800623"/>
              <a:gd name="connsiteY1" fmla="*/ 2327542 h 2327542"/>
              <a:gd name="connsiteX0" fmla="*/ 1776742 w 1776742"/>
              <a:gd name="connsiteY0" fmla="*/ 619387 h 2517358"/>
              <a:gd name="connsiteX1" fmla="*/ 66371 w 1776742"/>
              <a:gd name="connsiteY1" fmla="*/ 2517358 h 2517358"/>
              <a:gd name="connsiteX0" fmla="*/ 1764899 w 1764899"/>
              <a:gd name="connsiteY0" fmla="*/ 354807 h 2252778"/>
              <a:gd name="connsiteX1" fmla="*/ 54528 w 1764899"/>
              <a:gd name="connsiteY1" fmla="*/ 2252778 h 2252778"/>
              <a:gd name="connsiteX0" fmla="*/ 1847238 w 1847238"/>
              <a:gd name="connsiteY0" fmla="*/ 364189 h 2262160"/>
              <a:gd name="connsiteX1" fmla="*/ 136867 w 1847238"/>
              <a:gd name="connsiteY1" fmla="*/ 2262160 h 2262160"/>
              <a:gd name="connsiteX0" fmla="*/ 1800387 w 1800387"/>
              <a:gd name="connsiteY0" fmla="*/ 366339 h 2251784"/>
              <a:gd name="connsiteX1" fmla="*/ 140120 w 1800387"/>
              <a:gd name="connsiteY1" fmla="*/ 2251784 h 2251784"/>
              <a:gd name="connsiteX0" fmla="*/ 1050614 w 1050614"/>
              <a:gd name="connsiteY0" fmla="*/ 272681 h 2859583"/>
              <a:gd name="connsiteX1" fmla="*/ 229591 w 1050614"/>
              <a:gd name="connsiteY1" fmla="*/ 2859583 h 2859583"/>
              <a:gd name="connsiteX0" fmla="*/ 1045053 w 1045053"/>
              <a:gd name="connsiteY0" fmla="*/ 497 h 2587399"/>
              <a:gd name="connsiteX1" fmla="*/ 224030 w 1045053"/>
              <a:gd name="connsiteY1" fmla="*/ 2587399 h 2587399"/>
              <a:gd name="connsiteX0" fmla="*/ 354295 w 648088"/>
              <a:gd name="connsiteY0" fmla="*/ 341 h 2950498"/>
              <a:gd name="connsiteX1" fmla="*/ 648088 w 648088"/>
              <a:gd name="connsiteY1" fmla="*/ 2950498 h 2950498"/>
              <a:gd name="connsiteX0" fmla="*/ 404747 w 560754"/>
              <a:gd name="connsiteY0" fmla="*/ 1015 h 2174558"/>
              <a:gd name="connsiteX1" fmla="*/ 560754 w 560754"/>
              <a:gd name="connsiteY1" fmla="*/ 2174558 h 2174558"/>
              <a:gd name="connsiteX0" fmla="*/ 150997 w 307004"/>
              <a:gd name="connsiteY0" fmla="*/ 0 h 2173543"/>
              <a:gd name="connsiteX1" fmla="*/ 307004 w 307004"/>
              <a:gd name="connsiteY1" fmla="*/ 2173543 h 2173543"/>
              <a:gd name="connsiteX0" fmla="*/ 0 w 156007"/>
              <a:gd name="connsiteY0" fmla="*/ 0 h 2173543"/>
              <a:gd name="connsiteX1" fmla="*/ 156007 w 156007"/>
              <a:gd name="connsiteY1" fmla="*/ 2173543 h 2173543"/>
              <a:gd name="connsiteX0" fmla="*/ 0 w 171910"/>
              <a:gd name="connsiteY0" fmla="*/ 0 h 2253056"/>
              <a:gd name="connsiteX1" fmla="*/ 171910 w 171910"/>
              <a:gd name="connsiteY1" fmla="*/ 2253056 h 2253056"/>
              <a:gd name="connsiteX0" fmla="*/ 0 w 171910"/>
              <a:gd name="connsiteY0" fmla="*/ 0 h 2197397"/>
              <a:gd name="connsiteX1" fmla="*/ 171910 w 171910"/>
              <a:gd name="connsiteY1" fmla="*/ 2197397 h 2197397"/>
              <a:gd name="connsiteX0" fmla="*/ 0 w 163959"/>
              <a:gd name="connsiteY0" fmla="*/ 0 h 2245104"/>
              <a:gd name="connsiteX1" fmla="*/ 163959 w 163959"/>
              <a:gd name="connsiteY1" fmla="*/ 2245104 h 2245104"/>
              <a:gd name="connsiteX0" fmla="*/ 0 w 171910"/>
              <a:gd name="connsiteY0" fmla="*/ 0 h 2205347"/>
              <a:gd name="connsiteX1" fmla="*/ 171910 w 171910"/>
              <a:gd name="connsiteY1" fmla="*/ 2205347 h 2205347"/>
              <a:gd name="connsiteX0" fmla="*/ 0 w 163959"/>
              <a:gd name="connsiteY0" fmla="*/ 0 h 2253055"/>
              <a:gd name="connsiteX1" fmla="*/ 163959 w 163959"/>
              <a:gd name="connsiteY1" fmla="*/ 2253055 h 2253055"/>
              <a:gd name="connsiteX0" fmla="*/ 0 w 195764"/>
              <a:gd name="connsiteY0" fmla="*/ 0 h 2261007"/>
              <a:gd name="connsiteX1" fmla="*/ 195764 w 195764"/>
              <a:gd name="connsiteY1" fmla="*/ 2261007 h 2261007"/>
              <a:gd name="connsiteX0" fmla="*/ 0 w 171910"/>
              <a:gd name="connsiteY0" fmla="*/ 0 h 2237153"/>
              <a:gd name="connsiteX1" fmla="*/ 171910 w 171910"/>
              <a:gd name="connsiteY1" fmla="*/ 2237153 h 2237153"/>
              <a:gd name="connsiteX0" fmla="*/ 2242790 w 2243795"/>
              <a:gd name="connsiteY0" fmla="*/ 0 h 2208578"/>
              <a:gd name="connsiteX1" fmla="*/ 112 w 2243795"/>
              <a:gd name="connsiteY1" fmla="*/ 2208578 h 2208578"/>
              <a:gd name="connsiteX0" fmla="*/ 2242678 w 2258124"/>
              <a:gd name="connsiteY0" fmla="*/ 0 h 2226613"/>
              <a:gd name="connsiteX1" fmla="*/ 0 w 2258124"/>
              <a:gd name="connsiteY1" fmla="*/ 2208578 h 2226613"/>
              <a:gd name="connsiteX0" fmla="*/ 1356853 w 1579487"/>
              <a:gd name="connsiteY0" fmla="*/ 0 h 1236399"/>
              <a:gd name="connsiteX1" fmla="*/ 0 w 1579487"/>
              <a:gd name="connsiteY1" fmla="*/ 1179878 h 1236399"/>
              <a:gd name="connsiteX0" fmla="*/ 1356853 w 1365207"/>
              <a:gd name="connsiteY0" fmla="*/ 0 h 1328702"/>
              <a:gd name="connsiteX1" fmla="*/ 0 w 1365207"/>
              <a:gd name="connsiteY1" fmla="*/ 1179878 h 1328702"/>
              <a:gd name="connsiteX0" fmla="*/ 1356853 w 1441285"/>
              <a:gd name="connsiteY0" fmla="*/ 0 h 1308149"/>
              <a:gd name="connsiteX1" fmla="*/ 0 w 1441285"/>
              <a:gd name="connsiteY1" fmla="*/ 1179878 h 1308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41285" h="1308149">
                <a:moveTo>
                  <a:pt x="1356853" y="0"/>
                </a:moveTo>
                <a:cubicBezTo>
                  <a:pt x="1641630" y="958073"/>
                  <a:pt x="1210125" y="1592819"/>
                  <a:pt x="0" y="1179878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B052D87-076F-9161-EFD7-A807B46D2922}"/>
                  </a:ext>
                </a:extLst>
              </p:cNvPr>
              <p:cNvSpPr txBox="1"/>
              <p:nvPr/>
            </p:nvSpPr>
            <p:spPr>
              <a:xfrm>
                <a:off x="7119268" y="4972670"/>
                <a:ext cx="4286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B052D87-076F-9161-EFD7-A807B46D2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268" y="4972670"/>
                <a:ext cx="428642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869B2C0-FF80-0C7F-8736-93C90D41A7AB}"/>
                  </a:ext>
                </a:extLst>
              </p:cNvPr>
              <p:cNvSpPr txBox="1"/>
              <p:nvPr/>
            </p:nvSpPr>
            <p:spPr>
              <a:xfrm>
                <a:off x="11192590" y="4735559"/>
                <a:ext cx="4781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869B2C0-FF80-0C7F-8736-93C90D41A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590" y="4735559"/>
                <a:ext cx="478143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3EA587A4-74AA-3F2C-1DF7-FC1FDF03D661}"/>
                  </a:ext>
                </a:extLst>
              </p:cNvPr>
              <p:cNvSpPr txBox="1"/>
              <p:nvPr/>
            </p:nvSpPr>
            <p:spPr>
              <a:xfrm>
                <a:off x="5439243" y="2260235"/>
                <a:ext cx="4919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3EA587A4-74AA-3F2C-1DF7-FC1FDF03D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243" y="2260235"/>
                <a:ext cx="491930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本框 48">
            <a:extLst>
              <a:ext uri="{FF2B5EF4-FFF2-40B4-BE49-F238E27FC236}">
                <a16:creationId xmlns:a16="http://schemas.microsoft.com/office/drawing/2014/main" id="{650820FB-D6AC-71B7-4ADE-3893568C9F09}"/>
              </a:ext>
            </a:extLst>
          </p:cNvPr>
          <p:cNvSpPr txBox="1"/>
          <p:nvPr/>
        </p:nvSpPr>
        <p:spPr>
          <a:xfrm>
            <a:off x="855427" y="5877949"/>
            <a:ext cx="3018524" cy="466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其他为水动力系数</a:t>
            </a:r>
          </a:p>
        </p:txBody>
      </p:sp>
    </p:spTree>
    <p:extLst>
      <p:ext uri="{BB962C8B-B14F-4D97-AF65-F5344CB8AC3E}">
        <p14:creationId xmlns:p14="http://schemas.microsoft.com/office/powerpoint/2010/main" val="391329398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船舶操纵运动野本模型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98FE38AF-F7E5-E23B-2C80-756A36F37E17}"/>
                  </a:ext>
                </a:extLst>
              </p:cNvPr>
              <p:cNvSpPr txBox="1"/>
              <p:nvPr/>
            </p:nvSpPr>
            <p:spPr>
              <a:xfrm>
                <a:off x="2566814" y="908720"/>
                <a:ext cx="62637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𝑢𝑟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zh-CN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zh-CN" altLang="zh-CN" sz="2400" dirty="0"/>
              </a:p>
            </p:txBody>
          </p:sp>
        </mc:Choice>
        <mc:Fallback xmlns="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98FE38AF-F7E5-E23B-2C80-756A36F37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908720"/>
                <a:ext cx="6263790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0DDE26B4-4ED8-B455-FB2E-0AA1CD50543D}"/>
              </a:ext>
            </a:extLst>
          </p:cNvPr>
          <p:cNvSpPr txBox="1"/>
          <p:nvPr/>
        </p:nvSpPr>
        <p:spPr>
          <a:xfrm>
            <a:off x="274314" y="1812247"/>
            <a:ext cx="2111800" cy="46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改写为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1FD718D-B4DA-D494-37B7-01E518707C76}"/>
                  </a:ext>
                </a:extLst>
              </p:cNvPr>
              <p:cNvSpPr txBox="1"/>
              <p:nvPr/>
            </p:nvSpPr>
            <p:spPr>
              <a:xfrm>
                <a:off x="2350790" y="1628800"/>
                <a:ext cx="698477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𝑚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𝑣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acc>
                            <m:accPr>
                              <m:chr m:val="̇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𝑣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𝑚𝑢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𝑟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𝛿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d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𝑁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𝑟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acc>
                            <m:accPr>
                              <m:chr m:val="̇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𝑟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𝑣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𝛿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d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1FD718D-B4DA-D494-37B7-01E518707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90" y="1628800"/>
                <a:ext cx="6984776" cy="830997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4075A24-EE21-F6AE-39D3-F4616800458A}"/>
              </a:ext>
            </a:extLst>
          </p:cNvPr>
          <p:cNvSpPr txBox="1"/>
          <p:nvPr/>
        </p:nvSpPr>
        <p:spPr>
          <a:xfrm>
            <a:off x="267867" y="2741599"/>
            <a:ext cx="211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拉氏变换得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04451A2-6924-BEB3-C0A0-CCD09DD7BB9C}"/>
                  </a:ext>
                </a:extLst>
              </p:cNvPr>
              <p:cNvSpPr txBox="1"/>
              <p:nvPr/>
            </p:nvSpPr>
            <p:spPr>
              <a:xfrm>
                <a:off x="2329231" y="2420888"/>
                <a:ext cx="931059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acc>
                                        <m:accPr>
                                          <m:chr m:val="̇"/>
                                          <m:ctrlPr>
                                            <a:rPr lang="zh-CN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 (正文 CS 字体)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acc>
                                        <m:accPr>
                                          <m:chr m:val="̇"/>
                                          <m:ctrlPr>
                                            <a:rPr lang="zh-CN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 (正文 CS 字体)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𝑚𝑢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𝑟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𝛿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14:m>
                  <m:oMath xmlns:m="http://schemas.openxmlformats.org/officeDocument/2006/math">
                    <m:eqArr>
                      <m:eqArr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eqArr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𝑁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̇"/>
                                        <m:ctrlPr>
                                          <a:rPr lang="zh-CN" altLang="zh-CN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 (正文 CS 字体)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sub>
                                </m:sSub>
                              </m:e>
                            </m:d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𝑟</m:t>
                        </m:r>
                        <m:d>
                          <m:d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𝑁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̇"/>
                                        <m:ctrlPr>
                                          <a:rPr lang="zh-CN" altLang="zh-CN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 (正文 CS 字体)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sub>
                                </m:sSub>
                              </m:e>
                            </m:d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𝑣</m:t>
                        </m:r>
                        <m:d>
                          <m:d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𝛿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𝛿</m:t>
                        </m:r>
                        <m:d>
                          <m:d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d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#</m:t>
                        </m:r>
                      </m:e>
                    </m:eqArr>
                  </m:oMath>
                </a14:m>
                <a:r>
                  <a:rPr lang="zh-CN" altLang="zh-CN" sz="2400" dirty="0">
                    <a:effectLst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04451A2-6924-BEB3-C0A0-CCD09DD7B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231" y="2420888"/>
                <a:ext cx="9310591" cy="830997"/>
              </a:xfrm>
              <a:prstGeom prst="rect">
                <a:avLst/>
              </a:prstGeom>
              <a:blipFill>
                <a:blip r:embed="rId4"/>
                <a:stretch>
                  <a:fillRect r="-1090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945544-ABD2-B2B7-A700-DC337DC90B09}"/>
                  </a:ext>
                </a:extLst>
              </p:cNvPr>
              <p:cNvSpPr txBox="1"/>
              <p:nvPr/>
            </p:nvSpPr>
            <p:spPr>
              <a:xfrm>
                <a:off x="2206774" y="3429000"/>
                <a:ext cx="9310591" cy="2273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sSup>
                        <m:sSup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𝑚𝑢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𝑠𝑟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𝑚𝑢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eqArr>
                        <m:eqArr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&amp;+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945544-ABD2-B2B7-A700-DC337DC90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774" y="3429000"/>
                <a:ext cx="9310591" cy="2273123"/>
              </a:xfrm>
              <a:prstGeom prst="rect">
                <a:avLst/>
              </a:prstGeom>
              <a:blipFill>
                <a:blip r:embed="rId5"/>
                <a:stretch>
                  <a:fillRect b="-39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F545DF-5374-D964-1B61-B31331A4130B}"/>
                  </a:ext>
                </a:extLst>
              </p:cNvPr>
              <p:cNvSpPr txBox="1"/>
              <p:nvPr/>
            </p:nvSpPr>
            <p:spPr>
              <a:xfrm>
                <a:off x="217431" y="3933056"/>
                <a:ext cx="2111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latin typeface="+mn-ea"/>
                  </a:rPr>
                  <a:t>解出</a:t>
                </a:r>
                <a14:m>
                  <m:oMath xmlns:m="http://schemas.openxmlformats.org/officeDocument/2006/math"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𝑣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zh-CN" altLang="en-US" sz="2400" dirty="0">
                    <a:latin typeface="+mn-ea"/>
                  </a:rPr>
                  <a:t>代入下式得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F545DF-5374-D964-1B61-B31331A41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31" y="3933056"/>
                <a:ext cx="2111800" cy="830997"/>
              </a:xfrm>
              <a:prstGeom prst="rect">
                <a:avLst/>
              </a:prstGeom>
              <a:blipFill>
                <a:blip r:embed="rId6"/>
                <a:stretch>
                  <a:fillRect l="-4790" t="-5970" b="-14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6F458E0-CC80-1B4C-CA0C-5231B35871E7}"/>
                  </a:ext>
                </a:extLst>
              </p:cNvPr>
              <p:cNvSpPr txBox="1"/>
              <p:nvPr/>
            </p:nvSpPr>
            <p:spPr>
              <a:xfrm>
                <a:off x="2206774" y="5935508"/>
                <a:ext cx="42217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𝑚𝑢</m:t>
                          </m:r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6F458E0-CC80-1B4C-CA0C-5231B358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774" y="5935508"/>
                <a:ext cx="422178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729FA872-599B-44F3-506F-BDA6E96FA7CE}"/>
              </a:ext>
            </a:extLst>
          </p:cNvPr>
          <p:cNvSpPr txBox="1"/>
          <p:nvPr/>
        </p:nvSpPr>
        <p:spPr>
          <a:xfrm>
            <a:off x="550590" y="5969985"/>
            <a:ext cx="211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定义</a:t>
            </a:r>
          </a:p>
        </p:txBody>
      </p:sp>
      <p:sp>
        <p:nvSpPr>
          <p:cNvPr id="36" name="燕尾形 35">
            <a:extLst>
              <a:ext uri="{FF2B5EF4-FFF2-40B4-BE49-F238E27FC236}">
                <a16:creationId xmlns:a16="http://schemas.microsoft.com/office/drawing/2014/main" id="{9FB63F46-907E-A0B2-02CD-D98E82439FDF}"/>
              </a:ext>
            </a:extLst>
          </p:cNvPr>
          <p:cNvSpPr/>
          <p:nvPr/>
        </p:nvSpPr>
        <p:spPr>
          <a:xfrm>
            <a:off x="6428560" y="5806300"/>
            <a:ext cx="648072" cy="72008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8561F91-CE1A-B23B-6B13-6A8CFD6BA92C}"/>
              </a:ext>
            </a:extLst>
          </p:cNvPr>
          <p:cNvSpPr txBox="1"/>
          <p:nvPr/>
        </p:nvSpPr>
        <p:spPr>
          <a:xfrm>
            <a:off x="7463358" y="595160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船舶操纵性的稳定性衡准式</a:t>
            </a:r>
          </a:p>
        </p:txBody>
      </p:sp>
    </p:spTree>
    <p:extLst>
      <p:ext uri="{BB962C8B-B14F-4D97-AF65-F5344CB8AC3E}">
        <p14:creationId xmlns:p14="http://schemas.microsoft.com/office/powerpoint/2010/main" val="123583536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船舶操纵运动野本模型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6F458E0-CC80-1B4C-CA0C-5231B35871E7}"/>
                  </a:ext>
                </a:extLst>
              </p:cNvPr>
              <p:cNvSpPr txBox="1"/>
              <p:nvPr/>
            </p:nvSpPr>
            <p:spPr>
              <a:xfrm>
                <a:off x="766614" y="1054021"/>
                <a:ext cx="42217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𝑚𝑢</m:t>
                          </m:r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6F458E0-CC80-1B4C-CA0C-5231B358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1054021"/>
                <a:ext cx="422178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>
            <a:extLst>
              <a:ext uri="{FF2B5EF4-FFF2-40B4-BE49-F238E27FC236}">
                <a16:creationId xmlns:a16="http://schemas.microsoft.com/office/drawing/2014/main" id="{28561F91-CE1A-B23B-6B13-6A8CFD6BA92C}"/>
              </a:ext>
            </a:extLst>
          </p:cNvPr>
          <p:cNvSpPr txBox="1"/>
          <p:nvPr/>
        </p:nvSpPr>
        <p:spPr>
          <a:xfrm>
            <a:off x="5519142" y="1058195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船舶操纵性的稳定性衡准式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6DF40DB-9C66-225E-9C49-7FBFB593EE11}"/>
                  </a:ext>
                </a:extLst>
              </p:cNvPr>
              <p:cNvSpPr txBox="1"/>
              <p:nvPr/>
            </p:nvSpPr>
            <p:spPr>
              <a:xfrm>
                <a:off x="1126654" y="1763121"/>
                <a:ext cx="39604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s</m:t>
                        </m:r>
                      </m:sub>
                    </m:sSub>
                  </m:oMath>
                </a14:m>
                <a:r>
                  <a:rPr lang="zh-CN" altLang="en-US" sz="2400" kern="100" dirty="0">
                    <a:effectLst/>
                    <a:latin typeface="+mn-ea"/>
                    <a:cs typeface="Times New Roman (正文 CS 字体)"/>
                  </a:rPr>
                  <a:t>：</a:t>
                </a:r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稳定性衡准数</a:t>
                </a:r>
                <a:r>
                  <a:rPr lang="zh-CN" altLang="zh-CN" sz="2400" dirty="0">
                    <a:effectLst/>
                    <a:latin typeface="+mn-ea"/>
                  </a:rPr>
                  <a:t> </a:t>
                </a:r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6DF40DB-9C66-225E-9C49-7FBFB593E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654" y="1763121"/>
                <a:ext cx="3960440" cy="461665"/>
              </a:xfrm>
              <a:prstGeom prst="rect">
                <a:avLst/>
              </a:prstGeom>
              <a:blipFill>
                <a:blip r:embed="rId3"/>
                <a:stretch>
                  <a:fillRect l="-319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模型 5" descr="Coast Guard Cutter">
                <a:extLst>
                  <a:ext uri="{FF2B5EF4-FFF2-40B4-BE49-F238E27FC236}">
                    <a16:creationId xmlns:a16="http://schemas.microsoft.com/office/drawing/2014/main" id="{ACD911B8-ED53-1BF3-F600-C8090556EA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3450649"/>
                  </p:ext>
                </p:extLst>
              </p:nvPr>
            </p:nvGraphicFramePr>
            <p:xfrm rot="4153307">
              <a:off x="2631499" y="2746236"/>
              <a:ext cx="1287498" cy="2942853"/>
            </p:xfrm>
            <a:graphic>
              <a:graphicData uri="http://schemas.microsoft.com/office/drawing/2017/model3d">
                <am3d:model3d r:embed="rId4">
                  <am3d:spPr>
                    <a:xfrm rot="4153307">
                      <a:off x="0" y="0"/>
                      <a:ext cx="1287498" cy="2942853"/>
                    </a:xfrm>
                    <a:prstGeom prst="rect">
                      <a:avLst/>
                    </a:prstGeom>
                  </am3d:spPr>
                  <am3d:camera>
                    <am3d:pos x="0" y="0" z="581494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44983" d="1000000"/>
                    <am3d:preTrans dx="164333" dy="-5745824" dz="-282768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6325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模型 5" descr="Coast Guard Cutter">
                <a:extLst>
                  <a:ext uri="{FF2B5EF4-FFF2-40B4-BE49-F238E27FC236}">
                    <a16:creationId xmlns:a16="http://schemas.microsoft.com/office/drawing/2014/main" id="{ACD911B8-ED53-1BF3-F600-C8090556EA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4153307">
                <a:off x="2631499" y="2746236"/>
                <a:ext cx="1287498" cy="294285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任意形状 7">
            <a:extLst>
              <a:ext uri="{FF2B5EF4-FFF2-40B4-BE49-F238E27FC236}">
                <a16:creationId xmlns:a16="http://schemas.microsoft.com/office/drawing/2014/main" id="{14AB8A37-3681-5CC9-F22E-ED7A9F465E2E}"/>
              </a:ext>
            </a:extLst>
          </p:cNvPr>
          <p:cNvSpPr/>
          <p:nvPr/>
        </p:nvSpPr>
        <p:spPr>
          <a:xfrm>
            <a:off x="2134766" y="3789040"/>
            <a:ext cx="8357728" cy="1334894"/>
          </a:xfrm>
          <a:custGeom>
            <a:avLst/>
            <a:gdLst>
              <a:gd name="connsiteX0" fmla="*/ 983848 w 983848"/>
              <a:gd name="connsiteY0" fmla="*/ 0 h 983848"/>
              <a:gd name="connsiteX1" fmla="*/ 0 w 983848"/>
              <a:gd name="connsiteY1" fmla="*/ 0 h 983848"/>
              <a:gd name="connsiteX2" fmla="*/ 0 w 983848"/>
              <a:gd name="connsiteY2" fmla="*/ 983848 h 983848"/>
              <a:gd name="connsiteX0" fmla="*/ 992721 w 992721"/>
              <a:gd name="connsiteY0" fmla="*/ 0 h 1059391"/>
              <a:gd name="connsiteX1" fmla="*/ 8873 w 992721"/>
              <a:gd name="connsiteY1" fmla="*/ 0 h 1059391"/>
              <a:gd name="connsiteX2" fmla="*/ 8873 w 992721"/>
              <a:gd name="connsiteY2" fmla="*/ 983848 h 1059391"/>
              <a:gd name="connsiteX3" fmla="*/ 0 w 992721"/>
              <a:gd name="connsiteY3" fmla="*/ 992946 h 1059391"/>
              <a:gd name="connsiteX0" fmla="*/ 1297521 w 1297521"/>
              <a:gd name="connsiteY0" fmla="*/ 0 h 1071437"/>
              <a:gd name="connsiteX1" fmla="*/ 313673 w 1297521"/>
              <a:gd name="connsiteY1" fmla="*/ 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297521 w 1297521"/>
              <a:gd name="connsiteY0" fmla="*/ 0 h 1071437"/>
              <a:gd name="connsiteX1" fmla="*/ 897873 w 1297521"/>
              <a:gd name="connsiteY1" fmla="*/ 228600 h 1071437"/>
              <a:gd name="connsiteX2" fmla="*/ 313673 w 1297521"/>
              <a:gd name="connsiteY2" fmla="*/ 983848 h 1071437"/>
              <a:gd name="connsiteX3" fmla="*/ 0 w 1297521"/>
              <a:gd name="connsiteY3" fmla="*/ 1031046 h 1071437"/>
              <a:gd name="connsiteX0" fmla="*/ 1500721 w 1500721"/>
              <a:gd name="connsiteY0" fmla="*/ 0 h 906337"/>
              <a:gd name="connsiteX1" fmla="*/ 897873 w 1500721"/>
              <a:gd name="connsiteY1" fmla="*/ 63500 h 906337"/>
              <a:gd name="connsiteX2" fmla="*/ 313673 w 1500721"/>
              <a:gd name="connsiteY2" fmla="*/ 818748 h 906337"/>
              <a:gd name="connsiteX3" fmla="*/ 0 w 1500721"/>
              <a:gd name="connsiteY3" fmla="*/ 865946 h 906337"/>
              <a:gd name="connsiteX0" fmla="*/ 1500721 w 1500721"/>
              <a:gd name="connsiteY0" fmla="*/ 38100 h 944437"/>
              <a:gd name="connsiteX1" fmla="*/ 923273 w 1500721"/>
              <a:gd name="connsiteY1" fmla="*/ 0 h 944437"/>
              <a:gd name="connsiteX2" fmla="*/ 313673 w 1500721"/>
              <a:gd name="connsiteY2" fmla="*/ 856848 h 944437"/>
              <a:gd name="connsiteX3" fmla="*/ 0 w 1500721"/>
              <a:gd name="connsiteY3" fmla="*/ 904046 h 944437"/>
              <a:gd name="connsiteX0" fmla="*/ 1449921 w 1449921"/>
              <a:gd name="connsiteY0" fmla="*/ 0 h 969837"/>
              <a:gd name="connsiteX1" fmla="*/ 923273 w 1449921"/>
              <a:gd name="connsiteY1" fmla="*/ 25400 h 969837"/>
              <a:gd name="connsiteX2" fmla="*/ 313673 w 1449921"/>
              <a:gd name="connsiteY2" fmla="*/ 882248 h 969837"/>
              <a:gd name="connsiteX3" fmla="*/ 0 w 1449921"/>
              <a:gd name="connsiteY3" fmla="*/ 929446 h 969837"/>
              <a:gd name="connsiteX0" fmla="*/ 1449921 w 1449921"/>
              <a:gd name="connsiteY0" fmla="*/ 0 h 929446"/>
              <a:gd name="connsiteX1" fmla="*/ 923273 w 1449921"/>
              <a:gd name="connsiteY1" fmla="*/ 25400 h 929446"/>
              <a:gd name="connsiteX2" fmla="*/ 313673 w 1449921"/>
              <a:gd name="connsiteY2" fmla="*/ 882248 h 929446"/>
              <a:gd name="connsiteX3" fmla="*/ 0 w 1449921"/>
              <a:gd name="connsiteY3" fmla="*/ 929446 h 929446"/>
              <a:gd name="connsiteX0" fmla="*/ 1475321 w 1475321"/>
              <a:gd name="connsiteY0" fmla="*/ 0 h 904046"/>
              <a:gd name="connsiteX1" fmla="*/ 948673 w 1475321"/>
              <a:gd name="connsiteY1" fmla="*/ 25400 h 904046"/>
              <a:gd name="connsiteX2" fmla="*/ 339073 w 1475321"/>
              <a:gd name="connsiteY2" fmla="*/ 882248 h 904046"/>
              <a:gd name="connsiteX3" fmla="*/ 0 w 1475321"/>
              <a:gd name="connsiteY3" fmla="*/ 904046 h 904046"/>
              <a:gd name="connsiteX0" fmla="*/ 1449921 w 1449921"/>
              <a:gd name="connsiteY0" fmla="*/ 0 h 886952"/>
              <a:gd name="connsiteX1" fmla="*/ 923273 w 1449921"/>
              <a:gd name="connsiteY1" fmla="*/ 25400 h 886952"/>
              <a:gd name="connsiteX2" fmla="*/ 313673 w 1449921"/>
              <a:gd name="connsiteY2" fmla="*/ 882248 h 886952"/>
              <a:gd name="connsiteX3" fmla="*/ 0 w 1449921"/>
              <a:gd name="connsiteY3" fmla="*/ 878646 h 886952"/>
              <a:gd name="connsiteX0" fmla="*/ 1437221 w 1437221"/>
              <a:gd name="connsiteY0" fmla="*/ 0 h 886952"/>
              <a:gd name="connsiteX1" fmla="*/ 910573 w 1437221"/>
              <a:gd name="connsiteY1" fmla="*/ 25400 h 886952"/>
              <a:gd name="connsiteX2" fmla="*/ 300973 w 1437221"/>
              <a:gd name="connsiteY2" fmla="*/ 882248 h 886952"/>
              <a:gd name="connsiteX3" fmla="*/ 0 w 1437221"/>
              <a:gd name="connsiteY3" fmla="*/ 878646 h 886952"/>
              <a:gd name="connsiteX0" fmla="*/ 1348321 w 1348321"/>
              <a:gd name="connsiteY0" fmla="*/ 25400 h 861552"/>
              <a:gd name="connsiteX1" fmla="*/ 910573 w 1348321"/>
              <a:gd name="connsiteY1" fmla="*/ 0 h 861552"/>
              <a:gd name="connsiteX2" fmla="*/ 300973 w 1348321"/>
              <a:gd name="connsiteY2" fmla="*/ 856848 h 861552"/>
              <a:gd name="connsiteX3" fmla="*/ 0 w 1348321"/>
              <a:gd name="connsiteY3" fmla="*/ 853246 h 861552"/>
              <a:gd name="connsiteX0" fmla="*/ 1348321 w 1348321"/>
              <a:gd name="connsiteY0" fmla="*/ 0 h 874252"/>
              <a:gd name="connsiteX1" fmla="*/ 910573 w 1348321"/>
              <a:gd name="connsiteY1" fmla="*/ 12700 h 874252"/>
              <a:gd name="connsiteX2" fmla="*/ 300973 w 1348321"/>
              <a:gd name="connsiteY2" fmla="*/ 869548 h 874252"/>
              <a:gd name="connsiteX3" fmla="*/ 0 w 1348321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48321 w 1348321"/>
              <a:gd name="connsiteY0" fmla="*/ 0 h 876888"/>
              <a:gd name="connsiteX1" fmla="*/ 910573 w 1348321"/>
              <a:gd name="connsiteY1" fmla="*/ 12700 h 876888"/>
              <a:gd name="connsiteX2" fmla="*/ 300973 w 1348321"/>
              <a:gd name="connsiteY2" fmla="*/ 869548 h 876888"/>
              <a:gd name="connsiteX3" fmla="*/ 0 w 1348321"/>
              <a:gd name="connsiteY3" fmla="*/ 875726 h 876888"/>
              <a:gd name="connsiteX0" fmla="*/ 1168348 w 1168348"/>
              <a:gd name="connsiteY0" fmla="*/ 0 h 876888"/>
              <a:gd name="connsiteX1" fmla="*/ 730600 w 1168348"/>
              <a:gd name="connsiteY1" fmla="*/ 12700 h 876888"/>
              <a:gd name="connsiteX2" fmla="*/ 121000 w 1168348"/>
              <a:gd name="connsiteY2" fmla="*/ 869548 h 876888"/>
              <a:gd name="connsiteX3" fmla="*/ 74299 w 1168348"/>
              <a:gd name="connsiteY3" fmla="*/ 875726 h 876888"/>
              <a:gd name="connsiteX0" fmla="*/ 1314092 w 1314092"/>
              <a:gd name="connsiteY0" fmla="*/ 0 h 874252"/>
              <a:gd name="connsiteX1" fmla="*/ 876344 w 1314092"/>
              <a:gd name="connsiteY1" fmla="*/ 12700 h 874252"/>
              <a:gd name="connsiteX2" fmla="*/ 266744 w 1314092"/>
              <a:gd name="connsiteY2" fmla="*/ 869548 h 874252"/>
              <a:gd name="connsiteX3" fmla="*/ 0 w 1314092"/>
              <a:gd name="connsiteY3" fmla="*/ 865946 h 874252"/>
              <a:gd name="connsiteX0" fmla="*/ 1338541 w 1338541"/>
              <a:gd name="connsiteY0" fmla="*/ 0 h 876888"/>
              <a:gd name="connsiteX1" fmla="*/ 900793 w 1338541"/>
              <a:gd name="connsiteY1" fmla="*/ 12700 h 876888"/>
              <a:gd name="connsiteX2" fmla="*/ 291193 w 1338541"/>
              <a:gd name="connsiteY2" fmla="*/ 869548 h 876888"/>
              <a:gd name="connsiteX3" fmla="*/ 0 w 1338541"/>
              <a:gd name="connsiteY3" fmla="*/ 875726 h 876888"/>
              <a:gd name="connsiteX0" fmla="*/ 1338541 w 1338541"/>
              <a:gd name="connsiteY0" fmla="*/ 0 h 875726"/>
              <a:gd name="connsiteX1" fmla="*/ 900793 w 1338541"/>
              <a:gd name="connsiteY1" fmla="*/ 12700 h 875726"/>
              <a:gd name="connsiteX2" fmla="*/ 291193 w 1338541"/>
              <a:gd name="connsiteY2" fmla="*/ 869548 h 875726"/>
              <a:gd name="connsiteX3" fmla="*/ 0 w 1338541"/>
              <a:gd name="connsiteY3" fmla="*/ 875726 h 875726"/>
              <a:gd name="connsiteX0" fmla="*/ 1338541 w 1338541"/>
              <a:gd name="connsiteY0" fmla="*/ 0 h 865946"/>
              <a:gd name="connsiteX1" fmla="*/ 900793 w 1338541"/>
              <a:gd name="connsiteY1" fmla="*/ 2920 h 865946"/>
              <a:gd name="connsiteX2" fmla="*/ 291193 w 1338541"/>
              <a:gd name="connsiteY2" fmla="*/ 859768 h 865946"/>
              <a:gd name="connsiteX3" fmla="*/ 0 w 1338541"/>
              <a:gd name="connsiteY3" fmla="*/ 865946 h 865946"/>
              <a:gd name="connsiteX0" fmla="*/ 1338541 w 1338541"/>
              <a:gd name="connsiteY0" fmla="*/ 1970 h 867916"/>
              <a:gd name="connsiteX1" fmla="*/ 1091497 w 1338541"/>
              <a:gd name="connsiteY1" fmla="*/ 0 h 867916"/>
              <a:gd name="connsiteX2" fmla="*/ 291193 w 1338541"/>
              <a:gd name="connsiteY2" fmla="*/ 861738 h 867916"/>
              <a:gd name="connsiteX3" fmla="*/ 0 w 1338541"/>
              <a:gd name="connsiteY3" fmla="*/ 867916 h 867916"/>
              <a:gd name="connsiteX0" fmla="*/ 1338683 w 1338683"/>
              <a:gd name="connsiteY0" fmla="*/ 1970 h 870186"/>
              <a:gd name="connsiteX1" fmla="*/ 1091639 w 1338683"/>
              <a:gd name="connsiteY1" fmla="*/ 0 h 870186"/>
              <a:gd name="connsiteX2" fmla="*/ 134861 w 1338683"/>
              <a:gd name="connsiteY2" fmla="*/ 866628 h 870186"/>
              <a:gd name="connsiteX3" fmla="*/ 142 w 1338683"/>
              <a:gd name="connsiteY3" fmla="*/ 867916 h 870186"/>
              <a:gd name="connsiteX0" fmla="*/ 1358101 w 1358101"/>
              <a:gd name="connsiteY0" fmla="*/ 1970 h 872806"/>
              <a:gd name="connsiteX1" fmla="*/ 1111057 w 1358101"/>
              <a:gd name="connsiteY1" fmla="*/ 0 h 872806"/>
              <a:gd name="connsiteX2" fmla="*/ 154279 w 1358101"/>
              <a:gd name="connsiteY2" fmla="*/ 866628 h 872806"/>
              <a:gd name="connsiteX3" fmla="*/ 0 w 1358101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193398 w 1397220"/>
              <a:gd name="connsiteY2" fmla="*/ 866628 h 872806"/>
              <a:gd name="connsiteX3" fmla="*/ 0 w 1397220"/>
              <a:gd name="connsiteY3" fmla="*/ 872806 h 872806"/>
              <a:gd name="connsiteX0" fmla="*/ 1397220 w 1397220"/>
              <a:gd name="connsiteY0" fmla="*/ 1970 h 872806"/>
              <a:gd name="connsiteX1" fmla="*/ 1150176 w 1397220"/>
              <a:gd name="connsiteY1" fmla="*/ 0 h 872806"/>
              <a:gd name="connsiteX2" fmla="*/ 0 w 1397220"/>
              <a:gd name="connsiteY2" fmla="*/ 872806 h 872806"/>
              <a:gd name="connsiteX0" fmla="*/ 1397220 w 1397220"/>
              <a:gd name="connsiteY0" fmla="*/ 66113 h 936949"/>
              <a:gd name="connsiteX1" fmla="*/ 1150176 w 1397220"/>
              <a:gd name="connsiteY1" fmla="*/ 64143 h 936949"/>
              <a:gd name="connsiteX2" fmla="*/ 0 w 1397220"/>
              <a:gd name="connsiteY2" fmla="*/ 936949 h 936949"/>
              <a:gd name="connsiteX0" fmla="*/ 3601801 w 3601801"/>
              <a:gd name="connsiteY0" fmla="*/ 0 h 1760184"/>
              <a:gd name="connsiteX1" fmla="*/ 1150176 w 3601801"/>
              <a:gd name="connsiteY1" fmla="*/ 887378 h 1760184"/>
              <a:gd name="connsiteX2" fmla="*/ 0 w 3601801"/>
              <a:gd name="connsiteY2" fmla="*/ 1760184 h 1760184"/>
              <a:gd name="connsiteX0" fmla="*/ 2476124 w 2476124"/>
              <a:gd name="connsiteY0" fmla="*/ 1011918 h 1916624"/>
              <a:gd name="connsiteX1" fmla="*/ 24499 w 2476124"/>
              <a:gd name="connsiteY1" fmla="*/ 1899296 h 1916624"/>
              <a:gd name="connsiteX2" fmla="*/ 1028800 w 2476124"/>
              <a:gd name="connsiteY2" fmla="*/ 28902 h 1916624"/>
              <a:gd name="connsiteX0" fmla="*/ 1447324 w 1447324"/>
              <a:gd name="connsiteY0" fmla="*/ 1044178 h 1044178"/>
              <a:gd name="connsiteX1" fmla="*/ 248301 w 1447324"/>
              <a:gd name="connsiteY1" fmla="*/ 766635 h 1044178"/>
              <a:gd name="connsiteX2" fmla="*/ 0 w 1447324"/>
              <a:gd name="connsiteY2" fmla="*/ 61162 h 1044178"/>
              <a:gd name="connsiteX0" fmla="*/ 1447324 w 1447324"/>
              <a:gd name="connsiteY0" fmla="*/ 983016 h 983016"/>
              <a:gd name="connsiteX1" fmla="*/ 248301 w 1447324"/>
              <a:gd name="connsiteY1" fmla="*/ 705473 h 983016"/>
              <a:gd name="connsiteX2" fmla="*/ 0 w 1447324"/>
              <a:gd name="connsiteY2" fmla="*/ 0 h 983016"/>
              <a:gd name="connsiteX0" fmla="*/ 1309538 w 1309538"/>
              <a:gd name="connsiteY0" fmla="*/ 1208485 h 1208485"/>
              <a:gd name="connsiteX1" fmla="*/ 110515 w 1309538"/>
              <a:gd name="connsiteY1" fmla="*/ 930942 h 1208485"/>
              <a:gd name="connsiteX2" fmla="*/ 0 w 1309538"/>
              <a:gd name="connsiteY2" fmla="*/ 0 h 1208485"/>
              <a:gd name="connsiteX0" fmla="*/ 1522481 w 1522481"/>
              <a:gd name="connsiteY0" fmla="*/ 782600 h 965633"/>
              <a:gd name="connsiteX1" fmla="*/ 110515 w 1522481"/>
              <a:gd name="connsiteY1" fmla="*/ 930942 h 965633"/>
              <a:gd name="connsiteX2" fmla="*/ 0 w 1522481"/>
              <a:gd name="connsiteY2" fmla="*/ 0 h 965633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1522481 w 1522481"/>
              <a:gd name="connsiteY0" fmla="*/ 782600 h 782600"/>
              <a:gd name="connsiteX1" fmla="*/ 0 w 1522481"/>
              <a:gd name="connsiteY1" fmla="*/ 0 h 782600"/>
              <a:gd name="connsiteX0" fmla="*/ 683237 w 709227"/>
              <a:gd name="connsiteY0" fmla="*/ 732495 h 732495"/>
              <a:gd name="connsiteX1" fmla="*/ 0 w 709227"/>
              <a:gd name="connsiteY1" fmla="*/ 0 h 732495"/>
              <a:gd name="connsiteX0" fmla="*/ 3789692 w 3789692"/>
              <a:gd name="connsiteY0" fmla="*/ 25827 h 4094882"/>
              <a:gd name="connsiteX1" fmla="*/ 0 w 3789692"/>
              <a:gd name="connsiteY1" fmla="*/ 4090800 h 4094882"/>
              <a:gd name="connsiteX0" fmla="*/ 3789692 w 3789692"/>
              <a:gd name="connsiteY0" fmla="*/ 0 h 4071189"/>
              <a:gd name="connsiteX1" fmla="*/ 0 w 3789692"/>
              <a:gd name="connsiteY1" fmla="*/ 4064973 h 4071189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3789692 w 3789692"/>
              <a:gd name="connsiteY0" fmla="*/ 0 h 4064973"/>
              <a:gd name="connsiteX1" fmla="*/ 0 w 3789692"/>
              <a:gd name="connsiteY1" fmla="*/ 4064973 h 4064973"/>
              <a:gd name="connsiteX0" fmla="*/ 1610163 w 1610163"/>
              <a:gd name="connsiteY0" fmla="*/ 0 h 2135965"/>
              <a:gd name="connsiteX1" fmla="*/ 0 w 1610163"/>
              <a:gd name="connsiteY1" fmla="*/ 2135965 h 2135965"/>
              <a:gd name="connsiteX0" fmla="*/ 1597637 w 1597637"/>
              <a:gd name="connsiteY0" fmla="*/ 0 h 2010705"/>
              <a:gd name="connsiteX1" fmla="*/ 0 w 1597637"/>
              <a:gd name="connsiteY1" fmla="*/ 2010705 h 2010705"/>
              <a:gd name="connsiteX0" fmla="*/ 1597637 w 1597637"/>
              <a:gd name="connsiteY0" fmla="*/ 272970 h 2283675"/>
              <a:gd name="connsiteX1" fmla="*/ 0 w 1597637"/>
              <a:gd name="connsiteY1" fmla="*/ 2283675 h 2283675"/>
              <a:gd name="connsiteX0" fmla="*/ 1810579 w 1810579"/>
              <a:gd name="connsiteY0" fmla="*/ 285488 h 2170933"/>
              <a:gd name="connsiteX1" fmla="*/ 0 w 1810579"/>
              <a:gd name="connsiteY1" fmla="*/ 2170933 h 2170933"/>
              <a:gd name="connsiteX0" fmla="*/ 1958486 w 1958486"/>
              <a:gd name="connsiteY0" fmla="*/ 314258 h 2199703"/>
              <a:gd name="connsiteX1" fmla="*/ 147907 w 1958486"/>
              <a:gd name="connsiteY1" fmla="*/ 2199703 h 2199703"/>
              <a:gd name="connsiteX0" fmla="*/ 1900047 w 1900047"/>
              <a:gd name="connsiteY0" fmla="*/ 344614 h 2004590"/>
              <a:gd name="connsiteX1" fmla="*/ 164624 w 1900047"/>
              <a:gd name="connsiteY1" fmla="*/ 2004590 h 2004590"/>
              <a:gd name="connsiteX0" fmla="*/ 1779580 w 1779580"/>
              <a:gd name="connsiteY0" fmla="*/ 583707 h 2243683"/>
              <a:gd name="connsiteX1" fmla="*/ 44157 w 1779580"/>
              <a:gd name="connsiteY1" fmla="*/ 2243683 h 2243683"/>
              <a:gd name="connsiteX0" fmla="*/ 1800623 w 1800623"/>
              <a:gd name="connsiteY0" fmla="*/ 667566 h 2327542"/>
              <a:gd name="connsiteX1" fmla="*/ 65200 w 1800623"/>
              <a:gd name="connsiteY1" fmla="*/ 2327542 h 2327542"/>
              <a:gd name="connsiteX0" fmla="*/ 1776742 w 1776742"/>
              <a:gd name="connsiteY0" fmla="*/ 619387 h 2517358"/>
              <a:gd name="connsiteX1" fmla="*/ 66371 w 1776742"/>
              <a:gd name="connsiteY1" fmla="*/ 2517358 h 2517358"/>
              <a:gd name="connsiteX0" fmla="*/ 1764899 w 1764899"/>
              <a:gd name="connsiteY0" fmla="*/ 354807 h 2252778"/>
              <a:gd name="connsiteX1" fmla="*/ 54528 w 1764899"/>
              <a:gd name="connsiteY1" fmla="*/ 2252778 h 2252778"/>
              <a:gd name="connsiteX0" fmla="*/ 1847238 w 1847238"/>
              <a:gd name="connsiteY0" fmla="*/ 364189 h 2262160"/>
              <a:gd name="connsiteX1" fmla="*/ 136867 w 1847238"/>
              <a:gd name="connsiteY1" fmla="*/ 2262160 h 2262160"/>
              <a:gd name="connsiteX0" fmla="*/ 1800387 w 1800387"/>
              <a:gd name="connsiteY0" fmla="*/ 366339 h 2251784"/>
              <a:gd name="connsiteX1" fmla="*/ 140120 w 1800387"/>
              <a:gd name="connsiteY1" fmla="*/ 2251784 h 2251784"/>
              <a:gd name="connsiteX0" fmla="*/ 1050614 w 1050614"/>
              <a:gd name="connsiteY0" fmla="*/ 272681 h 2859583"/>
              <a:gd name="connsiteX1" fmla="*/ 229591 w 1050614"/>
              <a:gd name="connsiteY1" fmla="*/ 2859583 h 2859583"/>
              <a:gd name="connsiteX0" fmla="*/ 1045053 w 1045053"/>
              <a:gd name="connsiteY0" fmla="*/ 497 h 2587399"/>
              <a:gd name="connsiteX1" fmla="*/ 224030 w 1045053"/>
              <a:gd name="connsiteY1" fmla="*/ 2587399 h 2587399"/>
              <a:gd name="connsiteX0" fmla="*/ 354295 w 648088"/>
              <a:gd name="connsiteY0" fmla="*/ 341 h 2950498"/>
              <a:gd name="connsiteX1" fmla="*/ 648088 w 648088"/>
              <a:gd name="connsiteY1" fmla="*/ 2950498 h 2950498"/>
              <a:gd name="connsiteX0" fmla="*/ 404747 w 560754"/>
              <a:gd name="connsiteY0" fmla="*/ 1015 h 2174558"/>
              <a:gd name="connsiteX1" fmla="*/ 560754 w 560754"/>
              <a:gd name="connsiteY1" fmla="*/ 2174558 h 2174558"/>
              <a:gd name="connsiteX0" fmla="*/ 150997 w 307004"/>
              <a:gd name="connsiteY0" fmla="*/ 0 h 2173543"/>
              <a:gd name="connsiteX1" fmla="*/ 307004 w 307004"/>
              <a:gd name="connsiteY1" fmla="*/ 2173543 h 2173543"/>
              <a:gd name="connsiteX0" fmla="*/ 0 w 156007"/>
              <a:gd name="connsiteY0" fmla="*/ 0 h 2173543"/>
              <a:gd name="connsiteX1" fmla="*/ 156007 w 156007"/>
              <a:gd name="connsiteY1" fmla="*/ 2173543 h 2173543"/>
              <a:gd name="connsiteX0" fmla="*/ 0 w 171910"/>
              <a:gd name="connsiteY0" fmla="*/ 0 h 2253056"/>
              <a:gd name="connsiteX1" fmla="*/ 171910 w 171910"/>
              <a:gd name="connsiteY1" fmla="*/ 2253056 h 2253056"/>
              <a:gd name="connsiteX0" fmla="*/ 0 w 171910"/>
              <a:gd name="connsiteY0" fmla="*/ 0 h 2197397"/>
              <a:gd name="connsiteX1" fmla="*/ 171910 w 171910"/>
              <a:gd name="connsiteY1" fmla="*/ 2197397 h 2197397"/>
              <a:gd name="connsiteX0" fmla="*/ 0 w 163959"/>
              <a:gd name="connsiteY0" fmla="*/ 0 h 2245104"/>
              <a:gd name="connsiteX1" fmla="*/ 163959 w 163959"/>
              <a:gd name="connsiteY1" fmla="*/ 2245104 h 2245104"/>
              <a:gd name="connsiteX0" fmla="*/ 0 w 171910"/>
              <a:gd name="connsiteY0" fmla="*/ 0 h 2205347"/>
              <a:gd name="connsiteX1" fmla="*/ 171910 w 171910"/>
              <a:gd name="connsiteY1" fmla="*/ 2205347 h 2205347"/>
              <a:gd name="connsiteX0" fmla="*/ 0 w 163959"/>
              <a:gd name="connsiteY0" fmla="*/ 0 h 2253055"/>
              <a:gd name="connsiteX1" fmla="*/ 163959 w 163959"/>
              <a:gd name="connsiteY1" fmla="*/ 2253055 h 2253055"/>
              <a:gd name="connsiteX0" fmla="*/ 0 w 195764"/>
              <a:gd name="connsiteY0" fmla="*/ 0 h 2261007"/>
              <a:gd name="connsiteX1" fmla="*/ 195764 w 195764"/>
              <a:gd name="connsiteY1" fmla="*/ 2261007 h 2261007"/>
              <a:gd name="connsiteX0" fmla="*/ 0 w 171910"/>
              <a:gd name="connsiteY0" fmla="*/ 0 h 2237153"/>
              <a:gd name="connsiteX1" fmla="*/ 171910 w 171910"/>
              <a:gd name="connsiteY1" fmla="*/ 2237153 h 2237153"/>
              <a:gd name="connsiteX0" fmla="*/ 2242790 w 2243795"/>
              <a:gd name="connsiteY0" fmla="*/ 0 h 2208578"/>
              <a:gd name="connsiteX1" fmla="*/ 112 w 2243795"/>
              <a:gd name="connsiteY1" fmla="*/ 2208578 h 2208578"/>
              <a:gd name="connsiteX0" fmla="*/ 2242678 w 2258124"/>
              <a:gd name="connsiteY0" fmla="*/ 0 h 2226613"/>
              <a:gd name="connsiteX1" fmla="*/ 0 w 2258124"/>
              <a:gd name="connsiteY1" fmla="*/ 2208578 h 2226613"/>
              <a:gd name="connsiteX0" fmla="*/ 1356853 w 1579487"/>
              <a:gd name="connsiteY0" fmla="*/ 0 h 1236399"/>
              <a:gd name="connsiteX1" fmla="*/ 0 w 1579487"/>
              <a:gd name="connsiteY1" fmla="*/ 1179878 h 1236399"/>
              <a:gd name="connsiteX0" fmla="*/ 1356853 w 1365207"/>
              <a:gd name="connsiteY0" fmla="*/ 0 h 1328702"/>
              <a:gd name="connsiteX1" fmla="*/ 0 w 1365207"/>
              <a:gd name="connsiteY1" fmla="*/ 1179878 h 1328702"/>
              <a:gd name="connsiteX0" fmla="*/ 1356853 w 1441285"/>
              <a:gd name="connsiteY0" fmla="*/ 0 h 1308149"/>
              <a:gd name="connsiteX1" fmla="*/ 0 w 1441285"/>
              <a:gd name="connsiteY1" fmla="*/ 1179878 h 1308149"/>
              <a:gd name="connsiteX0" fmla="*/ 6700378 w 6710557"/>
              <a:gd name="connsiteY0" fmla="*/ 1749060 h 1980926"/>
              <a:gd name="connsiteX1" fmla="*/ 0 w 6710557"/>
              <a:gd name="connsiteY1" fmla="*/ 0 h 1980926"/>
              <a:gd name="connsiteX0" fmla="*/ 6557503 w 6567931"/>
              <a:gd name="connsiteY0" fmla="*/ 0 h 879895"/>
              <a:gd name="connsiteX1" fmla="*/ 0 w 6567931"/>
              <a:gd name="connsiteY1" fmla="*/ 651240 h 879895"/>
              <a:gd name="connsiteX0" fmla="*/ 6557503 w 6570790"/>
              <a:gd name="connsiteY0" fmla="*/ 201034 h 852274"/>
              <a:gd name="connsiteX1" fmla="*/ 0 w 6570790"/>
              <a:gd name="connsiteY1" fmla="*/ 852274 h 852274"/>
              <a:gd name="connsiteX0" fmla="*/ 8300578 w 8310212"/>
              <a:gd name="connsiteY0" fmla="*/ 309925 h 818290"/>
              <a:gd name="connsiteX1" fmla="*/ 0 w 8310212"/>
              <a:gd name="connsiteY1" fmla="*/ 818290 h 818290"/>
              <a:gd name="connsiteX0" fmla="*/ 8300578 w 8300578"/>
              <a:gd name="connsiteY0" fmla="*/ 844622 h 1352987"/>
              <a:gd name="connsiteX1" fmla="*/ 0 w 8300578"/>
              <a:gd name="connsiteY1" fmla="*/ 1352987 h 1352987"/>
              <a:gd name="connsiteX0" fmla="*/ 8357728 w 8357728"/>
              <a:gd name="connsiteY0" fmla="*/ 874232 h 1325447"/>
              <a:gd name="connsiteX1" fmla="*/ 0 w 8357728"/>
              <a:gd name="connsiteY1" fmla="*/ 1325447 h 1325447"/>
              <a:gd name="connsiteX0" fmla="*/ 8357728 w 8357728"/>
              <a:gd name="connsiteY0" fmla="*/ 905514 h 1356729"/>
              <a:gd name="connsiteX1" fmla="*/ 0 w 8357728"/>
              <a:gd name="connsiteY1" fmla="*/ 1356729 h 1356729"/>
              <a:gd name="connsiteX0" fmla="*/ 8357728 w 8357728"/>
              <a:gd name="connsiteY0" fmla="*/ 955071 h 1406286"/>
              <a:gd name="connsiteX1" fmla="*/ 0 w 8357728"/>
              <a:gd name="connsiteY1" fmla="*/ 1406286 h 1406286"/>
              <a:gd name="connsiteX0" fmla="*/ 8357728 w 8357728"/>
              <a:gd name="connsiteY0" fmla="*/ 872990 h 1324205"/>
              <a:gd name="connsiteX1" fmla="*/ 0 w 8357728"/>
              <a:gd name="connsiteY1" fmla="*/ 1324205 h 1324205"/>
              <a:gd name="connsiteX0" fmla="*/ 8357728 w 8357728"/>
              <a:gd name="connsiteY0" fmla="*/ 883679 h 1334894"/>
              <a:gd name="connsiteX1" fmla="*/ 0 w 8357728"/>
              <a:gd name="connsiteY1" fmla="*/ 1334894 h 133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57728" h="1334894">
                <a:moveTo>
                  <a:pt x="8357728" y="883679"/>
                </a:moveTo>
                <a:cubicBezTo>
                  <a:pt x="5427817" y="-144211"/>
                  <a:pt x="1538737" y="-595315"/>
                  <a:pt x="0" y="1334894"/>
                </a:cubicBezTo>
              </a:path>
            </a:pathLst>
          </a:custGeom>
          <a:noFill/>
          <a:ln w="38100">
            <a:solidFill>
              <a:srgbClr val="0070C0"/>
            </a:solidFill>
            <a:prstDash val="sysDash"/>
            <a:tailEnd type="non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模型 10" descr="Coast Guard Cutter">
                <a:extLst>
                  <a:ext uri="{FF2B5EF4-FFF2-40B4-BE49-F238E27FC236}">
                    <a16:creationId xmlns:a16="http://schemas.microsoft.com/office/drawing/2014/main" id="{CE5DFC57-7D41-3328-F250-BF01982BC84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5485492"/>
                  </p:ext>
                </p:extLst>
              </p:nvPr>
            </p:nvGraphicFramePr>
            <p:xfrm rot="6432993">
              <a:off x="8356023" y="2676498"/>
              <a:ext cx="1287498" cy="2942853"/>
            </p:xfrm>
            <a:graphic>
              <a:graphicData uri="http://schemas.microsoft.com/office/drawing/2017/model3d">
                <am3d:model3d r:embed="rId4">
                  <am3d:spPr>
                    <a:xfrm rot="6432993">
                      <a:off x="0" y="0"/>
                      <a:ext cx="1287498" cy="2942853"/>
                    </a:xfrm>
                    <a:prstGeom prst="rect">
                      <a:avLst/>
                    </a:prstGeom>
                  </am3d:spPr>
                  <am3d:camera>
                    <am3d:pos x="0" y="0" z="581494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44983" d="1000000"/>
                    <am3d:preTrans dx="164333" dy="-5745824" dz="-282768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6325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模型 10" descr="Coast Guard Cutter">
                <a:extLst>
                  <a:ext uri="{FF2B5EF4-FFF2-40B4-BE49-F238E27FC236}">
                    <a16:creationId xmlns:a16="http://schemas.microsoft.com/office/drawing/2014/main" id="{CE5DFC57-7D41-3328-F250-BF01982BC8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6432993">
                <a:off x="8356023" y="2676498"/>
                <a:ext cx="1287498" cy="2942853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1F02E19F-876D-FF1D-CA9C-7AB5BBC25F37}"/>
              </a:ext>
            </a:extLst>
          </p:cNvPr>
          <p:cNvCxnSpPr>
            <a:cxnSpLocks/>
          </p:cNvCxnSpPr>
          <p:nvPr/>
        </p:nvCxnSpPr>
        <p:spPr>
          <a:xfrm flipV="1">
            <a:off x="1671151" y="3600527"/>
            <a:ext cx="3208194" cy="1213499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681B6855-65AC-B2A4-C54E-4D8D8F81647C}"/>
              </a:ext>
            </a:extLst>
          </p:cNvPr>
          <p:cNvCxnSpPr>
            <a:cxnSpLocks/>
          </p:cNvCxnSpPr>
          <p:nvPr/>
        </p:nvCxnSpPr>
        <p:spPr>
          <a:xfrm>
            <a:off x="6858948" y="3500048"/>
            <a:ext cx="3736860" cy="113251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2374156-345F-23D8-26E4-94F5600744A7}"/>
              </a:ext>
            </a:extLst>
          </p:cNvPr>
          <p:cNvSpPr txBox="1"/>
          <p:nvPr/>
        </p:nvSpPr>
        <p:spPr>
          <a:xfrm>
            <a:off x="5211369" y="398682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实际航线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0197BA-1F08-C159-F86C-FD80418A1AA3}"/>
              </a:ext>
            </a:extLst>
          </p:cNvPr>
          <p:cNvSpPr txBox="1"/>
          <p:nvPr/>
        </p:nvSpPr>
        <p:spPr>
          <a:xfrm rot="-1200000">
            <a:off x="4027407" y="301620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初始航线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08BD6BE-153D-0BD8-0419-8CC28CFC14CB}"/>
              </a:ext>
            </a:extLst>
          </p:cNvPr>
          <p:cNvSpPr txBox="1"/>
          <p:nvPr/>
        </p:nvSpPr>
        <p:spPr>
          <a:xfrm rot="1200000">
            <a:off x="6556035" y="296704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最终航线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816AC2A9-DCF1-E271-70B4-E7DFFBE8CA11}"/>
              </a:ext>
            </a:extLst>
          </p:cNvPr>
          <p:cNvSpPr/>
          <p:nvPr/>
        </p:nvSpPr>
        <p:spPr>
          <a:xfrm rot="4159995">
            <a:off x="3228052" y="3021377"/>
            <a:ext cx="522370" cy="2270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3C1938-86B6-9AE4-C58B-08A09DB3DC43}"/>
              </a:ext>
            </a:extLst>
          </p:cNvPr>
          <p:cNvSpPr txBox="1"/>
          <p:nvPr/>
        </p:nvSpPr>
        <p:spPr>
          <a:xfrm>
            <a:off x="2508791" y="295204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干扰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41819DF-1554-1DA1-049C-9D9E21EC07AE}"/>
                  </a:ext>
                </a:extLst>
              </p:cNvPr>
              <p:cNvSpPr txBox="1"/>
              <p:nvPr/>
            </p:nvSpPr>
            <p:spPr>
              <a:xfrm>
                <a:off x="3538922" y="5719791"/>
                <a:ext cx="39604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s</m:t>
                        </m:r>
                      </m:sub>
                    </m:sSub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&gt;0</m:t>
                    </m:r>
                  </m:oMath>
                </a14:m>
                <a:r>
                  <a:rPr kumimoji="1" lang="zh-CN" altLang="en-US" sz="2400" dirty="0">
                    <a:latin typeface="+mn-ea"/>
                  </a:rPr>
                  <a:t>时具有直线稳定性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41819DF-1554-1DA1-049C-9D9E21EC0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922" y="5719791"/>
                <a:ext cx="3960440" cy="461665"/>
              </a:xfrm>
              <a:prstGeom prst="rect">
                <a:avLst/>
              </a:prstGeom>
              <a:blipFill>
                <a:blip r:embed="rId6"/>
                <a:stretch>
                  <a:fillRect l="-319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88967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船舶操纵运动野本模型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37AE9F-DA79-CA54-84F1-83F99F9F1A87}"/>
                  </a:ext>
                </a:extLst>
              </p:cNvPr>
              <p:cNvSpPr txBox="1"/>
              <p:nvPr/>
            </p:nvSpPr>
            <p:spPr>
              <a:xfrm>
                <a:off x="262558" y="1052736"/>
                <a:ext cx="9937104" cy="478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latin typeface="+mn-ea"/>
                  </a:rPr>
                  <a:t>模型两侧同除以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latin typeface="+mn-ea"/>
                  </a:rPr>
                  <a:t>，作拉式反变换，并令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400" dirty="0">
                    <a:effectLst/>
                  </a:rPr>
                  <a:t>，得二阶野本模型：</a:t>
                </a:r>
                <a:r>
                  <a:rPr lang="zh-CN" altLang="zh-CN" sz="2400" dirty="0">
                    <a:effectLst/>
                  </a:rPr>
                  <a:t> </a:t>
                </a:r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37AE9F-DA79-CA54-84F1-83F99F9F1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58" y="1052736"/>
                <a:ext cx="9937104" cy="478785"/>
              </a:xfrm>
              <a:prstGeom prst="rect">
                <a:avLst/>
              </a:prstGeom>
              <a:blipFill>
                <a:blip r:embed="rId2"/>
                <a:stretch>
                  <a:fillRect l="-1020" t="-789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055920-4ACF-4DBF-04E4-B2D9E59F595E}"/>
                  </a:ext>
                </a:extLst>
              </p:cNvPr>
              <p:cNvSpPr txBox="1"/>
              <p:nvPr/>
            </p:nvSpPr>
            <p:spPr>
              <a:xfrm>
                <a:off x="694606" y="1769813"/>
                <a:ext cx="9793088" cy="89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⃛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̈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YD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ND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055920-4ACF-4DBF-04E4-B2D9E59F5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06" y="1769813"/>
                <a:ext cx="9793088" cy="8999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0D532EA1-B869-16BE-6AF4-F752D8F91B57}"/>
              </a:ext>
            </a:extLst>
          </p:cNvPr>
          <p:cNvSpPr txBox="1"/>
          <p:nvPr/>
        </p:nvSpPr>
        <p:spPr>
          <a:xfrm>
            <a:off x="262558" y="2950215"/>
            <a:ext cx="1112254" cy="47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53C9993-6399-8D2C-9821-A3702A4E703C}"/>
                  </a:ext>
                </a:extLst>
              </p:cNvPr>
              <p:cNvSpPr txBox="1"/>
              <p:nvPr/>
            </p:nvSpPr>
            <p:spPr>
              <a:xfrm>
                <a:off x="1648094" y="2908095"/>
                <a:ext cx="8548467" cy="2404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𝑁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zh-CN" sz="24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𝑟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𝑚</m:t>
                              </m:r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zh-CN" sz="24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𝑣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𝑚𝑢</m:t>
                              </m:r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𝑟</m:t>
                                  </m:r>
                                </m:e>
                              </m:acc>
                            </m:sub>
                          </m:sSub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𝛿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; 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𝑚</m:t>
                              </m:r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acc>
                                    <m:accPr>
                                      <m:chr m:val="̇"/>
                                      <m:ctrlPr>
                                        <a:rPr lang="zh-CN" altLang="zh-CN" sz="24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𝑣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YD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;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; 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ND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=−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;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5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=−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𝑚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𝑣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53C9993-6399-8D2C-9821-A3702A4E7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094" y="2908095"/>
                <a:ext cx="8548467" cy="24045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91047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船舶操纵运动野本模型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055920-4ACF-4DBF-04E4-B2D9E59F595E}"/>
                  </a:ext>
                </a:extLst>
              </p:cNvPr>
              <p:cNvSpPr txBox="1"/>
              <p:nvPr/>
            </p:nvSpPr>
            <p:spPr>
              <a:xfrm>
                <a:off x="773350" y="1196752"/>
                <a:ext cx="9793088" cy="89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⃛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̈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YD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ND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055920-4ACF-4DBF-04E4-B2D9E59F5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50" y="1196752"/>
                <a:ext cx="9793088" cy="89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0D532EA1-B869-16BE-6AF4-F752D8F91B57}"/>
              </a:ext>
            </a:extLst>
          </p:cNvPr>
          <p:cNvSpPr txBox="1"/>
          <p:nvPr/>
        </p:nvSpPr>
        <p:spPr>
          <a:xfrm>
            <a:off x="158140" y="2111252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对上式作拉式变换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22040CE-DAF2-C9C7-4543-E6CC26059273}"/>
                  </a:ext>
                </a:extLst>
              </p:cNvPr>
              <p:cNvSpPr txBox="1"/>
              <p:nvPr/>
            </p:nvSpPr>
            <p:spPr>
              <a:xfrm>
                <a:off x="982638" y="2612758"/>
                <a:ext cx="9865096" cy="829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eqArr>
                        <m:eqArr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&amp;=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22040CE-DAF2-C9C7-4543-E6CC26059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38" y="2612758"/>
                <a:ext cx="9865096" cy="829907"/>
              </a:xfrm>
              <a:prstGeom prst="rect">
                <a:avLst/>
              </a:prstGeom>
              <a:blipFill>
                <a:blip r:embed="rId3"/>
                <a:stretch>
                  <a:fillRect l="-2574" t="-70149" b="-10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ED97871-D74A-D66C-4995-4ED9C3AD5D22}"/>
              </a:ext>
            </a:extLst>
          </p:cNvPr>
          <p:cNvSpPr txBox="1"/>
          <p:nvPr/>
        </p:nvSpPr>
        <p:spPr>
          <a:xfrm>
            <a:off x="178252" y="3503196"/>
            <a:ext cx="1164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4959977-1F42-4147-4524-B734D6065038}"/>
                  </a:ext>
                </a:extLst>
              </p:cNvPr>
              <p:cNvSpPr txBox="1"/>
              <p:nvPr/>
            </p:nvSpPr>
            <p:spPr>
              <a:xfrm>
                <a:off x="2422798" y="3877583"/>
                <a:ext cx="6093994" cy="2427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𝛿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d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YD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𝜓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ND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4959977-1F42-4147-4524-B734D6065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798" y="3877583"/>
                <a:ext cx="6093994" cy="2427909"/>
              </a:xfrm>
              <a:prstGeom prst="rect">
                <a:avLst/>
              </a:prstGeom>
              <a:blipFill>
                <a:blip r:embed="rId4"/>
                <a:stretch>
                  <a:fillRect b="-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686366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船舶操纵运动二阶野本模型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4959977-1F42-4147-4524-B734D6065038}"/>
                  </a:ext>
                </a:extLst>
              </p:cNvPr>
              <p:cNvSpPr txBox="1"/>
              <p:nvPr/>
            </p:nvSpPr>
            <p:spPr>
              <a:xfrm>
                <a:off x="2566814" y="1124744"/>
                <a:ext cx="6093994" cy="2427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𝛿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d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YD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𝜓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ND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4959977-1F42-4147-4524-B734D6065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1124744"/>
                <a:ext cx="6093994" cy="2427909"/>
              </a:xfrm>
              <a:prstGeom prst="rect">
                <a:avLst/>
              </a:prstGeom>
              <a:blipFill>
                <a:blip r:embed="rId2"/>
                <a:stretch>
                  <a:fillRect b="-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4378217F-6CEE-93E8-F408-3DBFB447FBE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191795" y="6125561"/>
            <a:ext cx="709877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0444942-FAE4-2C4E-6B07-2B2E3B381EDD}"/>
                  </a:ext>
                </a:extLst>
              </p:cNvPr>
              <p:cNvSpPr/>
              <p:nvPr/>
            </p:nvSpPr>
            <p:spPr>
              <a:xfrm>
                <a:off x="1901672" y="5712710"/>
                <a:ext cx="1685976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0444942-FAE4-2C4E-6B07-2B2E3B381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672" y="5712710"/>
                <a:ext cx="1685976" cy="825702"/>
              </a:xfrm>
              <a:prstGeom prst="rect">
                <a:avLst/>
              </a:prstGeom>
              <a:blipFill>
                <a:blip r:embed="rId3"/>
                <a:stretch>
                  <a:fillRect l="-1460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0D76707-9B7D-6AA3-1C84-2E3CDB8AB83D}"/>
                  </a:ext>
                </a:extLst>
              </p:cNvPr>
              <p:cNvSpPr txBox="1"/>
              <p:nvPr/>
            </p:nvSpPr>
            <p:spPr>
              <a:xfrm>
                <a:off x="6783632" y="5416942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0D76707-9B7D-6AA3-1C84-2E3CDB8A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632" y="5416942"/>
                <a:ext cx="5052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0BB2078-C3A0-5146-E1EE-40ACD5E5E3D2}"/>
                  </a:ext>
                </a:extLst>
              </p:cNvPr>
              <p:cNvSpPr txBox="1"/>
              <p:nvPr/>
            </p:nvSpPr>
            <p:spPr>
              <a:xfrm>
                <a:off x="6888132" y="3780160"/>
                <a:ext cx="10450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0BB2078-C3A0-5146-E1EE-40ACD5E5E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132" y="3780160"/>
                <a:ext cx="1045094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666D5B7-2D15-B758-172B-E166D8AD7AF0}"/>
                  </a:ext>
                </a:extLst>
              </p:cNvPr>
              <p:cNvSpPr/>
              <p:nvPr/>
            </p:nvSpPr>
            <p:spPr>
              <a:xfrm>
                <a:off x="7581368" y="5712710"/>
                <a:ext cx="2650124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666D5B7-2D15-B758-172B-E166D8AD7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368" y="5712710"/>
                <a:ext cx="2650124" cy="825702"/>
              </a:xfrm>
              <a:prstGeom prst="rect">
                <a:avLst/>
              </a:prstGeom>
              <a:blipFill>
                <a:blip r:embed="rId6"/>
                <a:stretch>
                  <a:fillRect l="-472" b="-1449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F5ED417C-1E2D-CC88-C0DA-C3A2B27380F0}"/>
              </a:ext>
            </a:extLst>
          </p:cNvPr>
          <p:cNvSpPr/>
          <p:nvPr/>
        </p:nvSpPr>
        <p:spPr>
          <a:xfrm>
            <a:off x="6617353" y="5943542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DC4B50C9-165A-CAEF-CF12-99C9A78C43FB}"/>
              </a:ext>
            </a:extLst>
          </p:cNvPr>
          <p:cNvCxnSpPr>
            <a:cxnSpLocks/>
            <a:stCxn id="3" idx="3"/>
            <a:endCxn id="20" idx="2"/>
          </p:cNvCxnSpPr>
          <p:nvPr/>
        </p:nvCxnSpPr>
        <p:spPr>
          <a:xfrm>
            <a:off x="3587648" y="6125561"/>
            <a:ext cx="633912" cy="911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AE2B528-795E-A26F-B150-7D10BB8003CB}"/>
              </a:ext>
            </a:extLst>
          </p:cNvPr>
          <p:cNvCxnSpPr>
            <a:cxnSpLocks/>
            <a:stCxn id="12" idx="6"/>
            <a:endCxn id="11" idx="1"/>
          </p:cNvCxnSpPr>
          <p:nvPr/>
        </p:nvCxnSpPr>
        <p:spPr>
          <a:xfrm>
            <a:off x="6978831" y="6124281"/>
            <a:ext cx="602537" cy="128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8C88E01E-C713-3DA4-5C99-EC7AFA259F2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10231492" y="6124281"/>
            <a:ext cx="775815" cy="128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6553F08-472A-D0F6-F1BD-169F2DCFE9BF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>
            <a:off x="6792378" y="5265890"/>
            <a:ext cx="5714" cy="677652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8DAE49D-4CD4-ABE0-4C42-86D2280C6B13}"/>
                  </a:ext>
                </a:extLst>
              </p:cNvPr>
              <p:cNvSpPr txBox="1"/>
              <p:nvPr/>
            </p:nvSpPr>
            <p:spPr>
              <a:xfrm>
                <a:off x="3888692" y="5437518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8DAE49D-4CD4-ABE0-4C42-86D2280C6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692" y="5437518"/>
                <a:ext cx="50526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5062606-ECB1-0A40-AD3F-EB830405EAC4}"/>
                  </a:ext>
                </a:extLst>
              </p:cNvPr>
              <p:cNvSpPr/>
              <p:nvPr/>
            </p:nvSpPr>
            <p:spPr>
              <a:xfrm>
                <a:off x="3395022" y="4440188"/>
                <a:ext cx="2006620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YD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5062606-ECB1-0A40-AD3F-EB830405E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022" y="4440188"/>
                <a:ext cx="2006620" cy="8257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7BEEF74-7407-C78A-46CF-AC5FDD8B3F14}"/>
                  </a:ext>
                </a:extLst>
              </p:cNvPr>
              <p:cNvSpPr/>
              <p:nvPr/>
            </p:nvSpPr>
            <p:spPr>
              <a:xfrm>
                <a:off x="5789068" y="4440188"/>
                <a:ext cx="2006620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ND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7BEEF74-7407-C78A-46CF-AC5FDD8B3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068" y="4440188"/>
                <a:ext cx="2006620" cy="82570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椭圆 19">
            <a:extLst>
              <a:ext uri="{FF2B5EF4-FFF2-40B4-BE49-F238E27FC236}">
                <a16:creationId xmlns:a16="http://schemas.microsoft.com/office/drawing/2014/main" id="{C7E13AC5-DD64-293E-8E07-C67446D9554B}"/>
              </a:ext>
            </a:extLst>
          </p:cNvPr>
          <p:cNvSpPr/>
          <p:nvPr/>
        </p:nvSpPr>
        <p:spPr>
          <a:xfrm>
            <a:off x="4221560" y="5953933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D89F6CF-9746-A428-08F0-3B2805363E14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4398332" y="5265890"/>
            <a:ext cx="3967" cy="688043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59E969F-C1EF-5E02-D5F3-A3C314FC9910}"/>
              </a:ext>
            </a:extLst>
          </p:cNvPr>
          <p:cNvCxnSpPr>
            <a:cxnSpLocks/>
          </p:cNvCxnSpPr>
          <p:nvPr/>
        </p:nvCxnSpPr>
        <p:spPr>
          <a:xfrm>
            <a:off x="4394365" y="3760043"/>
            <a:ext cx="3967" cy="688043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DAFD108-7FAD-DB38-7BC1-9C3FC15A0C05}"/>
              </a:ext>
            </a:extLst>
          </p:cNvPr>
          <p:cNvCxnSpPr>
            <a:cxnSpLocks/>
          </p:cNvCxnSpPr>
          <p:nvPr/>
        </p:nvCxnSpPr>
        <p:spPr>
          <a:xfrm>
            <a:off x="6792378" y="3760043"/>
            <a:ext cx="3967" cy="688043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0F44AF5-913E-E403-5D35-4EF3C8F9AE95}"/>
                  </a:ext>
                </a:extLst>
              </p:cNvPr>
              <p:cNvSpPr txBox="1"/>
              <p:nvPr/>
            </p:nvSpPr>
            <p:spPr>
              <a:xfrm>
                <a:off x="4449963" y="3780159"/>
                <a:ext cx="9800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0F44AF5-913E-E403-5D35-4EF3C8F9A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963" y="3780159"/>
                <a:ext cx="980076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313EF33-0948-F4E9-B831-EFBB8BC2113F}"/>
              </a:ext>
            </a:extLst>
          </p:cNvPr>
          <p:cNvCxnSpPr>
            <a:cxnSpLocks/>
            <a:stCxn id="20" idx="6"/>
            <a:endCxn id="12" idx="2"/>
          </p:cNvCxnSpPr>
          <p:nvPr/>
        </p:nvCxnSpPr>
        <p:spPr>
          <a:xfrm flipV="1">
            <a:off x="4583038" y="6124281"/>
            <a:ext cx="2034315" cy="1039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42E674E-64A1-C62D-C770-62188CA15AF3}"/>
                  </a:ext>
                </a:extLst>
              </p:cNvPr>
              <p:cNvSpPr txBox="1"/>
              <p:nvPr/>
            </p:nvSpPr>
            <p:spPr>
              <a:xfrm>
                <a:off x="1061643" y="5595486"/>
                <a:ext cx="751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42E674E-64A1-C62D-C770-62188CA15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43" y="5595486"/>
                <a:ext cx="751643" cy="461665"/>
              </a:xfrm>
              <a:prstGeom prst="rect">
                <a:avLst/>
              </a:prstGeom>
              <a:blipFill>
                <a:blip r:embed="rId11"/>
                <a:stretch>
                  <a:fillRect l="-1667" r="-8333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0A836D3-DAFD-A988-26AC-AE53E45FE37A}"/>
                  </a:ext>
                </a:extLst>
              </p:cNvPr>
              <p:cNvSpPr txBox="1"/>
              <p:nvPr/>
            </p:nvSpPr>
            <p:spPr>
              <a:xfrm>
                <a:off x="10287229" y="5576000"/>
                <a:ext cx="9023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240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0A836D3-DAFD-A988-26AC-AE53E45FE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229" y="5576000"/>
                <a:ext cx="902363" cy="461665"/>
              </a:xfrm>
              <a:prstGeom prst="rect">
                <a:avLst/>
              </a:prstGeom>
              <a:blipFill>
                <a:blip r:embed="rId12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80053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船舶操纵运动一阶野本模型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ACA591-1BFF-37F6-52E1-DB242F84E394}"/>
              </a:ext>
            </a:extLst>
          </p:cNvPr>
          <p:cNvSpPr txBox="1"/>
          <p:nvPr/>
        </p:nvSpPr>
        <p:spPr>
          <a:xfrm>
            <a:off x="158140" y="1052736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用惯性环节描述艏摇角速度运动方程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FE12D7-D50E-1D7B-F848-72EA116B8AEE}"/>
                  </a:ext>
                </a:extLst>
              </p:cNvPr>
              <p:cNvSpPr txBox="1"/>
              <p:nvPr/>
            </p:nvSpPr>
            <p:spPr>
              <a:xfrm>
                <a:off x="5807174" y="1028804"/>
                <a:ext cx="3840297" cy="546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sub>
                      </m:sSub>
                      <m:acc>
                        <m:accPr>
                          <m:chr m:val="̇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FE12D7-D50E-1D7B-F848-72EA116B8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74" y="1028804"/>
                <a:ext cx="3840297" cy="546240"/>
              </a:xfrm>
              <a:prstGeom prst="rect">
                <a:avLst/>
              </a:prstGeom>
              <a:blipFill>
                <a:blip r:embed="rId2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594A9A-92CC-57E9-F1FB-A20A3A98A1FF}"/>
                  </a:ext>
                </a:extLst>
              </p:cNvPr>
              <p:cNvSpPr txBox="1"/>
              <p:nvPr/>
            </p:nvSpPr>
            <p:spPr>
              <a:xfrm>
                <a:off x="233696" y="1760551"/>
                <a:ext cx="11377264" cy="886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𝐼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𝑁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 (正文 CS 字体)"/>
                              </a:rPr>
                              <m:t>𝜓</m:t>
                            </m:r>
                          </m:e>
                        </m:acc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𝐶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𝛿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分别为船舶的回转惯性力矩系数、回转中所受阻尼力矩系数和舵产生的回转力矩系数</a:t>
                </a:r>
                <a:r>
                  <a:rPr lang="zh-CN" altLang="zh-CN" sz="2400" dirty="0">
                    <a:effectLst/>
                    <a:latin typeface="+mn-ea"/>
                  </a:rPr>
                  <a:t> </a:t>
                </a:r>
                <a:endParaRPr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A594A9A-92CC-57E9-F1FB-A20A3A98A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96" y="1760551"/>
                <a:ext cx="11377264" cy="886525"/>
              </a:xfrm>
              <a:prstGeom prst="rect">
                <a:avLst/>
              </a:prstGeom>
              <a:blipFill>
                <a:blip r:embed="rId3"/>
                <a:stretch>
                  <a:fillRect l="-780" t="-5634"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823A12F-6D24-F76C-88D6-D67375E82744}"/>
                  </a:ext>
                </a:extLst>
              </p:cNvPr>
              <p:cNvSpPr txBox="1"/>
              <p:nvPr/>
            </p:nvSpPr>
            <p:spPr>
              <a:xfrm>
                <a:off x="2926460" y="2708838"/>
                <a:ext cx="6093994" cy="917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823A12F-6D24-F76C-88D6-D67375E82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460" y="2708838"/>
                <a:ext cx="6093994" cy="917174"/>
              </a:xfrm>
              <a:prstGeom prst="rect">
                <a:avLst/>
              </a:prstGeom>
              <a:blipFill>
                <a:blip r:embed="rId4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1887F104-9B4A-A31D-3C9F-38E31244AD27}"/>
              </a:ext>
            </a:extLst>
          </p:cNvPr>
          <p:cNvSpPr txBox="1"/>
          <p:nvPr/>
        </p:nvSpPr>
        <p:spPr>
          <a:xfrm>
            <a:off x="158140" y="2874810"/>
            <a:ext cx="2400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上式可改写为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6096C37-B452-E1DF-DAA0-137F54350177}"/>
                  </a:ext>
                </a:extLst>
              </p:cNvPr>
              <p:cNvSpPr txBox="1"/>
              <p:nvPr/>
            </p:nvSpPr>
            <p:spPr>
              <a:xfrm>
                <a:off x="3358902" y="3715312"/>
                <a:ext cx="6093994" cy="740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𝑇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𝜓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𝑁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𝜓</m:t>
                                </m:r>
                              </m:e>
                            </m:acc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𝜏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𝜏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𝜏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𝛿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𝑁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𝜓</m:t>
                                </m:r>
                              </m:e>
                            </m:acc>
                          </m:sub>
                        </m:sSub>
                      </m:den>
                    </m:f>
                  </m:oMath>
                </a14:m>
                <a:r>
                  <a:rPr lang="zh-CN" altLang="zh-CN" sz="2400" dirty="0">
                    <a:effectLst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6096C37-B452-E1DF-DAA0-137F54350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902" y="3715312"/>
                <a:ext cx="6093994" cy="740780"/>
              </a:xfrm>
              <a:prstGeom prst="rect">
                <a:avLst/>
              </a:prstGeom>
              <a:blipFill>
                <a:blip r:embed="rId5"/>
                <a:stretch>
                  <a:fillRect l="-208" b="-5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6477FD74-34A9-7380-F2A7-7E4F73EAA202}"/>
              </a:ext>
            </a:extLst>
          </p:cNvPr>
          <p:cNvSpPr txBox="1"/>
          <p:nvPr/>
        </p:nvSpPr>
        <p:spPr>
          <a:xfrm>
            <a:off x="163679" y="3741553"/>
            <a:ext cx="2400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6CC9B53-23FB-8AD8-D61A-8E449F793E1A}"/>
                  </a:ext>
                </a:extLst>
              </p:cNvPr>
              <p:cNvSpPr txBox="1"/>
              <p:nvPr/>
            </p:nvSpPr>
            <p:spPr>
              <a:xfrm>
                <a:off x="3358902" y="4548991"/>
                <a:ext cx="6093994" cy="494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𝛿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称为回转性参数，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𝑇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𝜓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称为稳定性参数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+mn-ea"/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6CC9B53-23FB-8AD8-D61A-8E449F793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902" y="4548991"/>
                <a:ext cx="6093994" cy="494559"/>
              </a:xfrm>
              <a:prstGeom prst="rect">
                <a:avLst/>
              </a:prstGeom>
              <a:blipFill>
                <a:blip r:embed="rId6"/>
                <a:stretch>
                  <a:fillRect l="-208" t="-10256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240662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船舶操纵运动一阶野本模型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6096C37-B452-E1DF-DAA0-137F54350177}"/>
                  </a:ext>
                </a:extLst>
              </p:cNvPr>
              <p:cNvSpPr txBox="1"/>
              <p:nvPr/>
            </p:nvSpPr>
            <p:spPr>
              <a:xfrm>
                <a:off x="2875331" y="1124744"/>
                <a:ext cx="6093994" cy="740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𝑇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𝜓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𝑁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𝜓</m:t>
                                </m:r>
                              </m:e>
                            </m:acc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𝜏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𝜏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𝜏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𝛿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𝑁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𝜓</m:t>
                                </m:r>
                              </m:e>
                            </m:acc>
                          </m:sub>
                        </m:sSub>
                      </m:den>
                    </m:f>
                  </m:oMath>
                </a14:m>
                <a:r>
                  <a:rPr lang="zh-CN" altLang="zh-CN" sz="2400" dirty="0">
                    <a:effectLst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6096C37-B452-E1DF-DAA0-137F54350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331" y="1124744"/>
                <a:ext cx="6093994" cy="740780"/>
              </a:xfrm>
              <a:prstGeom prst="rect">
                <a:avLst/>
              </a:prstGeom>
              <a:blipFill>
                <a:blip r:embed="rId2"/>
                <a:stretch>
                  <a:fillRect l="-208" b="-5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DE9CBE3D-A36E-5463-09B3-36614C183761}"/>
              </a:ext>
            </a:extLst>
          </p:cNvPr>
          <p:cNvSpPr txBox="1"/>
          <p:nvPr/>
        </p:nvSpPr>
        <p:spPr>
          <a:xfrm>
            <a:off x="445537" y="2059853"/>
            <a:ext cx="2400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作拉氏变换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8F15DC-10DB-FFB8-1D9F-70EEFF86B5C2}"/>
                  </a:ext>
                </a:extLst>
              </p:cNvPr>
              <p:cNvSpPr txBox="1"/>
              <p:nvPr/>
            </p:nvSpPr>
            <p:spPr>
              <a:xfrm>
                <a:off x="1918742" y="1830881"/>
                <a:ext cx="6093994" cy="919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8F15DC-10DB-FFB8-1D9F-70EEFF86B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742" y="1830881"/>
                <a:ext cx="6093994" cy="919611"/>
              </a:xfrm>
              <a:prstGeom prst="rect">
                <a:avLst/>
              </a:prstGeom>
              <a:blipFill>
                <a:blip r:embed="rId3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E3185F-A7F9-B52A-205E-A79E19AD995A}"/>
                  </a:ext>
                </a:extLst>
              </p:cNvPr>
              <p:cNvSpPr txBox="1"/>
              <p:nvPr/>
            </p:nvSpPr>
            <p:spPr>
              <a:xfrm>
                <a:off x="1474046" y="3104096"/>
                <a:ext cx="3168352" cy="2150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𝛿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𝜓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d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zh-CN" altLang="zh-CN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acc>
                                        <m:accPr>
                                          <m:chr m:val="̇"/>
                                          <m:ctrlPr>
                                            <a:rPr lang="zh-CN" altLang="zh-CN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 (正文 CS 字体)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sub>
                                  </m:sSub>
                                </m:den>
                              </m:f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𝜓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𝑠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E3185F-A7F9-B52A-205E-A79E19AD9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046" y="3104096"/>
                <a:ext cx="3168352" cy="2150782"/>
              </a:xfrm>
              <a:prstGeom prst="rect">
                <a:avLst/>
              </a:prstGeom>
              <a:blipFill>
                <a:blip r:embed="rId4"/>
                <a:stretch>
                  <a:fillRect b="-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0C6BD57-B2A4-77B3-143C-E7DA117E362B}"/>
              </a:ext>
            </a:extLst>
          </p:cNvPr>
          <p:cNvSpPr txBox="1"/>
          <p:nvPr/>
        </p:nvSpPr>
        <p:spPr>
          <a:xfrm>
            <a:off x="469973" y="3429000"/>
            <a:ext cx="87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于是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4F0249E5-F4C5-CE46-EFEA-36225021D7A0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143501" y="5254878"/>
            <a:ext cx="709877" cy="4556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2A37FE3-730E-9E85-0280-B96C65D296B5}"/>
                  </a:ext>
                </a:extLst>
              </p:cNvPr>
              <p:cNvSpPr/>
              <p:nvPr/>
            </p:nvSpPr>
            <p:spPr>
              <a:xfrm>
                <a:off x="5853378" y="4842027"/>
                <a:ext cx="1105924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2A37FE3-730E-9E85-0280-B96C65D296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378" y="4842027"/>
                <a:ext cx="1105924" cy="8257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8A6D3D6-E392-5E74-B770-47C0108299BD}"/>
                  </a:ext>
                </a:extLst>
              </p:cNvPr>
              <p:cNvSpPr txBox="1"/>
              <p:nvPr/>
            </p:nvSpPr>
            <p:spPr>
              <a:xfrm>
                <a:off x="7968117" y="471871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8A6D3D6-E392-5E74-B770-47C010829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117" y="4718716"/>
                <a:ext cx="50526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5E6837-6753-74AC-8F6F-D702D3897E17}"/>
                  </a:ext>
                </a:extLst>
              </p:cNvPr>
              <p:cNvSpPr txBox="1"/>
              <p:nvPr/>
            </p:nvSpPr>
            <p:spPr>
              <a:xfrm>
                <a:off x="7950837" y="3149027"/>
                <a:ext cx="10450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5E6837-6753-74AC-8F6F-D702D3897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837" y="3149027"/>
                <a:ext cx="1045094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37F77D5-9A87-A53D-689F-DB5A28D852F7}"/>
                  </a:ext>
                </a:extLst>
              </p:cNvPr>
              <p:cNvSpPr/>
              <p:nvPr/>
            </p:nvSpPr>
            <p:spPr>
              <a:xfrm>
                <a:off x="8921059" y="4842027"/>
                <a:ext cx="1612517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37F77D5-9A87-A53D-689F-DB5A28D85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059" y="4842027"/>
                <a:ext cx="1612517" cy="825702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椭圆 14">
            <a:extLst>
              <a:ext uri="{FF2B5EF4-FFF2-40B4-BE49-F238E27FC236}">
                <a16:creationId xmlns:a16="http://schemas.microsoft.com/office/drawing/2014/main" id="{9127D89A-49D6-E5D0-5EB9-45C285BE339B}"/>
              </a:ext>
            </a:extLst>
          </p:cNvPr>
          <p:cNvSpPr/>
          <p:nvPr/>
        </p:nvSpPr>
        <p:spPr>
          <a:xfrm>
            <a:off x="7759441" y="5074139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5CD1D0D-72D8-462A-6229-6C3443D30488}"/>
              </a:ext>
            </a:extLst>
          </p:cNvPr>
          <p:cNvCxnSpPr>
            <a:cxnSpLocks/>
            <a:stCxn id="15" idx="6"/>
            <a:endCxn id="14" idx="1"/>
          </p:cNvCxnSpPr>
          <p:nvPr/>
        </p:nvCxnSpPr>
        <p:spPr>
          <a:xfrm>
            <a:off x="8120919" y="5254878"/>
            <a:ext cx="800140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D618A12-7839-027C-04D7-BF829145756C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0533576" y="5249043"/>
            <a:ext cx="899022" cy="5835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84570E6-99D7-E701-0ACA-37DC9FE8A735}"/>
              </a:ext>
            </a:extLst>
          </p:cNvPr>
          <p:cNvCxnSpPr>
            <a:cxnSpLocks/>
            <a:stCxn id="19" idx="2"/>
            <a:endCxn id="15" idx="0"/>
          </p:cNvCxnSpPr>
          <p:nvPr/>
        </p:nvCxnSpPr>
        <p:spPr>
          <a:xfrm>
            <a:off x="7936501" y="4570919"/>
            <a:ext cx="3679" cy="50322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7C6642B-6A6E-FC90-501A-EAB56737A024}"/>
                  </a:ext>
                </a:extLst>
              </p:cNvPr>
              <p:cNvSpPr/>
              <p:nvPr/>
            </p:nvSpPr>
            <p:spPr>
              <a:xfrm>
                <a:off x="7342493" y="3745217"/>
                <a:ext cx="1188016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acc>
                                <m:accPr>
                                  <m:chr m:val="̇"/>
                                  <m:ctrlPr>
                                    <a:rPr lang="zh-CN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7C6642B-6A6E-FC90-501A-EAB56737A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493" y="3745217"/>
                <a:ext cx="1188016" cy="825702"/>
              </a:xfrm>
              <a:prstGeom prst="rect">
                <a:avLst/>
              </a:prstGeom>
              <a:blipFill>
                <a:blip r:embed="rId9"/>
                <a:stretch>
                  <a:fillRect b="-10145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A0B039F0-AF17-F4C8-845C-893C63785C3A}"/>
              </a:ext>
            </a:extLst>
          </p:cNvPr>
          <p:cNvCxnSpPr>
            <a:cxnSpLocks/>
          </p:cNvCxnSpPr>
          <p:nvPr/>
        </p:nvCxnSpPr>
        <p:spPr>
          <a:xfrm>
            <a:off x="7936501" y="3021789"/>
            <a:ext cx="3967" cy="688043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9CE7CD1-8802-91A2-0CCD-DED312BF2BCE}"/>
              </a:ext>
            </a:extLst>
          </p:cNvPr>
          <p:cNvCxnSpPr>
            <a:cxnSpLocks/>
            <a:stCxn id="11" idx="3"/>
            <a:endCxn id="15" idx="2"/>
          </p:cNvCxnSpPr>
          <p:nvPr/>
        </p:nvCxnSpPr>
        <p:spPr>
          <a:xfrm>
            <a:off x="6959302" y="5254878"/>
            <a:ext cx="80013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033F439-9F43-ECF2-160E-9E04BE6D6B52}"/>
                  </a:ext>
                </a:extLst>
              </p:cNvPr>
              <p:cNvSpPr txBox="1"/>
              <p:nvPr/>
            </p:nvSpPr>
            <p:spPr>
              <a:xfrm>
                <a:off x="5044964" y="4720247"/>
                <a:ext cx="751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033F439-9F43-ECF2-160E-9E04BE6D6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964" y="4720247"/>
                <a:ext cx="751643" cy="461665"/>
              </a:xfrm>
              <a:prstGeom prst="rect">
                <a:avLst/>
              </a:prstGeom>
              <a:blipFill>
                <a:blip r:embed="rId10"/>
                <a:stretch>
                  <a:fillRect l="-3333" r="-8333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3E45273-6039-784B-5A44-BE5B11D0A4B6}"/>
                  </a:ext>
                </a:extLst>
              </p:cNvPr>
              <p:cNvSpPr txBox="1"/>
              <p:nvPr/>
            </p:nvSpPr>
            <p:spPr>
              <a:xfrm>
                <a:off x="10590347" y="4720247"/>
                <a:ext cx="9023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240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3E45273-6039-784B-5A44-BE5B11D0A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0347" y="4720247"/>
                <a:ext cx="902363" cy="461665"/>
              </a:xfrm>
              <a:prstGeom prst="rect">
                <a:avLst/>
              </a:prstGeom>
              <a:blipFill>
                <a:blip r:embed="rId11"/>
                <a:stretch>
                  <a:fillRect r="-1389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41914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舵伺服系统数学模型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E3185F-A7F9-B52A-205E-A79E19AD995A}"/>
                  </a:ext>
                </a:extLst>
              </p:cNvPr>
              <p:cNvSpPr txBox="1"/>
              <p:nvPr/>
            </p:nvSpPr>
            <p:spPr>
              <a:xfrm>
                <a:off x="2638822" y="2204864"/>
                <a:ext cx="4584083" cy="8947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E3185F-A7F9-B52A-205E-A79E19AD9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22" y="2204864"/>
                <a:ext cx="4584083" cy="894797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0C6BD57-B2A4-77B3-143C-E7DA117E362B}"/>
              </a:ext>
            </a:extLst>
          </p:cNvPr>
          <p:cNvSpPr txBox="1"/>
          <p:nvPr/>
        </p:nvSpPr>
        <p:spPr>
          <a:xfrm>
            <a:off x="406574" y="1196752"/>
            <a:ext cx="9657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伺服系统主要由控制器、功放与驱动装置和舵机三个部分组成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77CE0E9-4904-54C6-B159-E43D44B3DCC9}"/>
                  </a:ext>
                </a:extLst>
              </p:cNvPr>
              <p:cNvSpPr txBox="1"/>
              <p:nvPr/>
            </p:nvSpPr>
            <p:spPr>
              <a:xfrm>
                <a:off x="406574" y="3510964"/>
                <a:ext cx="11501423" cy="494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𝑡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𝑄</m:t>
                        </m:r>
                      </m:sub>
                    </m:sSub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≪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𝑇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𝜓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，所以，在设计航向控制系统时，通常可将伺服系统近似为一个比例环节。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+mn-ea"/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77CE0E9-4904-54C6-B159-E43D44B3D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3510964"/>
                <a:ext cx="11501423" cy="494751"/>
              </a:xfrm>
              <a:prstGeom prst="rect">
                <a:avLst/>
              </a:prstGeom>
              <a:blipFill>
                <a:blip r:embed="rId3"/>
                <a:stretch>
                  <a:fillRect t="-10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61315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158140" y="344921"/>
            <a:ext cx="576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船舶航向控制系统结构图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C6BD57-B2A4-77B3-143C-E7DA117E362B}"/>
              </a:ext>
            </a:extLst>
          </p:cNvPr>
          <p:cNvSpPr txBox="1"/>
          <p:nvPr/>
        </p:nvSpPr>
        <p:spPr>
          <a:xfrm>
            <a:off x="406575" y="1196752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+mn-ea"/>
              </a:rPr>
              <a:t>反馈通道数学模型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149E48-46EA-76C8-AF20-1294D9E003E4}"/>
              </a:ext>
            </a:extLst>
          </p:cNvPr>
          <p:cNvSpPr txBox="1"/>
          <p:nvPr/>
        </p:nvSpPr>
        <p:spPr>
          <a:xfrm>
            <a:off x="4150990" y="1196752"/>
            <a:ext cx="7272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ffectLst/>
                <a:latin typeface="+mn-ea"/>
                <a:cs typeface="Times New Roman (正文 CS 字体)"/>
              </a:rPr>
              <a:t>测量一般采用电罗经，电罗经的响应比电液伺服系统和船舵系统的响应快得多，故可近似为比例环节</a:t>
            </a:r>
            <a:r>
              <a:rPr lang="zh-CN" altLang="zh-CN" sz="2400" dirty="0">
                <a:effectLst/>
                <a:latin typeface="+mn-ea"/>
              </a:rPr>
              <a:t> </a:t>
            </a:r>
            <a:endParaRPr lang="zh-CN" altLang="en-US" sz="2400" dirty="0">
              <a:latin typeface="+mn-ea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226AF33C-1ACB-80C9-9951-AD1564E7A6AA}"/>
              </a:ext>
            </a:extLst>
          </p:cNvPr>
          <p:cNvCxnSpPr>
            <a:cxnSpLocks/>
            <a:stCxn id="23" idx="3"/>
            <a:endCxn id="11" idx="1"/>
          </p:cNvCxnSpPr>
          <p:nvPr/>
        </p:nvCxnSpPr>
        <p:spPr>
          <a:xfrm>
            <a:off x="3373833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2910490-5285-B646-457A-A4F35CDFF964}"/>
                  </a:ext>
                </a:extLst>
              </p:cNvPr>
              <p:cNvSpPr/>
              <p:nvPr/>
            </p:nvSpPr>
            <p:spPr>
              <a:xfrm>
                <a:off x="6814620" y="3039410"/>
                <a:ext cx="1105924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2910490-5285-B646-457A-A4F35CDFF9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620" y="3039410"/>
                <a:ext cx="1105924" cy="825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1959AC-F084-C393-55D4-A6EACDD5C332}"/>
                  </a:ext>
                </a:extLst>
              </p:cNvPr>
              <p:cNvSpPr txBox="1"/>
              <p:nvPr/>
            </p:nvSpPr>
            <p:spPr>
              <a:xfrm>
                <a:off x="8501174" y="2817198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1959AC-F084-C393-55D4-A6EACDD5C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174" y="2817198"/>
                <a:ext cx="50526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8AB63BA-C35B-0E10-F9CB-5FAD5BD7F03E}"/>
                  </a:ext>
                </a:extLst>
              </p:cNvPr>
              <p:cNvSpPr txBox="1"/>
              <p:nvPr/>
            </p:nvSpPr>
            <p:spPr>
              <a:xfrm>
                <a:off x="8553283" y="2371319"/>
                <a:ext cx="17501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8AB63BA-C35B-0E10-F9CB-5FAD5BD7F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283" y="2371319"/>
                <a:ext cx="1750159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E70D651-1887-1F42-34A5-CE7D341F3CD7}"/>
                  </a:ext>
                </a:extLst>
              </p:cNvPr>
              <p:cNvSpPr/>
              <p:nvPr/>
            </p:nvSpPr>
            <p:spPr>
              <a:xfrm>
                <a:off x="3748202" y="3039410"/>
                <a:ext cx="2692049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E70D651-1887-1F42-34A5-CE7D341F3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202" y="3039410"/>
                <a:ext cx="2692049" cy="825702"/>
              </a:xfrm>
              <a:prstGeom prst="rect">
                <a:avLst/>
              </a:prstGeom>
              <a:blipFill>
                <a:blip r:embed="rId5"/>
                <a:stretch>
                  <a:fillRect b="-10294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470B7131-AB44-93C7-FDB6-11BB81C26844}"/>
              </a:ext>
            </a:extLst>
          </p:cNvPr>
          <p:cNvSpPr/>
          <p:nvPr/>
        </p:nvSpPr>
        <p:spPr>
          <a:xfrm>
            <a:off x="8294913" y="3271522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DC9254DB-9AFD-D135-EB6B-1A8499B142FF}"/>
              </a:ext>
            </a:extLst>
          </p:cNvPr>
          <p:cNvCxnSpPr>
            <a:cxnSpLocks/>
            <a:stCxn id="22" idx="6"/>
            <a:endCxn id="23" idx="1"/>
          </p:cNvCxnSpPr>
          <p:nvPr/>
        </p:nvCxnSpPr>
        <p:spPr>
          <a:xfrm>
            <a:off x="1811448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38BFC52A-4E94-858C-1F85-347EEB2E891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475652" y="2362874"/>
            <a:ext cx="0" cy="908648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CC72389B-AA1B-026E-C1E4-A0DCC9158461}"/>
              </a:ext>
            </a:extLst>
          </p:cNvPr>
          <p:cNvCxnSpPr>
            <a:cxnSpLocks/>
            <a:stCxn id="12" idx="6"/>
            <a:endCxn id="21" idx="1"/>
          </p:cNvCxnSpPr>
          <p:nvPr/>
        </p:nvCxnSpPr>
        <p:spPr>
          <a:xfrm>
            <a:off x="8656391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54CC77B-D528-A73B-2F73-5F01BA02DA7B}"/>
                  </a:ext>
                </a:extLst>
              </p:cNvPr>
              <p:cNvSpPr/>
              <p:nvPr/>
            </p:nvSpPr>
            <p:spPr>
              <a:xfrm>
                <a:off x="5626604" y="4277963"/>
                <a:ext cx="1188016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54CC77B-D528-A73B-2F73-5F01BA02DA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604" y="4277963"/>
                <a:ext cx="1188016" cy="825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76911745-D91C-FA89-782B-74A8BC7C979C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0332435" y="3452261"/>
            <a:ext cx="924526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C7BC03F-5C96-1A08-F5B1-86B5DB6A3775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>
            <a:off x="7920544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9A8C9C5-7204-B3F9-4501-C03D5FD4D66A}"/>
                  </a:ext>
                </a:extLst>
              </p:cNvPr>
              <p:cNvSpPr txBox="1"/>
              <p:nvPr/>
            </p:nvSpPr>
            <p:spPr>
              <a:xfrm>
                <a:off x="720327" y="2889531"/>
                <a:ext cx="751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9A8C9C5-7204-B3F9-4501-C03D5FD4D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27" y="2889531"/>
                <a:ext cx="751643" cy="461665"/>
              </a:xfrm>
              <a:prstGeom prst="rect">
                <a:avLst/>
              </a:prstGeom>
              <a:blipFill>
                <a:blip r:embed="rId7"/>
                <a:stretch>
                  <a:fillRect l="-1667" r="-11667"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7788C1D-73A5-49DC-7DDE-FEF1C21627A9}"/>
                  </a:ext>
                </a:extLst>
              </p:cNvPr>
              <p:cNvSpPr txBox="1"/>
              <p:nvPr/>
            </p:nvSpPr>
            <p:spPr>
              <a:xfrm>
                <a:off x="10381072" y="2875820"/>
                <a:ext cx="9023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7788C1D-73A5-49DC-7DDE-FEF1C2162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072" y="2875820"/>
                <a:ext cx="902363" cy="461665"/>
              </a:xfrm>
              <a:prstGeom prst="rect">
                <a:avLst/>
              </a:prstGeom>
              <a:blipFill>
                <a:blip r:embed="rId8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62B38F7-819D-95D3-4DB2-D9160CE18FA1}"/>
                  </a:ext>
                </a:extLst>
              </p:cNvPr>
              <p:cNvSpPr/>
              <p:nvPr/>
            </p:nvSpPr>
            <p:spPr>
              <a:xfrm>
                <a:off x="9030760" y="3039410"/>
                <a:ext cx="1301675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62B38F7-819D-95D3-4DB2-D9160CE18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60" y="3039410"/>
                <a:ext cx="1301675" cy="82570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椭圆 21">
            <a:extLst>
              <a:ext uri="{FF2B5EF4-FFF2-40B4-BE49-F238E27FC236}">
                <a16:creationId xmlns:a16="http://schemas.microsoft.com/office/drawing/2014/main" id="{C497386B-463D-7ABD-32C2-FF7B5B8623C3}"/>
              </a:ext>
            </a:extLst>
          </p:cNvPr>
          <p:cNvSpPr/>
          <p:nvPr/>
        </p:nvSpPr>
        <p:spPr>
          <a:xfrm>
            <a:off x="1449970" y="3271522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29A971-FE2A-981E-DC8C-6E86EA75D68E}"/>
              </a:ext>
            </a:extLst>
          </p:cNvPr>
          <p:cNvSpPr/>
          <p:nvPr/>
        </p:nvSpPr>
        <p:spPr>
          <a:xfrm>
            <a:off x="2185817" y="3039410"/>
            <a:ext cx="1188016" cy="8257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/>
          <a:lstStyle/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航向控制器</a:t>
            </a:r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E5D8706A-9044-7A05-5DEA-AC94C19F9CC1}"/>
              </a:ext>
            </a:extLst>
          </p:cNvPr>
          <p:cNvCxnSpPr>
            <a:cxnSpLocks/>
            <a:stCxn id="25" idx="4"/>
            <a:endCxn id="16" idx="3"/>
          </p:cNvCxnSpPr>
          <p:nvPr/>
        </p:nvCxnSpPr>
        <p:spPr>
          <a:xfrm rot="5400000">
            <a:off x="8229330" y="2125446"/>
            <a:ext cx="1150658" cy="3980078"/>
          </a:xfrm>
          <a:prstGeom prst="bentConnector2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502974C5-AD54-39E9-B15A-26E2F0B95453}"/>
              </a:ext>
            </a:extLst>
          </p:cNvPr>
          <p:cNvSpPr/>
          <p:nvPr/>
        </p:nvSpPr>
        <p:spPr>
          <a:xfrm>
            <a:off x="10706803" y="3364366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3BB439BC-7375-E29A-7336-5AE48533F289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>
            <a:off x="6440251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D72D3B8-D1A6-0E19-0F45-B16AC4611750}"/>
                  </a:ext>
                </a:extLst>
              </p:cNvPr>
              <p:cNvSpPr txBox="1"/>
              <p:nvPr/>
            </p:nvSpPr>
            <p:spPr>
              <a:xfrm>
                <a:off x="1713003" y="354015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D72D3B8-D1A6-0E19-0F45-B16AC4611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03" y="3540156"/>
                <a:ext cx="50526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D478F47D-71FA-2791-A703-27FB8B916FF9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657012" y="3452261"/>
            <a:ext cx="7929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2075F816-4FA2-DC1B-DE6B-0877A6AD87FD}"/>
              </a:ext>
            </a:extLst>
          </p:cNvPr>
          <p:cNvCxnSpPr>
            <a:cxnSpLocks/>
            <a:stCxn id="16" idx="1"/>
            <a:endCxn id="22" idx="4"/>
          </p:cNvCxnSpPr>
          <p:nvPr/>
        </p:nvCxnSpPr>
        <p:spPr>
          <a:xfrm rot="10800000">
            <a:off x="1630710" y="3633000"/>
            <a:ext cx="3995895" cy="1057814"/>
          </a:xfrm>
          <a:prstGeom prst="bentConnector2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6BE5FC2-E9A7-8F38-30A0-15259301B968}"/>
                  </a:ext>
                </a:extLst>
              </p:cNvPr>
              <p:cNvSpPr txBox="1"/>
              <p:nvPr/>
            </p:nvSpPr>
            <p:spPr>
              <a:xfrm>
                <a:off x="3414183" y="5578355"/>
                <a:ext cx="6093994" cy="700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𝐺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  <m:d>
                          <m:d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𝜓</m:t>
                                </m:r>
                              </m:sub>
                            </m:s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𝐺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+1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  <m:d>
                          <m:d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6BE5FC2-E9A7-8F38-30A0-15259301B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183" y="5578355"/>
                <a:ext cx="6093994" cy="700320"/>
              </a:xfrm>
              <a:prstGeom prst="rect">
                <a:avLst/>
              </a:prstGeom>
              <a:blipFill>
                <a:blip r:embed="rId11"/>
                <a:stretch>
                  <a:fillRect l="-208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416361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413069ED-CC78-524A-9EA9-F299EF2AE143}"/>
              </a:ext>
            </a:extLst>
          </p:cNvPr>
          <p:cNvGraphicFramePr>
            <a:graphicFrameLocks noGrp="1"/>
          </p:cNvGraphicFramePr>
          <p:nvPr/>
        </p:nvGraphicFramePr>
        <p:xfrm>
          <a:off x="614452" y="1224070"/>
          <a:ext cx="11089230" cy="36450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48812521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74436364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84678681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4352765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46338608"/>
                    </a:ext>
                  </a:extLst>
                </a:gridCol>
                <a:gridCol w="2808310">
                  <a:extLst>
                    <a:ext uri="{9D8B030D-6E8A-4147-A177-3AD203B41FA5}">
                      <a16:colId xmlns:a16="http://schemas.microsoft.com/office/drawing/2014/main" val="345400497"/>
                    </a:ext>
                  </a:extLst>
                </a:gridCol>
              </a:tblGrid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缺点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转传递函数方法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缺点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219031"/>
                  </a:ext>
                </a:extLst>
              </a:tr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微分方程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反映机理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计算复杂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拉普拉斯变换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查表可得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复杂情况计算麻烦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02836"/>
                  </a:ext>
                </a:extLst>
              </a:tr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结构图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反映结构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画图繁琐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结构图等效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计算简便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部分回路无法解开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4999"/>
                  </a:ext>
                </a:extLst>
              </a:tr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信号流图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反映拓扑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高度抽象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梅森增益公式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计算简便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容易漏数回路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0162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A5F7062-9B5F-174A-8622-E17D3AD58534}"/>
                  </a:ext>
                </a:extLst>
              </p:cNvPr>
              <p:cNvSpPr txBox="1"/>
              <p:nvPr/>
            </p:nvSpPr>
            <p:spPr>
              <a:xfrm>
                <a:off x="-1584176" y="7173416"/>
                <a:ext cx="3168352" cy="1509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A5F7062-9B5F-174A-8622-E17D3AD5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84176" y="7173416"/>
                <a:ext cx="3168352" cy="1509837"/>
              </a:xfrm>
              <a:prstGeom prst="rect">
                <a:avLst/>
              </a:prstGeom>
              <a:blipFill>
                <a:blip r:embed="rId3"/>
                <a:stretch>
                  <a:fillRect l="-12800" t="-120833" r="-800" b="-18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图示 3">
                <a:extLst>
                  <a:ext uri="{FF2B5EF4-FFF2-40B4-BE49-F238E27FC236}">
                    <a16:creationId xmlns:a16="http://schemas.microsoft.com/office/drawing/2014/main" id="{5A7A51BD-17D0-9146-8EE4-16174F613A5C}"/>
                  </a:ext>
                </a:extLst>
              </p:cNvPr>
              <p:cNvGraphicFramePr/>
              <p:nvPr/>
            </p:nvGraphicFramePr>
            <p:xfrm>
              <a:off x="838622" y="5085184"/>
              <a:ext cx="10873208" cy="11248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4" name="图示 3">
                <a:extLst>
                  <a:ext uri="{FF2B5EF4-FFF2-40B4-BE49-F238E27FC236}">
                    <a16:creationId xmlns:a16="http://schemas.microsoft.com/office/drawing/2014/main" id="{5A7A51BD-17D0-9146-8EE4-16174F613A5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27764540"/>
                  </p:ext>
                </p:extLst>
              </p:nvPr>
            </p:nvGraphicFramePr>
            <p:xfrm>
              <a:off x="838622" y="5085184"/>
              <a:ext cx="10873208" cy="11248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5" name="TextBox 3">
            <a:extLst>
              <a:ext uri="{FF2B5EF4-FFF2-40B4-BE49-F238E27FC236}">
                <a16:creationId xmlns:a16="http://schemas.microsoft.com/office/drawing/2014/main" id="{3A6DC8ED-196D-7A42-B5B9-45936AF46C0B}"/>
              </a:ext>
            </a:extLst>
          </p:cNvPr>
          <p:cNvSpPr txBox="1"/>
          <p:nvPr/>
        </p:nvSpPr>
        <p:spPr>
          <a:xfrm>
            <a:off x="614452" y="332656"/>
            <a:ext cx="407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课程小结</a:t>
            </a:r>
          </a:p>
        </p:txBody>
      </p:sp>
    </p:spTree>
    <p:extLst>
      <p:ext uri="{BB962C8B-B14F-4D97-AF65-F5344CB8AC3E}">
        <p14:creationId xmlns:p14="http://schemas.microsoft.com/office/powerpoint/2010/main" val="202598985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5313421-624F-544A-95AB-B2DEF2D01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E5313421-624F-544A-95AB-B2DEF2D01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E5313421-624F-544A-95AB-B2DEF2D01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454D93-B5C6-8543-BC1A-9FC8D44B88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EA454D93-B5C6-8543-BC1A-9FC8D44B88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>
                                            <p:graphicEl>
                                              <a:dgm id="{EA454D93-B5C6-8543-BC1A-9FC8D44B88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C36972-7C0B-EC4E-8797-DE731818D4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BAC36972-7C0B-EC4E-8797-DE731818D4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BAC36972-7C0B-EC4E-8797-DE731818D4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898EE96-D05B-6CC8-F3DD-9BE673DF5E39}"/>
              </a:ext>
            </a:extLst>
          </p:cNvPr>
          <p:cNvGrpSpPr/>
          <p:nvPr/>
        </p:nvGrpSpPr>
        <p:grpSpPr>
          <a:xfrm>
            <a:off x="622598" y="1268413"/>
            <a:ext cx="10776909" cy="3833556"/>
            <a:chOff x="622598" y="1268413"/>
            <a:chExt cx="10776909" cy="3833556"/>
          </a:xfrm>
        </p:grpSpPr>
        <p:sp>
          <p:nvSpPr>
            <p:cNvPr id="10" name="说明4">
              <a:extLst>
                <a:ext uri="{FF2B5EF4-FFF2-40B4-BE49-F238E27FC236}">
                  <a16:creationId xmlns:a16="http://schemas.microsoft.com/office/drawing/2014/main" id="{8A1671A6-B890-1834-BBDB-B49E5D404371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梅森公式解决信号流图和系统框图问题讲解：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/video/BV1Qb4y1k7sV?share_source=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11" name="图片 10" descr="图片包含 文本&#10;&#10;描述已自动生成">
              <a:extLst>
                <a:ext uri="{FF2B5EF4-FFF2-40B4-BE49-F238E27FC236}">
                  <a16:creationId xmlns:a16="http://schemas.microsoft.com/office/drawing/2014/main" id="{630C2BC5-D873-6893-3E6F-359720C5C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598" y="1268413"/>
              <a:ext cx="2933700" cy="1714500"/>
            </a:xfrm>
            <a:prstGeom prst="rect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0E041B8F-E2A0-5F81-7F78-E40C470FA1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4106" y="3387469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说明1">
            <a:extLst>
              <a:ext uri="{FF2B5EF4-FFF2-40B4-BE49-F238E27FC236}">
                <a16:creationId xmlns:a16="http://schemas.microsoft.com/office/drawing/2014/main" id="{69666A14-AAAB-EF07-0D87-C1B19BA92414}"/>
              </a:ext>
            </a:extLst>
          </p:cNvPr>
          <p:cNvSpPr txBox="1"/>
          <p:nvPr/>
        </p:nvSpPr>
        <p:spPr>
          <a:xfrm>
            <a:off x="3935413" y="2749986"/>
            <a:ext cx="77743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Mason, S. J. (1956). Feedback theory: Further properties of signal flow graphs.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Sundararajan, D. (2022). Block Diagrams and Signal-Flow Graphs. In Control Systems (pp. 99-110). Springer, Cham.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22A7D92-052B-9D9B-F87B-B1DC85FB106A}"/>
              </a:ext>
            </a:extLst>
          </p:cNvPr>
          <p:cNvGrpSpPr/>
          <p:nvPr/>
        </p:nvGrpSpPr>
        <p:grpSpPr>
          <a:xfrm>
            <a:off x="4143113" y="3279054"/>
            <a:ext cx="7256394" cy="3064307"/>
            <a:chOff x="4143113" y="3279054"/>
            <a:chExt cx="7256394" cy="3064307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143113" y="4884396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027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028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文本, 信件&#10;&#10;描述已自动生成">
              <a:extLst>
                <a:ext uri="{FF2B5EF4-FFF2-40B4-BE49-F238E27FC236}">
                  <a16:creationId xmlns:a16="http://schemas.microsoft.com/office/drawing/2014/main" id="{27F34B36-701D-5F99-B29B-E1AD09B72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7413" y="3279054"/>
              <a:ext cx="2374900" cy="1638300"/>
            </a:xfrm>
            <a:prstGeom prst="rect">
              <a:avLst/>
            </a:prstGeom>
          </p:spPr>
        </p:pic>
        <p:pic>
          <p:nvPicPr>
            <p:cNvPr id="8" name="图片 7" descr="文本&#10;&#10;描述已自动生成">
              <a:extLst>
                <a:ext uri="{FF2B5EF4-FFF2-40B4-BE49-F238E27FC236}">
                  <a16:creationId xmlns:a16="http://schemas.microsoft.com/office/drawing/2014/main" id="{DA8EB77E-52D5-2F6C-3DBB-08FEC89A9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07" y="5047961"/>
              <a:ext cx="2895600" cy="1295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>
            <a:extLst>
              <a:ext uri="{FF2B5EF4-FFF2-40B4-BE49-F238E27FC236}">
                <a16:creationId xmlns:a16="http://schemas.microsoft.com/office/drawing/2014/main" id="{0D9F92EB-3CA9-A902-A182-049D79C981E7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6EC177CA-D300-484D-6148-089EE9AAE0F2}"/>
              </a:ext>
            </a:extLst>
          </p:cNvPr>
          <p:cNvSpPr/>
          <p:nvPr/>
        </p:nvSpPr>
        <p:spPr bwMode="auto">
          <a:xfrm>
            <a:off x="622598" y="1665645"/>
            <a:ext cx="5909732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16C9D5-7D40-F139-7191-700C560BA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1258507"/>
            <a:ext cx="2540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896196-19CB-D853-E30B-3478509D4076}"/>
              </a:ext>
            </a:extLst>
          </p:cNvPr>
          <p:cNvSpPr txBox="1"/>
          <p:nvPr/>
        </p:nvSpPr>
        <p:spPr>
          <a:xfrm>
            <a:off x="6703897" y="4413727"/>
            <a:ext cx="4464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Samuel Jefferson Mason</a:t>
            </a:r>
          </a:p>
          <a:p>
            <a:pPr algn="ctr"/>
            <a:r>
              <a:rPr kumimoji="1" lang="e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(1921–1974)</a:t>
            </a:r>
            <a:endParaRPr kumimoji="1"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855460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19119</TotalTime>
  <Words>1627</Words>
  <Application>Microsoft Macintosh PowerPoint</Application>
  <PresentationFormat>自定义</PresentationFormat>
  <Paragraphs>434</Paragraphs>
  <Slides>26</Slides>
  <Notes>7</Notes>
  <HiddenSlides>10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538</cp:revision>
  <dcterms:created xsi:type="dcterms:W3CDTF">2012-09-21T08:06:35Z</dcterms:created>
  <dcterms:modified xsi:type="dcterms:W3CDTF">2024-09-27T07:07:36Z</dcterms:modified>
  <cp:category/>
</cp:coreProperties>
</file>