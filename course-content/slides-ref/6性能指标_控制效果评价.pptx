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353" r:id="rId2"/>
    <p:sldId id="510" r:id="rId3"/>
    <p:sldId id="511" r:id="rId4"/>
    <p:sldId id="475" r:id="rId5"/>
    <p:sldId id="488" r:id="rId6"/>
    <p:sldId id="490" r:id="rId7"/>
    <p:sldId id="491" r:id="rId8"/>
    <p:sldId id="492" r:id="rId9"/>
    <p:sldId id="493" r:id="rId10"/>
    <p:sldId id="522" r:id="rId11"/>
    <p:sldId id="494" r:id="rId12"/>
    <p:sldId id="495" r:id="rId13"/>
    <p:sldId id="496" r:id="rId14"/>
    <p:sldId id="497" r:id="rId15"/>
    <p:sldId id="498" r:id="rId16"/>
    <p:sldId id="499" r:id="rId17"/>
    <p:sldId id="520" r:id="rId18"/>
    <p:sldId id="521" r:id="rId19"/>
    <p:sldId id="512" r:id="rId20"/>
    <p:sldId id="513" r:id="rId21"/>
    <p:sldId id="517" r:id="rId22"/>
    <p:sldId id="518" r:id="rId23"/>
    <p:sldId id="519" r:id="rId24"/>
  </p:sldIdLst>
  <p:sldSz cx="12190413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706" userDrawn="1">
          <p15:clr>
            <a:srgbClr val="A4A3A4"/>
          </p15:clr>
        </p15:guide>
        <p15:guide id="3" pos="4747" userDrawn="1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7468" userDrawn="1">
          <p15:clr>
            <a:srgbClr val="A4A3A4"/>
          </p15:clr>
        </p15:guide>
        <p15:guide id="6" pos="3386" userDrawn="1">
          <p15:clr>
            <a:srgbClr val="A4A3A4"/>
          </p15:clr>
        </p15:guide>
        <p15:guide id="7" pos="7015" userDrawn="1">
          <p15:clr>
            <a:srgbClr val="A4A3A4"/>
          </p15:clr>
        </p15:guide>
        <p15:guide id="8" pos="4293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5200" userDrawn="1">
          <p15:clr>
            <a:srgbClr val="A4A3A4"/>
          </p15:clr>
        </p15:guide>
        <p15:guide id="11" pos="5654" userDrawn="1">
          <p15:clr>
            <a:srgbClr val="A4A3A4"/>
          </p15:clr>
        </p15:guide>
        <p15:guide id="12" pos="6107" userDrawn="1">
          <p15:clr>
            <a:srgbClr val="A4A3A4"/>
          </p15:clr>
        </p15:guide>
        <p15:guide id="13" pos="6561" userDrawn="1">
          <p15:clr>
            <a:srgbClr val="A4A3A4"/>
          </p15:clr>
        </p15:guide>
        <p15:guide id="14" orient="horz" pos="2614" userDrawn="1">
          <p15:clr>
            <a:srgbClr val="A4A3A4"/>
          </p15:clr>
        </p15:guide>
        <p15:guide id="15" orient="horz" pos="3067" userDrawn="1">
          <p15:clr>
            <a:srgbClr val="A4A3A4"/>
          </p15:clr>
        </p15:guide>
        <p15:guide id="16" orient="horz" pos="3521" userDrawn="1">
          <p15:clr>
            <a:srgbClr val="A4A3A4"/>
          </p15:clr>
        </p15:guide>
        <p15:guide id="17" orient="horz" pos="3974" userDrawn="1">
          <p15:clr>
            <a:srgbClr val="A4A3A4"/>
          </p15:clr>
        </p15:guide>
        <p15:guide id="18" orient="horz" pos="1253" userDrawn="1">
          <p15:clr>
            <a:srgbClr val="A4A3A4"/>
          </p15:clr>
        </p15:guide>
        <p15:guide id="19" orient="horz" pos="799" userDrawn="1">
          <p15:clr>
            <a:srgbClr val="A4A3A4"/>
          </p15:clr>
        </p15:guide>
        <p15:guide id="20" orient="horz" pos="346" userDrawn="1">
          <p15:clr>
            <a:srgbClr val="A4A3A4"/>
          </p15:clr>
        </p15:guide>
        <p15:guide id="21" pos="2932" userDrawn="1">
          <p15:clr>
            <a:srgbClr val="A4A3A4"/>
          </p15:clr>
        </p15:guide>
        <p15:guide id="22" pos="2479" userDrawn="1">
          <p15:clr>
            <a:srgbClr val="A4A3A4"/>
          </p15:clr>
        </p15:guide>
        <p15:guide id="23" pos="2025" userDrawn="1">
          <p15:clr>
            <a:srgbClr val="A4A3A4"/>
          </p15:clr>
        </p15:guide>
        <p15:guide id="24" pos="1572" userDrawn="1">
          <p15:clr>
            <a:srgbClr val="A4A3A4"/>
          </p15:clr>
        </p15:guide>
        <p15:guide id="25" pos="1118" userDrawn="1">
          <p15:clr>
            <a:srgbClr val="A4A3A4"/>
          </p15:clr>
        </p15:guide>
        <p15:guide id="26" pos="6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4860"/>
    <a:srgbClr val="159F84"/>
    <a:srgbClr val="F29B11"/>
    <a:srgbClr val="00B0F0"/>
    <a:srgbClr val="FFC000"/>
    <a:srgbClr val="9BBB59"/>
    <a:srgbClr val="768395"/>
    <a:srgbClr val="1C1C1C"/>
    <a:srgbClr val="2980B9"/>
    <a:srgbClr val="F697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32" autoAdjust="0"/>
    <p:restoredTop sz="96127" autoAdjust="0"/>
  </p:normalViewPr>
  <p:slideViewPr>
    <p:cSldViewPr>
      <p:cViewPr varScale="1">
        <p:scale>
          <a:sx n="114" d="100"/>
          <a:sy n="114" d="100"/>
        </p:scale>
        <p:origin x="344" y="176"/>
      </p:cViewPr>
      <p:guideLst>
        <p:guide orient="horz" pos="2160"/>
        <p:guide orient="horz" pos="1706"/>
        <p:guide pos="4747"/>
        <p:guide pos="211"/>
        <p:guide pos="7468"/>
        <p:guide pos="3386"/>
        <p:guide pos="7015"/>
        <p:guide pos="4293"/>
        <p:guide pos="3840"/>
        <p:guide pos="5200"/>
        <p:guide pos="5654"/>
        <p:guide pos="6107"/>
        <p:guide pos="6561"/>
        <p:guide orient="horz" pos="2614"/>
        <p:guide orient="horz" pos="3067"/>
        <p:guide orient="horz" pos="3521"/>
        <p:guide orient="horz" pos="3974"/>
        <p:guide orient="horz" pos="1253"/>
        <p:guide orient="horz" pos="799"/>
        <p:guide orient="horz" pos="346"/>
        <p:guide pos="2932"/>
        <p:guide pos="2479"/>
        <p:guide pos="2025"/>
        <p:guide pos="1572"/>
        <p:guide pos="1118"/>
        <p:guide pos="6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336"/>
    </p:cViewPr>
  </p:sorterViewPr>
  <p:notesViewPr>
    <p:cSldViewPr>
      <p:cViewPr varScale="1">
        <p:scale>
          <a:sx n="118" d="100"/>
          <a:sy n="118" d="100"/>
        </p:scale>
        <p:origin x="375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8805445-DD02-4A4D-85F2-00571D19ED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41B0AF-3333-FD46-B79E-50FD8A79D1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A9F75-F87F-124E-A6E0-5AA7D52145C2}" type="datetimeFigureOut">
              <a:rPr kumimoji="1" lang="zh-CN" altLang="en-US" smtClean="0"/>
              <a:t>2024/3/21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F8CD6C-5D36-1743-972A-01D811956D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92A2E0-40E1-5149-9E4A-F475CD689D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A3159-7C85-5C48-9D59-18AED36800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63310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CC928-7A32-4383-8C66-886F513D06F6}" type="datetimeFigureOut">
              <a:rPr lang="zh-CN" altLang="en-US" smtClean="0"/>
              <a:t>2024/3/21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36B7B-B83E-48FC-9145-C5D7D2DAF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40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931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018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155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703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1128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862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73509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6635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4743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3258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2294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9456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9314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2249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0015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02026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05256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8957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4983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3164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5335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1930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301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442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7CCF719-0B4D-4198-B5BC-2D0F73DC26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141282B4-7D1A-4CA4-B97C-AECB47C3A3B9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基本情况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7453" y="356166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28175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DAD0CA0-9EB6-46FD-A5D1-35CBE479CB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4869" y="353986"/>
            <a:ext cx="5059282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36B85F6-A5BC-46DF-8D38-ACEA958A78FA}"/>
              </a:ext>
            </a:extLst>
          </p:cNvPr>
          <p:cNvSpPr/>
          <p:nvPr userDrawn="1"/>
        </p:nvSpPr>
        <p:spPr>
          <a:xfrm>
            <a:off x="129898" y="356166"/>
            <a:ext cx="1512168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创新设计</a:t>
            </a:r>
          </a:p>
        </p:txBody>
      </p:sp>
      <p:sp>
        <p:nvSpPr>
          <p:cNvPr id="8" name="矩形: 圆角 17">
            <a:extLst>
              <a:ext uri="{FF2B5EF4-FFF2-40B4-BE49-F238E27FC236}">
                <a16:creationId xmlns:a16="http://schemas.microsoft.com/office/drawing/2014/main" id="{2C7DE445-257D-1547-A5A3-2C9ECB3DCED5}"/>
              </a:ext>
            </a:extLst>
          </p:cNvPr>
          <p:cNvSpPr/>
          <p:nvPr userDrawn="1"/>
        </p:nvSpPr>
        <p:spPr>
          <a:xfrm>
            <a:off x="6773974" y="353986"/>
            <a:ext cx="5286541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36408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8FC1B26-5F6B-454B-B6A7-6C43341F23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9234"/>
            <a:ext cx="5616623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C4C1D17-F9AA-4AA7-B29E-EA7C89094028}"/>
              </a:ext>
            </a:extLst>
          </p:cNvPr>
          <p:cNvSpPr/>
          <p:nvPr userDrawn="1"/>
        </p:nvSpPr>
        <p:spPr>
          <a:xfrm>
            <a:off x="121965" y="359235"/>
            <a:ext cx="1512168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创新效果</a:t>
            </a:r>
          </a:p>
        </p:txBody>
      </p:sp>
    </p:spTree>
    <p:extLst>
      <p:ext uri="{BB962C8B-B14F-4D97-AF65-F5344CB8AC3E}">
        <p14:creationId xmlns:p14="http://schemas.microsoft.com/office/powerpoint/2010/main" val="2005898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E375F02-5481-4F79-8E14-2A5CA78A8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1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6166"/>
            <a:ext cx="5616623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3C5F6E7-E625-494B-89C2-3D62A6B97957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教学成果</a:t>
            </a:r>
          </a:p>
        </p:txBody>
      </p:sp>
    </p:spTree>
    <p:extLst>
      <p:ext uri="{BB962C8B-B14F-4D97-AF65-F5344CB8AC3E}">
        <p14:creationId xmlns:p14="http://schemas.microsoft.com/office/powerpoint/2010/main" val="2493030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003EC96-1FAD-E241-A4B7-1ED9CE341E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4" name="矩形: 圆角 17">
            <a:extLst>
              <a:ext uri="{FF2B5EF4-FFF2-40B4-BE49-F238E27FC236}">
                <a16:creationId xmlns:a16="http://schemas.microsoft.com/office/drawing/2014/main" id="{1EA45D98-DEC5-264D-BA21-59DABF9CB484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71413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91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1863972"/>
      </p:ext>
    </p:extLst>
  </p:cSld>
  <p:clrMapOvr>
    <a:masterClrMapping/>
  </p:clrMapOvr>
  <p:transition spd="slow">
    <p:strips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840991"/>
      </p:ext>
    </p:extLst>
  </p:cSld>
  <p:clrMapOvr>
    <a:masterClrMapping/>
  </p:clrMapOvr>
  <p:transition spd="slow">
    <p:strips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152828"/>
      </p:ext>
    </p:extLst>
  </p:cSld>
  <p:clrMapOvr>
    <a:masterClrMapping/>
  </p:clrMapOvr>
  <p:transition spd="slow">
    <p:strips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1762767"/>
      </p:ext>
    </p:extLst>
  </p:cSld>
  <p:clrMapOvr>
    <a:masterClrMapping/>
  </p:clrMapOvr>
  <p:transition spd="slow">
    <p:strips dir="r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231392"/>
      </p:ext>
    </p:extLst>
  </p:cSld>
  <p:clrMapOvr>
    <a:masterClrMapping/>
  </p:clrMapOvr>
  <p:transition spd="slow">
    <p:strips dir="r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435023"/>
      </p:ext>
    </p:extLst>
  </p:cSld>
  <p:clrMapOvr>
    <a:masterClrMapping/>
  </p:clrMapOvr>
  <p:transition spd="slow">
    <p:strips dir="r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532170"/>
      </p:ext>
    </p:extLst>
  </p:cSld>
  <p:clrMapOvr>
    <a:masterClrMapping/>
  </p:clrMapOvr>
  <p:transition spd="slow">
    <p:strips dir="r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634117"/>
      </p:ext>
    </p:extLst>
  </p:cSld>
  <p:clrMapOvr>
    <a:masterClrMapping/>
  </p:clrMapOvr>
  <p:transition spd="slow">
    <p:strips dir="r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617031"/>
      </p:ext>
    </p:extLst>
  </p:cSld>
  <p:clrMapOvr>
    <a:masterClrMapping/>
  </p:clrMapOvr>
  <p:transition spd="slow">
    <p:strips dir="r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4A263-5145-4800-9735-38896831F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93926514"/>
      </p:ext>
    </p:extLst>
  </p:cSld>
  <p:clrMapOvr>
    <a:masterClrMapping/>
  </p:clrMapOvr>
  <p:transition spd="slow">
    <p:strips dir="r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516710"/>
      </p:ext>
    </p:extLst>
  </p:cSld>
  <p:clrMapOvr>
    <a:masterClrMapping/>
  </p:clrMapOvr>
  <p:transition spd="slow">
    <p:strips dir="r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空白地图背景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1165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绿条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66749473"/>
      </p:ext>
    </p:extLst>
  </p:cSld>
  <p:clrMapOvr>
    <a:masterClrMapping/>
  </p:clrMapOvr>
  <p:transition spd="slow">
    <p:strips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 hidden="1"/>
          <p:cNvSpPr txBox="1"/>
          <p:nvPr userDrawn="1"/>
        </p:nvSpPr>
        <p:spPr>
          <a:xfrm>
            <a:off x="25134" y="-14371"/>
            <a:ext cx="2299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333333"/>
                </a:solidFill>
                <a:latin typeface="Gill Sans Ultra Bold" pitchFamily="34" charset="0"/>
              </a:rPr>
              <a:t>LOGO</a:t>
            </a:r>
            <a:endParaRPr lang="zh-CN" altLang="en-US" sz="3200" dirty="0">
              <a:solidFill>
                <a:srgbClr val="333333"/>
              </a:solidFill>
              <a:latin typeface="Gill Sans Ultra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50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8" r:id="rId2"/>
    <p:sldLayoutId id="2147483671" r:id="rId3"/>
    <p:sldLayoutId id="2147483669" r:id="rId4"/>
    <p:sldLayoutId id="2147483670" r:id="rId5"/>
    <p:sldLayoutId id="2147483654" r:id="rId6"/>
    <p:sldLayoutId id="2147483663" r:id="rId7"/>
    <p:sldLayoutId id="2147483659" r:id="rId8"/>
    <p:sldLayoutId id="2147483667" r:id="rId9"/>
    <p:sldLayoutId id="2147483655" r:id="rId10"/>
    <p:sldLayoutId id="2147483651" r:id="rId11"/>
    <p:sldLayoutId id="2147483656" r:id="rId12"/>
    <p:sldLayoutId id="2147483652" r:id="rId13"/>
    <p:sldLayoutId id="2147483657" r:id="rId14"/>
    <p:sldLayoutId id="2147483653" r:id="rId15"/>
    <p:sldLayoutId id="2147483666" r:id="rId16"/>
    <p:sldLayoutId id="2147483665" r:id="rId17"/>
    <p:sldLayoutId id="2147483658" r:id="rId18"/>
    <p:sldLayoutId id="2147483672" r:id="rId19"/>
    <p:sldLayoutId id="2147483673" r:id="rId20"/>
  </p:sldLayoutIdLst>
  <p:transition spd="slow">
    <p:strips dir="r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10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0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11" Type="http://schemas.openxmlformats.org/officeDocument/2006/relationships/image" Target="../media/image24.png"/><Relationship Id="rId5" Type="http://schemas.openxmlformats.org/officeDocument/2006/relationships/image" Target="../media/image50.png"/><Relationship Id="rId15" Type="http://schemas.openxmlformats.org/officeDocument/2006/relationships/image" Target="../media/image27.png"/><Relationship Id="rId10" Type="http://schemas.openxmlformats.org/officeDocument/2006/relationships/image" Target="../media/image23.png"/><Relationship Id="rId19" Type="http://schemas.openxmlformats.org/officeDocument/2006/relationships/image" Target="../media/image18.png"/><Relationship Id="rId4" Type="http://schemas.openxmlformats.org/officeDocument/2006/relationships/image" Target="../media/image19.png"/><Relationship Id="rId9" Type="http://schemas.openxmlformats.org/officeDocument/2006/relationships/image" Target="../media/image22.png"/><Relationship Id="rId1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20.jpeg"/><Relationship Id="rId26" Type="http://schemas.openxmlformats.org/officeDocument/2006/relationships/image" Target="../media/image52.png"/><Relationship Id="rId3" Type="http://schemas.openxmlformats.org/officeDocument/2006/relationships/image" Target="../media/image44.png"/><Relationship Id="rId21" Type="http://schemas.openxmlformats.org/officeDocument/2006/relationships/image" Target="../media/image45.jpe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19.jpg"/><Relationship Id="rId25" Type="http://schemas.openxmlformats.org/officeDocument/2006/relationships/image" Target="../media/image5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2.png"/><Relationship Id="rId20" Type="http://schemas.openxmlformats.org/officeDocument/2006/relationships/image" Target="../media/image44.jpeg"/><Relationship Id="rId29" Type="http://schemas.openxmlformats.org/officeDocument/2006/relationships/image" Target="../media/image5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24" Type="http://schemas.openxmlformats.org/officeDocument/2006/relationships/image" Target="../media/image48.jpeg"/><Relationship Id="rId5" Type="http://schemas.openxmlformats.org/officeDocument/2006/relationships/image" Target="../media/image19.png"/><Relationship Id="rId15" Type="http://schemas.openxmlformats.org/officeDocument/2006/relationships/image" Target="../media/image41.png"/><Relationship Id="rId23" Type="http://schemas.openxmlformats.org/officeDocument/2006/relationships/image" Target="../media/image47.jpeg"/><Relationship Id="rId28" Type="http://schemas.openxmlformats.org/officeDocument/2006/relationships/image" Target="../media/image54.png"/><Relationship Id="rId10" Type="http://schemas.openxmlformats.org/officeDocument/2006/relationships/image" Target="../media/image36.png"/><Relationship Id="rId19" Type="http://schemas.openxmlformats.org/officeDocument/2006/relationships/image" Target="../media/image43.png"/><Relationship Id="rId4" Type="http://schemas.openxmlformats.org/officeDocument/2006/relationships/image" Target="../media/image31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Relationship Id="rId22" Type="http://schemas.openxmlformats.org/officeDocument/2006/relationships/image" Target="../media/image46.jpeg"/><Relationship Id="rId27" Type="http://schemas.openxmlformats.org/officeDocument/2006/relationships/image" Target="../media/image53.png"/><Relationship Id="rId30" Type="http://schemas.openxmlformats.org/officeDocument/2006/relationships/image" Target="../media/image5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7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7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59.png"/><Relationship Id="rId10" Type="http://schemas.openxmlformats.org/officeDocument/2006/relationships/image" Target="../media/image49.gif"/><Relationship Id="rId4" Type="http://schemas.openxmlformats.org/officeDocument/2006/relationships/image" Target="../media/image58.png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10" Type="http://schemas.openxmlformats.org/officeDocument/2006/relationships/image" Target="../media/image68.png"/><Relationship Id="rId4" Type="http://schemas.openxmlformats.org/officeDocument/2006/relationships/image" Target="../media/image63.png"/><Relationship Id="rId9" Type="http://schemas.openxmlformats.org/officeDocument/2006/relationships/image" Target="../media/image6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67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9.png"/><Relationship Id="rId11" Type="http://schemas.openxmlformats.org/officeDocument/2006/relationships/image" Target="../media/image71.png"/><Relationship Id="rId5" Type="http://schemas.openxmlformats.org/officeDocument/2006/relationships/image" Target="../media/image68.png"/><Relationship Id="rId10" Type="http://schemas.openxmlformats.org/officeDocument/2006/relationships/image" Target="../media/image66.png"/><Relationship Id="rId4" Type="http://schemas.openxmlformats.org/officeDocument/2006/relationships/image" Target="../media/image61.png"/><Relationship Id="rId9" Type="http://schemas.openxmlformats.org/officeDocument/2006/relationships/image" Target="../media/image6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7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2.png"/><Relationship Id="rId11" Type="http://schemas.openxmlformats.org/officeDocument/2006/relationships/image" Target="../media/image73.png"/><Relationship Id="rId5" Type="http://schemas.openxmlformats.org/officeDocument/2006/relationships/image" Target="../media/image68.png"/><Relationship Id="rId10" Type="http://schemas.openxmlformats.org/officeDocument/2006/relationships/image" Target="../media/image71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76.png"/><Relationship Id="rId3" Type="http://schemas.openxmlformats.org/officeDocument/2006/relationships/image" Target="../media/image67.png"/><Relationship Id="rId7" Type="http://schemas.openxmlformats.org/officeDocument/2006/relationships/image" Target="../media/image75.png"/><Relationship Id="rId12" Type="http://schemas.openxmlformats.org/officeDocument/2006/relationships/image" Target="../media/image7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4.png"/><Relationship Id="rId11" Type="http://schemas.openxmlformats.org/officeDocument/2006/relationships/image" Target="../media/image71.png"/><Relationship Id="rId5" Type="http://schemas.openxmlformats.org/officeDocument/2006/relationships/image" Target="../media/image68.png"/><Relationship Id="rId10" Type="http://schemas.openxmlformats.org/officeDocument/2006/relationships/image" Target="../media/image66.png"/><Relationship Id="rId4" Type="http://schemas.openxmlformats.org/officeDocument/2006/relationships/image" Target="../media/image61.png"/><Relationship Id="rId9" Type="http://schemas.openxmlformats.org/officeDocument/2006/relationships/image" Target="../media/image6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76.png"/><Relationship Id="rId3" Type="http://schemas.openxmlformats.org/officeDocument/2006/relationships/image" Target="../media/image67.png"/><Relationship Id="rId7" Type="http://schemas.openxmlformats.org/officeDocument/2006/relationships/image" Target="../media/image78.png"/><Relationship Id="rId12" Type="http://schemas.openxmlformats.org/officeDocument/2006/relationships/image" Target="../media/image73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8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7.png"/><Relationship Id="rId11" Type="http://schemas.openxmlformats.org/officeDocument/2006/relationships/image" Target="../media/image71.png"/><Relationship Id="rId5" Type="http://schemas.openxmlformats.org/officeDocument/2006/relationships/image" Target="../media/image68.png"/><Relationship Id="rId15" Type="http://schemas.openxmlformats.org/officeDocument/2006/relationships/image" Target="../media/image80.png"/><Relationship Id="rId10" Type="http://schemas.openxmlformats.org/officeDocument/2006/relationships/image" Target="../media/image66.png"/><Relationship Id="rId4" Type="http://schemas.openxmlformats.org/officeDocument/2006/relationships/image" Target="../media/image61.png"/><Relationship Id="rId9" Type="http://schemas.openxmlformats.org/officeDocument/2006/relationships/image" Target="../media/image65.png"/><Relationship Id="rId14" Type="http://schemas.openxmlformats.org/officeDocument/2006/relationships/image" Target="../media/image7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76.png"/><Relationship Id="rId3" Type="http://schemas.openxmlformats.org/officeDocument/2006/relationships/image" Target="../media/image67.png"/><Relationship Id="rId7" Type="http://schemas.openxmlformats.org/officeDocument/2006/relationships/image" Target="../media/image83.png"/><Relationship Id="rId12" Type="http://schemas.openxmlformats.org/officeDocument/2006/relationships/image" Target="../media/image73.png"/><Relationship Id="rId17" Type="http://schemas.openxmlformats.org/officeDocument/2006/relationships/image" Target="../media/image84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8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2.png"/><Relationship Id="rId11" Type="http://schemas.openxmlformats.org/officeDocument/2006/relationships/image" Target="../media/image71.png"/><Relationship Id="rId5" Type="http://schemas.openxmlformats.org/officeDocument/2006/relationships/image" Target="../media/image68.png"/><Relationship Id="rId15" Type="http://schemas.openxmlformats.org/officeDocument/2006/relationships/image" Target="../media/image80.png"/><Relationship Id="rId10" Type="http://schemas.openxmlformats.org/officeDocument/2006/relationships/image" Target="../media/image66.png"/><Relationship Id="rId4" Type="http://schemas.openxmlformats.org/officeDocument/2006/relationships/image" Target="../media/image61.png"/><Relationship Id="rId9" Type="http://schemas.openxmlformats.org/officeDocument/2006/relationships/image" Target="../media/image65.png"/><Relationship Id="rId14" Type="http://schemas.openxmlformats.org/officeDocument/2006/relationships/image" Target="../media/image7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8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B897A1C7-629A-B247-B7B1-EA7AC3797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44" y="828695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E323DC9A-B9F0-664E-8D8B-4D4B3CB163A9}"/>
              </a:ext>
            </a:extLst>
          </p:cNvPr>
          <p:cNvGrpSpPr/>
          <p:nvPr/>
        </p:nvGrpSpPr>
        <p:grpSpPr>
          <a:xfrm>
            <a:off x="3386174" y="828695"/>
            <a:ext cx="9221717" cy="3766808"/>
            <a:chOff x="1559098" y="1196752"/>
            <a:chExt cx="9221717" cy="3766808"/>
          </a:xfrm>
        </p:grpSpPr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6C5D6197-A7EB-4453-845C-A17502C9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59098" y="1196752"/>
              <a:ext cx="9221717" cy="3766808"/>
            </a:xfrm>
            <a:prstGeom prst="rect">
              <a:avLst/>
            </a:prstGeom>
          </p:spPr>
        </p:pic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FD70EB58-BC11-49B8-8525-EF7D1AAA3845}"/>
                </a:ext>
              </a:extLst>
            </p:cNvPr>
            <p:cNvSpPr/>
            <p:nvPr/>
          </p:nvSpPr>
          <p:spPr>
            <a:xfrm>
              <a:off x="3186339" y="2802637"/>
              <a:ext cx="5818976" cy="1015663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altLang="en-US" sz="6000" dirty="0">
                  <a:solidFill>
                    <a:schemeClr val="bg1"/>
                  </a:solidFill>
                  <a:effectLst/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自动控制</a:t>
              </a:r>
              <a:r>
                <a:rPr lang="zh-CN" altLang="en-US" sz="6000" dirty="0">
                  <a:solidFill>
                    <a:schemeClr val="bg1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原理</a:t>
              </a:r>
              <a:endParaRPr lang="zh-CN" altLang="en-US" sz="6000" dirty="0">
                <a:solidFill>
                  <a:schemeClr val="bg1"/>
                </a:solidFill>
                <a:effectLst/>
                <a:latin typeface="汉仪菱心体简" panose="02010609000101010101" pitchFamily="49" charset="-122"/>
                <a:ea typeface="汉仪菱心体简" panose="02010609000101010101" pitchFamily="49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33952905-1ADE-C005-CCE2-92BBBA6B11FC}"/>
              </a:ext>
            </a:extLst>
          </p:cNvPr>
          <p:cNvGrpSpPr/>
          <p:nvPr/>
        </p:nvGrpSpPr>
        <p:grpSpPr>
          <a:xfrm>
            <a:off x="6454025" y="320863"/>
            <a:ext cx="5300128" cy="1015663"/>
            <a:chOff x="6454025" y="320863"/>
            <a:chExt cx="5300128" cy="1015663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43A5796-E97C-5EBF-E0EB-29C13B4799B2}"/>
                </a:ext>
              </a:extLst>
            </p:cNvPr>
            <p:cNvGrpSpPr/>
            <p:nvPr/>
          </p:nvGrpSpPr>
          <p:grpSpPr>
            <a:xfrm>
              <a:off x="6454025" y="320863"/>
              <a:ext cx="4143411" cy="1015663"/>
              <a:chOff x="8681781" y="504363"/>
              <a:chExt cx="3090550" cy="757578"/>
            </a:xfrm>
          </p:grpSpPr>
          <p:cxnSp>
            <p:nvCxnSpPr>
              <p:cNvPr id="5" name="直接连接符 12">
                <a:extLst>
                  <a:ext uri="{FF2B5EF4-FFF2-40B4-BE49-F238E27FC236}">
                    <a16:creationId xmlns:a16="http://schemas.microsoft.com/office/drawing/2014/main" id="{F370DBF9-91AC-D507-C899-6041758AFB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4041" y="528966"/>
                <a:ext cx="0" cy="702644"/>
              </a:xfrm>
              <a:prstGeom prst="line">
                <a:avLst/>
              </a:prstGeom>
              <a:ln w="76200">
                <a:solidFill>
                  <a:srgbClr val="F095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5921F333-C062-090F-5416-2DBD7AB9BD2B}"/>
                  </a:ext>
                </a:extLst>
              </p:cNvPr>
              <p:cNvGrpSpPr/>
              <p:nvPr/>
            </p:nvGrpSpPr>
            <p:grpSpPr>
              <a:xfrm>
                <a:off x="8681781" y="504363"/>
                <a:ext cx="763836" cy="757578"/>
                <a:chOff x="8364926" y="513787"/>
                <a:chExt cx="817174" cy="810479"/>
              </a:xfrm>
            </p:grpSpPr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3528A0EC-AE75-5A97-B80F-7CFC47748BF8}"/>
                    </a:ext>
                  </a:extLst>
                </p:cNvPr>
                <p:cNvSpPr/>
                <p:nvPr/>
              </p:nvSpPr>
              <p:spPr>
                <a:xfrm>
                  <a:off x="8400771" y="544432"/>
                  <a:ext cx="756000" cy="756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  <p:sp>
              <p:nvSpPr>
                <p:cNvPr id="11" name="object 5">
                  <a:extLst>
                    <a:ext uri="{FF2B5EF4-FFF2-40B4-BE49-F238E27FC236}">
                      <a16:creationId xmlns:a16="http://schemas.microsoft.com/office/drawing/2014/main" id="{64C1467A-973E-75AF-4C61-96DCDC91F6D3}"/>
                    </a:ext>
                  </a:extLst>
                </p:cNvPr>
                <p:cNvSpPr/>
                <p:nvPr/>
              </p:nvSpPr>
              <p:spPr>
                <a:xfrm>
                  <a:off x="8364926" y="513787"/>
                  <a:ext cx="817174" cy="810479"/>
                </a:xfrm>
                <a:prstGeom prst="rect">
                  <a:avLst/>
                </a:prstGeom>
                <a:blipFill>
                  <a:blip r:embed="rId5" cstate="print"/>
                  <a:stretch>
                    <a:fillRect l="-73502" t="-34930" r="-66194" b="-35851"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52F304DB-9046-A391-C7A7-DBCBB4ACAFD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80"/>
              <a:stretch/>
            </p:blipFill>
            <p:spPr>
              <a:xfrm>
                <a:off x="9632991" y="593311"/>
                <a:ext cx="2139340" cy="571505"/>
              </a:xfrm>
              <a:prstGeom prst="rect">
                <a:avLst/>
              </a:prstGeom>
            </p:spPr>
          </p:pic>
        </p:grpSp>
        <p:pic>
          <p:nvPicPr>
            <p:cNvPr id="4" name="图片 3" descr="图片包含 房间, 标志, 桌子, 游戏机&#10;&#10;描述已自动生成">
              <a:extLst>
                <a:ext uri="{FF2B5EF4-FFF2-40B4-BE49-F238E27FC236}">
                  <a16:creationId xmlns:a16="http://schemas.microsoft.com/office/drawing/2014/main" id="{E5CB2448-EFD3-AEE2-0AEC-24F8A01A0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9775" y="338055"/>
              <a:ext cx="1024378" cy="9984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3650723"/>
      </p:ext>
    </p:extLst>
  </p:cSld>
  <p:clrMapOvr>
    <a:masterClrMapping/>
  </p:clrMapOvr>
  <p:transition spd="slow">
    <p:strips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节段1">
            <a:extLst>
              <a:ext uri="{FF2B5EF4-FFF2-40B4-BE49-F238E27FC236}">
                <a16:creationId xmlns:a16="http://schemas.microsoft.com/office/drawing/2014/main" id="{326390C7-593C-216D-15DE-BC137E98C6F2}"/>
              </a:ext>
            </a:extLst>
          </p:cNvPr>
          <p:cNvSpPr/>
          <p:nvPr/>
        </p:nvSpPr>
        <p:spPr bwMode="auto">
          <a:xfrm>
            <a:off x="334963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反馈：控制原理的核心思想</a:t>
            </a:r>
          </a:p>
        </p:txBody>
      </p:sp>
      <p:sp>
        <p:nvSpPr>
          <p:cNvPr id="3" name="节段2">
            <a:extLst>
              <a:ext uri="{FF2B5EF4-FFF2-40B4-BE49-F238E27FC236}">
                <a16:creationId xmlns:a16="http://schemas.microsoft.com/office/drawing/2014/main" id="{6D0DC964-4888-22F0-0529-3ADBE19BCAC7}"/>
              </a:ext>
            </a:extLst>
          </p:cNvPr>
          <p:cNvSpPr/>
          <p:nvPr/>
        </p:nvSpPr>
        <p:spPr bwMode="auto">
          <a:xfrm>
            <a:off x="334963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传递函数：控制系统数学模型</a:t>
            </a:r>
          </a:p>
        </p:txBody>
      </p:sp>
      <p:sp>
        <p:nvSpPr>
          <p:cNvPr id="4" name="节段3">
            <a:extLst>
              <a:ext uri="{FF2B5EF4-FFF2-40B4-BE49-F238E27FC236}">
                <a16:creationId xmlns:a16="http://schemas.microsoft.com/office/drawing/2014/main" id="{2ED134D8-4396-5957-E553-8ABF4E57D6EF}"/>
              </a:ext>
            </a:extLst>
          </p:cNvPr>
          <p:cNvSpPr/>
          <p:nvPr/>
        </p:nvSpPr>
        <p:spPr bwMode="auto">
          <a:xfrm>
            <a:off x="334965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方框图：控制系统结构</a:t>
            </a:r>
          </a:p>
        </p:txBody>
      </p:sp>
      <p:sp>
        <p:nvSpPr>
          <p:cNvPr id="5" name="节段4">
            <a:extLst>
              <a:ext uri="{FF2B5EF4-FFF2-40B4-BE49-F238E27FC236}">
                <a16:creationId xmlns:a16="http://schemas.microsoft.com/office/drawing/2014/main" id="{4C7CB016-BBEE-BDEA-03F5-5613FC7FAF97}"/>
              </a:ext>
            </a:extLst>
          </p:cNvPr>
          <p:cNvSpPr/>
          <p:nvPr/>
        </p:nvSpPr>
        <p:spPr bwMode="auto">
          <a:xfrm>
            <a:off x="334965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信号流图：控制系统拓扑结</a:t>
            </a:r>
          </a:p>
        </p:txBody>
      </p:sp>
      <p:sp>
        <p:nvSpPr>
          <p:cNvPr id="6" name="节段5">
            <a:extLst>
              <a:ext uri="{FF2B5EF4-FFF2-40B4-BE49-F238E27FC236}">
                <a16:creationId xmlns:a16="http://schemas.microsoft.com/office/drawing/2014/main" id="{9B528F5E-5B56-04D6-8D5E-5117B2A82704}"/>
              </a:ext>
            </a:extLst>
          </p:cNvPr>
          <p:cNvSpPr/>
          <p:nvPr/>
        </p:nvSpPr>
        <p:spPr bwMode="auto">
          <a:xfrm>
            <a:off x="334965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梅森公式：数圈圈与消消乐</a:t>
            </a:r>
          </a:p>
        </p:txBody>
      </p:sp>
      <p:sp>
        <p:nvSpPr>
          <p:cNvPr id="7" name="节段6">
            <a:extLst>
              <a:ext uri="{FF2B5EF4-FFF2-40B4-BE49-F238E27FC236}">
                <a16:creationId xmlns:a16="http://schemas.microsoft.com/office/drawing/2014/main" id="{90E00070-848F-4C0E-5B96-BFE9A9C47D9C}"/>
              </a:ext>
            </a:extLst>
          </p:cNvPr>
          <p:cNvSpPr/>
          <p:nvPr/>
        </p:nvSpPr>
        <p:spPr bwMode="auto">
          <a:xfrm>
            <a:off x="334965" y="3485399"/>
            <a:ext cx="5551200" cy="578882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性能指标：控制效果评价</a:t>
            </a:r>
          </a:p>
        </p:txBody>
      </p:sp>
      <p:sp>
        <p:nvSpPr>
          <p:cNvPr id="8" name="节段7">
            <a:extLst>
              <a:ext uri="{FF2B5EF4-FFF2-40B4-BE49-F238E27FC236}">
                <a16:creationId xmlns:a16="http://schemas.microsoft.com/office/drawing/2014/main" id="{B1007742-24A6-63C8-03B7-1F283F0F1CF9}"/>
              </a:ext>
            </a:extLst>
          </p:cNvPr>
          <p:cNvSpPr/>
          <p:nvPr/>
        </p:nvSpPr>
        <p:spPr bwMode="auto">
          <a:xfrm>
            <a:off x="334965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衰减振荡：欠阻尼二阶系统</a:t>
            </a:r>
          </a:p>
        </p:txBody>
      </p:sp>
      <p:sp>
        <p:nvSpPr>
          <p:cNvPr id="9" name="节段8">
            <a:extLst>
              <a:ext uri="{FF2B5EF4-FFF2-40B4-BE49-F238E27FC236}">
                <a16:creationId xmlns:a16="http://schemas.microsoft.com/office/drawing/2014/main" id="{B78CDD92-DB86-441A-13AD-955229A45886}"/>
              </a:ext>
            </a:extLst>
          </p:cNvPr>
          <p:cNvSpPr/>
          <p:nvPr/>
        </p:nvSpPr>
        <p:spPr bwMode="auto">
          <a:xfrm>
            <a:off x="334965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稳定：控制系统首要任务</a:t>
            </a:r>
          </a:p>
        </p:txBody>
      </p:sp>
      <p:sp>
        <p:nvSpPr>
          <p:cNvPr id="10" name="节段9">
            <a:extLst>
              <a:ext uri="{FF2B5EF4-FFF2-40B4-BE49-F238E27FC236}">
                <a16:creationId xmlns:a16="http://schemas.microsoft.com/office/drawing/2014/main" id="{0F46DBF7-59DB-8E9C-851E-C9935EA9B4C8}"/>
              </a:ext>
            </a:extLst>
          </p:cNvPr>
          <p:cNvSpPr/>
          <p:nvPr/>
        </p:nvSpPr>
        <p:spPr bwMode="auto">
          <a:xfrm>
            <a:off x="334965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稳态误差：准确性的度量</a:t>
            </a:r>
          </a:p>
        </p:txBody>
      </p:sp>
      <p:sp>
        <p:nvSpPr>
          <p:cNvPr id="11" name="节段10">
            <a:extLst>
              <a:ext uri="{FF2B5EF4-FFF2-40B4-BE49-F238E27FC236}">
                <a16:creationId xmlns:a16="http://schemas.microsoft.com/office/drawing/2014/main" id="{557367C6-4C24-FCB2-4C28-DA0D4AAC94D9}"/>
              </a:ext>
            </a:extLst>
          </p:cNvPr>
          <p:cNvSpPr/>
          <p:nvPr/>
        </p:nvSpPr>
        <p:spPr bwMode="auto">
          <a:xfrm>
            <a:off x="334965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校正：实现控制的手段</a:t>
            </a:r>
          </a:p>
        </p:txBody>
      </p:sp>
      <p:sp>
        <p:nvSpPr>
          <p:cNvPr id="12" name="节段11">
            <a:extLst>
              <a:ext uri="{FF2B5EF4-FFF2-40B4-BE49-F238E27FC236}">
                <a16:creationId xmlns:a16="http://schemas.microsoft.com/office/drawing/2014/main" id="{4730885B-C9BD-725C-5B54-A3B36C6A83E6}"/>
              </a:ext>
            </a:extLst>
          </p:cNvPr>
          <p:cNvSpPr/>
          <p:nvPr/>
        </p:nvSpPr>
        <p:spPr bwMode="auto">
          <a:xfrm>
            <a:off x="6304250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放眼大局：根轨迹法</a:t>
            </a:r>
          </a:p>
        </p:txBody>
      </p:sp>
      <p:sp>
        <p:nvSpPr>
          <p:cNvPr id="13" name="节段12">
            <a:extLst>
              <a:ext uri="{FF2B5EF4-FFF2-40B4-BE49-F238E27FC236}">
                <a16:creationId xmlns:a16="http://schemas.microsoft.com/office/drawing/2014/main" id="{05520C60-051F-B4C9-EB2A-308DC70F4BFA}"/>
              </a:ext>
            </a:extLst>
          </p:cNvPr>
          <p:cNvSpPr/>
          <p:nvPr/>
        </p:nvSpPr>
        <p:spPr bwMode="auto">
          <a:xfrm>
            <a:off x="6304250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根轨迹：基本形态</a:t>
            </a:r>
          </a:p>
        </p:txBody>
      </p:sp>
      <p:sp>
        <p:nvSpPr>
          <p:cNvPr id="14" name="节段13">
            <a:extLst>
              <a:ext uri="{FF2B5EF4-FFF2-40B4-BE49-F238E27FC236}">
                <a16:creationId xmlns:a16="http://schemas.microsoft.com/office/drawing/2014/main" id="{27219438-65AD-FDC9-1DA8-7FFE9BA859DA}"/>
              </a:ext>
            </a:extLst>
          </p:cNvPr>
          <p:cNvSpPr/>
          <p:nvPr/>
        </p:nvSpPr>
        <p:spPr bwMode="auto">
          <a:xfrm>
            <a:off x="6304250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根轨迹：细节修正</a:t>
            </a:r>
          </a:p>
        </p:txBody>
      </p:sp>
      <p:sp>
        <p:nvSpPr>
          <p:cNvPr id="15" name="节段14">
            <a:extLst>
              <a:ext uri="{FF2B5EF4-FFF2-40B4-BE49-F238E27FC236}">
                <a16:creationId xmlns:a16="http://schemas.microsoft.com/office/drawing/2014/main" id="{3FE30DB7-AAE2-AC3E-BDA2-5E92E22FCAFC}"/>
              </a:ext>
            </a:extLst>
          </p:cNvPr>
          <p:cNvSpPr/>
          <p:nvPr/>
        </p:nvSpPr>
        <p:spPr bwMode="auto">
          <a:xfrm>
            <a:off x="6304250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参数根轨迹：广义定义</a:t>
            </a:r>
          </a:p>
        </p:txBody>
      </p:sp>
      <p:sp>
        <p:nvSpPr>
          <p:cNvPr id="16" name="节段15">
            <a:extLst>
              <a:ext uri="{FF2B5EF4-FFF2-40B4-BE49-F238E27FC236}">
                <a16:creationId xmlns:a16="http://schemas.microsoft.com/office/drawing/2014/main" id="{44E77EBF-CB85-6E3D-429B-345397FD531D}"/>
              </a:ext>
            </a:extLst>
          </p:cNvPr>
          <p:cNvSpPr/>
          <p:nvPr/>
        </p:nvSpPr>
        <p:spPr bwMode="auto">
          <a:xfrm>
            <a:off x="6304250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根轨迹法：图形化思考</a:t>
            </a:r>
          </a:p>
        </p:txBody>
      </p:sp>
      <p:sp>
        <p:nvSpPr>
          <p:cNvPr id="17" name="节段16">
            <a:extLst>
              <a:ext uri="{FF2B5EF4-FFF2-40B4-BE49-F238E27FC236}">
                <a16:creationId xmlns:a16="http://schemas.microsoft.com/office/drawing/2014/main" id="{4FFAB4B2-AD9B-7207-955C-82823BE1A7DC}"/>
              </a:ext>
            </a:extLst>
          </p:cNvPr>
          <p:cNvSpPr/>
          <p:nvPr/>
        </p:nvSpPr>
        <p:spPr bwMode="auto">
          <a:xfrm>
            <a:off x="6304250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频率特性：换个角度看控制</a:t>
            </a:r>
          </a:p>
        </p:txBody>
      </p:sp>
      <p:sp>
        <p:nvSpPr>
          <p:cNvPr id="20" name="节段19">
            <a:extLst>
              <a:ext uri="{FF2B5EF4-FFF2-40B4-BE49-F238E27FC236}">
                <a16:creationId xmlns:a16="http://schemas.microsoft.com/office/drawing/2014/main" id="{DF2ADB47-5AEA-CD80-150C-0162DF80BE07}"/>
              </a:ext>
            </a:extLst>
          </p:cNvPr>
          <p:cNvSpPr/>
          <p:nvPr/>
        </p:nvSpPr>
        <p:spPr bwMode="auto">
          <a:xfrm>
            <a:off x="6304250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幅相特性：换个角度看频域</a:t>
            </a:r>
          </a:p>
        </p:txBody>
      </p:sp>
      <p:sp>
        <p:nvSpPr>
          <p:cNvPr id="21" name="节段20">
            <a:extLst>
              <a:ext uri="{FF2B5EF4-FFF2-40B4-BE49-F238E27FC236}">
                <a16:creationId xmlns:a16="http://schemas.microsoft.com/office/drawing/2014/main" id="{F9A31E65-9F86-1A47-9B88-A7D69C156BFC}"/>
              </a:ext>
            </a:extLst>
          </p:cNvPr>
          <p:cNvSpPr/>
          <p:nvPr/>
        </p:nvSpPr>
        <p:spPr bwMode="auto">
          <a:xfrm>
            <a:off x="6304250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宽备窄用：稳定裕度</a:t>
            </a:r>
          </a:p>
        </p:txBody>
      </p:sp>
      <p:pic>
        <p:nvPicPr>
          <p:cNvPr id="22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CB8E2FDB-E3D1-C271-FF75-70A28B3C0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68928" y="1579946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节段17">
            <a:extLst>
              <a:ext uri="{FF2B5EF4-FFF2-40B4-BE49-F238E27FC236}">
                <a16:creationId xmlns:a16="http://schemas.microsoft.com/office/drawing/2014/main" id="{B5097DA8-EB80-2142-3466-B3DBA082A76B}"/>
              </a:ext>
            </a:extLst>
          </p:cNvPr>
          <p:cNvSpPr/>
          <p:nvPr/>
        </p:nvSpPr>
        <p:spPr bwMode="auto">
          <a:xfrm>
            <a:off x="6304250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近似叠加：绘制伯德图</a:t>
            </a:r>
          </a:p>
        </p:txBody>
      </p:sp>
      <p:sp>
        <p:nvSpPr>
          <p:cNvPr id="24" name="节段18">
            <a:extLst>
              <a:ext uri="{FF2B5EF4-FFF2-40B4-BE49-F238E27FC236}">
                <a16:creationId xmlns:a16="http://schemas.microsoft.com/office/drawing/2014/main" id="{CA88B305-FB48-B843-EFC4-07B8EA70963B}"/>
              </a:ext>
            </a:extLst>
          </p:cNvPr>
          <p:cNvSpPr/>
          <p:nvPr/>
        </p:nvSpPr>
        <p:spPr bwMode="auto">
          <a:xfrm>
            <a:off x="6304250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按图索骥：伯德图求传递函数</a:t>
            </a:r>
          </a:p>
        </p:txBody>
      </p:sp>
    </p:spTree>
    <p:extLst>
      <p:ext uri="{BB962C8B-B14F-4D97-AF65-F5344CB8AC3E}">
        <p14:creationId xmlns:p14="http://schemas.microsoft.com/office/powerpoint/2010/main" val="10784581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DF15CB57-691D-80E9-32D3-AD4DADA3F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77" y="1592972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步骤1">
            <a:extLst>
              <a:ext uri="{FF2B5EF4-FFF2-40B4-BE49-F238E27FC236}">
                <a16:creationId xmlns:a16="http://schemas.microsoft.com/office/drawing/2014/main" id="{2334E117-E373-0616-6D0E-DD1101F13686}"/>
              </a:ext>
            </a:extLst>
          </p:cNvPr>
          <p:cNvGrpSpPr/>
          <p:nvPr/>
        </p:nvGrpSpPr>
        <p:grpSpPr>
          <a:xfrm>
            <a:off x="5735166" y="2516366"/>
            <a:ext cx="6120284" cy="725177"/>
            <a:chOff x="4943078" y="1700704"/>
            <a:chExt cx="6120284" cy="725177"/>
          </a:xfrm>
        </p:grpSpPr>
        <p:sp>
          <p:nvSpPr>
            <p:cNvPr id="6" name="标题">
              <a:extLst>
                <a:ext uri="{FF2B5EF4-FFF2-40B4-BE49-F238E27FC236}">
                  <a16:creationId xmlns:a16="http://schemas.microsoft.com/office/drawing/2014/main" id="{DCCBC4C8-E173-BC5A-8A28-F389626E647F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能列举典型输入信号及表达式</a:t>
              </a:r>
            </a:p>
          </p:txBody>
        </p:sp>
        <p:sp>
          <p:nvSpPr>
            <p:cNvPr id="7" name="序号">
              <a:extLst>
                <a:ext uri="{FF2B5EF4-FFF2-40B4-BE49-F238E27FC236}">
                  <a16:creationId xmlns:a16="http://schemas.microsoft.com/office/drawing/2014/main" id="{232BA269-03F5-04FE-0B57-13EFF01505B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" name="步骤2">
            <a:extLst>
              <a:ext uri="{FF2B5EF4-FFF2-40B4-BE49-F238E27FC236}">
                <a16:creationId xmlns:a16="http://schemas.microsoft.com/office/drawing/2014/main" id="{25C68FF5-996A-6B65-D290-8429DAC47274}"/>
              </a:ext>
            </a:extLst>
          </p:cNvPr>
          <p:cNvGrpSpPr/>
          <p:nvPr/>
        </p:nvGrpSpPr>
        <p:grpSpPr>
          <a:xfrm>
            <a:off x="5735166" y="3498606"/>
            <a:ext cx="6120284" cy="725177"/>
            <a:chOff x="4943078" y="1700704"/>
            <a:chExt cx="6120284" cy="725177"/>
          </a:xfrm>
        </p:grpSpPr>
        <p:sp>
          <p:nvSpPr>
            <p:cNvPr id="12" name="标题">
              <a:extLst>
                <a:ext uri="{FF2B5EF4-FFF2-40B4-BE49-F238E27FC236}">
                  <a16:creationId xmlns:a16="http://schemas.microsoft.com/office/drawing/2014/main" id="{173CCDD5-9C46-591E-DB05-E8BCD41337D0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能列举时域性能指标及含义</a:t>
              </a:r>
            </a:p>
          </p:txBody>
        </p:sp>
        <p:sp>
          <p:nvSpPr>
            <p:cNvPr id="13" name="序号">
              <a:extLst>
                <a:ext uri="{FF2B5EF4-FFF2-40B4-BE49-F238E27FC236}">
                  <a16:creationId xmlns:a16="http://schemas.microsoft.com/office/drawing/2014/main" id="{4512248E-BA27-4F3B-BB37-D47B514523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4" name="步骤3">
            <a:extLst>
              <a:ext uri="{FF2B5EF4-FFF2-40B4-BE49-F238E27FC236}">
                <a16:creationId xmlns:a16="http://schemas.microsoft.com/office/drawing/2014/main" id="{B96B03B9-B2AB-DA88-5522-8E71F1F384AA}"/>
              </a:ext>
            </a:extLst>
          </p:cNvPr>
          <p:cNvGrpSpPr/>
          <p:nvPr/>
        </p:nvGrpSpPr>
        <p:grpSpPr>
          <a:xfrm>
            <a:off x="5735166" y="4480846"/>
            <a:ext cx="6120284" cy="725177"/>
            <a:chOff x="4943078" y="1700704"/>
            <a:chExt cx="6120284" cy="725177"/>
          </a:xfrm>
        </p:grpSpPr>
        <p:sp>
          <p:nvSpPr>
            <p:cNvPr id="15" name="标题">
              <a:extLst>
                <a:ext uri="{FF2B5EF4-FFF2-40B4-BE49-F238E27FC236}">
                  <a16:creationId xmlns:a16="http://schemas.microsoft.com/office/drawing/2014/main" id="{EB9E02EF-7D2B-02DA-3C74-5B28CE440FEB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能根据响应曲线估计性能指标</a:t>
              </a:r>
            </a:p>
          </p:txBody>
        </p:sp>
        <p:sp>
          <p:nvSpPr>
            <p:cNvPr id="16" name="序号">
              <a:extLst>
                <a:ext uri="{FF2B5EF4-FFF2-40B4-BE49-F238E27FC236}">
                  <a16:creationId xmlns:a16="http://schemas.microsoft.com/office/drawing/2014/main" id="{E749324C-E86E-7EF5-6347-DDC3A73466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7" name="步骤4">
            <a:extLst>
              <a:ext uri="{FF2B5EF4-FFF2-40B4-BE49-F238E27FC236}">
                <a16:creationId xmlns:a16="http://schemas.microsoft.com/office/drawing/2014/main" id="{74A91B15-9FD5-97BB-0766-BB3812A25282}"/>
              </a:ext>
            </a:extLst>
          </p:cNvPr>
          <p:cNvGrpSpPr/>
          <p:nvPr/>
        </p:nvGrpSpPr>
        <p:grpSpPr>
          <a:xfrm>
            <a:off x="5735166" y="5463087"/>
            <a:ext cx="6120284" cy="725177"/>
            <a:chOff x="4943078" y="1700704"/>
            <a:chExt cx="6120284" cy="725177"/>
          </a:xfrm>
        </p:grpSpPr>
        <p:sp>
          <p:nvSpPr>
            <p:cNvPr id="18" name="标题">
              <a:extLst>
                <a:ext uri="{FF2B5EF4-FFF2-40B4-BE49-F238E27FC236}">
                  <a16:creationId xmlns:a16="http://schemas.microsoft.com/office/drawing/2014/main" id="{8DEA9CB0-0441-88E1-21D6-8155790CAB78}"/>
                </a:ext>
              </a:extLst>
            </p:cNvPr>
            <p:cNvSpPr/>
            <p:nvPr/>
          </p:nvSpPr>
          <p:spPr bwMode="auto">
            <a:xfrm>
              <a:off x="5459860" y="1807902"/>
              <a:ext cx="5603502" cy="51077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能运用计算机求解响应及性能指标</a:t>
              </a:r>
            </a:p>
          </p:txBody>
        </p:sp>
        <p:sp>
          <p:nvSpPr>
            <p:cNvPr id="19" name="序号">
              <a:extLst>
                <a:ext uri="{FF2B5EF4-FFF2-40B4-BE49-F238E27FC236}">
                  <a16:creationId xmlns:a16="http://schemas.microsoft.com/office/drawing/2014/main" id="{8221103E-E915-9992-911C-50C0B81E40C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26" name="学习目标">
            <a:extLst>
              <a:ext uri="{FF2B5EF4-FFF2-40B4-BE49-F238E27FC236}">
                <a16:creationId xmlns:a16="http://schemas.microsoft.com/office/drawing/2014/main" id="{75F2FD80-C54D-CDC7-7E54-494CB4F6BFF0}"/>
              </a:ext>
            </a:extLst>
          </p:cNvPr>
          <p:cNvSpPr/>
          <p:nvPr/>
        </p:nvSpPr>
        <p:spPr bwMode="auto">
          <a:xfrm>
            <a:off x="8257290" y="1279325"/>
            <a:ext cx="188803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学习目标</a:t>
            </a:r>
          </a:p>
        </p:txBody>
      </p:sp>
      <p:sp>
        <p:nvSpPr>
          <p:cNvPr id="2" name="燕尾形 1">
            <a:extLst>
              <a:ext uri="{FF2B5EF4-FFF2-40B4-BE49-F238E27FC236}">
                <a16:creationId xmlns:a16="http://schemas.microsoft.com/office/drawing/2014/main" id="{870C4953-2275-A95B-BFD3-F6796FC19636}"/>
              </a:ext>
            </a:extLst>
          </p:cNvPr>
          <p:cNvSpPr/>
          <p:nvPr/>
        </p:nvSpPr>
        <p:spPr>
          <a:xfrm>
            <a:off x="7097877" y="1350973"/>
            <a:ext cx="316556" cy="503689"/>
          </a:xfrm>
          <a:prstGeom prst="chevron">
            <a:avLst>
              <a:gd name="adj" fmla="val 4803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23" name="章节">
            <a:extLst>
              <a:ext uri="{FF2B5EF4-FFF2-40B4-BE49-F238E27FC236}">
                <a16:creationId xmlns:a16="http://schemas.microsoft.com/office/drawing/2014/main" id="{6816B119-56A5-89AC-69AF-B75726CA019A}"/>
              </a:ext>
            </a:extLst>
          </p:cNvPr>
          <p:cNvGraphicFramePr>
            <a:graphicFrameLocks noGrp="1"/>
          </p:cNvGraphicFramePr>
          <p:nvPr/>
        </p:nvGraphicFramePr>
        <p:xfrm>
          <a:off x="-1" y="0"/>
          <a:ext cx="12190416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1736">
                  <a:extLst>
                    <a:ext uri="{9D8B030D-6E8A-4147-A177-3AD203B41FA5}">
                      <a16:colId xmlns:a16="http://schemas.microsoft.com/office/drawing/2014/main" val="393247685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820694549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121986950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3167948240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4246396411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527655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第一章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第二章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第三章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第四章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第五章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第六章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99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基本概念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数学模型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时域分析法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根轨迹法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频域分析法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校正方法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5605781"/>
                  </a:ext>
                </a:extLst>
              </a:tr>
            </a:tbl>
          </a:graphicData>
        </a:graphic>
      </p:graphicFrame>
      <p:sp>
        <p:nvSpPr>
          <p:cNvPr id="25" name="强调">
            <a:extLst>
              <a:ext uri="{FF2B5EF4-FFF2-40B4-BE49-F238E27FC236}">
                <a16:creationId xmlns:a16="http://schemas.microsoft.com/office/drawing/2014/main" id="{7A050445-FC6D-0973-47D8-556F335924C5}"/>
              </a:ext>
            </a:extLst>
          </p:cNvPr>
          <p:cNvSpPr/>
          <p:nvPr/>
        </p:nvSpPr>
        <p:spPr>
          <a:xfrm>
            <a:off x="4068406" y="0"/>
            <a:ext cx="2026800" cy="103632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重点">
            <a:extLst>
              <a:ext uri="{FF2B5EF4-FFF2-40B4-BE49-F238E27FC236}">
                <a16:creationId xmlns:a16="http://schemas.microsoft.com/office/drawing/2014/main" id="{E7AF913B-94CD-0D9E-9D1E-15E41E75B3A9}"/>
              </a:ext>
            </a:extLst>
          </p:cNvPr>
          <p:cNvSpPr/>
          <p:nvPr/>
        </p:nvSpPr>
        <p:spPr bwMode="auto">
          <a:xfrm>
            <a:off x="5735166" y="3498606"/>
            <a:ext cx="725177" cy="725177"/>
          </a:xfrm>
          <a:prstGeom prst="ellipse">
            <a:avLst/>
          </a:prstGeom>
          <a:solidFill>
            <a:srgbClr val="E44860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重</a:t>
            </a:r>
          </a:p>
        </p:txBody>
      </p:sp>
      <p:sp>
        <p:nvSpPr>
          <p:cNvPr id="30" name="难点">
            <a:extLst>
              <a:ext uri="{FF2B5EF4-FFF2-40B4-BE49-F238E27FC236}">
                <a16:creationId xmlns:a16="http://schemas.microsoft.com/office/drawing/2014/main" id="{76867F75-98E0-71CE-4432-9B760E5E57B4}"/>
              </a:ext>
            </a:extLst>
          </p:cNvPr>
          <p:cNvSpPr/>
          <p:nvPr/>
        </p:nvSpPr>
        <p:spPr bwMode="auto">
          <a:xfrm>
            <a:off x="5731824" y="5463085"/>
            <a:ext cx="725177" cy="725177"/>
          </a:xfrm>
          <a:prstGeom prst="ellipse">
            <a:avLst/>
          </a:prstGeom>
          <a:solidFill>
            <a:schemeClr val="tx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难</a:t>
            </a:r>
          </a:p>
        </p:txBody>
      </p:sp>
      <p:sp>
        <p:nvSpPr>
          <p:cNvPr id="22" name="节段6">
            <a:extLst>
              <a:ext uri="{FF2B5EF4-FFF2-40B4-BE49-F238E27FC236}">
                <a16:creationId xmlns:a16="http://schemas.microsoft.com/office/drawing/2014/main" id="{77BFF80D-F70F-5BB5-72F9-8601EC2D95AE}"/>
              </a:ext>
            </a:extLst>
          </p:cNvPr>
          <p:cNvSpPr/>
          <p:nvPr/>
        </p:nvSpPr>
        <p:spPr bwMode="auto">
          <a:xfrm>
            <a:off x="439088" y="1251664"/>
            <a:ext cx="5551200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6.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  性能指标：控制效果评价</a:t>
            </a:r>
          </a:p>
        </p:txBody>
      </p:sp>
    </p:spTree>
    <p:extLst>
      <p:ext uri="{BB962C8B-B14F-4D97-AF65-F5344CB8AC3E}">
        <p14:creationId xmlns:p14="http://schemas.microsoft.com/office/powerpoint/2010/main" val="2826082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" grpId="0" animBg="1"/>
      <p:bldP spid="25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时域分析法概述</a:t>
            </a:r>
          </a:p>
        </p:txBody>
      </p:sp>
      <p:sp>
        <p:nvSpPr>
          <p:cNvPr id="23" name="重要">
            <a:extLst>
              <a:ext uri="{FF2B5EF4-FFF2-40B4-BE49-F238E27FC236}">
                <a16:creationId xmlns:a16="http://schemas.microsoft.com/office/drawing/2014/main" id="{863FCAA6-6322-3A3D-5320-7A941A3C73DF}"/>
              </a:ext>
            </a:extLst>
          </p:cNvPr>
          <p:cNvSpPr txBox="1"/>
          <p:nvPr/>
        </p:nvSpPr>
        <p:spPr>
          <a:xfrm>
            <a:off x="261939" y="1052736"/>
            <a:ext cx="3529012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时域法的作用和特点</a:t>
            </a:r>
          </a:p>
        </p:txBody>
      </p:sp>
      <p:grpSp>
        <p:nvGrpSpPr>
          <p:cNvPr id="24" name="步骤1">
            <a:extLst>
              <a:ext uri="{FF2B5EF4-FFF2-40B4-BE49-F238E27FC236}">
                <a16:creationId xmlns:a16="http://schemas.microsoft.com/office/drawing/2014/main" id="{EE3DCDB7-4573-28A3-AA70-29699D927C3E}"/>
              </a:ext>
            </a:extLst>
          </p:cNvPr>
          <p:cNvGrpSpPr/>
          <p:nvPr/>
        </p:nvGrpSpPr>
        <p:grpSpPr>
          <a:xfrm>
            <a:off x="276666" y="1804553"/>
            <a:ext cx="7042677" cy="1060177"/>
            <a:chOff x="4943078" y="1533203"/>
            <a:chExt cx="7042677" cy="1060177"/>
          </a:xfrm>
        </p:grpSpPr>
        <p:sp>
          <p:nvSpPr>
            <p:cNvPr id="26" name="标题">
              <a:extLst>
                <a:ext uri="{FF2B5EF4-FFF2-40B4-BE49-F238E27FC236}">
                  <a16:creationId xmlns:a16="http://schemas.microsoft.com/office/drawing/2014/main" id="{9C57C459-CAD9-AE23-7F5D-83ADFD56A703}"/>
                </a:ext>
              </a:extLst>
            </p:cNvPr>
            <p:cNvSpPr/>
            <p:nvPr/>
          </p:nvSpPr>
          <p:spPr bwMode="auto">
            <a:xfrm>
              <a:off x="5402015" y="1533203"/>
              <a:ext cx="6583740" cy="1060177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直接在时间域对系统分析，直观，准确，尤其适用于低阶系统</a:t>
              </a:r>
              <a:r>
                <a:rPr lang="en-US" altLang="zh-CN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;</a:t>
              </a:r>
              <a:endPara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  <p:sp>
          <p:nvSpPr>
            <p:cNvPr id="27" name="序号">
              <a:extLst>
                <a:ext uri="{FF2B5EF4-FFF2-40B4-BE49-F238E27FC236}">
                  <a16:creationId xmlns:a16="http://schemas.microsoft.com/office/drawing/2014/main" id="{6D14494D-ACB1-E094-54EF-21DA134CE658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8" name="步骤2">
            <a:extLst>
              <a:ext uri="{FF2B5EF4-FFF2-40B4-BE49-F238E27FC236}">
                <a16:creationId xmlns:a16="http://schemas.microsoft.com/office/drawing/2014/main" id="{AECFC6CD-67BF-27BC-A73A-F7A010F4C08B}"/>
              </a:ext>
            </a:extLst>
          </p:cNvPr>
          <p:cNvGrpSpPr/>
          <p:nvPr/>
        </p:nvGrpSpPr>
        <p:grpSpPr>
          <a:xfrm>
            <a:off x="283058" y="3276765"/>
            <a:ext cx="7015786" cy="1129079"/>
            <a:chOff x="4943078" y="1700704"/>
            <a:chExt cx="7015786" cy="1129079"/>
          </a:xfrm>
        </p:grpSpPr>
        <p:sp>
          <p:nvSpPr>
            <p:cNvPr id="29" name="标题">
              <a:extLst>
                <a:ext uri="{FF2B5EF4-FFF2-40B4-BE49-F238E27FC236}">
                  <a16:creationId xmlns:a16="http://schemas.microsoft.com/office/drawing/2014/main" id="{524E9D96-17B7-3288-9FFA-F19A663269B6}"/>
                </a:ext>
              </a:extLst>
            </p:cNvPr>
            <p:cNvSpPr/>
            <p:nvPr/>
          </p:nvSpPr>
          <p:spPr bwMode="auto">
            <a:xfrm>
              <a:off x="5375127" y="1769618"/>
              <a:ext cx="6583737" cy="1060165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可以提供系统时间响应的全部信息</a:t>
              </a:r>
              <a:r>
                <a:rPr lang="en-US" altLang="zh-CN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;</a:t>
              </a:r>
              <a:endPara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  <p:sp>
          <p:nvSpPr>
            <p:cNvPr id="30" name="序号">
              <a:extLst>
                <a:ext uri="{FF2B5EF4-FFF2-40B4-BE49-F238E27FC236}">
                  <a16:creationId xmlns:a16="http://schemas.microsoft.com/office/drawing/2014/main" id="{C671B746-D6A3-E93A-FE9E-AD3940F166A5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31" name="步骤3">
            <a:extLst>
              <a:ext uri="{FF2B5EF4-FFF2-40B4-BE49-F238E27FC236}">
                <a16:creationId xmlns:a16="http://schemas.microsoft.com/office/drawing/2014/main" id="{81DF4044-DBE4-3343-F872-5AEB21B80519}"/>
              </a:ext>
            </a:extLst>
          </p:cNvPr>
          <p:cNvGrpSpPr/>
          <p:nvPr/>
        </p:nvGrpSpPr>
        <p:grpSpPr>
          <a:xfrm>
            <a:off x="276666" y="4888546"/>
            <a:ext cx="7015782" cy="1129069"/>
            <a:chOff x="4943078" y="1700704"/>
            <a:chExt cx="7015782" cy="1129069"/>
          </a:xfrm>
        </p:grpSpPr>
        <p:sp>
          <p:nvSpPr>
            <p:cNvPr id="32" name="标题">
              <a:extLst>
                <a:ext uri="{FF2B5EF4-FFF2-40B4-BE49-F238E27FC236}">
                  <a16:creationId xmlns:a16="http://schemas.microsoft.com/office/drawing/2014/main" id="{7D0F7D1A-FDDE-77F6-CC0A-DCA0F66BF106}"/>
                </a:ext>
              </a:extLst>
            </p:cNvPr>
            <p:cNvSpPr/>
            <p:nvPr/>
          </p:nvSpPr>
          <p:spPr bwMode="auto">
            <a:xfrm>
              <a:off x="5375126" y="1769618"/>
              <a:ext cx="6583734" cy="1060155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基于求解系统输出的解析解，比较烦琐。</a:t>
              </a:r>
            </a:p>
          </p:txBody>
        </p:sp>
        <p:sp>
          <p:nvSpPr>
            <p:cNvPr id="33" name="序号">
              <a:extLst>
                <a:ext uri="{FF2B5EF4-FFF2-40B4-BE49-F238E27FC236}">
                  <a16:creationId xmlns:a16="http://schemas.microsoft.com/office/drawing/2014/main" id="{771247AD-E49D-65DA-E565-E1CAF7540E3E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8" name="坐标轴">
            <a:extLst>
              <a:ext uri="{FF2B5EF4-FFF2-40B4-BE49-F238E27FC236}">
                <a16:creationId xmlns:a16="http://schemas.microsoft.com/office/drawing/2014/main" id="{A36A321C-EDCA-F90F-F214-42B52C94CA87}"/>
              </a:ext>
            </a:extLst>
          </p:cNvPr>
          <p:cNvGrpSpPr/>
          <p:nvPr/>
        </p:nvGrpSpPr>
        <p:grpSpPr>
          <a:xfrm>
            <a:off x="7646604" y="3477247"/>
            <a:ext cx="4245142" cy="2695103"/>
            <a:chOff x="7646604" y="3477247"/>
            <a:chExt cx="4245142" cy="2695103"/>
          </a:xfrm>
        </p:grpSpPr>
        <p:cxnSp>
          <p:nvCxnSpPr>
            <p:cNvPr id="35" name="x轴">
              <a:extLst>
                <a:ext uri="{FF2B5EF4-FFF2-40B4-BE49-F238E27FC236}">
                  <a16:creationId xmlns:a16="http://schemas.microsoft.com/office/drawing/2014/main" id="{36F01663-B6D3-B345-8DDE-0808B5209405}"/>
                </a:ext>
              </a:extLst>
            </p:cNvPr>
            <p:cNvCxnSpPr>
              <a:cxnSpLocks/>
            </p:cNvCxnSpPr>
            <p:nvPr/>
          </p:nvCxnSpPr>
          <p:spPr>
            <a:xfrm>
              <a:off x="8255000" y="5589568"/>
              <a:ext cx="3528392" cy="2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y轴">
              <a:extLst>
                <a:ext uri="{FF2B5EF4-FFF2-40B4-BE49-F238E27FC236}">
                  <a16:creationId xmlns:a16="http://schemas.microsoft.com/office/drawing/2014/main" id="{63759826-7DAF-F534-B91F-F3DEBBD298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5000" y="3639353"/>
              <a:ext cx="6396" cy="195861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labelt">
                  <a:extLst>
                    <a:ext uri="{FF2B5EF4-FFF2-40B4-BE49-F238E27FC236}">
                      <a16:creationId xmlns:a16="http://schemas.microsoft.com/office/drawing/2014/main" id="{6F7D11A7-AE34-8DDD-8ECC-208C86307EEE}"/>
                    </a:ext>
                  </a:extLst>
                </p:cNvPr>
                <p:cNvSpPr txBox="1"/>
                <p:nvPr/>
              </p:nvSpPr>
              <p:spPr>
                <a:xfrm>
                  <a:off x="11371045" y="5050416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7" name="labelt">
                  <a:extLst>
                    <a:ext uri="{FF2B5EF4-FFF2-40B4-BE49-F238E27FC236}">
                      <a16:creationId xmlns:a16="http://schemas.microsoft.com/office/drawing/2014/main" id="{6F7D11A7-AE34-8DDD-8ECC-208C86307E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71045" y="5050416"/>
                  <a:ext cx="520701" cy="52469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labely">
                  <a:extLst>
                    <a:ext uri="{FF2B5EF4-FFF2-40B4-BE49-F238E27FC236}">
                      <a16:creationId xmlns:a16="http://schemas.microsoft.com/office/drawing/2014/main" id="{3BE25C7F-7862-B1EC-3B9B-32BA8346AC32}"/>
                    </a:ext>
                  </a:extLst>
                </p:cNvPr>
                <p:cNvSpPr txBox="1"/>
                <p:nvPr/>
              </p:nvSpPr>
              <p:spPr>
                <a:xfrm>
                  <a:off x="8378377" y="3477247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7" name="labely">
                  <a:extLst>
                    <a:ext uri="{FF2B5EF4-FFF2-40B4-BE49-F238E27FC236}">
                      <a16:creationId xmlns:a16="http://schemas.microsoft.com/office/drawing/2014/main" id="{3BE25C7F-7862-B1EC-3B9B-32BA8346AC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78377" y="3477247"/>
                  <a:ext cx="520701" cy="524695"/>
                </a:xfrm>
                <a:prstGeom prst="rect">
                  <a:avLst/>
                </a:prstGeom>
                <a:blipFill>
                  <a:blip r:embed="rId4"/>
                  <a:stretch>
                    <a:fillRect l="-4762" r="-73810" b="-190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label0">
                  <a:extLst>
                    <a:ext uri="{FF2B5EF4-FFF2-40B4-BE49-F238E27FC236}">
                      <a16:creationId xmlns:a16="http://schemas.microsoft.com/office/drawing/2014/main" id="{CF8F31EF-EA86-48ED-2D45-88F5FF716745}"/>
                    </a:ext>
                  </a:extLst>
                </p:cNvPr>
                <p:cNvSpPr txBox="1"/>
                <p:nvPr/>
              </p:nvSpPr>
              <p:spPr>
                <a:xfrm>
                  <a:off x="8069503" y="5649130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8" name="label0">
                  <a:extLst>
                    <a:ext uri="{FF2B5EF4-FFF2-40B4-BE49-F238E27FC236}">
                      <a16:creationId xmlns:a16="http://schemas.microsoft.com/office/drawing/2014/main" id="{CF8F31EF-EA86-48ED-2D45-88F5FF7167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9503" y="5649130"/>
                  <a:ext cx="229717" cy="523220"/>
                </a:xfrm>
                <a:prstGeom prst="rect">
                  <a:avLst/>
                </a:prstGeom>
                <a:blipFill>
                  <a:blip r:embed="rId5"/>
                  <a:stretch>
                    <a:fillRect l="-15789" r="-7368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xtick0">
              <a:extLst>
                <a:ext uri="{FF2B5EF4-FFF2-40B4-BE49-F238E27FC236}">
                  <a16:creationId xmlns:a16="http://schemas.microsoft.com/office/drawing/2014/main" id="{5F8C9E5E-3034-88A0-32C3-DEE40B1E227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187184" y="5659130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xtick1">
              <a:extLst>
                <a:ext uri="{FF2B5EF4-FFF2-40B4-BE49-F238E27FC236}">
                  <a16:creationId xmlns:a16="http://schemas.microsoft.com/office/drawing/2014/main" id="{C35104DA-6AAE-7318-25E3-87A00910EE7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924492" y="5665788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xlabel1">
                  <a:extLst>
                    <a:ext uri="{FF2B5EF4-FFF2-40B4-BE49-F238E27FC236}">
                      <a16:creationId xmlns:a16="http://schemas.microsoft.com/office/drawing/2014/main" id="{8D37E6EC-B689-7157-CDEC-D35582621C7E}"/>
                    </a:ext>
                  </a:extLst>
                </p:cNvPr>
                <p:cNvSpPr txBox="1"/>
                <p:nvPr/>
              </p:nvSpPr>
              <p:spPr>
                <a:xfrm>
                  <a:off x="8720129" y="5648383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5" name="xlabel1">
                  <a:extLst>
                    <a:ext uri="{FF2B5EF4-FFF2-40B4-BE49-F238E27FC236}">
                      <a16:creationId xmlns:a16="http://schemas.microsoft.com/office/drawing/2014/main" id="{8D37E6EC-B689-7157-CDEC-D35582621C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0129" y="5648383"/>
                  <a:ext cx="520701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1" name="xtick2">
              <a:extLst>
                <a:ext uri="{FF2B5EF4-FFF2-40B4-BE49-F238E27FC236}">
                  <a16:creationId xmlns:a16="http://schemas.microsoft.com/office/drawing/2014/main" id="{9CAC8199-AC80-4213-8B23-49AFC27C1B1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628966" y="5669618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xlabel2">
                  <a:extLst>
                    <a:ext uri="{FF2B5EF4-FFF2-40B4-BE49-F238E27FC236}">
                      <a16:creationId xmlns:a16="http://schemas.microsoft.com/office/drawing/2014/main" id="{5B41A49F-A72D-D0CB-7262-9BB904DF187B}"/>
                    </a:ext>
                  </a:extLst>
                </p:cNvPr>
                <p:cNvSpPr txBox="1"/>
                <p:nvPr/>
              </p:nvSpPr>
              <p:spPr>
                <a:xfrm>
                  <a:off x="9524863" y="5647646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8" name="xlabel2">
                  <a:extLst>
                    <a:ext uri="{FF2B5EF4-FFF2-40B4-BE49-F238E27FC236}">
                      <a16:creationId xmlns:a16="http://schemas.microsoft.com/office/drawing/2014/main" id="{5B41A49F-A72D-D0CB-7262-9BB904DF18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4863" y="5647646"/>
                  <a:ext cx="322182" cy="524695"/>
                </a:xfrm>
                <a:prstGeom prst="rect">
                  <a:avLst/>
                </a:prstGeom>
                <a:blipFill>
                  <a:blip r:embed="rId7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xtick3">
              <a:extLst>
                <a:ext uri="{FF2B5EF4-FFF2-40B4-BE49-F238E27FC236}">
                  <a16:creationId xmlns:a16="http://schemas.microsoft.com/office/drawing/2014/main" id="{3238A119-C403-9FA1-6D6B-97B0521F8FC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354808" y="5669618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xlabel3">
                  <a:extLst>
                    <a:ext uri="{FF2B5EF4-FFF2-40B4-BE49-F238E27FC236}">
                      <a16:creationId xmlns:a16="http://schemas.microsoft.com/office/drawing/2014/main" id="{EC339E3A-ACFA-42E5-34A8-7BB9D8C36C2D}"/>
                    </a:ext>
                  </a:extLst>
                </p:cNvPr>
                <p:cNvSpPr txBox="1"/>
                <p:nvPr/>
              </p:nvSpPr>
              <p:spPr>
                <a:xfrm>
                  <a:off x="10229451" y="5647647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1" name="xlabel3">
                  <a:extLst>
                    <a:ext uri="{FF2B5EF4-FFF2-40B4-BE49-F238E27FC236}">
                      <a16:creationId xmlns:a16="http://schemas.microsoft.com/office/drawing/2014/main" id="{EC339E3A-ACFA-42E5-34A8-7BB9D8C36C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29451" y="5647647"/>
                  <a:ext cx="322182" cy="524695"/>
                </a:xfrm>
                <a:prstGeom prst="rect">
                  <a:avLst/>
                </a:prstGeom>
                <a:blipFill>
                  <a:blip r:embed="rId8"/>
                  <a:stretch>
                    <a:fillRect l="-7692" r="-3076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xtick4">
              <a:extLst>
                <a:ext uri="{FF2B5EF4-FFF2-40B4-BE49-F238E27FC236}">
                  <a16:creationId xmlns:a16="http://schemas.microsoft.com/office/drawing/2014/main" id="{C951F93B-DBAA-AC8A-FCC4-F44543E2D78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066441" y="5668904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xlabel4">
                  <a:extLst>
                    <a:ext uri="{FF2B5EF4-FFF2-40B4-BE49-F238E27FC236}">
                      <a16:creationId xmlns:a16="http://schemas.microsoft.com/office/drawing/2014/main" id="{D8F68C1C-CCDB-9718-8166-46C38051411E}"/>
                    </a:ext>
                  </a:extLst>
                </p:cNvPr>
                <p:cNvSpPr txBox="1"/>
                <p:nvPr/>
              </p:nvSpPr>
              <p:spPr>
                <a:xfrm>
                  <a:off x="10866861" y="5646908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6" name="xlabel4">
                  <a:extLst>
                    <a:ext uri="{FF2B5EF4-FFF2-40B4-BE49-F238E27FC236}">
                      <a16:creationId xmlns:a16="http://schemas.microsoft.com/office/drawing/2014/main" id="{D8F68C1C-CCDB-9718-8166-46C3805141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66861" y="5646908"/>
                  <a:ext cx="520701" cy="52469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ytick2">
              <a:extLst>
                <a:ext uri="{FF2B5EF4-FFF2-40B4-BE49-F238E27FC236}">
                  <a16:creationId xmlns:a16="http://schemas.microsoft.com/office/drawing/2014/main" id="{F768C758-C9B0-8B97-BB3E-860A329A3E23}"/>
                </a:ext>
              </a:extLst>
            </p:cNvPr>
            <p:cNvCxnSpPr>
              <a:cxnSpLocks/>
            </p:cNvCxnSpPr>
            <p:nvPr/>
          </p:nvCxnSpPr>
          <p:spPr>
            <a:xfrm>
              <a:off x="8255000" y="4149725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ylabel2">
                  <a:extLst>
                    <a:ext uri="{FF2B5EF4-FFF2-40B4-BE49-F238E27FC236}">
                      <a16:creationId xmlns:a16="http://schemas.microsoft.com/office/drawing/2014/main" id="{8767D17B-58A6-CEAD-49E1-7EFD4FB4C236}"/>
                    </a:ext>
                  </a:extLst>
                </p:cNvPr>
                <p:cNvSpPr txBox="1"/>
                <p:nvPr/>
              </p:nvSpPr>
              <p:spPr>
                <a:xfrm>
                  <a:off x="7932354" y="3887377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4" name="ylabel2">
                  <a:extLst>
                    <a:ext uri="{FF2B5EF4-FFF2-40B4-BE49-F238E27FC236}">
                      <a16:creationId xmlns:a16="http://schemas.microsoft.com/office/drawing/2014/main" id="{8767D17B-58A6-CEAD-49E1-7EFD4FB4C2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2354" y="3887377"/>
                  <a:ext cx="322182" cy="524695"/>
                </a:xfrm>
                <a:prstGeom prst="rect">
                  <a:avLst/>
                </a:prstGeom>
                <a:blipFill>
                  <a:blip r:embed="rId10"/>
                  <a:stretch>
                    <a:fillRect l="-7692" r="-3076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ytick1">
              <a:extLst>
                <a:ext uri="{FF2B5EF4-FFF2-40B4-BE49-F238E27FC236}">
                  <a16:creationId xmlns:a16="http://schemas.microsoft.com/office/drawing/2014/main" id="{98407A56-D71D-7A26-53D8-1DE7A0A69AED}"/>
                </a:ext>
              </a:extLst>
            </p:cNvPr>
            <p:cNvCxnSpPr>
              <a:cxnSpLocks/>
            </p:cNvCxnSpPr>
            <p:nvPr/>
          </p:nvCxnSpPr>
          <p:spPr>
            <a:xfrm>
              <a:off x="8255000" y="4870536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ylabel1">
                  <a:extLst>
                    <a:ext uri="{FF2B5EF4-FFF2-40B4-BE49-F238E27FC236}">
                      <a16:creationId xmlns:a16="http://schemas.microsoft.com/office/drawing/2014/main" id="{C878C151-6F87-1BFC-8B89-E71146DFB0C3}"/>
                    </a:ext>
                  </a:extLst>
                </p:cNvPr>
                <p:cNvSpPr txBox="1"/>
                <p:nvPr/>
              </p:nvSpPr>
              <p:spPr>
                <a:xfrm>
                  <a:off x="7646604" y="4608188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4" name="ylabel1">
                  <a:extLst>
                    <a:ext uri="{FF2B5EF4-FFF2-40B4-BE49-F238E27FC236}">
                      <a16:creationId xmlns:a16="http://schemas.microsoft.com/office/drawing/2014/main" id="{C878C151-6F87-1BFC-8B89-E71146DFB0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604" y="4608188"/>
                  <a:ext cx="322182" cy="524695"/>
                </a:xfrm>
                <a:prstGeom prst="rect">
                  <a:avLst/>
                </a:prstGeom>
                <a:blipFill>
                  <a:blip r:embed="rId11"/>
                  <a:stretch>
                    <a:fillRect l="-7407" r="-1074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7" name="阶跃信号">
            <a:extLst>
              <a:ext uri="{FF2B5EF4-FFF2-40B4-BE49-F238E27FC236}">
                <a16:creationId xmlns:a16="http://schemas.microsoft.com/office/drawing/2014/main" id="{C4D6BA5E-1600-F54E-26C8-0EA3DE69D3BF}"/>
              </a:ext>
            </a:extLst>
          </p:cNvPr>
          <p:cNvCxnSpPr>
            <a:cxnSpLocks/>
          </p:cNvCxnSpPr>
          <p:nvPr/>
        </p:nvCxnSpPr>
        <p:spPr>
          <a:xfrm>
            <a:off x="8261396" y="4149724"/>
            <a:ext cx="3284650" cy="1"/>
          </a:xfrm>
          <a:prstGeom prst="straightConnector1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阶跃响应">
            <a:extLst>
              <a:ext uri="{FF2B5EF4-FFF2-40B4-BE49-F238E27FC236}">
                <a16:creationId xmlns:a16="http://schemas.microsoft.com/office/drawing/2014/main" id="{A2BABD13-601F-1426-12D0-B85A975E2788}"/>
              </a:ext>
            </a:extLst>
          </p:cNvPr>
          <p:cNvSpPr/>
          <p:nvPr/>
        </p:nvSpPr>
        <p:spPr>
          <a:xfrm>
            <a:off x="8261459" y="4056701"/>
            <a:ext cx="3266419" cy="1535704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50 w 1970565"/>
              <a:gd name="connsiteY0" fmla="*/ 3537816 h 3537816"/>
              <a:gd name="connsiteX1" fmla="*/ 1970565 w 1970565"/>
              <a:gd name="connsiteY1" fmla="*/ 0 h 3537816"/>
              <a:gd name="connsiteX0" fmla="*/ 34 w 2951561"/>
              <a:gd name="connsiteY0" fmla="*/ 1430457 h 1430457"/>
              <a:gd name="connsiteX1" fmla="*/ 2951561 w 2951561"/>
              <a:gd name="connsiteY1" fmla="*/ 0 h 1430457"/>
              <a:gd name="connsiteX0" fmla="*/ 41 w 2951568"/>
              <a:gd name="connsiteY0" fmla="*/ 1502272 h 1502272"/>
              <a:gd name="connsiteX1" fmla="*/ 2951568 w 2951568"/>
              <a:gd name="connsiteY1" fmla="*/ 71815 h 1502272"/>
              <a:gd name="connsiteX0" fmla="*/ 37 w 3284624"/>
              <a:gd name="connsiteY0" fmla="*/ 1468127 h 1468127"/>
              <a:gd name="connsiteX1" fmla="*/ 3284624 w 3284624"/>
              <a:gd name="connsiteY1" fmla="*/ 74004 h 1468127"/>
              <a:gd name="connsiteX0" fmla="*/ 63 w 3284650"/>
              <a:gd name="connsiteY0" fmla="*/ 1394375 h 1394375"/>
              <a:gd name="connsiteX1" fmla="*/ 3284650 w 3284650"/>
              <a:gd name="connsiteY1" fmla="*/ 252 h 1394375"/>
              <a:gd name="connsiteX0" fmla="*/ 0 w 3284587"/>
              <a:gd name="connsiteY0" fmla="*/ 1519171 h 1519171"/>
              <a:gd name="connsiteX1" fmla="*/ 3284587 w 3284587"/>
              <a:gd name="connsiteY1" fmla="*/ 125048 h 1519171"/>
              <a:gd name="connsiteX0" fmla="*/ 0 w 3284587"/>
              <a:gd name="connsiteY0" fmla="*/ 1689548 h 1689548"/>
              <a:gd name="connsiteX1" fmla="*/ 531315 w 3284587"/>
              <a:gd name="connsiteY1" fmla="*/ 402697 h 1689548"/>
              <a:gd name="connsiteX2" fmla="*/ 3284587 w 3284587"/>
              <a:gd name="connsiteY2" fmla="*/ 295425 h 1689548"/>
              <a:gd name="connsiteX0" fmla="*/ 0 w 3284587"/>
              <a:gd name="connsiteY0" fmla="*/ 1513875 h 1513875"/>
              <a:gd name="connsiteX1" fmla="*/ 531315 w 3284587"/>
              <a:gd name="connsiteY1" fmla="*/ 227024 h 1513875"/>
              <a:gd name="connsiteX2" fmla="*/ 3284587 w 3284587"/>
              <a:gd name="connsiteY2" fmla="*/ 119752 h 1513875"/>
              <a:gd name="connsiteX0" fmla="*/ 0 w 3284587"/>
              <a:gd name="connsiteY0" fmla="*/ 1697259 h 1697259"/>
              <a:gd name="connsiteX1" fmla="*/ 622149 w 3284587"/>
              <a:gd name="connsiteY1" fmla="*/ 162127 h 1697259"/>
              <a:gd name="connsiteX2" fmla="*/ 3284587 w 3284587"/>
              <a:gd name="connsiteY2" fmla="*/ 303136 h 1697259"/>
              <a:gd name="connsiteX0" fmla="*/ 0 w 3284587"/>
              <a:gd name="connsiteY0" fmla="*/ 1535766 h 1535766"/>
              <a:gd name="connsiteX1" fmla="*/ 622149 w 3284587"/>
              <a:gd name="connsiteY1" fmla="*/ 634 h 1535766"/>
              <a:gd name="connsiteX2" fmla="*/ 3284587 w 3284587"/>
              <a:gd name="connsiteY2" fmla="*/ 141643 h 1535766"/>
              <a:gd name="connsiteX0" fmla="*/ 0 w 3284587"/>
              <a:gd name="connsiteY0" fmla="*/ 1535133 h 1535133"/>
              <a:gd name="connsiteX1" fmla="*/ 622149 w 3284587"/>
              <a:gd name="connsiteY1" fmla="*/ 1 h 1535133"/>
              <a:gd name="connsiteX2" fmla="*/ 3284587 w 3284587"/>
              <a:gd name="connsiteY2" fmla="*/ 141010 h 1535133"/>
              <a:gd name="connsiteX0" fmla="*/ 0 w 3284587"/>
              <a:gd name="connsiteY0" fmla="*/ 1535133 h 1535133"/>
              <a:gd name="connsiteX1" fmla="*/ 622149 w 3284587"/>
              <a:gd name="connsiteY1" fmla="*/ 1 h 1535133"/>
              <a:gd name="connsiteX2" fmla="*/ 3284587 w 3284587"/>
              <a:gd name="connsiteY2" fmla="*/ 141010 h 1535133"/>
              <a:gd name="connsiteX0" fmla="*/ 0 w 3284587"/>
              <a:gd name="connsiteY0" fmla="*/ 1535133 h 1535133"/>
              <a:gd name="connsiteX1" fmla="*/ 622149 w 3284587"/>
              <a:gd name="connsiteY1" fmla="*/ 1 h 1535133"/>
              <a:gd name="connsiteX2" fmla="*/ 3284587 w 3284587"/>
              <a:gd name="connsiteY2" fmla="*/ 141010 h 1535133"/>
              <a:gd name="connsiteX0" fmla="*/ 0 w 3278531"/>
              <a:gd name="connsiteY0" fmla="*/ 1621471 h 1621471"/>
              <a:gd name="connsiteX1" fmla="*/ 622149 w 3278531"/>
              <a:gd name="connsiteY1" fmla="*/ 86339 h 1621471"/>
              <a:gd name="connsiteX2" fmla="*/ 3278531 w 3278531"/>
              <a:gd name="connsiteY2" fmla="*/ 191014 h 1621471"/>
              <a:gd name="connsiteX0" fmla="*/ 0 w 3278531"/>
              <a:gd name="connsiteY0" fmla="*/ 1622413 h 1622413"/>
              <a:gd name="connsiteX1" fmla="*/ 622149 w 3278531"/>
              <a:gd name="connsiteY1" fmla="*/ 87281 h 1622413"/>
              <a:gd name="connsiteX2" fmla="*/ 3278531 w 3278531"/>
              <a:gd name="connsiteY2" fmla="*/ 191956 h 1622413"/>
              <a:gd name="connsiteX0" fmla="*/ 0 w 3278531"/>
              <a:gd name="connsiteY0" fmla="*/ 1535653 h 1535653"/>
              <a:gd name="connsiteX1" fmla="*/ 622149 w 3278531"/>
              <a:gd name="connsiteY1" fmla="*/ 521 h 1535653"/>
              <a:gd name="connsiteX2" fmla="*/ 3278531 w 3278531"/>
              <a:gd name="connsiteY2" fmla="*/ 105196 h 1535653"/>
              <a:gd name="connsiteX0" fmla="*/ 0 w 3272475"/>
              <a:gd name="connsiteY0" fmla="*/ 1625472 h 1625472"/>
              <a:gd name="connsiteX1" fmla="*/ 622149 w 3272475"/>
              <a:gd name="connsiteY1" fmla="*/ 90340 h 1625472"/>
              <a:gd name="connsiteX2" fmla="*/ 3272475 w 3272475"/>
              <a:gd name="connsiteY2" fmla="*/ 182904 h 1625472"/>
              <a:gd name="connsiteX0" fmla="*/ 0 w 3272475"/>
              <a:gd name="connsiteY0" fmla="*/ 1536014 h 1536014"/>
              <a:gd name="connsiteX1" fmla="*/ 622149 w 3272475"/>
              <a:gd name="connsiteY1" fmla="*/ 882 h 1536014"/>
              <a:gd name="connsiteX2" fmla="*/ 3272475 w 3272475"/>
              <a:gd name="connsiteY2" fmla="*/ 93446 h 1536014"/>
              <a:gd name="connsiteX0" fmla="*/ 0 w 3467646"/>
              <a:gd name="connsiteY0" fmla="*/ 1536014 h 1536014"/>
              <a:gd name="connsiteX1" fmla="*/ 622149 w 3467646"/>
              <a:gd name="connsiteY1" fmla="*/ 882 h 1536014"/>
              <a:gd name="connsiteX2" fmla="*/ 3272475 w 3467646"/>
              <a:gd name="connsiteY2" fmla="*/ 93446 h 1536014"/>
              <a:gd name="connsiteX3" fmla="*/ 3268459 w 3467646"/>
              <a:gd name="connsiteY3" fmla="*/ 79605 h 1536014"/>
              <a:gd name="connsiteX0" fmla="*/ 0 w 3506696"/>
              <a:gd name="connsiteY0" fmla="*/ 1536014 h 1536014"/>
              <a:gd name="connsiteX1" fmla="*/ 622149 w 3506696"/>
              <a:gd name="connsiteY1" fmla="*/ 882 h 1536014"/>
              <a:gd name="connsiteX2" fmla="*/ 3272475 w 3506696"/>
              <a:gd name="connsiteY2" fmla="*/ 93446 h 1536014"/>
              <a:gd name="connsiteX3" fmla="*/ 3395627 w 3506696"/>
              <a:gd name="connsiteY3" fmla="*/ 6938 h 1536014"/>
              <a:gd name="connsiteX0" fmla="*/ 0 w 3506696"/>
              <a:gd name="connsiteY0" fmla="*/ 1535132 h 1535132"/>
              <a:gd name="connsiteX1" fmla="*/ 622149 w 3506696"/>
              <a:gd name="connsiteY1" fmla="*/ 0 h 1535132"/>
              <a:gd name="connsiteX2" fmla="*/ 3272475 w 3506696"/>
              <a:gd name="connsiteY2" fmla="*/ 92564 h 1535132"/>
              <a:gd name="connsiteX3" fmla="*/ 3395627 w 3506696"/>
              <a:gd name="connsiteY3" fmla="*/ 6056 h 1535132"/>
              <a:gd name="connsiteX0" fmla="*/ 0 w 3395629"/>
              <a:gd name="connsiteY0" fmla="*/ 1627346 h 1627346"/>
              <a:gd name="connsiteX1" fmla="*/ 622149 w 3395629"/>
              <a:gd name="connsiteY1" fmla="*/ 92214 h 1627346"/>
              <a:gd name="connsiteX2" fmla="*/ 2709302 w 3395629"/>
              <a:gd name="connsiteY2" fmla="*/ 184778 h 1627346"/>
              <a:gd name="connsiteX3" fmla="*/ 3395627 w 3395629"/>
              <a:gd name="connsiteY3" fmla="*/ 98270 h 1627346"/>
              <a:gd name="connsiteX0" fmla="*/ 0 w 2709302"/>
              <a:gd name="connsiteY0" fmla="*/ 1627346 h 1627346"/>
              <a:gd name="connsiteX1" fmla="*/ 622149 w 2709302"/>
              <a:gd name="connsiteY1" fmla="*/ 92214 h 1627346"/>
              <a:gd name="connsiteX2" fmla="*/ 2709302 w 2709302"/>
              <a:gd name="connsiteY2" fmla="*/ 184778 h 1627346"/>
              <a:gd name="connsiteX0" fmla="*/ 0 w 3266420"/>
              <a:gd name="connsiteY0" fmla="*/ 1625759 h 1625759"/>
              <a:gd name="connsiteX1" fmla="*/ 622149 w 3266420"/>
              <a:gd name="connsiteY1" fmla="*/ 90627 h 1625759"/>
              <a:gd name="connsiteX2" fmla="*/ 3266420 w 3266420"/>
              <a:gd name="connsiteY2" fmla="*/ 189247 h 1625759"/>
              <a:gd name="connsiteX0" fmla="*/ 0 w 3266420"/>
              <a:gd name="connsiteY0" fmla="*/ 1620040 h 1620040"/>
              <a:gd name="connsiteX1" fmla="*/ 622149 w 3266420"/>
              <a:gd name="connsiteY1" fmla="*/ 84908 h 1620040"/>
              <a:gd name="connsiteX2" fmla="*/ 3266420 w 3266420"/>
              <a:gd name="connsiteY2" fmla="*/ 183528 h 1620040"/>
              <a:gd name="connsiteX0" fmla="*/ 0 w 3266420"/>
              <a:gd name="connsiteY0" fmla="*/ 1535923 h 1535923"/>
              <a:gd name="connsiteX1" fmla="*/ 622149 w 3266420"/>
              <a:gd name="connsiteY1" fmla="*/ 791 h 1535923"/>
              <a:gd name="connsiteX2" fmla="*/ 3266420 w 3266420"/>
              <a:gd name="connsiteY2" fmla="*/ 99411 h 1535923"/>
              <a:gd name="connsiteX0" fmla="*/ 0 w 3266420"/>
              <a:gd name="connsiteY0" fmla="*/ 1535676 h 1535676"/>
              <a:gd name="connsiteX1" fmla="*/ 622149 w 3266420"/>
              <a:gd name="connsiteY1" fmla="*/ 544 h 1535676"/>
              <a:gd name="connsiteX2" fmla="*/ 3266420 w 3266420"/>
              <a:gd name="connsiteY2" fmla="*/ 99164 h 1535676"/>
              <a:gd name="connsiteX0" fmla="*/ 0 w 3266420"/>
              <a:gd name="connsiteY0" fmla="*/ 1535550 h 1535550"/>
              <a:gd name="connsiteX1" fmla="*/ 622149 w 3266420"/>
              <a:gd name="connsiteY1" fmla="*/ 418 h 1535550"/>
              <a:gd name="connsiteX2" fmla="*/ 3266420 w 3266420"/>
              <a:gd name="connsiteY2" fmla="*/ 99038 h 1535550"/>
              <a:gd name="connsiteX0" fmla="*/ 0 w 3193752"/>
              <a:gd name="connsiteY0" fmla="*/ 1618973 h 1618973"/>
              <a:gd name="connsiteX1" fmla="*/ 622149 w 3193752"/>
              <a:gd name="connsiteY1" fmla="*/ 83841 h 1618973"/>
              <a:gd name="connsiteX2" fmla="*/ 3193752 w 3193752"/>
              <a:gd name="connsiteY2" fmla="*/ 164294 h 1618973"/>
              <a:gd name="connsiteX0" fmla="*/ 0 w 3266419"/>
              <a:gd name="connsiteY0" fmla="*/ 1614903 h 1614903"/>
              <a:gd name="connsiteX1" fmla="*/ 622149 w 3266419"/>
              <a:gd name="connsiteY1" fmla="*/ 79771 h 1614903"/>
              <a:gd name="connsiteX2" fmla="*/ 3266419 w 3266419"/>
              <a:gd name="connsiteY2" fmla="*/ 178391 h 1614903"/>
              <a:gd name="connsiteX0" fmla="*/ 0 w 3266419"/>
              <a:gd name="connsiteY0" fmla="*/ 1620950 h 1620950"/>
              <a:gd name="connsiteX1" fmla="*/ 622149 w 3266419"/>
              <a:gd name="connsiteY1" fmla="*/ 85818 h 1620950"/>
              <a:gd name="connsiteX2" fmla="*/ 3266419 w 3266419"/>
              <a:gd name="connsiteY2" fmla="*/ 184438 h 1620950"/>
              <a:gd name="connsiteX0" fmla="*/ 0 w 3266419"/>
              <a:gd name="connsiteY0" fmla="*/ 1535704 h 1535704"/>
              <a:gd name="connsiteX1" fmla="*/ 622149 w 3266419"/>
              <a:gd name="connsiteY1" fmla="*/ 572 h 1535704"/>
              <a:gd name="connsiteX2" fmla="*/ 3266419 w 3266419"/>
              <a:gd name="connsiteY2" fmla="*/ 99192 h 1535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66419" h="1535704">
                <a:moveTo>
                  <a:pt x="0" y="1535704"/>
                </a:moveTo>
                <a:cubicBezTo>
                  <a:pt x="213439" y="642488"/>
                  <a:pt x="416862" y="9877"/>
                  <a:pt x="622149" y="572"/>
                </a:cubicBezTo>
                <a:cubicBezTo>
                  <a:pt x="827436" y="-8733"/>
                  <a:pt x="614733" y="98616"/>
                  <a:pt x="3266419" y="99192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76" name="方框图">
            <a:extLst>
              <a:ext uri="{FF2B5EF4-FFF2-40B4-BE49-F238E27FC236}">
                <a16:creationId xmlns:a16="http://schemas.microsoft.com/office/drawing/2014/main" id="{FA458329-AB65-13FD-0B3C-84F414822496}"/>
              </a:ext>
            </a:extLst>
          </p:cNvPr>
          <p:cNvGrpSpPr/>
          <p:nvPr/>
        </p:nvGrpSpPr>
        <p:grpSpPr>
          <a:xfrm>
            <a:off x="7556484" y="1459938"/>
            <a:ext cx="4357263" cy="1058399"/>
            <a:chOff x="3407770" y="1355189"/>
            <a:chExt cx="4357263" cy="1058399"/>
          </a:xfrm>
        </p:grpSpPr>
        <p:cxnSp>
          <p:nvCxnSpPr>
            <p:cNvPr id="79" name="输入">
              <a:extLst>
                <a:ext uri="{FF2B5EF4-FFF2-40B4-BE49-F238E27FC236}">
                  <a16:creationId xmlns:a16="http://schemas.microsoft.com/office/drawing/2014/main" id="{C542756A-84CA-5B3E-52B4-AC4EF82C5259}"/>
                </a:ext>
              </a:extLst>
            </p:cNvPr>
            <p:cNvCxnSpPr>
              <a:cxnSpLocks/>
              <a:endCxn id="85" idx="2"/>
            </p:cNvCxnSpPr>
            <p:nvPr/>
          </p:nvCxnSpPr>
          <p:spPr>
            <a:xfrm>
              <a:off x="3611663" y="1899544"/>
              <a:ext cx="598441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rt">
                  <a:extLst>
                    <a:ext uri="{FF2B5EF4-FFF2-40B4-BE49-F238E27FC236}">
                      <a16:creationId xmlns:a16="http://schemas.microsoft.com/office/drawing/2014/main" id="{34D638B9-5CC4-85B5-D07B-74EAA07B35EE}"/>
                    </a:ext>
                  </a:extLst>
                </p:cNvPr>
                <p:cNvSpPr txBox="1"/>
                <p:nvPr/>
              </p:nvSpPr>
              <p:spPr>
                <a:xfrm>
                  <a:off x="3407770" y="1367363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rt">
                  <a:extLst>
                    <a:ext uri="{FF2B5EF4-FFF2-40B4-BE49-F238E27FC236}">
                      <a16:creationId xmlns:a16="http://schemas.microsoft.com/office/drawing/2014/main" id="{34D638B9-5CC4-85B5-D07B-74EAA07B35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7770" y="1367363"/>
                  <a:ext cx="936104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输出">
              <a:extLst>
                <a:ext uri="{FF2B5EF4-FFF2-40B4-BE49-F238E27FC236}">
                  <a16:creationId xmlns:a16="http://schemas.microsoft.com/office/drawing/2014/main" id="{4086DD3F-5A06-F646-513B-34EA2F416966}"/>
                </a:ext>
              </a:extLst>
            </p:cNvPr>
            <p:cNvCxnSpPr>
              <a:cxnSpLocks/>
              <a:stCxn id="96" idx="3"/>
            </p:cNvCxnSpPr>
            <p:nvPr/>
          </p:nvCxnSpPr>
          <p:spPr>
            <a:xfrm>
              <a:off x="6387041" y="1890369"/>
              <a:ext cx="1377992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yt">
                  <a:extLst>
                    <a:ext uri="{FF2B5EF4-FFF2-40B4-BE49-F238E27FC236}">
                      <a16:creationId xmlns:a16="http://schemas.microsoft.com/office/drawing/2014/main" id="{1CEC6F05-447C-C5E9-5BD9-168AF415FD11}"/>
                    </a:ext>
                  </a:extLst>
                </p:cNvPr>
                <p:cNvSpPr txBox="1"/>
                <p:nvPr/>
              </p:nvSpPr>
              <p:spPr>
                <a:xfrm>
                  <a:off x="6695501" y="1376324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yt">
                  <a:extLst>
                    <a:ext uri="{FF2B5EF4-FFF2-40B4-BE49-F238E27FC236}">
                      <a16:creationId xmlns:a16="http://schemas.microsoft.com/office/drawing/2014/main" id="{1CEC6F05-447C-C5E9-5BD9-168AF415FD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5501" y="1376324"/>
                  <a:ext cx="936104" cy="523220"/>
                </a:xfrm>
                <a:prstGeom prst="rect">
                  <a:avLst/>
                </a:prstGeom>
                <a:blipFill>
                  <a:blip r:embed="rId13"/>
                  <a:stretch>
                    <a:fillRect b="-95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5" name="sum">
              <a:extLst>
                <a:ext uri="{FF2B5EF4-FFF2-40B4-BE49-F238E27FC236}">
                  <a16:creationId xmlns:a16="http://schemas.microsoft.com/office/drawing/2014/main" id="{59235164-21C4-2DDB-677C-20129746C4FF}"/>
                </a:ext>
              </a:extLst>
            </p:cNvPr>
            <p:cNvSpPr/>
            <p:nvPr/>
          </p:nvSpPr>
          <p:spPr>
            <a:xfrm>
              <a:off x="4210104" y="1755544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负号">
                  <a:extLst>
                    <a:ext uri="{FF2B5EF4-FFF2-40B4-BE49-F238E27FC236}">
                      <a16:creationId xmlns:a16="http://schemas.microsoft.com/office/drawing/2014/main" id="{7C7C4E41-DA17-974C-B799-25C62AA8BC81}"/>
                    </a:ext>
                  </a:extLst>
                </p:cNvPr>
                <p:cNvSpPr txBox="1"/>
                <p:nvPr/>
              </p:nvSpPr>
              <p:spPr>
                <a:xfrm>
                  <a:off x="3913179" y="1890368"/>
                  <a:ext cx="2441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6" name="负号">
                  <a:extLst>
                    <a:ext uri="{FF2B5EF4-FFF2-40B4-BE49-F238E27FC236}">
                      <a16:creationId xmlns:a16="http://schemas.microsoft.com/office/drawing/2014/main" id="{7C7C4E41-DA17-974C-B799-25C62AA8BC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3179" y="1890368"/>
                  <a:ext cx="244144" cy="523220"/>
                </a:xfrm>
                <a:prstGeom prst="rect">
                  <a:avLst/>
                </a:prstGeom>
                <a:blipFill>
                  <a:blip r:embed="rId14"/>
                  <a:stretch>
                    <a:fillRect l="-42857" r="-95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7" name="反馈">
              <a:extLst>
                <a:ext uri="{FF2B5EF4-FFF2-40B4-BE49-F238E27FC236}">
                  <a16:creationId xmlns:a16="http://schemas.microsoft.com/office/drawing/2014/main" id="{0C14121A-B436-83BA-CBDA-926034BE0384}"/>
                </a:ext>
              </a:extLst>
            </p:cNvPr>
            <p:cNvCxnSpPr>
              <a:cxnSpLocks/>
              <a:stCxn id="84" idx="2"/>
              <a:endCxn id="85" idx="4"/>
            </p:cNvCxnSpPr>
            <p:nvPr/>
          </p:nvCxnSpPr>
          <p:spPr>
            <a:xfrm rot="5400000">
              <a:off x="5686829" y="566820"/>
              <a:ext cx="144000" cy="2809449"/>
            </a:xfrm>
            <a:prstGeom prst="bentConnector3">
              <a:avLst>
                <a:gd name="adj1" fmla="val 410141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误差">
              <a:extLst>
                <a:ext uri="{FF2B5EF4-FFF2-40B4-BE49-F238E27FC236}">
                  <a16:creationId xmlns:a16="http://schemas.microsoft.com/office/drawing/2014/main" id="{659F3C74-CCC3-EF24-75ED-AA49FA4BC14E}"/>
                </a:ext>
              </a:extLst>
            </p:cNvPr>
            <p:cNvCxnSpPr>
              <a:cxnSpLocks/>
              <a:stCxn id="85" idx="6"/>
              <a:endCxn id="96" idx="1"/>
            </p:cNvCxnSpPr>
            <p:nvPr/>
          </p:nvCxnSpPr>
          <p:spPr>
            <a:xfrm flipV="1">
              <a:off x="4498104" y="1890369"/>
              <a:ext cx="808937" cy="9175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et">
                  <a:extLst>
                    <a:ext uri="{FF2B5EF4-FFF2-40B4-BE49-F238E27FC236}">
                      <a16:creationId xmlns:a16="http://schemas.microsoft.com/office/drawing/2014/main" id="{9C41548E-D1DF-B02B-9BA1-93E840AD5091}"/>
                    </a:ext>
                  </a:extLst>
                </p:cNvPr>
                <p:cNvSpPr txBox="1"/>
                <p:nvPr/>
              </p:nvSpPr>
              <p:spPr>
                <a:xfrm>
                  <a:off x="4406885" y="1355189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et">
                  <a:extLst>
                    <a:ext uri="{FF2B5EF4-FFF2-40B4-BE49-F238E27FC236}">
                      <a16:creationId xmlns:a16="http://schemas.microsoft.com/office/drawing/2014/main" id="{9C41548E-D1DF-B02B-9BA1-93E840AD50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6885" y="1355189"/>
                  <a:ext cx="936104" cy="52322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G">
                  <a:extLst>
                    <a:ext uri="{FF2B5EF4-FFF2-40B4-BE49-F238E27FC236}">
                      <a16:creationId xmlns:a16="http://schemas.microsoft.com/office/drawing/2014/main" id="{0B9050F9-5D50-9E99-0FBF-5DDFD5EB70DB}"/>
                    </a:ext>
                  </a:extLst>
                </p:cNvPr>
                <p:cNvSpPr/>
                <p:nvPr/>
              </p:nvSpPr>
              <p:spPr>
                <a:xfrm>
                  <a:off x="5307041" y="1530369"/>
                  <a:ext cx="1080000" cy="720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G">
                  <a:extLst>
                    <a:ext uri="{FF2B5EF4-FFF2-40B4-BE49-F238E27FC236}">
                      <a16:creationId xmlns:a16="http://schemas.microsoft.com/office/drawing/2014/main" id="{0B9050F9-5D50-9E99-0FBF-5DDFD5EB70D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7041" y="1530369"/>
                  <a:ext cx="1080000" cy="72000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946084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23" grpId="0" animBg="1"/>
      <p:bldP spid="75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时域分析法概述</a:t>
            </a:r>
          </a:p>
        </p:txBody>
      </p:sp>
      <p:sp>
        <p:nvSpPr>
          <p:cNvPr id="23" name="重要">
            <a:extLst>
              <a:ext uri="{FF2B5EF4-FFF2-40B4-BE49-F238E27FC236}">
                <a16:creationId xmlns:a16="http://schemas.microsoft.com/office/drawing/2014/main" id="{863FCAA6-6322-3A3D-5320-7A941A3C73DF}"/>
              </a:ext>
            </a:extLst>
          </p:cNvPr>
          <p:cNvSpPr txBox="1"/>
          <p:nvPr/>
        </p:nvSpPr>
        <p:spPr>
          <a:xfrm>
            <a:off x="261939" y="1052736"/>
            <a:ext cx="2520899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 时间响应分类</a:t>
            </a:r>
          </a:p>
        </p:txBody>
      </p:sp>
      <p:grpSp>
        <p:nvGrpSpPr>
          <p:cNvPr id="8" name="坐标轴">
            <a:extLst>
              <a:ext uri="{FF2B5EF4-FFF2-40B4-BE49-F238E27FC236}">
                <a16:creationId xmlns:a16="http://schemas.microsoft.com/office/drawing/2014/main" id="{A36A321C-EDCA-F90F-F214-42B52C94CA87}"/>
              </a:ext>
            </a:extLst>
          </p:cNvPr>
          <p:cNvGrpSpPr/>
          <p:nvPr/>
        </p:nvGrpSpPr>
        <p:grpSpPr>
          <a:xfrm>
            <a:off x="7646604" y="2750121"/>
            <a:ext cx="4245142" cy="2695103"/>
            <a:chOff x="7646604" y="3477247"/>
            <a:chExt cx="4245142" cy="2695103"/>
          </a:xfrm>
        </p:grpSpPr>
        <p:cxnSp>
          <p:nvCxnSpPr>
            <p:cNvPr id="35" name="x轴">
              <a:extLst>
                <a:ext uri="{FF2B5EF4-FFF2-40B4-BE49-F238E27FC236}">
                  <a16:creationId xmlns:a16="http://schemas.microsoft.com/office/drawing/2014/main" id="{36F01663-B6D3-B345-8DDE-0808B5209405}"/>
                </a:ext>
              </a:extLst>
            </p:cNvPr>
            <p:cNvCxnSpPr>
              <a:cxnSpLocks/>
            </p:cNvCxnSpPr>
            <p:nvPr/>
          </p:nvCxnSpPr>
          <p:spPr>
            <a:xfrm>
              <a:off x="8255000" y="5589568"/>
              <a:ext cx="3528392" cy="2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y轴">
              <a:extLst>
                <a:ext uri="{FF2B5EF4-FFF2-40B4-BE49-F238E27FC236}">
                  <a16:creationId xmlns:a16="http://schemas.microsoft.com/office/drawing/2014/main" id="{63759826-7DAF-F534-B91F-F3DEBBD298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5000" y="3639353"/>
              <a:ext cx="6396" cy="195861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labelt">
                  <a:extLst>
                    <a:ext uri="{FF2B5EF4-FFF2-40B4-BE49-F238E27FC236}">
                      <a16:creationId xmlns:a16="http://schemas.microsoft.com/office/drawing/2014/main" id="{6F7D11A7-AE34-8DDD-8ECC-208C86307EEE}"/>
                    </a:ext>
                  </a:extLst>
                </p:cNvPr>
                <p:cNvSpPr txBox="1"/>
                <p:nvPr/>
              </p:nvSpPr>
              <p:spPr>
                <a:xfrm>
                  <a:off x="11371045" y="5050416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7" name="labelt">
                  <a:extLst>
                    <a:ext uri="{FF2B5EF4-FFF2-40B4-BE49-F238E27FC236}">
                      <a16:creationId xmlns:a16="http://schemas.microsoft.com/office/drawing/2014/main" id="{6F7D11A7-AE34-8DDD-8ECC-208C86307E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71045" y="5050416"/>
                  <a:ext cx="520701" cy="52469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labely">
                  <a:extLst>
                    <a:ext uri="{FF2B5EF4-FFF2-40B4-BE49-F238E27FC236}">
                      <a16:creationId xmlns:a16="http://schemas.microsoft.com/office/drawing/2014/main" id="{3BE25C7F-7862-B1EC-3B9B-32BA8346AC32}"/>
                    </a:ext>
                  </a:extLst>
                </p:cNvPr>
                <p:cNvSpPr txBox="1"/>
                <p:nvPr/>
              </p:nvSpPr>
              <p:spPr>
                <a:xfrm>
                  <a:off x="8378377" y="3477247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7" name="labely">
                  <a:extLst>
                    <a:ext uri="{FF2B5EF4-FFF2-40B4-BE49-F238E27FC236}">
                      <a16:creationId xmlns:a16="http://schemas.microsoft.com/office/drawing/2014/main" id="{3BE25C7F-7862-B1EC-3B9B-32BA8346AC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78377" y="3477247"/>
                  <a:ext cx="520701" cy="524695"/>
                </a:xfrm>
                <a:prstGeom prst="rect">
                  <a:avLst/>
                </a:prstGeom>
                <a:blipFill>
                  <a:blip r:embed="rId5"/>
                  <a:stretch>
                    <a:fillRect l="-4762" r="-73810" b="-190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label0">
                  <a:extLst>
                    <a:ext uri="{FF2B5EF4-FFF2-40B4-BE49-F238E27FC236}">
                      <a16:creationId xmlns:a16="http://schemas.microsoft.com/office/drawing/2014/main" id="{CF8F31EF-EA86-48ED-2D45-88F5FF716745}"/>
                    </a:ext>
                  </a:extLst>
                </p:cNvPr>
                <p:cNvSpPr txBox="1"/>
                <p:nvPr/>
              </p:nvSpPr>
              <p:spPr>
                <a:xfrm>
                  <a:off x="8069503" y="5649130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8" name="label0">
                  <a:extLst>
                    <a:ext uri="{FF2B5EF4-FFF2-40B4-BE49-F238E27FC236}">
                      <a16:creationId xmlns:a16="http://schemas.microsoft.com/office/drawing/2014/main" id="{CF8F31EF-EA86-48ED-2D45-88F5FF7167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9503" y="5649130"/>
                  <a:ext cx="229717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15789" r="-7368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xtick0">
              <a:extLst>
                <a:ext uri="{FF2B5EF4-FFF2-40B4-BE49-F238E27FC236}">
                  <a16:creationId xmlns:a16="http://schemas.microsoft.com/office/drawing/2014/main" id="{5F8C9E5E-3034-88A0-32C3-DEE40B1E227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187184" y="5659130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xtick1">
              <a:extLst>
                <a:ext uri="{FF2B5EF4-FFF2-40B4-BE49-F238E27FC236}">
                  <a16:creationId xmlns:a16="http://schemas.microsoft.com/office/drawing/2014/main" id="{C35104DA-6AAE-7318-25E3-87A00910EE7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924492" y="5665788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xlabel1">
                  <a:extLst>
                    <a:ext uri="{FF2B5EF4-FFF2-40B4-BE49-F238E27FC236}">
                      <a16:creationId xmlns:a16="http://schemas.microsoft.com/office/drawing/2014/main" id="{8D37E6EC-B689-7157-CDEC-D35582621C7E}"/>
                    </a:ext>
                  </a:extLst>
                </p:cNvPr>
                <p:cNvSpPr txBox="1"/>
                <p:nvPr/>
              </p:nvSpPr>
              <p:spPr>
                <a:xfrm>
                  <a:off x="8720129" y="5648383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5" name="xlabel1">
                  <a:extLst>
                    <a:ext uri="{FF2B5EF4-FFF2-40B4-BE49-F238E27FC236}">
                      <a16:creationId xmlns:a16="http://schemas.microsoft.com/office/drawing/2014/main" id="{8D37E6EC-B689-7157-CDEC-D35582621C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0129" y="5648383"/>
                  <a:ext cx="520701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1" name="xtick2">
              <a:extLst>
                <a:ext uri="{FF2B5EF4-FFF2-40B4-BE49-F238E27FC236}">
                  <a16:creationId xmlns:a16="http://schemas.microsoft.com/office/drawing/2014/main" id="{9CAC8199-AC80-4213-8B23-49AFC27C1B1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628966" y="5669618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xlabel2">
                  <a:extLst>
                    <a:ext uri="{FF2B5EF4-FFF2-40B4-BE49-F238E27FC236}">
                      <a16:creationId xmlns:a16="http://schemas.microsoft.com/office/drawing/2014/main" id="{5B41A49F-A72D-D0CB-7262-9BB904DF187B}"/>
                    </a:ext>
                  </a:extLst>
                </p:cNvPr>
                <p:cNvSpPr txBox="1"/>
                <p:nvPr/>
              </p:nvSpPr>
              <p:spPr>
                <a:xfrm>
                  <a:off x="9524863" y="5647646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8" name="xlabel2">
                  <a:extLst>
                    <a:ext uri="{FF2B5EF4-FFF2-40B4-BE49-F238E27FC236}">
                      <a16:creationId xmlns:a16="http://schemas.microsoft.com/office/drawing/2014/main" id="{5B41A49F-A72D-D0CB-7262-9BB904DF18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4863" y="5647646"/>
                  <a:ext cx="322182" cy="524695"/>
                </a:xfrm>
                <a:prstGeom prst="rect">
                  <a:avLst/>
                </a:prstGeom>
                <a:blipFill>
                  <a:blip r:embed="rId8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xtick3">
              <a:extLst>
                <a:ext uri="{FF2B5EF4-FFF2-40B4-BE49-F238E27FC236}">
                  <a16:creationId xmlns:a16="http://schemas.microsoft.com/office/drawing/2014/main" id="{3238A119-C403-9FA1-6D6B-97B0521F8FC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354808" y="5669618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xlabel3">
                  <a:extLst>
                    <a:ext uri="{FF2B5EF4-FFF2-40B4-BE49-F238E27FC236}">
                      <a16:creationId xmlns:a16="http://schemas.microsoft.com/office/drawing/2014/main" id="{EC339E3A-ACFA-42E5-34A8-7BB9D8C36C2D}"/>
                    </a:ext>
                  </a:extLst>
                </p:cNvPr>
                <p:cNvSpPr txBox="1"/>
                <p:nvPr/>
              </p:nvSpPr>
              <p:spPr>
                <a:xfrm>
                  <a:off x="10229451" y="5647647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1" name="xlabel3">
                  <a:extLst>
                    <a:ext uri="{FF2B5EF4-FFF2-40B4-BE49-F238E27FC236}">
                      <a16:creationId xmlns:a16="http://schemas.microsoft.com/office/drawing/2014/main" id="{EC339E3A-ACFA-42E5-34A8-7BB9D8C36C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29451" y="5647647"/>
                  <a:ext cx="322182" cy="524695"/>
                </a:xfrm>
                <a:prstGeom prst="rect">
                  <a:avLst/>
                </a:prstGeom>
                <a:blipFill>
                  <a:blip r:embed="rId9"/>
                  <a:stretch>
                    <a:fillRect l="-7692" r="-3076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xtick4">
              <a:extLst>
                <a:ext uri="{FF2B5EF4-FFF2-40B4-BE49-F238E27FC236}">
                  <a16:creationId xmlns:a16="http://schemas.microsoft.com/office/drawing/2014/main" id="{C951F93B-DBAA-AC8A-FCC4-F44543E2D78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066441" y="5668904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xlabel4">
                  <a:extLst>
                    <a:ext uri="{FF2B5EF4-FFF2-40B4-BE49-F238E27FC236}">
                      <a16:creationId xmlns:a16="http://schemas.microsoft.com/office/drawing/2014/main" id="{D8F68C1C-CCDB-9718-8166-46C38051411E}"/>
                    </a:ext>
                  </a:extLst>
                </p:cNvPr>
                <p:cNvSpPr txBox="1"/>
                <p:nvPr/>
              </p:nvSpPr>
              <p:spPr>
                <a:xfrm>
                  <a:off x="10866861" y="5646908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6" name="xlabel4">
                  <a:extLst>
                    <a:ext uri="{FF2B5EF4-FFF2-40B4-BE49-F238E27FC236}">
                      <a16:creationId xmlns:a16="http://schemas.microsoft.com/office/drawing/2014/main" id="{D8F68C1C-CCDB-9718-8166-46C3805141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66861" y="5646908"/>
                  <a:ext cx="520701" cy="52469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ytick2">
              <a:extLst>
                <a:ext uri="{FF2B5EF4-FFF2-40B4-BE49-F238E27FC236}">
                  <a16:creationId xmlns:a16="http://schemas.microsoft.com/office/drawing/2014/main" id="{F768C758-C9B0-8B97-BB3E-860A329A3E23}"/>
                </a:ext>
              </a:extLst>
            </p:cNvPr>
            <p:cNvCxnSpPr>
              <a:cxnSpLocks/>
            </p:cNvCxnSpPr>
            <p:nvPr/>
          </p:nvCxnSpPr>
          <p:spPr>
            <a:xfrm>
              <a:off x="8255000" y="4149725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ylabel2">
                  <a:extLst>
                    <a:ext uri="{FF2B5EF4-FFF2-40B4-BE49-F238E27FC236}">
                      <a16:creationId xmlns:a16="http://schemas.microsoft.com/office/drawing/2014/main" id="{8767D17B-58A6-CEAD-49E1-7EFD4FB4C236}"/>
                    </a:ext>
                  </a:extLst>
                </p:cNvPr>
                <p:cNvSpPr txBox="1"/>
                <p:nvPr/>
              </p:nvSpPr>
              <p:spPr>
                <a:xfrm>
                  <a:off x="7932354" y="3887377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4" name="ylabel2">
                  <a:extLst>
                    <a:ext uri="{FF2B5EF4-FFF2-40B4-BE49-F238E27FC236}">
                      <a16:creationId xmlns:a16="http://schemas.microsoft.com/office/drawing/2014/main" id="{8767D17B-58A6-CEAD-49E1-7EFD4FB4C2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2354" y="3887377"/>
                  <a:ext cx="322182" cy="524695"/>
                </a:xfrm>
                <a:prstGeom prst="rect">
                  <a:avLst/>
                </a:prstGeom>
                <a:blipFill>
                  <a:blip r:embed="rId11"/>
                  <a:stretch>
                    <a:fillRect l="-7692" r="-3076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ytick1">
              <a:extLst>
                <a:ext uri="{FF2B5EF4-FFF2-40B4-BE49-F238E27FC236}">
                  <a16:creationId xmlns:a16="http://schemas.microsoft.com/office/drawing/2014/main" id="{98407A56-D71D-7A26-53D8-1DE7A0A69AED}"/>
                </a:ext>
              </a:extLst>
            </p:cNvPr>
            <p:cNvCxnSpPr>
              <a:cxnSpLocks/>
            </p:cNvCxnSpPr>
            <p:nvPr/>
          </p:nvCxnSpPr>
          <p:spPr>
            <a:xfrm>
              <a:off x="8255000" y="4870536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ylabel1">
                  <a:extLst>
                    <a:ext uri="{FF2B5EF4-FFF2-40B4-BE49-F238E27FC236}">
                      <a16:creationId xmlns:a16="http://schemas.microsoft.com/office/drawing/2014/main" id="{C878C151-6F87-1BFC-8B89-E71146DFB0C3}"/>
                    </a:ext>
                  </a:extLst>
                </p:cNvPr>
                <p:cNvSpPr txBox="1"/>
                <p:nvPr/>
              </p:nvSpPr>
              <p:spPr>
                <a:xfrm>
                  <a:off x="7646604" y="4608188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4" name="ylabel1">
                  <a:extLst>
                    <a:ext uri="{FF2B5EF4-FFF2-40B4-BE49-F238E27FC236}">
                      <a16:creationId xmlns:a16="http://schemas.microsoft.com/office/drawing/2014/main" id="{C878C151-6F87-1BFC-8B89-E71146DFB0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604" y="4608188"/>
                  <a:ext cx="322182" cy="524695"/>
                </a:xfrm>
                <a:prstGeom prst="rect">
                  <a:avLst/>
                </a:prstGeom>
                <a:blipFill>
                  <a:blip r:embed="rId12"/>
                  <a:stretch>
                    <a:fillRect l="-7407" r="-1074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7" name="阶跃信号">
            <a:extLst>
              <a:ext uri="{FF2B5EF4-FFF2-40B4-BE49-F238E27FC236}">
                <a16:creationId xmlns:a16="http://schemas.microsoft.com/office/drawing/2014/main" id="{C4D6BA5E-1600-F54E-26C8-0EA3DE69D3BF}"/>
              </a:ext>
            </a:extLst>
          </p:cNvPr>
          <p:cNvCxnSpPr>
            <a:cxnSpLocks/>
          </p:cNvCxnSpPr>
          <p:nvPr/>
        </p:nvCxnSpPr>
        <p:spPr>
          <a:xfrm>
            <a:off x="8261396" y="3422598"/>
            <a:ext cx="3284650" cy="1"/>
          </a:xfrm>
          <a:prstGeom prst="straightConnector1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阶跃响应">
            <a:extLst>
              <a:ext uri="{FF2B5EF4-FFF2-40B4-BE49-F238E27FC236}">
                <a16:creationId xmlns:a16="http://schemas.microsoft.com/office/drawing/2014/main" id="{A2BABD13-601F-1426-12D0-B85A975E2788}"/>
              </a:ext>
            </a:extLst>
          </p:cNvPr>
          <p:cNvSpPr/>
          <p:nvPr/>
        </p:nvSpPr>
        <p:spPr>
          <a:xfrm>
            <a:off x="8261459" y="3329575"/>
            <a:ext cx="3266419" cy="1535704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50 w 1970565"/>
              <a:gd name="connsiteY0" fmla="*/ 3537816 h 3537816"/>
              <a:gd name="connsiteX1" fmla="*/ 1970565 w 1970565"/>
              <a:gd name="connsiteY1" fmla="*/ 0 h 3537816"/>
              <a:gd name="connsiteX0" fmla="*/ 34 w 2951561"/>
              <a:gd name="connsiteY0" fmla="*/ 1430457 h 1430457"/>
              <a:gd name="connsiteX1" fmla="*/ 2951561 w 2951561"/>
              <a:gd name="connsiteY1" fmla="*/ 0 h 1430457"/>
              <a:gd name="connsiteX0" fmla="*/ 41 w 2951568"/>
              <a:gd name="connsiteY0" fmla="*/ 1502272 h 1502272"/>
              <a:gd name="connsiteX1" fmla="*/ 2951568 w 2951568"/>
              <a:gd name="connsiteY1" fmla="*/ 71815 h 1502272"/>
              <a:gd name="connsiteX0" fmla="*/ 37 w 3284624"/>
              <a:gd name="connsiteY0" fmla="*/ 1468127 h 1468127"/>
              <a:gd name="connsiteX1" fmla="*/ 3284624 w 3284624"/>
              <a:gd name="connsiteY1" fmla="*/ 74004 h 1468127"/>
              <a:gd name="connsiteX0" fmla="*/ 63 w 3284650"/>
              <a:gd name="connsiteY0" fmla="*/ 1394375 h 1394375"/>
              <a:gd name="connsiteX1" fmla="*/ 3284650 w 3284650"/>
              <a:gd name="connsiteY1" fmla="*/ 252 h 1394375"/>
              <a:gd name="connsiteX0" fmla="*/ 0 w 3284587"/>
              <a:gd name="connsiteY0" fmla="*/ 1519171 h 1519171"/>
              <a:gd name="connsiteX1" fmla="*/ 3284587 w 3284587"/>
              <a:gd name="connsiteY1" fmla="*/ 125048 h 1519171"/>
              <a:gd name="connsiteX0" fmla="*/ 0 w 3284587"/>
              <a:gd name="connsiteY0" fmla="*/ 1689548 h 1689548"/>
              <a:gd name="connsiteX1" fmla="*/ 531315 w 3284587"/>
              <a:gd name="connsiteY1" fmla="*/ 402697 h 1689548"/>
              <a:gd name="connsiteX2" fmla="*/ 3284587 w 3284587"/>
              <a:gd name="connsiteY2" fmla="*/ 295425 h 1689548"/>
              <a:gd name="connsiteX0" fmla="*/ 0 w 3284587"/>
              <a:gd name="connsiteY0" fmla="*/ 1513875 h 1513875"/>
              <a:gd name="connsiteX1" fmla="*/ 531315 w 3284587"/>
              <a:gd name="connsiteY1" fmla="*/ 227024 h 1513875"/>
              <a:gd name="connsiteX2" fmla="*/ 3284587 w 3284587"/>
              <a:gd name="connsiteY2" fmla="*/ 119752 h 1513875"/>
              <a:gd name="connsiteX0" fmla="*/ 0 w 3284587"/>
              <a:gd name="connsiteY0" fmla="*/ 1697259 h 1697259"/>
              <a:gd name="connsiteX1" fmla="*/ 622149 w 3284587"/>
              <a:gd name="connsiteY1" fmla="*/ 162127 h 1697259"/>
              <a:gd name="connsiteX2" fmla="*/ 3284587 w 3284587"/>
              <a:gd name="connsiteY2" fmla="*/ 303136 h 1697259"/>
              <a:gd name="connsiteX0" fmla="*/ 0 w 3284587"/>
              <a:gd name="connsiteY0" fmla="*/ 1535766 h 1535766"/>
              <a:gd name="connsiteX1" fmla="*/ 622149 w 3284587"/>
              <a:gd name="connsiteY1" fmla="*/ 634 h 1535766"/>
              <a:gd name="connsiteX2" fmla="*/ 3284587 w 3284587"/>
              <a:gd name="connsiteY2" fmla="*/ 141643 h 1535766"/>
              <a:gd name="connsiteX0" fmla="*/ 0 w 3284587"/>
              <a:gd name="connsiteY0" fmla="*/ 1535133 h 1535133"/>
              <a:gd name="connsiteX1" fmla="*/ 622149 w 3284587"/>
              <a:gd name="connsiteY1" fmla="*/ 1 h 1535133"/>
              <a:gd name="connsiteX2" fmla="*/ 3284587 w 3284587"/>
              <a:gd name="connsiteY2" fmla="*/ 141010 h 1535133"/>
              <a:gd name="connsiteX0" fmla="*/ 0 w 3284587"/>
              <a:gd name="connsiteY0" fmla="*/ 1535133 h 1535133"/>
              <a:gd name="connsiteX1" fmla="*/ 622149 w 3284587"/>
              <a:gd name="connsiteY1" fmla="*/ 1 h 1535133"/>
              <a:gd name="connsiteX2" fmla="*/ 3284587 w 3284587"/>
              <a:gd name="connsiteY2" fmla="*/ 141010 h 1535133"/>
              <a:gd name="connsiteX0" fmla="*/ 0 w 3284587"/>
              <a:gd name="connsiteY0" fmla="*/ 1535133 h 1535133"/>
              <a:gd name="connsiteX1" fmla="*/ 622149 w 3284587"/>
              <a:gd name="connsiteY1" fmla="*/ 1 h 1535133"/>
              <a:gd name="connsiteX2" fmla="*/ 3284587 w 3284587"/>
              <a:gd name="connsiteY2" fmla="*/ 141010 h 1535133"/>
              <a:gd name="connsiteX0" fmla="*/ 0 w 3278531"/>
              <a:gd name="connsiteY0" fmla="*/ 1621471 h 1621471"/>
              <a:gd name="connsiteX1" fmla="*/ 622149 w 3278531"/>
              <a:gd name="connsiteY1" fmla="*/ 86339 h 1621471"/>
              <a:gd name="connsiteX2" fmla="*/ 3278531 w 3278531"/>
              <a:gd name="connsiteY2" fmla="*/ 191014 h 1621471"/>
              <a:gd name="connsiteX0" fmla="*/ 0 w 3278531"/>
              <a:gd name="connsiteY0" fmla="*/ 1622413 h 1622413"/>
              <a:gd name="connsiteX1" fmla="*/ 622149 w 3278531"/>
              <a:gd name="connsiteY1" fmla="*/ 87281 h 1622413"/>
              <a:gd name="connsiteX2" fmla="*/ 3278531 w 3278531"/>
              <a:gd name="connsiteY2" fmla="*/ 191956 h 1622413"/>
              <a:gd name="connsiteX0" fmla="*/ 0 w 3278531"/>
              <a:gd name="connsiteY0" fmla="*/ 1535653 h 1535653"/>
              <a:gd name="connsiteX1" fmla="*/ 622149 w 3278531"/>
              <a:gd name="connsiteY1" fmla="*/ 521 h 1535653"/>
              <a:gd name="connsiteX2" fmla="*/ 3278531 w 3278531"/>
              <a:gd name="connsiteY2" fmla="*/ 105196 h 1535653"/>
              <a:gd name="connsiteX0" fmla="*/ 0 w 3272475"/>
              <a:gd name="connsiteY0" fmla="*/ 1625472 h 1625472"/>
              <a:gd name="connsiteX1" fmla="*/ 622149 w 3272475"/>
              <a:gd name="connsiteY1" fmla="*/ 90340 h 1625472"/>
              <a:gd name="connsiteX2" fmla="*/ 3272475 w 3272475"/>
              <a:gd name="connsiteY2" fmla="*/ 182904 h 1625472"/>
              <a:gd name="connsiteX0" fmla="*/ 0 w 3272475"/>
              <a:gd name="connsiteY0" fmla="*/ 1536014 h 1536014"/>
              <a:gd name="connsiteX1" fmla="*/ 622149 w 3272475"/>
              <a:gd name="connsiteY1" fmla="*/ 882 h 1536014"/>
              <a:gd name="connsiteX2" fmla="*/ 3272475 w 3272475"/>
              <a:gd name="connsiteY2" fmla="*/ 93446 h 1536014"/>
              <a:gd name="connsiteX0" fmla="*/ 0 w 3467646"/>
              <a:gd name="connsiteY0" fmla="*/ 1536014 h 1536014"/>
              <a:gd name="connsiteX1" fmla="*/ 622149 w 3467646"/>
              <a:gd name="connsiteY1" fmla="*/ 882 h 1536014"/>
              <a:gd name="connsiteX2" fmla="*/ 3272475 w 3467646"/>
              <a:gd name="connsiteY2" fmla="*/ 93446 h 1536014"/>
              <a:gd name="connsiteX3" fmla="*/ 3268459 w 3467646"/>
              <a:gd name="connsiteY3" fmla="*/ 79605 h 1536014"/>
              <a:gd name="connsiteX0" fmla="*/ 0 w 3506696"/>
              <a:gd name="connsiteY0" fmla="*/ 1536014 h 1536014"/>
              <a:gd name="connsiteX1" fmla="*/ 622149 w 3506696"/>
              <a:gd name="connsiteY1" fmla="*/ 882 h 1536014"/>
              <a:gd name="connsiteX2" fmla="*/ 3272475 w 3506696"/>
              <a:gd name="connsiteY2" fmla="*/ 93446 h 1536014"/>
              <a:gd name="connsiteX3" fmla="*/ 3395627 w 3506696"/>
              <a:gd name="connsiteY3" fmla="*/ 6938 h 1536014"/>
              <a:gd name="connsiteX0" fmla="*/ 0 w 3506696"/>
              <a:gd name="connsiteY0" fmla="*/ 1535132 h 1535132"/>
              <a:gd name="connsiteX1" fmla="*/ 622149 w 3506696"/>
              <a:gd name="connsiteY1" fmla="*/ 0 h 1535132"/>
              <a:gd name="connsiteX2" fmla="*/ 3272475 w 3506696"/>
              <a:gd name="connsiteY2" fmla="*/ 92564 h 1535132"/>
              <a:gd name="connsiteX3" fmla="*/ 3395627 w 3506696"/>
              <a:gd name="connsiteY3" fmla="*/ 6056 h 1535132"/>
              <a:gd name="connsiteX0" fmla="*/ 0 w 3395629"/>
              <a:gd name="connsiteY0" fmla="*/ 1627346 h 1627346"/>
              <a:gd name="connsiteX1" fmla="*/ 622149 w 3395629"/>
              <a:gd name="connsiteY1" fmla="*/ 92214 h 1627346"/>
              <a:gd name="connsiteX2" fmla="*/ 2709302 w 3395629"/>
              <a:gd name="connsiteY2" fmla="*/ 184778 h 1627346"/>
              <a:gd name="connsiteX3" fmla="*/ 3395627 w 3395629"/>
              <a:gd name="connsiteY3" fmla="*/ 98270 h 1627346"/>
              <a:gd name="connsiteX0" fmla="*/ 0 w 2709302"/>
              <a:gd name="connsiteY0" fmla="*/ 1627346 h 1627346"/>
              <a:gd name="connsiteX1" fmla="*/ 622149 w 2709302"/>
              <a:gd name="connsiteY1" fmla="*/ 92214 h 1627346"/>
              <a:gd name="connsiteX2" fmla="*/ 2709302 w 2709302"/>
              <a:gd name="connsiteY2" fmla="*/ 184778 h 1627346"/>
              <a:gd name="connsiteX0" fmla="*/ 0 w 3266420"/>
              <a:gd name="connsiteY0" fmla="*/ 1625759 h 1625759"/>
              <a:gd name="connsiteX1" fmla="*/ 622149 w 3266420"/>
              <a:gd name="connsiteY1" fmla="*/ 90627 h 1625759"/>
              <a:gd name="connsiteX2" fmla="*/ 3266420 w 3266420"/>
              <a:gd name="connsiteY2" fmla="*/ 189247 h 1625759"/>
              <a:gd name="connsiteX0" fmla="*/ 0 w 3266420"/>
              <a:gd name="connsiteY0" fmla="*/ 1620040 h 1620040"/>
              <a:gd name="connsiteX1" fmla="*/ 622149 w 3266420"/>
              <a:gd name="connsiteY1" fmla="*/ 84908 h 1620040"/>
              <a:gd name="connsiteX2" fmla="*/ 3266420 w 3266420"/>
              <a:gd name="connsiteY2" fmla="*/ 183528 h 1620040"/>
              <a:gd name="connsiteX0" fmla="*/ 0 w 3266420"/>
              <a:gd name="connsiteY0" fmla="*/ 1535923 h 1535923"/>
              <a:gd name="connsiteX1" fmla="*/ 622149 w 3266420"/>
              <a:gd name="connsiteY1" fmla="*/ 791 h 1535923"/>
              <a:gd name="connsiteX2" fmla="*/ 3266420 w 3266420"/>
              <a:gd name="connsiteY2" fmla="*/ 99411 h 1535923"/>
              <a:gd name="connsiteX0" fmla="*/ 0 w 3266420"/>
              <a:gd name="connsiteY0" fmla="*/ 1535676 h 1535676"/>
              <a:gd name="connsiteX1" fmla="*/ 622149 w 3266420"/>
              <a:gd name="connsiteY1" fmla="*/ 544 h 1535676"/>
              <a:gd name="connsiteX2" fmla="*/ 3266420 w 3266420"/>
              <a:gd name="connsiteY2" fmla="*/ 99164 h 1535676"/>
              <a:gd name="connsiteX0" fmla="*/ 0 w 3266420"/>
              <a:gd name="connsiteY0" fmla="*/ 1535550 h 1535550"/>
              <a:gd name="connsiteX1" fmla="*/ 622149 w 3266420"/>
              <a:gd name="connsiteY1" fmla="*/ 418 h 1535550"/>
              <a:gd name="connsiteX2" fmla="*/ 3266420 w 3266420"/>
              <a:gd name="connsiteY2" fmla="*/ 99038 h 1535550"/>
              <a:gd name="connsiteX0" fmla="*/ 0 w 3193752"/>
              <a:gd name="connsiteY0" fmla="*/ 1618973 h 1618973"/>
              <a:gd name="connsiteX1" fmla="*/ 622149 w 3193752"/>
              <a:gd name="connsiteY1" fmla="*/ 83841 h 1618973"/>
              <a:gd name="connsiteX2" fmla="*/ 3193752 w 3193752"/>
              <a:gd name="connsiteY2" fmla="*/ 164294 h 1618973"/>
              <a:gd name="connsiteX0" fmla="*/ 0 w 3266419"/>
              <a:gd name="connsiteY0" fmla="*/ 1614903 h 1614903"/>
              <a:gd name="connsiteX1" fmla="*/ 622149 w 3266419"/>
              <a:gd name="connsiteY1" fmla="*/ 79771 h 1614903"/>
              <a:gd name="connsiteX2" fmla="*/ 3266419 w 3266419"/>
              <a:gd name="connsiteY2" fmla="*/ 178391 h 1614903"/>
              <a:gd name="connsiteX0" fmla="*/ 0 w 3266419"/>
              <a:gd name="connsiteY0" fmla="*/ 1620950 h 1620950"/>
              <a:gd name="connsiteX1" fmla="*/ 622149 w 3266419"/>
              <a:gd name="connsiteY1" fmla="*/ 85818 h 1620950"/>
              <a:gd name="connsiteX2" fmla="*/ 3266419 w 3266419"/>
              <a:gd name="connsiteY2" fmla="*/ 184438 h 1620950"/>
              <a:gd name="connsiteX0" fmla="*/ 0 w 3266419"/>
              <a:gd name="connsiteY0" fmla="*/ 1535704 h 1535704"/>
              <a:gd name="connsiteX1" fmla="*/ 622149 w 3266419"/>
              <a:gd name="connsiteY1" fmla="*/ 572 h 1535704"/>
              <a:gd name="connsiteX2" fmla="*/ 3266419 w 3266419"/>
              <a:gd name="connsiteY2" fmla="*/ 99192 h 1535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66419" h="1535704">
                <a:moveTo>
                  <a:pt x="0" y="1535704"/>
                </a:moveTo>
                <a:cubicBezTo>
                  <a:pt x="213439" y="642488"/>
                  <a:pt x="416862" y="9877"/>
                  <a:pt x="622149" y="572"/>
                </a:cubicBezTo>
                <a:cubicBezTo>
                  <a:pt x="827436" y="-8733"/>
                  <a:pt x="614733" y="98616"/>
                  <a:pt x="3266419" y="99192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76" name="方框图">
            <a:extLst>
              <a:ext uri="{FF2B5EF4-FFF2-40B4-BE49-F238E27FC236}">
                <a16:creationId xmlns:a16="http://schemas.microsoft.com/office/drawing/2014/main" id="{FA458329-AB65-13FD-0B3C-84F414822496}"/>
              </a:ext>
            </a:extLst>
          </p:cNvPr>
          <p:cNvGrpSpPr/>
          <p:nvPr/>
        </p:nvGrpSpPr>
        <p:grpSpPr>
          <a:xfrm>
            <a:off x="7556484" y="732812"/>
            <a:ext cx="4357263" cy="1058399"/>
            <a:chOff x="3407770" y="1355189"/>
            <a:chExt cx="4357263" cy="1058399"/>
          </a:xfrm>
        </p:grpSpPr>
        <p:cxnSp>
          <p:nvCxnSpPr>
            <p:cNvPr id="79" name="输入">
              <a:extLst>
                <a:ext uri="{FF2B5EF4-FFF2-40B4-BE49-F238E27FC236}">
                  <a16:creationId xmlns:a16="http://schemas.microsoft.com/office/drawing/2014/main" id="{C542756A-84CA-5B3E-52B4-AC4EF82C5259}"/>
                </a:ext>
              </a:extLst>
            </p:cNvPr>
            <p:cNvCxnSpPr>
              <a:cxnSpLocks/>
              <a:endCxn id="85" idx="2"/>
            </p:cNvCxnSpPr>
            <p:nvPr/>
          </p:nvCxnSpPr>
          <p:spPr>
            <a:xfrm>
              <a:off x="3611663" y="1899544"/>
              <a:ext cx="598441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rt">
                  <a:extLst>
                    <a:ext uri="{FF2B5EF4-FFF2-40B4-BE49-F238E27FC236}">
                      <a16:creationId xmlns:a16="http://schemas.microsoft.com/office/drawing/2014/main" id="{34D638B9-5CC4-85B5-D07B-74EAA07B35EE}"/>
                    </a:ext>
                  </a:extLst>
                </p:cNvPr>
                <p:cNvSpPr txBox="1"/>
                <p:nvPr/>
              </p:nvSpPr>
              <p:spPr>
                <a:xfrm>
                  <a:off x="3407770" y="1367363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rt">
                  <a:extLst>
                    <a:ext uri="{FF2B5EF4-FFF2-40B4-BE49-F238E27FC236}">
                      <a16:creationId xmlns:a16="http://schemas.microsoft.com/office/drawing/2014/main" id="{34D638B9-5CC4-85B5-D07B-74EAA07B35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7770" y="1367363"/>
                  <a:ext cx="936104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输出">
              <a:extLst>
                <a:ext uri="{FF2B5EF4-FFF2-40B4-BE49-F238E27FC236}">
                  <a16:creationId xmlns:a16="http://schemas.microsoft.com/office/drawing/2014/main" id="{4086DD3F-5A06-F646-513B-34EA2F416966}"/>
                </a:ext>
              </a:extLst>
            </p:cNvPr>
            <p:cNvCxnSpPr>
              <a:cxnSpLocks/>
              <a:stCxn id="96" idx="3"/>
            </p:cNvCxnSpPr>
            <p:nvPr/>
          </p:nvCxnSpPr>
          <p:spPr>
            <a:xfrm>
              <a:off x="6387041" y="1890369"/>
              <a:ext cx="1377992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yt">
                  <a:extLst>
                    <a:ext uri="{FF2B5EF4-FFF2-40B4-BE49-F238E27FC236}">
                      <a16:creationId xmlns:a16="http://schemas.microsoft.com/office/drawing/2014/main" id="{1CEC6F05-447C-C5E9-5BD9-168AF415FD11}"/>
                    </a:ext>
                  </a:extLst>
                </p:cNvPr>
                <p:cNvSpPr txBox="1"/>
                <p:nvPr/>
              </p:nvSpPr>
              <p:spPr>
                <a:xfrm>
                  <a:off x="6695501" y="1376324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yt">
                  <a:extLst>
                    <a:ext uri="{FF2B5EF4-FFF2-40B4-BE49-F238E27FC236}">
                      <a16:creationId xmlns:a16="http://schemas.microsoft.com/office/drawing/2014/main" id="{1CEC6F05-447C-C5E9-5BD9-168AF415FD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5501" y="1376324"/>
                  <a:ext cx="936104" cy="523220"/>
                </a:xfrm>
                <a:prstGeom prst="rect">
                  <a:avLst/>
                </a:prstGeom>
                <a:blipFill>
                  <a:blip r:embed="rId14"/>
                  <a:stretch>
                    <a:fillRect b="-95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5" name="sum">
              <a:extLst>
                <a:ext uri="{FF2B5EF4-FFF2-40B4-BE49-F238E27FC236}">
                  <a16:creationId xmlns:a16="http://schemas.microsoft.com/office/drawing/2014/main" id="{59235164-21C4-2DDB-677C-20129746C4FF}"/>
                </a:ext>
              </a:extLst>
            </p:cNvPr>
            <p:cNvSpPr/>
            <p:nvPr/>
          </p:nvSpPr>
          <p:spPr>
            <a:xfrm>
              <a:off x="4210104" y="1755544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负号">
                  <a:extLst>
                    <a:ext uri="{FF2B5EF4-FFF2-40B4-BE49-F238E27FC236}">
                      <a16:creationId xmlns:a16="http://schemas.microsoft.com/office/drawing/2014/main" id="{7C7C4E41-DA17-974C-B799-25C62AA8BC81}"/>
                    </a:ext>
                  </a:extLst>
                </p:cNvPr>
                <p:cNvSpPr txBox="1"/>
                <p:nvPr/>
              </p:nvSpPr>
              <p:spPr>
                <a:xfrm>
                  <a:off x="3913179" y="1890368"/>
                  <a:ext cx="2441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6" name="负号">
                  <a:extLst>
                    <a:ext uri="{FF2B5EF4-FFF2-40B4-BE49-F238E27FC236}">
                      <a16:creationId xmlns:a16="http://schemas.microsoft.com/office/drawing/2014/main" id="{7C7C4E41-DA17-974C-B799-25C62AA8BC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3179" y="1890368"/>
                  <a:ext cx="244144" cy="523220"/>
                </a:xfrm>
                <a:prstGeom prst="rect">
                  <a:avLst/>
                </a:prstGeom>
                <a:blipFill>
                  <a:blip r:embed="rId15"/>
                  <a:stretch>
                    <a:fillRect l="-42857" r="-95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7" name="反馈">
              <a:extLst>
                <a:ext uri="{FF2B5EF4-FFF2-40B4-BE49-F238E27FC236}">
                  <a16:creationId xmlns:a16="http://schemas.microsoft.com/office/drawing/2014/main" id="{0C14121A-B436-83BA-CBDA-926034BE0384}"/>
                </a:ext>
              </a:extLst>
            </p:cNvPr>
            <p:cNvCxnSpPr>
              <a:cxnSpLocks/>
              <a:stCxn id="84" idx="2"/>
              <a:endCxn id="85" idx="4"/>
            </p:cNvCxnSpPr>
            <p:nvPr/>
          </p:nvCxnSpPr>
          <p:spPr>
            <a:xfrm rot="5400000">
              <a:off x="5686829" y="566820"/>
              <a:ext cx="144000" cy="2809449"/>
            </a:xfrm>
            <a:prstGeom prst="bentConnector3">
              <a:avLst>
                <a:gd name="adj1" fmla="val 410141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误差">
              <a:extLst>
                <a:ext uri="{FF2B5EF4-FFF2-40B4-BE49-F238E27FC236}">
                  <a16:creationId xmlns:a16="http://schemas.microsoft.com/office/drawing/2014/main" id="{659F3C74-CCC3-EF24-75ED-AA49FA4BC14E}"/>
                </a:ext>
              </a:extLst>
            </p:cNvPr>
            <p:cNvCxnSpPr>
              <a:cxnSpLocks/>
              <a:stCxn id="85" idx="6"/>
              <a:endCxn id="96" idx="1"/>
            </p:cNvCxnSpPr>
            <p:nvPr/>
          </p:nvCxnSpPr>
          <p:spPr>
            <a:xfrm flipV="1">
              <a:off x="4498104" y="1890369"/>
              <a:ext cx="808937" cy="9175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et">
                  <a:extLst>
                    <a:ext uri="{FF2B5EF4-FFF2-40B4-BE49-F238E27FC236}">
                      <a16:creationId xmlns:a16="http://schemas.microsoft.com/office/drawing/2014/main" id="{9C41548E-D1DF-B02B-9BA1-93E840AD5091}"/>
                    </a:ext>
                  </a:extLst>
                </p:cNvPr>
                <p:cNvSpPr txBox="1"/>
                <p:nvPr/>
              </p:nvSpPr>
              <p:spPr>
                <a:xfrm>
                  <a:off x="4406885" y="1355189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et">
                  <a:extLst>
                    <a:ext uri="{FF2B5EF4-FFF2-40B4-BE49-F238E27FC236}">
                      <a16:creationId xmlns:a16="http://schemas.microsoft.com/office/drawing/2014/main" id="{9C41548E-D1DF-B02B-9BA1-93E840AD50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6885" y="1355189"/>
                  <a:ext cx="936104" cy="52322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G">
                  <a:extLst>
                    <a:ext uri="{FF2B5EF4-FFF2-40B4-BE49-F238E27FC236}">
                      <a16:creationId xmlns:a16="http://schemas.microsoft.com/office/drawing/2014/main" id="{0B9050F9-5D50-9E99-0FBF-5DDFD5EB70DB}"/>
                    </a:ext>
                  </a:extLst>
                </p:cNvPr>
                <p:cNvSpPr/>
                <p:nvPr/>
              </p:nvSpPr>
              <p:spPr>
                <a:xfrm>
                  <a:off x="5307041" y="1530369"/>
                  <a:ext cx="1080000" cy="720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G">
                  <a:extLst>
                    <a:ext uri="{FF2B5EF4-FFF2-40B4-BE49-F238E27FC236}">
                      <a16:creationId xmlns:a16="http://schemas.microsoft.com/office/drawing/2014/main" id="{0B9050F9-5D50-9E99-0FBF-5DDFD5EB70D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7041" y="1530369"/>
                  <a:ext cx="1080000" cy="72000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9" name="小标题1">
            <a:extLst>
              <a:ext uri="{FF2B5EF4-FFF2-40B4-BE49-F238E27FC236}">
                <a16:creationId xmlns:a16="http://schemas.microsoft.com/office/drawing/2014/main" id="{BB64A04D-7A8E-88B3-B7DD-A89A583FE33F}"/>
              </a:ext>
            </a:extLst>
          </p:cNvPr>
          <p:cNvSpPr/>
          <p:nvPr/>
        </p:nvSpPr>
        <p:spPr bwMode="auto">
          <a:xfrm>
            <a:off x="336729" y="1902732"/>
            <a:ext cx="1916598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瞬态响应</a:t>
            </a:r>
          </a:p>
        </p:txBody>
      </p:sp>
      <p:sp>
        <p:nvSpPr>
          <p:cNvPr id="50" name="小标题2">
            <a:extLst>
              <a:ext uri="{FF2B5EF4-FFF2-40B4-BE49-F238E27FC236}">
                <a16:creationId xmlns:a16="http://schemas.microsoft.com/office/drawing/2014/main" id="{29953BEE-17E3-F622-FA87-694E369692EC}"/>
              </a:ext>
            </a:extLst>
          </p:cNvPr>
          <p:cNvSpPr/>
          <p:nvPr/>
        </p:nvSpPr>
        <p:spPr bwMode="auto">
          <a:xfrm>
            <a:off x="336729" y="4009637"/>
            <a:ext cx="1916598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稳态响应</a:t>
            </a:r>
          </a:p>
        </p:txBody>
      </p:sp>
      <p:sp>
        <p:nvSpPr>
          <p:cNvPr id="52" name="说明1">
            <a:extLst>
              <a:ext uri="{FF2B5EF4-FFF2-40B4-BE49-F238E27FC236}">
                <a16:creationId xmlns:a16="http://schemas.microsoft.com/office/drawing/2014/main" id="{952C6C8B-CD56-03F3-ACF5-1081CA0B71A1}"/>
              </a:ext>
            </a:extLst>
          </p:cNvPr>
          <p:cNvSpPr txBox="1"/>
          <p:nvPr/>
        </p:nvSpPr>
        <p:spPr>
          <a:xfrm>
            <a:off x="340619" y="2726107"/>
            <a:ext cx="6288758" cy="1055608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accent1"/>
                </a:solidFill>
              </a:rPr>
              <a:t>从初始态到</a:t>
            </a:r>
            <a:r>
              <a:rPr kumimoji="1" lang="zh-CN" altLang="en-US" sz="2800" dirty="0">
                <a:solidFill>
                  <a:srgbClr val="159F84"/>
                </a:solidFill>
              </a:rPr>
              <a:t>接近稳态</a:t>
            </a:r>
            <a:r>
              <a:rPr kumimoji="1" lang="zh-CN" altLang="en-US" sz="2800" dirty="0">
                <a:solidFill>
                  <a:schemeClr val="accent1"/>
                </a:solidFill>
              </a:rPr>
              <a:t>的响应。反映了过渡过程的</a:t>
            </a:r>
            <a:r>
              <a:rPr kumimoji="1" lang="zh-CN" altLang="en-US" sz="2800" dirty="0">
                <a:solidFill>
                  <a:srgbClr val="E44860"/>
                </a:solidFill>
              </a:rPr>
              <a:t>平稳性和快速性</a:t>
            </a:r>
            <a:r>
              <a:rPr kumimoji="1" lang="zh-CN" altLang="en-US" sz="2800" dirty="0">
                <a:solidFill>
                  <a:schemeClr val="accent1"/>
                </a:solidFill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说明2">
                <a:extLst>
                  <a:ext uri="{FF2B5EF4-FFF2-40B4-BE49-F238E27FC236}">
                    <a16:creationId xmlns:a16="http://schemas.microsoft.com/office/drawing/2014/main" id="{1E9140A5-5707-18CD-76CF-5416D0FA38A1}"/>
                  </a:ext>
                </a:extLst>
              </p:cNvPr>
              <p:cNvSpPr txBox="1"/>
              <p:nvPr/>
            </p:nvSpPr>
            <p:spPr>
              <a:xfrm>
                <a:off x="347526" y="4876767"/>
                <a:ext cx="6288758" cy="1532334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" altLang="zh-CN" sz="2800" i="1" dirty="0" smtClean="0">
                        <a:solidFill>
                          <a:srgbClr val="159F84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" altLang="zh-CN" sz="2800" i="1" dirty="0" smtClean="0">
                        <a:solidFill>
                          <a:srgbClr val="159F84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solidFill>
                      <a:srgbClr val="159F84"/>
                    </a:solidFill>
                  </a:rPr>
                  <a:t>趋于无穷大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时固定下来的输出状态，不一定是常数。与系统</a:t>
                </a:r>
                <a:r>
                  <a:rPr kumimoji="1" lang="zh-CN" altLang="en-US" sz="2800" dirty="0">
                    <a:solidFill>
                      <a:srgbClr val="E44860"/>
                    </a:solidFill>
                  </a:rPr>
                  <a:t>准确性</a:t>
                </a:r>
                <a:r>
                  <a:rPr kumimoji="1" lang="en-US" altLang="zh-CN" sz="2800" dirty="0">
                    <a:solidFill>
                      <a:schemeClr val="accent1"/>
                    </a:solidFill>
                  </a:rPr>
                  <a:t>(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精度</a:t>
                </a:r>
                <a:r>
                  <a:rPr kumimoji="1" lang="en-US" altLang="zh-CN" sz="2800" dirty="0">
                    <a:solidFill>
                      <a:schemeClr val="accent1"/>
                    </a:solidFill>
                  </a:rPr>
                  <a:t>) 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密切相关。</a:t>
                </a:r>
              </a:p>
            </p:txBody>
          </p:sp>
        </mc:Choice>
        <mc:Fallback xmlns="">
          <p:sp>
            <p:nvSpPr>
              <p:cNvPr id="53" name="说明2">
                <a:extLst>
                  <a:ext uri="{FF2B5EF4-FFF2-40B4-BE49-F238E27FC236}">
                    <a16:creationId xmlns:a16="http://schemas.microsoft.com/office/drawing/2014/main" id="{1E9140A5-5707-18CD-76CF-5416D0FA3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526" y="4876767"/>
                <a:ext cx="6288758" cy="1532334"/>
              </a:xfrm>
              <a:prstGeom prst="flowChartAlternateProcess">
                <a:avLst/>
              </a:prstGeom>
              <a:blipFill>
                <a:blip r:embed="rId18"/>
                <a:stretch>
                  <a:fillRect l="-602" b="-4878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虚线1">
            <a:extLst>
              <a:ext uri="{FF2B5EF4-FFF2-40B4-BE49-F238E27FC236}">
                <a16:creationId xmlns:a16="http://schemas.microsoft.com/office/drawing/2014/main" id="{1D42CA7D-A8C8-F242-D3FD-DFC870E6EFFE}"/>
              </a:ext>
            </a:extLst>
          </p:cNvPr>
          <p:cNvCxnSpPr/>
          <p:nvPr/>
        </p:nvCxnSpPr>
        <p:spPr>
          <a:xfrm>
            <a:off x="8260532" y="5383876"/>
            <a:ext cx="0" cy="733448"/>
          </a:xfrm>
          <a:prstGeom prst="line">
            <a:avLst/>
          </a:prstGeom>
          <a:ln w="25400">
            <a:solidFill>
              <a:schemeClr val="tx2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虚线2">
            <a:extLst>
              <a:ext uri="{FF2B5EF4-FFF2-40B4-BE49-F238E27FC236}">
                <a16:creationId xmlns:a16="http://schemas.microsoft.com/office/drawing/2014/main" id="{EA106213-BCCE-D2BB-8116-A13FBDEA7759}"/>
              </a:ext>
            </a:extLst>
          </p:cNvPr>
          <p:cNvCxnSpPr/>
          <p:nvPr/>
        </p:nvCxnSpPr>
        <p:spPr>
          <a:xfrm>
            <a:off x="10127654" y="5383876"/>
            <a:ext cx="0" cy="733448"/>
          </a:xfrm>
          <a:prstGeom prst="line">
            <a:avLst/>
          </a:prstGeom>
          <a:ln w="25400">
            <a:solidFill>
              <a:schemeClr val="tx2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双箭头">
            <a:extLst>
              <a:ext uri="{FF2B5EF4-FFF2-40B4-BE49-F238E27FC236}">
                <a16:creationId xmlns:a16="http://schemas.microsoft.com/office/drawing/2014/main" id="{A21638F3-54A3-0BA6-6D21-4DEB38B90BE9}"/>
              </a:ext>
            </a:extLst>
          </p:cNvPr>
          <p:cNvCxnSpPr>
            <a:cxnSpLocks/>
          </p:cNvCxnSpPr>
          <p:nvPr/>
        </p:nvCxnSpPr>
        <p:spPr>
          <a:xfrm flipH="1">
            <a:off x="8267567" y="5589588"/>
            <a:ext cx="1860087" cy="0"/>
          </a:xfrm>
          <a:prstGeom prst="line">
            <a:avLst/>
          </a:prstGeom>
          <a:ln w="25400"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箭头2">
            <a:extLst>
              <a:ext uri="{FF2B5EF4-FFF2-40B4-BE49-F238E27FC236}">
                <a16:creationId xmlns:a16="http://schemas.microsoft.com/office/drawing/2014/main" id="{5D47BF53-3BB8-A6F3-5F2A-0451DFBE1BBB}"/>
              </a:ext>
            </a:extLst>
          </p:cNvPr>
          <p:cNvCxnSpPr>
            <a:cxnSpLocks/>
          </p:cNvCxnSpPr>
          <p:nvPr/>
        </p:nvCxnSpPr>
        <p:spPr>
          <a:xfrm flipV="1">
            <a:off x="10127654" y="5589580"/>
            <a:ext cx="1652665" cy="8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瞬态">
            <a:extLst>
              <a:ext uri="{FF2B5EF4-FFF2-40B4-BE49-F238E27FC236}">
                <a16:creationId xmlns:a16="http://schemas.microsoft.com/office/drawing/2014/main" id="{7D06792A-459A-738E-64E6-EDE1B207675B}"/>
              </a:ext>
            </a:extLst>
          </p:cNvPr>
          <p:cNvSpPr txBox="1"/>
          <p:nvPr/>
        </p:nvSpPr>
        <p:spPr>
          <a:xfrm>
            <a:off x="8790936" y="5710956"/>
            <a:ext cx="9039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瞬态</a:t>
            </a:r>
          </a:p>
        </p:txBody>
      </p:sp>
      <p:sp>
        <p:nvSpPr>
          <p:cNvPr id="61" name="稳态">
            <a:extLst>
              <a:ext uri="{FF2B5EF4-FFF2-40B4-BE49-F238E27FC236}">
                <a16:creationId xmlns:a16="http://schemas.microsoft.com/office/drawing/2014/main" id="{94C28422-BAC6-5199-CA15-2D8629774550}"/>
              </a:ext>
            </a:extLst>
          </p:cNvPr>
          <p:cNvSpPr txBox="1"/>
          <p:nvPr/>
        </p:nvSpPr>
        <p:spPr>
          <a:xfrm>
            <a:off x="10513137" y="5705717"/>
            <a:ext cx="9429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稳态</a:t>
            </a:r>
          </a:p>
        </p:txBody>
      </p:sp>
      <p:pic>
        <p:nvPicPr>
          <p:cNvPr id="1025" name="Picture 1" descr="page4image54742976">
            <a:extLst>
              <a:ext uri="{FF2B5EF4-FFF2-40B4-BE49-F238E27FC236}">
                <a16:creationId xmlns:a16="http://schemas.microsoft.com/office/drawing/2014/main" id="{DCD2F9AF-13EA-0933-1D7E-8ADBD8CAE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588000" cy="21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1266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49" grpId="0" animBg="1"/>
      <p:bldP spid="50" grpId="0" animBg="1"/>
      <p:bldP spid="52" grpId="0" animBg="1"/>
      <p:bldP spid="53" grpId="0" animBg="1"/>
      <p:bldP spid="60" grpId="0"/>
      <p:bldP spid="6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472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时域分析法概述</a:t>
            </a:r>
          </a:p>
        </p:txBody>
      </p:sp>
      <p:sp>
        <p:nvSpPr>
          <p:cNvPr id="49" name="小标题1">
            <a:extLst>
              <a:ext uri="{FF2B5EF4-FFF2-40B4-BE49-F238E27FC236}">
                <a16:creationId xmlns:a16="http://schemas.microsoft.com/office/drawing/2014/main" id="{BB64A04D-7A8E-88B3-B7DD-A89A583FE33F}"/>
              </a:ext>
            </a:extLst>
          </p:cNvPr>
          <p:cNvSpPr/>
          <p:nvPr/>
        </p:nvSpPr>
        <p:spPr bwMode="auto">
          <a:xfrm>
            <a:off x="331105" y="1061167"/>
            <a:ext cx="1916598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时域分析</a:t>
            </a:r>
          </a:p>
        </p:txBody>
      </p:sp>
      <p:sp>
        <p:nvSpPr>
          <p:cNvPr id="52" name="说明1">
            <a:extLst>
              <a:ext uri="{FF2B5EF4-FFF2-40B4-BE49-F238E27FC236}">
                <a16:creationId xmlns:a16="http://schemas.microsoft.com/office/drawing/2014/main" id="{952C6C8B-CD56-03F3-ACF5-1081CA0B71A1}"/>
              </a:ext>
            </a:extLst>
          </p:cNvPr>
          <p:cNvSpPr txBox="1"/>
          <p:nvPr/>
        </p:nvSpPr>
        <p:spPr>
          <a:xfrm>
            <a:off x="2529249" y="980728"/>
            <a:ext cx="9432304" cy="1055608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accent1"/>
                </a:solidFill>
              </a:rPr>
              <a:t>根据微分方程，利用</a:t>
            </a:r>
            <a:r>
              <a:rPr kumimoji="1" lang="zh-CN" altLang="en-US" sz="2800" dirty="0">
                <a:solidFill>
                  <a:srgbClr val="159F84"/>
                </a:solidFill>
              </a:rPr>
              <a:t>拉氏变换</a:t>
            </a:r>
            <a:r>
              <a:rPr kumimoji="1" lang="zh-CN" altLang="en-US" sz="2800" dirty="0">
                <a:solidFill>
                  <a:schemeClr val="accent1"/>
                </a:solidFill>
              </a:rPr>
              <a:t>直接求出系统的时间响应，然后按照响应曲线来分析系统的性能。</a:t>
            </a:r>
          </a:p>
        </p:txBody>
      </p:sp>
      <p:sp>
        <p:nvSpPr>
          <p:cNvPr id="59" name="系统">
            <a:extLst>
              <a:ext uri="{FF2B5EF4-FFF2-40B4-BE49-F238E27FC236}">
                <a16:creationId xmlns:a16="http://schemas.microsoft.com/office/drawing/2014/main" id="{3C1E7B47-B386-72D5-C125-615EA55577A8}"/>
              </a:ext>
            </a:extLst>
          </p:cNvPr>
          <p:cNvSpPr/>
          <p:nvPr/>
        </p:nvSpPr>
        <p:spPr>
          <a:xfrm>
            <a:off x="2494806" y="3682023"/>
            <a:ext cx="1800200" cy="9354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kumimoji="1" lang="zh-CN" altLang="en-US" sz="2800" dirty="0">
                <a:solidFill>
                  <a:schemeClr val="tx1"/>
                </a:solidFill>
              </a:rPr>
              <a:t>控制系统</a:t>
            </a:r>
            <a:endParaRPr kumimoji="1" lang="en-US" altLang="zh-CN" sz="28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CN" sz="2800" dirty="0">
                <a:solidFill>
                  <a:schemeClr val="tx1"/>
                </a:solidFill>
              </a:rPr>
              <a:t>(</a:t>
            </a:r>
            <a:r>
              <a:rPr kumimoji="1" lang="zh-CN" altLang="en-US" sz="2800" dirty="0">
                <a:solidFill>
                  <a:schemeClr val="tx1"/>
                </a:solidFill>
              </a:rPr>
              <a:t>微分方程</a:t>
            </a:r>
            <a:r>
              <a:rPr kumimoji="1" lang="en-US" altLang="zh-CN" sz="2800" dirty="0">
                <a:solidFill>
                  <a:schemeClr val="tx1"/>
                </a:solidFill>
              </a:rPr>
              <a:t>)</a:t>
            </a:r>
            <a:endParaRPr kumimoji="1" lang="zh-CN" altLang="en-US" sz="2800" dirty="0">
              <a:solidFill>
                <a:schemeClr val="tx1"/>
              </a:solidFill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56356C92-5743-5926-8B5E-B326685671E9}"/>
              </a:ext>
            </a:extLst>
          </p:cNvPr>
          <p:cNvGrpSpPr/>
          <p:nvPr/>
        </p:nvGrpSpPr>
        <p:grpSpPr>
          <a:xfrm>
            <a:off x="4275371" y="3598746"/>
            <a:ext cx="1610120" cy="550979"/>
            <a:chOff x="4275371" y="3598746"/>
            <a:chExt cx="1610120" cy="550979"/>
          </a:xfrm>
        </p:grpSpPr>
        <p:sp>
          <p:nvSpPr>
            <p:cNvPr id="78" name="拉氏变换">
              <a:extLst>
                <a:ext uri="{FF2B5EF4-FFF2-40B4-BE49-F238E27FC236}">
                  <a16:creationId xmlns:a16="http://schemas.microsoft.com/office/drawing/2014/main" id="{20DB37C4-C764-BE33-1463-3AE44A53D2E1}"/>
                </a:ext>
              </a:extLst>
            </p:cNvPr>
            <p:cNvSpPr txBox="1"/>
            <p:nvPr/>
          </p:nvSpPr>
          <p:spPr>
            <a:xfrm>
              <a:off x="4275371" y="3598746"/>
              <a:ext cx="16101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800" dirty="0">
                  <a:solidFill>
                    <a:srgbClr val="159F8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拉氏变换</a:t>
              </a:r>
            </a:p>
          </p:txBody>
        </p:sp>
        <p:cxnSp>
          <p:nvCxnSpPr>
            <p:cNvPr id="80" name="到输出">
              <a:extLst>
                <a:ext uri="{FF2B5EF4-FFF2-40B4-BE49-F238E27FC236}">
                  <a16:creationId xmlns:a16="http://schemas.microsoft.com/office/drawing/2014/main" id="{B03CBB8C-701B-475C-F4E2-F00933390855}"/>
                </a:ext>
              </a:extLst>
            </p:cNvPr>
            <p:cNvCxnSpPr>
              <a:cxnSpLocks/>
              <a:stCxn id="59" idx="3"/>
              <a:endCxn id="95" idx="1"/>
            </p:cNvCxnSpPr>
            <p:nvPr/>
          </p:nvCxnSpPr>
          <p:spPr>
            <a:xfrm>
              <a:off x="4295006" y="4149725"/>
              <a:ext cx="1550758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0A9F0DF3-24E1-E135-BB65-92347DF53DB7}"/>
              </a:ext>
            </a:extLst>
          </p:cNvPr>
          <p:cNvGrpSpPr/>
          <p:nvPr/>
        </p:nvGrpSpPr>
        <p:grpSpPr>
          <a:xfrm>
            <a:off x="9551590" y="2351790"/>
            <a:ext cx="2212758" cy="720000"/>
            <a:chOff x="9551590" y="2351790"/>
            <a:chExt cx="2212758" cy="720000"/>
          </a:xfrm>
        </p:grpSpPr>
        <p:sp>
          <p:nvSpPr>
            <p:cNvPr id="72" name="稳定判据">
              <a:extLst>
                <a:ext uri="{FF2B5EF4-FFF2-40B4-BE49-F238E27FC236}">
                  <a16:creationId xmlns:a16="http://schemas.microsoft.com/office/drawing/2014/main" id="{981B7116-0499-1AEF-04DD-E2B6D7917C48}"/>
                </a:ext>
              </a:extLst>
            </p:cNvPr>
            <p:cNvSpPr/>
            <p:nvPr/>
          </p:nvSpPr>
          <p:spPr>
            <a:xfrm>
              <a:off x="10090954" y="2351790"/>
              <a:ext cx="1673394" cy="72000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kumimoji="1" lang="zh-CN" altLang="en-US" sz="2800" dirty="0">
                  <a:solidFill>
                    <a:schemeClr val="tx1"/>
                  </a:solidFill>
                </a:rPr>
                <a:t>稳定判据</a:t>
              </a:r>
            </a:p>
          </p:txBody>
        </p:sp>
        <p:cxnSp>
          <p:nvCxnSpPr>
            <p:cNvPr id="91" name="到判据">
              <a:extLst>
                <a:ext uri="{FF2B5EF4-FFF2-40B4-BE49-F238E27FC236}">
                  <a16:creationId xmlns:a16="http://schemas.microsoft.com/office/drawing/2014/main" id="{3D69730A-246D-6735-69D1-EE658FDFE949}"/>
                </a:ext>
              </a:extLst>
            </p:cNvPr>
            <p:cNvCxnSpPr>
              <a:cxnSpLocks/>
              <a:stCxn id="98" idx="3"/>
              <a:endCxn id="72" idx="1"/>
            </p:cNvCxnSpPr>
            <p:nvPr/>
          </p:nvCxnSpPr>
          <p:spPr>
            <a:xfrm flipV="1">
              <a:off x="9551590" y="2711790"/>
              <a:ext cx="539364" cy="6574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50B1FDC6-6BA9-C8D5-AA5C-1791AF6B8E2F}"/>
              </a:ext>
            </a:extLst>
          </p:cNvPr>
          <p:cNvGrpSpPr/>
          <p:nvPr/>
        </p:nvGrpSpPr>
        <p:grpSpPr>
          <a:xfrm>
            <a:off x="9551590" y="3785115"/>
            <a:ext cx="2232248" cy="720000"/>
            <a:chOff x="9551590" y="3785115"/>
            <a:chExt cx="2232248" cy="720000"/>
          </a:xfrm>
        </p:grpSpPr>
        <p:sp>
          <p:nvSpPr>
            <p:cNvPr id="73" name="稳态误差">
              <a:extLst>
                <a:ext uri="{FF2B5EF4-FFF2-40B4-BE49-F238E27FC236}">
                  <a16:creationId xmlns:a16="http://schemas.microsoft.com/office/drawing/2014/main" id="{F73C5F6B-0E23-3DFF-D9DA-D9D80490CEB2}"/>
                </a:ext>
              </a:extLst>
            </p:cNvPr>
            <p:cNvSpPr/>
            <p:nvPr/>
          </p:nvSpPr>
          <p:spPr>
            <a:xfrm>
              <a:off x="10110444" y="3785115"/>
              <a:ext cx="1673394" cy="720000"/>
            </a:xfrm>
            <a:prstGeom prst="rect">
              <a:avLst/>
            </a:prstGeom>
            <a:solidFill>
              <a:srgbClr val="9BBB59">
                <a:alpha val="50000"/>
              </a:srgb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kumimoji="1" lang="zh-CN" altLang="en-US" sz="2800" dirty="0">
                  <a:solidFill>
                    <a:schemeClr val="tx1"/>
                  </a:solidFill>
                </a:rPr>
                <a:t>稳态误差</a:t>
              </a:r>
            </a:p>
          </p:txBody>
        </p:sp>
        <p:cxnSp>
          <p:nvCxnSpPr>
            <p:cNvPr id="92" name="到误差">
              <a:extLst>
                <a:ext uri="{FF2B5EF4-FFF2-40B4-BE49-F238E27FC236}">
                  <a16:creationId xmlns:a16="http://schemas.microsoft.com/office/drawing/2014/main" id="{03087794-795B-49D9-9C49-C95113DC66D2}"/>
                </a:ext>
              </a:extLst>
            </p:cNvPr>
            <p:cNvCxnSpPr>
              <a:cxnSpLocks/>
              <a:stCxn id="99" idx="3"/>
              <a:endCxn id="73" idx="1"/>
            </p:cNvCxnSpPr>
            <p:nvPr/>
          </p:nvCxnSpPr>
          <p:spPr>
            <a:xfrm flipV="1">
              <a:off x="9551590" y="4145115"/>
              <a:ext cx="558854" cy="461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1ABCAC7C-C73E-B9FC-7691-CCE236C49998}"/>
              </a:ext>
            </a:extLst>
          </p:cNvPr>
          <p:cNvGrpSpPr/>
          <p:nvPr/>
        </p:nvGrpSpPr>
        <p:grpSpPr>
          <a:xfrm>
            <a:off x="9551590" y="5187244"/>
            <a:ext cx="2212758" cy="720000"/>
            <a:chOff x="9551590" y="5187244"/>
            <a:chExt cx="2212758" cy="720000"/>
          </a:xfrm>
        </p:grpSpPr>
        <p:sp>
          <p:nvSpPr>
            <p:cNvPr id="77" name="性能指标">
              <a:extLst>
                <a:ext uri="{FF2B5EF4-FFF2-40B4-BE49-F238E27FC236}">
                  <a16:creationId xmlns:a16="http://schemas.microsoft.com/office/drawing/2014/main" id="{1ABEE52F-EC0E-4A8D-CCD6-32BE11AB181E}"/>
                </a:ext>
              </a:extLst>
            </p:cNvPr>
            <p:cNvSpPr/>
            <p:nvPr/>
          </p:nvSpPr>
          <p:spPr>
            <a:xfrm>
              <a:off x="10090954" y="5187244"/>
              <a:ext cx="1673394" cy="720000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kumimoji="1" lang="zh-CN" altLang="en-US" sz="2800" dirty="0">
                  <a:solidFill>
                    <a:schemeClr val="tx1"/>
                  </a:solidFill>
                </a:rPr>
                <a:t>性能指标</a:t>
              </a:r>
            </a:p>
          </p:txBody>
        </p:sp>
        <p:cxnSp>
          <p:nvCxnSpPr>
            <p:cNvPr id="93" name="到性能">
              <a:extLst>
                <a:ext uri="{FF2B5EF4-FFF2-40B4-BE49-F238E27FC236}">
                  <a16:creationId xmlns:a16="http://schemas.microsoft.com/office/drawing/2014/main" id="{92A3833B-DEC1-C0AD-E93A-2AE765A89AFD}"/>
                </a:ext>
              </a:extLst>
            </p:cNvPr>
            <p:cNvCxnSpPr>
              <a:cxnSpLocks/>
              <a:stCxn id="100" idx="3"/>
              <a:endCxn id="77" idx="1"/>
            </p:cNvCxnSpPr>
            <p:nvPr/>
          </p:nvCxnSpPr>
          <p:spPr>
            <a:xfrm>
              <a:off x="9551590" y="5546876"/>
              <a:ext cx="539364" cy="368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到系统">
            <a:extLst>
              <a:ext uri="{FF2B5EF4-FFF2-40B4-BE49-F238E27FC236}">
                <a16:creationId xmlns:a16="http://schemas.microsoft.com/office/drawing/2014/main" id="{4B66B0C5-47A4-1E5C-07F7-167CADD92EC3}"/>
              </a:ext>
            </a:extLst>
          </p:cNvPr>
          <p:cNvCxnSpPr>
            <a:cxnSpLocks/>
            <a:stCxn id="94" idx="3"/>
            <a:endCxn id="59" idx="1"/>
          </p:cNvCxnSpPr>
          <p:nvPr/>
        </p:nvCxnSpPr>
        <p:spPr>
          <a:xfrm>
            <a:off x="1976137" y="4149725"/>
            <a:ext cx="518669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输入">
            <a:extLst>
              <a:ext uri="{FF2B5EF4-FFF2-40B4-BE49-F238E27FC236}">
                <a16:creationId xmlns:a16="http://schemas.microsoft.com/office/drawing/2014/main" id="{4B53DBE6-BDC3-BA5A-2C62-B9ED85971C36}"/>
              </a:ext>
            </a:extLst>
          </p:cNvPr>
          <p:cNvSpPr txBox="1"/>
          <p:nvPr/>
        </p:nvSpPr>
        <p:spPr>
          <a:xfrm>
            <a:off x="262558" y="3850163"/>
            <a:ext cx="1713579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典型输入</a:t>
            </a:r>
          </a:p>
        </p:txBody>
      </p:sp>
      <p:sp>
        <p:nvSpPr>
          <p:cNvPr id="95" name="输出">
            <a:extLst>
              <a:ext uri="{FF2B5EF4-FFF2-40B4-BE49-F238E27FC236}">
                <a16:creationId xmlns:a16="http://schemas.microsoft.com/office/drawing/2014/main" id="{EE177FE0-701C-56A1-9B96-002A0ED151AB}"/>
              </a:ext>
            </a:extLst>
          </p:cNvPr>
          <p:cNvSpPr txBox="1"/>
          <p:nvPr/>
        </p:nvSpPr>
        <p:spPr>
          <a:xfrm>
            <a:off x="5845764" y="3850163"/>
            <a:ext cx="1761610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输出响应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18921A7B-2DC9-22B2-3380-F6F940D4F512}"/>
              </a:ext>
            </a:extLst>
          </p:cNvPr>
          <p:cNvGrpSpPr/>
          <p:nvPr/>
        </p:nvGrpSpPr>
        <p:grpSpPr>
          <a:xfrm>
            <a:off x="7607374" y="2418802"/>
            <a:ext cx="1944216" cy="3427635"/>
            <a:chOff x="7607374" y="2418802"/>
            <a:chExt cx="1944216" cy="3427635"/>
          </a:xfrm>
        </p:grpSpPr>
        <p:cxnSp>
          <p:nvCxnSpPr>
            <p:cNvPr id="81" name="到准确">
              <a:extLst>
                <a:ext uri="{FF2B5EF4-FFF2-40B4-BE49-F238E27FC236}">
                  <a16:creationId xmlns:a16="http://schemas.microsoft.com/office/drawing/2014/main" id="{E98A1470-4F60-EC75-3F01-941E03097D0B}"/>
                </a:ext>
              </a:extLst>
            </p:cNvPr>
            <p:cNvCxnSpPr>
              <a:cxnSpLocks/>
              <a:stCxn id="95" idx="3"/>
            </p:cNvCxnSpPr>
            <p:nvPr/>
          </p:nvCxnSpPr>
          <p:spPr>
            <a:xfrm>
              <a:off x="7607374" y="4149725"/>
              <a:ext cx="589642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折弯1">
              <a:extLst>
                <a:ext uri="{FF2B5EF4-FFF2-40B4-BE49-F238E27FC236}">
                  <a16:creationId xmlns:a16="http://schemas.microsoft.com/office/drawing/2014/main" id="{6793256C-56E5-429E-5754-7CF850088F0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334" y="3279816"/>
              <a:ext cx="1401761" cy="338057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折弯2">
              <a:extLst>
                <a:ext uri="{FF2B5EF4-FFF2-40B4-BE49-F238E27FC236}">
                  <a16:creationId xmlns:a16="http://schemas.microsoft.com/office/drawing/2014/main" id="{AD3249A0-83CB-BBFE-F508-2435670A762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325486" y="4684730"/>
              <a:ext cx="1401764" cy="331750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稳定">
              <a:extLst>
                <a:ext uri="{FF2B5EF4-FFF2-40B4-BE49-F238E27FC236}">
                  <a16:creationId xmlns:a16="http://schemas.microsoft.com/office/drawing/2014/main" id="{3ED97A80-F8DB-E6B2-12B7-BA74CDBF755E}"/>
                </a:ext>
              </a:extLst>
            </p:cNvPr>
            <p:cNvSpPr txBox="1"/>
            <p:nvPr/>
          </p:nvSpPr>
          <p:spPr>
            <a:xfrm>
              <a:off x="8197016" y="2418802"/>
              <a:ext cx="1354574" cy="599123"/>
            </a:xfrm>
            <a:prstGeom prst="roundRect">
              <a:avLst>
                <a:gd name="adj" fmla="val 22661"/>
              </a:avLst>
            </a:prstGeom>
            <a:solidFill>
              <a:srgbClr val="00B0F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800" dirty="0">
                  <a:solidFill>
                    <a:schemeClr val="bg1"/>
                  </a:solidFill>
                </a:rPr>
                <a:t>稳定性</a:t>
              </a:r>
            </a:p>
          </p:txBody>
        </p:sp>
        <p:sp>
          <p:nvSpPr>
            <p:cNvPr id="99" name="准确">
              <a:extLst>
                <a:ext uri="{FF2B5EF4-FFF2-40B4-BE49-F238E27FC236}">
                  <a16:creationId xmlns:a16="http://schemas.microsoft.com/office/drawing/2014/main" id="{F371DEDE-35FF-30C5-6B40-55C8E6AFB1BA}"/>
                </a:ext>
              </a:extLst>
            </p:cNvPr>
            <p:cNvSpPr txBox="1"/>
            <p:nvPr/>
          </p:nvSpPr>
          <p:spPr>
            <a:xfrm>
              <a:off x="8197016" y="3850163"/>
              <a:ext cx="1354574" cy="599123"/>
            </a:xfrm>
            <a:prstGeom prst="roundRect">
              <a:avLst>
                <a:gd name="adj" fmla="val 22661"/>
              </a:avLst>
            </a:prstGeom>
            <a:solidFill>
              <a:srgbClr val="9BBB5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800" dirty="0">
                  <a:solidFill>
                    <a:schemeClr val="bg1"/>
                  </a:solidFill>
                </a:rPr>
                <a:t>准确性</a:t>
              </a:r>
            </a:p>
          </p:txBody>
        </p:sp>
        <p:sp>
          <p:nvSpPr>
            <p:cNvPr id="100" name="快速">
              <a:extLst>
                <a:ext uri="{FF2B5EF4-FFF2-40B4-BE49-F238E27FC236}">
                  <a16:creationId xmlns:a16="http://schemas.microsoft.com/office/drawing/2014/main" id="{EE7BF569-D3A6-1DFA-2FB5-0F8EF647521A}"/>
                </a:ext>
              </a:extLst>
            </p:cNvPr>
            <p:cNvSpPr txBox="1"/>
            <p:nvPr/>
          </p:nvSpPr>
          <p:spPr>
            <a:xfrm>
              <a:off x="8170419" y="5247314"/>
              <a:ext cx="1381171" cy="599123"/>
            </a:xfrm>
            <a:prstGeom prst="roundRect">
              <a:avLst>
                <a:gd name="adj" fmla="val 22661"/>
              </a:avLst>
            </a:prstGeom>
            <a:solidFill>
              <a:srgbClr val="FFC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800" dirty="0">
                  <a:solidFill>
                    <a:schemeClr val="bg1"/>
                  </a:solidFill>
                </a:rPr>
                <a:t>快速性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4576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2" grpId="0" animBg="1"/>
      <p:bldP spid="59" grpId="0" animBg="1"/>
      <p:bldP spid="94" grpId="0" animBg="1"/>
      <p:bldP spid="9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472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时域法常用的典型输入信号</a:t>
            </a:r>
          </a:p>
        </p:txBody>
      </p:sp>
      <p:sp>
        <p:nvSpPr>
          <p:cNvPr id="94" name="输入">
            <a:extLst>
              <a:ext uri="{FF2B5EF4-FFF2-40B4-BE49-F238E27FC236}">
                <a16:creationId xmlns:a16="http://schemas.microsoft.com/office/drawing/2014/main" id="{4B53DBE6-BDC3-BA5A-2C62-B9ED85971C36}"/>
              </a:ext>
            </a:extLst>
          </p:cNvPr>
          <p:cNvSpPr txBox="1"/>
          <p:nvPr/>
        </p:nvSpPr>
        <p:spPr>
          <a:xfrm>
            <a:off x="399269" y="980730"/>
            <a:ext cx="1713579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典型输入</a:t>
            </a:r>
          </a:p>
        </p:txBody>
      </p:sp>
      <p:sp>
        <p:nvSpPr>
          <p:cNvPr id="28" name="原函数label">
            <a:extLst>
              <a:ext uri="{FF2B5EF4-FFF2-40B4-BE49-F238E27FC236}">
                <a16:creationId xmlns:a16="http://schemas.microsoft.com/office/drawing/2014/main" id="{B70FA826-0981-87B7-D451-72C1C9532A35}"/>
              </a:ext>
            </a:extLst>
          </p:cNvPr>
          <p:cNvSpPr txBox="1"/>
          <p:nvPr/>
        </p:nvSpPr>
        <p:spPr>
          <a:xfrm>
            <a:off x="2272919" y="980730"/>
            <a:ext cx="1713579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原函数</a:t>
            </a:r>
          </a:p>
        </p:txBody>
      </p:sp>
      <p:sp>
        <p:nvSpPr>
          <p:cNvPr id="29" name="时域关系label">
            <a:extLst>
              <a:ext uri="{FF2B5EF4-FFF2-40B4-BE49-F238E27FC236}">
                <a16:creationId xmlns:a16="http://schemas.microsoft.com/office/drawing/2014/main" id="{C78C42B1-FDA4-0C65-6EA2-62FD5DE68D46}"/>
              </a:ext>
            </a:extLst>
          </p:cNvPr>
          <p:cNvSpPr txBox="1"/>
          <p:nvPr/>
        </p:nvSpPr>
        <p:spPr>
          <a:xfrm>
            <a:off x="4140752" y="980728"/>
            <a:ext cx="1872208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时域关系</a:t>
            </a:r>
          </a:p>
        </p:txBody>
      </p:sp>
      <p:sp>
        <p:nvSpPr>
          <p:cNvPr id="30" name="象函数label">
            <a:extLst>
              <a:ext uri="{FF2B5EF4-FFF2-40B4-BE49-F238E27FC236}">
                <a16:creationId xmlns:a16="http://schemas.microsoft.com/office/drawing/2014/main" id="{6C83120D-47A2-6B46-9C43-7053AA1AC4A8}"/>
              </a:ext>
            </a:extLst>
          </p:cNvPr>
          <p:cNvSpPr txBox="1"/>
          <p:nvPr/>
        </p:nvSpPr>
        <p:spPr>
          <a:xfrm>
            <a:off x="6167214" y="980728"/>
            <a:ext cx="1713579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象函数</a:t>
            </a:r>
          </a:p>
        </p:txBody>
      </p:sp>
      <p:sp>
        <p:nvSpPr>
          <p:cNvPr id="31" name="复域关系label">
            <a:extLst>
              <a:ext uri="{FF2B5EF4-FFF2-40B4-BE49-F238E27FC236}">
                <a16:creationId xmlns:a16="http://schemas.microsoft.com/office/drawing/2014/main" id="{1B4B0088-BCEB-AAFE-0C24-1E11C3B2963A}"/>
              </a:ext>
            </a:extLst>
          </p:cNvPr>
          <p:cNvSpPr txBox="1"/>
          <p:nvPr/>
        </p:nvSpPr>
        <p:spPr>
          <a:xfrm>
            <a:off x="8038464" y="980728"/>
            <a:ext cx="1872208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复域关系</a:t>
            </a:r>
          </a:p>
        </p:txBody>
      </p:sp>
      <p:sp>
        <p:nvSpPr>
          <p:cNvPr id="32" name="举例">
            <a:extLst>
              <a:ext uri="{FF2B5EF4-FFF2-40B4-BE49-F238E27FC236}">
                <a16:creationId xmlns:a16="http://schemas.microsoft.com/office/drawing/2014/main" id="{C4427902-C5AC-D02F-5BBA-9A4ADEE19461}"/>
              </a:ext>
            </a:extLst>
          </p:cNvPr>
          <p:cNvSpPr txBox="1"/>
          <p:nvPr/>
        </p:nvSpPr>
        <p:spPr>
          <a:xfrm>
            <a:off x="10068343" y="980728"/>
            <a:ext cx="1713579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举例</a:t>
            </a:r>
          </a:p>
        </p:txBody>
      </p:sp>
      <p:grpSp>
        <p:nvGrpSpPr>
          <p:cNvPr id="5" name="坐标轴1">
            <a:extLst>
              <a:ext uri="{FF2B5EF4-FFF2-40B4-BE49-F238E27FC236}">
                <a16:creationId xmlns:a16="http://schemas.microsoft.com/office/drawing/2014/main" id="{D1C778D6-651A-E0BE-7A5E-891AB0563CDF}"/>
              </a:ext>
            </a:extLst>
          </p:cNvPr>
          <p:cNvGrpSpPr/>
          <p:nvPr/>
        </p:nvGrpSpPr>
        <p:grpSpPr>
          <a:xfrm>
            <a:off x="155968" y="1628800"/>
            <a:ext cx="1994283" cy="1266903"/>
            <a:chOff x="155968" y="1702982"/>
            <a:chExt cx="1994283" cy="1266903"/>
          </a:xfrm>
        </p:grpSpPr>
        <p:cxnSp>
          <p:nvCxnSpPr>
            <p:cNvPr id="34" name="x轴">
              <a:extLst>
                <a:ext uri="{FF2B5EF4-FFF2-40B4-BE49-F238E27FC236}">
                  <a16:creationId xmlns:a16="http://schemas.microsoft.com/office/drawing/2014/main" id="{A37B9B5E-7E77-1AA5-41C3-39D24870C9A0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2708275"/>
              <a:ext cx="151261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y轴">
              <a:extLst>
                <a:ext uri="{FF2B5EF4-FFF2-40B4-BE49-F238E27FC236}">
                  <a16:creationId xmlns:a16="http://schemas.microsoft.com/office/drawing/2014/main" id="{19A3600A-A9D5-F684-EE26-FEF84B900E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9751" y="1702982"/>
              <a:ext cx="0" cy="101171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labelt">
                  <a:extLst>
                    <a:ext uri="{FF2B5EF4-FFF2-40B4-BE49-F238E27FC236}">
                      <a16:creationId xmlns:a16="http://schemas.microsoft.com/office/drawing/2014/main" id="{E0C2836A-6732-8F5D-1FBA-C955A1ED4629}"/>
                    </a:ext>
                  </a:extLst>
                </p:cNvPr>
                <p:cNvSpPr txBox="1"/>
                <p:nvPr/>
              </p:nvSpPr>
              <p:spPr>
                <a:xfrm>
                  <a:off x="1629550" y="2217568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6" name="labelt">
                  <a:extLst>
                    <a:ext uri="{FF2B5EF4-FFF2-40B4-BE49-F238E27FC236}">
                      <a16:creationId xmlns:a16="http://schemas.microsoft.com/office/drawing/2014/main" id="{E0C2836A-6732-8F5D-1FBA-C955A1ED46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9550" y="2217568"/>
                  <a:ext cx="520701" cy="52469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label0">
                  <a:extLst>
                    <a:ext uri="{FF2B5EF4-FFF2-40B4-BE49-F238E27FC236}">
                      <a16:creationId xmlns:a16="http://schemas.microsoft.com/office/drawing/2014/main" id="{D6CC92CC-22C1-8E09-1D1D-E2271FE4A419}"/>
                    </a:ext>
                  </a:extLst>
                </p:cNvPr>
                <p:cNvSpPr txBox="1"/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7" name="label0">
                  <a:extLst>
                    <a:ext uri="{FF2B5EF4-FFF2-40B4-BE49-F238E27FC236}">
                      <a16:creationId xmlns:a16="http://schemas.microsoft.com/office/drawing/2014/main" id="{D6CC92CC-22C1-8E09-1D1D-E2271FE4A4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15789" r="-7368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坐标轴2">
            <a:extLst>
              <a:ext uri="{FF2B5EF4-FFF2-40B4-BE49-F238E27FC236}">
                <a16:creationId xmlns:a16="http://schemas.microsoft.com/office/drawing/2014/main" id="{6D08D9B7-6429-A14A-2529-99A1C04270A9}"/>
              </a:ext>
            </a:extLst>
          </p:cNvPr>
          <p:cNvGrpSpPr/>
          <p:nvPr/>
        </p:nvGrpSpPr>
        <p:grpSpPr>
          <a:xfrm>
            <a:off x="118565" y="2960036"/>
            <a:ext cx="1994283" cy="1266903"/>
            <a:chOff x="155968" y="1702982"/>
            <a:chExt cx="1994283" cy="1266903"/>
          </a:xfrm>
        </p:grpSpPr>
        <p:cxnSp>
          <p:nvCxnSpPr>
            <p:cNvPr id="44" name="x轴">
              <a:extLst>
                <a:ext uri="{FF2B5EF4-FFF2-40B4-BE49-F238E27FC236}">
                  <a16:creationId xmlns:a16="http://schemas.microsoft.com/office/drawing/2014/main" id="{A6C31EF4-BA9D-BE2C-1F6D-4FFD0ADDBF49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2708275"/>
              <a:ext cx="151261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y轴">
              <a:extLst>
                <a:ext uri="{FF2B5EF4-FFF2-40B4-BE49-F238E27FC236}">
                  <a16:creationId xmlns:a16="http://schemas.microsoft.com/office/drawing/2014/main" id="{72979FA3-3091-DFBA-3306-34906C3C8A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9751" y="1702982"/>
              <a:ext cx="0" cy="101171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labelt">
                  <a:extLst>
                    <a:ext uri="{FF2B5EF4-FFF2-40B4-BE49-F238E27FC236}">
                      <a16:creationId xmlns:a16="http://schemas.microsoft.com/office/drawing/2014/main" id="{C8FF9464-360D-D6E3-BB46-7C0E884BD0F8}"/>
                    </a:ext>
                  </a:extLst>
                </p:cNvPr>
                <p:cNvSpPr txBox="1"/>
                <p:nvPr/>
              </p:nvSpPr>
              <p:spPr>
                <a:xfrm>
                  <a:off x="1629550" y="2217568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7" name="labelt">
                  <a:extLst>
                    <a:ext uri="{FF2B5EF4-FFF2-40B4-BE49-F238E27FC236}">
                      <a16:creationId xmlns:a16="http://schemas.microsoft.com/office/drawing/2014/main" id="{C8FF9464-360D-D6E3-BB46-7C0E884BD0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9550" y="2217568"/>
                  <a:ext cx="520701" cy="52469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label0">
                  <a:extLst>
                    <a:ext uri="{FF2B5EF4-FFF2-40B4-BE49-F238E27FC236}">
                      <a16:creationId xmlns:a16="http://schemas.microsoft.com/office/drawing/2014/main" id="{9A28077A-8752-1D01-1ABD-899A1D857951}"/>
                    </a:ext>
                  </a:extLst>
                </p:cNvPr>
                <p:cNvSpPr txBox="1"/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8" name="label0">
                  <a:extLst>
                    <a:ext uri="{FF2B5EF4-FFF2-40B4-BE49-F238E27FC236}">
                      <a16:creationId xmlns:a16="http://schemas.microsoft.com/office/drawing/2014/main" id="{9A28077A-8752-1D01-1ABD-899A1D8579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15789" r="-7368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坐标轴3">
            <a:extLst>
              <a:ext uri="{FF2B5EF4-FFF2-40B4-BE49-F238E27FC236}">
                <a16:creationId xmlns:a16="http://schemas.microsoft.com/office/drawing/2014/main" id="{7761CB2A-F616-794B-57AC-480CD4A8C5A4}"/>
              </a:ext>
            </a:extLst>
          </p:cNvPr>
          <p:cNvGrpSpPr/>
          <p:nvPr/>
        </p:nvGrpSpPr>
        <p:grpSpPr>
          <a:xfrm>
            <a:off x="118565" y="4291272"/>
            <a:ext cx="1994283" cy="1266903"/>
            <a:chOff x="155968" y="1702982"/>
            <a:chExt cx="1994283" cy="1266903"/>
          </a:xfrm>
        </p:grpSpPr>
        <p:cxnSp>
          <p:nvCxnSpPr>
            <p:cNvPr id="51" name="x轴">
              <a:extLst>
                <a:ext uri="{FF2B5EF4-FFF2-40B4-BE49-F238E27FC236}">
                  <a16:creationId xmlns:a16="http://schemas.microsoft.com/office/drawing/2014/main" id="{A2B57073-6E27-E737-F6C8-21113EDB962E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2708275"/>
              <a:ext cx="151261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y轴">
              <a:extLst>
                <a:ext uri="{FF2B5EF4-FFF2-40B4-BE49-F238E27FC236}">
                  <a16:creationId xmlns:a16="http://schemas.microsoft.com/office/drawing/2014/main" id="{E0DB3340-BFD1-4A2A-0F7D-77B2D081F9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9751" y="1702982"/>
              <a:ext cx="0" cy="101171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labelt">
                  <a:extLst>
                    <a:ext uri="{FF2B5EF4-FFF2-40B4-BE49-F238E27FC236}">
                      <a16:creationId xmlns:a16="http://schemas.microsoft.com/office/drawing/2014/main" id="{1A946110-F12F-7063-F70D-858FB1F10FDC}"/>
                    </a:ext>
                  </a:extLst>
                </p:cNvPr>
                <p:cNvSpPr txBox="1"/>
                <p:nvPr/>
              </p:nvSpPr>
              <p:spPr>
                <a:xfrm>
                  <a:off x="1629550" y="2217568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4" name="labelt">
                  <a:extLst>
                    <a:ext uri="{FF2B5EF4-FFF2-40B4-BE49-F238E27FC236}">
                      <a16:creationId xmlns:a16="http://schemas.microsoft.com/office/drawing/2014/main" id="{1A946110-F12F-7063-F70D-858FB1F10F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9550" y="2217568"/>
                  <a:ext cx="520701" cy="52469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label0">
                  <a:extLst>
                    <a:ext uri="{FF2B5EF4-FFF2-40B4-BE49-F238E27FC236}">
                      <a16:creationId xmlns:a16="http://schemas.microsoft.com/office/drawing/2014/main" id="{86E6208B-42BD-72B6-E185-AAB1AC34D9C5}"/>
                    </a:ext>
                  </a:extLst>
                </p:cNvPr>
                <p:cNvSpPr txBox="1"/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5" name="label0">
                  <a:extLst>
                    <a:ext uri="{FF2B5EF4-FFF2-40B4-BE49-F238E27FC236}">
                      <a16:creationId xmlns:a16="http://schemas.microsoft.com/office/drawing/2014/main" id="{86E6208B-42BD-72B6-E185-AAB1AC34D9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15789" r="-7368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坐标轴4">
            <a:extLst>
              <a:ext uri="{FF2B5EF4-FFF2-40B4-BE49-F238E27FC236}">
                <a16:creationId xmlns:a16="http://schemas.microsoft.com/office/drawing/2014/main" id="{9B3C328B-03E8-26AF-5B90-BFF896F99BF8}"/>
              </a:ext>
            </a:extLst>
          </p:cNvPr>
          <p:cNvGrpSpPr/>
          <p:nvPr/>
        </p:nvGrpSpPr>
        <p:grpSpPr>
          <a:xfrm>
            <a:off x="118565" y="5622509"/>
            <a:ext cx="1994283" cy="1266903"/>
            <a:chOff x="155968" y="1702982"/>
            <a:chExt cx="1994283" cy="1266903"/>
          </a:xfrm>
        </p:grpSpPr>
        <p:cxnSp>
          <p:nvCxnSpPr>
            <p:cNvPr id="57" name="x轴">
              <a:extLst>
                <a:ext uri="{FF2B5EF4-FFF2-40B4-BE49-F238E27FC236}">
                  <a16:creationId xmlns:a16="http://schemas.microsoft.com/office/drawing/2014/main" id="{AF262B69-8745-3A54-327D-4BE59CD9EFA6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2708275"/>
              <a:ext cx="151261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y轴">
              <a:extLst>
                <a:ext uri="{FF2B5EF4-FFF2-40B4-BE49-F238E27FC236}">
                  <a16:creationId xmlns:a16="http://schemas.microsoft.com/office/drawing/2014/main" id="{929313C3-2504-BBBD-5859-692DF24789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9751" y="1702982"/>
              <a:ext cx="0" cy="101171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labelt">
                  <a:extLst>
                    <a:ext uri="{FF2B5EF4-FFF2-40B4-BE49-F238E27FC236}">
                      <a16:creationId xmlns:a16="http://schemas.microsoft.com/office/drawing/2014/main" id="{63957CBB-D39B-E53B-12BD-C66F117A5B72}"/>
                    </a:ext>
                  </a:extLst>
                </p:cNvPr>
                <p:cNvSpPr txBox="1"/>
                <p:nvPr/>
              </p:nvSpPr>
              <p:spPr>
                <a:xfrm>
                  <a:off x="1629550" y="2217568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1" name="labelt">
                  <a:extLst>
                    <a:ext uri="{FF2B5EF4-FFF2-40B4-BE49-F238E27FC236}">
                      <a16:creationId xmlns:a16="http://schemas.microsoft.com/office/drawing/2014/main" id="{63957CBB-D39B-E53B-12BD-C66F117A5B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9550" y="2217568"/>
                  <a:ext cx="520701" cy="52469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label0">
                  <a:extLst>
                    <a:ext uri="{FF2B5EF4-FFF2-40B4-BE49-F238E27FC236}">
                      <a16:creationId xmlns:a16="http://schemas.microsoft.com/office/drawing/2014/main" id="{9ED7F72A-1E0D-3BA5-F182-4AE1ECE7D3D6}"/>
                    </a:ext>
                  </a:extLst>
                </p:cNvPr>
                <p:cNvSpPr txBox="1"/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2" name="label0">
                  <a:extLst>
                    <a:ext uri="{FF2B5EF4-FFF2-40B4-BE49-F238E27FC236}">
                      <a16:creationId xmlns:a16="http://schemas.microsoft.com/office/drawing/2014/main" id="{9ED7F72A-1E0D-3BA5-F182-4AE1ECE7D3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15789" r="-7368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原函数1">
                <a:extLst>
                  <a:ext uri="{FF2B5EF4-FFF2-40B4-BE49-F238E27FC236}">
                    <a16:creationId xmlns:a16="http://schemas.microsoft.com/office/drawing/2014/main" id="{BD2CEF40-5198-CBFD-C3FC-40D4E4401DB8}"/>
                  </a:ext>
                </a:extLst>
              </p:cNvPr>
              <p:cNvSpPr txBox="1"/>
              <p:nvPr/>
            </p:nvSpPr>
            <p:spPr>
              <a:xfrm>
                <a:off x="2260250" y="1645638"/>
                <a:ext cx="2039598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单位脉冲</a:t>
                </a:r>
                <a:endParaRPr lang="en-US" altLang="zh-CN" sz="2800" dirty="0"/>
              </a:p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63" name="原函数1">
                <a:extLst>
                  <a:ext uri="{FF2B5EF4-FFF2-40B4-BE49-F238E27FC236}">
                    <a16:creationId xmlns:a16="http://schemas.microsoft.com/office/drawing/2014/main" id="{BD2CEF40-5198-CBFD-C3FC-40D4E4401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250" y="1645638"/>
                <a:ext cx="2039598" cy="954107"/>
              </a:xfrm>
              <a:prstGeom prst="rect">
                <a:avLst/>
              </a:prstGeom>
              <a:blipFill>
                <a:blip r:embed="rId9"/>
                <a:stretch>
                  <a:fillRect l="-6211" t="-7895"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原函数2">
                <a:extLst>
                  <a:ext uri="{FF2B5EF4-FFF2-40B4-BE49-F238E27FC236}">
                    <a16:creationId xmlns:a16="http://schemas.microsoft.com/office/drawing/2014/main" id="{D26E7954-A221-931E-C24E-5CE0A0087785}"/>
                  </a:ext>
                </a:extLst>
              </p:cNvPr>
              <p:cNvSpPr txBox="1"/>
              <p:nvPr/>
            </p:nvSpPr>
            <p:spPr>
              <a:xfrm>
                <a:off x="2260250" y="2599745"/>
                <a:ext cx="2779200" cy="14843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单位阶跃</a:t>
                </a:r>
                <a:endParaRPr lang="en-US" altLang="zh-CN" sz="2800" dirty="0"/>
              </a:p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</m:t>
                            </m:r>
                          </m:e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64" name="原函数2">
                <a:extLst>
                  <a:ext uri="{FF2B5EF4-FFF2-40B4-BE49-F238E27FC236}">
                    <a16:creationId xmlns:a16="http://schemas.microsoft.com/office/drawing/2014/main" id="{D26E7954-A221-931E-C24E-5CE0A0087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250" y="2599745"/>
                <a:ext cx="2779200" cy="1484381"/>
              </a:xfrm>
              <a:prstGeom prst="rect">
                <a:avLst/>
              </a:prstGeom>
              <a:blipFill>
                <a:blip r:embed="rId10"/>
                <a:stretch>
                  <a:fillRect l="-21918" t="-114407" r="-8676" b="-2076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原函数3">
                <a:extLst>
                  <a:ext uri="{FF2B5EF4-FFF2-40B4-BE49-F238E27FC236}">
                    <a16:creationId xmlns:a16="http://schemas.microsoft.com/office/drawing/2014/main" id="{D3BEFCD1-F7D0-1EDC-3C46-34AF3A43F9E7}"/>
                  </a:ext>
                </a:extLst>
              </p:cNvPr>
              <p:cNvSpPr txBox="1"/>
              <p:nvPr/>
            </p:nvSpPr>
            <p:spPr>
              <a:xfrm>
                <a:off x="2260250" y="3971750"/>
                <a:ext cx="2779200" cy="14843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单位斜坡</a:t>
                </a:r>
                <a:endParaRPr lang="en-US" altLang="zh-CN" sz="2800" dirty="0"/>
              </a:p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</m:t>
                            </m:r>
                          </m:e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66" name="原函数3">
                <a:extLst>
                  <a:ext uri="{FF2B5EF4-FFF2-40B4-BE49-F238E27FC236}">
                    <a16:creationId xmlns:a16="http://schemas.microsoft.com/office/drawing/2014/main" id="{D3BEFCD1-F7D0-1EDC-3C46-34AF3A43F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250" y="3971750"/>
                <a:ext cx="2779200" cy="1484381"/>
              </a:xfrm>
              <a:prstGeom prst="rect">
                <a:avLst/>
              </a:prstGeom>
              <a:blipFill>
                <a:blip r:embed="rId11"/>
                <a:stretch>
                  <a:fillRect l="-21918" t="-114407" r="-8676" b="-2076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原函数4">
                <a:extLst>
                  <a:ext uri="{FF2B5EF4-FFF2-40B4-BE49-F238E27FC236}">
                    <a16:creationId xmlns:a16="http://schemas.microsoft.com/office/drawing/2014/main" id="{54086A68-A143-2938-3272-571415A22F90}"/>
                  </a:ext>
                </a:extLst>
              </p:cNvPr>
              <p:cNvSpPr txBox="1"/>
              <p:nvPr/>
            </p:nvSpPr>
            <p:spPr>
              <a:xfrm>
                <a:off x="2252896" y="5343755"/>
                <a:ext cx="3176433" cy="14843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单位加速度</a:t>
                </a:r>
                <a:endParaRPr lang="en-US" altLang="zh-CN" sz="2800" dirty="0"/>
              </a:p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p>
                              <m:sSup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/2</m:t>
                            </m:r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</m:t>
                            </m:r>
                          </m:e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</a:rPr>
                              <m:t>        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67" name="原函数4">
                <a:extLst>
                  <a:ext uri="{FF2B5EF4-FFF2-40B4-BE49-F238E27FC236}">
                    <a16:creationId xmlns:a16="http://schemas.microsoft.com/office/drawing/2014/main" id="{54086A68-A143-2938-3272-571415A22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2896" y="5343755"/>
                <a:ext cx="3176433" cy="1484381"/>
              </a:xfrm>
              <a:prstGeom prst="rect">
                <a:avLst/>
              </a:prstGeom>
              <a:blipFill>
                <a:blip r:embed="rId12"/>
                <a:stretch>
                  <a:fillRect l="-18725" t="-114407" b="-2076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象函数1">
                <a:extLst>
                  <a:ext uri="{FF2B5EF4-FFF2-40B4-BE49-F238E27FC236}">
                    <a16:creationId xmlns:a16="http://schemas.microsoft.com/office/drawing/2014/main" id="{836E19E3-0911-A835-EDA1-7224D2BFAB8D}"/>
                  </a:ext>
                </a:extLst>
              </p:cNvPr>
              <p:cNvSpPr txBox="1"/>
              <p:nvPr/>
            </p:nvSpPr>
            <p:spPr>
              <a:xfrm>
                <a:off x="6727203" y="1861081"/>
                <a:ext cx="5048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8" name="象函数1">
                <a:extLst>
                  <a:ext uri="{FF2B5EF4-FFF2-40B4-BE49-F238E27FC236}">
                    <a16:creationId xmlns:a16="http://schemas.microsoft.com/office/drawing/2014/main" id="{836E19E3-0911-A835-EDA1-7224D2BFA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7203" y="1861081"/>
                <a:ext cx="504849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象函数3">
                <a:extLst>
                  <a:ext uri="{FF2B5EF4-FFF2-40B4-BE49-F238E27FC236}">
                    <a16:creationId xmlns:a16="http://schemas.microsoft.com/office/drawing/2014/main" id="{CE40C536-58B0-F492-17D1-D8ACD66437D0}"/>
                  </a:ext>
                </a:extLst>
              </p:cNvPr>
              <p:cNvSpPr txBox="1"/>
              <p:nvPr/>
            </p:nvSpPr>
            <p:spPr>
              <a:xfrm>
                <a:off x="6679418" y="4369424"/>
                <a:ext cx="504849" cy="9019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9" name="象函数3">
                <a:extLst>
                  <a:ext uri="{FF2B5EF4-FFF2-40B4-BE49-F238E27FC236}">
                    <a16:creationId xmlns:a16="http://schemas.microsoft.com/office/drawing/2014/main" id="{CE40C536-58B0-F492-17D1-D8ACD6643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9418" y="4369424"/>
                <a:ext cx="504849" cy="901914"/>
              </a:xfrm>
              <a:prstGeom prst="rect">
                <a:avLst/>
              </a:prstGeom>
              <a:blipFill>
                <a:blip r:embed="rId14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象函数2">
                <a:extLst>
                  <a:ext uri="{FF2B5EF4-FFF2-40B4-BE49-F238E27FC236}">
                    <a16:creationId xmlns:a16="http://schemas.microsoft.com/office/drawing/2014/main" id="{166C674E-0274-F832-B1E4-80A740230FA5}"/>
                  </a:ext>
                </a:extLst>
              </p:cNvPr>
              <p:cNvSpPr txBox="1"/>
              <p:nvPr/>
            </p:nvSpPr>
            <p:spPr>
              <a:xfrm>
                <a:off x="6731280" y="3014936"/>
                <a:ext cx="504849" cy="9019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0" name="象函数2">
                <a:extLst>
                  <a:ext uri="{FF2B5EF4-FFF2-40B4-BE49-F238E27FC236}">
                    <a16:creationId xmlns:a16="http://schemas.microsoft.com/office/drawing/2014/main" id="{166C674E-0274-F832-B1E4-80A740230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1280" y="3014936"/>
                <a:ext cx="504849" cy="901914"/>
              </a:xfrm>
              <a:prstGeom prst="rect">
                <a:avLst/>
              </a:prstGeom>
              <a:blipFill>
                <a:blip r:embed="rId15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象函数4">
                <a:extLst>
                  <a:ext uri="{FF2B5EF4-FFF2-40B4-BE49-F238E27FC236}">
                    <a16:creationId xmlns:a16="http://schemas.microsoft.com/office/drawing/2014/main" id="{08FF8343-12FE-921F-9438-F0DA4A1B05B0}"/>
                  </a:ext>
                </a:extLst>
              </p:cNvPr>
              <p:cNvSpPr txBox="1"/>
              <p:nvPr/>
            </p:nvSpPr>
            <p:spPr>
              <a:xfrm>
                <a:off x="6679417" y="5732309"/>
                <a:ext cx="504849" cy="9019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1" name="象函数4">
                <a:extLst>
                  <a:ext uri="{FF2B5EF4-FFF2-40B4-BE49-F238E27FC236}">
                    <a16:creationId xmlns:a16="http://schemas.microsoft.com/office/drawing/2014/main" id="{08FF8343-12FE-921F-9438-F0DA4A1B0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9417" y="5732309"/>
                <a:ext cx="504849" cy="901914"/>
              </a:xfrm>
              <a:prstGeom prst="rect">
                <a:avLst/>
              </a:prstGeom>
              <a:blipFill>
                <a:blip r:embed="rId16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1-2" descr="卡通人物&#10;&#10;低可信度描述已自动生成">
            <a:extLst>
              <a:ext uri="{FF2B5EF4-FFF2-40B4-BE49-F238E27FC236}">
                <a16:creationId xmlns:a16="http://schemas.microsoft.com/office/drawing/2014/main" id="{221C0975-2D17-DD24-52D9-D8FB9C2461F7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293"/>
          <a:stretch/>
        </p:blipFill>
        <p:spPr>
          <a:xfrm>
            <a:off x="10144241" y="1645638"/>
            <a:ext cx="1547637" cy="103462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098" name="Picture 2-2">
            <a:extLst>
              <a:ext uri="{FF2B5EF4-FFF2-40B4-BE49-F238E27FC236}">
                <a16:creationId xmlns:a16="http://schemas.microsoft.com/office/drawing/2014/main" id="{C2C59A13-9683-6F9D-FD16-D922520E1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694" y="2917619"/>
            <a:ext cx="940424" cy="9404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3-2">
            <a:extLst>
              <a:ext uri="{FF2B5EF4-FFF2-40B4-BE49-F238E27FC236}">
                <a16:creationId xmlns:a16="http://schemas.microsoft.com/office/drawing/2014/main" id="{9D3DEF91-E9AA-E113-1E15-E53E74460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336" y="4165068"/>
            <a:ext cx="1296675" cy="1264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4-2" descr="Render of the Tianlong-1 commercial reusable launch vehicle being developed by China's Space Pioneer.">
            <a:extLst>
              <a:ext uri="{FF2B5EF4-FFF2-40B4-BE49-F238E27FC236}">
                <a16:creationId xmlns:a16="http://schemas.microsoft.com/office/drawing/2014/main" id="{196EE42E-7CF3-D40E-73D0-A76C45C82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0878" y="5726442"/>
            <a:ext cx="1633599" cy="901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1-1" descr="silver and black revolver pistol with orange smoke">
            <a:extLst>
              <a:ext uri="{FF2B5EF4-FFF2-40B4-BE49-F238E27FC236}">
                <a16:creationId xmlns:a16="http://schemas.microsoft.com/office/drawing/2014/main" id="{50EBD93C-8322-70D9-A436-19B236AA7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3670" y="1898526"/>
            <a:ext cx="1310836" cy="6908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2-1" descr="立体感十足的CSS3 3D开关按钮切换动画特效">
            <a:extLst>
              <a:ext uri="{FF2B5EF4-FFF2-40B4-BE49-F238E27FC236}">
                <a16:creationId xmlns:a16="http://schemas.microsoft.com/office/drawing/2014/main" id="{39FFC0F4-D77F-E307-8934-1D1DE1E43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3670" y="3058893"/>
            <a:ext cx="1258541" cy="759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3-1" descr="Nissan X-Trail X-Scape with Parrot Bebop 2 drone">
            <a:extLst>
              <a:ext uri="{FF2B5EF4-FFF2-40B4-BE49-F238E27FC236}">
                <a16:creationId xmlns:a16="http://schemas.microsoft.com/office/drawing/2014/main" id="{CD2243F1-A98D-3D37-A8BF-68F9B54602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0097" y="4381067"/>
            <a:ext cx="1605148" cy="901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4-1">
            <a:extLst>
              <a:ext uri="{FF2B5EF4-FFF2-40B4-BE49-F238E27FC236}">
                <a16:creationId xmlns:a16="http://schemas.microsoft.com/office/drawing/2014/main" id="{9EFC7475-1EE5-1F9D-DAB4-1B723A9D0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1035" y="5622509"/>
            <a:ext cx="1036482" cy="102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时域关系箭头">
            <a:extLst>
              <a:ext uri="{FF2B5EF4-FFF2-40B4-BE49-F238E27FC236}">
                <a16:creationId xmlns:a16="http://schemas.microsoft.com/office/drawing/2014/main" id="{2557469B-3B78-74DE-1FD6-95034F605587}"/>
              </a:ext>
            </a:extLst>
          </p:cNvPr>
          <p:cNvCxnSpPr/>
          <p:nvPr/>
        </p:nvCxnSpPr>
        <p:spPr>
          <a:xfrm flipV="1">
            <a:off x="5663158" y="1886679"/>
            <a:ext cx="0" cy="468052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时域关系">
                <a:extLst>
                  <a:ext uri="{FF2B5EF4-FFF2-40B4-BE49-F238E27FC236}">
                    <a16:creationId xmlns:a16="http://schemas.microsoft.com/office/drawing/2014/main" id="{F9C31DA5-8490-992F-A2E8-E039D32C3AB9}"/>
                  </a:ext>
                </a:extLst>
              </p:cNvPr>
              <p:cNvSpPr txBox="1"/>
              <p:nvPr/>
            </p:nvSpPr>
            <p:spPr>
              <a:xfrm>
                <a:off x="5738046" y="3692126"/>
                <a:ext cx="504849" cy="939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9" name="时域关系">
                <a:extLst>
                  <a:ext uri="{FF2B5EF4-FFF2-40B4-BE49-F238E27FC236}">
                    <a16:creationId xmlns:a16="http://schemas.microsoft.com/office/drawing/2014/main" id="{F9C31DA5-8490-992F-A2E8-E039D32C3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8046" y="3692126"/>
                <a:ext cx="504849" cy="939103"/>
              </a:xfrm>
              <a:prstGeom prst="rect">
                <a:avLst/>
              </a:prstGeom>
              <a:blipFill>
                <a:blip r:embed="rId25"/>
                <a:stretch>
                  <a:fillRect l="-4878" r="-4878" b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复域关系箭头">
            <a:extLst>
              <a:ext uri="{FF2B5EF4-FFF2-40B4-BE49-F238E27FC236}">
                <a16:creationId xmlns:a16="http://schemas.microsoft.com/office/drawing/2014/main" id="{B7284905-57E4-4ED3-2284-8098759928D3}"/>
              </a:ext>
            </a:extLst>
          </p:cNvPr>
          <p:cNvCxnSpPr/>
          <p:nvPr/>
        </p:nvCxnSpPr>
        <p:spPr>
          <a:xfrm flipV="1">
            <a:off x="7858725" y="1886679"/>
            <a:ext cx="0" cy="468052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复域关系">
                <a:extLst>
                  <a:ext uri="{FF2B5EF4-FFF2-40B4-BE49-F238E27FC236}">
                    <a16:creationId xmlns:a16="http://schemas.microsoft.com/office/drawing/2014/main" id="{4FB6ECC0-3240-29D1-4F59-110B70FE1E69}"/>
                  </a:ext>
                </a:extLst>
              </p:cNvPr>
              <p:cNvSpPr txBox="1"/>
              <p:nvPr/>
            </p:nvSpPr>
            <p:spPr>
              <a:xfrm>
                <a:off x="7910587" y="3888115"/>
                <a:ext cx="5048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3" name="复域关系">
                <a:extLst>
                  <a:ext uri="{FF2B5EF4-FFF2-40B4-BE49-F238E27FC236}">
                    <a16:creationId xmlns:a16="http://schemas.microsoft.com/office/drawing/2014/main" id="{4FB6ECC0-3240-29D1-4F59-110B70FE1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0587" y="3888115"/>
                <a:ext cx="504849" cy="52322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加速度">
            <a:extLst>
              <a:ext uri="{FF2B5EF4-FFF2-40B4-BE49-F238E27FC236}">
                <a16:creationId xmlns:a16="http://schemas.microsoft.com/office/drawing/2014/main" id="{10999779-A221-6D2B-F743-23FF89A7ABD2}"/>
              </a:ext>
            </a:extLst>
          </p:cNvPr>
          <p:cNvSpPr/>
          <p:nvPr/>
        </p:nvSpPr>
        <p:spPr>
          <a:xfrm flipV="1">
            <a:off x="470046" y="5589588"/>
            <a:ext cx="1207506" cy="1026656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56 w 886614"/>
              <a:gd name="connsiteY0" fmla="*/ 2140438 h 2140438"/>
              <a:gd name="connsiteX1" fmla="*/ 886614 w 886614"/>
              <a:gd name="connsiteY1" fmla="*/ 0 h 2140438"/>
              <a:gd name="connsiteX0" fmla="*/ 49 w 886607"/>
              <a:gd name="connsiteY0" fmla="*/ 2140438 h 2140438"/>
              <a:gd name="connsiteX1" fmla="*/ 886607 w 886607"/>
              <a:gd name="connsiteY1" fmla="*/ 0 h 2140438"/>
              <a:gd name="connsiteX0" fmla="*/ 14 w 1782805"/>
              <a:gd name="connsiteY0" fmla="*/ 67867 h 570807"/>
              <a:gd name="connsiteX1" fmla="*/ 1782805 w 1782805"/>
              <a:gd name="connsiteY1" fmla="*/ 204346 h 570807"/>
              <a:gd name="connsiteX0" fmla="*/ 0 w 1782791"/>
              <a:gd name="connsiteY0" fmla="*/ 0 h 652732"/>
              <a:gd name="connsiteX1" fmla="*/ 1782791 w 1782791"/>
              <a:gd name="connsiteY1" fmla="*/ 136479 h 652732"/>
              <a:gd name="connsiteX0" fmla="*/ 0 w 1782791"/>
              <a:gd name="connsiteY0" fmla="*/ 0 h 592825"/>
              <a:gd name="connsiteX1" fmla="*/ 1782791 w 1782791"/>
              <a:gd name="connsiteY1" fmla="*/ 136479 h 592825"/>
              <a:gd name="connsiteX0" fmla="*/ 0 w 1492121"/>
              <a:gd name="connsiteY0" fmla="*/ 0 h 1122817"/>
              <a:gd name="connsiteX1" fmla="*/ 1492121 w 1492121"/>
              <a:gd name="connsiteY1" fmla="*/ 784432 h 1122817"/>
              <a:gd name="connsiteX0" fmla="*/ 0 w 1492121"/>
              <a:gd name="connsiteY0" fmla="*/ 0 h 784432"/>
              <a:gd name="connsiteX1" fmla="*/ 1492121 w 1492121"/>
              <a:gd name="connsiteY1" fmla="*/ 784432 h 784432"/>
              <a:gd name="connsiteX0" fmla="*/ 0 w 1286229"/>
              <a:gd name="connsiteY0" fmla="*/ 0 h 1135658"/>
              <a:gd name="connsiteX1" fmla="*/ 1286229 w 1286229"/>
              <a:gd name="connsiteY1" fmla="*/ 1135658 h 1135658"/>
              <a:gd name="connsiteX0" fmla="*/ 0 w 1286229"/>
              <a:gd name="connsiteY0" fmla="*/ 0 h 1135658"/>
              <a:gd name="connsiteX1" fmla="*/ 1286229 w 1286229"/>
              <a:gd name="connsiteY1" fmla="*/ 1135658 h 1135658"/>
              <a:gd name="connsiteX0" fmla="*/ 0 w 1092449"/>
              <a:gd name="connsiteY0" fmla="*/ 0 h 1020601"/>
              <a:gd name="connsiteX1" fmla="*/ 1092449 w 1092449"/>
              <a:gd name="connsiteY1" fmla="*/ 1020601 h 1020601"/>
              <a:gd name="connsiteX0" fmla="*/ 0 w 1092449"/>
              <a:gd name="connsiteY0" fmla="*/ 0 h 1020601"/>
              <a:gd name="connsiteX1" fmla="*/ 1092449 w 1092449"/>
              <a:gd name="connsiteY1" fmla="*/ 1020601 h 1020601"/>
              <a:gd name="connsiteX0" fmla="*/ 0 w 1207506"/>
              <a:gd name="connsiteY0" fmla="*/ 0 h 1026656"/>
              <a:gd name="connsiteX1" fmla="*/ 1207506 w 1207506"/>
              <a:gd name="connsiteY1" fmla="*/ 1026656 h 1026656"/>
              <a:gd name="connsiteX0" fmla="*/ 0 w 1207506"/>
              <a:gd name="connsiteY0" fmla="*/ 0 h 1026656"/>
              <a:gd name="connsiteX1" fmla="*/ 1207506 w 1207506"/>
              <a:gd name="connsiteY1" fmla="*/ 1026656 h 1026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07506" h="1026656">
                <a:moveTo>
                  <a:pt x="0" y="0"/>
                </a:moveTo>
                <a:cubicBezTo>
                  <a:pt x="679239" y="102110"/>
                  <a:pt x="1019446" y="518566"/>
                  <a:pt x="1207506" y="1026656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13" name="斜坡">
            <a:extLst>
              <a:ext uri="{FF2B5EF4-FFF2-40B4-BE49-F238E27FC236}">
                <a16:creationId xmlns:a16="http://schemas.microsoft.com/office/drawing/2014/main" id="{E976E12C-328F-3FD2-1A89-2D74F3B97345}"/>
              </a:ext>
            </a:extLst>
          </p:cNvPr>
          <p:cNvCxnSpPr/>
          <p:nvPr/>
        </p:nvCxnSpPr>
        <p:spPr>
          <a:xfrm flipV="1">
            <a:off x="488330" y="4411335"/>
            <a:ext cx="1051956" cy="860003"/>
          </a:xfrm>
          <a:prstGeom prst="line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阶跃">
            <a:extLst>
              <a:ext uri="{FF2B5EF4-FFF2-40B4-BE49-F238E27FC236}">
                <a16:creationId xmlns:a16="http://schemas.microsoft.com/office/drawing/2014/main" id="{6D9B62F7-7E91-D7AE-C7F9-5977F750F770}"/>
              </a:ext>
            </a:extLst>
          </p:cNvPr>
          <p:cNvCxnSpPr>
            <a:cxnSpLocks/>
          </p:cNvCxnSpPr>
          <p:nvPr/>
        </p:nvCxnSpPr>
        <p:spPr>
          <a:xfrm>
            <a:off x="481639" y="3289974"/>
            <a:ext cx="1293186" cy="0"/>
          </a:xfrm>
          <a:prstGeom prst="line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脉冲">
            <a:extLst>
              <a:ext uri="{FF2B5EF4-FFF2-40B4-BE49-F238E27FC236}">
                <a16:creationId xmlns:a16="http://schemas.microsoft.com/office/drawing/2014/main" id="{16B2935F-3DD7-CA8F-FD22-62018FA277A2}"/>
              </a:ext>
            </a:extLst>
          </p:cNvPr>
          <p:cNvCxnSpPr>
            <a:cxnSpLocks/>
          </p:cNvCxnSpPr>
          <p:nvPr/>
        </p:nvCxnSpPr>
        <p:spPr>
          <a:xfrm flipH="1" flipV="1">
            <a:off x="505368" y="1889958"/>
            <a:ext cx="1430" cy="744135"/>
          </a:xfrm>
          <a:prstGeom prst="line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labelt1-2">
                <a:extLst>
                  <a:ext uri="{FF2B5EF4-FFF2-40B4-BE49-F238E27FC236}">
                    <a16:creationId xmlns:a16="http://schemas.microsoft.com/office/drawing/2014/main" id="{C6460998-54EC-31B3-309A-461B4C426F97}"/>
                  </a:ext>
                </a:extLst>
              </p:cNvPr>
              <p:cNvSpPr txBox="1"/>
              <p:nvPr/>
            </p:nvSpPr>
            <p:spPr>
              <a:xfrm>
                <a:off x="505368" y="1955574"/>
                <a:ext cx="520701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2800" i="1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800" i="1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>
                  <a:solidFill>
                    <a:srgbClr val="E44860"/>
                  </a:solidFill>
                </a:endParaRPr>
              </a:p>
            </p:txBody>
          </p:sp>
        </mc:Choice>
        <mc:Fallback xmlns="">
          <p:sp>
            <p:nvSpPr>
              <p:cNvPr id="90" name="labelt1-2">
                <a:extLst>
                  <a:ext uri="{FF2B5EF4-FFF2-40B4-BE49-F238E27FC236}">
                    <a16:creationId xmlns:a16="http://schemas.microsoft.com/office/drawing/2014/main" id="{C6460998-54EC-31B3-309A-461B4C426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368" y="1955574"/>
                <a:ext cx="520701" cy="524695"/>
              </a:xfrm>
              <a:prstGeom prst="rect">
                <a:avLst/>
              </a:prstGeom>
              <a:blipFill>
                <a:blip r:embed="rId27"/>
                <a:stretch>
                  <a:fillRect l="-7143" r="-73810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labelt2-2">
                <a:extLst>
                  <a:ext uri="{FF2B5EF4-FFF2-40B4-BE49-F238E27FC236}">
                    <a16:creationId xmlns:a16="http://schemas.microsoft.com/office/drawing/2014/main" id="{5854FC1F-B0BF-1048-7754-69E524727F92}"/>
                  </a:ext>
                </a:extLst>
              </p:cNvPr>
              <p:cNvSpPr txBox="1"/>
              <p:nvPr/>
            </p:nvSpPr>
            <p:spPr>
              <a:xfrm>
                <a:off x="493607" y="2784752"/>
                <a:ext cx="5207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i="1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800" i="1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>
                  <a:solidFill>
                    <a:srgbClr val="E44860"/>
                  </a:solidFill>
                </a:endParaRPr>
              </a:p>
            </p:txBody>
          </p:sp>
        </mc:Choice>
        <mc:Fallback xmlns="">
          <p:sp>
            <p:nvSpPr>
              <p:cNvPr id="96" name="labelt2-2">
                <a:extLst>
                  <a:ext uri="{FF2B5EF4-FFF2-40B4-BE49-F238E27FC236}">
                    <a16:creationId xmlns:a16="http://schemas.microsoft.com/office/drawing/2014/main" id="{5854FC1F-B0BF-1048-7754-69E524727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607" y="2784752"/>
                <a:ext cx="520701" cy="523220"/>
              </a:xfrm>
              <a:prstGeom prst="rect">
                <a:avLst/>
              </a:prstGeom>
              <a:blipFill>
                <a:blip r:embed="rId28"/>
                <a:stretch>
                  <a:fillRect l="-4762" r="-71429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labelt3-2">
                <a:extLst>
                  <a:ext uri="{FF2B5EF4-FFF2-40B4-BE49-F238E27FC236}">
                    <a16:creationId xmlns:a16="http://schemas.microsoft.com/office/drawing/2014/main" id="{82ADDB2E-6AFE-467F-F803-58C49D42B60A}"/>
                  </a:ext>
                </a:extLst>
              </p:cNvPr>
              <p:cNvSpPr txBox="1"/>
              <p:nvPr/>
            </p:nvSpPr>
            <p:spPr>
              <a:xfrm>
                <a:off x="559274" y="4224365"/>
                <a:ext cx="520701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sz="2800" dirty="0">
                  <a:solidFill>
                    <a:srgbClr val="E44860"/>
                  </a:solidFill>
                </a:endParaRPr>
              </a:p>
            </p:txBody>
          </p:sp>
        </mc:Choice>
        <mc:Fallback xmlns="">
          <p:sp>
            <p:nvSpPr>
              <p:cNvPr id="97" name="labelt3-2">
                <a:extLst>
                  <a:ext uri="{FF2B5EF4-FFF2-40B4-BE49-F238E27FC236}">
                    <a16:creationId xmlns:a16="http://schemas.microsoft.com/office/drawing/2014/main" id="{82ADDB2E-6AFE-467F-F803-58C49D42B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274" y="4224365"/>
                <a:ext cx="520701" cy="524695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labelt4-2">
                <a:extLst>
                  <a:ext uri="{FF2B5EF4-FFF2-40B4-BE49-F238E27FC236}">
                    <a16:creationId xmlns:a16="http://schemas.microsoft.com/office/drawing/2014/main" id="{26B9DAC8-7621-47C3-DAAD-CAAECB7920CF}"/>
                  </a:ext>
                </a:extLst>
              </p:cNvPr>
              <p:cNvSpPr txBox="1"/>
              <p:nvPr/>
            </p:nvSpPr>
            <p:spPr>
              <a:xfrm>
                <a:off x="488330" y="5675346"/>
                <a:ext cx="94683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altLang="zh-CN" sz="2800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b="0" i="1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lang="zh-CN" altLang="en-US" sz="2800" dirty="0">
                  <a:solidFill>
                    <a:srgbClr val="E44860"/>
                  </a:solidFill>
                </a:endParaRPr>
              </a:p>
            </p:txBody>
          </p:sp>
        </mc:Choice>
        <mc:Fallback xmlns="">
          <p:sp>
            <p:nvSpPr>
              <p:cNvPr id="103" name="labelt4-2">
                <a:extLst>
                  <a:ext uri="{FF2B5EF4-FFF2-40B4-BE49-F238E27FC236}">
                    <a16:creationId xmlns:a16="http://schemas.microsoft.com/office/drawing/2014/main" id="{26B9DAC8-7621-47C3-DAAD-CAAECB792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330" y="5675346"/>
                <a:ext cx="946830" cy="523220"/>
              </a:xfrm>
              <a:prstGeom prst="rect">
                <a:avLst/>
              </a:prstGeom>
              <a:blipFill>
                <a:blip r:embed="rId30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2309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5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5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5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4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000"/>
                            </p:stCondLst>
                            <p:childTnLst>
                              <p:par>
                                <p:cTn id="16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500"/>
                            </p:stCondLst>
                            <p:childTnLst>
                              <p:par>
                                <p:cTn id="17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1000"/>
                            </p:stCondLst>
                            <p:childTnLst>
                              <p:par>
                                <p:cTn id="18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500"/>
                            </p:stCondLst>
                            <p:childTnLst>
                              <p:par>
                                <p:cTn id="18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28" grpId="0" animBg="1"/>
      <p:bldP spid="29" grpId="0" animBg="1"/>
      <p:bldP spid="30" grpId="0" animBg="1"/>
      <p:bldP spid="31" grpId="0" animBg="1"/>
      <p:bldP spid="32" grpId="0" animBg="1"/>
      <p:bldP spid="63" grpId="0"/>
      <p:bldP spid="64" grpId="0"/>
      <p:bldP spid="66" grpId="0"/>
      <p:bldP spid="67" grpId="0"/>
      <p:bldP spid="68" grpId="0"/>
      <p:bldP spid="69" grpId="0"/>
      <p:bldP spid="70" grpId="0"/>
      <p:bldP spid="71" grpId="0"/>
      <p:bldP spid="79" grpId="0"/>
      <p:bldP spid="83" grpId="0"/>
      <p:bldP spid="84" grpId="0" animBg="1"/>
      <p:bldP spid="90" grpId="0"/>
      <p:bldP spid="96" grpId="0"/>
      <p:bldP spid="97" grpId="0"/>
      <p:bldP spid="10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472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时域分析法概述</a:t>
            </a:r>
          </a:p>
        </p:txBody>
      </p:sp>
      <p:sp>
        <p:nvSpPr>
          <p:cNvPr id="59" name="系统">
            <a:extLst>
              <a:ext uri="{FF2B5EF4-FFF2-40B4-BE49-F238E27FC236}">
                <a16:creationId xmlns:a16="http://schemas.microsoft.com/office/drawing/2014/main" id="{3C1E7B47-B386-72D5-C125-615EA55577A8}"/>
              </a:ext>
            </a:extLst>
          </p:cNvPr>
          <p:cNvSpPr/>
          <p:nvPr/>
        </p:nvSpPr>
        <p:spPr>
          <a:xfrm>
            <a:off x="2494806" y="3682023"/>
            <a:ext cx="1800200" cy="9354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kumimoji="1" lang="zh-CN" altLang="en-US" sz="2800" dirty="0">
                <a:solidFill>
                  <a:schemeClr val="tx1"/>
                </a:solidFill>
              </a:rPr>
              <a:t>控制系统</a:t>
            </a:r>
            <a:endParaRPr kumimoji="1" lang="en-US" altLang="zh-CN" sz="28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CN" sz="2800" dirty="0">
                <a:solidFill>
                  <a:schemeClr val="tx1"/>
                </a:solidFill>
              </a:rPr>
              <a:t>(</a:t>
            </a:r>
            <a:r>
              <a:rPr kumimoji="1" lang="zh-CN" altLang="en-US" sz="2800" dirty="0">
                <a:solidFill>
                  <a:schemeClr val="tx1"/>
                </a:solidFill>
              </a:rPr>
              <a:t>微分方程</a:t>
            </a:r>
            <a:r>
              <a:rPr kumimoji="1" lang="en-US" altLang="zh-CN" sz="2800" dirty="0">
                <a:solidFill>
                  <a:schemeClr val="tx1"/>
                </a:solidFill>
              </a:rPr>
              <a:t>)</a:t>
            </a:r>
            <a:endParaRPr kumimoji="1" lang="zh-CN" altLang="en-US" sz="2800" dirty="0">
              <a:solidFill>
                <a:schemeClr val="tx1"/>
              </a:solidFill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56356C92-5743-5926-8B5E-B326685671E9}"/>
              </a:ext>
            </a:extLst>
          </p:cNvPr>
          <p:cNvGrpSpPr/>
          <p:nvPr/>
        </p:nvGrpSpPr>
        <p:grpSpPr>
          <a:xfrm>
            <a:off x="4275371" y="3598746"/>
            <a:ext cx="1610120" cy="550979"/>
            <a:chOff x="4275371" y="3598746"/>
            <a:chExt cx="1610120" cy="550979"/>
          </a:xfrm>
        </p:grpSpPr>
        <p:sp>
          <p:nvSpPr>
            <p:cNvPr id="78" name="拉氏变换">
              <a:extLst>
                <a:ext uri="{FF2B5EF4-FFF2-40B4-BE49-F238E27FC236}">
                  <a16:creationId xmlns:a16="http://schemas.microsoft.com/office/drawing/2014/main" id="{20DB37C4-C764-BE33-1463-3AE44A53D2E1}"/>
                </a:ext>
              </a:extLst>
            </p:cNvPr>
            <p:cNvSpPr txBox="1"/>
            <p:nvPr/>
          </p:nvSpPr>
          <p:spPr>
            <a:xfrm>
              <a:off x="4275371" y="3598746"/>
              <a:ext cx="16101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800" dirty="0">
                  <a:solidFill>
                    <a:srgbClr val="159F8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拉氏变换</a:t>
              </a:r>
            </a:p>
          </p:txBody>
        </p:sp>
        <p:cxnSp>
          <p:nvCxnSpPr>
            <p:cNvPr id="80" name="到输出">
              <a:extLst>
                <a:ext uri="{FF2B5EF4-FFF2-40B4-BE49-F238E27FC236}">
                  <a16:creationId xmlns:a16="http://schemas.microsoft.com/office/drawing/2014/main" id="{B03CBB8C-701B-475C-F4E2-F00933390855}"/>
                </a:ext>
              </a:extLst>
            </p:cNvPr>
            <p:cNvCxnSpPr>
              <a:cxnSpLocks/>
              <a:stCxn id="59" idx="3"/>
              <a:endCxn id="95" idx="1"/>
            </p:cNvCxnSpPr>
            <p:nvPr/>
          </p:nvCxnSpPr>
          <p:spPr>
            <a:xfrm>
              <a:off x="4295006" y="4149725"/>
              <a:ext cx="1550758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0A9F0DF3-24E1-E135-BB65-92347DF53DB7}"/>
              </a:ext>
            </a:extLst>
          </p:cNvPr>
          <p:cNvGrpSpPr/>
          <p:nvPr/>
        </p:nvGrpSpPr>
        <p:grpSpPr>
          <a:xfrm>
            <a:off x="9551590" y="2351790"/>
            <a:ext cx="2212758" cy="720000"/>
            <a:chOff x="9551590" y="2351790"/>
            <a:chExt cx="2212758" cy="720000"/>
          </a:xfrm>
        </p:grpSpPr>
        <p:sp>
          <p:nvSpPr>
            <p:cNvPr id="72" name="稳定判据">
              <a:extLst>
                <a:ext uri="{FF2B5EF4-FFF2-40B4-BE49-F238E27FC236}">
                  <a16:creationId xmlns:a16="http://schemas.microsoft.com/office/drawing/2014/main" id="{981B7116-0499-1AEF-04DD-E2B6D7917C48}"/>
                </a:ext>
              </a:extLst>
            </p:cNvPr>
            <p:cNvSpPr/>
            <p:nvPr/>
          </p:nvSpPr>
          <p:spPr>
            <a:xfrm>
              <a:off x="10090954" y="2351790"/>
              <a:ext cx="1673394" cy="72000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kumimoji="1" lang="zh-CN" altLang="en-US" sz="2800" dirty="0">
                  <a:solidFill>
                    <a:schemeClr val="tx1"/>
                  </a:solidFill>
                </a:rPr>
                <a:t>稳定判据</a:t>
              </a:r>
            </a:p>
          </p:txBody>
        </p:sp>
        <p:cxnSp>
          <p:nvCxnSpPr>
            <p:cNvPr id="91" name="到判据">
              <a:extLst>
                <a:ext uri="{FF2B5EF4-FFF2-40B4-BE49-F238E27FC236}">
                  <a16:creationId xmlns:a16="http://schemas.microsoft.com/office/drawing/2014/main" id="{3D69730A-246D-6735-69D1-EE658FDFE949}"/>
                </a:ext>
              </a:extLst>
            </p:cNvPr>
            <p:cNvCxnSpPr>
              <a:cxnSpLocks/>
              <a:stCxn id="98" idx="3"/>
              <a:endCxn id="72" idx="1"/>
            </p:cNvCxnSpPr>
            <p:nvPr/>
          </p:nvCxnSpPr>
          <p:spPr>
            <a:xfrm flipV="1">
              <a:off x="9551590" y="2711790"/>
              <a:ext cx="539364" cy="6574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50B1FDC6-6BA9-C8D5-AA5C-1791AF6B8E2F}"/>
              </a:ext>
            </a:extLst>
          </p:cNvPr>
          <p:cNvGrpSpPr/>
          <p:nvPr/>
        </p:nvGrpSpPr>
        <p:grpSpPr>
          <a:xfrm>
            <a:off x="9551590" y="3785115"/>
            <a:ext cx="2232248" cy="720000"/>
            <a:chOff x="9551590" y="3785115"/>
            <a:chExt cx="2232248" cy="720000"/>
          </a:xfrm>
        </p:grpSpPr>
        <p:sp>
          <p:nvSpPr>
            <p:cNvPr id="73" name="稳态误差">
              <a:extLst>
                <a:ext uri="{FF2B5EF4-FFF2-40B4-BE49-F238E27FC236}">
                  <a16:creationId xmlns:a16="http://schemas.microsoft.com/office/drawing/2014/main" id="{F73C5F6B-0E23-3DFF-D9DA-D9D80490CEB2}"/>
                </a:ext>
              </a:extLst>
            </p:cNvPr>
            <p:cNvSpPr/>
            <p:nvPr/>
          </p:nvSpPr>
          <p:spPr>
            <a:xfrm>
              <a:off x="10110444" y="3785115"/>
              <a:ext cx="1673394" cy="720000"/>
            </a:xfrm>
            <a:prstGeom prst="rect">
              <a:avLst/>
            </a:prstGeom>
            <a:solidFill>
              <a:srgbClr val="9BBB59">
                <a:alpha val="50000"/>
              </a:srgb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kumimoji="1" lang="zh-CN" altLang="en-US" sz="2800" dirty="0">
                  <a:solidFill>
                    <a:schemeClr val="tx1"/>
                  </a:solidFill>
                </a:rPr>
                <a:t>稳态误差</a:t>
              </a:r>
            </a:p>
          </p:txBody>
        </p:sp>
        <p:cxnSp>
          <p:nvCxnSpPr>
            <p:cNvPr id="92" name="到误差">
              <a:extLst>
                <a:ext uri="{FF2B5EF4-FFF2-40B4-BE49-F238E27FC236}">
                  <a16:creationId xmlns:a16="http://schemas.microsoft.com/office/drawing/2014/main" id="{03087794-795B-49D9-9C49-C95113DC66D2}"/>
                </a:ext>
              </a:extLst>
            </p:cNvPr>
            <p:cNvCxnSpPr>
              <a:cxnSpLocks/>
              <a:stCxn id="99" idx="3"/>
              <a:endCxn id="73" idx="1"/>
            </p:cNvCxnSpPr>
            <p:nvPr/>
          </p:nvCxnSpPr>
          <p:spPr>
            <a:xfrm flipV="1">
              <a:off x="9551590" y="4145115"/>
              <a:ext cx="558854" cy="461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1ABCAC7C-C73E-B9FC-7691-CCE236C49998}"/>
              </a:ext>
            </a:extLst>
          </p:cNvPr>
          <p:cNvGrpSpPr/>
          <p:nvPr/>
        </p:nvGrpSpPr>
        <p:grpSpPr>
          <a:xfrm>
            <a:off x="9551590" y="5187244"/>
            <a:ext cx="2212758" cy="720000"/>
            <a:chOff x="9551590" y="5187244"/>
            <a:chExt cx="2212758" cy="720000"/>
          </a:xfrm>
        </p:grpSpPr>
        <p:sp>
          <p:nvSpPr>
            <p:cNvPr id="77" name="性能指标">
              <a:extLst>
                <a:ext uri="{FF2B5EF4-FFF2-40B4-BE49-F238E27FC236}">
                  <a16:creationId xmlns:a16="http://schemas.microsoft.com/office/drawing/2014/main" id="{1ABEE52F-EC0E-4A8D-CCD6-32BE11AB181E}"/>
                </a:ext>
              </a:extLst>
            </p:cNvPr>
            <p:cNvSpPr/>
            <p:nvPr/>
          </p:nvSpPr>
          <p:spPr>
            <a:xfrm>
              <a:off x="10090954" y="5187244"/>
              <a:ext cx="1673394" cy="720000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kumimoji="1" lang="zh-CN" altLang="en-US" sz="2800" dirty="0">
                  <a:solidFill>
                    <a:schemeClr val="tx1"/>
                  </a:solidFill>
                </a:rPr>
                <a:t>性能指标</a:t>
              </a:r>
            </a:p>
          </p:txBody>
        </p:sp>
        <p:cxnSp>
          <p:nvCxnSpPr>
            <p:cNvPr id="93" name="到性能">
              <a:extLst>
                <a:ext uri="{FF2B5EF4-FFF2-40B4-BE49-F238E27FC236}">
                  <a16:creationId xmlns:a16="http://schemas.microsoft.com/office/drawing/2014/main" id="{92A3833B-DEC1-C0AD-E93A-2AE765A89AFD}"/>
                </a:ext>
              </a:extLst>
            </p:cNvPr>
            <p:cNvCxnSpPr>
              <a:cxnSpLocks/>
              <a:stCxn id="100" idx="3"/>
              <a:endCxn id="77" idx="1"/>
            </p:cNvCxnSpPr>
            <p:nvPr/>
          </p:nvCxnSpPr>
          <p:spPr>
            <a:xfrm>
              <a:off x="9551590" y="5546876"/>
              <a:ext cx="539364" cy="368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到系统">
            <a:extLst>
              <a:ext uri="{FF2B5EF4-FFF2-40B4-BE49-F238E27FC236}">
                <a16:creationId xmlns:a16="http://schemas.microsoft.com/office/drawing/2014/main" id="{4B66B0C5-47A4-1E5C-07F7-167CADD92EC3}"/>
              </a:ext>
            </a:extLst>
          </p:cNvPr>
          <p:cNvCxnSpPr>
            <a:cxnSpLocks/>
            <a:stCxn id="94" idx="3"/>
            <a:endCxn id="59" idx="1"/>
          </p:cNvCxnSpPr>
          <p:nvPr/>
        </p:nvCxnSpPr>
        <p:spPr>
          <a:xfrm>
            <a:off x="1976137" y="4149725"/>
            <a:ext cx="518669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输入">
            <a:extLst>
              <a:ext uri="{FF2B5EF4-FFF2-40B4-BE49-F238E27FC236}">
                <a16:creationId xmlns:a16="http://schemas.microsoft.com/office/drawing/2014/main" id="{4B53DBE6-BDC3-BA5A-2C62-B9ED85971C36}"/>
              </a:ext>
            </a:extLst>
          </p:cNvPr>
          <p:cNvSpPr txBox="1"/>
          <p:nvPr/>
        </p:nvSpPr>
        <p:spPr>
          <a:xfrm>
            <a:off x="262558" y="3850163"/>
            <a:ext cx="1713579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典型输入</a:t>
            </a:r>
          </a:p>
        </p:txBody>
      </p:sp>
      <p:sp>
        <p:nvSpPr>
          <p:cNvPr id="95" name="输出">
            <a:extLst>
              <a:ext uri="{FF2B5EF4-FFF2-40B4-BE49-F238E27FC236}">
                <a16:creationId xmlns:a16="http://schemas.microsoft.com/office/drawing/2014/main" id="{EE177FE0-701C-56A1-9B96-002A0ED151AB}"/>
              </a:ext>
            </a:extLst>
          </p:cNvPr>
          <p:cNvSpPr txBox="1"/>
          <p:nvPr/>
        </p:nvSpPr>
        <p:spPr>
          <a:xfrm>
            <a:off x="5845764" y="3850163"/>
            <a:ext cx="1761610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输出响应</a:t>
            </a:r>
          </a:p>
        </p:txBody>
      </p:sp>
      <p:cxnSp>
        <p:nvCxnSpPr>
          <p:cNvPr id="81" name="到准确">
            <a:extLst>
              <a:ext uri="{FF2B5EF4-FFF2-40B4-BE49-F238E27FC236}">
                <a16:creationId xmlns:a16="http://schemas.microsoft.com/office/drawing/2014/main" id="{E98A1470-4F60-EC75-3F01-941E03097D0B}"/>
              </a:ext>
            </a:extLst>
          </p:cNvPr>
          <p:cNvCxnSpPr>
            <a:cxnSpLocks/>
            <a:stCxn id="95" idx="3"/>
          </p:cNvCxnSpPr>
          <p:nvPr/>
        </p:nvCxnSpPr>
        <p:spPr>
          <a:xfrm>
            <a:off x="7607374" y="4149725"/>
            <a:ext cx="589642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折弯1">
            <a:extLst>
              <a:ext uri="{FF2B5EF4-FFF2-40B4-BE49-F238E27FC236}">
                <a16:creationId xmlns:a16="http://schemas.microsoft.com/office/drawing/2014/main" id="{6793256C-56E5-429E-5754-7CF850088F0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322334" y="3279816"/>
            <a:ext cx="1401761" cy="33805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折弯2">
            <a:extLst>
              <a:ext uri="{FF2B5EF4-FFF2-40B4-BE49-F238E27FC236}">
                <a16:creationId xmlns:a16="http://schemas.microsoft.com/office/drawing/2014/main" id="{AD3249A0-83CB-BBFE-F508-2435670A76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325486" y="4684730"/>
            <a:ext cx="1401764" cy="33175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稳定">
            <a:extLst>
              <a:ext uri="{FF2B5EF4-FFF2-40B4-BE49-F238E27FC236}">
                <a16:creationId xmlns:a16="http://schemas.microsoft.com/office/drawing/2014/main" id="{3ED97A80-F8DB-E6B2-12B7-BA74CDBF755E}"/>
              </a:ext>
            </a:extLst>
          </p:cNvPr>
          <p:cNvSpPr txBox="1"/>
          <p:nvPr/>
        </p:nvSpPr>
        <p:spPr>
          <a:xfrm>
            <a:off x="8197016" y="2418802"/>
            <a:ext cx="1354574" cy="599123"/>
          </a:xfrm>
          <a:prstGeom prst="roundRect">
            <a:avLst>
              <a:gd name="adj" fmla="val 22661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稳定性</a:t>
            </a:r>
          </a:p>
        </p:txBody>
      </p:sp>
      <p:sp>
        <p:nvSpPr>
          <p:cNvPr id="99" name="准确">
            <a:extLst>
              <a:ext uri="{FF2B5EF4-FFF2-40B4-BE49-F238E27FC236}">
                <a16:creationId xmlns:a16="http://schemas.microsoft.com/office/drawing/2014/main" id="{F371DEDE-35FF-30C5-6B40-55C8E6AFB1BA}"/>
              </a:ext>
            </a:extLst>
          </p:cNvPr>
          <p:cNvSpPr txBox="1"/>
          <p:nvPr/>
        </p:nvSpPr>
        <p:spPr>
          <a:xfrm>
            <a:off x="8197016" y="3850163"/>
            <a:ext cx="1354574" cy="599123"/>
          </a:xfrm>
          <a:prstGeom prst="roundRect">
            <a:avLst>
              <a:gd name="adj" fmla="val 22661"/>
            </a:avLst>
          </a:prstGeom>
          <a:solidFill>
            <a:srgbClr val="9BBB5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准确性</a:t>
            </a:r>
          </a:p>
        </p:txBody>
      </p:sp>
      <p:sp>
        <p:nvSpPr>
          <p:cNvPr id="100" name="快速">
            <a:extLst>
              <a:ext uri="{FF2B5EF4-FFF2-40B4-BE49-F238E27FC236}">
                <a16:creationId xmlns:a16="http://schemas.microsoft.com/office/drawing/2014/main" id="{EE7BF569-D3A6-1DFA-2FB5-0F8EF647521A}"/>
              </a:ext>
            </a:extLst>
          </p:cNvPr>
          <p:cNvSpPr txBox="1"/>
          <p:nvPr/>
        </p:nvSpPr>
        <p:spPr>
          <a:xfrm>
            <a:off x="8170419" y="5247314"/>
            <a:ext cx="1381171" cy="599123"/>
          </a:xfrm>
          <a:prstGeom prst="roundRect">
            <a:avLst>
              <a:gd name="adj" fmla="val 22661"/>
            </a:avLst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快速性</a:t>
            </a:r>
          </a:p>
        </p:txBody>
      </p:sp>
    </p:spTree>
    <p:extLst>
      <p:ext uri="{BB962C8B-B14F-4D97-AF65-F5344CB8AC3E}">
        <p14:creationId xmlns:p14="http://schemas.microsoft.com/office/powerpoint/2010/main" val="567975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472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控制系统的要求</a:t>
            </a:r>
          </a:p>
        </p:txBody>
      </p:sp>
      <p:sp>
        <p:nvSpPr>
          <p:cNvPr id="98" name="稳定">
            <a:extLst>
              <a:ext uri="{FF2B5EF4-FFF2-40B4-BE49-F238E27FC236}">
                <a16:creationId xmlns:a16="http://schemas.microsoft.com/office/drawing/2014/main" id="{3ED97A80-F8DB-E6B2-12B7-BA74CDBF755E}"/>
              </a:ext>
            </a:extLst>
          </p:cNvPr>
          <p:cNvSpPr txBox="1"/>
          <p:nvPr/>
        </p:nvSpPr>
        <p:spPr>
          <a:xfrm>
            <a:off x="363514" y="1010914"/>
            <a:ext cx="1354574" cy="599123"/>
          </a:xfrm>
          <a:prstGeom prst="roundRect">
            <a:avLst>
              <a:gd name="adj" fmla="val 22661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稳定性</a:t>
            </a:r>
          </a:p>
        </p:txBody>
      </p:sp>
      <p:sp>
        <p:nvSpPr>
          <p:cNvPr id="99" name="准确">
            <a:extLst>
              <a:ext uri="{FF2B5EF4-FFF2-40B4-BE49-F238E27FC236}">
                <a16:creationId xmlns:a16="http://schemas.microsoft.com/office/drawing/2014/main" id="{F371DEDE-35FF-30C5-6B40-55C8E6AFB1BA}"/>
              </a:ext>
            </a:extLst>
          </p:cNvPr>
          <p:cNvSpPr txBox="1"/>
          <p:nvPr/>
        </p:nvSpPr>
        <p:spPr>
          <a:xfrm>
            <a:off x="334963" y="2977397"/>
            <a:ext cx="1354574" cy="599123"/>
          </a:xfrm>
          <a:prstGeom prst="roundRect">
            <a:avLst>
              <a:gd name="adj" fmla="val 22661"/>
            </a:avLst>
          </a:prstGeom>
          <a:solidFill>
            <a:srgbClr val="9BBB5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准确性</a:t>
            </a:r>
          </a:p>
        </p:txBody>
      </p:sp>
      <p:sp>
        <p:nvSpPr>
          <p:cNvPr id="100" name="快速">
            <a:extLst>
              <a:ext uri="{FF2B5EF4-FFF2-40B4-BE49-F238E27FC236}">
                <a16:creationId xmlns:a16="http://schemas.microsoft.com/office/drawing/2014/main" id="{EE7BF569-D3A6-1DFA-2FB5-0F8EF647521A}"/>
              </a:ext>
            </a:extLst>
          </p:cNvPr>
          <p:cNvSpPr txBox="1"/>
          <p:nvPr/>
        </p:nvSpPr>
        <p:spPr>
          <a:xfrm>
            <a:off x="277994" y="4868863"/>
            <a:ext cx="1381171" cy="599123"/>
          </a:xfrm>
          <a:prstGeom prst="roundRect">
            <a:avLst>
              <a:gd name="adj" fmla="val 22661"/>
            </a:avLst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快速性</a:t>
            </a:r>
          </a:p>
        </p:txBody>
      </p:sp>
      <p:sp>
        <p:nvSpPr>
          <p:cNvPr id="27" name="基本要求">
            <a:extLst>
              <a:ext uri="{FF2B5EF4-FFF2-40B4-BE49-F238E27FC236}">
                <a16:creationId xmlns:a16="http://schemas.microsoft.com/office/drawing/2014/main" id="{C10FC353-1EC2-8520-DCCF-8BB538B8FD9D}"/>
              </a:ext>
            </a:extLst>
          </p:cNvPr>
          <p:cNvSpPr txBox="1"/>
          <p:nvPr/>
        </p:nvSpPr>
        <p:spPr>
          <a:xfrm>
            <a:off x="488116" y="1748379"/>
            <a:ext cx="1008112" cy="1055608"/>
          </a:xfrm>
          <a:prstGeom prst="flowChartAlternateProcess">
            <a:avLst/>
          </a:prstGeom>
          <a:noFill/>
          <a:ln>
            <a:solidFill>
              <a:srgbClr val="E44860"/>
            </a:solidFill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rgbClr val="E44860"/>
                </a:solidFill>
              </a:rPr>
              <a:t>基本要求</a:t>
            </a:r>
          </a:p>
        </p:txBody>
      </p:sp>
      <p:sp>
        <p:nvSpPr>
          <p:cNvPr id="28" name="稳态要求">
            <a:extLst>
              <a:ext uri="{FF2B5EF4-FFF2-40B4-BE49-F238E27FC236}">
                <a16:creationId xmlns:a16="http://schemas.microsoft.com/office/drawing/2014/main" id="{FE225B45-FCD3-25EB-BCDC-8EDC08811C05}"/>
              </a:ext>
            </a:extLst>
          </p:cNvPr>
          <p:cNvSpPr txBox="1"/>
          <p:nvPr/>
        </p:nvSpPr>
        <p:spPr>
          <a:xfrm>
            <a:off x="464524" y="3719739"/>
            <a:ext cx="1008112" cy="1046381"/>
          </a:xfrm>
          <a:prstGeom prst="flowChartAlternateProcess">
            <a:avLst/>
          </a:prstGeom>
          <a:noFill/>
          <a:ln>
            <a:solidFill>
              <a:srgbClr val="E44860"/>
            </a:solidFill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rgbClr val="E44860"/>
                </a:solidFill>
              </a:rPr>
              <a:t>稳态要求</a:t>
            </a:r>
          </a:p>
        </p:txBody>
      </p:sp>
      <p:sp>
        <p:nvSpPr>
          <p:cNvPr id="29" name="动态要求">
            <a:extLst>
              <a:ext uri="{FF2B5EF4-FFF2-40B4-BE49-F238E27FC236}">
                <a16:creationId xmlns:a16="http://schemas.microsoft.com/office/drawing/2014/main" id="{83D6A44A-5B94-0ABA-3C28-2319C6393809}"/>
              </a:ext>
            </a:extLst>
          </p:cNvPr>
          <p:cNvSpPr txBox="1"/>
          <p:nvPr/>
        </p:nvSpPr>
        <p:spPr>
          <a:xfrm>
            <a:off x="464523" y="5592475"/>
            <a:ext cx="1008112" cy="1046381"/>
          </a:xfrm>
          <a:prstGeom prst="flowChartAlternateProcess">
            <a:avLst/>
          </a:prstGeom>
          <a:noFill/>
          <a:ln>
            <a:solidFill>
              <a:srgbClr val="E44860"/>
            </a:solidFill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rgbClr val="E44860"/>
                </a:solidFill>
              </a:rPr>
              <a:t>动态要求</a:t>
            </a:r>
          </a:p>
        </p:txBody>
      </p:sp>
      <p:sp>
        <p:nvSpPr>
          <p:cNvPr id="26" name="说明1">
            <a:extLst>
              <a:ext uri="{FF2B5EF4-FFF2-40B4-BE49-F238E27FC236}">
                <a16:creationId xmlns:a16="http://schemas.microsoft.com/office/drawing/2014/main" id="{551A039D-0023-06E6-9098-D1C95A9E3CDC}"/>
              </a:ext>
            </a:extLst>
          </p:cNvPr>
          <p:cNvSpPr txBox="1"/>
          <p:nvPr/>
        </p:nvSpPr>
        <p:spPr>
          <a:xfrm>
            <a:off x="1858971" y="1010914"/>
            <a:ext cx="285837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系统受脉冲扰动后能回到原来的平衡位置</a:t>
            </a:r>
            <a:endParaRPr kumimoji="1"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说明2">
            <a:extLst>
              <a:ext uri="{FF2B5EF4-FFF2-40B4-BE49-F238E27FC236}">
                <a16:creationId xmlns:a16="http://schemas.microsoft.com/office/drawing/2014/main" id="{A321FAA6-9F38-308B-CA8F-55065940173A}"/>
              </a:ext>
            </a:extLst>
          </p:cNvPr>
          <p:cNvSpPr txBox="1"/>
          <p:nvPr/>
        </p:nvSpPr>
        <p:spPr>
          <a:xfrm>
            <a:off x="1846734" y="2977397"/>
            <a:ext cx="270391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稳态输出与理想输出间的误差 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稳态误差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 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要小</a:t>
            </a:r>
            <a:endParaRPr kumimoji="1"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说明3">
            <a:extLst>
              <a:ext uri="{FF2B5EF4-FFF2-40B4-BE49-F238E27FC236}">
                <a16:creationId xmlns:a16="http://schemas.microsoft.com/office/drawing/2014/main" id="{04AAF470-48DF-BD57-D568-3ADA4F584BFE}"/>
              </a:ext>
            </a:extLst>
          </p:cNvPr>
          <p:cNvSpPr txBox="1"/>
          <p:nvPr/>
        </p:nvSpPr>
        <p:spPr>
          <a:xfrm>
            <a:off x="1838706" y="4868863"/>
            <a:ext cx="27119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过渡过程要平稳，迅速</a:t>
            </a:r>
            <a:endParaRPr kumimoji="1"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32" name="坐标轴1">
            <a:extLst>
              <a:ext uri="{FF2B5EF4-FFF2-40B4-BE49-F238E27FC236}">
                <a16:creationId xmlns:a16="http://schemas.microsoft.com/office/drawing/2014/main" id="{8AEFC5BF-E419-6013-60A1-662EDAD77802}"/>
              </a:ext>
            </a:extLst>
          </p:cNvPr>
          <p:cNvGrpSpPr/>
          <p:nvPr/>
        </p:nvGrpSpPr>
        <p:grpSpPr>
          <a:xfrm>
            <a:off x="4938559" y="1082030"/>
            <a:ext cx="3240701" cy="1683627"/>
            <a:chOff x="155968" y="1286258"/>
            <a:chExt cx="3240701" cy="1683627"/>
          </a:xfrm>
        </p:grpSpPr>
        <p:cxnSp>
          <p:nvCxnSpPr>
            <p:cNvPr id="34" name="x轴">
              <a:extLst>
                <a:ext uri="{FF2B5EF4-FFF2-40B4-BE49-F238E27FC236}">
                  <a16:creationId xmlns:a16="http://schemas.microsoft.com/office/drawing/2014/main" id="{AE201CFB-AA9F-52EF-0537-E40A00D7AE65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2708275"/>
              <a:ext cx="260933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y轴">
              <a:extLst>
                <a:ext uri="{FF2B5EF4-FFF2-40B4-BE49-F238E27FC236}">
                  <a16:creationId xmlns:a16="http://schemas.microsoft.com/office/drawing/2014/main" id="{F2C885D2-C85A-6FF8-1262-7E2F287EA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944" y="1286258"/>
              <a:ext cx="9713" cy="142843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labelt">
                  <a:extLst>
                    <a:ext uri="{FF2B5EF4-FFF2-40B4-BE49-F238E27FC236}">
                      <a16:creationId xmlns:a16="http://schemas.microsoft.com/office/drawing/2014/main" id="{D53A45C3-5ED1-7825-7C5D-CF42960BAFD9}"/>
                    </a:ext>
                  </a:extLst>
                </p:cNvPr>
                <p:cNvSpPr txBox="1"/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6" name="labelt">
                  <a:extLst>
                    <a:ext uri="{FF2B5EF4-FFF2-40B4-BE49-F238E27FC236}">
                      <a16:creationId xmlns:a16="http://schemas.microsoft.com/office/drawing/2014/main" id="{D53A45C3-5ED1-7825-7C5D-CF42960BAF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label0">
                  <a:extLst>
                    <a:ext uri="{FF2B5EF4-FFF2-40B4-BE49-F238E27FC236}">
                      <a16:creationId xmlns:a16="http://schemas.microsoft.com/office/drawing/2014/main" id="{042C2D88-686B-7C76-1138-9DCDDC42DBDC}"/>
                    </a:ext>
                  </a:extLst>
                </p:cNvPr>
                <p:cNvSpPr txBox="1"/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7" name="label0">
                  <a:extLst>
                    <a:ext uri="{FF2B5EF4-FFF2-40B4-BE49-F238E27FC236}">
                      <a16:creationId xmlns:a16="http://schemas.microsoft.com/office/drawing/2014/main" id="{042C2D88-686B-7C76-1138-9DCDDC42DB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10000" r="-7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7" name="坐标轴2">
            <a:extLst>
              <a:ext uri="{FF2B5EF4-FFF2-40B4-BE49-F238E27FC236}">
                <a16:creationId xmlns:a16="http://schemas.microsoft.com/office/drawing/2014/main" id="{04E493F7-4456-9A7E-1365-C57C55D7AE7B}"/>
              </a:ext>
            </a:extLst>
          </p:cNvPr>
          <p:cNvGrpSpPr/>
          <p:nvPr/>
        </p:nvGrpSpPr>
        <p:grpSpPr>
          <a:xfrm>
            <a:off x="8586198" y="1082030"/>
            <a:ext cx="3240701" cy="1683627"/>
            <a:chOff x="155968" y="1286258"/>
            <a:chExt cx="3240701" cy="1683627"/>
          </a:xfrm>
        </p:grpSpPr>
        <p:cxnSp>
          <p:nvCxnSpPr>
            <p:cNvPr id="68" name="x轴">
              <a:extLst>
                <a:ext uri="{FF2B5EF4-FFF2-40B4-BE49-F238E27FC236}">
                  <a16:creationId xmlns:a16="http://schemas.microsoft.com/office/drawing/2014/main" id="{D74C6CDA-077C-4289-6AFE-30AEE4A028AB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2708275"/>
              <a:ext cx="260933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y轴">
              <a:extLst>
                <a:ext uri="{FF2B5EF4-FFF2-40B4-BE49-F238E27FC236}">
                  <a16:creationId xmlns:a16="http://schemas.microsoft.com/office/drawing/2014/main" id="{37803D71-4032-A817-6DAF-1E5F485B70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944" y="1286258"/>
              <a:ext cx="9713" cy="142843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labelt">
                  <a:extLst>
                    <a:ext uri="{FF2B5EF4-FFF2-40B4-BE49-F238E27FC236}">
                      <a16:creationId xmlns:a16="http://schemas.microsoft.com/office/drawing/2014/main" id="{15A2A9BD-1E75-85A5-C475-C84B1212A3B1}"/>
                    </a:ext>
                  </a:extLst>
                </p:cNvPr>
                <p:cNvSpPr txBox="1"/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0" name="labelt">
                  <a:extLst>
                    <a:ext uri="{FF2B5EF4-FFF2-40B4-BE49-F238E27FC236}">
                      <a16:creationId xmlns:a16="http://schemas.microsoft.com/office/drawing/2014/main" id="{15A2A9BD-1E75-85A5-C475-C84B1212A3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label0">
                  <a:extLst>
                    <a:ext uri="{FF2B5EF4-FFF2-40B4-BE49-F238E27FC236}">
                      <a16:creationId xmlns:a16="http://schemas.microsoft.com/office/drawing/2014/main" id="{D4B5C97F-DD6A-EEF9-ED46-C1797DD88E87}"/>
                    </a:ext>
                  </a:extLst>
                </p:cNvPr>
                <p:cNvSpPr txBox="1"/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1" name="label0">
                  <a:extLst>
                    <a:ext uri="{FF2B5EF4-FFF2-40B4-BE49-F238E27FC236}">
                      <a16:creationId xmlns:a16="http://schemas.microsoft.com/office/drawing/2014/main" id="{D4B5C97F-DD6A-EEF9-ED46-C1797DD88E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10000" r="-7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4" name="坐标轴3">
            <a:extLst>
              <a:ext uri="{FF2B5EF4-FFF2-40B4-BE49-F238E27FC236}">
                <a16:creationId xmlns:a16="http://schemas.microsoft.com/office/drawing/2014/main" id="{5A986AC8-33CB-5617-FEEF-E205F9CF1D54}"/>
              </a:ext>
            </a:extLst>
          </p:cNvPr>
          <p:cNvGrpSpPr/>
          <p:nvPr/>
        </p:nvGrpSpPr>
        <p:grpSpPr>
          <a:xfrm>
            <a:off x="4938559" y="3082493"/>
            <a:ext cx="3240701" cy="1683627"/>
            <a:chOff x="155968" y="1286258"/>
            <a:chExt cx="3240701" cy="1683627"/>
          </a:xfrm>
        </p:grpSpPr>
        <p:cxnSp>
          <p:nvCxnSpPr>
            <p:cNvPr id="75" name="x轴">
              <a:extLst>
                <a:ext uri="{FF2B5EF4-FFF2-40B4-BE49-F238E27FC236}">
                  <a16:creationId xmlns:a16="http://schemas.microsoft.com/office/drawing/2014/main" id="{8457FC0A-5005-3C51-5A53-DF27999B03F4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2708275"/>
              <a:ext cx="260933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y轴">
              <a:extLst>
                <a:ext uri="{FF2B5EF4-FFF2-40B4-BE49-F238E27FC236}">
                  <a16:creationId xmlns:a16="http://schemas.microsoft.com/office/drawing/2014/main" id="{1398D526-CB12-F59C-2281-DC624F4815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944" y="1286258"/>
              <a:ext cx="9713" cy="142843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labelt">
                  <a:extLst>
                    <a:ext uri="{FF2B5EF4-FFF2-40B4-BE49-F238E27FC236}">
                      <a16:creationId xmlns:a16="http://schemas.microsoft.com/office/drawing/2014/main" id="{000AA092-EDD4-1098-F6C9-DC0542ADF495}"/>
                    </a:ext>
                  </a:extLst>
                </p:cNvPr>
                <p:cNvSpPr txBox="1"/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9" name="labelt">
                  <a:extLst>
                    <a:ext uri="{FF2B5EF4-FFF2-40B4-BE49-F238E27FC236}">
                      <a16:creationId xmlns:a16="http://schemas.microsoft.com/office/drawing/2014/main" id="{000AA092-EDD4-1098-F6C9-DC0542ADF4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label0">
                  <a:extLst>
                    <a:ext uri="{FF2B5EF4-FFF2-40B4-BE49-F238E27FC236}">
                      <a16:creationId xmlns:a16="http://schemas.microsoft.com/office/drawing/2014/main" id="{00F54BB0-518D-329F-5EE6-5B40A42820A3}"/>
                    </a:ext>
                  </a:extLst>
                </p:cNvPr>
                <p:cNvSpPr txBox="1"/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2" name="label0">
                  <a:extLst>
                    <a:ext uri="{FF2B5EF4-FFF2-40B4-BE49-F238E27FC236}">
                      <a16:creationId xmlns:a16="http://schemas.microsoft.com/office/drawing/2014/main" id="{00F54BB0-518D-329F-5EE6-5B40A42820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10000" r="-7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3" name="坐标轴4">
            <a:extLst>
              <a:ext uri="{FF2B5EF4-FFF2-40B4-BE49-F238E27FC236}">
                <a16:creationId xmlns:a16="http://schemas.microsoft.com/office/drawing/2014/main" id="{DF4CEB7D-0F37-AEE1-DF0C-E572B8BF0C72}"/>
              </a:ext>
            </a:extLst>
          </p:cNvPr>
          <p:cNvGrpSpPr/>
          <p:nvPr/>
        </p:nvGrpSpPr>
        <p:grpSpPr>
          <a:xfrm>
            <a:off x="8586198" y="3062398"/>
            <a:ext cx="3240701" cy="1683627"/>
            <a:chOff x="155968" y="1286258"/>
            <a:chExt cx="3240701" cy="1683627"/>
          </a:xfrm>
        </p:grpSpPr>
        <p:cxnSp>
          <p:nvCxnSpPr>
            <p:cNvPr id="84" name="x轴">
              <a:extLst>
                <a:ext uri="{FF2B5EF4-FFF2-40B4-BE49-F238E27FC236}">
                  <a16:creationId xmlns:a16="http://schemas.microsoft.com/office/drawing/2014/main" id="{3D33574A-24FB-7027-6B0F-3C2A5B131BCA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2708275"/>
              <a:ext cx="260933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y轴">
              <a:extLst>
                <a:ext uri="{FF2B5EF4-FFF2-40B4-BE49-F238E27FC236}">
                  <a16:creationId xmlns:a16="http://schemas.microsoft.com/office/drawing/2014/main" id="{17DE56EE-7BDE-9FAA-30C0-4AF8A27C02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944" y="1286258"/>
              <a:ext cx="9713" cy="142843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labelt">
                  <a:extLst>
                    <a:ext uri="{FF2B5EF4-FFF2-40B4-BE49-F238E27FC236}">
                      <a16:creationId xmlns:a16="http://schemas.microsoft.com/office/drawing/2014/main" id="{B9C0BA01-A8B1-F377-ABDB-F15DA1C2DCC0}"/>
                    </a:ext>
                  </a:extLst>
                </p:cNvPr>
                <p:cNvSpPr txBox="1"/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6" name="labelt">
                  <a:extLst>
                    <a:ext uri="{FF2B5EF4-FFF2-40B4-BE49-F238E27FC236}">
                      <a16:creationId xmlns:a16="http://schemas.microsoft.com/office/drawing/2014/main" id="{B9C0BA01-A8B1-F377-ABDB-F15DA1C2DC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label0">
                  <a:extLst>
                    <a:ext uri="{FF2B5EF4-FFF2-40B4-BE49-F238E27FC236}">
                      <a16:creationId xmlns:a16="http://schemas.microsoft.com/office/drawing/2014/main" id="{F5CC63C4-4B11-3463-1EF7-387286A86C43}"/>
                    </a:ext>
                  </a:extLst>
                </p:cNvPr>
                <p:cNvSpPr txBox="1"/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7" name="label0">
                  <a:extLst>
                    <a:ext uri="{FF2B5EF4-FFF2-40B4-BE49-F238E27FC236}">
                      <a16:creationId xmlns:a16="http://schemas.microsoft.com/office/drawing/2014/main" id="{F5CC63C4-4B11-3463-1EF7-387286A86C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10000" r="-7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8" name="坐标轴6">
            <a:extLst>
              <a:ext uri="{FF2B5EF4-FFF2-40B4-BE49-F238E27FC236}">
                <a16:creationId xmlns:a16="http://schemas.microsoft.com/office/drawing/2014/main" id="{C2C15D41-731B-3E4D-63FC-484073D0EAD8}"/>
              </a:ext>
            </a:extLst>
          </p:cNvPr>
          <p:cNvGrpSpPr/>
          <p:nvPr/>
        </p:nvGrpSpPr>
        <p:grpSpPr>
          <a:xfrm>
            <a:off x="4938559" y="5029205"/>
            <a:ext cx="3240701" cy="1683627"/>
            <a:chOff x="155968" y="1286258"/>
            <a:chExt cx="3240701" cy="1683627"/>
          </a:xfrm>
        </p:grpSpPr>
        <p:cxnSp>
          <p:nvCxnSpPr>
            <p:cNvPr id="90" name="x轴">
              <a:extLst>
                <a:ext uri="{FF2B5EF4-FFF2-40B4-BE49-F238E27FC236}">
                  <a16:creationId xmlns:a16="http://schemas.microsoft.com/office/drawing/2014/main" id="{2759000D-5C7E-FC7F-1076-984CA96370C6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2708275"/>
              <a:ext cx="260933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y轴">
              <a:extLst>
                <a:ext uri="{FF2B5EF4-FFF2-40B4-BE49-F238E27FC236}">
                  <a16:creationId xmlns:a16="http://schemas.microsoft.com/office/drawing/2014/main" id="{E41F5F64-634F-0207-BB6A-AF8E605909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944" y="1286258"/>
              <a:ext cx="9713" cy="142843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labelt">
                  <a:extLst>
                    <a:ext uri="{FF2B5EF4-FFF2-40B4-BE49-F238E27FC236}">
                      <a16:creationId xmlns:a16="http://schemas.microsoft.com/office/drawing/2014/main" id="{E23449EA-2DCC-0B77-60F8-57E20975B051}"/>
                    </a:ext>
                  </a:extLst>
                </p:cNvPr>
                <p:cNvSpPr txBox="1"/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7" name="labelt">
                  <a:extLst>
                    <a:ext uri="{FF2B5EF4-FFF2-40B4-BE49-F238E27FC236}">
                      <a16:creationId xmlns:a16="http://schemas.microsoft.com/office/drawing/2014/main" id="{E23449EA-2DCC-0B77-60F8-57E20975B0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label0">
                  <a:extLst>
                    <a:ext uri="{FF2B5EF4-FFF2-40B4-BE49-F238E27FC236}">
                      <a16:creationId xmlns:a16="http://schemas.microsoft.com/office/drawing/2014/main" id="{E3A3EFD4-A71B-3DE2-35C5-2192CC24181F}"/>
                    </a:ext>
                  </a:extLst>
                </p:cNvPr>
                <p:cNvSpPr txBox="1"/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3" name="label0">
                  <a:extLst>
                    <a:ext uri="{FF2B5EF4-FFF2-40B4-BE49-F238E27FC236}">
                      <a16:creationId xmlns:a16="http://schemas.microsoft.com/office/drawing/2014/main" id="{E3A3EFD4-A71B-3DE2-35C5-2192CC2418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10000" r="-7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4" name="坐标轴6">
            <a:extLst>
              <a:ext uri="{FF2B5EF4-FFF2-40B4-BE49-F238E27FC236}">
                <a16:creationId xmlns:a16="http://schemas.microsoft.com/office/drawing/2014/main" id="{2EEA1FC2-0A45-BA7E-B4D2-09E4AF8B961F}"/>
              </a:ext>
            </a:extLst>
          </p:cNvPr>
          <p:cNvGrpSpPr/>
          <p:nvPr/>
        </p:nvGrpSpPr>
        <p:grpSpPr>
          <a:xfrm>
            <a:off x="8586198" y="5026529"/>
            <a:ext cx="3240701" cy="1683627"/>
            <a:chOff x="155968" y="1286258"/>
            <a:chExt cx="3240701" cy="1683627"/>
          </a:xfrm>
        </p:grpSpPr>
        <p:cxnSp>
          <p:nvCxnSpPr>
            <p:cNvPr id="105" name="x轴">
              <a:extLst>
                <a:ext uri="{FF2B5EF4-FFF2-40B4-BE49-F238E27FC236}">
                  <a16:creationId xmlns:a16="http://schemas.microsoft.com/office/drawing/2014/main" id="{7AE2E3A9-F170-0BCA-B0E0-7D340784BF2F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2708275"/>
              <a:ext cx="260933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y轴">
              <a:extLst>
                <a:ext uri="{FF2B5EF4-FFF2-40B4-BE49-F238E27FC236}">
                  <a16:creationId xmlns:a16="http://schemas.microsoft.com/office/drawing/2014/main" id="{46F6C8E6-CD17-2332-20FE-88A203C688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944" y="1286258"/>
              <a:ext cx="9713" cy="142843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labelt">
                  <a:extLst>
                    <a:ext uri="{FF2B5EF4-FFF2-40B4-BE49-F238E27FC236}">
                      <a16:creationId xmlns:a16="http://schemas.microsoft.com/office/drawing/2014/main" id="{225C9E20-7D03-512A-DEA3-FF20512B516B}"/>
                    </a:ext>
                  </a:extLst>
                </p:cNvPr>
                <p:cNvSpPr txBox="1"/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7" name="labelt">
                  <a:extLst>
                    <a:ext uri="{FF2B5EF4-FFF2-40B4-BE49-F238E27FC236}">
                      <a16:creationId xmlns:a16="http://schemas.microsoft.com/office/drawing/2014/main" id="{225C9E20-7D03-512A-DEA3-FF20512B51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label0">
                  <a:extLst>
                    <a:ext uri="{FF2B5EF4-FFF2-40B4-BE49-F238E27FC236}">
                      <a16:creationId xmlns:a16="http://schemas.microsoft.com/office/drawing/2014/main" id="{541A9BD1-048F-A7DC-9500-0A1759998FB8}"/>
                    </a:ext>
                  </a:extLst>
                </p:cNvPr>
                <p:cNvSpPr txBox="1"/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8" name="label0">
                  <a:extLst>
                    <a:ext uri="{FF2B5EF4-FFF2-40B4-BE49-F238E27FC236}">
                      <a16:creationId xmlns:a16="http://schemas.microsoft.com/office/drawing/2014/main" id="{541A9BD1-048F-A7DC-9500-0A1759998F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10000" r="-7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给定1">
            <a:extLst>
              <a:ext uri="{FF2B5EF4-FFF2-40B4-BE49-F238E27FC236}">
                <a16:creationId xmlns:a16="http://schemas.microsoft.com/office/drawing/2014/main" id="{B0FAF5AC-7336-4033-17B3-6DA961EB5AD3}"/>
              </a:ext>
            </a:extLst>
          </p:cNvPr>
          <p:cNvSpPr/>
          <p:nvPr/>
        </p:nvSpPr>
        <p:spPr>
          <a:xfrm>
            <a:off x="5287857" y="1638187"/>
            <a:ext cx="2440418" cy="837021"/>
          </a:xfrm>
          <a:custGeom>
            <a:avLst/>
            <a:gdLst>
              <a:gd name="connsiteX0" fmla="*/ 0 w 2440418"/>
              <a:gd name="connsiteY0" fmla="*/ 0 h 847788"/>
              <a:gd name="connsiteX1" fmla="*/ 775120 w 2440418"/>
              <a:gd name="connsiteY1" fmla="*/ 6056 h 847788"/>
              <a:gd name="connsiteX2" fmla="*/ 775120 w 2440418"/>
              <a:gd name="connsiteY2" fmla="*/ 835677 h 847788"/>
              <a:gd name="connsiteX3" fmla="*/ 920455 w 2440418"/>
              <a:gd name="connsiteY3" fmla="*/ 847788 h 847788"/>
              <a:gd name="connsiteX4" fmla="*/ 926511 w 2440418"/>
              <a:gd name="connsiteY4" fmla="*/ 6056 h 847788"/>
              <a:gd name="connsiteX5" fmla="*/ 2440418 w 2440418"/>
              <a:gd name="connsiteY5" fmla="*/ 6056 h 847788"/>
              <a:gd name="connsiteX0" fmla="*/ 0 w 2440418"/>
              <a:gd name="connsiteY0" fmla="*/ 0 h 841732"/>
              <a:gd name="connsiteX1" fmla="*/ 775120 w 2440418"/>
              <a:gd name="connsiteY1" fmla="*/ 6056 h 841732"/>
              <a:gd name="connsiteX2" fmla="*/ 775120 w 2440418"/>
              <a:gd name="connsiteY2" fmla="*/ 835677 h 841732"/>
              <a:gd name="connsiteX3" fmla="*/ 926511 w 2440418"/>
              <a:gd name="connsiteY3" fmla="*/ 841732 h 841732"/>
              <a:gd name="connsiteX4" fmla="*/ 926511 w 2440418"/>
              <a:gd name="connsiteY4" fmla="*/ 6056 h 841732"/>
              <a:gd name="connsiteX5" fmla="*/ 2440418 w 2440418"/>
              <a:gd name="connsiteY5" fmla="*/ 6056 h 841732"/>
              <a:gd name="connsiteX0" fmla="*/ 0 w 2440418"/>
              <a:gd name="connsiteY0" fmla="*/ 0 h 837021"/>
              <a:gd name="connsiteX1" fmla="*/ 775120 w 2440418"/>
              <a:gd name="connsiteY1" fmla="*/ 6056 h 837021"/>
              <a:gd name="connsiteX2" fmla="*/ 775120 w 2440418"/>
              <a:gd name="connsiteY2" fmla="*/ 835677 h 837021"/>
              <a:gd name="connsiteX3" fmla="*/ 921797 w 2440418"/>
              <a:gd name="connsiteY3" fmla="*/ 837018 h 837021"/>
              <a:gd name="connsiteX4" fmla="*/ 926511 w 2440418"/>
              <a:gd name="connsiteY4" fmla="*/ 6056 h 837021"/>
              <a:gd name="connsiteX5" fmla="*/ 2440418 w 2440418"/>
              <a:gd name="connsiteY5" fmla="*/ 6056 h 837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40418" h="837021">
                <a:moveTo>
                  <a:pt x="0" y="0"/>
                </a:moveTo>
                <a:lnTo>
                  <a:pt x="775120" y="6056"/>
                </a:lnTo>
                <a:lnTo>
                  <a:pt x="775120" y="835677"/>
                </a:lnTo>
                <a:cubicBezTo>
                  <a:pt x="823565" y="839714"/>
                  <a:pt x="873352" y="832981"/>
                  <a:pt x="921797" y="837018"/>
                </a:cubicBezTo>
                <a:cubicBezTo>
                  <a:pt x="923816" y="556441"/>
                  <a:pt x="924492" y="286633"/>
                  <a:pt x="926511" y="6056"/>
                </a:cubicBezTo>
                <a:lnTo>
                  <a:pt x="2440418" y="6056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响应1">
            <a:extLst>
              <a:ext uri="{FF2B5EF4-FFF2-40B4-BE49-F238E27FC236}">
                <a16:creationId xmlns:a16="http://schemas.microsoft.com/office/drawing/2014/main" id="{99341FF0-034F-B165-984A-B5FCB03FC8B0}"/>
              </a:ext>
            </a:extLst>
          </p:cNvPr>
          <p:cNvSpPr/>
          <p:nvPr/>
        </p:nvSpPr>
        <p:spPr>
          <a:xfrm>
            <a:off x="5304391" y="1023648"/>
            <a:ext cx="2372810" cy="1296385"/>
          </a:xfrm>
          <a:custGeom>
            <a:avLst/>
            <a:gdLst>
              <a:gd name="connsiteX0" fmla="*/ 0 w 2372810"/>
              <a:gd name="connsiteY0" fmla="*/ 613478 h 1296385"/>
              <a:gd name="connsiteX1" fmla="*/ 717630 w 2372810"/>
              <a:gd name="connsiteY1" fmla="*/ 630840 h 1296385"/>
              <a:gd name="connsiteX2" fmla="*/ 960699 w 2372810"/>
              <a:gd name="connsiteY2" fmla="*/ 1053316 h 1296385"/>
              <a:gd name="connsiteX3" fmla="*/ 1111169 w 2372810"/>
              <a:gd name="connsiteY3" fmla="*/ 515094 h 1296385"/>
              <a:gd name="connsiteX4" fmla="*/ 1331088 w 2372810"/>
              <a:gd name="connsiteY4" fmla="*/ 1134339 h 1296385"/>
              <a:gd name="connsiteX5" fmla="*/ 1487347 w 2372810"/>
              <a:gd name="connsiteY5" fmla="*/ 324111 h 1296385"/>
              <a:gd name="connsiteX6" fmla="*/ 1736202 w 2372810"/>
              <a:gd name="connsiteY6" fmla="*/ 1261661 h 1296385"/>
              <a:gd name="connsiteX7" fmla="*/ 2031357 w 2372810"/>
              <a:gd name="connsiteY7" fmla="*/ 20 h 1296385"/>
              <a:gd name="connsiteX8" fmla="*/ 2372810 w 2372810"/>
              <a:gd name="connsiteY8" fmla="*/ 1296385 h 129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2810" h="1296385">
                <a:moveTo>
                  <a:pt x="0" y="613478"/>
                </a:moveTo>
                <a:cubicBezTo>
                  <a:pt x="278757" y="585506"/>
                  <a:pt x="557514" y="557534"/>
                  <a:pt x="717630" y="630840"/>
                </a:cubicBezTo>
                <a:cubicBezTo>
                  <a:pt x="877746" y="704146"/>
                  <a:pt x="895109" y="1072607"/>
                  <a:pt x="960699" y="1053316"/>
                </a:cubicBezTo>
                <a:cubicBezTo>
                  <a:pt x="1026289" y="1034025"/>
                  <a:pt x="1049438" y="501590"/>
                  <a:pt x="1111169" y="515094"/>
                </a:cubicBezTo>
                <a:cubicBezTo>
                  <a:pt x="1172901" y="528598"/>
                  <a:pt x="1268392" y="1166169"/>
                  <a:pt x="1331088" y="1134339"/>
                </a:cubicBezTo>
                <a:cubicBezTo>
                  <a:pt x="1393784" y="1102509"/>
                  <a:pt x="1419828" y="302891"/>
                  <a:pt x="1487347" y="324111"/>
                </a:cubicBezTo>
                <a:cubicBezTo>
                  <a:pt x="1554866" y="345331"/>
                  <a:pt x="1645534" y="1315676"/>
                  <a:pt x="1736202" y="1261661"/>
                </a:cubicBezTo>
                <a:cubicBezTo>
                  <a:pt x="1826870" y="1207646"/>
                  <a:pt x="1925256" y="-5767"/>
                  <a:pt x="2031357" y="20"/>
                </a:cubicBezTo>
                <a:cubicBezTo>
                  <a:pt x="2137458" y="5807"/>
                  <a:pt x="2308185" y="1058139"/>
                  <a:pt x="2372810" y="1296385"/>
                </a:cubicBez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1" name="给定2">
            <a:extLst>
              <a:ext uri="{FF2B5EF4-FFF2-40B4-BE49-F238E27FC236}">
                <a16:creationId xmlns:a16="http://schemas.microsoft.com/office/drawing/2014/main" id="{12C1C3D0-DD15-579B-D9AA-B0065D3EE273}"/>
              </a:ext>
            </a:extLst>
          </p:cNvPr>
          <p:cNvSpPr/>
          <p:nvPr/>
        </p:nvSpPr>
        <p:spPr>
          <a:xfrm>
            <a:off x="8950882" y="1644302"/>
            <a:ext cx="2440418" cy="837021"/>
          </a:xfrm>
          <a:custGeom>
            <a:avLst/>
            <a:gdLst>
              <a:gd name="connsiteX0" fmla="*/ 0 w 2440418"/>
              <a:gd name="connsiteY0" fmla="*/ 0 h 847788"/>
              <a:gd name="connsiteX1" fmla="*/ 775120 w 2440418"/>
              <a:gd name="connsiteY1" fmla="*/ 6056 h 847788"/>
              <a:gd name="connsiteX2" fmla="*/ 775120 w 2440418"/>
              <a:gd name="connsiteY2" fmla="*/ 835677 h 847788"/>
              <a:gd name="connsiteX3" fmla="*/ 920455 w 2440418"/>
              <a:gd name="connsiteY3" fmla="*/ 847788 h 847788"/>
              <a:gd name="connsiteX4" fmla="*/ 926511 w 2440418"/>
              <a:gd name="connsiteY4" fmla="*/ 6056 h 847788"/>
              <a:gd name="connsiteX5" fmla="*/ 2440418 w 2440418"/>
              <a:gd name="connsiteY5" fmla="*/ 6056 h 847788"/>
              <a:gd name="connsiteX0" fmla="*/ 0 w 2440418"/>
              <a:gd name="connsiteY0" fmla="*/ 0 h 841732"/>
              <a:gd name="connsiteX1" fmla="*/ 775120 w 2440418"/>
              <a:gd name="connsiteY1" fmla="*/ 6056 h 841732"/>
              <a:gd name="connsiteX2" fmla="*/ 775120 w 2440418"/>
              <a:gd name="connsiteY2" fmla="*/ 835677 h 841732"/>
              <a:gd name="connsiteX3" fmla="*/ 926511 w 2440418"/>
              <a:gd name="connsiteY3" fmla="*/ 841732 h 841732"/>
              <a:gd name="connsiteX4" fmla="*/ 926511 w 2440418"/>
              <a:gd name="connsiteY4" fmla="*/ 6056 h 841732"/>
              <a:gd name="connsiteX5" fmla="*/ 2440418 w 2440418"/>
              <a:gd name="connsiteY5" fmla="*/ 6056 h 841732"/>
              <a:gd name="connsiteX0" fmla="*/ 0 w 2440418"/>
              <a:gd name="connsiteY0" fmla="*/ 0 h 837021"/>
              <a:gd name="connsiteX1" fmla="*/ 775120 w 2440418"/>
              <a:gd name="connsiteY1" fmla="*/ 6056 h 837021"/>
              <a:gd name="connsiteX2" fmla="*/ 775120 w 2440418"/>
              <a:gd name="connsiteY2" fmla="*/ 835677 h 837021"/>
              <a:gd name="connsiteX3" fmla="*/ 921797 w 2440418"/>
              <a:gd name="connsiteY3" fmla="*/ 837018 h 837021"/>
              <a:gd name="connsiteX4" fmla="*/ 926511 w 2440418"/>
              <a:gd name="connsiteY4" fmla="*/ 6056 h 837021"/>
              <a:gd name="connsiteX5" fmla="*/ 2440418 w 2440418"/>
              <a:gd name="connsiteY5" fmla="*/ 6056 h 837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40418" h="837021">
                <a:moveTo>
                  <a:pt x="0" y="0"/>
                </a:moveTo>
                <a:lnTo>
                  <a:pt x="775120" y="6056"/>
                </a:lnTo>
                <a:lnTo>
                  <a:pt x="775120" y="835677"/>
                </a:lnTo>
                <a:cubicBezTo>
                  <a:pt x="823565" y="839714"/>
                  <a:pt x="873352" y="832981"/>
                  <a:pt x="921797" y="837018"/>
                </a:cubicBezTo>
                <a:cubicBezTo>
                  <a:pt x="923816" y="556441"/>
                  <a:pt x="924492" y="286633"/>
                  <a:pt x="926511" y="6056"/>
                </a:cubicBezTo>
                <a:lnTo>
                  <a:pt x="2440418" y="6056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响应2">
            <a:extLst>
              <a:ext uri="{FF2B5EF4-FFF2-40B4-BE49-F238E27FC236}">
                <a16:creationId xmlns:a16="http://schemas.microsoft.com/office/drawing/2014/main" id="{399F45CC-E560-3340-77BF-9C68020167DF}"/>
              </a:ext>
            </a:extLst>
          </p:cNvPr>
          <p:cNvSpPr/>
          <p:nvPr/>
        </p:nvSpPr>
        <p:spPr>
          <a:xfrm>
            <a:off x="8981954" y="1451314"/>
            <a:ext cx="2390173" cy="610905"/>
          </a:xfrm>
          <a:custGeom>
            <a:avLst/>
            <a:gdLst>
              <a:gd name="connsiteX0" fmla="*/ 0 w 2390173"/>
              <a:gd name="connsiteY0" fmla="*/ 186504 h 610905"/>
              <a:gd name="connsiteX1" fmla="*/ 746568 w 2390173"/>
              <a:gd name="connsiteY1" fmla="*/ 198078 h 610905"/>
              <a:gd name="connsiteX2" fmla="*/ 908613 w 2390173"/>
              <a:gd name="connsiteY2" fmla="*/ 608980 h 610905"/>
              <a:gd name="connsiteX3" fmla="*/ 1047509 w 2390173"/>
              <a:gd name="connsiteY3" fmla="*/ 7096 h 610905"/>
              <a:gd name="connsiteX4" fmla="*/ 1163256 w 2390173"/>
              <a:gd name="connsiteY4" fmla="*/ 273314 h 610905"/>
              <a:gd name="connsiteX5" fmla="*/ 1371600 w 2390173"/>
              <a:gd name="connsiteY5" fmla="*/ 186504 h 610905"/>
              <a:gd name="connsiteX6" fmla="*/ 2390173 w 2390173"/>
              <a:gd name="connsiteY6" fmla="*/ 203866 h 610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90173" h="610905">
                <a:moveTo>
                  <a:pt x="0" y="186504"/>
                </a:moveTo>
                <a:cubicBezTo>
                  <a:pt x="297566" y="157084"/>
                  <a:pt x="595133" y="127665"/>
                  <a:pt x="746568" y="198078"/>
                </a:cubicBezTo>
                <a:cubicBezTo>
                  <a:pt x="898003" y="268491"/>
                  <a:pt x="858456" y="640810"/>
                  <a:pt x="908613" y="608980"/>
                </a:cubicBezTo>
                <a:cubicBezTo>
                  <a:pt x="958770" y="577150"/>
                  <a:pt x="1005069" y="63040"/>
                  <a:pt x="1047509" y="7096"/>
                </a:cubicBezTo>
                <a:cubicBezTo>
                  <a:pt x="1089949" y="-48848"/>
                  <a:pt x="1109241" y="243413"/>
                  <a:pt x="1163256" y="273314"/>
                </a:cubicBezTo>
                <a:cubicBezTo>
                  <a:pt x="1217271" y="303215"/>
                  <a:pt x="1167114" y="198079"/>
                  <a:pt x="1371600" y="186504"/>
                </a:cubicBezTo>
                <a:cubicBezTo>
                  <a:pt x="1576086" y="174929"/>
                  <a:pt x="1983129" y="189397"/>
                  <a:pt x="2390173" y="203866"/>
                </a:cubicBez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" name="给定3">
            <a:extLst>
              <a:ext uri="{FF2B5EF4-FFF2-40B4-BE49-F238E27FC236}">
                <a16:creationId xmlns:a16="http://schemas.microsoft.com/office/drawing/2014/main" id="{822B7676-DEF5-8A3A-1737-9F39C8363D7B}"/>
              </a:ext>
            </a:extLst>
          </p:cNvPr>
          <p:cNvCxnSpPr/>
          <p:nvPr/>
        </p:nvCxnSpPr>
        <p:spPr>
          <a:xfrm>
            <a:off x="5309248" y="3501008"/>
            <a:ext cx="2419027" cy="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响应3">
            <a:extLst>
              <a:ext uri="{FF2B5EF4-FFF2-40B4-BE49-F238E27FC236}">
                <a16:creationId xmlns:a16="http://schemas.microsoft.com/office/drawing/2014/main" id="{E05BB547-B968-6953-CC68-97CE8C2C7DA8}"/>
              </a:ext>
            </a:extLst>
          </p:cNvPr>
          <p:cNvSpPr/>
          <p:nvPr/>
        </p:nvSpPr>
        <p:spPr>
          <a:xfrm>
            <a:off x="5318567" y="3110885"/>
            <a:ext cx="2419109" cy="1368518"/>
          </a:xfrm>
          <a:custGeom>
            <a:avLst/>
            <a:gdLst>
              <a:gd name="connsiteX0" fmla="*/ 0 w 2419109"/>
              <a:gd name="connsiteY0" fmla="*/ 1368518 h 1368518"/>
              <a:gd name="connsiteX1" fmla="*/ 410901 w 2419109"/>
              <a:gd name="connsiteY1" fmla="*/ 193687 h 1368518"/>
              <a:gd name="connsiteX2" fmla="*/ 590309 w 2419109"/>
              <a:gd name="connsiteY2" fmla="*/ 459905 h 1368518"/>
              <a:gd name="connsiteX3" fmla="*/ 723418 w 2419109"/>
              <a:gd name="connsiteY3" fmla="*/ 2705 h 1368518"/>
              <a:gd name="connsiteX4" fmla="*/ 810228 w 2419109"/>
              <a:gd name="connsiteY4" fmla="*/ 263135 h 1368518"/>
              <a:gd name="connsiteX5" fmla="*/ 925975 w 2419109"/>
              <a:gd name="connsiteY5" fmla="*/ 106877 h 1368518"/>
              <a:gd name="connsiteX6" fmla="*/ 1035934 w 2419109"/>
              <a:gd name="connsiteY6" fmla="*/ 187900 h 1368518"/>
              <a:gd name="connsiteX7" fmla="*/ 1197980 w 2419109"/>
              <a:gd name="connsiteY7" fmla="*/ 141601 h 1368518"/>
              <a:gd name="connsiteX8" fmla="*/ 2419109 w 2419109"/>
              <a:gd name="connsiteY8" fmla="*/ 141601 h 1368518"/>
              <a:gd name="connsiteX0" fmla="*/ 0 w 2419109"/>
              <a:gd name="connsiteY0" fmla="*/ 1368518 h 1368518"/>
              <a:gd name="connsiteX1" fmla="*/ 410901 w 2419109"/>
              <a:gd name="connsiteY1" fmla="*/ 193687 h 1368518"/>
              <a:gd name="connsiteX2" fmla="*/ 590309 w 2419109"/>
              <a:gd name="connsiteY2" fmla="*/ 459905 h 1368518"/>
              <a:gd name="connsiteX3" fmla="*/ 723418 w 2419109"/>
              <a:gd name="connsiteY3" fmla="*/ 2705 h 1368518"/>
              <a:gd name="connsiteX4" fmla="*/ 810228 w 2419109"/>
              <a:gd name="connsiteY4" fmla="*/ 263135 h 1368518"/>
              <a:gd name="connsiteX5" fmla="*/ 925975 w 2419109"/>
              <a:gd name="connsiteY5" fmla="*/ 106877 h 1368518"/>
              <a:gd name="connsiteX6" fmla="*/ 1035934 w 2419109"/>
              <a:gd name="connsiteY6" fmla="*/ 187900 h 1368518"/>
              <a:gd name="connsiteX7" fmla="*/ 1255854 w 2419109"/>
              <a:gd name="connsiteY7" fmla="*/ 141601 h 1368518"/>
              <a:gd name="connsiteX8" fmla="*/ 2419109 w 2419109"/>
              <a:gd name="connsiteY8" fmla="*/ 141601 h 1368518"/>
              <a:gd name="connsiteX0" fmla="*/ 0 w 2419109"/>
              <a:gd name="connsiteY0" fmla="*/ 1368518 h 1368518"/>
              <a:gd name="connsiteX1" fmla="*/ 410901 w 2419109"/>
              <a:gd name="connsiteY1" fmla="*/ 193687 h 1368518"/>
              <a:gd name="connsiteX2" fmla="*/ 590309 w 2419109"/>
              <a:gd name="connsiteY2" fmla="*/ 459905 h 1368518"/>
              <a:gd name="connsiteX3" fmla="*/ 723418 w 2419109"/>
              <a:gd name="connsiteY3" fmla="*/ 2705 h 1368518"/>
              <a:gd name="connsiteX4" fmla="*/ 810228 w 2419109"/>
              <a:gd name="connsiteY4" fmla="*/ 263135 h 1368518"/>
              <a:gd name="connsiteX5" fmla="*/ 925975 w 2419109"/>
              <a:gd name="connsiteY5" fmla="*/ 106877 h 1368518"/>
              <a:gd name="connsiteX6" fmla="*/ 1035934 w 2419109"/>
              <a:gd name="connsiteY6" fmla="*/ 187900 h 1368518"/>
              <a:gd name="connsiteX7" fmla="*/ 1452624 w 2419109"/>
              <a:gd name="connsiteY7" fmla="*/ 141601 h 1368518"/>
              <a:gd name="connsiteX8" fmla="*/ 2419109 w 2419109"/>
              <a:gd name="connsiteY8" fmla="*/ 141601 h 136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19109" h="1368518">
                <a:moveTo>
                  <a:pt x="0" y="1368518"/>
                </a:moveTo>
                <a:cubicBezTo>
                  <a:pt x="156258" y="856820"/>
                  <a:pt x="312516" y="345123"/>
                  <a:pt x="410901" y="193687"/>
                </a:cubicBezTo>
                <a:cubicBezTo>
                  <a:pt x="509286" y="42251"/>
                  <a:pt x="538223" y="491735"/>
                  <a:pt x="590309" y="459905"/>
                </a:cubicBezTo>
                <a:cubicBezTo>
                  <a:pt x="642395" y="428075"/>
                  <a:pt x="686765" y="35500"/>
                  <a:pt x="723418" y="2705"/>
                </a:cubicBezTo>
                <a:cubicBezTo>
                  <a:pt x="760071" y="-30090"/>
                  <a:pt x="776469" y="245773"/>
                  <a:pt x="810228" y="263135"/>
                </a:cubicBezTo>
                <a:cubicBezTo>
                  <a:pt x="843987" y="280497"/>
                  <a:pt x="888357" y="119416"/>
                  <a:pt x="925975" y="106877"/>
                </a:cubicBezTo>
                <a:cubicBezTo>
                  <a:pt x="963593" y="94338"/>
                  <a:pt x="948159" y="182113"/>
                  <a:pt x="1035934" y="187900"/>
                </a:cubicBezTo>
                <a:cubicBezTo>
                  <a:pt x="1123709" y="193687"/>
                  <a:pt x="1222095" y="149317"/>
                  <a:pt x="1452624" y="141601"/>
                </a:cubicBezTo>
                <a:cubicBezTo>
                  <a:pt x="1683153" y="133885"/>
                  <a:pt x="1923809" y="137743"/>
                  <a:pt x="2419109" y="141601"/>
                </a:cubicBez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2" name="给定4">
            <a:extLst>
              <a:ext uri="{FF2B5EF4-FFF2-40B4-BE49-F238E27FC236}">
                <a16:creationId xmlns:a16="http://schemas.microsoft.com/office/drawing/2014/main" id="{2A7559BC-E542-33C5-D701-D10507CD9FF2}"/>
              </a:ext>
            </a:extLst>
          </p:cNvPr>
          <p:cNvCxnSpPr/>
          <p:nvPr/>
        </p:nvCxnSpPr>
        <p:spPr>
          <a:xfrm>
            <a:off x="8961577" y="3501008"/>
            <a:ext cx="2419027" cy="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响应4">
            <a:extLst>
              <a:ext uri="{FF2B5EF4-FFF2-40B4-BE49-F238E27FC236}">
                <a16:creationId xmlns:a16="http://schemas.microsoft.com/office/drawing/2014/main" id="{DF55BBCC-F98A-60B0-CC40-172D6E8EF7D4}"/>
              </a:ext>
            </a:extLst>
          </p:cNvPr>
          <p:cNvSpPr/>
          <p:nvPr/>
        </p:nvSpPr>
        <p:spPr>
          <a:xfrm>
            <a:off x="8975725" y="3335100"/>
            <a:ext cx="2384385" cy="1127275"/>
          </a:xfrm>
          <a:custGeom>
            <a:avLst/>
            <a:gdLst>
              <a:gd name="connsiteX0" fmla="*/ 0 w 2384385"/>
              <a:gd name="connsiteY0" fmla="*/ 1127275 h 1127275"/>
              <a:gd name="connsiteX1" fmla="*/ 295155 w 2384385"/>
              <a:gd name="connsiteY1" fmla="*/ 33467 h 1127275"/>
              <a:gd name="connsiteX2" fmla="*/ 520861 w 2384385"/>
              <a:gd name="connsiteY2" fmla="*/ 270748 h 1127275"/>
              <a:gd name="connsiteX3" fmla="*/ 688694 w 2384385"/>
              <a:gd name="connsiteY3" fmla="*/ 160788 h 1127275"/>
              <a:gd name="connsiteX4" fmla="*/ 1030147 w 2384385"/>
              <a:gd name="connsiteY4" fmla="*/ 166576 h 1127275"/>
              <a:gd name="connsiteX5" fmla="*/ 2384385 w 2384385"/>
              <a:gd name="connsiteY5" fmla="*/ 172363 h 112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84385" h="1127275">
                <a:moveTo>
                  <a:pt x="0" y="1127275"/>
                </a:moveTo>
                <a:cubicBezTo>
                  <a:pt x="104172" y="651748"/>
                  <a:pt x="208345" y="176221"/>
                  <a:pt x="295155" y="33467"/>
                </a:cubicBezTo>
                <a:cubicBezTo>
                  <a:pt x="381965" y="-109287"/>
                  <a:pt x="455271" y="249528"/>
                  <a:pt x="520861" y="270748"/>
                </a:cubicBezTo>
                <a:cubicBezTo>
                  <a:pt x="586451" y="291968"/>
                  <a:pt x="603813" y="178150"/>
                  <a:pt x="688694" y="160788"/>
                </a:cubicBezTo>
                <a:cubicBezTo>
                  <a:pt x="773575" y="143426"/>
                  <a:pt x="1030147" y="166576"/>
                  <a:pt x="1030147" y="166576"/>
                </a:cubicBezTo>
                <a:lnTo>
                  <a:pt x="2384385" y="172363"/>
                </a:ln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3" name="给定5">
            <a:extLst>
              <a:ext uri="{FF2B5EF4-FFF2-40B4-BE49-F238E27FC236}">
                <a16:creationId xmlns:a16="http://schemas.microsoft.com/office/drawing/2014/main" id="{E455FD3E-90A3-BB6A-273F-39FA050562C3}"/>
              </a:ext>
            </a:extLst>
          </p:cNvPr>
          <p:cNvCxnSpPr/>
          <p:nvPr/>
        </p:nvCxnSpPr>
        <p:spPr>
          <a:xfrm>
            <a:off x="5318649" y="5592475"/>
            <a:ext cx="2419027" cy="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响应5">
            <a:extLst>
              <a:ext uri="{FF2B5EF4-FFF2-40B4-BE49-F238E27FC236}">
                <a16:creationId xmlns:a16="http://schemas.microsoft.com/office/drawing/2014/main" id="{176B687C-A706-EF0D-B56F-2D3E5516F933}"/>
              </a:ext>
            </a:extLst>
          </p:cNvPr>
          <p:cNvSpPr/>
          <p:nvPr/>
        </p:nvSpPr>
        <p:spPr>
          <a:xfrm>
            <a:off x="5312781" y="4969294"/>
            <a:ext cx="2390172" cy="1466230"/>
          </a:xfrm>
          <a:custGeom>
            <a:avLst/>
            <a:gdLst>
              <a:gd name="connsiteX0" fmla="*/ 0 w 1423686"/>
              <a:gd name="connsiteY0" fmla="*/ 1466230 h 1466230"/>
              <a:gd name="connsiteX1" fmla="*/ 300942 w 1423686"/>
              <a:gd name="connsiteY1" fmla="*/ 2033 h 1466230"/>
              <a:gd name="connsiteX2" fmla="*/ 445625 w 1423686"/>
              <a:gd name="connsiteY2" fmla="*/ 1124777 h 1466230"/>
              <a:gd name="connsiteX3" fmla="*/ 555585 w 1423686"/>
              <a:gd name="connsiteY3" fmla="*/ 140929 h 1466230"/>
              <a:gd name="connsiteX4" fmla="*/ 630820 w 1423686"/>
              <a:gd name="connsiteY4" fmla="*/ 985881 h 1466230"/>
              <a:gd name="connsiteX5" fmla="*/ 734992 w 1423686"/>
              <a:gd name="connsiteY5" fmla="*/ 297187 h 1466230"/>
              <a:gd name="connsiteX6" fmla="*/ 810228 w 1423686"/>
              <a:gd name="connsiteY6" fmla="*/ 841197 h 1466230"/>
              <a:gd name="connsiteX7" fmla="*/ 902825 w 1423686"/>
              <a:gd name="connsiteY7" fmla="*/ 459233 h 1466230"/>
              <a:gd name="connsiteX8" fmla="*/ 972273 w 1423686"/>
              <a:gd name="connsiteY8" fmla="*/ 719663 h 1466230"/>
              <a:gd name="connsiteX9" fmla="*/ 1053296 w 1423686"/>
              <a:gd name="connsiteY9" fmla="*/ 522893 h 1466230"/>
              <a:gd name="connsiteX10" fmla="*/ 1169043 w 1423686"/>
              <a:gd name="connsiteY10" fmla="*/ 690726 h 1466230"/>
              <a:gd name="connsiteX11" fmla="*/ 1296364 w 1423686"/>
              <a:gd name="connsiteY11" fmla="*/ 569192 h 1466230"/>
              <a:gd name="connsiteX12" fmla="*/ 1423686 w 1423686"/>
              <a:gd name="connsiteY12" fmla="*/ 673364 h 1466230"/>
              <a:gd name="connsiteX0" fmla="*/ 0 w 2378597"/>
              <a:gd name="connsiteY0" fmla="*/ 1466230 h 1466230"/>
              <a:gd name="connsiteX1" fmla="*/ 300942 w 2378597"/>
              <a:gd name="connsiteY1" fmla="*/ 2033 h 1466230"/>
              <a:gd name="connsiteX2" fmla="*/ 445625 w 2378597"/>
              <a:gd name="connsiteY2" fmla="*/ 1124777 h 1466230"/>
              <a:gd name="connsiteX3" fmla="*/ 555585 w 2378597"/>
              <a:gd name="connsiteY3" fmla="*/ 140929 h 1466230"/>
              <a:gd name="connsiteX4" fmla="*/ 630820 w 2378597"/>
              <a:gd name="connsiteY4" fmla="*/ 985881 h 1466230"/>
              <a:gd name="connsiteX5" fmla="*/ 734992 w 2378597"/>
              <a:gd name="connsiteY5" fmla="*/ 297187 h 1466230"/>
              <a:gd name="connsiteX6" fmla="*/ 810228 w 2378597"/>
              <a:gd name="connsiteY6" fmla="*/ 841197 h 1466230"/>
              <a:gd name="connsiteX7" fmla="*/ 902825 w 2378597"/>
              <a:gd name="connsiteY7" fmla="*/ 459233 h 1466230"/>
              <a:gd name="connsiteX8" fmla="*/ 972273 w 2378597"/>
              <a:gd name="connsiteY8" fmla="*/ 719663 h 1466230"/>
              <a:gd name="connsiteX9" fmla="*/ 1053296 w 2378597"/>
              <a:gd name="connsiteY9" fmla="*/ 522893 h 1466230"/>
              <a:gd name="connsiteX10" fmla="*/ 1169043 w 2378597"/>
              <a:gd name="connsiteY10" fmla="*/ 690726 h 1466230"/>
              <a:gd name="connsiteX11" fmla="*/ 1296364 w 2378597"/>
              <a:gd name="connsiteY11" fmla="*/ 569192 h 1466230"/>
              <a:gd name="connsiteX12" fmla="*/ 2378597 w 2378597"/>
              <a:gd name="connsiteY12" fmla="*/ 632852 h 1466230"/>
              <a:gd name="connsiteX0" fmla="*/ 0 w 2378597"/>
              <a:gd name="connsiteY0" fmla="*/ 1466230 h 1466230"/>
              <a:gd name="connsiteX1" fmla="*/ 300942 w 2378597"/>
              <a:gd name="connsiteY1" fmla="*/ 2033 h 1466230"/>
              <a:gd name="connsiteX2" fmla="*/ 445625 w 2378597"/>
              <a:gd name="connsiteY2" fmla="*/ 1124777 h 1466230"/>
              <a:gd name="connsiteX3" fmla="*/ 555585 w 2378597"/>
              <a:gd name="connsiteY3" fmla="*/ 140929 h 1466230"/>
              <a:gd name="connsiteX4" fmla="*/ 630820 w 2378597"/>
              <a:gd name="connsiteY4" fmla="*/ 985881 h 1466230"/>
              <a:gd name="connsiteX5" fmla="*/ 734992 w 2378597"/>
              <a:gd name="connsiteY5" fmla="*/ 297187 h 1466230"/>
              <a:gd name="connsiteX6" fmla="*/ 810228 w 2378597"/>
              <a:gd name="connsiteY6" fmla="*/ 841197 h 1466230"/>
              <a:gd name="connsiteX7" fmla="*/ 902825 w 2378597"/>
              <a:gd name="connsiteY7" fmla="*/ 459233 h 1466230"/>
              <a:gd name="connsiteX8" fmla="*/ 972273 w 2378597"/>
              <a:gd name="connsiteY8" fmla="*/ 719663 h 1466230"/>
              <a:gd name="connsiteX9" fmla="*/ 1053296 w 2378597"/>
              <a:gd name="connsiteY9" fmla="*/ 522893 h 1466230"/>
              <a:gd name="connsiteX10" fmla="*/ 1169043 w 2378597"/>
              <a:gd name="connsiteY10" fmla="*/ 690726 h 1466230"/>
              <a:gd name="connsiteX11" fmla="*/ 1487346 w 2378597"/>
              <a:gd name="connsiteY11" fmla="*/ 621278 h 1466230"/>
              <a:gd name="connsiteX12" fmla="*/ 2378597 w 2378597"/>
              <a:gd name="connsiteY12" fmla="*/ 632852 h 1466230"/>
              <a:gd name="connsiteX0" fmla="*/ 0 w 2378597"/>
              <a:gd name="connsiteY0" fmla="*/ 1466230 h 1466230"/>
              <a:gd name="connsiteX1" fmla="*/ 300942 w 2378597"/>
              <a:gd name="connsiteY1" fmla="*/ 2033 h 1466230"/>
              <a:gd name="connsiteX2" fmla="*/ 445625 w 2378597"/>
              <a:gd name="connsiteY2" fmla="*/ 1124777 h 1466230"/>
              <a:gd name="connsiteX3" fmla="*/ 555585 w 2378597"/>
              <a:gd name="connsiteY3" fmla="*/ 140929 h 1466230"/>
              <a:gd name="connsiteX4" fmla="*/ 630820 w 2378597"/>
              <a:gd name="connsiteY4" fmla="*/ 985881 h 1466230"/>
              <a:gd name="connsiteX5" fmla="*/ 734992 w 2378597"/>
              <a:gd name="connsiteY5" fmla="*/ 297187 h 1466230"/>
              <a:gd name="connsiteX6" fmla="*/ 810228 w 2378597"/>
              <a:gd name="connsiteY6" fmla="*/ 841197 h 1466230"/>
              <a:gd name="connsiteX7" fmla="*/ 902825 w 2378597"/>
              <a:gd name="connsiteY7" fmla="*/ 459233 h 1466230"/>
              <a:gd name="connsiteX8" fmla="*/ 972273 w 2378597"/>
              <a:gd name="connsiteY8" fmla="*/ 719663 h 1466230"/>
              <a:gd name="connsiteX9" fmla="*/ 1053296 w 2378597"/>
              <a:gd name="connsiteY9" fmla="*/ 522893 h 1466230"/>
              <a:gd name="connsiteX10" fmla="*/ 1169043 w 2378597"/>
              <a:gd name="connsiteY10" fmla="*/ 690726 h 1466230"/>
              <a:gd name="connsiteX11" fmla="*/ 1487346 w 2378597"/>
              <a:gd name="connsiteY11" fmla="*/ 621278 h 1466230"/>
              <a:gd name="connsiteX12" fmla="*/ 2378597 w 2378597"/>
              <a:gd name="connsiteY12" fmla="*/ 632852 h 1466230"/>
              <a:gd name="connsiteX0" fmla="*/ 0 w 2390172"/>
              <a:gd name="connsiteY0" fmla="*/ 1466230 h 1466230"/>
              <a:gd name="connsiteX1" fmla="*/ 300942 w 2390172"/>
              <a:gd name="connsiteY1" fmla="*/ 2033 h 1466230"/>
              <a:gd name="connsiteX2" fmla="*/ 445625 w 2390172"/>
              <a:gd name="connsiteY2" fmla="*/ 1124777 h 1466230"/>
              <a:gd name="connsiteX3" fmla="*/ 555585 w 2390172"/>
              <a:gd name="connsiteY3" fmla="*/ 140929 h 1466230"/>
              <a:gd name="connsiteX4" fmla="*/ 630820 w 2390172"/>
              <a:gd name="connsiteY4" fmla="*/ 985881 h 1466230"/>
              <a:gd name="connsiteX5" fmla="*/ 734992 w 2390172"/>
              <a:gd name="connsiteY5" fmla="*/ 297187 h 1466230"/>
              <a:gd name="connsiteX6" fmla="*/ 810228 w 2390172"/>
              <a:gd name="connsiteY6" fmla="*/ 841197 h 1466230"/>
              <a:gd name="connsiteX7" fmla="*/ 902825 w 2390172"/>
              <a:gd name="connsiteY7" fmla="*/ 459233 h 1466230"/>
              <a:gd name="connsiteX8" fmla="*/ 972273 w 2390172"/>
              <a:gd name="connsiteY8" fmla="*/ 719663 h 1466230"/>
              <a:gd name="connsiteX9" fmla="*/ 1053296 w 2390172"/>
              <a:gd name="connsiteY9" fmla="*/ 522893 h 1466230"/>
              <a:gd name="connsiteX10" fmla="*/ 1169043 w 2390172"/>
              <a:gd name="connsiteY10" fmla="*/ 690726 h 1466230"/>
              <a:gd name="connsiteX11" fmla="*/ 1487346 w 2390172"/>
              <a:gd name="connsiteY11" fmla="*/ 621278 h 1466230"/>
              <a:gd name="connsiteX12" fmla="*/ 2390172 w 2390172"/>
              <a:gd name="connsiteY12" fmla="*/ 627064 h 146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90172" h="1466230">
                <a:moveTo>
                  <a:pt x="0" y="1466230"/>
                </a:moveTo>
                <a:cubicBezTo>
                  <a:pt x="113335" y="762586"/>
                  <a:pt x="226671" y="58942"/>
                  <a:pt x="300942" y="2033"/>
                </a:cubicBezTo>
                <a:cubicBezTo>
                  <a:pt x="375213" y="-54876"/>
                  <a:pt x="403185" y="1101628"/>
                  <a:pt x="445625" y="1124777"/>
                </a:cubicBezTo>
                <a:cubicBezTo>
                  <a:pt x="488065" y="1147926"/>
                  <a:pt x="524719" y="164078"/>
                  <a:pt x="555585" y="140929"/>
                </a:cubicBezTo>
                <a:cubicBezTo>
                  <a:pt x="586451" y="117780"/>
                  <a:pt x="600919" y="959838"/>
                  <a:pt x="630820" y="985881"/>
                </a:cubicBezTo>
                <a:cubicBezTo>
                  <a:pt x="660721" y="1011924"/>
                  <a:pt x="705091" y="321301"/>
                  <a:pt x="734992" y="297187"/>
                </a:cubicBezTo>
                <a:cubicBezTo>
                  <a:pt x="764893" y="273073"/>
                  <a:pt x="782256" y="814190"/>
                  <a:pt x="810228" y="841197"/>
                </a:cubicBezTo>
                <a:cubicBezTo>
                  <a:pt x="838200" y="868204"/>
                  <a:pt x="875818" y="479489"/>
                  <a:pt x="902825" y="459233"/>
                </a:cubicBezTo>
                <a:cubicBezTo>
                  <a:pt x="929832" y="438977"/>
                  <a:pt x="947195" y="709053"/>
                  <a:pt x="972273" y="719663"/>
                </a:cubicBezTo>
                <a:cubicBezTo>
                  <a:pt x="997352" y="730273"/>
                  <a:pt x="1020501" y="527716"/>
                  <a:pt x="1053296" y="522893"/>
                </a:cubicBezTo>
                <a:cubicBezTo>
                  <a:pt x="1086091" y="518070"/>
                  <a:pt x="1096701" y="674329"/>
                  <a:pt x="1169043" y="690726"/>
                </a:cubicBezTo>
                <a:cubicBezTo>
                  <a:pt x="1241385" y="707123"/>
                  <a:pt x="1444906" y="624172"/>
                  <a:pt x="1487346" y="621278"/>
                </a:cubicBezTo>
                <a:cubicBezTo>
                  <a:pt x="1529786" y="618384"/>
                  <a:pt x="2249346" y="625617"/>
                  <a:pt x="2390172" y="627064"/>
                </a:cubicBez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4" name="给定6">
            <a:extLst>
              <a:ext uri="{FF2B5EF4-FFF2-40B4-BE49-F238E27FC236}">
                <a16:creationId xmlns:a16="http://schemas.microsoft.com/office/drawing/2014/main" id="{D02DB8F5-BE57-B507-09C3-168E8DA8DA77}"/>
              </a:ext>
            </a:extLst>
          </p:cNvPr>
          <p:cNvCxnSpPr/>
          <p:nvPr/>
        </p:nvCxnSpPr>
        <p:spPr>
          <a:xfrm>
            <a:off x="8976167" y="5592475"/>
            <a:ext cx="2419027" cy="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响应6">
            <a:extLst>
              <a:ext uri="{FF2B5EF4-FFF2-40B4-BE49-F238E27FC236}">
                <a16:creationId xmlns:a16="http://schemas.microsoft.com/office/drawing/2014/main" id="{DE5A4B3F-2270-7321-DC45-8795E0A0B72B}"/>
              </a:ext>
            </a:extLst>
          </p:cNvPr>
          <p:cNvSpPr/>
          <p:nvPr/>
        </p:nvSpPr>
        <p:spPr>
          <a:xfrm>
            <a:off x="8976167" y="5473573"/>
            <a:ext cx="2407534" cy="956164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07534" h="956164">
                <a:moveTo>
                  <a:pt x="0" y="956164"/>
                </a:moveTo>
                <a:cubicBezTo>
                  <a:pt x="147577" y="549603"/>
                  <a:pt x="173620" y="165227"/>
                  <a:pt x="254643" y="35976"/>
                </a:cubicBezTo>
                <a:cubicBezTo>
                  <a:pt x="335666" y="-93275"/>
                  <a:pt x="416689" y="166192"/>
                  <a:pt x="486137" y="180660"/>
                </a:cubicBezTo>
                <a:cubicBezTo>
                  <a:pt x="555585" y="195128"/>
                  <a:pt x="580663" y="133396"/>
                  <a:pt x="671331" y="122786"/>
                </a:cubicBezTo>
                <a:cubicBezTo>
                  <a:pt x="761999" y="112176"/>
                  <a:pt x="1030147" y="116999"/>
                  <a:pt x="1030147" y="116999"/>
                </a:cubicBezTo>
                <a:lnTo>
                  <a:pt x="2407534" y="122786"/>
                </a:ln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15" name="问题">
            <a:extLst>
              <a:ext uri="{FF2B5EF4-FFF2-40B4-BE49-F238E27FC236}">
                <a16:creationId xmlns:a16="http://schemas.microsoft.com/office/drawing/2014/main" id="{894845B0-8AC0-3343-ECA7-C9C6DA634022}"/>
              </a:ext>
            </a:extLst>
          </p:cNvPr>
          <p:cNvGrpSpPr/>
          <p:nvPr/>
        </p:nvGrpSpPr>
        <p:grpSpPr>
          <a:xfrm>
            <a:off x="6043377" y="156691"/>
            <a:ext cx="3696594" cy="881063"/>
            <a:chOff x="5348307" y="5538470"/>
            <a:chExt cx="3696594" cy="881063"/>
          </a:xfrm>
        </p:grpSpPr>
        <p:sp>
          <p:nvSpPr>
            <p:cNvPr id="116" name="问号">
              <a:extLst>
                <a:ext uri="{FF2B5EF4-FFF2-40B4-BE49-F238E27FC236}">
                  <a16:creationId xmlns:a16="http://schemas.microsoft.com/office/drawing/2014/main" id="{FAEA6443-640A-4756-D6CB-E6A09C97B35A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117" name="文本">
              <a:extLst>
                <a:ext uri="{FF2B5EF4-FFF2-40B4-BE49-F238E27FC236}">
                  <a16:creationId xmlns:a16="http://schemas.microsoft.com/office/drawing/2014/main" id="{E7419C46-D57C-4DCA-B807-448AFF2FC339}"/>
                </a:ext>
              </a:extLst>
            </p:cNvPr>
            <p:cNvSpPr txBox="1"/>
            <p:nvPr/>
          </p:nvSpPr>
          <p:spPr>
            <a:xfrm>
              <a:off x="6306265" y="5726958"/>
              <a:ext cx="273863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如何量化性能？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6558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repeatCount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2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26" grpId="0"/>
      <p:bldP spid="30" grpId="0"/>
      <p:bldP spid="31" grpId="0"/>
      <p:bldP spid="8" grpId="0" animBg="1"/>
      <p:bldP spid="10" grpId="0" animBg="1"/>
      <p:bldP spid="111" grpId="0" animBg="1"/>
      <p:bldP spid="12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472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控制系统的要求</a:t>
            </a:r>
          </a:p>
        </p:txBody>
      </p:sp>
      <p:grpSp>
        <p:nvGrpSpPr>
          <p:cNvPr id="32" name="坐标轴1">
            <a:extLst>
              <a:ext uri="{FF2B5EF4-FFF2-40B4-BE49-F238E27FC236}">
                <a16:creationId xmlns:a16="http://schemas.microsoft.com/office/drawing/2014/main" id="{8AEFC5BF-E419-6013-60A1-662EDAD77802}"/>
              </a:ext>
            </a:extLst>
          </p:cNvPr>
          <p:cNvGrpSpPr/>
          <p:nvPr/>
        </p:nvGrpSpPr>
        <p:grpSpPr>
          <a:xfrm>
            <a:off x="4938559" y="1082030"/>
            <a:ext cx="3240701" cy="1683627"/>
            <a:chOff x="155968" y="1286258"/>
            <a:chExt cx="3240701" cy="1683627"/>
          </a:xfrm>
        </p:grpSpPr>
        <p:cxnSp>
          <p:nvCxnSpPr>
            <p:cNvPr id="34" name="x轴">
              <a:extLst>
                <a:ext uri="{FF2B5EF4-FFF2-40B4-BE49-F238E27FC236}">
                  <a16:creationId xmlns:a16="http://schemas.microsoft.com/office/drawing/2014/main" id="{AE201CFB-AA9F-52EF-0537-E40A00D7AE65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2708275"/>
              <a:ext cx="260933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y轴">
              <a:extLst>
                <a:ext uri="{FF2B5EF4-FFF2-40B4-BE49-F238E27FC236}">
                  <a16:creationId xmlns:a16="http://schemas.microsoft.com/office/drawing/2014/main" id="{F2C885D2-C85A-6FF8-1262-7E2F287EA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944" y="1286258"/>
              <a:ext cx="9713" cy="142843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labelt">
                  <a:extLst>
                    <a:ext uri="{FF2B5EF4-FFF2-40B4-BE49-F238E27FC236}">
                      <a16:creationId xmlns:a16="http://schemas.microsoft.com/office/drawing/2014/main" id="{D53A45C3-5ED1-7825-7C5D-CF42960BAFD9}"/>
                    </a:ext>
                  </a:extLst>
                </p:cNvPr>
                <p:cNvSpPr txBox="1"/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6" name="labelt">
                  <a:extLst>
                    <a:ext uri="{FF2B5EF4-FFF2-40B4-BE49-F238E27FC236}">
                      <a16:creationId xmlns:a16="http://schemas.microsoft.com/office/drawing/2014/main" id="{D53A45C3-5ED1-7825-7C5D-CF42960BAF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label0">
                  <a:extLst>
                    <a:ext uri="{FF2B5EF4-FFF2-40B4-BE49-F238E27FC236}">
                      <a16:creationId xmlns:a16="http://schemas.microsoft.com/office/drawing/2014/main" id="{042C2D88-686B-7C76-1138-9DCDDC42DBDC}"/>
                    </a:ext>
                  </a:extLst>
                </p:cNvPr>
                <p:cNvSpPr txBox="1"/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7" name="label0">
                  <a:extLst>
                    <a:ext uri="{FF2B5EF4-FFF2-40B4-BE49-F238E27FC236}">
                      <a16:creationId xmlns:a16="http://schemas.microsoft.com/office/drawing/2014/main" id="{042C2D88-686B-7C76-1138-9DCDDC42DB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10000" r="-7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7" name="坐标轴2">
            <a:extLst>
              <a:ext uri="{FF2B5EF4-FFF2-40B4-BE49-F238E27FC236}">
                <a16:creationId xmlns:a16="http://schemas.microsoft.com/office/drawing/2014/main" id="{04E493F7-4456-9A7E-1365-C57C55D7AE7B}"/>
              </a:ext>
            </a:extLst>
          </p:cNvPr>
          <p:cNvGrpSpPr/>
          <p:nvPr/>
        </p:nvGrpSpPr>
        <p:grpSpPr>
          <a:xfrm>
            <a:off x="8586198" y="1082030"/>
            <a:ext cx="3240701" cy="1683627"/>
            <a:chOff x="155968" y="1286258"/>
            <a:chExt cx="3240701" cy="1683627"/>
          </a:xfrm>
        </p:grpSpPr>
        <p:cxnSp>
          <p:nvCxnSpPr>
            <p:cNvPr id="68" name="x轴">
              <a:extLst>
                <a:ext uri="{FF2B5EF4-FFF2-40B4-BE49-F238E27FC236}">
                  <a16:creationId xmlns:a16="http://schemas.microsoft.com/office/drawing/2014/main" id="{D74C6CDA-077C-4289-6AFE-30AEE4A028AB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2708275"/>
              <a:ext cx="260933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y轴">
              <a:extLst>
                <a:ext uri="{FF2B5EF4-FFF2-40B4-BE49-F238E27FC236}">
                  <a16:creationId xmlns:a16="http://schemas.microsoft.com/office/drawing/2014/main" id="{37803D71-4032-A817-6DAF-1E5F485B70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944" y="1286258"/>
              <a:ext cx="9713" cy="142843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labelt">
                  <a:extLst>
                    <a:ext uri="{FF2B5EF4-FFF2-40B4-BE49-F238E27FC236}">
                      <a16:creationId xmlns:a16="http://schemas.microsoft.com/office/drawing/2014/main" id="{15A2A9BD-1E75-85A5-C475-C84B1212A3B1}"/>
                    </a:ext>
                  </a:extLst>
                </p:cNvPr>
                <p:cNvSpPr txBox="1"/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0" name="labelt">
                  <a:extLst>
                    <a:ext uri="{FF2B5EF4-FFF2-40B4-BE49-F238E27FC236}">
                      <a16:creationId xmlns:a16="http://schemas.microsoft.com/office/drawing/2014/main" id="{15A2A9BD-1E75-85A5-C475-C84B1212A3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label0">
                  <a:extLst>
                    <a:ext uri="{FF2B5EF4-FFF2-40B4-BE49-F238E27FC236}">
                      <a16:creationId xmlns:a16="http://schemas.microsoft.com/office/drawing/2014/main" id="{D4B5C97F-DD6A-EEF9-ED46-C1797DD88E87}"/>
                    </a:ext>
                  </a:extLst>
                </p:cNvPr>
                <p:cNvSpPr txBox="1"/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1" name="label0">
                  <a:extLst>
                    <a:ext uri="{FF2B5EF4-FFF2-40B4-BE49-F238E27FC236}">
                      <a16:creationId xmlns:a16="http://schemas.microsoft.com/office/drawing/2014/main" id="{D4B5C97F-DD6A-EEF9-ED46-C1797DD88E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10000" r="-7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4" name="坐标轴3">
            <a:extLst>
              <a:ext uri="{FF2B5EF4-FFF2-40B4-BE49-F238E27FC236}">
                <a16:creationId xmlns:a16="http://schemas.microsoft.com/office/drawing/2014/main" id="{5A986AC8-33CB-5617-FEEF-E205F9CF1D54}"/>
              </a:ext>
            </a:extLst>
          </p:cNvPr>
          <p:cNvGrpSpPr/>
          <p:nvPr/>
        </p:nvGrpSpPr>
        <p:grpSpPr>
          <a:xfrm>
            <a:off x="4938559" y="3082493"/>
            <a:ext cx="3240701" cy="1683627"/>
            <a:chOff x="155968" y="1286258"/>
            <a:chExt cx="3240701" cy="1683627"/>
          </a:xfrm>
        </p:grpSpPr>
        <p:cxnSp>
          <p:nvCxnSpPr>
            <p:cNvPr id="75" name="x轴">
              <a:extLst>
                <a:ext uri="{FF2B5EF4-FFF2-40B4-BE49-F238E27FC236}">
                  <a16:creationId xmlns:a16="http://schemas.microsoft.com/office/drawing/2014/main" id="{8457FC0A-5005-3C51-5A53-DF27999B03F4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2708275"/>
              <a:ext cx="260933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y轴">
              <a:extLst>
                <a:ext uri="{FF2B5EF4-FFF2-40B4-BE49-F238E27FC236}">
                  <a16:creationId xmlns:a16="http://schemas.microsoft.com/office/drawing/2014/main" id="{1398D526-CB12-F59C-2281-DC624F4815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944" y="1286258"/>
              <a:ext cx="9713" cy="142843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labelt">
                  <a:extLst>
                    <a:ext uri="{FF2B5EF4-FFF2-40B4-BE49-F238E27FC236}">
                      <a16:creationId xmlns:a16="http://schemas.microsoft.com/office/drawing/2014/main" id="{000AA092-EDD4-1098-F6C9-DC0542ADF495}"/>
                    </a:ext>
                  </a:extLst>
                </p:cNvPr>
                <p:cNvSpPr txBox="1"/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9" name="labelt">
                  <a:extLst>
                    <a:ext uri="{FF2B5EF4-FFF2-40B4-BE49-F238E27FC236}">
                      <a16:creationId xmlns:a16="http://schemas.microsoft.com/office/drawing/2014/main" id="{000AA092-EDD4-1098-F6C9-DC0542ADF4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label0">
                  <a:extLst>
                    <a:ext uri="{FF2B5EF4-FFF2-40B4-BE49-F238E27FC236}">
                      <a16:creationId xmlns:a16="http://schemas.microsoft.com/office/drawing/2014/main" id="{00F54BB0-518D-329F-5EE6-5B40A42820A3}"/>
                    </a:ext>
                  </a:extLst>
                </p:cNvPr>
                <p:cNvSpPr txBox="1"/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2" name="label0">
                  <a:extLst>
                    <a:ext uri="{FF2B5EF4-FFF2-40B4-BE49-F238E27FC236}">
                      <a16:creationId xmlns:a16="http://schemas.microsoft.com/office/drawing/2014/main" id="{00F54BB0-518D-329F-5EE6-5B40A42820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10000" r="-7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3" name="坐标轴4">
            <a:extLst>
              <a:ext uri="{FF2B5EF4-FFF2-40B4-BE49-F238E27FC236}">
                <a16:creationId xmlns:a16="http://schemas.microsoft.com/office/drawing/2014/main" id="{DF4CEB7D-0F37-AEE1-DF0C-E572B8BF0C72}"/>
              </a:ext>
            </a:extLst>
          </p:cNvPr>
          <p:cNvGrpSpPr/>
          <p:nvPr/>
        </p:nvGrpSpPr>
        <p:grpSpPr>
          <a:xfrm>
            <a:off x="8586198" y="3062398"/>
            <a:ext cx="3240701" cy="1683627"/>
            <a:chOff x="155968" y="1286258"/>
            <a:chExt cx="3240701" cy="1683627"/>
          </a:xfrm>
        </p:grpSpPr>
        <p:cxnSp>
          <p:nvCxnSpPr>
            <p:cNvPr id="84" name="x轴">
              <a:extLst>
                <a:ext uri="{FF2B5EF4-FFF2-40B4-BE49-F238E27FC236}">
                  <a16:creationId xmlns:a16="http://schemas.microsoft.com/office/drawing/2014/main" id="{3D33574A-24FB-7027-6B0F-3C2A5B131BCA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2708275"/>
              <a:ext cx="260933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y轴">
              <a:extLst>
                <a:ext uri="{FF2B5EF4-FFF2-40B4-BE49-F238E27FC236}">
                  <a16:creationId xmlns:a16="http://schemas.microsoft.com/office/drawing/2014/main" id="{17DE56EE-7BDE-9FAA-30C0-4AF8A27C02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944" y="1286258"/>
              <a:ext cx="9713" cy="142843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labelt">
                  <a:extLst>
                    <a:ext uri="{FF2B5EF4-FFF2-40B4-BE49-F238E27FC236}">
                      <a16:creationId xmlns:a16="http://schemas.microsoft.com/office/drawing/2014/main" id="{B9C0BA01-A8B1-F377-ABDB-F15DA1C2DCC0}"/>
                    </a:ext>
                  </a:extLst>
                </p:cNvPr>
                <p:cNvSpPr txBox="1"/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6" name="labelt">
                  <a:extLst>
                    <a:ext uri="{FF2B5EF4-FFF2-40B4-BE49-F238E27FC236}">
                      <a16:creationId xmlns:a16="http://schemas.microsoft.com/office/drawing/2014/main" id="{B9C0BA01-A8B1-F377-ABDB-F15DA1C2DC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label0">
                  <a:extLst>
                    <a:ext uri="{FF2B5EF4-FFF2-40B4-BE49-F238E27FC236}">
                      <a16:creationId xmlns:a16="http://schemas.microsoft.com/office/drawing/2014/main" id="{F5CC63C4-4B11-3463-1EF7-387286A86C43}"/>
                    </a:ext>
                  </a:extLst>
                </p:cNvPr>
                <p:cNvSpPr txBox="1"/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7" name="label0">
                  <a:extLst>
                    <a:ext uri="{FF2B5EF4-FFF2-40B4-BE49-F238E27FC236}">
                      <a16:creationId xmlns:a16="http://schemas.microsoft.com/office/drawing/2014/main" id="{F5CC63C4-4B11-3463-1EF7-387286A86C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10000" r="-7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8" name="坐标轴6">
            <a:extLst>
              <a:ext uri="{FF2B5EF4-FFF2-40B4-BE49-F238E27FC236}">
                <a16:creationId xmlns:a16="http://schemas.microsoft.com/office/drawing/2014/main" id="{C2C15D41-731B-3E4D-63FC-484073D0EAD8}"/>
              </a:ext>
            </a:extLst>
          </p:cNvPr>
          <p:cNvGrpSpPr/>
          <p:nvPr/>
        </p:nvGrpSpPr>
        <p:grpSpPr>
          <a:xfrm>
            <a:off x="4938559" y="5029205"/>
            <a:ext cx="3240701" cy="1683627"/>
            <a:chOff x="155968" y="1286258"/>
            <a:chExt cx="3240701" cy="1683627"/>
          </a:xfrm>
        </p:grpSpPr>
        <p:cxnSp>
          <p:nvCxnSpPr>
            <p:cNvPr id="90" name="x轴">
              <a:extLst>
                <a:ext uri="{FF2B5EF4-FFF2-40B4-BE49-F238E27FC236}">
                  <a16:creationId xmlns:a16="http://schemas.microsoft.com/office/drawing/2014/main" id="{2759000D-5C7E-FC7F-1076-984CA96370C6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2708275"/>
              <a:ext cx="260933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y轴">
              <a:extLst>
                <a:ext uri="{FF2B5EF4-FFF2-40B4-BE49-F238E27FC236}">
                  <a16:creationId xmlns:a16="http://schemas.microsoft.com/office/drawing/2014/main" id="{E41F5F64-634F-0207-BB6A-AF8E605909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944" y="1286258"/>
              <a:ext cx="9713" cy="142843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labelt">
                  <a:extLst>
                    <a:ext uri="{FF2B5EF4-FFF2-40B4-BE49-F238E27FC236}">
                      <a16:creationId xmlns:a16="http://schemas.microsoft.com/office/drawing/2014/main" id="{E23449EA-2DCC-0B77-60F8-57E20975B051}"/>
                    </a:ext>
                  </a:extLst>
                </p:cNvPr>
                <p:cNvSpPr txBox="1"/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7" name="labelt">
                  <a:extLst>
                    <a:ext uri="{FF2B5EF4-FFF2-40B4-BE49-F238E27FC236}">
                      <a16:creationId xmlns:a16="http://schemas.microsoft.com/office/drawing/2014/main" id="{E23449EA-2DCC-0B77-60F8-57E20975B0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label0">
                  <a:extLst>
                    <a:ext uri="{FF2B5EF4-FFF2-40B4-BE49-F238E27FC236}">
                      <a16:creationId xmlns:a16="http://schemas.microsoft.com/office/drawing/2014/main" id="{E3A3EFD4-A71B-3DE2-35C5-2192CC24181F}"/>
                    </a:ext>
                  </a:extLst>
                </p:cNvPr>
                <p:cNvSpPr txBox="1"/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3" name="label0">
                  <a:extLst>
                    <a:ext uri="{FF2B5EF4-FFF2-40B4-BE49-F238E27FC236}">
                      <a16:creationId xmlns:a16="http://schemas.microsoft.com/office/drawing/2014/main" id="{E3A3EFD4-A71B-3DE2-35C5-2192CC2418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10000" r="-7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4" name="坐标轴6">
            <a:extLst>
              <a:ext uri="{FF2B5EF4-FFF2-40B4-BE49-F238E27FC236}">
                <a16:creationId xmlns:a16="http://schemas.microsoft.com/office/drawing/2014/main" id="{2EEA1FC2-0A45-BA7E-B4D2-09E4AF8B961F}"/>
              </a:ext>
            </a:extLst>
          </p:cNvPr>
          <p:cNvGrpSpPr/>
          <p:nvPr/>
        </p:nvGrpSpPr>
        <p:grpSpPr>
          <a:xfrm>
            <a:off x="8586198" y="5026529"/>
            <a:ext cx="3240701" cy="1683627"/>
            <a:chOff x="155968" y="1286258"/>
            <a:chExt cx="3240701" cy="1683627"/>
          </a:xfrm>
        </p:grpSpPr>
        <p:cxnSp>
          <p:nvCxnSpPr>
            <p:cNvPr id="105" name="x轴">
              <a:extLst>
                <a:ext uri="{FF2B5EF4-FFF2-40B4-BE49-F238E27FC236}">
                  <a16:creationId xmlns:a16="http://schemas.microsoft.com/office/drawing/2014/main" id="{7AE2E3A9-F170-0BCA-B0E0-7D340784BF2F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2708275"/>
              <a:ext cx="260933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y轴">
              <a:extLst>
                <a:ext uri="{FF2B5EF4-FFF2-40B4-BE49-F238E27FC236}">
                  <a16:creationId xmlns:a16="http://schemas.microsoft.com/office/drawing/2014/main" id="{46F6C8E6-CD17-2332-20FE-88A203C688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944" y="1286258"/>
              <a:ext cx="9713" cy="142843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labelt">
                  <a:extLst>
                    <a:ext uri="{FF2B5EF4-FFF2-40B4-BE49-F238E27FC236}">
                      <a16:creationId xmlns:a16="http://schemas.microsoft.com/office/drawing/2014/main" id="{225C9E20-7D03-512A-DEA3-FF20512B516B}"/>
                    </a:ext>
                  </a:extLst>
                </p:cNvPr>
                <p:cNvSpPr txBox="1"/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7" name="labelt">
                  <a:extLst>
                    <a:ext uri="{FF2B5EF4-FFF2-40B4-BE49-F238E27FC236}">
                      <a16:creationId xmlns:a16="http://schemas.microsoft.com/office/drawing/2014/main" id="{225C9E20-7D03-512A-DEA3-FF20512B51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5968" y="2190001"/>
                  <a:ext cx="520701" cy="52469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label0">
                  <a:extLst>
                    <a:ext uri="{FF2B5EF4-FFF2-40B4-BE49-F238E27FC236}">
                      <a16:creationId xmlns:a16="http://schemas.microsoft.com/office/drawing/2014/main" id="{541A9BD1-048F-A7DC-9500-0A1759998FB8}"/>
                    </a:ext>
                  </a:extLst>
                </p:cNvPr>
                <p:cNvSpPr txBox="1"/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8" name="label0">
                  <a:extLst>
                    <a:ext uri="{FF2B5EF4-FFF2-40B4-BE49-F238E27FC236}">
                      <a16:creationId xmlns:a16="http://schemas.microsoft.com/office/drawing/2014/main" id="{541A9BD1-048F-A7DC-9500-0A1759998F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10000" r="-7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给定1">
            <a:extLst>
              <a:ext uri="{FF2B5EF4-FFF2-40B4-BE49-F238E27FC236}">
                <a16:creationId xmlns:a16="http://schemas.microsoft.com/office/drawing/2014/main" id="{B0FAF5AC-7336-4033-17B3-6DA961EB5AD3}"/>
              </a:ext>
            </a:extLst>
          </p:cNvPr>
          <p:cNvSpPr/>
          <p:nvPr/>
        </p:nvSpPr>
        <p:spPr>
          <a:xfrm>
            <a:off x="5287857" y="1638187"/>
            <a:ext cx="2440418" cy="837021"/>
          </a:xfrm>
          <a:custGeom>
            <a:avLst/>
            <a:gdLst>
              <a:gd name="connsiteX0" fmla="*/ 0 w 2440418"/>
              <a:gd name="connsiteY0" fmla="*/ 0 h 847788"/>
              <a:gd name="connsiteX1" fmla="*/ 775120 w 2440418"/>
              <a:gd name="connsiteY1" fmla="*/ 6056 h 847788"/>
              <a:gd name="connsiteX2" fmla="*/ 775120 w 2440418"/>
              <a:gd name="connsiteY2" fmla="*/ 835677 h 847788"/>
              <a:gd name="connsiteX3" fmla="*/ 920455 w 2440418"/>
              <a:gd name="connsiteY3" fmla="*/ 847788 h 847788"/>
              <a:gd name="connsiteX4" fmla="*/ 926511 w 2440418"/>
              <a:gd name="connsiteY4" fmla="*/ 6056 h 847788"/>
              <a:gd name="connsiteX5" fmla="*/ 2440418 w 2440418"/>
              <a:gd name="connsiteY5" fmla="*/ 6056 h 847788"/>
              <a:gd name="connsiteX0" fmla="*/ 0 w 2440418"/>
              <a:gd name="connsiteY0" fmla="*/ 0 h 841732"/>
              <a:gd name="connsiteX1" fmla="*/ 775120 w 2440418"/>
              <a:gd name="connsiteY1" fmla="*/ 6056 h 841732"/>
              <a:gd name="connsiteX2" fmla="*/ 775120 w 2440418"/>
              <a:gd name="connsiteY2" fmla="*/ 835677 h 841732"/>
              <a:gd name="connsiteX3" fmla="*/ 926511 w 2440418"/>
              <a:gd name="connsiteY3" fmla="*/ 841732 h 841732"/>
              <a:gd name="connsiteX4" fmla="*/ 926511 w 2440418"/>
              <a:gd name="connsiteY4" fmla="*/ 6056 h 841732"/>
              <a:gd name="connsiteX5" fmla="*/ 2440418 w 2440418"/>
              <a:gd name="connsiteY5" fmla="*/ 6056 h 841732"/>
              <a:gd name="connsiteX0" fmla="*/ 0 w 2440418"/>
              <a:gd name="connsiteY0" fmla="*/ 0 h 837021"/>
              <a:gd name="connsiteX1" fmla="*/ 775120 w 2440418"/>
              <a:gd name="connsiteY1" fmla="*/ 6056 h 837021"/>
              <a:gd name="connsiteX2" fmla="*/ 775120 w 2440418"/>
              <a:gd name="connsiteY2" fmla="*/ 835677 h 837021"/>
              <a:gd name="connsiteX3" fmla="*/ 921797 w 2440418"/>
              <a:gd name="connsiteY3" fmla="*/ 837018 h 837021"/>
              <a:gd name="connsiteX4" fmla="*/ 926511 w 2440418"/>
              <a:gd name="connsiteY4" fmla="*/ 6056 h 837021"/>
              <a:gd name="connsiteX5" fmla="*/ 2440418 w 2440418"/>
              <a:gd name="connsiteY5" fmla="*/ 6056 h 837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40418" h="837021">
                <a:moveTo>
                  <a:pt x="0" y="0"/>
                </a:moveTo>
                <a:lnTo>
                  <a:pt x="775120" y="6056"/>
                </a:lnTo>
                <a:lnTo>
                  <a:pt x="775120" y="835677"/>
                </a:lnTo>
                <a:cubicBezTo>
                  <a:pt x="823565" y="839714"/>
                  <a:pt x="873352" y="832981"/>
                  <a:pt x="921797" y="837018"/>
                </a:cubicBezTo>
                <a:cubicBezTo>
                  <a:pt x="923816" y="556441"/>
                  <a:pt x="924492" y="286633"/>
                  <a:pt x="926511" y="6056"/>
                </a:cubicBezTo>
                <a:lnTo>
                  <a:pt x="2440418" y="6056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响应1">
            <a:extLst>
              <a:ext uri="{FF2B5EF4-FFF2-40B4-BE49-F238E27FC236}">
                <a16:creationId xmlns:a16="http://schemas.microsoft.com/office/drawing/2014/main" id="{99341FF0-034F-B165-984A-B5FCB03FC8B0}"/>
              </a:ext>
            </a:extLst>
          </p:cNvPr>
          <p:cNvSpPr/>
          <p:nvPr/>
        </p:nvSpPr>
        <p:spPr>
          <a:xfrm>
            <a:off x="5304391" y="1023648"/>
            <a:ext cx="2372810" cy="1296385"/>
          </a:xfrm>
          <a:custGeom>
            <a:avLst/>
            <a:gdLst>
              <a:gd name="connsiteX0" fmla="*/ 0 w 2372810"/>
              <a:gd name="connsiteY0" fmla="*/ 613478 h 1296385"/>
              <a:gd name="connsiteX1" fmla="*/ 717630 w 2372810"/>
              <a:gd name="connsiteY1" fmla="*/ 630840 h 1296385"/>
              <a:gd name="connsiteX2" fmla="*/ 960699 w 2372810"/>
              <a:gd name="connsiteY2" fmla="*/ 1053316 h 1296385"/>
              <a:gd name="connsiteX3" fmla="*/ 1111169 w 2372810"/>
              <a:gd name="connsiteY3" fmla="*/ 515094 h 1296385"/>
              <a:gd name="connsiteX4" fmla="*/ 1331088 w 2372810"/>
              <a:gd name="connsiteY4" fmla="*/ 1134339 h 1296385"/>
              <a:gd name="connsiteX5" fmla="*/ 1487347 w 2372810"/>
              <a:gd name="connsiteY5" fmla="*/ 324111 h 1296385"/>
              <a:gd name="connsiteX6" fmla="*/ 1736202 w 2372810"/>
              <a:gd name="connsiteY6" fmla="*/ 1261661 h 1296385"/>
              <a:gd name="connsiteX7" fmla="*/ 2031357 w 2372810"/>
              <a:gd name="connsiteY7" fmla="*/ 20 h 1296385"/>
              <a:gd name="connsiteX8" fmla="*/ 2372810 w 2372810"/>
              <a:gd name="connsiteY8" fmla="*/ 1296385 h 129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2810" h="1296385">
                <a:moveTo>
                  <a:pt x="0" y="613478"/>
                </a:moveTo>
                <a:cubicBezTo>
                  <a:pt x="278757" y="585506"/>
                  <a:pt x="557514" y="557534"/>
                  <a:pt x="717630" y="630840"/>
                </a:cubicBezTo>
                <a:cubicBezTo>
                  <a:pt x="877746" y="704146"/>
                  <a:pt x="895109" y="1072607"/>
                  <a:pt x="960699" y="1053316"/>
                </a:cubicBezTo>
                <a:cubicBezTo>
                  <a:pt x="1026289" y="1034025"/>
                  <a:pt x="1049438" y="501590"/>
                  <a:pt x="1111169" y="515094"/>
                </a:cubicBezTo>
                <a:cubicBezTo>
                  <a:pt x="1172901" y="528598"/>
                  <a:pt x="1268392" y="1166169"/>
                  <a:pt x="1331088" y="1134339"/>
                </a:cubicBezTo>
                <a:cubicBezTo>
                  <a:pt x="1393784" y="1102509"/>
                  <a:pt x="1419828" y="302891"/>
                  <a:pt x="1487347" y="324111"/>
                </a:cubicBezTo>
                <a:cubicBezTo>
                  <a:pt x="1554866" y="345331"/>
                  <a:pt x="1645534" y="1315676"/>
                  <a:pt x="1736202" y="1261661"/>
                </a:cubicBezTo>
                <a:cubicBezTo>
                  <a:pt x="1826870" y="1207646"/>
                  <a:pt x="1925256" y="-5767"/>
                  <a:pt x="2031357" y="20"/>
                </a:cubicBezTo>
                <a:cubicBezTo>
                  <a:pt x="2137458" y="5807"/>
                  <a:pt x="2308185" y="1058139"/>
                  <a:pt x="2372810" y="1296385"/>
                </a:cubicBez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1" name="给定2">
            <a:extLst>
              <a:ext uri="{FF2B5EF4-FFF2-40B4-BE49-F238E27FC236}">
                <a16:creationId xmlns:a16="http://schemas.microsoft.com/office/drawing/2014/main" id="{12C1C3D0-DD15-579B-D9AA-B0065D3EE273}"/>
              </a:ext>
            </a:extLst>
          </p:cNvPr>
          <p:cNvSpPr/>
          <p:nvPr/>
        </p:nvSpPr>
        <p:spPr>
          <a:xfrm>
            <a:off x="8950882" y="1644302"/>
            <a:ext cx="2440418" cy="837021"/>
          </a:xfrm>
          <a:custGeom>
            <a:avLst/>
            <a:gdLst>
              <a:gd name="connsiteX0" fmla="*/ 0 w 2440418"/>
              <a:gd name="connsiteY0" fmla="*/ 0 h 847788"/>
              <a:gd name="connsiteX1" fmla="*/ 775120 w 2440418"/>
              <a:gd name="connsiteY1" fmla="*/ 6056 h 847788"/>
              <a:gd name="connsiteX2" fmla="*/ 775120 w 2440418"/>
              <a:gd name="connsiteY2" fmla="*/ 835677 h 847788"/>
              <a:gd name="connsiteX3" fmla="*/ 920455 w 2440418"/>
              <a:gd name="connsiteY3" fmla="*/ 847788 h 847788"/>
              <a:gd name="connsiteX4" fmla="*/ 926511 w 2440418"/>
              <a:gd name="connsiteY4" fmla="*/ 6056 h 847788"/>
              <a:gd name="connsiteX5" fmla="*/ 2440418 w 2440418"/>
              <a:gd name="connsiteY5" fmla="*/ 6056 h 847788"/>
              <a:gd name="connsiteX0" fmla="*/ 0 w 2440418"/>
              <a:gd name="connsiteY0" fmla="*/ 0 h 841732"/>
              <a:gd name="connsiteX1" fmla="*/ 775120 w 2440418"/>
              <a:gd name="connsiteY1" fmla="*/ 6056 h 841732"/>
              <a:gd name="connsiteX2" fmla="*/ 775120 w 2440418"/>
              <a:gd name="connsiteY2" fmla="*/ 835677 h 841732"/>
              <a:gd name="connsiteX3" fmla="*/ 926511 w 2440418"/>
              <a:gd name="connsiteY3" fmla="*/ 841732 h 841732"/>
              <a:gd name="connsiteX4" fmla="*/ 926511 w 2440418"/>
              <a:gd name="connsiteY4" fmla="*/ 6056 h 841732"/>
              <a:gd name="connsiteX5" fmla="*/ 2440418 w 2440418"/>
              <a:gd name="connsiteY5" fmla="*/ 6056 h 841732"/>
              <a:gd name="connsiteX0" fmla="*/ 0 w 2440418"/>
              <a:gd name="connsiteY0" fmla="*/ 0 h 837021"/>
              <a:gd name="connsiteX1" fmla="*/ 775120 w 2440418"/>
              <a:gd name="connsiteY1" fmla="*/ 6056 h 837021"/>
              <a:gd name="connsiteX2" fmla="*/ 775120 w 2440418"/>
              <a:gd name="connsiteY2" fmla="*/ 835677 h 837021"/>
              <a:gd name="connsiteX3" fmla="*/ 921797 w 2440418"/>
              <a:gd name="connsiteY3" fmla="*/ 837018 h 837021"/>
              <a:gd name="connsiteX4" fmla="*/ 926511 w 2440418"/>
              <a:gd name="connsiteY4" fmla="*/ 6056 h 837021"/>
              <a:gd name="connsiteX5" fmla="*/ 2440418 w 2440418"/>
              <a:gd name="connsiteY5" fmla="*/ 6056 h 837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40418" h="837021">
                <a:moveTo>
                  <a:pt x="0" y="0"/>
                </a:moveTo>
                <a:lnTo>
                  <a:pt x="775120" y="6056"/>
                </a:lnTo>
                <a:lnTo>
                  <a:pt x="775120" y="835677"/>
                </a:lnTo>
                <a:cubicBezTo>
                  <a:pt x="823565" y="839714"/>
                  <a:pt x="873352" y="832981"/>
                  <a:pt x="921797" y="837018"/>
                </a:cubicBezTo>
                <a:cubicBezTo>
                  <a:pt x="923816" y="556441"/>
                  <a:pt x="924492" y="286633"/>
                  <a:pt x="926511" y="6056"/>
                </a:cubicBezTo>
                <a:lnTo>
                  <a:pt x="2440418" y="6056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响应2">
            <a:extLst>
              <a:ext uri="{FF2B5EF4-FFF2-40B4-BE49-F238E27FC236}">
                <a16:creationId xmlns:a16="http://schemas.microsoft.com/office/drawing/2014/main" id="{399F45CC-E560-3340-77BF-9C68020167DF}"/>
              </a:ext>
            </a:extLst>
          </p:cNvPr>
          <p:cNvSpPr/>
          <p:nvPr/>
        </p:nvSpPr>
        <p:spPr>
          <a:xfrm>
            <a:off x="8981954" y="1451314"/>
            <a:ext cx="2390173" cy="610905"/>
          </a:xfrm>
          <a:custGeom>
            <a:avLst/>
            <a:gdLst>
              <a:gd name="connsiteX0" fmla="*/ 0 w 2390173"/>
              <a:gd name="connsiteY0" fmla="*/ 186504 h 610905"/>
              <a:gd name="connsiteX1" fmla="*/ 746568 w 2390173"/>
              <a:gd name="connsiteY1" fmla="*/ 198078 h 610905"/>
              <a:gd name="connsiteX2" fmla="*/ 908613 w 2390173"/>
              <a:gd name="connsiteY2" fmla="*/ 608980 h 610905"/>
              <a:gd name="connsiteX3" fmla="*/ 1047509 w 2390173"/>
              <a:gd name="connsiteY3" fmla="*/ 7096 h 610905"/>
              <a:gd name="connsiteX4" fmla="*/ 1163256 w 2390173"/>
              <a:gd name="connsiteY4" fmla="*/ 273314 h 610905"/>
              <a:gd name="connsiteX5" fmla="*/ 1371600 w 2390173"/>
              <a:gd name="connsiteY5" fmla="*/ 186504 h 610905"/>
              <a:gd name="connsiteX6" fmla="*/ 2390173 w 2390173"/>
              <a:gd name="connsiteY6" fmla="*/ 203866 h 610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90173" h="610905">
                <a:moveTo>
                  <a:pt x="0" y="186504"/>
                </a:moveTo>
                <a:cubicBezTo>
                  <a:pt x="297566" y="157084"/>
                  <a:pt x="595133" y="127665"/>
                  <a:pt x="746568" y="198078"/>
                </a:cubicBezTo>
                <a:cubicBezTo>
                  <a:pt x="898003" y="268491"/>
                  <a:pt x="858456" y="640810"/>
                  <a:pt x="908613" y="608980"/>
                </a:cubicBezTo>
                <a:cubicBezTo>
                  <a:pt x="958770" y="577150"/>
                  <a:pt x="1005069" y="63040"/>
                  <a:pt x="1047509" y="7096"/>
                </a:cubicBezTo>
                <a:cubicBezTo>
                  <a:pt x="1089949" y="-48848"/>
                  <a:pt x="1109241" y="243413"/>
                  <a:pt x="1163256" y="273314"/>
                </a:cubicBezTo>
                <a:cubicBezTo>
                  <a:pt x="1217271" y="303215"/>
                  <a:pt x="1167114" y="198079"/>
                  <a:pt x="1371600" y="186504"/>
                </a:cubicBezTo>
                <a:cubicBezTo>
                  <a:pt x="1576086" y="174929"/>
                  <a:pt x="1983129" y="189397"/>
                  <a:pt x="2390173" y="203866"/>
                </a:cubicBez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" name="给定3">
            <a:extLst>
              <a:ext uri="{FF2B5EF4-FFF2-40B4-BE49-F238E27FC236}">
                <a16:creationId xmlns:a16="http://schemas.microsoft.com/office/drawing/2014/main" id="{822B7676-DEF5-8A3A-1737-9F39C8363D7B}"/>
              </a:ext>
            </a:extLst>
          </p:cNvPr>
          <p:cNvCxnSpPr/>
          <p:nvPr/>
        </p:nvCxnSpPr>
        <p:spPr>
          <a:xfrm>
            <a:off x="5309248" y="3501008"/>
            <a:ext cx="2419027" cy="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响应3">
            <a:extLst>
              <a:ext uri="{FF2B5EF4-FFF2-40B4-BE49-F238E27FC236}">
                <a16:creationId xmlns:a16="http://schemas.microsoft.com/office/drawing/2014/main" id="{E05BB547-B968-6953-CC68-97CE8C2C7DA8}"/>
              </a:ext>
            </a:extLst>
          </p:cNvPr>
          <p:cNvSpPr/>
          <p:nvPr/>
        </p:nvSpPr>
        <p:spPr>
          <a:xfrm>
            <a:off x="5318567" y="3110885"/>
            <a:ext cx="2419109" cy="1368518"/>
          </a:xfrm>
          <a:custGeom>
            <a:avLst/>
            <a:gdLst>
              <a:gd name="connsiteX0" fmla="*/ 0 w 2419109"/>
              <a:gd name="connsiteY0" fmla="*/ 1368518 h 1368518"/>
              <a:gd name="connsiteX1" fmla="*/ 410901 w 2419109"/>
              <a:gd name="connsiteY1" fmla="*/ 193687 h 1368518"/>
              <a:gd name="connsiteX2" fmla="*/ 590309 w 2419109"/>
              <a:gd name="connsiteY2" fmla="*/ 459905 h 1368518"/>
              <a:gd name="connsiteX3" fmla="*/ 723418 w 2419109"/>
              <a:gd name="connsiteY3" fmla="*/ 2705 h 1368518"/>
              <a:gd name="connsiteX4" fmla="*/ 810228 w 2419109"/>
              <a:gd name="connsiteY4" fmla="*/ 263135 h 1368518"/>
              <a:gd name="connsiteX5" fmla="*/ 925975 w 2419109"/>
              <a:gd name="connsiteY5" fmla="*/ 106877 h 1368518"/>
              <a:gd name="connsiteX6" fmla="*/ 1035934 w 2419109"/>
              <a:gd name="connsiteY6" fmla="*/ 187900 h 1368518"/>
              <a:gd name="connsiteX7" fmla="*/ 1197980 w 2419109"/>
              <a:gd name="connsiteY7" fmla="*/ 141601 h 1368518"/>
              <a:gd name="connsiteX8" fmla="*/ 2419109 w 2419109"/>
              <a:gd name="connsiteY8" fmla="*/ 141601 h 1368518"/>
              <a:gd name="connsiteX0" fmla="*/ 0 w 2419109"/>
              <a:gd name="connsiteY0" fmla="*/ 1368518 h 1368518"/>
              <a:gd name="connsiteX1" fmla="*/ 410901 w 2419109"/>
              <a:gd name="connsiteY1" fmla="*/ 193687 h 1368518"/>
              <a:gd name="connsiteX2" fmla="*/ 590309 w 2419109"/>
              <a:gd name="connsiteY2" fmla="*/ 459905 h 1368518"/>
              <a:gd name="connsiteX3" fmla="*/ 723418 w 2419109"/>
              <a:gd name="connsiteY3" fmla="*/ 2705 h 1368518"/>
              <a:gd name="connsiteX4" fmla="*/ 810228 w 2419109"/>
              <a:gd name="connsiteY4" fmla="*/ 263135 h 1368518"/>
              <a:gd name="connsiteX5" fmla="*/ 925975 w 2419109"/>
              <a:gd name="connsiteY5" fmla="*/ 106877 h 1368518"/>
              <a:gd name="connsiteX6" fmla="*/ 1035934 w 2419109"/>
              <a:gd name="connsiteY6" fmla="*/ 187900 h 1368518"/>
              <a:gd name="connsiteX7" fmla="*/ 1255854 w 2419109"/>
              <a:gd name="connsiteY7" fmla="*/ 141601 h 1368518"/>
              <a:gd name="connsiteX8" fmla="*/ 2419109 w 2419109"/>
              <a:gd name="connsiteY8" fmla="*/ 141601 h 1368518"/>
              <a:gd name="connsiteX0" fmla="*/ 0 w 2419109"/>
              <a:gd name="connsiteY0" fmla="*/ 1368518 h 1368518"/>
              <a:gd name="connsiteX1" fmla="*/ 410901 w 2419109"/>
              <a:gd name="connsiteY1" fmla="*/ 193687 h 1368518"/>
              <a:gd name="connsiteX2" fmla="*/ 590309 w 2419109"/>
              <a:gd name="connsiteY2" fmla="*/ 459905 h 1368518"/>
              <a:gd name="connsiteX3" fmla="*/ 723418 w 2419109"/>
              <a:gd name="connsiteY3" fmla="*/ 2705 h 1368518"/>
              <a:gd name="connsiteX4" fmla="*/ 810228 w 2419109"/>
              <a:gd name="connsiteY4" fmla="*/ 263135 h 1368518"/>
              <a:gd name="connsiteX5" fmla="*/ 925975 w 2419109"/>
              <a:gd name="connsiteY5" fmla="*/ 106877 h 1368518"/>
              <a:gd name="connsiteX6" fmla="*/ 1035934 w 2419109"/>
              <a:gd name="connsiteY6" fmla="*/ 187900 h 1368518"/>
              <a:gd name="connsiteX7" fmla="*/ 1452624 w 2419109"/>
              <a:gd name="connsiteY7" fmla="*/ 141601 h 1368518"/>
              <a:gd name="connsiteX8" fmla="*/ 2419109 w 2419109"/>
              <a:gd name="connsiteY8" fmla="*/ 141601 h 1368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19109" h="1368518">
                <a:moveTo>
                  <a:pt x="0" y="1368518"/>
                </a:moveTo>
                <a:cubicBezTo>
                  <a:pt x="156258" y="856820"/>
                  <a:pt x="312516" y="345123"/>
                  <a:pt x="410901" y="193687"/>
                </a:cubicBezTo>
                <a:cubicBezTo>
                  <a:pt x="509286" y="42251"/>
                  <a:pt x="538223" y="491735"/>
                  <a:pt x="590309" y="459905"/>
                </a:cubicBezTo>
                <a:cubicBezTo>
                  <a:pt x="642395" y="428075"/>
                  <a:pt x="686765" y="35500"/>
                  <a:pt x="723418" y="2705"/>
                </a:cubicBezTo>
                <a:cubicBezTo>
                  <a:pt x="760071" y="-30090"/>
                  <a:pt x="776469" y="245773"/>
                  <a:pt x="810228" y="263135"/>
                </a:cubicBezTo>
                <a:cubicBezTo>
                  <a:pt x="843987" y="280497"/>
                  <a:pt x="888357" y="119416"/>
                  <a:pt x="925975" y="106877"/>
                </a:cubicBezTo>
                <a:cubicBezTo>
                  <a:pt x="963593" y="94338"/>
                  <a:pt x="948159" y="182113"/>
                  <a:pt x="1035934" y="187900"/>
                </a:cubicBezTo>
                <a:cubicBezTo>
                  <a:pt x="1123709" y="193687"/>
                  <a:pt x="1222095" y="149317"/>
                  <a:pt x="1452624" y="141601"/>
                </a:cubicBezTo>
                <a:cubicBezTo>
                  <a:pt x="1683153" y="133885"/>
                  <a:pt x="1923809" y="137743"/>
                  <a:pt x="2419109" y="141601"/>
                </a:cubicBez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2" name="给定4">
            <a:extLst>
              <a:ext uri="{FF2B5EF4-FFF2-40B4-BE49-F238E27FC236}">
                <a16:creationId xmlns:a16="http://schemas.microsoft.com/office/drawing/2014/main" id="{2A7559BC-E542-33C5-D701-D10507CD9FF2}"/>
              </a:ext>
            </a:extLst>
          </p:cNvPr>
          <p:cNvCxnSpPr/>
          <p:nvPr/>
        </p:nvCxnSpPr>
        <p:spPr>
          <a:xfrm>
            <a:off x="8961577" y="3501008"/>
            <a:ext cx="2419027" cy="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响应4">
            <a:extLst>
              <a:ext uri="{FF2B5EF4-FFF2-40B4-BE49-F238E27FC236}">
                <a16:creationId xmlns:a16="http://schemas.microsoft.com/office/drawing/2014/main" id="{DF55BBCC-F98A-60B0-CC40-172D6E8EF7D4}"/>
              </a:ext>
            </a:extLst>
          </p:cNvPr>
          <p:cNvSpPr/>
          <p:nvPr/>
        </p:nvSpPr>
        <p:spPr>
          <a:xfrm>
            <a:off x="8975725" y="3335100"/>
            <a:ext cx="2384385" cy="1127275"/>
          </a:xfrm>
          <a:custGeom>
            <a:avLst/>
            <a:gdLst>
              <a:gd name="connsiteX0" fmla="*/ 0 w 2384385"/>
              <a:gd name="connsiteY0" fmla="*/ 1127275 h 1127275"/>
              <a:gd name="connsiteX1" fmla="*/ 295155 w 2384385"/>
              <a:gd name="connsiteY1" fmla="*/ 33467 h 1127275"/>
              <a:gd name="connsiteX2" fmla="*/ 520861 w 2384385"/>
              <a:gd name="connsiteY2" fmla="*/ 270748 h 1127275"/>
              <a:gd name="connsiteX3" fmla="*/ 688694 w 2384385"/>
              <a:gd name="connsiteY3" fmla="*/ 160788 h 1127275"/>
              <a:gd name="connsiteX4" fmla="*/ 1030147 w 2384385"/>
              <a:gd name="connsiteY4" fmla="*/ 166576 h 1127275"/>
              <a:gd name="connsiteX5" fmla="*/ 2384385 w 2384385"/>
              <a:gd name="connsiteY5" fmla="*/ 172363 h 112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84385" h="1127275">
                <a:moveTo>
                  <a:pt x="0" y="1127275"/>
                </a:moveTo>
                <a:cubicBezTo>
                  <a:pt x="104172" y="651748"/>
                  <a:pt x="208345" y="176221"/>
                  <a:pt x="295155" y="33467"/>
                </a:cubicBezTo>
                <a:cubicBezTo>
                  <a:pt x="381965" y="-109287"/>
                  <a:pt x="455271" y="249528"/>
                  <a:pt x="520861" y="270748"/>
                </a:cubicBezTo>
                <a:cubicBezTo>
                  <a:pt x="586451" y="291968"/>
                  <a:pt x="603813" y="178150"/>
                  <a:pt x="688694" y="160788"/>
                </a:cubicBezTo>
                <a:cubicBezTo>
                  <a:pt x="773575" y="143426"/>
                  <a:pt x="1030147" y="166576"/>
                  <a:pt x="1030147" y="166576"/>
                </a:cubicBezTo>
                <a:lnTo>
                  <a:pt x="2384385" y="172363"/>
                </a:ln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3" name="给定5">
            <a:extLst>
              <a:ext uri="{FF2B5EF4-FFF2-40B4-BE49-F238E27FC236}">
                <a16:creationId xmlns:a16="http://schemas.microsoft.com/office/drawing/2014/main" id="{E455FD3E-90A3-BB6A-273F-39FA050562C3}"/>
              </a:ext>
            </a:extLst>
          </p:cNvPr>
          <p:cNvCxnSpPr/>
          <p:nvPr/>
        </p:nvCxnSpPr>
        <p:spPr>
          <a:xfrm>
            <a:off x="5318649" y="5592475"/>
            <a:ext cx="2419027" cy="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响应5">
            <a:extLst>
              <a:ext uri="{FF2B5EF4-FFF2-40B4-BE49-F238E27FC236}">
                <a16:creationId xmlns:a16="http://schemas.microsoft.com/office/drawing/2014/main" id="{176B687C-A706-EF0D-B56F-2D3E5516F933}"/>
              </a:ext>
            </a:extLst>
          </p:cNvPr>
          <p:cNvSpPr/>
          <p:nvPr/>
        </p:nvSpPr>
        <p:spPr>
          <a:xfrm>
            <a:off x="5312781" y="4969294"/>
            <a:ext cx="2390172" cy="1466230"/>
          </a:xfrm>
          <a:custGeom>
            <a:avLst/>
            <a:gdLst>
              <a:gd name="connsiteX0" fmla="*/ 0 w 1423686"/>
              <a:gd name="connsiteY0" fmla="*/ 1466230 h 1466230"/>
              <a:gd name="connsiteX1" fmla="*/ 300942 w 1423686"/>
              <a:gd name="connsiteY1" fmla="*/ 2033 h 1466230"/>
              <a:gd name="connsiteX2" fmla="*/ 445625 w 1423686"/>
              <a:gd name="connsiteY2" fmla="*/ 1124777 h 1466230"/>
              <a:gd name="connsiteX3" fmla="*/ 555585 w 1423686"/>
              <a:gd name="connsiteY3" fmla="*/ 140929 h 1466230"/>
              <a:gd name="connsiteX4" fmla="*/ 630820 w 1423686"/>
              <a:gd name="connsiteY4" fmla="*/ 985881 h 1466230"/>
              <a:gd name="connsiteX5" fmla="*/ 734992 w 1423686"/>
              <a:gd name="connsiteY5" fmla="*/ 297187 h 1466230"/>
              <a:gd name="connsiteX6" fmla="*/ 810228 w 1423686"/>
              <a:gd name="connsiteY6" fmla="*/ 841197 h 1466230"/>
              <a:gd name="connsiteX7" fmla="*/ 902825 w 1423686"/>
              <a:gd name="connsiteY7" fmla="*/ 459233 h 1466230"/>
              <a:gd name="connsiteX8" fmla="*/ 972273 w 1423686"/>
              <a:gd name="connsiteY8" fmla="*/ 719663 h 1466230"/>
              <a:gd name="connsiteX9" fmla="*/ 1053296 w 1423686"/>
              <a:gd name="connsiteY9" fmla="*/ 522893 h 1466230"/>
              <a:gd name="connsiteX10" fmla="*/ 1169043 w 1423686"/>
              <a:gd name="connsiteY10" fmla="*/ 690726 h 1466230"/>
              <a:gd name="connsiteX11" fmla="*/ 1296364 w 1423686"/>
              <a:gd name="connsiteY11" fmla="*/ 569192 h 1466230"/>
              <a:gd name="connsiteX12" fmla="*/ 1423686 w 1423686"/>
              <a:gd name="connsiteY12" fmla="*/ 673364 h 1466230"/>
              <a:gd name="connsiteX0" fmla="*/ 0 w 2378597"/>
              <a:gd name="connsiteY0" fmla="*/ 1466230 h 1466230"/>
              <a:gd name="connsiteX1" fmla="*/ 300942 w 2378597"/>
              <a:gd name="connsiteY1" fmla="*/ 2033 h 1466230"/>
              <a:gd name="connsiteX2" fmla="*/ 445625 w 2378597"/>
              <a:gd name="connsiteY2" fmla="*/ 1124777 h 1466230"/>
              <a:gd name="connsiteX3" fmla="*/ 555585 w 2378597"/>
              <a:gd name="connsiteY3" fmla="*/ 140929 h 1466230"/>
              <a:gd name="connsiteX4" fmla="*/ 630820 w 2378597"/>
              <a:gd name="connsiteY4" fmla="*/ 985881 h 1466230"/>
              <a:gd name="connsiteX5" fmla="*/ 734992 w 2378597"/>
              <a:gd name="connsiteY5" fmla="*/ 297187 h 1466230"/>
              <a:gd name="connsiteX6" fmla="*/ 810228 w 2378597"/>
              <a:gd name="connsiteY6" fmla="*/ 841197 h 1466230"/>
              <a:gd name="connsiteX7" fmla="*/ 902825 w 2378597"/>
              <a:gd name="connsiteY7" fmla="*/ 459233 h 1466230"/>
              <a:gd name="connsiteX8" fmla="*/ 972273 w 2378597"/>
              <a:gd name="connsiteY8" fmla="*/ 719663 h 1466230"/>
              <a:gd name="connsiteX9" fmla="*/ 1053296 w 2378597"/>
              <a:gd name="connsiteY9" fmla="*/ 522893 h 1466230"/>
              <a:gd name="connsiteX10" fmla="*/ 1169043 w 2378597"/>
              <a:gd name="connsiteY10" fmla="*/ 690726 h 1466230"/>
              <a:gd name="connsiteX11" fmla="*/ 1296364 w 2378597"/>
              <a:gd name="connsiteY11" fmla="*/ 569192 h 1466230"/>
              <a:gd name="connsiteX12" fmla="*/ 2378597 w 2378597"/>
              <a:gd name="connsiteY12" fmla="*/ 632852 h 1466230"/>
              <a:gd name="connsiteX0" fmla="*/ 0 w 2378597"/>
              <a:gd name="connsiteY0" fmla="*/ 1466230 h 1466230"/>
              <a:gd name="connsiteX1" fmla="*/ 300942 w 2378597"/>
              <a:gd name="connsiteY1" fmla="*/ 2033 h 1466230"/>
              <a:gd name="connsiteX2" fmla="*/ 445625 w 2378597"/>
              <a:gd name="connsiteY2" fmla="*/ 1124777 h 1466230"/>
              <a:gd name="connsiteX3" fmla="*/ 555585 w 2378597"/>
              <a:gd name="connsiteY3" fmla="*/ 140929 h 1466230"/>
              <a:gd name="connsiteX4" fmla="*/ 630820 w 2378597"/>
              <a:gd name="connsiteY4" fmla="*/ 985881 h 1466230"/>
              <a:gd name="connsiteX5" fmla="*/ 734992 w 2378597"/>
              <a:gd name="connsiteY5" fmla="*/ 297187 h 1466230"/>
              <a:gd name="connsiteX6" fmla="*/ 810228 w 2378597"/>
              <a:gd name="connsiteY6" fmla="*/ 841197 h 1466230"/>
              <a:gd name="connsiteX7" fmla="*/ 902825 w 2378597"/>
              <a:gd name="connsiteY7" fmla="*/ 459233 h 1466230"/>
              <a:gd name="connsiteX8" fmla="*/ 972273 w 2378597"/>
              <a:gd name="connsiteY8" fmla="*/ 719663 h 1466230"/>
              <a:gd name="connsiteX9" fmla="*/ 1053296 w 2378597"/>
              <a:gd name="connsiteY9" fmla="*/ 522893 h 1466230"/>
              <a:gd name="connsiteX10" fmla="*/ 1169043 w 2378597"/>
              <a:gd name="connsiteY10" fmla="*/ 690726 h 1466230"/>
              <a:gd name="connsiteX11" fmla="*/ 1487346 w 2378597"/>
              <a:gd name="connsiteY11" fmla="*/ 621278 h 1466230"/>
              <a:gd name="connsiteX12" fmla="*/ 2378597 w 2378597"/>
              <a:gd name="connsiteY12" fmla="*/ 632852 h 1466230"/>
              <a:gd name="connsiteX0" fmla="*/ 0 w 2378597"/>
              <a:gd name="connsiteY0" fmla="*/ 1466230 h 1466230"/>
              <a:gd name="connsiteX1" fmla="*/ 300942 w 2378597"/>
              <a:gd name="connsiteY1" fmla="*/ 2033 h 1466230"/>
              <a:gd name="connsiteX2" fmla="*/ 445625 w 2378597"/>
              <a:gd name="connsiteY2" fmla="*/ 1124777 h 1466230"/>
              <a:gd name="connsiteX3" fmla="*/ 555585 w 2378597"/>
              <a:gd name="connsiteY3" fmla="*/ 140929 h 1466230"/>
              <a:gd name="connsiteX4" fmla="*/ 630820 w 2378597"/>
              <a:gd name="connsiteY4" fmla="*/ 985881 h 1466230"/>
              <a:gd name="connsiteX5" fmla="*/ 734992 w 2378597"/>
              <a:gd name="connsiteY5" fmla="*/ 297187 h 1466230"/>
              <a:gd name="connsiteX6" fmla="*/ 810228 w 2378597"/>
              <a:gd name="connsiteY6" fmla="*/ 841197 h 1466230"/>
              <a:gd name="connsiteX7" fmla="*/ 902825 w 2378597"/>
              <a:gd name="connsiteY7" fmla="*/ 459233 h 1466230"/>
              <a:gd name="connsiteX8" fmla="*/ 972273 w 2378597"/>
              <a:gd name="connsiteY8" fmla="*/ 719663 h 1466230"/>
              <a:gd name="connsiteX9" fmla="*/ 1053296 w 2378597"/>
              <a:gd name="connsiteY9" fmla="*/ 522893 h 1466230"/>
              <a:gd name="connsiteX10" fmla="*/ 1169043 w 2378597"/>
              <a:gd name="connsiteY10" fmla="*/ 690726 h 1466230"/>
              <a:gd name="connsiteX11" fmla="*/ 1487346 w 2378597"/>
              <a:gd name="connsiteY11" fmla="*/ 621278 h 1466230"/>
              <a:gd name="connsiteX12" fmla="*/ 2378597 w 2378597"/>
              <a:gd name="connsiteY12" fmla="*/ 632852 h 1466230"/>
              <a:gd name="connsiteX0" fmla="*/ 0 w 2390172"/>
              <a:gd name="connsiteY0" fmla="*/ 1466230 h 1466230"/>
              <a:gd name="connsiteX1" fmla="*/ 300942 w 2390172"/>
              <a:gd name="connsiteY1" fmla="*/ 2033 h 1466230"/>
              <a:gd name="connsiteX2" fmla="*/ 445625 w 2390172"/>
              <a:gd name="connsiteY2" fmla="*/ 1124777 h 1466230"/>
              <a:gd name="connsiteX3" fmla="*/ 555585 w 2390172"/>
              <a:gd name="connsiteY3" fmla="*/ 140929 h 1466230"/>
              <a:gd name="connsiteX4" fmla="*/ 630820 w 2390172"/>
              <a:gd name="connsiteY4" fmla="*/ 985881 h 1466230"/>
              <a:gd name="connsiteX5" fmla="*/ 734992 w 2390172"/>
              <a:gd name="connsiteY5" fmla="*/ 297187 h 1466230"/>
              <a:gd name="connsiteX6" fmla="*/ 810228 w 2390172"/>
              <a:gd name="connsiteY6" fmla="*/ 841197 h 1466230"/>
              <a:gd name="connsiteX7" fmla="*/ 902825 w 2390172"/>
              <a:gd name="connsiteY7" fmla="*/ 459233 h 1466230"/>
              <a:gd name="connsiteX8" fmla="*/ 972273 w 2390172"/>
              <a:gd name="connsiteY8" fmla="*/ 719663 h 1466230"/>
              <a:gd name="connsiteX9" fmla="*/ 1053296 w 2390172"/>
              <a:gd name="connsiteY9" fmla="*/ 522893 h 1466230"/>
              <a:gd name="connsiteX10" fmla="*/ 1169043 w 2390172"/>
              <a:gd name="connsiteY10" fmla="*/ 690726 h 1466230"/>
              <a:gd name="connsiteX11" fmla="*/ 1487346 w 2390172"/>
              <a:gd name="connsiteY11" fmla="*/ 621278 h 1466230"/>
              <a:gd name="connsiteX12" fmla="*/ 2390172 w 2390172"/>
              <a:gd name="connsiteY12" fmla="*/ 627064 h 146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90172" h="1466230">
                <a:moveTo>
                  <a:pt x="0" y="1466230"/>
                </a:moveTo>
                <a:cubicBezTo>
                  <a:pt x="113335" y="762586"/>
                  <a:pt x="226671" y="58942"/>
                  <a:pt x="300942" y="2033"/>
                </a:cubicBezTo>
                <a:cubicBezTo>
                  <a:pt x="375213" y="-54876"/>
                  <a:pt x="403185" y="1101628"/>
                  <a:pt x="445625" y="1124777"/>
                </a:cubicBezTo>
                <a:cubicBezTo>
                  <a:pt x="488065" y="1147926"/>
                  <a:pt x="524719" y="164078"/>
                  <a:pt x="555585" y="140929"/>
                </a:cubicBezTo>
                <a:cubicBezTo>
                  <a:pt x="586451" y="117780"/>
                  <a:pt x="600919" y="959838"/>
                  <a:pt x="630820" y="985881"/>
                </a:cubicBezTo>
                <a:cubicBezTo>
                  <a:pt x="660721" y="1011924"/>
                  <a:pt x="705091" y="321301"/>
                  <a:pt x="734992" y="297187"/>
                </a:cubicBezTo>
                <a:cubicBezTo>
                  <a:pt x="764893" y="273073"/>
                  <a:pt x="782256" y="814190"/>
                  <a:pt x="810228" y="841197"/>
                </a:cubicBezTo>
                <a:cubicBezTo>
                  <a:pt x="838200" y="868204"/>
                  <a:pt x="875818" y="479489"/>
                  <a:pt x="902825" y="459233"/>
                </a:cubicBezTo>
                <a:cubicBezTo>
                  <a:pt x="929832" y="438977"/>
                  <a:pt x="947195" y="709053"/>
                  <a:pt x="972273" y="719663"/>
                </a:cubicBezTo>
                <a:cubicBezTo>
                  <a:pt x="997352" y="730273"/>
                  <a:pt x="1020501" y="527716"/>
                  <a:pt x="1053296" y="522893"/>
                </a:cubicBezTo>
                <a:cubicBezTo>
                  <a:pt x="1086091" y="518070"/>
                  <a:pt x="1096701" y="674329"/>
                  <a:pt x="1169043" y="690726"/>
                </a:cubicBezTo>
                <a:cubicBezTo>
                  <a:pt x="1241385" y="707123"/>
                  <a:pt x="1444906" y="624172"/>
                  <a:pt x="1487346" y="621278"/>
                </a:cubicBezTo>
                <a:cubicBezTo>
                  <a:pt x="1529786" y="618384"/>
                  <a:pt x="2249346" y="625617"/>
                  <a:pt x="2390172" y="627064"/>
                </a:cubicBez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4" name="给定6">
            <a:extLst>
              <a:ext uri="{FF2B5EF4-FFF2-40B4-BE49-F238E27FC236}">
                <a16:creationId xmlns:a16="http://schemas.microsoft.com/office/drawing/2014/main" id="{D02DB8F5-BE57-B507-09C3-168E8DA8DA77}"/>
              </a:ext>
            </a:extLst>
          </p:cNvPr>
          <p:cNvCxnSpPr/>
          <p:nvPr/>
        </p:nvCxnSpPr>
        <p:spPr>
          <a:xfrm>
            <a:off x="8976167" y="5592475"/>
            <a:ext cx="2419027" cy="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响应6">
            <a:extLst>
              <a:ext uri="{FF2B5EF4-FFF2-40B4-BE49-F238E27FC236}">
                <a16:creationId xmlns:a16="http://schemas.microsoft.com/office/drawing/2014/main" id="{DE5A4B3F-2270-7321-DC45-8795E0A0B72B}"/>
              </a:ext>
            </a:extLst>
          </p:cNvPr>
          <p:cNvSpPr/>
          <p:nvPr/>
        </p:nvSpPr>
        <p:spPr>
          <a:xfrm>
            <a:off x="8976167" y="5473573"/>
            <a:ext cx="2407534" cy="956164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07534" h="956164">
                <a:moveTo>
                  <a:pt x="0" y="956164"/>
                </a:moveTo>
                <a:cubicBezTo>
                  <a:pt x="147577" y="549603"/>
                  <a:pt x="173620" y="165227"/>
                  <a:pt x="254643" y="35976"/>
                </a:cubicBezTo>
                <a:cubicBezTo>
                  <a:pt x="335666" y="-93275"/>
                  <a:pt x="416689" y="166192"/>
                  <a:pt x="486137" y="180660"/>
                </a:cubicBezTo>
                <a:cubicBezTo>
                  <a:pt x="555585" y="195128"/>
                  <a:pt x="580663" y="133396"/>
                  <a:pt x="671331" y="122786"/>
                </a:cubicBezTo>
                <a:cubicBezTo>
                  <a:pt x="761999" y="112176"/>
                  <a:pt x="1030147" y="116999"/>
                  <a:pt x="1030147" y="116999"/>
                </a:cubicBezTo>
                <a:lnTo>
                  <a:pt x="2407534" y="122786"/>
                </a:ln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475CAD26-4D81-E529-09EC-E7028A889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160" y="2810202"/>
            <a:ext cx="4360146" cy="2448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说明1">
            <a:extLst>
              <a:ext uri="{FF2B5EF4-FFF2-40B4-BE49-F238E27FC236}">
                <a16:creationId xmlns:a16="http://schemas.microsoft.com/office/drawing/2014/main" id="{88FF0D03-8A5F-9D3D-EF28-6C8D9C211027}"/>
              </a:ext>
            </a:extLst>
          </p:cNvPr>
          <p:cNvSpPr txBox="1"/>
          <p:nvPr/>
        </p:nvSpPr>
        <p:spPr>
          <a:xfrm>
            <a:off x="864961" y="5663716"/>
            <a:ext cx="28583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神州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号机械臂</a:t>
            </a:r>
            <a:endParaRPr kumimoji="1"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60" name="问题">
            <a:extLst>
              <a:ext uri="{FF2B5EF4-FFF2-40B4-BE49-F238E27FC236}">
                <a16:creationId xmlns:a16="http://schemas.microsoft.com/office/drawing/2014/main" id="{51FA6671-60F4-D15A-2F09-CC9155F85F99}"/>
              </a:ext>
            </a:extLst>
          </p:cNvPr>
          <p:cNvGrpSpPr/>
          <p:nvPr/>
        </p:nvGrpSpPr>
        <p:grpSpPr>
          <a:xfrm>
            <a:off x="276738" y="1316234"/>
            <a:ext cx="3714418" cy="957396"/>
            <a:chOff x="5348307" y="5538470"/>
            <a:chExt cx="3714418" cy="957396"/>
          </a:xfrm>
        </p:grpSpPr>
        <p:sp>
          <p:nvSpPr>
            <p:cNvPr id="61" name="问号">
              <a:extLst>
                <a:ext uri="{FF2B5EF4-FFF2-40B4-BE49-F238E27FC236}">
                  <a16:creationId xmlns:a16="http://schemas.microsoft.com/office/drawing/2014/main" id="{24022282-C69F-9513-39E4-95F3C17E783A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62" name="文本">
              <a:extLst>
                <a:ext uri="{FF2B5EF4-FFF2-40B4-BE49-F238E27FC236}">
                  <a16:creationId xmlns:a16="http://schemas.microsoft.com/office/drawing/2014/main" id="{9C1D083D-BA66-5897-1D9C-20DCCB6FDEE8}"/>
                </a:ext>
              </a:extLst>
            </p:cNvPr>
            <p:cNvSpPr txBox="1"/>
            <p:nvPr/>
          </p:nvSpPr>
          <p:spPr>
            <a:xfrm>
              <a:off x="6324089" y="5541759"/>
              <a:ext cx="2738636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你能用手臂模拟这些响应吗？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2497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3936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线性系统时域性能指标</a:t>
            </a:r>
          </a:p>
        </p:txBody>
      </p:sp>
      <p:cxnSp>
        <p:nvCxnSpPr>
          <p:cNvPr id="6" name="终值辅助线">
            <a:extLst>
              <a:ext uri="{FF2B5EF4-FFF2-40B4-BE49-F238E27FC236}">
                <a16:creationId xmlns:a16="http://schemas.microsoft.com/office/drawing/2014/main" id="{36E27E48-F34E-B26E-E73B-A65A4C0AAA38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2510725" y="3550349"/>
            <a:ext cx="7832953" cy="0"/>
          </a:xfrm>
          <a:prstGeom prst="straightConnector1">
            <a:avLst/>
          </a:prstGeom>
          <a:ln w="25400">
            <a:solidFill>
              <a:schemeClr val="tx2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0.5h辅助线1">
            <a:extLst>
              <a:ext uri="{FF2B5EF4-FFF2-40B4-BE49-F238E27FC236}">
                <a16:creationId xmlns:a16="http://schemas.microsoft.com/office/drawing/2014/main" id="{44111D1D-F44A-E954-3D8C-7FE325B64C04}"/>
              </a:ext>
            </a:extLst>
          </p:cNvPr>
          <p:cNvCxnSpPr>
            <a:cxnSpLocks/>
          </p:cNvCxnSpPr>
          <p:nvPr/>
        </p:nvCxnSpPr>
        <p:spPr>
          <a:xfrm>
            <a:off x="2491929" y="4509120"/>
            <a:ext cx="290909" cy="0"/>
          </a:xfrm>
          <a:prstGeom prst="straightConnector1">
            <a:avLst/>
          </a:prstGeom>
          <a:ln w="25400">
            <a:solidFill>
              <a:srgbClr val="159F84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给定">
            <a:extLst>
              <a:ext uri="{FF2B5EF4-FFF2-40B4-BE49-F238E27FC236}">
                <a16:creationId xmlns:a16="http://schemas.microsoft.com/office/drawing/2014/main" id="{D02DB8F5-BE57-B507-09C3-168E8DA8DA77}"/>
              </a:ext>
            </a:extLst>
          </p:cNvPr>
          <p:cNvCxnSpPr>
            <a:cxnSpLocks/>
          </p:cNvCxnSpPr>
          <p:nvPr/>
        </p:nvCxnSpPr>
        <p:spPr>
          <a:xfrm>
            <a:off x="2521754" y="3460549"/>
            <a:ext cx="7192842" cy="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响应">
            <a:extLst>
              <a:ext uri="{FF2B5EF4-FFF2-40B4-BE49-F238E27FC236}">
                <a16:creationId xmlns:a16="http://schemas.microsoft.com/office/drawing/2014/main" id="{DE5A4B3F-2270-7321-DC45-8795E0A0B72B}"/>
              </a:ext>
            </a:extLst>
          </p:cNvPr>
          <p:cNvSpPr/>
          <p:nvPr/>
        </p:nvSpPr>
        <p:spPr>
          <a:xfrm>
            <a:off x="2495550" y="2404703"/>
            <a:ext cx="7226591" cy="3184883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  <a:gd name="connsiteX0" fmla="*/ 0 w 2407534"/>
              <a:gd name="connsiteY0" fmla="*/ 1157701 h 1157701"/>
              <a:gd name="connsiteX1" fmla="*/ 398588 w 2407534"/>
              <a:gd name="connsiteY1" fmla="*/ 23772 h 1157701"/>
              <a:gd name="connsiteX2" fmla="*/ 486137 w 2407534"/>
              <a:gd name="connsiteY2" fmla="*/ 382197 h 1157701"/>
              <a:gd name="connsiteX3" fmla="*/ 671331 w 2407534"/>
              <a:gd name="connsiteY3" fmla="*/ 324323 h 1157701"/>
              <a:gd name="connsiteX4" fmla="*/ 1030147 w 2407534"/>
              <a:gd name="connsiteY4" fmla="*/ 318536 h 1157701"/>
              <a:gd name="connsiteX5" fmla="*/ 2407534 w 2407534"/>
              <a:gd name="connsiteY5" fmla="*/ 324323 h 1157701"/>
              <a:gd name="connsiteX0" fmla="*/ 0 w 3690522"/>
              <a:gd name="connsiteY0" fmla="*/ 1157701 h 1157701"/>
              <a:gd name="connsiteX1" fmla="*/ 398588 w 3690522"/>
              <a:gd name="connsiteY1" fmla="*/ 23772 h 1157701"/>
              <a:gd name="connsiteX2" fmla="*/ 486137 w 3690522"/>
              <a:gd name="connsiteY2" fmla="*/ 382197 h 1157701"/>
              <a:gd name="connsiteX3" fmla="*/ 671331 w 3690522"/>
              <a:gd name="connsiteY3" fmla="*/ 324323 h 1157701"/>
              <a:gd name="connsiteX4" fmla="*/ 1030147 w 3690522"/>
              <a:gd name="connsiteY4" fmla="*/ 318536 h 1157701"/>
              <a:gd name="connsiteX5" fmla="*/ 3690522 w 3690522"/>
              <a:gd name="connsiteY5" fmla="*/ 314264 h 1157701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30147 w 3690522"/>
              <a:gd name="connsiteY4" fmla="*/ 317774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30147 w 3690522"/>
              <a:gd name="connsiteY4" fmla="*/ 317774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1358573 w 3690522"/>
              <a:gd name="connsiteY5" fmla="*/ 320202 h 1156939"/>
              <a:gd name="connsiteX6" fmla="*/ 3690522 w 3690522"/>
              <a:gd name="connsiteY6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1358573 w 3690522"/>
              <a:gd name="connsiteY5" fmla="*/ 320202 h 1156939"/>
              <a:gd name="connsiteX6" fmla="*/ 3690522 w 3690522"/>
              <a:gd name="connsiteY6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1358573 w 3690522"/>
              <a:gd name="connsiteY5" fmla="*/ 320202 h 1156939"/>
              <a:gd name="connsiteX6" fmla="*/ 3690522 w 3690522"/>
              <a:gd name="connsiteY6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1446192 w 3690522"/>
              <a:gd name="connsiteY5" fmla="*/ 239735 h 1156939"/>
              <a:gd name="connsiteX6" fmla="*/ 3690522 w 3690522"/>
              <a:gd name="connsiteY6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958175 w 3690522"/>
              <a:gd name="connsiteY4" fmla="*/ 340406 h 1156939"/>
              <a:gd name="connsiteX5" fmla="*/ 1446192 w 3690522"/>
              <a:gd name="connsiteY5" fmla="*/ 239735 h 1156939"/>
              <a:gd name="connsiteX6" fmla="*/ 3690522 w 3690522"/>
              <a:gd name="connsiteY6" fmla="*/ 313502 h 1156939"/>
              <a:gd name="connsiteX0" fmla="*/ 0 w 3690522"/>
              <a:gd name="connsiteY0" fmla="*/ 1156714 h 1156714"/>
              <a:gd name="connsiteX1" fmla="*/ 398588 w 3690522"/>
              <a:gd name="connsiteY1" fmla="*/ 22785 h 1156714"/>
              <a:gd name="connsiteX2" fmla="*/ 548722 w 3690522"/>
              <a:gd name="connsiteY2" fmla="*/ 383725 h 1156714"/>
              <a:gd name="connsiteX3" fmla="*/ 743303 w 3690522"/>
              <a:gd name="connsiteY3" fmla="*/ 212693 h 1156714"/>
              <a:gd name="connsiteX4" fmla="*/ 958175 w 3690522"/>
              <a:gd name="connsiteY4" fmla="*/ 340181 h 1156714"/>
              <a:gd name="connsiteX5" fmla="*/ 1446192 w 3690522"/>
              <a:gd name="connsiteY5" fmla="*/ 239510 h 1156714"/>
              <a:gd name="connsiteX6" fmla="*/ 3690522 w 3690522"/>
              <a:gd name="connsiteY6" fmla="*/ 313277 h 1156714"/>
              <a:gd name="connsiteX0" fmla="*/ 0 w 3690522"/>
              <a:gd name="connsiteY0" fmla="*/ 1155395 h 1155395"/>
              <a:gd name="connsiteX1" fmla="*/ 398588 w 3690522"/>
              <a:gd name="connsiteY1" fmla="*/ 21466 h 1155395"/>
              <a:gd name="connsiteX2" fmla="*/ 548722 w 3690522"/>
              <a:gd name="connsiteY2" fmla="*/ 382406 h 1155395"/>
              <a:gd name="connsiteX3" fmla="*/ 743303 w 3690522"/>
              <a:gd name="connsiteY3" fmla="*/ 211374 h 1155395"/>
              <a:gd name="connsiteX4" fmla="*/ 958175 w 3690522"/>
              <a:gd name="connsiteY4" fmla="*/ 338862 h 1155395"/>
              <a:gd name="connsiteX5" fmla="*/ 1446192 w 3690522"/>
              <a:gd name="connsiteY5" fmla="*/ 238191 h 1155395"/>
              <a:gd name="connsiteX6" fmla="*/ 3690522 w 3690522"/>
              <a:gd name="connsiteY6" fmla="*/ 311958 h 1155395"/>
              <a:gd name="connsiteX0" fmla="*/ 0 w 3690522"/>
              <a:gd name="connsiteY0" fmla="*/ 1155664 h 1155664"/>
              <a:gd name="connsiteX1" fmla="*/ 398588 w 3690522"/>
              <a:gd name="connsiteY1" fmla="*/ 21735 h 1155664"/>
              <a:gd name="connsiteX2" fmla="*/ 548722 w 3690522"/>
              <a:gd name="connsiteY2" fmla="*/ 382675 h 1155664"/>
              <a:gd name="connsiteX3" fmla="*/ 743303 w 3690522"/>
              <a:gd name="connsiteY3" fmla="*/ 211643 h 1155664"/>
              <a:gd name="connsiteX4" fmla="*/ 958175 w 3690522"/>
              <a:gd name="connsiteY4" fmla="*/ 339131 h 1155664"/>
              <a:gd name="connsiteX5" fmla="*/ 1446192 w 3690522"/>
              <a:gd name="connsiteY5" fmla="*/ 238460 h 1155664"/>
              <a:gd name="connsiteX6" fmla="*/ 3690522 w 3690522"/>
              <a:gd name="connsiteY6" fmla="*/ 312227 h 1155664"/>
              <a:gd name="connsiteX0" fmla="*/ 0 w 3690522"/>
              <a:gd name="connsiteY0" fmla="*/ 1133949 h 1133949"/>
              <a:gd name="connsiteX1" fmla="*/ 398588 w 3690522"/>
              <a:gd name="connsiteY1" fmla="*/ 20 h 1133949"/>
              <a:gd name="connsiteX2" fmla="*/ 548722 w 3690522"/>
              <a:gd name="connsiteY2" fmla="*/ 360960 h 1133949"/>
              <a:gd name="connsiteX3" fmla="*/ 743303 w 3690522"/>
              <a:gd name="connsiteY3" fmla="*/ 189928 h 1133949"/>
              <a:gd name="connsiteX4" fmla="*/ 958175 w 3690522"/>
              <a:gd name="connsiteY4" fmla="*/ 317416 h 1133949"/>
              <a:gd name="connsiteX5" fmla="*/ 1446192 w 3690522"/>
              <a:gd name="connsiteY5" fmla="*/ 216745 h 1133949"/>
              <a:gd name="connsiteX6" fmla="*/ 3690522 w 3690522"/>
              <a:gd name="connsiteY6" fmla="*/ 290512 h 1133949"/>
              <a:gd name="connsiteX0" fmla="*/ 0 w 3690522"/>
              <a:gd name="connsiteY0" fmla="*/ 1133949 h 1133949"/>
              <a:gd name="connsiteX1" fmla="*/ 398588 w 3690522"/>
              <a:gd name="connsiteY1" fmla="*/ 20 h 1133949"/>
              <a:gd name="connsiteX2" fmla="*/ 548722 w 3690522"/>
              <a:gd name="connsiteY2" fmla="*/ 360960 h 1133949"/>
              <a:gd name="connsiteX3" fmla="*/ 743303 w 3690522"/>
              <a:gd name="connsiteY3" fmla="*/ 189928 h 1133949"/>
              <a:gd name="connsiteX4" fmla="*/ 958175 w 3690522"/>
              <a:gd name="connsiteY4" fmla="*/ 317416 h 1133949"/>
              <a:gd name="connsiteX5" fmla="*/ 1446192 w 3690522"/>
              <a:gd name="connsiteY5" fmla="*/ 216745 h 1133949"/>
              <a:gd name="connsiteX6" fmla="*/ 3690522 w 3690522"/>
              <a:gd name="connsiteY6" fmla="*/ 290512 h 1133949"/>
              <a:gd name="connsiteX0" fmla="*/ 0 w 3690522"/>
              <a:gd name="connsiteY0" fmla="*/ 1133949 h 1133949"/>
              <a:gd name="connsiteX1" fmla="*/ 398588 w 3690522"/>
              <a:gd name="connsiteY1" fmla="*/ 20 h 1133949"/>
              <a:gd name="connsiteX2" fmla="*/ 548722 w 3690522"/>
              <a:gd name="connsiteY2" fmla="*/ 360960 h 1133949"/>
              <a:gd name="connsiteX3" fmla="*/ 743303 w 3690522"/>
              <a:gd name="connsiteY3" fmla="*/ 189928 h 1133949"/>
              <a:gd name="connsiteX4" fmla="*/ 958175 w 3690522"/>
              <a:gd name="connsiteY4" fmla="*/ 317416 h 1133949"/>
              <a:gd name="connsiteX5" fmla="*/ 1446192 w 3690522"/>
              <a:gd name="connsiteY5" fmla="*/ 216745 h 1133949"/>
              <a:gd name="connsiteX6" fmla="*/ 3690522 w 3690522"/>
              <a:gd name="connsiteY6" fmla="*/ 290512 h 1133949"/>
              <a:gd name="connsiteX0" fmla="*/ 0 w 3690522"/>
              <a:gd name="connsiteY0" fmla="*/ 1133949 h 1133949"/>
              <a:gd name="connsiteX1" fmla="*/ 398588 w 3690522"/>
              <a:gd name="connsiteY1" fmla="*/ 20 h 1133949"/>
              <a:gd name="connsiteX2" fmla="*/ 548722 w 3690522"/>
              <a:gd name="connsiteY2" fmla="*/ 360960 h 1133949"/>
              <a:gd name="connsiteX3" fmla="*/ 743303 w 3690522"/>
              <a:gd name="connsiteY3" fmla="*/ 189928 h 1133949"/>
              <a:gd name="connsiteX4" fmla="*/ 958175 w 3690522"/>
              <a:gd name="connsiteY4" fmla="*/ 317416 h 1133949"/>
              <a:gd name="connsiteX5" fmla="*/ 1177078 w 3690522"/>
              <a:gd name="connsiteY5" fmla="*/ 214230 h 1133949"/>
              <a:gd name="connsiteX6" fmla="*/ 3690522 w 3690522"/>
              <a:gd name="connsiteY6" fmla="*/ 290512 h 1133949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43303 w 3690522"/>
              <a:gd name="connsiteY3" fmla="*/ 187415 h 1131436"/>
              <a:gd name="connsiteX4" fmla="*/ 958175 w 3690522"/>
              <a:gd name="connsiteY4" fmla="*/ 314903 h 1131436"/>
              <a:gd name="connsiteX5" fmla="*/ 1177078 w 3690522"/>
              <a:gd name="connsiteY5" fmla="*/ 211717 h 1131436"/>
              <a:gd name="connsiteX6" fmla="*/ 3690522 w 3690522"/>
              <a:gd name="connsiteY6" fmla="*/ 287999 h 1131436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58175 w 3690522"/>
              <a:gd name="connsiteY4" fmla="*/ 314902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58175 w 3690522"/>
              <a:gd name="connsiteY4" fmla="*/ 314902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58175 w 3690522"/>
              <a:gd name="connsiteY4" fmla="*/ 314902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49049 w 3690522"/>
              <a:gd name="connsiteY6" fmla="*/ 219260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49049 w 3690522"/>
              <a:gd name="connsiteY6" fmla="*/ 219260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49049 w 3690522"/>
              <a:gd name="connsiteY6" fmla="*/ 219260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49049 w 3690522"/>
              <a:gd name="connsiteY6" fmla="*/ 219260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74083 w 3690522"/>
              <a:gd name="connsiteY6" fmla="*/ 282125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74083 w 3690522"/>
              <a:gd name="connsiteY6" fmla="*/ 294698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8234 w 3690522"/>
              <a:gd name="connsiteY5" fmla="*/ 221774 h 1131435"/>
              <a:gd name="connsiteX6" fmla="*/ 1274083 w 3690522"/>
              <a:gd name="connsiteY6" fmla="*/ 294698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8234 w 3690522"/>
              <a:gd name="connsiteY5" fmla="*/ 221774 h 1131435"/>
              <a:gd name="connsiteX6" fmla="*/ 1274083 w 3690522"/>
              <a:gd name="connsiteY6" fmla="*/ 294698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14492 w 3690522"/>
              <a:gd name="connsiteY5" fmla="*/ 236862 h 1131435"/>
              <a:gd name="connsiteX6" fmla="*/ 1274083 w 3690522"/>
              <a:gd name="connsiteY6" fmla="*/ 294698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14492 w 3690522"/>
              <a:gd name="connsiteY5" fmla="*/ 236862 h 1131435"/>
              <a:gd name="connsiteX6" fmla="*/ 1274083 w 3690522"/>
              <a:gd name="connsiteY6" fmla="*/ 294698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14492 w 3690522"/>
              <a:gd name="connsiteY5" fmla="*/ 236862 h 1131435"/>
              <a:gd name="connsiteX6" fmla="*/ 1280342 w 3690522"/>
              <a:gd name="connsiteY6" fmla="*/ 287154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0173 w 3690522"/>
              <a:gd name="connsiteY3" fmla="*/ 207531 h 1131435"/>
              <a:gd name="connsiteX4" fmla="*/ 936270 w 3690522"/>
              <a:gd name="connsiteY4" fmla="*/ 317417 h 1131435"/>
              <a:gd name="connsiteX5" fmla="*/ 1114492 w 3690522"/>
              <a:gd name="connsiteY5" fmla="*/ 236862 h 1131435"/>
              <a:gd name="connsiteX6" fmla="*/ 1280342 w 3690522"/>
              <a:gd name="connsiteY6" fmla="*/ 287154 h 1131435"/>
              <a:gd name="connsiteX7" fmla="*/ 3690522 w 3690522"/>
              <a:gd name="connsiteY7" fmla="*/ 287998 h 1131435"/>
              <a:gd name="connsiteX0" fmla="*/ 0 w 3690522"/>
              <a:gd name="connsiteY0" fmla="*/ 1131434 h 1131434"/>
              <a:gd name="connsiteX1" fmla="*/ 367295 w 3690522"/>
              <a:gd name="connsiteY1" fmla="*/ 20 h 1131434"/>
              <a:gd name="connsiteX2" fmla="*/ 548722 w 3690522"/>
              <a:gd name="connsiteY2" fmla="*/ 358445 h 1131434"/>
              <a:gd name="connsiteX3" fmla="*/ 740173 w 3690522"/>
              <a:gd name="connsiteY3" fmla="*/ 207530 h 1131434"/>
              <a:gd name="connsiteX4" fmla="*/ 936270 w 3690522"/>
              <a:gd name="connsiteY4" fmla="*/ 317416 h 1131434"/>
              <a:gd name="connsiteX5" fmla="*/ 1114492 w 3690522"/>
              <a:gd name="connsiteY5" fmla="*/ 236861 h 1131434"/>
              <a:gd name="connsiteX6" fmla="*/ 1280342 w 3690522"/>
              <a:gd name="connsiteY6" fmla="*/ 287153 h 1131434"/>
              <a:gd name="connsiteX7" fmla="*/ 3690522 w 3690522"/>
              <a:gd name="connsiteY7" fmla="*/ 287997 h 1131434"/>
              <a:gd name="connsiteX0" fmla="*/ 0 w 3690522"/>
              <a:gd name="connsiteY0" fmla="*/ 1131434 h 1131434"/>
              <a:gd name="connsiteX1" fmla="*/ 367295 w 3690522"/>
              <a:gd name="connsiteY1" fmla="*/ 20 h 1131434"/>
              <a:gd name="connsiteX2" fmla="*/ 548722 w 3690522"/>
              <a:gd name="connsiteY2" fmla="*/ 358445 h 1131434"/>
              <a:gd name="connsiteX3" fmla="*/ 740173 w 3690522"/>
              <a:gd name="connsiteY3" fmla="*/ 207530 h 1131434"/>
              <a:gd name="connsiteX4" fmla="*/ 917495 w 3690522"/>
              <a:gd name="connsiteY4" fmla="*/ 312387 h 1131434"/>
              <a:gd name="connsiteX5" fmla="*/ 1114492 w 3690522"/>
              <a:gd name="connsiteY5" fmla="*/ 236861 h 1131434"/>
              <a:gd name="connsiteX6" fmla="*/ 1280342 w 3690522"/>
              <a:gd name="connsiteY6" fmla="*/ 287153 h 1131434"/>
              <a:gd name="connsiteX7" fmla="*/ 3690522 w 3690522"/>
              <a:gd name="connsiteY7" fmla="*/ 287997 h 1131434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37043 w 3690522"/>
              <a:gd name="connsiteY3" fmla="*/ 222619 h 1131436"/>
              <a:gd name="connsiteX4" fmla="*/ 917495 w 3690522"/>
              <a:gd name="connsiteY4" fmla="*/ 312389 h 1131436"/>
              <a:gd name="connsiteX5" fmla="*/ 1114492 w 3690522"/>
              <a:gd name="connsiteY5" fmla="*/ 236863 h 1131436"/>
              <a:gd name="connsiteX6" fmla="*/ 1280342 w 3690522"/>
              <a:gd name="connsiteY6" fmla="*/ 287155 h 1131436"/>
              <a:gd name="connsiteX7" fmla="*/ 3690522 w 3690522"/>
              <a:gd name="connsiteY7" fmla="*/ 287999 h 1131436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37043 w 3690522"/>
              <a:gd name="connsiteY3" fmla="*/ 222619 h 1131436"/>
              <a:gd name="connsiteX4" fmla="*/ 917495 w 3690522"/>
              <a:gd name="connsiteY4" fmla="*/ 312389 h 1131436"/>
              <a:gd name="connsiteX5" fmla="*/ 1114492 w 3690522"/>
              <a:gd name="connsiteY5" fmla="*/ 236863 h 1131436"/>
              <a:gd name="connsiteX6" fmla="*/ 1280342 w 3690522"/>
              <a:gd name="connsiteY6" fmla="*/ 287155 h 1131436"/>
              <a:gd name="connsiteX7" fmla="*/ 3690522 w 3690522"/>
              <a:gd name="connsiteY7" fmla="*/ 287999 h 1131436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37043 w 3690522"/>
              <a:gd name="connsiteY3" fmla="*/ 222619 h 1131436"/>
              <a:gd name="connsiteX4" fmla="*/ 917495 w 3690522"/>
              <a:gd name="connsiteY4" fmla="*/ 312389 h 1131436"/>
              <a:gd name="connsiteX5" fmla="*/ 1114492 w 3690522"/>
              <a:gd name="connsiteY5" fmla="*/ 251951 h 1131436"/>
              <a:gd name="connsiteX6" fmla="*/ 1280342 w 3690522"/>
              <a:gd name="connsiteY6" fmla="*/ 287155 h 1131436"/>
              <a:gd name="connsiteX7" fmla="*/ 3690522 w 3690522"/>
              <a:gd name="connsiteY7" fmla="*/ 287999 h 1131436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37043 w 3690522"/>
              <a:gd name="connsiteY3" fmla="*/ 222619 h 1131436"/>
              <a:gd name="connsiteX4" fmla="*/ 917495 w 3690522"/>
              <a:gd name="connsiteY4" fmla="*/ 312389 h 1131436"/>
              <a:gd name="connsiteX5" fmla="*/ 1114492 w 3690522"/>
              <a:gd name="connsiteY5" fmla="*/ 251951 h 1131436"/>
              <a:gd name="connsiteX6" fmla="*/ 1280342 w 3690522"/>
              <a:gd name="connsiteY6" fmla="*/ 287155 h 1131436"/>
              <a:gd name="connsiteX7" fmla="*/ 3690522 w 3690522"/>
              <a:gd name="connsiteY7" fmla="*/ 287999 h 1131436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37043 w 3690522"/>
              <a:gd name="connsiteY3" fmla="*/ 222619 h 1131436"/>
              <a:gd name="connsiteX4" fmla="*/ 917495 w 3690522"/>
              <a:gd name="connsiteY4" fmla="*/ 312389 h 1131436"/>
              <a:gd name="connsiteX5" fmla="*/ 1114492 w 3690522"/>
              <a:gd name="connsiteY5" fmla="*/ 251951 h 1131436"/>
              <a:gd name="connsiteX6" fmla="*/ 1280342 w 3690522"/>
              <a:gd name="connsiteY6" fmla="*/ 287155 h 1131436"/>
              <a:gd name="connsiteX7" fmla="*/ 3690522 w 3690522"/>
              <a:gd name="connsiteY7" fmla="*/ 287999 h 1131436"/>
              <a:gd name="connsiteX0" fmla="*/ 0 w 3709298"/>
              <a:gd name="connsiteY0" fmla="*/ 1131436 h 1131436"/>
              <a:gd name="connsiteX1" fmla="*/ 367295 w 3709298"/>
              <a:gd name="connsiteY1" fmla="*/ 22 h 1131436"/>
              <a:gd name="connsiteX2" fmla="*/ 548722 w 3709298"/>
              <a:gd name="connsiteY2" fmla="*/ 358447 h 1131436"/>
              <a:gd name="connsiteX3" fmla="*/ 737043 w 3709298"/>
              <a:gd name="connsiteY3" fmla="*/ 222619 h 1131436"/>
              <a:gd name="connsiteX4" fmla="*/ 917495 w 3709298"/>
              <a:gd name="connsiteY4" fmla="*/ 312389 h 1131436"/>
              <a:gd name="connsiteX5" fmla="*/ 1114492 w 3709298"/>
              <a:gd name="connsiteY5" fmla="*/ 251951 h 1131436"/>
              <a:gd name="connsiteX6" fmla="*/ 1280342 w 3709298"/>
              <a:gd name="connsiteY6" fmla="*/ 287155 h 1131436"/>
              <a:gd name="connsiteX7" fmla="*/ 3709298 w 3709298"/>
              <a:gd name="connsiteY7" fmla="*/ 287999 h 1131436"/>
              <a:gd name="connsiteX0" fmla="*/ 0 w 3709298"/>
              <a:gd name="connsiteY0" fmla="*/ 1131436 h 1131436"/>
              <a:gd name="connsiteX1" fmla="*/ 367295 w 3709298"/>
              <a:gd name="connsiteY1" fmla="*/ 22 h 1131436"/>
              <a:gd name="connsiteX2" fmla="*/ 548722 w 3709298"/>
              <a:gd name="connsiteY2" fmla="*/ 358447 h 1131436"/>
              <a:gd name="connsiteX3" fmla="*/ 737043 w 3709298"/>
              <a:gd name="connsiteY3" fmla="*/ 222619 h 1131436"/>
              <a:gd name="connsiteX4" fmla="*/ 917495 w 3709298"/>
              <a:gd name="connsiteY4" fmla="*/ 312389 h 1131436"/>
              <a:gd name="connsiteX5" fmla="*/ 1114492 w 3709298"/>
              <a:gd name="connsiteY5" fmla="*/ 251951 h 1131436"/>
              <a:gd name="connsiteX6" fmla="*/ 1280342 w 3709298"/>
              <a:gd name="connsiteY6" fmla="*/ 287155 h 1131436"/>
              <a:gd name="connsiteX7" fmla="*/ 3709298 w 3709298"/>
              <a:gd name="connsiteY7" fmla="*/ 287999 h 1131436"/>
              <a:gd name="connsiteX0" fmla="*/ 0 w 3734332"/>
              <a:gd name="connsiteY0" fmla="*/ 1157157 h 1157157"/>
              <a:gd name="connsiteX1" fmla="*/ 392329 w 3734332"/>
              <a:gd name="connsiteY1" fmla="*/ 23229 h 1157157"/>
              <a:gd name="connsiteX2" fmla="*/ 573756 w 3734332"/>
              <a:gd name="connsiteY2" fmla="*/ 381654 h 1157157"/>
              <a:gd name="connsiteX3" fmla="*/ 762077 w 3734332"/>
              <a:gd name="connsiteY3" fmla="*/ 245826 h 1157157"/>
              <a:gd name="connsiteX4" fmla="*/ 942529 w 3734332"/>
              <a:gd name="connsiteY4" fmla="*/ 335596 h 1157157"/>
              <a:gd name="connsiteX5" fmla="*/ 1139526 w 3734332"/>
              <a:gd name="connsiteY5" fmla="*/ 275158 h 1157157"/>
              <a:gd name="connsiteX6" fmla="*/ 1305376 w 3734332"/>
              <a:gd name="connsiteY6" fmla="*/ 310362 h 1157157"/>
              <a:gd name="connsiteX7" fmla="*/ 3734332 w 3734332"/>
              <a:gd name="connsiteY7" fmla="*/ 311206 h 1157157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139526 w 3734332"/>
              <a:gd name="connsiteY5" fmla="*/ 251932 h 1133931"/>
              <a:gd name="connsiteX6" fmla="*/ 1305376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139526 w 3734332"/>
              <a:gd name="connsiteY5" fmla="*/ 251932 h 1133931"/>
              <a:gd name="connsiteX6" fmla="*/ 2287957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987550 w 3734332"/>
              <a:gd name="connsiteY5" fmla="*/ 267019 h 1133931"/>
              <a:gd name="connsiteX6" fmla="*/ 2287957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987550 w 3734332"/>
              <a:gd name="connsiteY5" fmla="*/ 267019 h 1133931"/>
              <a:gd name="connsiteX6" fmla="*/ 2287957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987550 w 3734332"/>
              <a:gd name="connsiteY5" fmla="*/ 267019 h 1133931"/>
              <a:gd name="connsiteX6" fmla="*/ 2287957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987550 w 3734332"/>
              <a:gd name="connsiteY5" fmla="*/ 267019 h 1133931"/>
              <a:gd name="connsiteX6" fmla="*/ 2287957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987550 w 3734332"/>
              <a:gd name="connsiteY5" fmla="*/ 267019 h 1133931"/>
              <a:gd name="connsiteX6" fmla="*/ 2225372 w 3734332"/>
              <a:gd name="connsiteY6" fmla="*/ 289650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856122 w 3734332"/>
              <a:gd name="connsiteY5" fmla="*/ 272048 h 1133931"/>
              <a:gd name="connsiteX6" fmla="*/ 2225372 w 3734332"/>
              <a:gd name="connsiteY6" fmla="*/ 289650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856122 w 3734332"/>
              <a:gd name="connsiteY5" fmla="*/ 272048 h 1133931"/>
              <a:gd name="connsiteX6" fmla="*/ 2225372 w 3734332"/>
              <a:gd name="connsiteY6" fmla="*/ 289650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1499534 w 3734332"/>
              <a:gd name="connsiteY4" fmla="*/ 312370 h 1133931"/>
              <a:gd name="connsiteX5" fmla="*/ 1856122 w 3734332"/>
              <a:gd name="connsiteY5" fmla="*/ 272048 h 1133931"/>
              <a:gd name="connsiteX6" fmla="*/ 2225372 w 3734332"/>
              <a:gd name="connsiteY6" fmla="*/ 289650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1121940 w 3734332"/>
              <a:gd name="connsiteY3" fmla="*/ 222600 h 1133931"/>
              <a:gd name="connsiteX4" fmla="*/ 1499534 w 3734332"/>
              <a:gd name="connsiteY4" fmla="*/ 312370 h 1133931"/>
              <a:gd name="connsiteX5" fmla="*/ 1856122 w 3734332"/>
              <a:gd name="connsiteY5" fmla="*/ 272048 h 1133931"/>
              <a:gd name="connsiteX6" fmla="*/ 2225372 w 3734332"/>
              <a:gd name="connsiteY6" fmla="*/ 289650 h 1133931"/>
              <a:gd name="connsiteX7" fmla="*/ 3734332 w 3734332"/>
              <a:gd name="connsiteY7" fmla="*/ 287980 h 1133931"/>
              <a:gd name="connsiteX0" fmla="*/ 0 w 3734332"/>
              <a:gd name="connsiteY0" fmla="*/ 1156482 h 1156482"/>
              <a:gd name="connsiteX1" fmla="*/ 392329 w 3734332"/>
              <a:gd name="connsiteY1" fmla="*/ 22554 h 1156482"/>
              <a:gd name="connsiteX2" fmla="*/ 752122 w 3734332"/>
              <a:gd name="connsiteY2" fmla="*/ 388523 h 1156482"/>
              <a:gd name="connsiteX3" fmla="*/ 1121940 w 3734332"/>
              <a:gd name="connsiteY3" fmla="*/ 245151 h 1156482"/>
              <a:gd name="connsiteX4" fmla="*/ 1499534 w 3734332"/>
              <a:gd name="connsiteY4" fmla="*/ 334921 h 1156482"/>
              <a:gd name="connsiteX5" fmla="*/ 1856122 w 3734332"/>
              <a:gd name="connsiteY5" fmla="*/ 294599 h 1156482"/>
              <a:gd name="connsiteX6" fmla="*/ 2225372 w 3734332"/>
              <a:gd name="connsiteY6" fmla="*/ 312201 h 1156482"/>
              <a:gd name="connsiteX7" fmla="*/ 3734332 w 3734332"/>
              <a:gd name="connsiteY7" fmla="*/ 310531 h 1156482"/>
              <a:gd name="connsiteX0" fmla="*/ 0 w 3734332"/>
              <a:gd name="connsiteY0" fmla="*/ 1322788 h 1322788"/>
              <a:gd name="connsiteX1" fmla="*/ 370425 w 3734332"/>
              <a:gd name="connsiteY1" fmla="*/ 17867 h 1322788"/>
              <a:gd name="connsiteX2" fmla="*/ 752122 w 3734332"/>
              <a:gd name="connsiteY2" fmla="*/ 554829 h 1322788"/>
              <a:gd name="connsiteX3" fmla="*/ 1121940 w 3734332"/>
              <a:gd name="connsiteY3" fmla="*/ 411457 h 1322788"/>
              <a:gd name="connsiteX4" fmla="*/ 1499534 w 3734332"/>
              <a:gd name="connsiteY4" fmla="*/ 501227 h 1322788"/>
              <a:gd name="connsiteX5" fmla="*/ 1856122 w 3734332"/>
              <a:gd name="connsiteY5" fmla="*/ 460905 h 1322788"/>
              <a:gd name="connsiteX6" fmla="*/ 2225372 w 3734332"/>
              <a:gd name="connsiteY6" fmla="*/ 478507 h 1322788"/>
              <a:gd name="connsiteX7" fmla="*/ 3734332 w 3734332"/>
              <a:gd name="connsiteY7" fmla="*/ 476837 h 1322788"/>
              <a:gd name="connsiteX0" fmla="*/ 0 w 3734332"/>
              <a:gd name="connsiteY0" fmla="*/ 1340017 h 1340017"/>
              <a:gd name="connsiteX1" fmla="*/ 742805 w 3734332"/>
              <a:gd name="connsiteY1" fmla="*/ 17494 h 1340017"/>
              <a:gd name="connsiteX2" fmla="*/ 752122 w 3734332"/>
              <a:gd name="connsiteY2" fmla="*/ 572058 h 1340017"/>
              <a:gd name="connsiteX3" fmla="*/ 1121940 w 3734332"/>
              <a:gd name="connsiteY3" fmla="*/ 428686 h 1340017"/>
              <a:gd name="connsiteX4" fmla="*/ 1499534 w 3734332"/>
              <a:gd name="connsiteY4" fmla="*/ 518456 h 1340017"/>
              <a:gd name="connsiteX5" fmla="*/ 1856122 w 3734332"/>
              <a:gd name="connsiteY5" fmla="*/ 478134 h 1340017"/>
              <a:gd name="connsiteX6" fmla="*/ 2225372 w 3734332"/>
              <a:gd name="connsiteY6" fmla="*/ 495736 h 1340017"/>
              <a:gd name="connsiteX7" fmla="*/ 3734332 w 3734332"/>
              <a:gd name="connsiteY7" fmla="*/ 494066 h 1340017"/>
              <a:gd name="connsiteX0" fmla="*/ 0 w 3734332"/>
              <a:gd name="connsiteY0" fmla="*/ 1322531 h 1322531"/>
              <a:gd name="connsiteX1" fmla="*/ 742805 w 3734332"/>
              <a:gd name="connsiteY1" fmla="*/ 8 h 1322531"/>
              <a:gd name="connsiteX2" fmla="*/ 752122 w 3734332"/>
              <a:gd name="connsiteY2" fmla="*/ 554572 h 1322531"/>
              <a:gd name="connsiteX3" fmla="*/ 1121940 w 3734332"/>
              <a:gd name="connsiteY3" fmla="*/ 411200 h 1322531"/>
              <a:gd name="connsiteX4" fmla="*/ 1499534 w 3734332"/>
              <a:gd name="connsiteY4" fmla="*/ 500970 h 1322531"/>
              <a:gd name="connsiteX5" fmla="*/ 1856122 w 3734332"/>
              <a:gd name="connsiteY5" fmla="*/ 460648 h 1322531"/>
              <a:gd name="connsiteX6" fmla="*/ 2225372 w 3734332"/>
              <a:gd name="connsiteY6" fmla="*/ 478250 h 1322531"/>
              <a:gd name="connsiteX7" fmla="*/ 3734332 w 3734332"/>
              <a:gd name="connsiteY7" fmla="*/ 476580 h 1322531"/>
              <a:gd name="connsiteX0" fmla="*/ 0 w 3734332"/>
              <a:gd name="connsiteY0" fmla="*/ 1338043 h 1338043"/>
              <a:gd name="connsiteX1" fmla="*/ 742805 w 3734332"/>
              <a:gd name="connsiteY1" fmla="*/ 15520 h 1338043"/>
              <a:gd name="connsiteX2" fmla="*/ 1490623 w 3734332"/>
              <a:gd name="connsiteY2" fmla="*/ 602774 h 1338043"/>
              <a:gd name="connsiteX3" fmla="*/ 1121940 w 3734332"/>
              <a:gd name="connsiteY3" fmla="*/ 426712 h 1338043"/>
              <a:gd name="connsiteX4" fmla="*/ 1499534 w 3734332"/>
              <a:gd name="connsiteY4" fmla="*/ 516482 h 1338043"/>
              <a:gd name="connsiteX5" fmla="*/ 1856122 w 3734332"/>
              <a:gd name="connsiteY5" fmla="*/ 476160 h 1338043"/>
              <a:gd name="connsiteX6" fmla="*/ 2225372 w 3734332"/>
              <a:gd name="connsiteY6" fmla="*/ 493762 h 1338043"/>
              <a:gd name="connsiteX7" fmla="*/ 3734332 w 3734332"/>
              <a:gd name="connsiteY7" fmla="*/ 492092 h 1338043"/>
              <a:gd name="connsiteX0" fmla="*/ 0 w 3734332"/>
              <a:gd name="connsiteY0" fmla="*/ 1338060 h 1338060"/>
              <a:gd name="connsiteX1" fmla="*/ 742805 w 3734332"/>
              <a:gd name="connsiteY1" fmla="*/ 15537 h 1338060"/>
              <a:gd name="connsiteX2" fmla="*/ 1490623 w 3734332"/>
              <a:gd name="connsiteY2" fmla="*/ 602791 h 1338060"/>
              <a:gd name="connsiteX3" fmla="*/ 1860441 w 3734332"/>
              <a:gd name="connsiteY3" fmla="*/ 431759 h 1338060"/>
              <a:gd name="connsiteX4" fmla="*/ 1499534 w 3734332"/>
              <a:gd name="connsiteY4" fmla="*/ 516499 h 1338060"/>
              <a:gd name="connsiteX5" fmla="*/ 1856122 w 3734332"/>
              <a:gd name="connsiteY5" fmla="*/ 476177 h 1338060"/>
              <a:gd name="connsiteX6" fmla="*/ 2225372 w 3734332"/>
              <a:gd name="connsiteY6" fmla="*/ 493779 h 1338060"/>
              <a:gd name="connsiteX7" fmla="*/ 3734332 w 3734332"/>
              <a:gd name="connsiteY7" fmla="*/ 492109 h 1338060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1499534 w 3734332"/>
              <a:gd name="connsiteY4" fmla="*/ 515208 h 1336769"/>
              <a:gd name="connsiteX5" fmla="*/ 1856122 w 3734332"/>
              <a:gd name="connsiteY5" fmla="*/ 474886 h 1336769"/>
              <a:gd name="connsiteX6" fmla="*/ 2225372 w 3734332"/>
              <a:gd name="connsiteY6" fmla="*/ 492488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1499534 w 3734332"/>
              <a:gd name="connsiteY4" fmla="*/ 515208 h 1336769"/>
              <a:gd name="connsiteX5" fmla="*/ 1856122 w 3734332"/>
              <a:gd name="connsiteY5" fmla="*/ 474886 h 1336769"/>
              <a:gd name="connsiteX6" fmla="*/ 2225372 w 3734332"/>
              <a:gd name="connsiteY6" fmla="*/ 492488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112865 w 3734332"/>
              <a:gd name="connsiteY4" fmla="*/ 510179 h 1336769"/>
              <a:gd name="connsiteX5" fmla="*/ 1856122 w 3734332"/>
              <a:gd name="connsiteY5" fmla="*/ 474886 h 1336769"/>
              <a:gd name="connsiteX6" fmla="*/ 2225372 w 3734332"/>
              <a:gd name="connsiteY6" fmla="*/ 492488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112865 w 3734332"/>
              <a:gd name="connsiteY4" fmla="*/ 510179 h 1336769"/>
              <a:gd name="connsiteX5" fmla="*/ 1856122 w 3734332"/>
              <a:gd name="connsiteY5" fmla="*/ 474886 h 1336769"/>
              <a:gd name="connsiteX6" fmla="*/ 2663466 w 3734332"/>
              <a:gd name="connsiteY6" fmla="*/ 497517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112865 w 3734332"/>
              <a:gd name="connsiteY4" fmla="*/ 510179 h 1336769"/>
              <a:gd name="connsiteX5" fmla="*/ 2338025 w 3734332"/>
              <a:gd name="connsiteY5" fmla="*/ 477401 h 1336769"/>
              <a:gd name="connsiteX6" fmla="*/ 2663466 w 3734332"/>
              <a:gd name="connsiteY6" fmla="*/ 497517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385109 w 3734332"/>
              <a:gd name="connsiteY4" fmla="*/ 532811 h 1336769"/>
              <a:gd name="connsiteX5" fmla="*/ 2338025 w 3734332"/>
              <a:gd name="connsiteY5" fmla="*/ 477401 h 1336769"/>
              <a:gd name="connsiteX6" fmla="*/ 2663466 w 3734332"/>
              <a:gd name="connsiteY6" fmla="*/ 497517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385109 w 3734332"/>
              <a:gd name="connsiteY4" fmla="*/ 532811 h 1336769"/>
              <a:gd name="connsiteX5" fmla="*/ 2629045 w 3734332"/>
              <a:gd name="connsiteY5" fmla="*/ 474886 h 1336769"/>
              <a:gd name="connsiteX6" fmla="*/ 2663466 w 3734332"/>
              <a:gd name="connsiteY6" fmla="*/ 497517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385109 w 3734332"/>
              <a:gd name="connsiteY4" fmla="*/ 532811 h 1336769"/>
              <a:gd name="connsiteX5" fmla="*/ 2629045 w 3734332"/>
              <a:gd name="connsiteY5" fmla="*/ 474886 h 1336769"/>
              <a:gd name="connsiteX6" fmla="*/ 2967002 w 3734332"/>
              <a:gd name="connsiteY6" fmla="*/ 500031 h 1336769"/>
              <a:gd name="connsiteX7" fmla="*/ 3734332 w 3734332"/>
              <a:gd name="connsiteY7" fmla="*/ 490818 h 1336769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385109 w 3734332"/>
              <a:gd name="connsiteY4" fmla="*/ 533999 h 1337957"/>
              <a:gd name="connsiteX5" fmla="*/ 2629045 w 3734332"/>
              <a:gd name="connsiteY5" fmla="*/ 476074 h 1337957"/>
              <a:gd name="connsiteX6" fmla="*/ 2967002 w 3734332"/>
              <a:gd name="connsiteY6" fmla="*/ 501219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385109 w 3734332"/>
              <a:gd name="connsiteY4" fmla="*/ 533999 h 1337957"/>
              <a:gd name="connsiteX5" fmla="*/ 2629045 w 3734332"/>
              <a:gd name="connsiteY5" fmla="*/ 476074 h 1337957"/>
              <a:gd name="connsiteX6" fmla="*/ 2967002 w 3734332"/>
              <a:gd name="connsiteY6" fmla="*/ 501219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385109 w 3734332"/>
              <a:gd name="connsiteY4" fmla="*/ 533999 h 1337957"/>
              <a:gd name="connsiteX5" fmla="*/ 2907547 w 3734332"/>
              <a:gd name="connsiteY5" fmla="*/ 471045 h 1337957"/>
              <a:gd name="connsiteX6" fmla="*/ 2967002 w 3734332"/>
              <a:gd name="connsiteY6" fmla="*/ 501219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385109 w 3734332"/>
              <a:gd name="connsiteY4" fmla="*/ 533999 h 1337957"/>
              <a:gd name="connsiteX5" fmla="*/ 2907547 w 3734332"/>
              <a:gd name="connsiteY5" fmla="*/ 471045 h 1337957"/>
              <a:gd name="connsiteX6" fmla="*/ 3355028 w 3734332"/>
              <a:gd name="connsiteY6" fmla="*/ 496190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604156 w 3734332"/>
              <a:gd name="connsiteY4" fmla="*/ 528970 h 1337957"/>
              <a:gd name="connsiteX5" fmla="*/ 2907547 w 3734332"/>
              <a:gd name="connsiteY5" fmla="*/ 471045 h 1337957"/>
              <a:gd name="connsiteX6" fmla="*/ 3355028 w 3734332"/>
              <a:gd name="connsiteY6" fmla="*/ 496190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604156 w 3734332"/>
              <a:gd name="connsiteY4" fmla="*/ 528970 h 1337957"/>
              <a:gd name="connsiteX5" fmla="*/ 2907547 w 3734332"/>
              <a:gd name="connsiteY5" fmla="*/ 471045 h 1337957"/>
              <a:gd name="connsiteX6" fmla="*/ 3355028 w 3734332"/>
              <a:gd name="connsiteY6" fmla="*/ 496190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604156 w 3734332"/>
              <a:gd name="connsiteY4" fmla="*/ 528970 h 1337957"/>
              <a:gd name="connsiteX5" fmla="*/ 2907547 w 3734332"/>
              <a:gd name="connsiteY5" fmla="*/ 471045 h 1337957"/>
              <a:gd name="connsiteX6" fmla="*/ 3355028 w 3734332"/>
              <a:gd name="connsiteY6" fmla="*/ 496190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604156 w 3734332"/>
              <a:gd name="connsiteY4" fmla="*/ 528970 h 1337957"/>
              <a:gd name="connsiteX5" fmla="*/ 2907547 w 3734332"/>
              <a:gd name="connsiteY5" fmla="*/ 471045 h 1337957"/>
              <a:gd name="connsiteX6" fmla="*/ 3355028 w 3734332"/>
              <a:gd name="connsiteY6" fmla="*/ 496190 h 1337957"/>
              <a:gd name="connsiteX7" fmla="*/ 3734332 w 3734332"/>
              <a:gd name="connsiteY7" fmla="*/ 492006 h 1337957"/>
              <a:gd name="connsiteX0" fmla="*/ 0 w 3734332"/>
              <a:gd name="connsiteY0" fmla="*/ 1322524 h 1322524"/>
              <a:gd name="connsiteX1" fmla="*/ 742805 w 3734332"/>
              <a:gd name="connsiteY1" fmla="*/ 1 h 1322524"/>
              <a:gd name="connsiteX2" fmla="*/ 1490623 w 3734332"/>
              <a:gd name="connsiteY2" fmla="*/ 587255 h 1322524"/>
              <a:gd name="connsiteX3" fmla="*/ 2226562 w 3734332"/>
              <a:gd name="connsiteY3" fmla="*/ 386048 h 1322524"/>
              <a:gd name="connsiteX4" fmla="*/ 2604156 w 3734332"/>
              <a:gd name="connsiteY4" fmla="*/ 513537 h 1322524"/>
              <a:gd name="connsiteX5" fmla="*/ 2907547 w 3734332"/>
              <a:gd name="connsiteY5" fmla="*/ 455612 h 1322524"/>
              <a:gd name="connsiteX6" fmla="*/ 3355028 w 3734332"/>
              <a:gd name="connsiteY6" fmla="*/ 480757 h 1322524"/>
              <a:gd name="connsiteX7" fmla="*/ 3734332 w 3734332"/>
              <a:gd name="connsiteY7" fmla="*/ 476573 h 1322524"/>
              <a:gd name="connsiteX0" fmla="*/ 0 w 3734332"/>
              <a:gd name="connsiteY0" fmla="*/ 1322524 h 1322524"/>
              <a:gd name="connsiteX1" fmla="*/ 742805 w 3734332"/>
              <a:gd name="connsiteY1" fmla="*/ 1 h 1322524"/>
              <a:gd name="connsiteX2" fmla="*/ 1490623 w 3734332"/>
              <a:gd name="connsiteY2" fmla="*/ 587255 h 1322524"/>
              <a:gd name="connsiteX3" fmla="*/ 2226562 w 3734332"/>
              <a:gd name="connsiteY3" fmla="*/ 386048 h 1322524"/>
              <a:gd name="connsiteX4" fmla="*/ 2604156 w 3734332"/>
              <a:gd name="connsiteY4" fmla="*/ 513537 h 1322524"/>
              <a:gd name="connsiteX5" fmla="*/ 2907547 w 3734332"/>
              <a:gd name="connsiteY5" fmla="*/ 455612 h 1322524"/>
              <a:gd name="connsiteX6" fmla="*/ 3355028 w 3734332"/>
              <a:gd name="connsiteY6" fmla="*/ 480757 h 1322524"/>
              <a:gd name="connsiteX7" fmla="*/ 3734332 w 3734332"/>
              <a:gd name="connsiteY7" fmla="*/ 476573 h 1322524"/>
              <a:gd name="connsiteX0" fmla="*/ 0 w 3734332"/>
              <a:gd name="connsiteY0" fmla="*/ 1322524 h 1322524"/>
              <a:gd name="connsiteX1" fmla="*/ 742805 w 3734332"/>
              <a:gd name="connsiteY1" fmla="*/ 1 h 1322524"/>
              <a:gd name="connsiteX2" fmla="*/ 1490623 w 3734332"/>
              <a:gd name="connsiteY2" fmla="*/ 587255 h 1322524"/>
              <a:gd name="connsiteX3" fmla="*/ 2132685 w 3734332"/>
              <a:gd name="connsiteY3" fmla="*/ 386048 h 1322524"/>
              <a:gd name="connsiteX4" fmla="*/ 2604156 w 3734332"/>
              <a:gd name="connsiteY4" fmla="*/ 513537 h 1322524"/>
              <a:gd name="connsiteX5" fmla="*/ 2907547 w 3734332"/>
              <a:gd name="connsiteY5" fmla="*/ 455612 h 1322524"/>
              <a:gd name="connsiteX6" fmla="*/ 3355028 w 3734332"/>
              <a:gd name="connsiteY6" fmla="*/ 480757 h 1322524"/>
              <a:gd name="connsiteX7" fmla="*/ 3734332 w 3734332"/>
              <a:gd name="connsiteY7" fmla="*/ 476573 h 1322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4332" h="1322524">
                <a:moveTo>
                  <a:pt x="0" y="1322524"/>
                </a:moveTo>
                <a:cubicBezTo>
                  <a:pt x="147577" y="915963"/>
                  <a:pt x="475593" y="-670"/>
                  <a:pt x="742805" y="1"/>
                </a:cubicBezTo>
                <a:cubicBezTo>
                  <a:pt x="1010017" y="672"/>
                  <a:pt x="1258976" y="522914"/>
                  <a:pt x="1490623" y="587255"/>
                </a:cubicBezTo>
                <a:cubicBezTo>
                  <a:pt x="1722270" y="651596"/>
                  <a:pt x="1940837" y="388276"/>
                  <a:pt x="2132685" y="386048"/>
                </a:cubicBezTo>
                <a:cubicBezTo>
                  <a:pt x="2324533" y="383820"/>
                  <a:pt x="2475012" y="501943"/>
                  <a:pt x="2604156" y="513537"/>
                </a:cubicBezTo>
                <a:cubicBezTo>
                  <a:pt x="2733300" y="525131"/>
                  <a:pt x="2782402" y="461075"/>
                  <a:pt x="2907547" y="455612"/>
                </a:cubicBezTo>
                <a:cubicBezTo>
                  <a:pt x="3032692" y="450149"/>
                  <a:pt x="3236006" y="479778"/>
                  <a:pt x="3355028" y="480757"/>
                </a:cubicBezTo>
                <a:lnTo>
                  <a:pt x="3734332" y="476573"/>
                </a:ln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小标题1">
                <a:extLst>
                  <a:ext uri="{FF2B5EF4-FFF2-40B4-BE49-F238E27FC236}">
                    <a16:creationId xmlns:a16="http://schemas.microsoft.com/office/drawing/2014/main" id="{EE3595AB-7710-C21A-9E1C-9830B04E5C4B}"/>
                  </a:ext>
                </a:extLst>
              </p:cNvPr>
              <p:cNvSpPr/>
              <p:nvPr/>
            </p:nvSpPr>
            <p:spPr bwMode="auto">
              <a:xfrm>
                <a:off x="208571" y="960808"/>
                <a:ext cx="2376264" cy="576000"/>
              </a:xfrm>
              <a:prstGeom prst="roundRect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3200" b="1" dirty="0">
                    <a:solidFill>
                      <a:schemeClr val="bg1"/>
                    </a:solidFill>
                    <a:latin typeface="Stencil" panose="040409050D0802020404" pitchFamily="82" charset="0"/>
                  </a:rPr>
                  <a:t>延迟时间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sub>
                    </m:sSub>
                  </m:oMath>
                </a14:m>
                <a:endPara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endParaRPr>
              </a:p>
            </p:txBody>
          </p:sp>
        </mc:Choice>
        <mc:Fallback xmlns="">
          <p:sp>
            <p:nvSpPr>
              <p:cNvPr id="57" name="小标题1">
                <a:extLst>
                  <a:ext uri="{FF2B5EF4-FFF2-40B4-BE49-F238E27FC236}">
                    <a16:creationId xmlns:a16="http://schemas.microsoft.com/office/drawing/2014/main" id="{EE3595AB-7710-C21A-9E1C-9830B04E5C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8571" y="960808"/>
                <a:ext cx="2376264" cy="5760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说明1">
                <a:extLst>
                  <a:ext uri="{FF2B5EF4-FFF2-40B4-BE49-F238E27FC236}">
                    <a16:creationId xmlns:a16="http://schemas.microsoft.com/office/drawing/2014/main" id="{D2A099A2-5355-818D-9033-BC6C1FEAB9E3}"/>
                  </a:ext>
                </a:extLst>
              </p:cNvPr>
              <p:cNvSpPr txBox="1"/>
              <p:nvPr/>
            </p:nvSpPr>
            <p:spPr>
              <a:xfrm>
                <a:off x="2854845" y="962865"/>
                <a:ext cx="7334673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阶跃响应第一次达到</a:t>
                </a:r>
                <a:r>
                  <a:rPr kumimoji="1" lang="zh-CN" altLang="en-US" sz="2800" dirty="0">
                    <a:solidFill>
                      <a:srgbClr val="E44860"/>
                    </a:solidFill>
                  </a:rPr>
                  <a:t>终值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的 </a:t>
                </a:r>
                <a14:m>
                  <m:oMath xmlns:m="http://schemas.openxmlformats.org/officeDocument/2006/math">
                    <m:r>
                      <a:rPr kumimoji="1" lang="en-US" altLang="zh-CN" sz="2800" i="1" dirty="0" smtClean="0">
                        <a:solidFill>
                          <a:srgbClr val="159F84"/>
                        </a:solidFill>
                        <a:latin typeface="Cambria Math" panose="02040503050406030204" pitchFamily="18" charset="0"/>
                      </a:rPr>
                      <m:t>50%</m:t>
                    </m:r>
                  </m:oMath>
                </a14:m>
                <a:r>
                  <a:rPr kumimoji="1" lang="en-US" altLang="zh-CN" sz="2800" dirty="0">
                    <a:solidFill>
                      <a:schemeClr val="accent1"/>
                    </a:solidFill>
                  </a:rPr>
                  <a:t> 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所需的时间</a:t>
                </a:r>
              </a:p>
            </p:txBody>
          </p:sp>
        </mc:Choice>
        <mc:Fallback xmlns="">
          <p:sp>
            <p:nvSpPr>
              <p:cNvPr id="58" name="说明1">
                <a:extLst>
                  <a:ext uri="{FF2B5EF4-FFF2-40B4-BE49-F238E27FC236}">
                    <a16:creationId xmlns:a16="http://schemas.microsoft.com/office/drawing/2014/main" id="{D2A099A2-5355-818D-9033-BC6C1FEAB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845" y="962865"/>
                <a:ext cx="7334673" cy="578882"/>
              </a:xfrm>
              <a:prstGeom prst="flowChartAlternateProcess">
                <a:avLst/>
              </a:prstGeom>
              <a:blipFill>
                <a:blip r:embed="rId4"/>
                <a:stretch>
                  <a:fillRect l="-1205" t="-4082" b="-18367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象函数1">
                <a:extLst>
                  <a:ext uri="{FF2B5EF4-FFF2-40B4-BE49-F238E27FC236}">
                    <a16:creationId xmlns:a16="http://schemas.microsoft.com/office/drawing/2014/main" id="{ECABD3D7-5199-BC90-8408-ED3D377F906F}"/>
                  </a:ext>
                </a:extLst>
              </p:cNvPr>
              <p:cNvSpPr txBox="1"/>
              <p:nvPr/>
            </p:nvSpPr>
            <p:spPr>
              <a:xfrm>
                <a:off x="10343678" y="3288001"/>
                <a:ext cx="504849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(∞)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" name="象函数1">
                <a:extLst>
                  <a:ext uri="{FF2B5EF4-FFF2-40B4-BE49-F238E27FC236}">
                    <a16:creationId xmlns:a16="http://schemas.microsoft.com/office/drawing/2014/main" id="{ECABD3D7-5199-BC90-8408-ED3D377F9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3678" y="3288001"/>
                <a:ext cx="504849" cy="524695"/>
              </a:xfrm>
              <a:prstGeom prst="rect">
                <a:avLst/>
              </a:prstGeom>
              <a:blipFill>
                <a:blip r:embed="rId5"/>
                <a:stretch>
                  <a:fillRect l="-7317" r="-107317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0.5h">
                <a:extLst>
                  <a:ext uri="{FF2B5EF4-FFF2-40B4-BE49-F238E27FC236}">
                    <a16:creationId xmlns:a16="http://schemas.microsoft.com/office/drawing/2014/main" id="{E1E3E8A4-4C97-B36E-5803-5B12D10AE951}"/>
                  </a:ext>
                </a:extLst>
              </p:cNvPr>
              <p:cNvSpPr txBox="1"/>
              <p:nvPr/>
            </p:nvSpPr>
            <p:spPr>
              <a:xfrm>
                <a:off x="1019783" y="4252828"/>
                <a:ext cx="1237566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159F84"/>
                          </a:solidFill>
                          <a:latin typeface="Cambria Math" panose="02040503050406030204" pitchFamily="18" charset="0"/>
                        </a:rPr>
                        <m:t>0.5</m:t>
                      </m:r>
                      <m:r>
                        <a:rPr lang="en-US" altLang="zh-CN" sz="2800" b="0" i="1" smtClean="0">
                          <a:solidFill>
                            <a:srgbClr val="159F84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sz="2800" b="0" i="1" smtClean="0">
                          <a:solidFill>
                            <a:srgbClr val="159F84"/>
                          </a:solidFill>
                          <a:latin typeface="Cambria Math" panose="02040503050406030204" pitchFamily="18" charset="0"/>
                        </a:rPr>
                        <m:t>(∞)</m:t>
                      </m:r>
                    </m:oMath>
                  </m:oMathPara>
                </a14:m>
                <a:endParaRPr lang="zh-CN" altLang="en-US" sz="2800" dirty="0">
                  <a:solidFill>
                    <a:srgbClr val="159F84"/>
                  </a:solidFill>
                </a:endParaRPr>
              </a:p>
            </p:txBody>
          </p:sp>
        </mc:Choice>
        <mc:Fallback xmlns="">
          <p:sp>
            <p:nvSpPr>
              <p:cNvPr id="72" name="0.5h">
                <a:extLst>
                  <a:ext uri="{FF2B5EF4-FFF2-40B4-BE49-F238E27FC236}">
                    <a16:creationId xmlns:a16="http://schemas.microsoft.com/office/drawing/2014/main" id="{E1E3E8A4-4C97-B36E-5803-5B12D10AE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783" y="4252828"/>
                <a:ext cx="1237566" cy="524695"/>
              </a:xfrm>
              <a:prstGeom prst="rect">
                <a:avLst/>
              </a:prstGeom>
              <a:blipFill>
                <a:blip r:embed="rId6"/>
                <a:stretch>
                  <a:fillRect l="-3061" r="-23469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0.5h辅助线2">
            <a:extLst>
              <a:ext uri="{FF2B5EF4-FFF2-40B4-BE49-F238E27FC236}">
                <a16:creationId xmlns:a16="http://schemas.microsoft.com/office/drawing/2014/main" id="{E61689B9-9279-D51C-F6C3-B94B23EE197A}"/>
              </a:ext>
            </a:extLst>
          </p:cNvPr>
          <p:cNvCxnSpPr>
            <a:cxnSpLocks/>
          </p:cNvCxnSpPr>
          <p:nvPr/>
        </p:nvCxnSpPr>
        <p:spPr>
          <a:xfrm>
            <a:off x="2799263" y="4509120"/>
            <a:ext cx="0" cy="1074414"/>
          </a:xfrm>
          <a:prstGeom prst="straightConnector1">
            <a:avLst/>
          </a:prstGeom>
          <a:ln w="25400">
            <a:solidFill>
              <a:srgbClr val="159F84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d箭头">
            <a:extLst>
              <a:ext uri="{FF2B5EF4-FFF2-40B4-BE49-F238E27FC236}">
                <a16:creationId xmlns:a16="http://schemas.microsoft.com/office/drawing/2014/main" id="{AD6D53B3-3410-2685-F6B3-D8137162BC94}"/>
              </a:ext>
            </a:extLst>
          </p:cNvPr>
          <p:cNvSpPr/>
          <p:nvPr/>
        </p:nvSpPr>
        <p:spPr>
          <a:xfrm rot="1193590">
            <a:off x="1992040" y="4058617"/>
            <a:ext cx="763202" cy="281818"/>
          </a:xfrm>
          <a:custGeom>
            <a:avLst/>
            <a:gdLst>
              <a:gd name="connsiteX0" fmla="*/ 974956 w 974956"/>
              <a:gd name="connsiteY0" fmla="*/ 313304 h 313304"/>
              <a:gd name="connsiteX1" fmla="*/ 302781 w 974956"/>
              <a:gd name="connsiteY1" fmla="*/ 22634 h 313304"/>
              <a:gd name="connsiteX2" fmla="*/ 0 w 974956"/>
              <a:gd name="connsiteY2" fmla="*/ 40801 h 313304"/>
              <a:gd name="connsiteX0" fmla="*/ 974956 w 974956"/>
              <a:gd name="connsiteY0" fmla="*/ 288927 h 288927"/>
              <a:gd name="connsiteX1" fmla="*/ 520783 w 974956"/>
              <a:gd name="connsiteY1" fmla="*/ 46702 h 288927"/>
              <a:gd name="connsiteX2" fmla="*/ 0 w 974956"/>
              <a:gd name="connsiteY2" fmla="*/ 16424 h 288927"/>
              <a:gd name="connsiteX0" fmla="*/ 974956 w 974956"/>
              <a:gd name="connsiteY0" fmla="*/ 288927 h 288927"/>
              <a:gd name="connsiteX1" fmla="*/ 520783 w 974956"/>
              <a:gd name="connsiteY1" fmla="*/ 46702 h 288927"/>
              <a:gd name="connsiteX2" fmla="*/ 0 w 974956"/>
              <a:gd name="connsiteY2" fmla="*/ 16424 h 288927"/>
              <a:gd name="connsiteX0" fmla="*/ 974956 w 974956"/>
              <a:gd name="connsiteY0" fmla="*/ 288927 h 288927"/>
              <a:gd name="connsiteX1" fmla="*/ 520783 w 974956"/>
              <a:gd name="connsiteY1" fmla="*/ 46702 h 288927"/>
              <a:gd name="connsiteX2" fmla="*/ 0 w 974956"/>
              <a:gd name="connsiteY2" fmla="*/ 16424 h 288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4956" h="288927">
                <a:moveTo>
                  <a:pt x="974956" y="288927"/>
                </a:moveTo>
                <a:cubicBezTo>
                  <a:pt x="750393" y="136022"/>
                  <a:pt x="695388" y="110286"/>
                  <a:pt x="520783" y="46702"/>
                </a:cubicBezTo>
                <a:cubicBezTo>
                  <a:pt x="358290" y="1285"/>
                  <a:pt x="70144" y="-15368"/>
                  <a:pt x="0" y="16424"/>
                </a:cubicBezTo>
              </a:path>
            </a:pathLst>
          </a:custGeom>
          <a:noFill/>
          <a:ln>
            <a:solidFill>
              <a:srgbClr val="159F84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延迟时间">
                <a:extLst>
                  <a:ext uri="{FF2B5EF4-FFF2-40B4-BE49-F238E27FC236}">
                    <a16:creationId xmlns:a16="http://schemas.microsoft.com/office/drawing/2014/main" id="{4982C0E6-254C-7D62-E7BB-01D69045219E}"/>
                  </a:ext>
                </a:extLst>
              </p:cNvPr>
              <p:cNvSpPr txBox="1"/>
              <p:nvPr/>
            </p:nvSpPr>
            <p:spPr>
              <a:xfrm>
                <a:off x="211800" y="3405480"/>
                <a:ext cx="200801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rgbClr val="159F84"/>
                    </a:solidFill>
                  </a:rPr>
                  <a:t>延迟时间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159F8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159F84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159F84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zh-CN" altLang="en-US" sz="2800" dirty="0">
                  <a:solidFill>
                    <a:srgbClr val="159F84"/>
                  </a:solidFill>
                </a:endParaRPr>
              </a:p>
            </p:txBody>
          </p:sp>
        </mc:Choice>
        <mc:Fallback xmlns="">
          <p:sp>
            <p:nvSpPr>
              <p:cNvPr id="77" name="延迟时间">
                <a:extLst>
                  <a:ext uri="{FF2B5EF4-FFF2-40B4-BE49-F238E27FC236}">
                    <a16:creationId xmlns:a16="http://schemas.microsoft.com/office/drawing/2014/main" id="{4982C0E6-254C-7D62-E7BB-01D690452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00" y="3405480"/>
                <a:ext cx="2008016" cy="523220"/>
              </a:xfrm>
              <a:prstGeom prst="rect">
                <a:avLst/>
              </a:prstGeom>
              <a:blipFill>
                <a:blip r:embed="rId7"/>
                <a:stretch>
                  <a:fillRect l="-6289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坐标轴">
            <a:extLst>
              <a:ext uri="{FF2B5EF4-FFF2-40B4-BE49-F238E27FC236}">
                <a16:creationId xmlns:a16="http://schemas.microsoft.com/office/drawing/2014/main" id="{5548BEA5-B89E-2ADB-65FE-EF64D7C7314D}"/>
              </a:ext>
            </a:extLst>
          </p:cNvPr>
          <p:cNvGrpSpPr/>
          <p:nvPr/>
        </p:nvGrpSpPr>
        <p:grpSpPr>
          <a:xfrm>
            <a:off x="2091951" y="2018473"/>
            <a:ext cx="8330364" cy="3741032"/>
            <a:chOff x="2091951" y="2018473"/>
            <a:chExt cx="8330364" cy="3741032"/>
          </a:xfrm>
        </p:grpSpPr>
        <p:cxnSp>
          <p:nvCxnSpPr>
            <p:cNvPr id="105" name="x轴">
              <a:extLst>
                <a:ext uri="{FF2B5EF4-FFF2-40B4-BE49-F238E27FC236}">
                  <a16:creationId xmlns:a16="http://schemas.microsoft.com/office/drawing/2014/main" id="{7AE2E3A9-F170-0BCA-B0E0-7D340784BF2F}"/>
                </a:ext>
              </a:extLst>
            </p:cNvPr>
            <p:cNvCxnSpPr>
              <a:cxnSpLocks/>
            </p:cNvCxnSpPr>
            <p:nvPr/>
          </p:nvCxnSpPr>
          <p:spPr>
            <a:xfrm>
              <a:off x="2501326" y="5583534"/>
              <a:ext cx="7688193" cy="1577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y轴">
              <a:extLst>
                <a:ext uri="{FF2B5EF4-FFF2-40B4-BE49-F238E27FC236}">
                  <a16:creationId xmlns:a16="http://schemas.microsoft.com/office/drawing/2014/main" id="{46F6C8E6-CD17-2332-20FE-88A203C688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1929" y="2159370"/>
              <a:ext cx="18796" cy="343994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labelt">
                  <a:extLst>
                    <a:ext uri="{FF2B5EF4-FFF2-40B4-BE49-F238E27FC236}">
                      <a16:creationId xmlns:a16="http://schemas.microsoft.com/office/drawing/2014/main" id="{225C9E20-7D03-512A-DEA3-FF20512B516B}"/>
                    </a:ext>
                  </a:extLst>
                </p:cNvPr>
                <p:cNvSpPr txBox="1"/>
                <p:nvPr/>
              </p:nvSpPr>
              <p:spPr>
                <a:xfrm>
                  <a:off x="9956721" y="5076093"/>
                  <a:ext cx="465594" cy="5232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7" name="labelt">
                  <a:extLst>
                    <a:ext uri="{FF2B5EF4-FFF2-40B4-BE49-F238E27FC236}">
                      <a16:creationId xmlns:a16="http://schemas.microsoft.com/office/drawing/2014/main" id="{225C9E20-7D03-512A-DEA3-FF20512B51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56721" y="5076093"/>
                  <a:ext cx="465594" cy="52321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label0">
                  <a:extLst>
                    <a:ext uri="{FF2B5EF4-FFF2-40B4-BE49-F238E27FC236}">
                      <a16:creationId xmlns:a16="http://schemas.microsoft.com/office/drawing/2014/main" id="{541A9BD1-048F-A7DC-9500-0A1759998FB8}"/>
                    </a:ext>
                  </a:extLst>
                </p:cNvPr>
                <p:cNvSpPr txBox="1"/>
                <p:nvPr/>
              </p:nvSpPr>
              <p:spPr>
                <a:xfrm>
                  <a:off x="2091951" y="5236286"/>
                  <a:ext cx="341245" cy="5232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8" name="label0">
                  <a:extLst>
                    <a:ext uri="{FF2B5EF4-FFF2-40B4-BE49-F238E27FC236}">
                      <a16:creationId xmlns:a16="http://schemas.microsoft.com/office/drawing/2014/main" id="{541A9BD1-048F-A7DC-9500-0A1759998F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1951" y="5236286"/>
                  <a:ext cx="341245" cy="523219"/>
                </a:xfrm>
                <a:prstGeom prst="rect">
                  <a:avLst/>
                </a:prstGeom>
                <a:blipFill>
                  <a:blip r:embed="rId9"/>
                  <a:stretch>
                    <a:fillRect l="-7143" r="-2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ht">
                  <a:extLst>
                    <a:ext uri="{FF2B5EF4-FFF2-40B4-BE49-F238E27FC236}">
                      <a16:creationId xmlns:a16="http://schemas.microsoft.com/office/drawing/2014/main" id="{79903276-3ED2-742F-266E-88686E3ADECF}"/>
                    </a:ext>
                  </a:extLst>
                </p:cNvPr>
                <p:cNvSpPr txBox="1"/>
                <p:nvPr/>
              </p:nvSpPr>
              <p:spPr>
                <a:xfrm>
                  <a:off x="2546838" y="2018473"/>
                  <a:ext cx="504849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8" name="ht">
                  <a:extLst>
                    <a:ext uri="{FF2B5EF4-FFF2-40B4-BE49-F238E27FC236}">
                      <a16:creationId xmlns:a16="http://schemas.microsoft.com/office/drawing/2014/main" id="{79903276-3ED2-742F-266E-88686E3ADE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6838" y="2018473"/>
                  <a:ext cx="504849" cy="524695"/>
                </a:xfrm>
                <a:prstGeom prst="rect">
                  <a:avLst/>
                </a:prstGeom>
                <a:blipFill>
                  <a:blip r:embed="rId10"/>
                  <a:stretch>
                    <a:fillRect l="-7317" r="-75610" b="-16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70869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57" grpId="0" animBg="1"/>
      <p:bldP spid="58" grpId="0" animBg="1"/>
      <p:bldP spid="63" grpId="0"/>
      <p:bldP spid="72" grpId="0"/>
      <p:bldP spid="24" grpId="0" animBg="1"/>
      <p:bldP spid="7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3936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线性系统时域性能指标</a:t>
            </a:r>
          </a:p>
        </p:txBody>
      </p:sp>
      <p:grpSp>
        <p:nvGrpSpPr>
          <p:cNvPr id="32" name="坐标轴">
            <a:extLst>
              <a:ext uri="{FF2B5EF4-FFF2-40B4-BE49-F238E27FC236}">
                <a16:creationId xmlns:a16="http://schemas.microsoft.com/office/drawing/2014/main" id="{3ECDF0AE-8583-0A0E-6B5D-BB295454C98F}"/>
              </a:ext>
            </a:extLst>
          </p:cNvPr>
          <p:cNvGrpSpPr/>
          <p:nvPr/>
        </p:nvGrpSpPr>
        <p:grpSpPr>
          <a:xfrm>
            <a:off x="2091951" y="2018473"/>
            <a:ext cx="8330364" cy="3741032"/>
            <a:chOff x="2091951" y="2018473"/>
            <a:chExt cx="8330364" cy="3741032"/>
          </a:xfrm>
        </p:grpSpPr>
        <p:cxnSp>
          <p:nvCxnSpPr>
            <p:cNvPr id="33" name="x轴">
              <a:extLst>
                <a:ext uri="{FF2B5EF4-FFF2-40B4-BE49-F238E27FC236}">
                  <a16:creationId xmlns:a16="http://schemas.microsoft.com/office/drawing/2014/main" id="{312B91CE-37D2-EEE6-1334-4CE2037E5C7A}"/>
                </a:ext>
              </a:extLst>
            </p:cNvPr>
            <p:cNvCxnSpPr>
              <a:cxnSpLocks/>
            </p:cNvCxnSpPr>
            <p:nvPr/>
          </p:nvCxnSpPr>
          <p:spPr>
            <a:xfrm>
              <a:off x="2501326" y="5583534"/>
              <a:ext cx="7688193" cy="1577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y轴">
              <a:extLst>
                <a:ext uri="{FF2B5EF4-FFF2-40B4-BE49-F238E27FC236}">
                  <a16:creationId xmlns:a16="http://schemas.microsoft.com/office/drawing/2014/main" id="{EEBC814A-D0AC-2A5F-1A02-35F0660760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1929" y="2159370"/>
              <a:ext cx="18796" cy="343994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labelt">
                  <a:extLst>
                    <a:ext uri="{FF2B5EF4-FFF2-40B4-BE49-F238E27FC236}">
                      <a16:creationId xmlns:a16="http://schemas.microsoft.com/office/drawing/2014/main" id="{E0F9864A-3AC1-4C91-3908-F9F603494FCC}"/>
                    </a:ext>
                  </a:extLst>
                </p:cNvPr>
                <p:cNvSpPr txBox="1"/>
                <p:nvPr/>
              </p:nvSpPr>
              <p:spPr>
                <a:xfrm>
                  <a:off x="9956721" y="5076093"/>
                  <a:ext cx="465594" cy="5232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5" name="labelt">
                  <a:extLst>
                    <a:ext uri="{FF2B5EF4-FFF2-40B4-BE49-F238E27FC236}">
                      <a16:creationId xmlns:a16="http://schemas.microsoft.com/office/drawing/2014/main" id="{E0F9864A-3AC1-4C91-3908-F9F603494F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56721" y="5076093"/>
                  <a:ext cx="465594" cy="52321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label0">
                  <a:extLst>
                    <a:ext uri="{FF2B5EF4-FFF2-40B4-BE49-F238E27FC236}">
                      <a16:creationId xmlns:a16="http://schemas.microsoft.com/office/drawing/2014/main" id="{3A769B0C-ED98-9A13-681F-6D116172C42C}"/>
                    </a:ext>
                  </a:extLst>
                </p:cNvPr>
                <p:cNvSpPr txBox="1"/>
                <p:nvPr/>
              </p:nvSpPr>
              <p:spPr>
                <a:xfrm>
                  <a:off x="2091951" y="5236286"/>
                  <a:ext cx="341245" cy="5232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6" name="label0">
                  <a:extLst>
                    <a:ext uri="{FF2B5EF4-FFF2-40B4-BE49-F238E27FC236}">
                      <a16:creationId xmlns:a16="http://schemas.microsoft.com/office/drawing/2014/main" id="{3A769B0C-ED98-9A13-681F-6D116172C4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1951" y="5236286"/>
                  <a:ext cx="341245" cy="523219"/>
                </a:xfrm>
                <a:prstGeom prst="rect">
                  <a:avLst/>
                </a:prstGeom>
                <a:blipFill>
                  <a:blip r:embed="rId4"/>
                  <a:stretch>
                    <a:fillRect l="-7143" r="-2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ht">
                  <a:extLst>
                    <a:ext uri="{FF2B5EF4-FFF2-40B4-BE49-F238E27FC236}">
                      <a16:creationId xmlns:a16="http://schemas.microsoft.com/office/drawing/2014/main" id="{49A97FB1-248B-637F-192E-445A82219D68}"/>
                    </a:ext>
                  </a:extLst>
                </p:cNvPr>
                <p:cNvSpPr txBox="1"/>
                <p:nvPr/>
              </p:nvSpPr>
              <p:spPr>
                <a:xfrm>
                  <a:off x="2546838" y="2018473"/>
                  <a:ext cx="504849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7" name="ht">
                  <a:extLst>
                    <a:ext uri="{FF2B5EF4-FFF2-40B4-BE49-F238E27FC236}">
                      <a16:creationId xmlns:a16="http://schemas.microsoft.com/office/drawing/2014/main" id="{49A97FB1-248B-637F-192E-445A82219D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6838" y="2018473"/>
                  <a:ext cx="504849" cy="524695"/>
                </a:xfrm>
                <a:prstGeom prst="rect">
                  <a:avLst/>
                </a:prstGeom>
                <a:blipFill>
                  <a:blip r:embed="rId5"/>
                  <a:stretch>
                    <a:fillRect l="-7317" r="-75610" b="-16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终值辅助线">
            <a:extLst>
              <a:ext uri="{FF2B5EF4-FFF2-40B4-BE49-F238E27FC236}">
                <a16:creationId xmlns:a16="http://schemas.microsoft.com/office/drawing/2014/main" id="{36E27E48-F34E-B26E-E73B-A65A4C0AAA38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2510725" y="3550349"/>
            <a:ext cx="7832953" cy="0"/>
          </a:xfrm>
          <a:prstGeom prst="straightConnector1">
            <a:avLst/>
          </a:prstGeom>
          <a:ln w="25400">
            <a:solidFill>
              <a:schemeClr val="tx2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0.5h辅助线1">
            <a:extLst>
              <a:ext uri="{FF2B5EF4-FFF2-40B4-BE49-F238E27FC236}">
                <a16:creationId xmlns:a16="http://schemas.microsoft.com/office/drawing/2014/main" id="{44111D1D-F44A-E954-3D8C-7FE325B64C04}"/>
              </a:ext>
            </a:extLst>
          </p:cNvPr>
          <p:cNvCxnSpPr>
            <a:cxnSpLocks/>
          </p:cNvCxnSpPr>
          <p:nvPr/>
        </p:nvCxnSpPr>
        <p:spPr>
          <a:xfrm>
            <a:off x="2491929" y="4509120"/>
            <a:ext cx="290909" cy="0"/>
          </a:xfrm>
          <a:prstGeom prst="straightConnector1">
            <a:avLst/>
          </a:prstGeom>
          <a:ln w="25400">
            <a:solidFill>
              <a:srgbClr val="159F84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给定">
            <a:extLst>
              <a:ext uri="{FF2B5EF4-FFF2-40B4-BE49-F238E27FC236}">
                <a16:creationId xmlns:a16="http://schemas.microsoft.com/office/drawing/2014/main" id="{D02DB8F5-BE57-B507-09C3-168E8DA8DA77}"/>
              </a:ext>
            </a:extLst>
          </p:cNvPr>
          <p:cNvCxnSpPr>
            <a:cxnSpLocks/>
          </p:cNvCxnSpPr>
          <p:nvPr/>
        </p:nvCxnSpPr>
        <p:spPr>
          <a:xfrm>
            <a:off x="2521754" y="3460549"/>
            <a:ext cx="7192842" cy="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响应">
            <a:extLst>
              <a:ext uri="{FF2B5EF4-FFF2-40B4-BE49-F238E27FC236}">
                <a16:creationId xmlns:a16="http://schemas.microsoft.com/office/drawing/2014/main" id="{DE5A4B3F-2270-7321-DC45-8795E0A0B72B}"/>
              </a:ext>
            </a:extLst>
          </p:cNvPr>
          <p:cNvSpPr/>
          <p:nvPr/>
        </p:nvSpPr>
        <p:spPr>
          <a:xfrm>
            <a:off x="2495550" y="2404703"/>
            <a:ext cx="7226591" cy="3184883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  <a:gd name="connsiteX0" fmla="*/ 0 w 2407534"/>
              <a:gd name="connsiteY0" fmla="*/ 1157701 h 1157701"/>
              <a:gd name="connsiteX1" fmla="*/ 398588 w 2407534"/>
              <a:gd name="connsiteY1" fmla="*/ 23772 h 1157701"/>
              <a:gd name="connsiteX2" fmla="*/ 486137 w 2407534"/>
              <a:gd name="connsiteY2" fmla="*/ 382197 h 1157701"/>
              <a:gd name="connsiteX3" fmla="*/ 671331 w 2407534"/>
              <a:gd name="connsiteY3" fmla="*/ 324323 h 1157701"/>
              <a:gd name="connsiteX4" fmla="*/ 1030147 w 2407534"/>
              <a:gd name="connsiteY4" fmla="*/ 318536 h 1157701"/>
              <a:gd name="connsiteX5" fmla="*/ 2407534 w 2407534"/>
              <a:gd name="connsiteY5" fmla="*/ 324323 h 1157701"/>
              <a:gd name="connsiteX0" fmla="*/ 0 w 3690522"/>
              <a:gd name="connsiteY0" fmla="*/ 1157701 h 1157701"/>
              <a:gd name="connsiteX1" fmla="*/ 398588 w 3690522"/>
              <a:gd name="connsiteY1" fmla="*/ 23772 h 1157701"/>
              <a:gd name="connsiteX2" fmla="*/ 486137 w 3690522"/>
              <a:gd name="connsiteY2" fmla="*/ 382197 h 1157701"/>
              <a:gd name="connsiteX3" fmla="*/ 671331 w 3690522"/>
              <a:gd name="connsiteY3" fmla="*/ 324323 h 1157701"/>
              <a:gd name="connsiteX4" fmla="*/ 1030147 w 3690522"/>
              <a:gd name="connsiteY4" fmla="*/ 318536 h 1157701"/>
              <a:gd name="connsiteX5" fmla="*/ 3690522 w 3690522"/>
              <a:gd name="connsiteY5" fmla="*/ 314264 h 1157701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30147 w 3690522"/>
              <a:gd name="connsiteY4" fmla="*/ 317774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30147 w 3690522"/>
              <a:gd name="connsiteY4" fmla="*/ 317774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1358573 w 3690522"/>
              <a:gd name="connsiteY5" fmla="*/ 320202 h 1156939"/>
              <a:gd name="connsiteX6" fmla="*/ 3690522 w 3690522"/>
              <a:gd name="connsiteY6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1358573 w 3690522"/>
              <a:gd name="connsiteY5" fmla="*/ 320202 h 1156939"/>
              <a:gd name="connsiteX6" fmla="*/ 3690522 w 3690522"/>
              <a:gd name="connsiteY6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1358573 w 3690522"/>
              <a:gd name="connsiteY5" fmla="*/ 320202 h 1156939"/>
              <a:gd name="connsiteX6" fmla="*/ 3690522 w 3690522"/>
              <a:gd name="connsiteY6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1446192 w 3690522"/>
              <a:gd name="connsiteY5" fmla="*/ 239735 h 1156939"/>
              <a:gd name="connsiteX6" fmla="*/ 3690522 w 3690522"/>
              <a:gd name="connsiteY6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958175 w 3690522"/>
              <a:gd name="connsiteY4" fmla="*/ 340406 h 1156939"/>
              <a:gd name="connsiteX5" fmla="*/ 1446192 w 3690522"/>
              <a:gd name="connsiteY5" fmla="*/ 239735 h 1156939"/>
              <a:gd name="connsiteX6" fmla="*/ 3690522 w 3690522"/>
              <a:gd name="connsiteY6" fmla="*/ 313502 h 1156939"/>
              <a:gd name="connsiteX0" fmla="*/ 0 w 3690522"/>
              <a:gd name="connsiteY0" fmla="*/ 1156714 h 1156714"/>
              <a:gd name="connsiteX1" fmla="*/ 398588 w 3690522"/>
              <a:gd name="connsiteY1" fmla="*/ 22785 h 1156714"/>
              <a:gd name="connsiteX2" fmla="*/ 548722 w 3690522"/>
              <a:gd name="connsiteY2" fmla="*/ 383725 h 1156714"/>
              <a:gd name="connsiteX3" fmla="*/ 743303 w 3690522"/>
              <a:gd name="connsiteY3" fmla="*/ 212693 h 1156714"/>
              <a:gd name="connsiteX4" fmla="*/ 958175 w 3690522"/>
              <a:gd name="connsiteY4" fmla="*/ 340181 h 1156714"/>
              <a:gd name="connsiteX5" fmla="*/ 1446192 w 3690522"/>
              <a:gd name="connsiteY5" fmla="*/ 239510 h 1156714"/>
              <a:gd name="connsiteX6" fmla="*/ 3690522 w 3690522"/>
              <a:gd name="connsiteY6" fmla="*/ 313277 h 1156714"/>
              <a:gd name="connsiteX0" fmla="*/ 0 w 3690522"/>
              <a:gd name="connsiteY0" fmla="*/ 1155395 h 1155395"/>
              <a:gd name="connsiteX1" fmla="*/ 398588 w 3690522"/>
              <a:gd name="connsiteY1" fmla="*/ 21466 h 1155395"/>
              <a:gd name="connsiteX2" fmla="*/ 548722 w 3690522"/>
              <a:gd name="connsiteY2" fmla="*/ 382406 h 1155395"/>
              <a:gd name="connsiteX3" fmla="*/ 743303 w 3690522"/>
              <a:gd name="connsiteY3" fmla="*/ 211374 h 1155395"/>
              <a:gd name="connsiteX4" fmla="*/ 958175 w 3690522"/>
              <a:gd name="connsiteY4" fmla="*/ 338862 h 1155395"/>
              <a:gd name="connsiteX5" fmla="*/ 1446192 w 3690522"/>
              <a:gd name="connsiteY5" fmla="*/ 238191 h 1155395"/>
              <a:gd name="connsiteX6" fmla="*/ 3690522 w 3690522"/>
              <a:gd name="connsiteY6" fmla="*/ 311958 h 1155395"/>
              <a:gd name="connsiteX0" fmla="*/ 0 w 3690522"/>
              <a:gd name="connsiteY0" fmla="*/ 1155664 h 1155664"/>
              <a:gd name="connsiteX1" fmla="*/ 398588 w 3690522"/>
              <a:gd name="connsiteY1" fmla="*/ 21735 h 1155664"/>
              <a:gd name="connsiteX2" fmla="*/ 548722 w 3690522"/>
              <a:gd name="connsiteY2" fmla="*/ 382675 h 1155664"/>
              <a:gd name="connsiteX3" fmla="*/ 743303 w 3690522"/>
              <a:gd name="connsiteY3" fmla="*/ 211643 h 1155664"/>
              <a:gd name="connsiteX4" fmla="*/ 958175 w 3690522"/>
              <a:gd name="connsiteY4" fmla="*/ 339131 h 1155664"/>
              <a:gd name="connsiteX5" fmla="*/ 1446192 w 3690522"/>
              <a:gd name="connsiteY5" fmla="*/ 238460 h 1155664"/>
              <a:gd name="connsiteX6" fmla="*/ 3690522 w 3690522"/>
              <a:gd name="connsiteY6" fmla="*/ 312227 h 1155664"/>
              <a:gd name="connsiteX0" fmla="*/ 0 w 3690522"/>
              <a:gd name="connsiteY0" fmla="*/ 1133949 h 1133949"/>
              <a:gd name="connsiteX1" fmla="*/ 398588 w 3690522"/>
              <a:gd name="connsiteY1" fmla="*/ 20 h 1133949"/>
              <a:gd name="connsiteX2" fmla="*/ 548722 w 3690522"/>
              <a:gd name="connsiteY2" fmla="*/ 360960 h 1133949"/>
              <a:gd name="connsiteX3" fmla="*/ 743303 w 3690522"/>
              <a:gd name="connsiteY3" fmla="*/ 189928 h 1133949"/>
              <a:gd name="connsiteX4" fmla="*/ 958175 w 3690522"/>
              <a:gd name="connsiteY4" fmla="*/ 317416 h 1133949"/>
              <a:gd name="connsiteX5" fmla="*/ 1446192 w 3690522"/>
              <a:gd name="connsiteY5" fmla="*/ 216745 h 1133949"/>
              <a:gd name="connsiteX6" fmla="*/ 3690522 w 3690522"/>
              <a:gd name="connsiteY6" fmla="*/ 290512 h 1133949"/>
              <a:gd name="connsiteX0" fmla="*/ 0 w 3690522"/>
              <a:gd name="connsiteY0" fmla="*/ 1133949 h 1133949"/>
              <a:gd name="connsiteX1" fmla="*/ 398588 w 3690522"/>
              <a:gd name="connsiteY1" fmla="*/ 20 h 1133949"/>
              <a:gd name="connsiteX2" fmla="*/ 548722 w 3690522"/>
              <a:gd name="connsiteY2" fmla="*/ 360960 h 1133949"/>
              <a:gd name="connsiteX3" fmla="*/ 743303 w 3690522"/>
              <a:gd name="connsiteY3" fmla="*/ 189928 h 1133949"/>
              <a:gd name="connsiteX4" fmla="*/ 958175 w 3690522"/>
              <a:gd name="connsiteY4" fmla="*/ 317416 h 1133949"/>
              <a:gd name="connsiteX5" fmla="*/ 1446192 w 3690522"/>
              <a:gd name="connsiteY5" fmla="*/ 216745 h 1133949"/>
              <a:gd name="connsiteX6" fmla="*/ 3690522 w 3690522"/>
              <a:gd name="connsiteY6" fmla="*/ 290512 h 1133949"/>
              <a:gd name="connsiteX0" fmla="*/ 0 w 3690522"/>
              <a:gd name="connsiteY0" fmla="*/ 1133949 h 1133949"/>
              <a:gd name="connsiteX1" fmla="*/ 398588 w 3690522"/>
              <a:gd name="connsiteY1" fmla="*/ 20 h 1133949"/>
              <a:gd name="connsiteX2" fmla="*/ 548722 w 3690522"/>
              <a:gd name="connsiteY2" fmla="*/ 360960 h 1133949"/>
              <a:gd name="connsiteX3" fmla="*/ 743303 w 3690522"/>
              <a:gd name="connsiteY3" fmla="*/ 189928 h 1133949"/>
              <a:gd name="connsiteX4" fmla="*/ 958175 w 3690522"/>
              <a:gd name="connsiteY4" fmla="*/ 317416 h 1133949"/>
              <a:gd name="connsiteX5" fmla="*/ 1446192 w 3690522"/>
              <a:gd name="connsiteY5" fmla="*/ 216745 h 1133949"/>
              <a:gd name="connsiteX6" fmla="*/ 3690522 w 3690522"/>
              <a:gd name="connsiteY6" fmla="*/ 290512 h 1133949"/>
              <a:gd name="connsiteX0" fmla="*/ 0 w 3690522"/>
              <a:gd name="connsiteY0" fmla="*/ 1133949 h 1133949"/>
              <a:gd name="connsiteX1" fmla="*/ 398588 w 3690522"/>
              <a:gd name="connsiteY1" fmla="*/ 20 h 1133949"/>
              <a:gd name="connsiteX2" fmla="*/ 548722 w 3690522"/>
              <a:gd name="connsiteY2" fmla="*/ 360960 h 1133949"/>
              <a:gd name="connsiteX3" fmla="*/ 743303 w 3690522"/>
              <a:gd name="connsiteY3" fmla="*/ 189928 h 1133949"/>
              <a:gd name="connsiteX4" fmla="*/ 958175 w 3690522"/>
              <a:gd name="connsiteY4" fmla="*/ 317416 h 1133949"/>
              <a:gd name="connsiteX5" fmla="*/ 1177078 w 3690522"/>
              <a:gd name="connsiteY5" fmla="*/ 214230 h 1133949"/>
              <a:gd name="connsiteX6" fmla="*/ 3690522 w 3690522"/>
              <a:gd name="connsiteY6" fmla="*/ 290512 h 1133949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43303 w 3690522"/>
              <a:gd name="connsiteY3" fmla="*/ 187415 h 1131436"/>
              <a:gd name="connsiteX4" fmla="*/ 958175 w 3690522"/>
              <a:gd name="connsiteY4" fmla="*/ 314903 h 1131436"/>
              <a:gd name="connsiteX5" fmla="*/ 1177078 w 3690522"/>
              <a:gd name="connsiteY5" fmla="*/ 211717 h 1131436"/>
              <a:gd name="connsiteX6" fmla="*/ 3690522 w 3690522"/>
              <a:gd name="connsiteY6" fmla="*/ 287999 h 1131436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58175 w 3690522"/>
              <a:gd name="connsiteY4" fmla="*/ 314902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58175 w 3690522"/>
              <a:gd name="connsiteY4" fmla="*/ 314902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58175 w 3690522"/>
              <a:gd name="connsiteY4" fmla="*/ 314902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49049 w 3690522"/>
              <a:gd name="connsiteY6" fmla="*/ 219260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49049 w 3690522"/>
              <a:gd name="connsiteY6" fmla="*/ 219260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49049 w 3690522"/>
              <a:gd name="connsiteY6" fmla="*/ 219260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49049 w 3690522"/>
              <a:gd name="connsiteY6" fmla="*/ 219260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74083 w 3690522"/>
              <a:gd name="connsiteY6" fmla="*/ 282125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74083 w 3690522"/>
              <a:gd name="connsiteY6" fmla="*/ 294698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8234 w 3690522"/>
              <a:gd name="connsiteY5" fmla="*/ 221774 h 1131435"/>
              <a:gd name="connsiteX6" fmla="*/ 1274083 w 3690522"/>
              <a:gd name="connsiteY6" fmla="*/ 294698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8234 w 3690522"/>
              <a:gd name="connsiteY5" fmla="*/ 221774 h 1131435"/>
              <a:gd name="connsiteX6" fmla="*/ 1274083 w 3690522"/>
              <a:gd name="connsiteY6" fmla="*/ 294698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14492 w 3690522"/>
              <a:gd name="connsiteY5" fmla="*/ 236862 h 1131435"/>
              <a:gd name="connsiteX6" fmla="*/ 1274083 w 3690522"/>
              <a:gd name="connsiteY6" fmla="*/ 294698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14492 w 3690522"/>
              <a:gd name="connsiteY5" fmla="*/ 236862 h 1131435"/>
              <a:gd name="connsiteX6" fmla="*/ 1274083 w 3690522"/>
              <a:gd name="connsiteY6" fmla="*/ 294698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14492 w 3690522"/>
              <a:gd name="connsiteY5" fmla="*/ 236862 h 1131435"/>
              <a:gd name="connsiteX6" fmla="*/ 1280342 w 3690522"/>
              <a:gd name="connsiteY6" fmla="*/ 287154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0173 w 3690522"/>
              <a:gd name="connsiteY3" fmla="*/ 207531 h 1131435"/>
              <a:gd name="connsiteX4" fmla="*/ 936270 w 3690522"/>
              <a:gd name="connsiteY4" fmla="*/ 317417 h 1131435"/>
              <a:gd name="connsiteX5" fmla="*/ 1114492 w 3690522"/>
              <a:gd name="connsiteY5" fmla="*/ 236862 h 1131435"/>
              <a:gd name="connsiteX6" fmla="*/ 1280342 w 3690522"/>
              <a:gd name="connsiteY6" fmla="*/ 287154 h 1131435"/>
              <a:gd name="connsiteX7" fmla="*/ 3690522 w 3690522"/>
              <a:gd name="connsiteY7" fmla="*/ 287998 h 1131435"/>
              <a:gd name="connsiteX0" fmla="*/ 0 w 3690522"/>
              <a:gd name="connsiteY0" fmla="*/ 1131434 h 1131434"/>
              <a:gd name="connsiteX1" fmla="*/ 367295 w 3690522"/>
              <a:gd name="connsiteY1" fmla="*/ 20 h 1131434"/>
              <a:gd name="connsiteX2" fmla="*/ 548722 w 3690522"/>
              <a:gd name="connsiteY2" fmla="*/ 358445 h 1131434"/>
              <a:gd name="connsiteX3" fmla="*/ 740173 w 3690522"/>
              <a:gd name="connsiteY3" fmla="*/ 207530 h 1131434"/>
              <a:gd name="connsiteX4" fmla="*/ 936270 w 3690522"/>
              <a:gd name="connsiteY4" fmla="*/ 317416 h 1131434"/>
              <a:gd name="connsiteX5" fmla="*/ 1114492 w 3690522"/>
              <a:gd name="connsiteY5" fmla="*/ 236861 h 1131434"/>
              <a:gd name="connsiteX6" fmla="*/ 1280342 w 3690522"/>
              <a:gd name="connsiteY6" fmla="*/ 287153 h 1131434"/>
              <a:gd name="connsiteX7" fmla="*/ 3690522 w 3690522"/>
              <a:gd name="connsiteY7" fmla="*/ 287997 h 1131434"/>
              <a:gd name="connsiteX0" fmla="*/ 0 w 3690522"/>
              <a:gd name="connsiteY0" fmla="*/ 1131434 h 1131434"/>
              <a:gd name="connsiteX1" fmla="*/ 367295 w 3690522"/>
              <a:gd name="connsiteY1" fmla="*/ 20 h 1131434"/>
              <a:gd name="connsiteX2" fmla="*/ 548722 w 3690522"/>
              <a:gd name="connsiteY2" fmla="*/ 358445 h 1131434"/>
              <a:gd name="connsiteX3" fmla="*/ 740173 w 3690522"/>
              <a:gd name="connsiteY3" fmla="*/ 207530 h 1131434"/>
              <a:gd name="connsiteX4" fmla="*/ 917495 w 3690522"/>
              <a:gd name="connsiteY4" fmla="*/ 312387 h 1131434"/>
              <a:gd name="connsiteX5" fmla="*/ 1114492 w 3690522"/>
              <a:gd name="connsiteY5" fmla="*/ 236861 h 1131434"/>
              <a:gd name="connsiteX6" fmla="*/ 1280342 w 3690522"/>
              <a:gd name="connsiteY6" fmla="*/ 287153 h 1131434"/>
              <a:gd name="connsiteX7" fmla="*/ 3690522 w 3690522"/>
              <a:gd name="connsiteY7" fmla="*/ 287997 h 1131434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37043 w 3690522"/>
              <a:gd name="connsiteY3" fmla="*/ 222619 h 1131436"/>
              <a:gd name="connsiteX4" fmla="*/ 917495 w 3690522"/>
              <a:gd name="connsiteY4" fmla="*/ 312389 h 1131436"/>
              <a:gd name="connsiteX5" fmla="*/ 1114492 w 3690522"/>
              <a:gd name="connsiteY5" fmla="*/ 236863 h 1131436"/>
              <a:gd name="connsiteX6" fmla="*/ 1280342 w 3690522"/>
              <a:gd name="connsiteY6" fmla="*/ 287155 h 1131436"/>
              <a:gd name="connsiteX7" fmla="*/ 3690522 w 3690522"/>
              <a:gd name="connsiteY7" fmla="*/ 287999 h 1131436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37043 w 3690522"/>
              <a:gd name="connsiteY3" fmla="*/ 222619 h 1131436"/>
              <a:gd name="connsiteX4" fmla="*/ 917495 w 3690522"/>
              <a:gd name="connsiteY4" fmla="*/ 312389 h 1131436"/>
              <a:gd name="connsiteX5" fmla="*/ 1114492 w 3690522"/>
              <a:gd name="connsiteY5" fmla="*/ 236863 h 1131436"/>
              <a:gd name="connsiteX6" fmla="*/ 1280342 w 3690522"/>
              <a:gd name="connsiteY6" fmla="*/ 287155 h 1131436"/>
              <a:gd name="connsiteX7" fmla="*/ 3690522 w 3690522"/>
              <a:gd name="connsiteY7" fmla="*/ 287999 h 1131436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37043 w 3690522"/>
              <a:gd name="connsiteY3" fmla="*/ 222619 h 1131436"/>
              <a:gd name="connsiteX4" fmla="*/ 917495 w 3690522"/>
              <a:gd name="connsiteY4" fmla="*/ 312389 h 1131436"/>
              <a:gd name="connsiteX5" fmla="*/ 1114492 w 3690522"/>
              <a:gd name="connsiteY5" fmla="*/ 251951 h 1131436"/>
              <a:gd name="connsiteX6" fmla="*/ 1280342 w 3690522"/>
              <a:gd name="connsiteY6" fmla="*/ 287155 h 1131436"/>
              <a:gd name="connsiteX7" fmla="*/ 3690522 w 3690522"/>
              <a:gd name="connsiteY7" fmla="*/ 287999 h 1131436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37043 w 3690522"/>
              <a:gd name="connsiteY3" fmla="*/ 222619 h 1131436"/>
              <a:gd name="connsiteX4" fmla="*/ 917495 w 3690522"/>
              <a:gd name="connsiteY4" fmla="*/ 312389 h 1131436"/>
              <a:gd name="connsiteX5" fmla="*/ 1114492 w 3690522"/>
              <a:gd name="connsiteY5" fmla="*/ 251951 h 1131436"/>
              <a:gd name="connsiteX6" fmla="*/ 1280342 w 3690522"/>
              <a:gd name="connsiteY6" fmla="*/ 287155 h 1131436"/>
              <a:gd name="connsiteX7" fmla="*/ 3690522 w 3690522"/>
              <a:gd name="connsiteY7" fmla="*/ 287999 h 1131436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37043 w 3690522"/>
              <a:gd name="connsiteY3" fmla="*/ 222619 h 1131436"/>
              <a:gd name="connsiteX4" fmla="*/ 917495 w 3690522"/>
              <a:gd name="connsiteY4" fmla="*/ 312389 h 1131436"/>
              <a:gd name="connsiteX5" fmla="*/ 1114492 w 3690522"/>
              <a:gd name="connsiteY5" fmla="*/ 251951 h 1131436"/>
              <a:gd name="connsiteX6" fmla="*/ 1280342 w 3690522"/>
              <a:gd name="connsiteY6" fmla="*/ 287155 h 1131436"/>
              <a:gd name="connsiteX7" fmla="*/ 3690522 w 3690522"/>
              <a:gd name="connsiteY7" fmla="*/ 287999 h 1131436"/>
              <a:gd name="connsiteX0" fmla="*/ 0 w 3709298"/>
              <a:gd name="connsiteY0" fmla="*/ 1131436 h 1131436"/>
              <a:gd name="connsiteX1" fmla="*/ 367295 w 3709298"/>
              <a:gd name="connsiteY1" fmla="*/ 22 h 1131436"/>
              <a:gd name="connsiteX2" fmla="*/ 548722 w 3709298"/>
              <a:gd name="connsiteY2" fmla="*/ 358447 h 1131436"/>
              <a:gd name="connsiteX3" fmla="*/ 737043 w 3709298"/>
              <a:gd name="connsiteY3" fmla="*/ 222619 h 1131436"/>
              <a:gd name="connsiteX4" fmla="*/ 917495 w 3709298"/>
              <a:gd name="connsiteY4" fmla="*/ 312389 h 1131436"/>
              <a:gd name="connsiteX5" fmla="*/ 1114492 w 3709298"/>
              <a:gd name="connsiteY5" fmla="*/ 251951 h 1131436"/>
              <a:gd name="connsiteX6" fmla="*/ 1280342 w 3709298"/>
              <a:gd name="connsiteY6" fmla="*/ 287155 h 1131436"/>
              <a:gd name="connsiteX7" fmla="*/ 3709298 w 3709298"/>
              <a:gd name="connsiteY7" fmla="*/ 287999 h 1131436"/>
              <a:gd name="connsiteX0" fmla="*/ 0 w 3709298"/>
              <a:gd name="connsiteY0" fmla="*/ 1131436 h 1131436"/>
              <a:gd name="connsiteX1" fmla="*/ 367295 w 3709298"/>
              <a:gd name="connsiteY1" fmla="*/ 22 h 1131436"/>
              <a:gd name="connsiteX2" fmla="*/ 548722 w 3709298"/>
              <a:gd name="connsiteY2" fmla="*/ 358447 h 1131436"/>
              <a:gd name="connsiteX3" fmla="*/ 737043 w 3709298"/>
              <a:gd name="connsiteY3" fmla="*/ 222619 h 1131436"/>
              <a:gd name="connsiteX4" fmla="*/ 917495 w 3709298"/>
              <a:gd name="connsiteY4" fmla="*/ 312389 h 1131436"/>
              <a:gd name="connsiteX5" fmla="*/ 1114492 w 3709298"/>
              <a:gd name="connsiteY5" fmla="*/ 251951 h 1131436"/>
              <a:gd name="connsiteX6" fmla="*/ 1280342 w 3709298"/>
              <a:gd name="connsiteY6" fmla="*/ 287155 h 1131436"/>
              <a:gd name="connsiteX7" fmla="*/ 3709298 w 3709298"/>
              <a:gd name="connsiteY7" fmla="*/ 287999 h 1131436"/>
              <a:gd name="connsiteX0" fmla="*/ 0 w 3734332"/>
              <a:gd name="connsiteY0" fmla="*/ 1157157 h 1157157"/>
              <a:gd name="connsiteX1" fmla="*/ 392329 w 3734332"/>
              <a:gd name="connsiteY1" fmla="*/ 23229 h 1157157"/>
              <a:gd name="connsiteX2" fmla="*/ 573756 w 3734332"/>
              <a:gd name="connsiteY2" fmla="*/ 381654 h 1157157"/>
              <a:gd name="connsiteX3" fmla="*/ 762077 w 3734332"/>
              <a:gd name="connsiteY3" fmla="*/ 245826 h 1157157"/>
              <a:gd name="connsiteX4" fmla="*/ 942529 w 3734332"/>
              <a:gd name="connsiteY4" fmla="*/ 335596 h 1157157"/>
              <a:gd name="connsiteX5" fmla="*/ 1139526 w 3734332"/>
              <a:gd name="connsiteY5" fmla="*/ 275158 h 1157157"/>
              <a:gd name="connsiteX6" fmla="*/ 1305376 w 3734332"/>
              <a:gd name="connsiteY6" fmla="*/ 310362 h 1157157"/>
              <a:gd name="connsiteX7" fmla="*/ 3734332 w 3734332"/>
              <a:gd name="connsiteY7" fmla="*/ 311206 h 1157157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139526 w 3734332"/>
              <a:gd name="connsiteY5" fmla="*/ 251932 h 1133931"/>
              <a:gd name="connsiteX6" fmla="*/ 1305376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139526 w 3734332"/>
              <a:gd name="connsiteY5" fmla="*/ 251932 h 1133931"/>
              <a:gd name="connsiteX6" fmla="*/ 2287957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987550 w 3734332"/>
              <a:gd name="connsiteY5" fmla="*/ 267019 h 1133931"/>
              <a:gd name="connsiteX6" fmla="*/ 2287957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987550 w 3734332"/>
              <a:gd name="connsiteY5" fmla="*/ 267019 h 1133931"/>
              <a:gd name="connsiteX6" fmla="*/ 2287957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987550 w 3734332"/>
              <a:gd name="connsiteY5" fmla="*/ 267019 h 1133931"/>
              <a:gd name="connsiteX6" fmla="*/ 2287957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987550 w 3734332"/>
              <a:gd name="connsiteY5" fmla="*/ 267019 h 1133931"/>
              <a:gd name="connsiteX6" fmla="*/ 2287957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987550 w 3734332"/>
              <a:gd name="connsiteY5" fmla="*/ 267019 h 1133931"/>
              <a:gd name="connsiteX6" fmla="*/ 2225372 w 3734332"/>
              <a:gd name="connsiteY6" fmla="*/ 289650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856122 w 3734332"/>
              <a:gd name="connsiteY5" fmla="*/ 272048 h 1133931"/>
              <a:gd name="connsiteX6" fmla="*/ 2225372 w 3734332"/>
              <a:gd name="connsiteY6" fmla="*/ 289650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856122 w 3734332"/>
              <a:gd name="connsiteY5" fmla="*/ 272048 h 1133931"/>
              <a:gd name="connsiteX6" fmla="*/ 2225372 w 3734332"/>
              <a:gd name="connsiteY6" fmla="*/ 289650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1499534 w 3734332"/>
              <a:gd name="connsiteY4" fmla="*/ 312370 h 1133931"/>
              <a:gd name="connsiteX5" fmla="*/ 1856122 w 3734332"/>
              <a:gd name="connsiteY5" fmla="*/ 272048 h 1133931"/>
              <a:gd name="connsiteX6" fmla="*/ 2225372 w 3734332"/>
              <a:gd name="connsiteY6" fmla="*/ 289650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1121940 w 3734332"/>
              <a:gd name="connsiteY3" fmla="*/ 222600 h 1133931"/>
              <a:gd name="connsiteX4" fmla="*/ 1499534 w 3734332"/>
              <a:gd name="connsiteY4" fmla="*/ 312370 h 1133931"/>
              <a:gd name="connsiteX5" fmla="*/ 1856122 w 3734332"/>
              <a:gd name="connsiteY5" fmla="*/ 272048 h 1133931"/>
              <a:gd name="connsiteX6" fmla="*/ 2225372 w 3734332"/>
              <a:gd name="connsiteY6" fmla="*/ 289650 h 1133931"/>
              <a:gd name="connsiteX7" fmla="*/ 3734332 w 3734332"/>
              <a:gd name="connsiteY7" fmla="*/ 287980 h 1133931"/>
              <a:gd name="connsiteX0" fmla="*/ 0 w 3734332"/>
              <a:gd name="connsiteY0" fmla="*/ 1156482 h 1156482"/>
              <a:gd name="connsiteX1" fmla="*/ 392329 w 3734332"/>
              <a:gd name="connsiteY1" fmla="*/ 22554 h 1156482"/>
              <a:gd name="connsiteX2" fmla="*/ 752122 w 3734332"/>
              <a:gd name="connsiteY2" fmla="*/ 388523 h 1156482"/>
              <a:gd name="connsiteX3" fmla="*/ 1121940 w 3734332"/>
              <a:gd name="connsiteY3" fmla="*/ 245151 h 1156482"/>
              <a:gd name="connsiteX4" fmla="*/ 1499534 w 3734332"/>
              <a:gd name="connsiteY4" fmla="*/ 334921 h 1156482"/>
              <a:gd name="connsiteX5" fmla="*/ 1856122 w 3734332"/>
              <a:gd name="connsiteY5" fmla="*/ 294599 h 1156482"/>
              <a:gd name="connsiteX6" fmla="*/ 2225372 w 3734332"/>
              <a:gd name="connsiteY6" fmla="*/ 312201 h 1156482"/>
              <a:gd name="connsiteX7" fmla="*/ 3734332 w 3734332"/>
              <a:gd name="connsiteY7" fmla="*/ 310531 h 1156482"/>
              <a:gd name="connsiteX0" fmla="*/ 0 w 3734332"/>
              <a:gd name="connsiteY0" fmla="*/ 1322788 h 1322788"/>
              <a:gd name="connsiteX1" fmla="*/ 370425 w 3734332"/>
              <a:gd name="connsiteY1" fmla="*/ 17867 h 1322788"/>
              <a:gd name="connsiteX2" fmla="*/ 752122 w 3734332"/>
              <a:gd name="connsiteY2" fmla="*/ 554829 h 1322788"/>
              <a:gd name="connsiteX3" fmla="*/ 1121940 w 3734332"/>
              <a:gd name="connsiteY3" fmla="*/ 411457 h 1322788"/>
              <a:gd name="connsiteX4" fmla="*/ 1499534 w 3734332"/>
              <a:gd name="connsiteY4" fmla="*/ 501227 h 1322788"/>
              <a:gd name="connsiteX5" fmla="*/ 1856122 w 3734332"/>
              <a:gd name="connsiteY5" fmla="*/ 460905 h 1322788"/>
              <a:gd name="connsiteX6" fmla="*/ 2225372 w 3734332"/>
              <a:gd name="connsiteY6" fmla="*/ 478507 h 1322788"/>
              <a:gd name="connsiteX7" fmla="*/ 3734332 w 3734332"/>
              <a:gd name="connsiteY7" fmla="*/ 476837 h 1322788"/>
              <a:gd name="connsiteX0" fmla="*/ 0 w 3734332"/>
              <a:gd name="connsiteY0" fmla="*/ 1340017 h 1340017"/>
              <a:gd name="connsiteX1" fmla="*/ 742805 w 3734332"/>
              <a:gd name="connsiteY1" fmla="*/ 17494 h 1340017"/>
              <a:gd name="connsiteX2" fmla="*/ 752122 w 3734332"/>
              <a:gd name="connsiteY2" fmla="*/ 572058 h 1340017"/>
              <a:gd name="connsiteX3" fmla="*/ 1121940 w 3734332"/>
              <a:gd name="connsiteY3" fmla="*/ 428686 h 1340017"/>
              <a:gd name="connsiteX4" fmla="*/ 1499534 w 3734332"/>
              <a:gd name="connsiteY4" fmla="*/ 518456 h 1340017"/>
              <a:gd name="connsiteX5" fmla="*/ 1856122 w 3734332"/>
              <a:gd name="connsiteY5" fmla="*/ 478134 h 1340017"/>
              <a:gd name="connsiteX6" fmla="*/ 2225372 w 3734332"/>
              <a:gd name="connsiteY6" fmla="*/ 495736 h 1340017"/>
              <a:gd name="connsiteX7" fmla="*/ 3734332 w 3734332"/>
              <a:gd name="connsiteY7" fmla="*/ 494066 h 1340017"/>
              <a:gd name="connsiteX0" fmla="*/ 0 w 3734332"/>
              <a:gd name="connsiteY0" fmla="*/ 1322531 h 1322531"/>
              <a:gd name="connsiteX1" fmla="*/ 742805 w 3734332"/>
              <a:gd name="connsiteY1" fmla="*/ 8 h 1322531"/>
              <a:gd name="connsiteX2" fmla="*/ 752122 w 3734332"/>
              <a:gd name="connsiteY2" fmla="*/ 554572 h 1322531"/>
              <a:gd name="connsiteX3" fmla="*/ 1121940 w 3734332"/>
              <a:gd name="connsiteY3" fmla="*/ 411200 h 1322531"/>
              <a:gd name="connsiteX4" fmla="*/ 1499534 w 3734332"/>
              <a:gd name="connsiteY4" fmla="*/ 500970 h 1322531"/>
              <a:gd name="connsiteX5" fmla="*/ 1856122 w 3734332"/>
              <a:gd name="connsiteY5" fmla="*/ 460648 h 1322531"/>
              <a:gd name="connsiteX6" fmla="*/ 2225372 w 3734332"/>
              <a:gd name="connsiteY6" fmla="*/ 478250 h 1322531"/>
              <a:gd name="connsiteX7" fmla="*/ 3734332 w 3734332"/>
              <a:gd name="connsiteY7" fmla="*/ 476580 h 1322531"/>
              <a:gd name="connsiteX0" fmla="*/ 0 w 3734332"/>
              <a:gd name="connsiteY0" fmla="*/ 1338043 h 1338043"/>
              <a:gd name="connsiteX1" fmla="*/ 742805 w 3734332"/>
              <a:gd name="connsiteY1" fmla="*/ 15520 h 1338043"/>
              <a:gd name="connsiteX2" fmla="*/ 1490623 w 3734332"/>
              <a:gd name="connsiteY2" fmla="*/ 602774 h 1338043"/>
              <a:gd name="connsiteX3" fmla="*/ 1121940 w 3734332"/>
              <a:gd name="connsiteY3" fmla="*/ 426712 h 1338043"/>
              <a:gd name="connsiteX4" fmla="*/ 1499534 w 3734332"/>
              <a:gd name="connsiteY4" fmla="*/ 516482 h 1338043"/>
              <a:gd name="connsiteX5" fmla="*/ 1856122 w 3734332"/>
              <a:gd name="connsiteY5" fmla="*/ 476160 h 1338043"/>
              <a:gd name="connsiteX6" fmla="*/ 2225372 w 3734332"/>
              <a:gd name="connsiteY6" fmla="*/ 493762 h 1338043"/>
              <a:gd name="connsiteX7" fmla="*/ 3734332 w 3734332"/>
              <a:gd name="connsiteY7" fmla="*/ 492092 h 1338043"/>
              <a:gd name="connsiteX0" fmla="*/ 0 w 3734332"/>
              <a:gd name="connsiteY0" fmla="*/ 1338060 h 1338060"/>
              <a:gd name="connsiteX1" fmla="*/ 742805 w 3734332"/>
              <a:gd name="connsiteY1" fmla="*/ 15537 h 1338060"/>
              <a:gd name="connsiteX2" fmla="*/ 1490623 w 3734332"/>
              <a:gd name="connsiteY2" fmla="*/ 602791 h 1338060"/>
              <a:gd name="connsiteX3" fmla="*/ 1860441 w 3734332"/>
              <a:gd name="connsiteY3" fmla="*/ 431759 h 1338060"/>
              <a:gd name="connsiteX4" fmla="*/ 1499534 w 3734332"/>
              <a:gd name="connsiteY4" fmla="*/ 516499 h 1338060"/>
              <a:gd name="connsiteX5" fmla="*/ 1856122 w 3734332"/>
              <a:gd name="connsiteY5" fmla="*/ 476177 h 1338060"/>
              <a:gd name="connsiteX6" fmla="*/ 2225372 w 3734332"/>
              <a:gd name="connsiteY6" fmla="*/ 493779 h 1338060"/>
              <a:gd name="connsiteX7" fmla="*/ 3734332 w 3734332"/>
              <a:gd name="connsiteY7" fmla="*/ 492109 h 1338060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1499534 w 3734332"/>
              <a:gd name="connsiteY4" fmla="*/ 515208 h 1336769"/>
              <a:gd name="connsiteX5" fmla="*/ 1856122 w 3734332"/>
              <a:gd name="connsiteY5" fmla="*/ 474886 h 1336769"/>
              <a:gd name="connsiteX6" fmla="*/ 2225372 w 3734332"/>
              <a:gd name="connsiteY6" fmla="*/ 492488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1499534 w 3734332"/>
              <a:gd name="connsiteY4" fmla="*/ 515208 h 1336769"/>
              <a:gd name="connsiteX5" fmla="*/ 1856122 w 3734332"/>
              <a:gd name="connsiteY5" fmla="*/ 474886 h 1336769"/>
              <a:gd name="connsiteX6" fmla="*/ 2225372 w 3734332"/>
              <a:gd name="connsiteY6" fmla="*/ 492488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112865 w 3734332"/>
              <a:gd name="connsiteY4" fmla="*/ 510179 h 1336769"/>
              <a:gd name="connsiteX5" fmla="*/ 1856122 w 3734332"/>
              <a:gd name="connsiteY5" fmla="*/ 474886 h 1336769"/>
              <a:gd name="connsiteX6" fmla="*/ 2225372 w 3734332"/>
              <a:gd name="connsiteY6" fmla="*/ 492488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112865 w 3734332"/>
              <a:gd name="connsiteY4" fmla="*/ 510179 h 1336769"/>
              <a:gd name="connsiteX5" fmla="*/ 1856122 w 3734332"/>
              <a:gd name="connsiteY5" fmla="*/ 474886 h 1336769"/>
              <a:gd name="connsiteX6" fmla="*/ 2663466 w 3734332"/>
              <a:gd name="connsiteY6" fmla="*/ 497517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112865 w 3734332"/>
              <a:gd name="connsiteY4" fmla="*/ 510179 h 1336769"/>
              <a:gd name="connsiteX5" fmla="*/ 2338025 w 3734332"/>
              <a:gd name="connsiteY5" fmla="*/ 477401 h 1336769"/>
              <a:gd name="connsiteX6" fmla="*/ 2663466 w 3734332"/>
              <a:gd name="connsiteY6" fmla="*/ 497517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385109 w 3734332"/>
              <a:gd name="connsiteY4" fmla="*/ 532811 h 1336769"/>
              <a:gd name="connsiteX5" fmla="*/ 2338025 w 3734332"/>
              <a:gd name="connsiteY5" fmla="*/ 477401 h 1336769"/>
              <a:gd name="connsiteX6" fmla="*/ 2663466 w 3734332"/>
              <a:gd name="connsiteY6" fmla="*/ 497517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385109 w 3734332"/>
              <a:gd name="connsiteY4" fmla="*/ 532811 h 1336769"/>
              <a:gd name="connsiteX5" fmla="*/ 2629045 w 3734332"/>
              <a:gd name="connsiteY5" fmla="*/ 474886 h 1336769"/>
              <a:gd name="connsiteX6" fmla="*/ 2663466 w 3734332"/>
              <a:gd name="connsiteY6" fmla="*/ 497517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385109 w 3734332"/>
              <a:gd name="connsiteY4" fmla="*/ 532811 h 1336769"/>
              <a:gd name="connsiteX5" fmla="*/ 2629045 w 3734332"/>
              <a:gd name="connsiteY5" fmla="*/ 474886 h 1336769"/>
              <a:gd name="connsiteX6" fmla="*/ 2967002 w 3734332"/>
              <a:gd name="connsiteY6" fmla="*/ 500031 h 1336769"/>
              <a:gd name="connsiteX7" fmla="*/ 3734332 w 3734332"/>
              <a:gd name="connsiteY7" fmla="*/ 490818 h 1336769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385109 w 3734332"/>
              <a:gd name="connsiteY4" fmla="*/ 533999 h 1337957"/>
              <a:gd name="connsiteX5" fmla="*/ 2629045 w 3734332"/>
              <a:gd name="connsiteY5" fmla="*/ 476074 h 1337957"/>
              <a:gd name="connsiteX6" fmla="*/ 2967002 w 3734332"/>
              <a:gd name="connsiteY6" fmla="*/ 501219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385109 w 3734332"/>
              <a:gd name="connsiteY4" fmla="*/ 533999 h 1337957"/>
              <a:gd name="connsiteX5" fmla="*/ 2629045 w 3734332"/>
              <a:gd name="connsiteY5" fmla="*/ 476074 h 1337957"/>
              <a:gd name="connsiteX6" fmla="*/ 2967002 w 3734332"/>
              <a:gd name="connsiteY6" fmla="*/ 501219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385109 w 3734332"/>
              <a:gd name="connsiteY4" fmla="*/ 533999 h 1337957"/>
              <a:gd name="connsiteX5" fmla="*/ 2907547 w 3734332"/>
              <a:gd name="connsiteY5" fmla="*/ 471045 h 1337957"/>
              <a:gd name="connsiteX6" fmla="*/ 2967002 w 3734332"/>
              <a:gd name="connsiteY6" fmla="*/ 501219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385109 w 3734332"/>
              <a:gd name="connsiteY4" fmla="*/ 533999 h 1337957"/>
              <a:gd name="connsiteX5" fmla="*/ 2907547 w 3734332"/>
              <a:gd name="connsiteY5" fmla="*/ 471045 h 1337957"/>
              <a:gd name="connsiteX6" fmla="*/ 3355028 w 3734332"/>
              <a:gd name="connsiteY6" fmla="*/ 496190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604156 w 3734332"/>
              <a:gd name="connsiteY4" fmla="*/ 528970 h 1337957"/>
              <a:gd name="connsiteX5" fmla="*/ 2907547 w 3734332"/>
              <a:gd name="connsiteY5" fmla="*/ 471045 h 1337957"/>
              <a:gd name="connsiteX6" fmla="*/ 3355028 w 3734332"/>
              <a:gd name="connsiteY6" fmla="*/ 496190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604156 w 3734332"/>
              <a:gd name="connsiteY4" fmla="*/ 528970 h 1337957"/>
              <a:gd name="connsiteX5" fmla="*/ 2907547 w 3734332"/>
              <a:gd name="connsiteY5" fmla="*/ 471045 h 1337957"/>
              <a:gd name="connsiteX6" fmla="*/ 3355028 w 3734332"/>
              <a:gd name="connsiteY6" fmla="*/ 496190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604156 w 3734332"/>
              <a:gd name="connsiteY4" fmla="*/ 528970 h 1337957"/>
              <a:gd name="connsiteX5" fmla="*/ 2907547 w 3734332"/>
              <a:gd name="connsiteY5" fmla="*/ 471045 h 1337957"/>
              <a:gd name="connsiteX6" fmla="*/ 3355028 w 3734332"/>
              <a:gd name="connsiteY6" fmla="*/ 496190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604156 w 3734332"/>
              <a:gd name="connsiteY4" fmla="*/ 528970 h 1337957"/>
              <a:gd name="connsiteX5" fmla="*/ 2907547 w 3734332"/>
              <a:gd name="connsiteY5" fmla="*/ 471045 h 1337957"/>
              <a:gd name="connsiteX6" fmla="*/ 3355028 w 3734332"/>
              <a:gd name="connsiteY6" fmla="*/ 496190 h 1337957"/>
              <a:gd name="connsiteX7" fmla="*/ 3734332 w 3734332"/>
              <a:gd name="connsiteY7" fmla="*/ 492006 h 1337957"/>
              <a:gd name="connsiteX0" fmla="*/ 0 w 3734332"/>
              <a:gd name="connsiteY0" fmla="*/ 1322524 h 1322524"/>
              <a:gd name="connsiteX1" fmla="*/ 742805 w 3734332"/>
              <a:gd name="connsiteY1" fmla="*/ 1 h 1322524"/>
              <a:gd name="connsiteX2" fmla="*/ 1490623 w 3734332"/>
              <a:gd name="connsiteY2" fmla="*/ 587255 h 1322524"/>
              <a:gd name="connsiteX3" fmla="*/ 2226562 w 3734332"/>
              <a:gd name="connsiteY3" fmla="*/ 386048 h 1322524"/>
              <a:gd name="connsiteX4" fmla="*/ 2604156 w 3734332"/>
              <a:gd name="connsiteY4" fmla="*/ 513537 h 1322524"/>
              <a:gd name="connsiteX5" fmla="*/ 2907547 w 3734332"/>
              <a:gd name="connsiteY5" fmla="*/ 455612 h 1322524"/>
              <a:gd name="connsiteX6" fmla="*/ 3355028 w 3734332"/>
              <a:gd name="connsiteY6" fmla="*/ 480757 h 1322524"/>
              <a:gd name="connsiteX7" fmla="*/ 3734332 w 3734332"/>
              <a:gd name="connsiteY7" fmla="*/ 476573 h 1322524"/>
              <a:gd name="connsiteX0" fmla="*/ 0 w 3734332"/>
              <a:gd name="connsiteY0" fmla="*/ 1322524 h 1322524"/>
              <a:gd name="connsiteX1" fmla="*/ 742805 w 3734332"/>
              <a:gd name="connsiteY1" fmla="*/ 1 h 1322524"/>
              <a:gd name="connsiteX2" fmla="*/ 1490623 w 3734332"/>
              <a:gd name="connsiteY2" fmla="*/ 587255 h 1322524"/>
              <a:gd name="connsiteX3" fmla="*/ 2226562 w 3734332"/>
              <a:gd name="connsiteY3" fmla="*/ 386048 h 1322524"/>
              <a:gd name="connsiteX4" fmla="*/ 2604156 w 3734332"/>
              <a:gd name="connsiteY4" fmla="*/ 513537 h 1322524"/>
              <a:gd name="connsiteX5" fmla="*/ 2907547 w 3734332"/>
              <a:gd name="connsiteY5" fmla="*/ 455612 h 1322524"/>
              <a:gd name="connsiteX6" fmla="*/ 3355028 w 3734332"/>
              <a:gd name="connsiteY6" fmla="*/ 480757 h 1322524"/>
              <a:gd name="connsiteX7" fmla="*/ 3734332 w 3734332"/>
              <a:gd name="connsiteY7" fmla="*/ 476573 h 1322524"/>
              <a:gd name="connsiteX0" fmla="*/ 0 w 3734332"/>
              <a:gd name="connsiteY0" fmla="*/ 1322524 h 1322524"/>
              <a:gd name="connsiteX1" fmla="*/ 742805 w 3734332"/>
              <a:gd name="connsiteY1" fmla="*/ 1 h 1322524"/>
              <a:gd name="connsiteX2" fmla="*/ 1490623 w 3734332"/>
              <a:gd name="connsiteY2" fmla="*/ 587255 h 1322524"/>
              <a:gd name="connsiteX3" fmla="*/ 2132685 w 3734332"/>
              <a:gd name="connsiteY3" fmla="*/ 386048 h 1322524"/>
              <a:gd name="connsiteX4" fmla="*/ 2604156 w 3734332"/>
              <a:gd name="connsiteY4" fmla="*/ 513537 h 1322524"/>
              <a:gd name="connsiteX5" fmla="*/ 2907547 w 3734332"/>
              <a:gd name="connsiteY5" fmla="*/ 455612 h 1322524"/>
              <a:gd name="connsiteX6" fmla="*/ 3355028 w 3734332"/>
              <a:gd name="connsiteY6" fmla="*/ 480757 h 1322524"/>
              <a:gd name="connsiteX7" fmla="*/ 3734332 w 3734332"/>
              <a:gd name="connsiteY7" fmla="*/ 476573 h 1322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4332" h="1322524">
                <a:moveTo>
                  <a:pt x="0" y="1322524"/>
                </a:moveTo>
                <a:cubicBezTo>
                  <a:pt x="147577" y="915963"/>
                  <a:pt x="475593" y="-670"/>
                  <a:pt x="742805" y="1"/>
                </a:cubicBezTo>
                <a:cubicBezTo>
                  <a:pt x="1010017" y="672"/>
                  <a:pt x="1258976" y="522914"/>
                  <a:pt x="1490623" y="587255"/>
                </a:cubicBezTo>
                <a:cubicBezTo>
                  <a:pt x="1722270" y="651596"/>
                  <a:pt x="1940837" y="388276"/>
                  <a:pt x="2132685" y="386048"/>
                </a:cubicBezTo>
                <a:cubicBezTo>
                  <a:pt x="2324533" y="383820"/>
                  <a:pt x="2475012" y="501943"/>
                  <a:pt x="2604156" y="513537"/>
                </a:cubicBezTo>
                <a:cubicBezTo>
                  <a:pt x="2733300" y="525131"/>
                  <a:pt x="2782402" y="461075"/>
                  <a:pt x="2907547" y="455612"/>
                </a:cubicBezTo>
                <a:cubicBezTo>
                  <a:pt x="3032692" y="450149"/>
                  <a:pt x="3236006" y="479778"/>
                  <a:pt x="3355028" y="480757"/>
                </a:cubicBezTo>
                <a:lnTo>
                  <a:pt x="3734332" y="476573"/>
                </a:ln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小标题1">
                <a:extLst>
                  <a:ext uri="{FF2B5EF4-FFF2-40B4-BE49-F238E27FC236}">
                    <a16:creationId xmlns:a16="http://schemas.microsoft.com/office/drawing/2014/main" id="{EE3595AB-7710-C21A-9E1C-9830B04E5C4B}"/>
                  </a:ext>
                </a:extLst>
              </p:cNvPr>
              <p:cNvSpPr/>
              <p:nvPr/>
            </p:nvSpPr>
            <p:spPr bwMode="auto">
              <a:xfrm>
                <a:off x="208571" y="960808"/>
                <a:ext cx="2376264" cy="576000"/>
              </a:xfrm>
              <a:prstGeom prst="roundRect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3200" b="1" dirty="0">
                    <a:solidFill>
                      <a:schemeClr val="bg1"/>
                    </a:solidFill>
                    <a:latin typeface="Stencil" panose="040409050D0802020404" pitchFamily="82" charset="0"/>
                  </a:rPr>
                  <a:t>上升时间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</m:oMath>
                </a14:m>
                <a:endPara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endParaRPr>
              </a:p>
            </p:txBody>
          </p:sp>
        </mc:Choice>
        <mc:Fallback xmlns="">
          <p:sp>
            <p:nvSpPr>
              <p:cNvPr id="57" name="小标题1">
                <a:extLst>
                  <a:ext uri="{FF2B5EF4-FFF2-40B4-BE49-F238E27FC236}">
                    <a16:creationId xmlns:a16="http://schemas.microsoft.com/office/drawing/2014/main" id="{EE3595AB-7710-C21A-9E1C-9830B04E5C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8571" y="960808"/>
                <a:ext cx="2376264" cy="5760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说明1">
                <a:extLst>
                  <a:ext uri="{FF2B5EF4-FFF2-40B4-BE49-F238E27FC236}">
                    <a16:creationId xmlns:a16="http://schemas.microsoft.com/office/drawing/2014/main" id="{D2A099A2-5355-818D-9033-BC6C1FEAB9E3}"/>
                  </a:ext>
                </a:extLst>
              </p:cNvPr>
              <p:cNvSpPr txBox="1"/>
              <p:nvPr/>
            </p:nvSpPr>
            <p:spPr>
              <a:xfrm>
                <a:off x="2854845" y="962865"/>
                <a:ext cx="8981809" cy="1055608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阶跃响应从终值的 </a:t>
                </a:r>
                <a14:m>
                  <m:oMath xmlns:m="http://schemas.openxmlformats.org/officeDocument/2006/math">
                    <m:r>
                      <a:rPr kumimoji="1" lang="en-US" altLang="zh-CN" sz="28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10%</m:t>
                    </m:r>
                  </m:oMath>
                </a14:m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上升到终值的 </a:t>
                </a:r>
                <a14:m>
                  <m:oMath xmlns:m="http://schemas.openxmlformats.org/officeDocument/2006/math">
                    <m:r>
                      <a:rPr kumimoji="1" lang="en-US" altLang="zh-CN" sz="28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90%</m:t>
                    </m:r>
                  </m:oMath>
                </a14:m>
                <a:r>
                  <a:rPr kumimoji="1" lang="en-US" altLang="zh-CN" sz="2800" dirty="0">
                    <a:solidFill>
                      <a:schemeClr val="accent1"/>
                    </a:solidFill>
                  </a:rPr>
                  <a:t> 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所需的时间</a:t>
                </a:r>
                <a:r>
                  <a:rPr kumimoji="1" lang="en-US" altLang="zh-CN" sz="2800" dirty="0">
                    <a:solidFill>
                      <a:schemeClr val="accent1"/>
                    </a:solidFill>
                  </a:rPr>
                  <a:t>;</a:t>
                </a:r>
                <a:r>
                  <a:rPr kumimoji="1" lang="zh-CN" altLang="en-US" sz="2800" dirty="0">
                    <a:solidFill>
                      <a:srgbClr val="E44860"/>
                    </a:solidFill>
                  </a:rPr>
                  <a:t>有振荡时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，可定义为从 </a:t>
                </a:r>
                <a14:m>
                  <m:oMath xmlns:m="http://schemas.openxmlformats.org/officeDocument/2006/math">
                    <m:r>
                      <a:rPr kumimoji="1" lang="en-US" altLang="zh-CN" sz="28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en-US" altLang="zh-CN" sz="2800" dirty="0">
                    <a:solidFill>
                      <a:schemeClr val="accent1"/>
                    </a:solidFill>
                  </a:rPr>
                  <a:t> 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到第一次达到</a:t>
                </a:r>
                <a:r>
                  <a:rPr kumimoji="1" lang="zh-CN" altLang="en-US" sz="2800" dirty="0">
                    <a:solidFill>
                      <a:srgbClr val="159F84"/>
                    </a:solidFill>
                  </a:rPr>
                  <a:t>终值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所需的时间</a:t>
                </a:r>
              </a:p>
            </p:txBody>
          </p:sp>
        </mc:Choice>
        <mc:Fallback xmlns="">
          <p:sp>
            <p:nvSpPr>
              <p:cNvPr id="58" name="说明1">
                <a:extLst>
                  <a:ext uri="{FF2B5EF4-FFF2-40B4-BE49-F238E27FC236}">
                    <a16:creationId xmlns:a16="http://schemas.microsoft.com/office/drawing/2014/main" id="{D2A099A2-5355-818D-9033-BC6C1FEAB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845" y="962865"/>
                <a:ext cx="8981809" cy="1055608"/>
              </a:xfrm>
              <a:prstGeom prst="flowChartAlternateProcess">
                <a:avLst/>
              </a:prstGeom>
              <a:blipFill>
                <a:blip r:embed="rId7"/>
                <a:stretch>
                  <a:fillRect l="-703" t="-1163" b="-9302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象函数1">
                <a:extLst>
                  <a:ext uri="{FF2B5EF4-FFF2-40B4-BE49-F238E27FC236}">
                    <a16:creationId xmlns:a16="http://schemas.microsoft.com/office/drawing/2014/main" id="{ECABD3D7-5199-BC90-8408-ED3D377F906F}"/>
                  </a:ext>
                </a:extLst>
              </p:cNvPr>
              <p:cNvSpPr txBox="1"/>
              <p:nvPr/>
            </p:nvSpPr>
            <p:spPr>
              <a:xfrm>
                <a:off x="10343678" y="3288001"/>
                <a:ext cx="504849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(∞)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" name="象函数1">
                <a:extLst>
                  <a:ext uri="{FF2B5EF4-FFF2-40B4-BE49-F238E27FC236}">
                    <a16:creationId xmlns:a16="http://schemas.microsoft.com/office/drawing/2014/main" id="{ECABD3D7-5199-BC90-8408-ED3D377F9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3678" y="3288001"/>
                <a:ext cx="504849" cy="524695"/>
              </a:xfrm>
              <a:prstGeom prst="rect">
                <a:avLst/>
              </a:prstGeom>
              <a:blipFill>
                <a:blip r:embed="rId8"/>
                <a:stretch>
                  <a:fillRect l="-7317" r="-107317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0.5h">
                <a:extLst>
                  <a:ext uri="{FF2B5EF4-FFF2-40B4-BE49-F238E27FC236}">
                    <a16:creationId xmlns:a16="http://schemas.microsoft.com/office/drawing/2014/main" id="{E1E3E8A4-4C97-B36E-5803-5B12D10AE951}"/>
                  </a:ext>
                </a:extLst>
              </p:cNvPr>
              <p:cNvSpPr txBox="1"/>
              <p:nvPr/>
            </p:nvSpPr>
            <p:spPr>
              <a:xfrm>
                <a:off x="1019783" y="4252828"/>
                <a:ext cx="1237566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159F84"/>
                          </a:solidFill>
                          <a:latin typeface="Cambria Math" panose="02040503050406030204" pitchFamily="18" charset="0"/>
                        </a:rPr>
                        <m:t>0.5</m:t>
                      </m:r>
                      <m:r>
                        <a:rPr lang="en-US" altLang="zh-CN" sz="2800" b="0" i="1" smtClean="0">
                          <a:solidFill>
                            <a:srgbClr val="159F84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sz="2800" b="0" i="1" smtClean="0">
                          <a:solidFill>
                            <a:srgbClr val="159F84"/>
                          </a:solidFill>
                          <a:latin typeface="Cambria Math" panose="02040503050406030204" pitchFamily="18" charset="0"/>
                        </a:rPr>
                        <m:t>(∞)</m:t>
                      </m:r>
                    </m:oMath>
                  </m:oMathPara>
                </a14:m>
                <a:endParaRPr lang="zh-CN" altLang="en-US" sz="2800" dirty="0">
                  <a:solidFill>
                    <a:srgbClr val="159F84"/>
                  </a:solidFill>
                </a:endParaRPr>
              </a:p>
            </p:txBody>
          </p:sp>
        </mc:Choice>
        <mc:Fallback xmlns="">
          <p:sp>
            <p:nvSpPr>
              <p:cNvPr id="72" name="0.5h">
                <a:extLst>
                  <a:ext uri="{FF2B5EF4-FFF2-40B4-BE49-F238E27FC236}">
                    <a16:creationId xmlns:a16="http://schemas.microsoft.com/office/drawing/2014/main" id="{E1E3E8A4-4C97-B36E-5803-5B12D10AE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783" y="4252828"/>
                <a:ext cx="1237566" cy="524695"/>
              </a:xfrm>
              <a:prstGeom prst="rect">
                <a:avLst/>
              </a:prstGeom>
              <a:blipFill>
                <a:blip r:embed="rId9"/>
                <a:stretch>
                  <a:fillRect l="-3061" r="-23469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0.5h辅助线2">
            <a:extLst>
              <a:ext uri="{FF2B5EF4-FFF2-40B4-BE49-F238E27FC236}">
                <a16:creationId xmlns:a16="http://schemas.microsoft.com/office/drawing/2014/main" id="{E61689B9-9279-D51C-F6C3-B94B23EE197A}"/>
              </a:ext>
            </a:extLst>
          </p:cNvPr>
          <p:cNvCxnSpPr>
            <a:cxnSpLocks/>
          </p:cNvCxnSpPr>
          <p:nvPr/>
        </p:nvCxnSpPr>
        <p:spPr>
          <a:xfrm>
            <a:off x="2799263" y="4509120"/>
            <a:ext cx="0" cy="1074414"/>
          </a:xfrm>
          <a:prstGeom prst="straightConnector1">
            <a:avLst/>
          </a:prstGeom>
          <a:ln w="25400">
            <a:solidFill>
              <a:srgbClr val="159F84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d箭头">
            <a:extLst>
              <a:ext uri="{FF2B5EF4-FFF2-40B4-BE49-F238E27FC236}">
                <a16:creationId xmlns:a16="http://schemas.microsoft.com/office/drawing/2014/main" id="{AD6D53B3-3410-2685-F6B3-D8137162BC94}"/>
              </a:ext>
            </a:extLst>
          </p:cNvPr>
          <p:cNvSpPr/>
          <p:nvPr/>
        </p:nvSpPr>
        <p:spPr>
          <a:xfrm rot="1193590">
            <a:off x="1992040" y="4058617"/>
            <a:ext cx="763202" cy="281818"/>
          </a:xfrm>
          <a:custGeom>
            <a:avLst/>
            <a:gdLst>
              <a:gd name="connsiteX0" fmla="*/ 974956 w 974956"/>
              <a:gd name="connsiteY0" fmla="*/ 313304 h 313304"/>
              <a:gd name="connsiteX1" fmla="*/ 302781 w 974956"/>
              <a:gd name="connsiteY1" fmla="*/ 22634 h 313304"/>
              <a:gd name="connsiteX2" fmla="*/ 0 w 974956"/>
              <a:gd name="connsiteY2" fmla="*/ 40801 h 313304"/>
              <a:gd name="connsiteX0" fmla="*/ 974956 w 974956"/>
              <a:gd name="connsiteY0" fmla="*/ 288927 h 288927"/>
              <a:gd name="connsiteX1" fmla="*/ 520783 w 974956"/>
              <a:gd name="connsiteY1" fmla="*/ 46702 h 288927"/>
              <a:gd name="connsiteX2" fmla="*/ 0 w 974956"/>
              <a:gd name="connsiteY2" fmla="*/ 16424 h 288927"/>
              <a:gd name="connsiteX0" fmla="*/ 974956 w 974956"/>
              <a:gd name="connsiteY0" fmla="*/ 288927 h 288927"/>
              <a:gd name="connsiteX1" fmla="*/ 520783 w 974956"/>
              <a:gd name="connsiteY1" fmla="*/ 46702 h 288927"/>
              <a:gd name="connsiteX2" fmla="*/ 0 w 974956"/>
              <a:gd name="connsiteY2" fmla="*/ 16424 h 288927"/>
              <a:gd name="connsiteX0" fmla="*/ 974956 w 974956"/>
              <a:gd name="connsiteY0" fmla="*/ 288927 h 288927"/>
              <a:gd name="connsiteX1" fmla="*/ 520783 w 974956"/>
              <a:gd name="connsiteY1" fmla="*/ 46702 h 288927"/>
              <a:gd name="connsiteX2" fmla="*/ 0 w 974956"/>
              <a:gd name="connsiteY2" fmla="*/ 16424 h 288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4956" h="288927">
                <a:moveTo>
                  <a:pt x="974956" y="288927"/>
                </a:moveTo>
                <a:cubicBezTo>
                  <a:pt x="750393" y="136022"/>
                  <a:pt x="695388" y="110286"/>
                  <a:pt x="520783" y="46702"/>
                </a:cubicBezTo>
                <a:cubicBezTo>
                  <a:pt x="358290" y="1285"/>
                  <a:pt x="70144" y="-15368"/>
                  <a:pt x="0" y="16424"/>
                </a:cubicBezTo>
              </a:path>
            </a:pathLst>
          </a:custGeom>
          <a:noFill/>
          <a:ln>
            <a:solidFill>
              <a:srgbClr val="159F84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延迟时间">
                <a:extLst>
                  <a:ext uri="{FF2B5EF4-FFF2-40B4-BE49-F238E27FC236}">
                    <a16:creationId xmlns:a16="http://schemas.microsoft.com/office/drawing/2014/main" id="{4982C0E6-254C-7D62-E7BB-01D69045219E}"/>
                  </a:ext>
                </a:extLst>
              </p:cNvPr>
              <p:cNvSpPr txBox="1"/>
              <p:nvPr/>
            </p:nvSpPr>
            <p:spPr>
              <a:xfrm>
                <a:off x="211800" y="3405480"/>
                <a:ext cx="200801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rgbClr val="159F84"/>
                    </a:solidFill>
                  </a:rPr>
                  <a:t>延迟时间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159F8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159F84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159F84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zh-CN" altLang="en-US" sz="2800" dirty="0">
                  <a:solidFill>
                    <a:srgbClr val="159F84"/>
                  </a:solidFill>
                </a:endParaRPr>
              </a:p>
            </p:txBody>
          </p:sp>
        </mc:Choice>
        <mc:Fallback xmlns="">
          <p:sp>
            <p:nvSpPr>
              <p:cNvPr id="77" name="延迟时间">
                <a:extLst>
                  <a:ext uri="{FF2B5EF4-FFF2-40B4-BE49-F238E27FC236}">
                    <a16:creationId xmlns:a16="http://schemas.microsoft.com/office/drawing/2014/main" id="{4982C0E6-254C-7D62-E7BB-01D690452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00" y="3405480"/>
                <a:ext cx="2008016" cy="523220"/>
              </a:xfrm>
              <a:prstGeom prst="rect">
                <a:avLst/>
              </a:prstGeom>
              <a:blipFill>
                <a:blip r:embed="rId10"/>
                <a:stretch>
                  <a:fillRect l="-6289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tr辅助线1">
            <a:extLst>
              <a:ext uri="{FF2B5EF4-FFF2-40B4-BE49-F238E27FC236}">
                <a16:creationId xmlns:a16="http://schemas.microsoft.com/office/drawing/2014/main" id="{EAC3C9A5-70E7-DABD-6D70-CD570FEEBA99}"/>
              </a:ext>
            </a:extLst>
          </p:cNvPr>
          <p:cNvCxnSpPr>
            <a:cxnSpLocks/>
          </p:cNvCxnSpPr>
          <p:nvPr/>
        </p:nvCxnSpPr>
        <p:spPr>
          <a:xfrm>
            <a:off x="2491929" y="5599312"/>
            <a:ext cx="0" cy="493984"/>
          </a:xfrm>
          <a:prstGeom prst="straightConnector1">
            <a:avLst/>
          </a:prstGeom>
          <a:ln w="25400">
            <a:solidFill>
              <a:srgbClr val="00B0F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r辅助线2">
            <a:extLst>
              <a:ext uri="{FF2B5EF4-FFF2-40B4-BE49-F238E27FC236}">
                <a16:creationId xmlns:a16="http://schemas.microsoft.com/office/drawing/2014/main" id="{18F20ABE-B1DF-28A6-2D1E-F7CAAE83C480}"/>
              </a:ext>
            </a:extLst>
          </p:cNvPr>
          <p:cNvCxnSpPr>
            <a:cxnSpLocks/>
          </p:cNvCxnSpPr>
          <p:nvPr/>
        </p:nvCxnSpPr>
        <p:spPr>
          <a:xfrm>
            <a:off x="3142878" y="3550349"/>
            <a:ext cx="0" cy="2542947"/>
          </a:xfrm>
          <a:prstGeom prst="straightConnector1">
            <a:avLst/>
          </a:prstGeom>
          <a:ln w="25400">
            <a:solidFill>
              <a:srgbClr val="00B0F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r辅助线3">
            <a:extLst>
              <a:ext uri="{FF2B5EF4-FFF2-40B4-BE49-F238E27FC236}">
                <a16:creationId xmlns:a16="http://schemas.microsoft.com/office/drawing/2014/main" id="{79921F78-E4CC-E471-0882-179C5FBB817E}"/>
              </a:ext>
            </a:extLst>
          </p:cNvPr>
          <p:cNvCxnSpPr>
            <a:cxnSpLocks/>
          </p:cNvCxnSpPr>
          <p:nvPr/>
        </p:nvCxnSpPr>
        <p:spPr>
          <a:xfrm flipH="1">
            <a:off x="2491929" y="5877272"/>
            <a:ext cx="650949" cy="0"/>
          </a:xfrm>
          <a:prstGeom prst="straightConnector1">
            <a:avLst/>
          </a:prstGeom>
          <a:ln w="25400">
            <a:solidFill>
              <a:srgbClr val="00B0F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上升时间">
                <a:extLst>
                  <a:ext uri="{FF2B5EF4-FFF2-40B4-BE49-F238E27FC236}">
                    <a16:creationId xmlns:a16="http://schemas.microsoft.com/office/drawing/2014/main" id="{FB5AD512-8A9F-00E2-6FBD-BE12D12F1E66}"/>
                  </a:ext>
                </a:extLst>
              </p:cNvPr>
              <p:cNvSpPr txBox="1"/>
              <p:nvPr/>
            </p:nvSpPr>
            <p:spPr>
              <a:xfrm>
                <a:off x="3187414" y="5679385"/>
                <a:ext cx="19358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rgbClr val="00B0F0"/>
                    </a:solidFill>
                  </a:rPr>
                  <a:t>上升时间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zh-CN" altLang="en-US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0" name="上升时间">
                <a:extLst>
                  <a:ext uri="{FF2B5EF4-FFF2-40B4-BE49-F238E27FC236}">
                    <a16:creationId xmlns:a16="http://schemas.microsoft.com/office/drawing/2014/main" id="{FB5AD512-8A9F-00E2-6FBD-BE12D12F1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414" y="5679385"/>
                <a:ext cx="1935856" cy="523220"/>
              </a:xfrm>
              <a:prstGeom prst="rect">
                <a:avLst/>
              </a:prstGeom>
              <a:blipFill>
                <a:blip r:embed="rId11"/>
                <a:stretch>
                  <a:fillRect l="-7190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60973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8" grpId="0" animBg="1"/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3936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线性系统时域性能指标</a:t>
            </a:r>
          </a:p>
        </p:txBody>
      </p:sp>
      <p:grpSp>
        <p:nvGrpSpPr>
          <p:cNvPr id="32" name="坐标轴">
            <a:extLst>
              <a:ext uri="{FF2B5EF4-FFF2-40B4-BE49-F238E27FC236}">
                <a16:creationId xmlns:a16="http://schemas.microsoft.com/office/drawing/2014/main" id="{3ECDF0AE-8583-0A0E-6B5D-BB295454C98F}"/>
              </a:ext>
            </a:extLst>
          </p:cNvPr>
          <p:cNvGrpSpPr/>
          <p:nvPr/>
        </p:nvGrpSpPr>
        <p:grpSpPr>
          <a:xfrm>
            <a:off x="2091951" y="2018473"/>
            <a:ext cx="8330364" cy="3741032"/>
            <a:chOff x="2091951" y="2018473"/>
            <a:chExt cx="8330364" cy="3741032"/>
          </a:xfrm>
        </p:grpSpPr>
        <p:cxnSp>
          <p:nvCxnSpPr>
            <p:cNvPr id="33" name="x轴">
              <a:extLst>
                <a:ext uri="{FF2B5EF4-FFF2-40B4-BE49-F238E27FC236}">
                  <a16:creationId xmlns:a16="http://schemas.microsoft.com/office/drawing/2014/main" id="{312B91CE-37D2-EEE6-1334-4CE2037E5C7A}"/>
                </a:ext>
              </a:extLst>
            </p:cNvPr>
            <p:cNvCxnSpPr>
              <a:cxnSpLocks/>
            </p:cNvCxnSpPr>
            <p:nvPr/>
          </p:nvCxnSpPr>
          <p:spPr>
            <a:xfrm>
              <a:off x="2501326" y="5583534"/>
              <a:ext cx="7688193" cy="1577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y轴">
              <a:extLst>
                <a:ext uri="{FF2B5EF4-FFF2-40B4-BE49-F238E27FC236}">
                  <a16:creationId xmlns:a16="http://schemas.microsoft.com/office/drawing/2014/main" id="{EEBC814A-D0AC-2A5F-1A02-35F0660760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1929" y="2159370"/>
              <a:ext cx="18796" cy="343994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labelt">
                  <a:extLst>
                    <a:ext uri="{FF2B5EF4-FFF2-40B4-BE49-F238E27FC236}">
                      <a16:creationId xmlns:a16="http://schemas.microsoft.com/office/drawing/2014/main" id="{E0F9864A-3AC1-4C91-3908-F9F603494FCC}"/>
                    </a:ext>
                  </a:extLst>
                </p:cNvPr>
                <p:cNvSpPr txBox="1"/>
                <p:nvPr/>
              </p:nvSpPr>
              <p:spPr>
                <a:xfrm>
                  <a:off x="9956721" y="5076093"/>
                  <a:ext cx="465594" cy="5232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5" name="labelt">
                  <a:extLst>
                    <a:ext uri="{FF2B5EF4-FFF2-40B4-BE49-F238E27FC236}">
                      <a16:creationId xmlns:a16="http://schemas.microsoft.com/office/drawing/2014/main" id="{E0F9864A-3AC1-4C91-3908-F9F603494F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56721" y="5076093"/>
                  <a:ext cx="465594" cy="52321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label0">
                  <a:extLst>
                    <a:ext uri="{FF2B5EF4-FFF2-40B4-BE49-F238E27FC236}">
                      <a16:creationId xmlns:a16="http://schemas.microsoft.com/office/drawing/2014/main" id="{3A769B0C-ED98-9A13-681F-6D116172C42C}"/>
                    </a:ext>
                  </a:extLst>
                </p:cNvPr>
                <p:cNvSpPr txBox="1"/>
                <p:nvPr/>
              </p:nvSpPr>
              <p:spPr>
                <a:xfrm>
                  <a:off x="2091951" y="5236286"/>
                  <a:ext cx="341245" cy="5232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6" name="label0">
                  <a:extLst>
                    <a:ext uri="{FF2B5EF4-FFF2-40B4-BE49-F238E27FC236}">
                      <a16:creationId xmlns:a16="http://schemas.microsoft.com/office/drawing/2014/main" id="{3A769B0C-ED98-9A13-681F-6D116172C4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1951" y="5236286"/>
                  <a:ext cx="341245" cy="523219"/>
                </a:xfrm>
                <a:prstGeom prst="rect">
                  <a:avLst/>
                </a:prstGeom>
                <a:blipFill>
                  <a:blip r:embed="rId4"/>
                  <a:stretch>
                    <a:fillRect l="-7143" r="-2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ht">
                  <a:extLst>
                    <a:ext uri="{FF2B5EF4-FFF2-40B4-BE49-F238E27FC236}">
                      <a16:creationId xmlns:a16="http://schemas.microsoft.com/office/drawing/2014/main" id="{49A97FB1-248B-637F-192E-445A82219D68}"/>
                    </a:ext>
                  </a:extLst>
                </p:cNvPr>
                <p:cNvSpPr txBox="1"/>
                <p:nvPr/>
              </p:nvSpPr>
              <p:spPr>
                <a:xfrm>
                  <a:off x="2546838" y="2018473"/>
                  <a:ext cx="504849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7" name="ht">
                  <a:extLst>
                    <a:ext uri="{FF2B5EF4-FFF2-40B4-BE49-F238E27FC236}">
                      <a16:creationId xmlns:a16="http://schemas.microsoft.com/office/drawing/2014/main" id="{49A97FB1-248B-637F-192E-445A82219D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6838" y="2018473"/>
                  <a:ext cx="504849" cy="524695"/>
                </a:xfrm>
                <a:prstGeom prst="rect">
                  <a:avLst/>
                </a:prstGeom>
                <a:blipFill>
                  <a:blip r:embed="rId5"/>
                  <a:stretch>
                    <a:fillRect l="-7317" r="-75610" b="-16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终值辅助线">
            <a:extLst>
              <a:ext uri="{FF2B5EF4-FFF2-40B4-BE49-F238E27FC236}">
                <a16:creationId xmlns:a16="http://schemas.microsoft.com/office/drawing/2014/main" id="{36E27E48-F34E-B26E-E73B-A65A4C0AAA38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2510725" y="3550349"/>
            <a:ext cx="7832953" cy="0"/>
          </a:xfrm>
          <a:prstGeom prst="straightConnector1">
            <a:avLst/>
          </a:prstGeom>
          <a:ln w="25400">
            <a:solidFill>
              <a:schemeClr val="tx2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0.5h辅助线1">
            <a:extLst>
              <a:ext uri="{FF2B5EF4-FFF2-40B4-BE49-F238E27FC236}">
                <a16:creationId xmlns:a16="http://schemas.microsoft.com/office/drawing/2014/main" id="{44111D1D-F44A-E954-3D8C-7FE325B64C04}"/>
              </a:ext>
            </a:extLst>
          </p:cNvPr>
          <p:cNvCxnSpPr>
            <a:cxnSpLocks/>
          </p:cNvCxnSpPr>
          <p:nvPr/>
        </p:nvCxnSpPr>
        <p:spPr>
          <a:xfrm>
            <a:off x="2491929" y="4509120"/>
            <a:ext cx="290909" cy="0"/>
          </a:xfrm>
          <a:prstGeom prst="straightConnector1">
            <a:avLst/>
          </a:prstGeom>
          <a:ln w="25400">
            <a:solidFill>
              <a:srgbClr val="159F84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小标题1">
                <a:extLst>
                  <a:ext uri="{FF2B5EF4-FFF2-40B4-BE49-F238E27FC236}">
                    <a16:creationId xmlns:a16="http://schemas.microsoft.com/office/drawing/2014/main" id="{EE3595AB-7710-C21A-9E1C-9830B04E5C4B}"/>
                  </a:ext>
                </a:extLst>
              </p:cNvPr>
              <p:cNvSpPr/>
              <p:nvPr/>
            </p:nvSpPr>
            <p:spPr bwMode="auto">
              <a:xfrm>
                <a:off x="208571" y="960808"/>
                <a:ext cx="2376264" cy="576000"/>
              </a:xfrm>
              <a:prstGeom prst="roundRect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3200" b="1" dirty="0">
                    <a:solidFill>
                      <a:schemeClr val="bg1"/>
                    </a:solidFill>
                    <a:latin typeface="Stencil" panose="040409050D0802020404" pitchFamily="82" charset="0"/>
                  </a:rPr>
                  <a:t>峰值时间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endPara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endParaRPr>
              </a:p>
            </p:txBody>
          </p:sp>
        </mc:Choice>
        <mc:Fallback xmlns="">
          <p:sp>
            <p:nvSpPr>
              <p:cNvPr id="57" name="小标题1">
                <a:extLst>
                  <a:ext uri="{FF2B5EF4-FFF2-40B4-BE49-F238E27FC236}">
                    <a16:creationId xmlns:a16="http://schemas.microsoft.com/office/drawing/2014/main" id="{EE3595AB-7710-C21A-9E1C-9830B04E5C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8571" y="960808"/>
                <a:ext cx="2376264" cy="5760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说明1">
            <a:extLst>
              <a:ext uri="{FF2B5EF4-FFF2-40B4-BE49-F238E27FC236}">
                <a16:creationId xmlns:a16="http://schemas.microsoft.com/office/drawing/2014/main" id="{D2A099A2-5355-818D-9033-BC6C1FEAB9E3}"/>
              </a:ext>
            </a:extLst>
          </p:cNvPr>
          <p:cNvSpPr txBox="1"/>
          <p:nvPr/>
        </p:nvSpPr>
        <p:spPr>
          <a:xfrm>
            <a:off x="2854845" y="962865"/>
            <a:ext cx="7488833" cy="578882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accent1"/>
                </a:solidFill>
              </a:rPr>
              <a:t>阶跃响应</a:t>
            </a:r>
            <a:r>
              <a:rPr kumimoji="1" lang="zh-CN" altLang="en-US" sz="2800" dirty="0">
                <a:solidFill>
                  <a:srgbClr val="E44860"/>
                </a:solidFill>
              </a:rPr>
              <a:t>越过终值</a:t>
            </a:r>
            <a:r>
              <a:rPr kumimoji="1" lang="zh-CN" altLang="en-US" sz="2800" dirty="0">
                <a:solidFill>
                  <a:schemeClr val="accent1"/>
                </a:solidFill>
              </a:rPr>
              <a:t>达到</a:t>
            </a:r>
            <a:r>
              <a:rPr kumimoji="1" lang="zh-CN" altLang="en-US" sz="2800" dirty="0">
                <a:solidFill>
                  <a:srgbClr val="159F84"/>
                </a:solidFill>
              </a:rPr>
              <a:t>第一个峰值</a:t>
            </a:r>
            <a:r>
              <a:rPr kumimoji="1" lang="zh-CN" altLang="en-US" sz="2800" dirty="0">
                <a:solidFill>
                  <a:schemeClr val="accent1"/>
                </a:solidFill>
              </a:rPr>
              <a:t>所需的时间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象函数1">
                <a:extLst>
                  <a:ext uri="{FF2B5EF4-FFF2-40B4-BE49-F238E27FC236}">
                    <a16:creationId xmlns:a16="http://schemas.microsoft.com/office/drawing/2014/main" id="{ECABD3D7-5199-BC90-8408-ED3D377F906F}"/>
                  </a:ext>
                </a:extLst>
              </p:cNvPr>
              <p:cNvSpPr txBox="1"/>
              <p:nvPr/>
            </p:nvSpPr>
            <p:spPr>
              <a:xfrm>
                <a:off x="10343678" y="3288001"/>
                <a:ext cx="504849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(∞)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" name="象函数1">
                <a:extLst>
                  <a:ext uri="{FF2B5EF4-FFF2-40B4-BE49-F238E27FC236}">
                    <a16:creationId xmlns:a16="http://schemas.microsoft.com/office/drawing/2014/main" id="{ECABD3D7-5199-BC90-8408-ED3D377F9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3678" y="3288001"/>
                <a:ext cx="504849" cy="524695"/>
              </a:xfrm>
              <a:prstGeom prst="rect">
                <a:avLst/>
              </a:prstGeom>
              <a:blipFill>
                <a:blip r:embed="rId7"/>
                <a:stretch>
                  <a:fillRect l="-7317" r="-107317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0.5h">
                <a:extLst>
                  <a:ext uri="{FF2B5EF4-FFF2-40B4-BE49-F238E27FC236}">
                    <a16:creationId xmlns:a16="http://schemas.microsoft.com/office/drawing/2014/main" id="{E1E3E8A4-4C97-B36E-5803-5B12D10AE951}"/>
                  </a:ext>
                </a:extLst>
              </p:cNvPr>
              <p:cNvSpPr txBox="1"/>
              <p:nvPr/>
            </p:nvSpPr>
            <p:spPr>
              <a:xfrm>
                <a:off x="1019783" y="4252828"/>
                <a:ext cx="1237566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159F84"/>
                          </a:solidFill>
                          <a:latin typeface="Cambria Math" panose="02040503050406030204" pitchFamily="18" charset="0"/>
                        </a:rPr>
                        <m:t>0.5</m:t>
                      </m:r>
                      <m:r>
                        <a:rPr lang="en-US" altLang="zh-CN" sz="2800" b="0" i="1" smtClean="0">
                          <a:solidFill>
                            <a:srgbClr val="159F84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sz="2800" b="0" i="1" smtClean="0">
                          <a:solidFill>
                            <a:srgbClr val="159F84"/>
                          </a:solidFill>
                          <a:latin typeface="Cambria Math" panose="02040503050406030204" pitchFamily="18" charset="0"/>
                        </a:rPr>
                        <m:t>(∞)</m:t>
                      </m:r>
                    </m:oMath>
                  </m:oMathPara>
                </a14:m>
                <a:endParaRPr lang="zh-CN" altLang="en-US" sz="2800" dirty="0">
                  <a:solidFill>
                    <a:srgbClr val="159F84"/>
                  </a:solidFill>
                </a:endParaRPr>
              </a:p>
            </p:txBody>
          </p:sp>
        </mc:Choice>
        <mc:Fallback xmlns="">
          <p:sp>
            <p:nvSpPr>
              <p:cNvPr id="72" name="0.5h">
                <a:extLst>
                  <a:ext uri="{FF2B5EF4-FFF2-40B4-BE49-F238E27FC236}">
                    <a16:creationId xmlns:a16="http://schemas.microsoft.com/office/drawing/2014/main" id="{E1E3E8A4-4C97-B36E-5803-5B12D10AE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783" y="4252828"/>
                <a:ext cx="1237566" cy="524695"/>
              </a:xfrm>
              <a:prstGeom prst="rect">
                <a:avLst/>
              </a:prstGeom>
              <a:blipFill>
                <a:blip r:embed="rId8"/>
                <a:stretch>
                  <a:fillRect l="-3061" r="-23469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0.5h辅助线2">
            <a:extLst>
              <a:ext uri="{FF2B5EF4-FFF2-40B4-BE49-F238E27FC236}">
                <a16:creationId xmlns:a16="http://schemas.microsoft.com/office/drawing/2014/main" id="{E61689B9-9279-D51C-F6C3-B94B23EE197A}"/>
              </a:ext>
            </a:extLst>
          </p:cNvPr>
          <p:cNvCxnSpPr>
            <a:cxnSpLocks/>
          </p:cNvCxnSpPr>
          <p:nvPr/>
        </p:nvCxnSpPr>
        <p:spPr>
          <a:xfrm>
            <a:off x="2799263" y="4509120"/>
            <a:ext cx="0" cy="1074414"/>
          </a:xfrm>
          <a:prstGeom prst="straightConnector1">
            <a:avLst/>
          </a:prstGeom>
          <a:ln w="25400">
            <a:solidFill>
              <a:srgbClr val="159F84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d箭头">
            <a:extLst>
              <a:ext uri="{FF2B5EF4-FFF2-40B4-BE49-F238E27FC236}">
                <a16:creationId xmlns:a16="http://schemas.microsoft.com/office/drawing/2014/main" id="{AD6D53B3-3410-2685-F6B3-D8137162BC94}"/>
              </a:ext>
            </a:extLst>
          </p:cNvPr>
          <p:cNvSpPr/>
          <p:nvPr/>
        </p:nvSpPr>
        <p:spPr>
          <a:xfrm rot="1193590">
            <a:off x="1992040" y="4058617"/>
            <a:ext cx="763202" cy="281818"/>
          </a:xfrm>
          <a:custGeom>
            <a:avLst/>
            <a:gdLst>
              <a:gd name="connsiteX0" fmla="*/ 974956 w 974956"/>
              <a:gd name="connsiteY0" fmla="*/ 313304 h 313304"/>
              <a:gd name="connsiteX1" fmla="*/ 302781 w 974956"/>
              <a:gd name="connsiteY1" fmla="*/ 22634 h 313304"/>
              <a:gd name="connsiteX2" fmla="*/ 0 w 974956"/>
              <a:gd name="connsiteY2" fmla="*/ 40801 h 313304"/>
              <a:gd name="connsiteX0" fmla="*/ 974956 w 974956"/>
              <a:gd name="connsiteY0" fmla="*/ 288927 h 288927"/>
              <a:gd name="connsiteX1" fmla="*/ 520783 w 974956"/>
              <a:gd name="connsiteY1" fmla="*/ 46702 h 288927"/>
              <a:gd name="connsiteX2" fmla="*/ 0 w 974956"/>
              <a:gd name="connsiteY2" fmla="*/ 16424 h 288927"/>
              <a:gd name="connsiteX0" fmla="*/ 974956 w 974956"/>
              <a:gd name="connsiteY0" fmla="*/ 288927 h 288927"/>
              <a:gd name="connsiteX1" fmla="*/ 520783 w 974956"/>
              <a:gd name="connsiteY1" fmla="*/ 46702 h 288927"/>
              <a:gd name="connsiteX2" fmla="*/ 0 w 974956"/>
              <a:gd name="connsiteY2" fmla="*/ 16424 h 288927"/>
              <a:gd name="connsiteX0" fmla="*/ 974956 w 974956"/>
              <a:gd name="connsiteY0" fmla="*/ 288927 h 288927"/>
              <a:gd name="connsiteX1" fmla="*/ 520783 w 974956"/>
              <a:gd name="connsiteY1" fmla="*/ 46702 h 288927"/>
              <a:gd name="connsiteX2" fmla="*/ 0 w 974956"/>
              <a:gd name="connsiteY2" fmla="*/ 16424 h 288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4956" h="288927">
                <a:moveTo>
                  <a:pt x="974956" y="288927"/>
                </a:moveTo>
                <a:cubicBezTo>
                  <a:pt x="750393" y="136022"/>
                  <a:pt x="695388" y="110286"/>
                  <a:pt x="520783" y="46702"/>
                </a:cubicBezTo>
                <a:cubicBezTo>
                  <a:pt x="358290" y="1285"/>
                  <a:pt x="70144" y="-15368"/>
                  <a:pt x="0" y="16424"/>
                </a:cubicBezTo>
              </a:path>
            </a:pathLst>
          </a:custGeom>
          <a:noFill/>
          <a:ln>
            <a:solidFill>
              <a:srgbClr val="159F84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延迟时间">
                <a:extLst>
                  <a:ext uri="{FF2B5EF4-FFF2-40B4-BE49-F238E27FC236}">
                    <a16:creationId xmlns:a16="http://schemas.microsoft.com/office/drawing/2014/main" id="{4982C0E6-254C-7D62-E7BB-01D69045219E}"/>
                  </a:ext>
                </a:extLst>
              </p:cNvPr>
              <p:cNvSpPr txBox="1"/>
              <p:nvPr/>
            </p:nvSpPr>
            <p:spPr>
              <a:xfrm>
                <a:off x="211800" y="3405480"/>
                <a:ext cx="200801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rgbClr val="159F84"/>
                    </a:solidFill>
                  </a:rPr>
                  <a:t>延迟时间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159F8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159F84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159F84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zh-CN" altLang="en-US" sz="2800" dirty="0">
                  <a:solidFill>
                    <a:srgbClr val="159F84"/>
                  </a:solidFill>
                </a:endParaRPr>
              </a:p>
            </p:txBody>
          </p:sp>
        </mc:Choice>
        <mc:Fallback xmlns="">
          <p:sp>
            <p:nvSpPr>
              <p:cNvPr id="77" name="延迟时间">
                <a:extLst>
                  <a:ext uri="{FF2B5EF4-FFF2-40B4-BE49-F238E27FC236}">
                    <a16:creationId xmlns:a16="http://schemas.microsoft.com/office/drawing/2014/main" id="{4982C0E6-254C-7D62-E7BB-01D690452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00" y="3405480"/>
                <a:ext cx="2008016" cy="523220"/>
              </a:xfrm>
              <a:prstGeom prst="rect">
                <a:avLst/>
              </a:prstGeom>
              <a:blipFill>
                <a:blip r:embed="rId9"/>
                <a:stretch>
                  <a:fillRect l="-6289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tr辅助线1">
            <a:extLst>
              <a:ext uri="{FF2B5EF4-FFF2-40B4-BE49-F238E27FC236}">
                <a16:creationId xmlns:a16="http://schemas.microsoft.com/office/drawing/2014/main" id="{EAC3C9A5-70E7-DABD-6D70-CD570FEEBA99}"/>
              </a:ext>
            </a:extLst>
          </p:cNvPr>
          <p:cNvCxnSpPr>
            <a:cxnSpLocks/>
          </p:cNvCxnSpPr>
          <p:nvPr/>
        </p:nvCxnSpPr>
        <p:spPr>
          <a:xfrm>
            <a:off x="2491929" y="5599312"/>
            <a:ext cx="0" cy="493984"/>
          </a:xfrm>
          <a:prstGeom prst="straightConnector1">
            <a:avLst/>
          </a:prstGeom>
          <a:ln w="25400">
            <a:solidFill>
              <a:srgbClr val="00B0F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r辅助线2">
            <a:extLst>
              <a:ext uri="{FF2B5EF4-FFF2-40B4-BE49-F238E27FC236}">
                <a16:creationId xmlns:a16="http://schemas.microsoft.com/office/drawing/2014/main" id="{18F20ABE-B1DF-28A6-2D1E-F7CAAE83C480}"/>
              </a:ext>
            </a:extLst>
          </p:cNvPr>
          <p:cNvCxnSpPr>
            <a:cxnSpLocks/>
          </p:cNvCxnSpPr>
          <p:nvPr/>
        </p:nvCxnSpPr>
        <p:spPr>
          <a:xfrm>
            <a:off x="3142878" y="3550349"/>
            <a:ext cx="0" cy="2542947"/>
          </a:xfrm>
          <a:prstGeom prst="straightConnector1">
            <a:avLst/>
          </a:prstGeom>
          <a:ln w="25400">
            <a:solidFill>
              <a:srgbClr val="00B0F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r辅助线3">
            <a:extLst>
              <a:ext uri="{FF2B5EF4-FFF2-40B4-BE49-F238E27FC236}">
                <a16:creationId xmlns:a16="http://schemas.microsoft.com/office/drawing/2014/main" id="{79921F78-E4CC-E471-0882-179C5FBB817E}"/>
              </a:ext>
            </a:extLst>
          </p:cNvPr>
          <p:cNvCxnSpPr>
            <a:cxnSpLocks/>
          </p:cNvCxnSpPr>
          <p:nvPr/>
        </p:nvCxnSpPr>
        <p:spPr>
          <a:xfrm flipH="1">
            <a:off x="2491929" y="5877272"/>
            <a:ext cx="650949" cy="0"/>
          </a:xfrm>
          <a:prstGeom prst="straightConnector1">
            <a:avLst/>
          </a:prstGeom>
          <a:ln w="25400">
            <a:solidFill>
              <a:srgbClr val="00B0F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上升时间">
                <a:extLst>
                  <a:ext uri="{FF2B5EF4-FFF2-40B4-BE49-F238E27FC236}">
                    <a16:creationId xmlns:a16="http://schemas.microsoft.com/office/drawing/2014/main" id="{FB5AD512-8A9F-00E2-6FBD-BE12D12F1E66}"/>
                  </a:ext>
                </a:extLst>
              </p:cNvPr>
              <p:cNvSpPr txBox="1"/>
              <p:nvPr/>
            </p:nvSpPr>
            <p:spPr>
              <a:xfrm>
                <a:off x="3187414" y="5679385"/>
                <a:ext cx="19358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rgbClr val="00B0F0"/>
                    </a:solidFill>
                  </a:rPr>
                  <a:t>上升时间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zh-CN" altLang="en-US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0" name="上升时间">
                <a:extLst>
                  <a:ext uri="{FF2B5EF4-FFF2-40B4-BE49-F238E27FC236}">
                    <a16:creationId xmlns:a16="http://schemas.microsoft.com/office/drawing/2014/main" id="{FB5AD512-8A9F-00E2-6FBD-BE12D12F1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414" y="5679385"/>
                <a:ext cx="1935856" cy="523220"/>
              </a:xfrm>
              <a:prstGeom prst="rect">
                <a:avLst/>
              </a:prstGeom>
              <a:blipFill>
                <a:blip r:embed="rId10"/>
                <a:stretch>
                  <a:fillRect l="-7190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tp辅助线1">
            <a:extLst>
              <a:ext uri="{FF2B5EF4-FFF2-40B4-BE49-F238E27FC236}">
                <a16:creationId xmlns:a16="http://schemas.microsoft.com/office/drawing/2014/main" id="{1E391ACA-4F38-A555-0538-CF7FBAC6BA6D}"/>
              </a:ext>
            </a:extLst>
          </p:cNvPr>
          <p:cNvCxnSpPr>
            <a:cxnSpLocks/>
            <a:stCxn id="18" idx="1"/>
          </p:cNvCxnSpPr>
          <p:nvPr/>
        </p:nvCxnSpPr>
        <p:spPr>
          <a:xfrm>
            <a:off x="3933009" y="2404705"/>
            <a:ext cx="0" cy="3178829"/>
          </a:xfrm>
          <a:prstGeom prst="straightConnector1">
            <a:avLst/>
          </a:prstGeom>
          <a:ln w="25400">
            <a:solidFill>
              <a:schemeClr val="accent6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tp辅助线2">
            <a:extLst>
              <a:ext uri="{FF2B5EF4-FFF2-40B4-BE49-F238E27FC236}">
                <a16:creationId xmlns:a16="http://schemas.microsoft.com/office/drawing/2014/main" id="{42BAA255-2F1E-ED2B-911A-4C3AE09B6C8A}"/>
              </a:ext>
            </a:extLst>
          </p:cNvPr>
          <p:cNvCxnSpPr>
            <a:cxnSpLocks/>
          </p:cNvCxnSpPr>
          <p:nvPr/>
        </p:nvCxnSpPr>
        <p:spPr>
          <a:xfrm flipH="1">
            <a:off x="2502344" y="3994119"/>
            <a:ext cx="1424688" cy="0"/>
          </a:xfrm>
          <a:prstGeom prst="straightConnector1">
            <a:avLst/>
          </a:prstGeom>
          <a:ln w="25400">
            <a:solidFill>
              <a:schemeClr val="accent6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峰值时间">
                <a:extLst>
                  <a:ext uri="{FF2B5EF4-FFF2-40B4-BE49-F238E27FC236}">
                    <a16:creationId xmlns:a16="http://schemas.microsoft.com/office/drawing/2014/main" id="{73BC11C7-7AF5-2338-FF7C-77EB3EC04E85}"/>
                  </a:ext>
                </a:extLst>
              </p:cNvPr>
              <p:cNvSpPr txBox="1"/>
              <p:nvPr/>
            </p:nvSpPr>
            <p:spPr>
              <a:xfrm>
                <a:off x="3958988" y="3782112"/>
                <a:ext cx="1935856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chemeClr val="accent6"/>
                    </a:solidFill>
                  </a:rPr>
                  <a:t>峰值时间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zh-CN" altLang="en-US" sz="28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31" name="峰值时间">
                <a:extLst>
                  <a:ext uri="{FF2B5EF4-FFF2-40B4-BE49-F238E27FC236}">
                    <a16:creationId xmlns:a16="http://schemas.microsoft.com/office/drawing/2014/main" id="{73BC11C7-7AF5-2338-FF7C-77EB3EC04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8988" y="3782112"/>
                <a:ext cx="1935856" cy="556434"/>
              </a:xfrm>
              <a:prstGeom prst="rect">
                <a:avLst/>
              </a:prstGeom>
              <a:blipFill>
                <a:blip r:embed="rId11"/>
                <a:stretch>
                  <a:fillRect l="-6494" t="-11111" b="-2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" name="给定">
            <a:extLst>
              <a:ext uri="{FF2B5EF4-FFF2-40B4-BE49-F238E27FC236}">
                <a16:creationId xmlns:a16="http://schemas.microsoft.com/office/drawing/2014/main" id="{D02DB8F5-BE57-B507-09C3-168E8DA8DA77}"/>
              </a:ext>
            </a:extLst>
          </p:cNvPr>
          <p:cNvCxnSpPr>
            <a:cxnSpLocks/>
          </p:cNvCxnSpPr>
          <p:nvPr/>
        </p:nvCxnSpPr>
        <p:spPr>
          <a:xfrm>
            <a:off x="2521754" y="3460549"/>
            <a:ext cx="7192842" cy="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响应">
            <a:extLst>
              <a:ext uri="{FF2B5EF4-FFF2-40B4-BE49-F238E27FC236}">
                <a16:creationId xmlns:a16="http://schemas.microsoft.com/office/drawing/2014/main" id="{DE5A4B3F-2270-7321-DC45-8795E0A0B72B}"/>
              </a:ext>
            </a:extLst>
          </p:cNvPr>
          <p:cNvSpPr/>
          <p:nvPr/>
        </p:nvSpPr>
        <p:spPr>
          <a:xfrm>
            <a:off x="2495550" y="2404703"/>
            <a:ext cx="7226591" cy="3184883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  <a:gd name="connsiteX0" fmla="*/ 0 w 2407534"/>
              <a:gd name="connsiteY0" fmla="*/ 1157701 h 1157701"/>
              <a:gd name="connsiteX1" fmla="*/ 398588 w 2407534"/>
              <a:gd name="connsiteY1" fmla="*/ 23772 h 1157701"/>
              <a:gd name="connsiteX2" fmla="*/ 486137 w 2407534"/>
              <a:gd name="connsiteY2" fmla="*/ 382197 h 1157701"/>
              <a:gd name="connsiteX3" fmla="*/ 671331 w 2407534"/>
              <a:gd name="connsiteY3" fmla="*/ 324323 h 1157701"/>
              <a:gd name="connsiteX4" fmla="*/ 1030147 w 2407534"/>
              <a:gd name="connsiteY4" fmla="*/ 318536 h 1157701"/>
              <a:gd name="connsiteX5" fmla="*/ 2407534 w 2407534"/>
              <a:gd name="connsiteY5" fmla="*/ 324323 h 1157701"/>
              <a:gd name="connsiteX0" fmla="*/ 0 w 3690522"/>
              <a:gd name="connsiteY0" fmla="*/ 1157701 h 1157701"/>
              <a:gd name="connsiteX1" fmla="*/ 398588 w 3690522"/>
              <a:gd name="connsiteY1" fmla="*/ 23772 h 1157701"/>
              <a:gd name="connsiteX2" fmla="*/ 486137 w 3690522"/>
              <a:gd name="connsiteY2" fmla="*/ 382197 h 1157701"/>
              <a:gd name="connsiteX3" fmla="*/ 671331 w 3690522"/>
              <a:gd name="connsiteY3" fmla="*/ 324323 h 1157701"/>
              <a:gd name="connsiteX4" fmla="*/ 1030147 w 3690522"/>
              <a:gd name="connsiteY4" fmla="*/ 318536 h 1157701"/>
              <a:gd name="connsiteX5" fmla="*/ 3690522 w 3690522"/>
              <a:gd name="connsiteY5" fmla="*/ 314264 h 1157701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30147 w 3690522"/>
              <a:gd name="connsiteY4" fmla="*/ 317774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30147 w 3690522"/>
              <a:gd name="connsiteY4" fmla="*/ 317774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1358573 w 3690522"/>
              <a:gd name="connsiteY5" fmla="*/ 320202 h 1156939"/>
              <a:gd name="connsiteX6" fmla="*/ 3690522 w 3690522"/>
              <a:gd name="connsiteY6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1358573 w 3690522"/>
              <a:gd name="connsiteY5" fmla="*/ 320202 h 1156939"/>
              <a:gd name="connsiteX6" fmla="*/ 3690522 w 3690522"/>
              <a:gd name="connsiteY6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1358573 w 3690522"/>
              <a:gd name="connsiteY5" fmla="*/ 320202 h 1156939"/>
              <a:gd name="connsiteX6" fmla="*/ 3690522 w 3690522"/>
              <a:gd name="connsiteY6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1446192 w 3690522"/>
              <a:gd name="connsiteY5" fmla="*/ 239735 h 1156939"/>
              <a:gd name="connsiteX6" fmla="*/ 3690522 w 3690522"/>
              <a:gd name="connsiteY6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958175 w 3690522"/>
              <a:gd name="connsiteY4" fmla="*/ 340406 h 1156939"/>
              <a:gd name="connsiteX5" fmla="*/ 1446192 w 3690522"/>
              <a:gd name="connsiteY5" fmla="*/ 239735 h 1156939"/>
              <a:gd name="connsiteX6" fmla="*/ 3690522 w 3690522"/>
              <a:gd name="connsiteY6" fmla="*/ 313502 h 1156939"/>
              <a:gd name="connsiteX0" fmla="*/ 0 w 3690522"/>
              <a:gd name="connsiteY0" fmla="*/ 1156714 h 1156714"/>
              <a:gd name="connsiteX1" fmla="*/ 398588 w 3690522"/>
              <a:gd name="connsiteY1" fmla="*/ 22785 h 1156714"/>
              <a:gd name="connsiteX2" fmla="*/ 548722 w 3690522"/>
              <a:gd name="connsiteY2" fmla="*/ 383725 h 1156714"/>
              <a:gd name="connsiteX3" fmla="*/ 743303 w 3690522"/>
              <a:gd name="connsiteY3" fmla="*/ 212693 h 1156714"/>
              <a:gd name="connsiteX4" fmla="*/ 958175 w 3690522"/>
              <a:gd name="connsiteY4" fmla="*/ 340181 h 1156714"/>
              <a:gd name="connsiteX5" fmla="*/ 1446192 w 3690522"/>
              <a:gd name="connsiteY5" fmla="*/ 239510 h 1156714"/>
              <a:gd name="connsiteX6" fmla="*/ 3690522 w 3690522"/>
              <a:gd name="connsiteY6" fmla="*/ 313277 h 1156714"/>
              <a:gd name="connsiteX0" fmla="*/ 0 w 3690522"/>
              <a:gd name="connsiteY0" fmla="*/ 1155395 h 1155395"/>
              <a:gd name="connsiteX1" fmla="*/ 398588 w 3690522"/>
              <a:gd name="connsiteY1" fmla="*/ 21466 h 1155395"/>
              <a:gd name="connsiteX2" fmla="*/ 548722 w 3690522"/>
              <a:gd name="connsiteY2" fmla="*/ 382406 h 1155395"/>
              <a:gd name="connsiteX3" fmla="*/ 743303 w 3690522"/>
              <a:gd name="connsiteY3" fmla="*/ 211374 h 1155395"/>
              <a:gd name="connsiteX4" fmla="*/ 958175 w 3690522"/>
              <a:gd name="connsiteY4" fmla="*/ 338862 h 1155395"/>
              <a:gd name="connsiteX5" fmla="*/ 1446192 w 3690522"/>
              <a:gd name="connsiteY5" fmla="*/ 238191 h 1155395"/>
              <a:gd name="connsiteX6" fmla="*/ 3690522 w 3690522"/>
              <a:gd name="connsiteY6" fmla="*/ 311958 h 1155395"/>
              <a:gd name="connsiteX0" fmla="*/ 0 w 3690522"/>
              <a:gd name="connsiteY0" fmla="*/ 1155664 h 1155664"/>
              <a:gd name="connsiteX1" fmla="*/ 398588 w 3690522"/>
              <a:gd name="connsiteY1" fmla="*/ 21735 h 1155664"/>
              <a:gd name="connsiteX2" fmla="*/ 548722 w 3690522"/>
              <a:gd name="connsiteY2" fmla="*/ 382675 h 1155664"/>
              <a:gd name="connsiteX3" fmla="*/ 743303 w 3690522"/>
              <a:gd name="connsiteY3" fmla="*/ 211643 h 1155664"/>
              <a:gd name="connsiteX4" fmla="*/ 958175 w 3690522"/>
              <a:gd name="connsiteY4" fmla="*/ 339131 h 1155664"/>
              <a:gd name="connsiteX5" fmla="*/ 1446192 w 3690522"/>
              <a:gd name="connsiteY5" fmla="*/ 238460 h 1155664"/>
              <a:gd name="connsiteX6" fmla="*/ 3690522 w 3690522"/>
              <a:gd name="connsiteY6" fmla="*/ 312227 h 1155664"/>
              <a:gd name="connsiteX0" fmla="*/ 0 w 3690522"/>
              <a:gd name="connsiteY0" fmla="*/ 1133949 h 1133949"/>
              <a:gd name="connsiteX1" fmla="*/ 398588 w 3690522"/>
              <a:gd name="connsiteY1" fmla="*/ 20 h 1133949"/>
              <a:gd name="connsiteX2" fmla="*/ 548722 w 3690522"/>
              <a:gd name="connsiteY2" fmla="*/ 360960 h 1133949"/>
              <a:gd name="connsiteX3" fmla="*/ 743303 w 3690522"/>
              <a:gd name="connsiteY3" fmla="*/ 189928 h 1133949"/>
              <a:gd name="connsiteX4" fmla="*/ 958175 w 3690522"/>
              <a:gd name="connsiteY4" fmla="*/ 317416 h 1133949"/>
              <a:gd name="connsiteX5" fmla="*/ 1446192 w 3690522"/>
              <a:gd name="connsiteY5" fmla="*/ 216745 h 1133949"/>
              <a:gd name="connsiteX6" fmla="*/ 3690522 w 3690522"/>
              <a:gd name="connsiteY6" fmla="*/ 290512 h 1133949"/>
              <a:gd name="connsiteX0" fmla="*/ 0 w 3690522"/>
              <a:gd name="connsiteY0" fmla="*/ 1133949 h 1133949"/>
              <a:gd name="connsiteX1" fmla="*/ 398588 w 3690522"/>
              <a:gd name="connsiteY1" fmla="*/ 20 h 1133949"/>
              <a:gd name="connsiteX2" fmla="*/ 548722 w 3690522"/>
              <a:gd name="connsiteY2" fmla="*/ 360960 h 1133949"/>
              <a:gd name="connsiteX3" fmla="*/ 743303 w 3690522"/>
              <a:gd name="connsiteY3" fmla="*/ 189928 h 1133949"/>
              <a:gd name="connsiteX4" fmla="*/ 958175 w 3690522"/>
              <a:gd name="connsiteY4" fmla="*/ 317416 h 1133949"/>
              <a:gd name="connsiteX5" fmla="*/ 1446192 w 3690522"/>
              <a:gd name="connsiteY5" fmla="*/ 216745 h 1133949"/>
              <a:gd name="connsiteX6" fmla="*/ 3690522 w 3690522"/>
              <a:gd name="connsiteY6" fmla="*/ 290512 h 1133949"/>
              <a:gd name="connsiteX0" fmla="*/ 0 w 3690522"/>
              <a:gd name="connsiteY0" fmla="*/ 1133949 h 1133949"/>
              <a:gd name="connsiteX1" fmla="*/ 398588 w 3690522"/>
              <a:gd name="connsiteY1" fmla="*/ 20 h 1133949"/>
              <a:gd name="connsiteX2" fmla="*/ 548722 w 3690522"/>
              <a:gd name="connsiteY2" fmla="*/ 360960 h 1133949"/>
              <a:gd name="connsiteX3" fmla="*/ 743303 w 3690522"/>
              <a:gd name="connsiteY3" fmla="*/ 189928 h 1133949"/>
              <a:gd name="connsiteX4" fmla="*/ 958175 w 3690522"/>
              <a:gd name="connsiteY4" fmla="*/ 317416 h 1133949"/>
              <a:gd name="connsiteX5" fmla="*/ 1446192 w 3690522"/>
              <a:gd name="connsiteY5" fmla="*/ 216745 h 1133949"/>
              <a:gd name="connsiteX6" fmla="*/ 3690522 w 3690522"/>
              <a:gd name="connsiteY6" fmla="*/ 290512 h 1133949"/>
              <a:gd name="connsiteX0" fmla="*/ 0 w 3690522"/>
              <a:gd name="connsiteY0" fmla="*/ 1133949 h 1133949"/>
              <a:gd name="connsiteX1" fmla="*/ 398588 w 3690522"/>
              <a:gd name="connsiteY1" fmla="*/ 20 h 1133949"/>
              <a:gd name="connsiteX2" fmla="*/ 548722 w 3690522"/>
              <a:gd name="connsiteY2" fmla="*/ 360960 h 1133949"/>
              <a:gd name="connsiteX3" fmla="*/ 743303 w 3690522"/>
              <a:gd name="connsiteY3" fmla="*/ 189928 h 1133949"/>
              <a:gd name="connsiteX4" fmla="*/ 958175 w 3690522"/>
              <a:gd name="connsiteY4" fmla="*/ 317416 h 1133949"/>
              <a:gd name="connsiteX5" fmla="*/ 1177078 w 3690522"/>
              <a:gd name="connsiteY5" fmla="*/ 214230 h 1133949"/>
              <a:gd name="connsiteX6" fmla="*/ 3690522 w 3690522"/>
              <a:gd name="connsiteY6" fmla="*/ 290512 h 1133949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43303 w 3690522"/>
              <a:gd name="connsiteY3" fmla="*/ 187415 h 1131436"/>
              <a:gd name="connsiteX4" fmla="*/ 958175 w 3690522"/>
              <a:gd name="connsiteY4" fmla="*/ 314903 h 1131436"/>
              <a:gd name="connsiteX5" fmla="*/ 1177078 w 3690522"/>
              <a:gd name="connsiteY5" fmla="*/ 211717 h 1131436"/>
              <a:gd name="connsiteX6" fmla="*/ 3690522 w 3690522"/>
              <a:gd name="connsiteY6" fmla="*/ 287999 h 1131436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58175 w 3690522"/>
              <a:gd name="connsiteY4" fmla="*/ 314902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58175 w 3690522"/>
              <a:gd name="connsiteY4" fmla="*/ 314902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58175 w 3690522"/>
              <a:gd name="connsiteY4" fmla="*/ 314902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49049 w 3690522"/>
              <a:gd name="connsiteY6" fmla="*/ 219260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49049 w 3690522"/>
              <a:gd name="connsiteY6" fmla="*/ 219260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49049 w 3690522"/>
              <a:gd name="connsiteY6" fmla="*/ 219260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49049 w 3690522"/>
              <a:gd name="connsiteY6" fmla="*/ 219260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74083 w 3690522"/>
              <a:gd name="connsiteY6" fmla="*/ 282125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74083 w 3690522"/>
              <a:gd name="connsiteY6" fmla="*/ 294698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8234 w 3690522"/>
              <a:gd name="connsiteY5" fmla="*/ 221774 h 1131435"/>
              <a:gd name="connsiteX6" fmla="*/ 1274083 w 3690522"/>
              <a:gd name="connsiteY6" fmla="*/ 294698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8234 w 3690522"/>
              <a:gd name="connsiteY5" fmla="*/ 221774 h 1131435"/>
              <a:gd name="connsiteX6" fmla="*/ 1274083 w 3690522"/>
              <a:gd name="connsiteY6" fmla="*/ 294698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14492 w 3690522"/>
              <a:gd name="connsiteY5" fmla="*/ 236862 h 1131435"/>
              <a:gd name="connsiteX6" fmla="*/ 1274083 w 3690522"/>
              <a:gd name="connsiteY6" fmla="*/ 294698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14492 w 3690522"/>
              <a:gd name="connsiteY5" fmla="*/ 236862 h 1131435"/>
              <a:gd name="connsiteX6" fmla="*/ 1274083 w 3690522"/>
              <a:gd name="connsiteY6" fmla="*/ 294698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14492 w 3690522"/>
              <a:gd name="connsiteY5" fmla="*/ 236862 h 1131435"/>
              <a:gd name="connsiteX6" fmla="*/ 1280342 w 3690522"/>
              <a:gd name="connsiteY6" fmla="*/ 287154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0173 w 3690522"/>
              <a:gd name="connsiteY3" fmla="*/ 207531 h 1131435"/>
              <a:gd name="connsiteX4" fmla="*/ 936270 w 3690522"/>
              <a:gd name="connsiteY4" fmla="*/ 317417 h 1131435"/>
              <a:gd name="connsiteX5" fmla="*/ 1114492 w 3690522"/>
              <a:gd name="connsiteY5" fmla="*/ 236862 h 1131435"/>
              <a:gd name="connsiteX6" fmla="*/ 1280342 w 3690522"/>
              <a:gd name="connsiteY6" fmla="*/ 287154 h 1131435"/>
              <a:gd name="connsiteX7" fmla="*/ 3690522 w 3690522"/>
              <a:gd name="connsiteY7" fmla="*/ 287998 h 1131435"/>
              <a:gd name="connsiteX0" fmla="*/ 0 w 3690522"/>
              <a:gd name="connsiteY0" fmla="*/ 1131434 h 1131434"/>
              <a:gd name="connsiteX1" fmla="*/ 367295 w 3690522"/>
              <a:gd name="connsiteY1" fmla="*/ 20 h 1131434"/>
              <a:gd name="connsiteX2" fmla="*/ 548722 w 3690522"/>
              <a:gd name="connsiteY2" fmla="*/ 358445 h 1131434"/>
              <a:gd name="connsiteX3" fmla="*/ 740173 w 3690522"/>
              <a:gd name="connsiteY3" fmla="*/ 207530 h 1131434"/>
              <a:gd name="connsiteX4" fmla="*/ 936270 w 3690522"/>
              <a:gd name="connsiteY4" fmla="*/ 317416 h 1131434"/>
              <a:gd name="connsiteX5" fmla="*/ 1114492 w 3690522"/>
              <a:gd name="connsiteY5" fmla="*/ 236861 h 1131434"/>
              <a:gd name="connsiteX6" fmla="*/ 1280342 w 3690522"/>
              <a:gd name="connsiteY6" fmla="*/ 287153 h 1131434"/>
              <a:gd name="connsiteX7" fmla="*/ 3690522 w 3690522"/>
              <a:gd name="connsiteY7" fmla="*/ 287997 h 1131434"/>
              <a:gd name="connsiteX0" fmla="*/ 0 w 3690522"/>
              <a:gd name="connsiteY0" fmla="*/ 1131434 h 1131434"/>
              <a:gd name="connsiteX1" fmla="*/ 367295 w 3690522"/>
              <a:gd name="connsiteY1" fmla="*/ 20 h 1131434"/>
              <a:gd name="connsiteX2" fmla="*/ 548722 w 3690522"/>
              <a:gd name="connsiteY2" fmla="*/ 358445 h 1131434"/>
              <a:gd name="connsiteX3" fmla="*/ 740173 w 3690522"/>
              <a:gd name="connsiteY3" fmla="*/ 207530 h 1131434"/>
              <a:gd name="connsiteX4" fmla="*/ 917495 w 3690522"/>
              <a:gd name="connsiteY4" fmla="*/ 312387 h 1131434"/>
              <a:gd name="connsiteX5" fmla="*/ 1114492 w 3690522"/>
              <a:gd name="connsiteY5" fmla="*/ 236861 h 1131434"/>
              <a:gd name="connsiteX6" fmla="*/ 1280342 w 3690522"/>
              <a:gd name="connsiteY6" fmla="*/ 287153 h 1131434"/>
              <a:gd name="connsiteX7" fmla="*/ 3690522 w 3690522"/>
              <a:gd name="connsiteY7" fmla="*/ 287997 h 1131434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37043 w 3690522"/>
              <a:gd name="connsiteY3" fmla="*/ 222619 h 1131436"/>
              <a:gd name="connsiteX4" fmla="*/ 917495 w 3690522"/>
              <a:gd name="connsiteY4" fmla="*/ 312389 h 1131436"/>
              <a:gd name="connsiteX5" fmla="*/ 1114492 w 3690522"/>
              <a:gd name="connsiteY5" fmla="*/ 236863 h 1131436"/>
              <a:gd name="connsiteX6" fmla="*/ 1280342 w 3690522"/>
              <a:gd name="connsiteY6" fmla="*/ 287155 h 1131436"/>
              <a:gd name="connsiteX7" fmla="*/ 3690522 w 3690522"/>
              <a:gd name="connsiteY7" fmla="*/ 287999 h 1131436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37043 w 3690522"/>
              <a:gd name="connsiteY3" fmla="*/ 222619 h 1131436"/>
              <a:gd name="connsiteX4" fmla="*/ 917495 w 3690522"/>
              <a:gd name="connsiteY4" fmla="*/ 312389 h 1131436"/>
              <a:gd name="connsiteX5" fmla="*/ 1114492 w 3690522"/>
              <a:gd name="connsiteY5" fmla="*/ 236863 h 1131436"/>
              <a:gd name="connsiteX6" fmla="*/ 1280342 w 3690522"/>
              <a:gd name="connsiteY6" fmla="*/ 287155 h 1131436"/>
              <a:gd name="connsiteX7" fmla="*/ 3690522 w 3690522"/>
              <a:gd name="connsiteY7" fmla="*/ 287999 h 1131436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37043 w 3690522"/>
              <a:gd name="connsiteY3" fmla="*/ 222619 h 1131436"/>
              <a:gd name="connsiteX4" fmla="*/ 917495 w 3690522"/>
              <a:gd name="connsiteY4" fmla="*/ 312389 h 1131436"/>
              <a:gd name="connsiteX5" fmla="*/ 1114492 w 3690522"/>
              <a:gd name="connsiteY5" fmla="*/ 251951 h 1131436"/>
              <a:gd name="connsiteX6" fmla="*/ 1280342 w 3690522"/>
              <a:gd name="connsiteY6" fmla="*/ 287155 h 1131436"/>
              <a:gd name="connsiteX7" fmla="*/ 3690522 w 3690522"/>
              <a:gd name="connsiteY7" fmla="*/ 287999 h 1131436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37043 w 3690522"/>
              <a:gd name="connsiteY3" fmla="*/ 222619 h 1131436"/>
              <a:gd name="connsiteX4" fmla="*/ 917495 w 3690522"/>
              <a:gd name="connsiteY4" fmla="*/ 312389 h 1131436"/>
              <a:gd name="connsiteX5" fmla="*/ 1114492 w 3690522"/>
              <a:gd name="connsiteY5" fmla="*/ 251951 h 1131436"/>
              <a:gd name="connsiteX6" fmla="*/ 1280342 w 3690522"/>
              <a:gd name="connsiteY6" fmla="*/ 287155 h 1131436"/>
              <a:gd name="connsiteX7" fmla="*/ 3690522 w 3690522"/>
              <a:gd name="connsiteY7" fmla="*/ 287999 h 1131436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37043 w 3690522"/>
              <a:gd name="connsiteY3" fmla="*/ 222619 h 1131436"/>
              <a:gd name="connsiteX4" fmla="*/ 917495 w 3690522"/>
              <a:gd name="connsiteY4" fmla="*/ 312389 h 1131436"/>
              <a:gd name="connsiteX5" fmla="*/ 1114492 w 3690522"/>
              <a:gd name="connsiteY5" fmla="*/ 251951 h 1131436"/>
              <a:gd name="connsiteX6" fmla="*/ 1280342 w 3690522"/>
              <a:gd name="connsiteY6" fmla="*/ 287155 h 1131436"/>
              <a:gd name="connsiteX7" fmla="*/ 3690522 w 3690522"/>
              <a:gd name="connsiteY7" fmla="*/ 287999 h 1131436"/>
              <a:gd name="connsiteX0" fmla="*/ 0 w 3709298"/>
              <a:gd name="connsiteY0" fmla="*/ 1131436 h 1131436"/>
              <a:gd name="connsiteX1" fmla="*/ 367295 w 3709298"/>
              <a:gd name="connsiteY1" fmla="*/ 22 h 1131436"/>
              <a:gd name="connsiteX2" fmla="*/ 548722 w 3709298"/>
              <a:gd name="connsiteY2" fmla="*/ 358447 h 1131436"/>
              <a:gd name="connsiteX3" fmla="*/ 737043 w 3709298"/>
              <a:gd name="connsiteY3" fmla="*/ 222619 h 1131436"/>
              <a:gd name="connsiteX4" fmla="*/ 917495 w 3709298"/>
              <a:gd name="connsiteY4" fmla="*/ 312389 h 1131436"/>
              <a:gd name="connsiteX5" fmla="*/ 1114492 w 3709298"/>
              <a:gd name="connsiteY5" fmla="*/ 251951 h 1131436"/>
              <a:gd name="connsiteX6" fmla="*/ 1280342 w 3709298"/>
              <a:gd name="connsiteY6" fmla="*/ 287155 h 1131436"/>
              <a:gd name="connsiteX7" fmla="*/ 3709298 w 3709298"/>
              <a:gd name="connsiteY7" fmla="*/ 287999 h 1131436"/>
              <a:gd name="connsiteX0" fmla="*/ 0 w 3709298"/>
              <a:gd name="connsiteY0" fmla="*/ 1131436 h 1131436"/>
              <a:gd name="connsiteX1" fmla="*/ 367295 w 3709298"/>
              <a:gd name="connsiteY1" fmla="*/ 22 h 1131436"/>
              <a:gd name="connsiteX2" fmla="*/ 548722 w 3709298"/>
              <a:gd name="connsiteY2" fmla="*/ 358447 h 1131436"/>
              <a:gd name="connsiteX3" fmla="*/ 737043 w 3709298"/>
              <a:gd name="connsiteY3" fmla="*/ 222619 h 1131436"/>
              <a:gd name="connsiteX4" fmla="*/ 917495 w 3709298"/>
              <a:gd name="connsiteY4" fmla="*/ 312389 h 1131436"/>
              <a:gd name="connsiteX5" fmla="*/ 1114492 w 3709298"/>
              <a:gd name="connsiteY5" fmla="*/ 251951 h 1131436"/>
              <a:gd name="connsiteX6" fmla="*/ 1280342 w 3709298"/>
              <a:gd name="connsiteY6" fmla="*/ 287155 h 1131436"/>
              <a:gd name="connsiteX7" fmla="*/ 3709298 w 3709298"/>
              <a:gd name="connsiteY7" fmla="*/ 287999 h 1131436"/>
              <a:gd name="connsiteX0" fmla="*/ 0 w 3734332"/>
              <a:gd name="connsiteY0" fmla="*/ 1157157 h 1157157"/>
              <a:gd name="connsiteX1" fmla="*/ 392329 w 3734332"/>
              <a:gd name="connsiteY1" fmla="*/ 23229 h 1157157"/>
              <a:gd name="connsiteX2" fmla="*/ 573756 w 3734332"/>
              <a:gd name="connsiteY2" fmla="*/ 381654 h 1157157"/>
              <a:gd name="connsiteX3" fmla="*/ 762077 w 3734332"/>
              <a:gd name="connsiteY3" fmla="*/ 245826 h 1157157"/>
              <a:gd name="connsiteX4" fmla="*/ 942529 w 3734332"/>
              <a:gd name="connsiteY4" fmla="*/ 335596 h 1157157"/>
              <a:gd name="connsiteX5" fmla="*/ 1139526 w 3734332"/>
              <a:gd name="connsiteY5" fmla="*/ 275158 h 1157157"/>
              <a:gd name="connsiteX6" fmla="*/ 1305376 w 3734332"/>
              <a:gd name="connsiteY6" fmla="*/ 310362 h 1157157"/>
              <a:gd name="connsiteX7" fmla="*/ 3734332 w 3734332"/>
              <a:gd name="connsiteY7" fmla="*/ 311206 h 1157157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139526 w 3734332"/>
              <a:gd name="connsiteY5" fmla="*/ 251932 h 1133931"/>
              <a:gd name="connsiteX6" fmla="*/ 1305376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139526 w 3734332"/>
              <a:gd name="connsiteY5" fmla="*/ 251932 h 1133931"/>
              <a:gd name="connsiteX6" fmla="*/ 2287957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987550 w 3734332"/>
              <a:gd name="connsiteY5" fmla="*/ 267019 h 1133931"/>
              <a:gd name="connsiteX6" fmla="*/ 2287957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987550 w 3734332"/>
              <a:gd name="connsiteY5" fmla="*/ 267019 h 1133931"/>
              <a:gd name="connsiteX6" fmla="*/ 2287957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987550 w 3734332"/>
              <a:gd name="connsiteY5" fmla="*/ 267019 h 1133931"/>
              <a:gd name="connsiteX6" fmla="*/ 2287957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987550 w 3734332"/>
              <a:gd name="connsiteY5" fmla="*/ 267019 h 1133931"/>
              <a:gd name="connsiteX6" fmla="*/ 2287957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987550 w 3734332"/>
              <a:gd name="connsiteY5" fmla="*/ 267019 h 1133931"/>
              <a:gd name="connsiteX6" fmla="*/ 2225372 w 3734332"/>
              <a:gd name="connsiteY6" fmla="*/ 289650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856122 w 3734332"/>
              <a:gd name="connsiteY5" fmla="*/ 272048 h 1133931"/>
              <a:gd name="connsiteX6" fmla="*/ 2225372 w 3734332"/>
              <a:gd name="connsiteY6" fmla="*/ 289650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856122 w 3734332"/>
              <a:gd name="connsiteY5" fmla="*/ 272048 h 1133931"/>
              <a:gd name="connsiteX6" fmla="*/ 2225372 w 3734332"/>
              <a:gd name="connsiteY6" fmla="*/ 289650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1499534 w 3734332"/>
              <a:gd name="connsiteY4" fmla="*/ 312370 h 1133931"/>
              <a:gd name="connsiteX5" fmla="*/ 1856122 w 3734332"/>
              <a:gd name="connsiteY5" fmla="*/ 272048 h 1133931"/>
              <a:gd name="connsiteX6" fmla="*/ 2225372 w 3734332"/>
              <a:gd name="connsiteY6" fmla="*/ 289650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1121940 w 3734332"/>
              <a:gd name="connsiteY3" fmla="*/ 222600 h 1133931"/>
              <a:gd name="connsiteX4" fmla="*/ 1499534 w 3734332"/>
              <a:gd name="connsiteY4" fmla="*/ 312370 h 1133931"/>
              <a:gd name="connsiteX5" fmla="*/ 1856122 w 3734332"/>
              <a:gd name="connsiteY5" fmla="*/ 272048 h 1133931"/>
              <a:gd name="connsiteX6" fmla="*/ 2225372 w 3734332"/>
              <a:gd name="connsiteY6" fmla="*/ 289650 h 1133931"/>
              <a:gd name="connsiteX7" fmla="*/ 3734332 w 3734332"/>
              <a:gd name="connsiteY7" fmla="*/ 287980 h 1133931"/>
              <a:gd name="connsiteX0" fmla="*/ 0 w 3734332"/>
              <a:gd name="connsiteY0" fmla="*/ 1156482 h 1156482"/>
              <a:gd name="connsiteX1" fmla="*/ 392329 w 3734332"/>
              <a:gd name="connsiteY1" fmla="*/ 22554 h 1156482"/>
              <a:gd name="connsiteX2" fmla="*/ 752122 w 3734332"/>
              <a:gd name="connsiteY2" fmla="*/ 388523 h 1156482"/>
              <a:gd name="connsiteX3" fmla="*/ 1121940 w 3734332"/>
              <a:gd name="connsiteY3" fmla="*/ 245151 h 1156482"/>
              <a:gd name="connsiteX4" fmla="*/ 1499534 w 3734332"/>
              <a:gd name="connsiteY4" fmla="*/ 334921 h 1156482"/>
              <a:gd name="connsiteX5" fmla="*/ 1856122 w 3734332"/>
              <a:gd name="connsiteY5" fmla="*/ 294599 h 1156482"/>
              <a:gd name="connsiteX6" fmla="*/ 2225372 w 3734332"/>
              <a:gd name="connsiteY6" fmla="*/ 312201 h 1156482"/>
              <a:gd name="connsiteX7" fmla="*/ 3734332 w 3734332"/>
              <a:gd name="connsiteY7" fmla="*/ 310531 h 1156482"/>
              <a:gd name="connsiteX0" fmla="*/ 0 w 3734332"/>
              <a:gd name="connsiteY0" fmla="*/ 1322788 h 1322788"/>
              <a:gd name="connsiteX1" fmla="*/ 370425 w 3734332"/>
              <a:gd name="connsiteY1" fmla="*/ 17867 h 1322788"/>
              <a:gd name="connsiteX2" fmla="*/ 752122 w 3734332"/>
              <a:gd name="connsiteY2" fmla="*/ 554829 h 1322788"/>
              <a:gd name="connsiteX3" fmla="*/ 1121940 w 3734332"/>
              <a:gd name="connsiteY3" fmla="*/ 411457 h 1322788"/>
              <a:gd name="connsiteX4" fmla="*/ 1499534 w 3734332"/>
              <a:gd name="connsiteY4" fmla="*/ 501227 h 1322788"/>
              <a:gd name="connsiteX5" fmla="*/ 1856122 w 3734332"/>
              <a:gd name="connsiteY5" fmla="*/ 460905 h 1322788"/>
              <a:gd name="connsiteX6" fmla="*/ 2225372 w 3734332"/>
              <a:gd name="connsiteY6" fmla="*/ 478507 h 1322788"/>
              <a:gd name="connsiteX7" fmla="*/ 3734332 w 3734332"/>
              <a:gd name="connsiteY7" fmla="*/ 476837 h 1322788"/>
              <a:gd name="connsiteX0" fmla="*/ 0 w 3734332"/>
              <a:gd name="connsiteY0" fmla="*/ 1340017 h 1340017"/>
              <a:gd name="connsiteX1" fmla="*/ 742805 w 3734332"/>
              <a:gd name="connsiteY1" fmla="*/ 17494 h 1340017"/>
              <a:gd name="connsiteX2" fmla="*/ 752122 w 3734332"/>
              <a:gd name="connsiteY2" fmla="*/ 572058 h 1340017"/>
              <a:gd name="connsiteX3" fmla="*/ 1121940 w 3734332"/>
              <a:gd name="connsiteY3" fmla="*/ 428686 h 1340017"/>
              <a:gd name="connsiteX4" fmla="*/ 1499534 w 3734332"/>
              <a:gd name="connsiteY4" fmla="*/ 518456 h 1340017"/>
              <a:gd name="connsiteX5" fmla="*/ 1856122 w 3734332"/>
              <a:gd name="connsiteY5" fmla="*/ 478134 h 1340017"/>
              <a:gd name="connsiteX6" fmla="*/ 2225372 w 3734332"/>
              <a:gd name="connsiteY6" fmla="*/ 495736 h 1340017"/>
              <a:gd name="connsiteX7" fmla="*/ 3734332 w 3734332"/>
              <a:gd name="connsiteY7" fmla="*/ 494066 h 1340017"/>
              <a:gd name="connsiteX0" fmla="*/ 0 w 3734332"/>
              <a:gd name="connsiteY0" fmla="*/ 1322531 h 1322531"/>
              <a:gd name="connsiteX1" fmla="*/ 742805 w 3734332"/>
              <a:gd name="connsiteY1" fmla="*/ 8 h 1322531"/>
              <a:gd name="connsiteX2" fmla="*/ 752122 w 3734332"/>
              <a:gd name="connsiteY2" fmla="*/ 554572 h 1322531"/>
              <a:gd name="connsiteX3" fmla="*/ 1121940 w 3734332"/>
              <a:gd name="connsiteY3" fmla="*/ 411200 h 1322531"/>
              <a:gd name="connsiteX4" fmla="*/ 1499534 w 3734332"/>
              <a:gd name="connsiteY4" fmla="*/ 500970 h 1322531"/>
              <a:gd name="connsiteX5" fmla="*/ 1856122 w 3734332"/>
              <a:gd name="connsiteY5" fmla="*/ 460648 h 1322531"/>
              <a:gd name="connsiteX6" fmla="*/ 2225372 w 3734332"/>
              <a:gd name="connsiteY6" fmla="*/ 478250 h 1322531"/>
              <a:gd name="connsiteX7" fmla="*/ 3734332 w 3734332"/>
              <a:gd name="connsiteY7" fmla="*/ 476580 h 1322531"/>
              <a:gd name="connsiteX0" fmla="*/ 0 w 3734332"/>
              <a:gd name="connsiteY0" fmla="*/ 1338043 h 1338043"/>
              <a:gd name="connsiteX1" fmla="*/ 742805 w 3734332"/>
              <a:gd name="connsiteY1" fmla="*/ 15520 h 1338043"/>
              <a:gd name="connsiteX2" fmla="*/ 1490623 w 3734332"/>
              <a:gd name="connsiteY2" fmla="*/ 602774 h 1338043"/>
              <a:gd name="connsiteX3" fmla="*/ 1121940 w 3734332"/>
              <a:gd name="connsiteY3" fmla="*/ 426712 h 1338043"/>
              <a:gd name="connsiteX4" fmla="*/ 1499534 w 3734332"/>
              <a:gd name="connsiteY4" fmla="*/ 516482 h 1338043"/>
              <a:gd name="connsiteX5" fmla="*/ 1856122 w 3734332"/>
              <a:gd name="connsiteY5" fmla="*/ 476160 h 1338043"/>
              <a:gd name="connsiteX6" fmla="*/ 2225372 w 3734332"/>
              <a:gd name="connsiteY6" fmla="*/ 493762 h 1338043"/>
              <a:gd name="connsiteX7" fmla="*/ 3734332 w 3734332"/>
              <a:gd name="connsiteY7" fmla="*/ 492092 h 1338043"/>
              <a:gd name="connsiteX0" fmla="*/ 0 w 3734332"/>
              <a:gd name="connsiteY0" fmla="*/ 1338060 h 1338060"/>
              <a:gd name="connsiteX1" fmla="*/ 742805 w 3734332"/>
              <a:gd name="connsiteY1" fmla="*/ 15537 h 1338060"/>
              <a:gd name="connsiteX2" fmla="*/ 1490623 w 3734332"/>
              <a:gd name="connsiteY2" fmla="*/ 602791 h 1338060"/>
              <a:gd name="connsiteX3" fmla="*/ 1860441 w 3734332"/>
              <a:gd name="connsiteY3" fmla="*/ 431759 h 1338060"/>
              <a:gd name="connsiteX4" fmla="*/ 1499534 w 3734332"/>
              <a:gd name="connsiteY4" fmla="*/ 516499 h 1338060"/>
              <a:gd name="connsiteX5" fmla="*/ 1856122 w 3734332"/>
              <a:gd name="connsiteY5" fmla="*/ 476177 h 1338060"/>
              <a:gd name="connsiteX6" fmla="*/ 2225372 w 3734332"/>
              <a:gd name="connsiteY6" fmla="*/ 493779 h 1338060"/>
              <a:gd name="connsiteX7" fmla="*/ 3734332 w 3734332"/>
              <a:gd name="connsiteY7" fmla="*/ 492109 h 1338060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1499534 w 3734332"/>
              <a:gd name="connsiteY4" fmla="*/ 515208 h 1336769"/>
              <a:gd name="connsiteX5" fmla="*/ 1856122 w 3734332"/>
              <a:gd name="connsiteY5" fmla="*/ 474886 h 1336769"/>
              <a:gd name="connsiteX6" fmla="*/ 2225372 w 3734332"/>
              <a:gd name="connsiteY6" fmla="*/ 492488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1499534 w 3734332"/>
              <a:gd name="connsiteY4" fmla="*/ 515208 h 1336769"/>
              <a:gd name="connsiteX5" fmla="*/ 1856122 w 3734332"/>
              <a:gd name="connsiteY5" fmla="*/ 474886 h 1336769"/>
              <a:gd name="connsiteX6" fmla="*/ 2225372 w 3734332"/>
              <a:gd name="connsiteY6" fmla="*/ 492488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112865 w 3734332"/>
              <a:gd name="connsiteY4" fmla="*/ 510179 h 1336769"/>
              <a:gd name="connsiteX5" fmla="*/ 1856122 w 3734332"/>
              <a:gd name="connsiteY5" fmla="*/ 474886 h 1336769"/>
              <a:gd name="connsiteX6" fmla="*/ 2225372 w 3734332"/>
              <a:gd name="connsiteY6" fmla="*/ 492488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112865 w 3734332"/>
              <a:gd name="connsiteY4" fmla="*/ 510179 h 1336769"/>
              <a:gd name="connsiteX5" fmla="*/ 1856122 w 3734332"/>
              <a:gd name="connsiteY5" fmla="*/ 474886 h 1336769"/>
              <a:gd name="connsiteX6" fmla="*/ 2663466 w 3734332"/>
              <a:gd name="connsiteY6" fmla="*/ 497517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112865 w 3734332"/>
              <a:gd name="connsiteY4" fmla="*/ 510179 h 1336769"/>
              <a:gd name="connsiteX5" fmla="*/ 2338025 w 3734332"/>
              <a:gd name="connsiteY5" fmla="*/ 477401 h 1336769"/>
              <a:gd name="connsiteX6" fmla="*/ 2663466 w 3734332"/>
              <a:gd name="connsiteY6" fmla="*/ 497517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385109 w 3734332"/>
              <a:gd name="connsiteY4" fmla="*/ 532811 h 1336769"/>
              <a:gd name="connsiteX5" fmla="*/ 2338025 w 3734332"/>
              <a:gd name="connsiteY5" fmla="*/ 477401 h 1336769"/>
              <a:gd name="connsiteX6" fmla="*/ 2663466 w 3734332"/>
              <a:gd name="connsiteY6" fmla="*/ 497517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385109 w 3734332"/>
              <a:gd name="connsiteY4" fmla="*/ 532811 h 1336769"/>
              <a:gd name="connsiteX5" fmla="*/ 2629045 w 3734332"/>
              <a:gd name="connsiteY5" fmla="*/ 474886 h 1336769"/>
              <a:gd name="connsiteX6" fmla="*/ 2663466 w 3734332"/>
              <a:gd name="connsiteY6" fmla="*/ 497517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385109 w 3734332"/>
              <a:gd name="connsiteY4" fmla="*/ 532811 h 1336769"/>
              <a:gd name="connsiteX5" fmla="*/ 2629045 w 3734332"/>
              <a:gd name="connsiteY5" fmla="*/ 474886 h 1336769"/>
              <a:gd name="connsiteX6" fmla="*/ 2967002 w 3734332"/>
              <a:gd name="connsiteY6" fmla="*/ 500031 h 1336769"/>
              <a:gd name="connsiteX7" fmla="*/ 3734332 w 3734332"/>
              <a:gd name="connsiteY7" fmla="*/ 490818 h 1336769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385109 w 3734332"/>
              <a:gd name="connsiteY4" fmla="*/ 533999 h 1337957"/>
              <a:gd name="connsiteX5" fmla="*/ 2629045 w 3734332"/>
              <a:gd name="connsiteY5" fmla="*/ 476074 h 1337957"/>
              <a:gd name="connsiteX6" fmla="*/ 2967002 w 3734332"/>
              <a:gd name="connsiteY6" fmla="*/ 501219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385109 w 3734332"/>
              <a:gd name="connsiteY4" fmla="*/ 533999 h 1337957"/>
              <a:gd name="connsiteX5" fmla="*/ 2629045 w 3734332"/>
              <a:gd name="connsiteY5" fmla="*/ 476074 h 1337957"/>
              <a:gd name="connsiteX6" fmla="*/ 2967002 w 3734332"/>
              <a:gd name="connsiteY6" fmla="*/ 501219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385109 w 3734332"/>
              <a:gd name="connsiteY4" fmla="*/ 533999 h 1337957"/>
              <a:gd name="connsiteX5" fmla="*/ 2907547 w 3734332"/>
              <a:gd name="connsiteY5" fmla="*/ 471045 h 1337957"/>
              <a:gd name="connsiteX6" fmla="*/ 2967002 w 3734332"/>
              <a:gd name="connsiteY6" fmla="*/ 501219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385109 w 3734332"/>
              <a:gd name="connsiteY4" fmla="*/ 533999 h 1337957"/>
              <a:gd name="connsiteX5" fmla="*/ 2907547 w 3734332"/>
              <a:gd name="connsiteY5" fmla="*/ 471045 h 1337957"/>
              <a:gd name="connsiteX6" fmla="*/ 3355028 w 3734332"/>
              <a:gd name="connsiteY6" fmla="*/ 496190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604156 w 3734332"/>
              <a:gd name="connsiteY4" fmla="*/ 528970 h 1337957"/>
              <a:gd name="connsiteX5" fmla="*/ 2907547 w 3734332"/>
              <a:gd name="connsiteY5" fmla="*/ 471045 h 1337957"/>
              <a:gd name="connsiteX6" fmla="*/ 3355028 w 3734332"/>
              <a:gd name="connsiteY6" fmla="*/ 496190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604156 w 3734332"/>
              <a:gd name="connsiteY4" fmla="*/ 528970 h 1337957"/>
              <a:gd name="connsiteX5" fmla="*/ 2907547 w 3734332"/>
              <a:gd name="connsiteY5" fmla="*/ 471045 h 1337957"/>
              <a:gd name="connsiteX6" fmla="*/ 3355028 w 3734332"/>
              <a:gd name="connsiteY6" fmla="*/ 496190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604156 w 3734332"/>
              <a:gd name="connsiteY4" fmla="*/ 528970 h 1337957"/>
              <a:gd name="connsiteX5" fmla="*/ 2907547 w 3734332"/>
              <a:gd name="connsiteY5" fmla="*/ 471045 h 1337957"/>
              <a:gd name="connsiteX6" fmla="*/ 3355028 w 3734332"/>
              <a:gd name="connsiteY6" fmla="*/ 496190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604156 w 3734332"/>
              <a:gd name="connsiteY4" fmla="*/ 528970 h 1337957"/>
              <a:gd name="connsiteX5" fmla="*/ 2907547 w 3734332"/>
              <a:gd name="connsiteY5" fmla="*/ 471045 h 1337957"/>
              <a:gd name="connsiteX6" fmla="*/ 3355028 w 3734332"/>
              <a:gd name="connsiteY6" fmla="*/ 496190 h 1337957"/>
              <a:gd name="connsiteX7" fmla="*/ 3734332 w 3734332"/>
              <a:gd name="connsiteY7" fmla="*/ 492006 h 1337957"/>
              <a:gd name="connsiteX0" fmla="*/ 0 w 3734332"/>
              <a:gd name="connsiteY0" fmla="*/ 1322524 h 1322524"/>
              <a:gd name="connsiteX1" fmla="*/ 742805 w 3734332"/>
              <a:gd name="connsiteY1" fmla="*/ 1 h 1322524"/>
              <a:gd name="connsiteX2" fmla="*/ 1490623 w 3734332"/>
              <a:gd name="connsiteY2" fmla="*/ 587255 h 1322524"/>
              <a:gd name="connsiteX3" fmla="*/ 2226562 w 3734332"/>
              <a:gd name="connsiteY3" fmla="*/ 386048 h 1322524"/>
              <a:gd name="connsiteX4" fmla="*/ 2604156 w 3734332"/>
              <a:gd name="connsiteY4" fmla="*/ 513537 h 1322524"/>
              <a:gd name="connsiteX5" fmla="*/ 2907547 w 3734332"/>
              <a:gd name="connsiteY5" fmla="*/ 455612 h 1322524"/>
              <a:gd name="connsiteX6" fmla="*/ 3355028 w 3734332"/>
              <a:gd name="connsiteY6" fmla="*/ 480757 h 1322524"/>
              <a:gd name="connsiteX7" fmla="*/ 3734332 w 3734332"/>
              <a:gd name="connsiteY7" fmla="*/ 476573 h 1322524"/>
              <a:gd name="connsiteX0" fmla="*/ 0 w 3734332"/>
              <a:gd name="connsiteY0" fmla="*/ 1322524 h 1322524"/>
              <a:gd name="connsiteX1" fmla="*/ 742805 w 3734332"/>
              <a:gd name="connsiteY1" fmla="*/ 1 h 1322524"/>
              <a:gd name="connsiteX2" fmla="*/ 1490623 w 3734332"/>
              <a:gd name="connsiteY2" fmla="*/ 587255 h 1322524"/>
              <a:gd name="connsiteX3" fmla="*/ 2226562 w 3734332"/>
              <a:gd name="connsiteY3" fmla="*/ 386048 h 1322524"/>
              <a:gd name="connsiteX4" fmla="*/ 2604156 w 3734332"/>
              <a:gd name="connsiteY4" fmla="*/ 513537 h 1322524"/>
              <a:gd name="connsiteX5" fmla="*/ 2907547 w 3734332"/>
              <a:gd name="connsiteY5" fmla="*/ 455612 h 1322524"/>
              <a:gd name="connsiteX6" fmla="*/ 3355028 w 3734332"/>
              <a:gd name="connsiteY6" fmla="*/ 480757 h 1322524"/>
              <a:gd name="connsiteX7" fmla="*/ 3734332 w 3734332"/>
              <a:gd name="connsiteY7" fmla="*/ 476573 h 1322524"/>
              <a:gd name="connsiteX0" fmla="*/ 0 w 3734332"/>
              <a:gd name="connsiteY0" fmla="*/ 1322524 h 1322524"/>
              <a:gd name="connsiteX1" fmla="*/ 742805 w 3734332"/>
              <a:gd name="connsiteY1" fmla="*/ 1 h 1322524"/>
              <a:gd name="connsiteX2" fmla="*/ 1490623 w 3734332"/>
              <a:gd name="connsiteY2" fmla="*/ 587255 h 1322524"/>
              <a:gd name="connsiteX3" fmla="*/ 2132685 w 3734332"/>
              <a:gd name="connsiteY3" fmla="*/ 386048 h 1322524"/>
              <a:gd name="connsiteX4" fmla="*/ 2604156 w 3734332"/>
              <a:gd name="connsiteY4" fmla="*/ 513537 h 1322524"/>
              <a:gd name="connsiteX5" fmla="*/ 2907547 w 3734332"/>
              <a:gd name="connsiteY5" fmla="*/ 455612 h 1322524"/>
              <a:gd name="connsiteX6" fmla="*/ 3355028 w 3734332"/>
              <a:gd name="connsiteY6" fmla="*/ 480757 h 1322524"/>
              <a:gd name="connsiteX7" fmla="*/ 3734332 w 3734332"/>
              <a:gd name="connsiteY7" fmla="*/ 476573 h 1322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4332" h="1322524">
                <a:moveTo>
                  <a:pt x="0" y="1322524"/>
                </a:moveTo>
                <a:cubicBezTo>
                  <a:pt x="147577" y="915963"/>
                  <a:pt x="475593" y="-670"/>
                  <a:pt x="742805" y="1"/>
                </a:cubicBezTo>
                <a:cubicBezTo>
                  <a:pt x="1010017" y="672"/>
                  <a:pt x="1258976" y="522914"/>
                  <a:pt x="1490623" y="587255"/>
                </a:cubicBezTo>
                <a:cubicBezTo>
                  <a:pt x="1722270" y="651596"/>
                  <a:pt x="1940837" y="388276"/>
                  <a:pt x="2132685" y="386048"/>
                </a:cubicBezTo>
                <a:cubicBezTo>
                  <a:pt x="2324533" y="383820"/>
                  <a:pt x="2475012" y="501943"/>
                  <a:pt x="2604156" y="513537"/>
                </a:cubicBezTo>
                <a:cubicBezTo>
                  <a:pt x="2733300" y="525131"/>
                  <a:pt x="2782402" y="461075"/>
                  <a:pt x="2907547" y="455612"/>
                </a:cubicBezTo>
                <a:cubicBezTo>
                  <a:pt x="3032692" y="450149"/>
                  <a:pt x="3236006" y="479778"/>
                  <a:pt x="3355028" y="480757"/>
                </a:cubicBezTo>
                <a:lnTo>
                  <a:pt x="3734332" y="476573"/>
                </a:ln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1425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8" grpId="0" animBg="1"/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3936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线性系统时域性能指标</a:t>
            </a:r>
          </a:p>
        </p:txBody>
      </p:sp>
      <p:grpSp>
        <p:nvGrpSpPr>
          <p:cNvPr id="32" name="坐标轴">
            <a:extLst>
              <a:ext uri="{FF2B5EF4-FFF2-40B4-BE49-F238E27FC236}">
                <a16:creationId xmlns:a16="http://schemas.microsoft.com/office/drawing/2014/main" id="{3ECDF0AE-8583-0A0E-6B5D-BB295454C98F}"/>
              </a:ext>
            </a:extLst>
          </p:cNvPr>
          <p:cNvGrpSpPr/>
          <p:nvPr/>
        </p:nvGrpSpPr>
        <p:grpSpPr>
          <a:xfrm>
            <a:off x="2091951" y="2018473"/>
            <a:ext cx="8330364" cy="3741032"/>
            <a:chOff x="2091951" y="2018473"/>
            <a:chExt cx="8330364" cy="3741032"/>
          </a:xfrm>
        </p:grpSpPr>
        <p:cxnSp>
          <p:nvCxnSpPr>
            <p:cNvPr id="33" name="x轴">
              <a:extLst>
                <a:ext uri="{FF2B5EF4-FFF2-40B4-BE49-F238E27FC236}">
                  <a16:creationId xmlns:a16="http://schemas.microsoft.com/office/drawing/2014/main" id="{312B91CE-37D2-EEE6-1334-4CE2037E5C7A}"/>
                </a:ext>
              </a:extLst>
            </p:cNvPr>
            <p:cNvCxnSpPr>
              <a:cxnSpLocks/>
            </p:cNvCxnSpPr>
            <p:nvPr/>
          </p:nvCxnSpPr>
          <p:spPr>
            <a:xfrm>
              <a:off x="2501326" y="5583534"/>
              <a:ext cx="7688193" cy="1577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y轴">
              <a:extLst>
                <a:ext uri="{FF2B5EF4-FFF2-40B4-BE49-F238E27FC236}">
                  <a16:creationId xmlns:a16="http://schemas.microsoft.com/office/drawing/2014/main" id="{EEBC814A-D0AC-2A5F-1A02-35F0660760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1929" y="2159370"/>
              <a:ext cx="18796" cy="343994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labelt">
                  <a:extLst>
                    <a:ext uri="{FF2B5EF4-FFF2-40B4-BE49-F238E27FC236}">
                      <a16:creationId xmlns:a16="http://schemas.microsoft.com/office/drawing/2014/main" id="{E0F9864A-3AC1-4C91-3908-F9F603494FCC}"/>
                    </a:ext>
                  </a:extLst>
                </p:cNvPr>
                <p:cNvSpPr txBox="1"/>
                <p:nvPr/>
              </p:nvSpPr>
              <p:spPr>
                <a:xfrm>
                  <a:off x="9956721" y="5076093"/>
                  <a:ext cx="465594" cy="5232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5" name="labelt">
                  <a:extLst>
                    <a:ext uri="{FF2B5EF4-FFF2-40B4-BE49-F238E27FC236}">
                      <a16:creationId xmlns:a16="http://schemas.microsoft.com/office/drawing/2014/main" id="{E0F9864A-3AC1-4C91-3908-F9F603494F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56721" y="5076093"/>
                  <a:ext cx="465594" cy="52321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label0">
                  <a:extLst>
                    <a:ext uri="{FF2B5EF4-FFF2-40B4-BE49-F238E27FC236}">
                      <a16:creationId xmlns:a16="http://schemas.microsoft.com/office/drawing/2014/main" id="{3A769B0C-ED98-9A13-681F-6D116172C42C}"/>
                    </a:ext>
                  </a:extLst>
                </p:cNvPr>
                <p:cNvSpPr txBox="1"/>
                <p:nvPr/>
              </p:nvSpPr>
              <p:spPr>
                <a:xfrm>
                  <a:off x="2091951" y="5236286"/>
                  <a:ext cx="341245" cy="5232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6" name="label0">
                  <a:extLst>
                    <a:ext uri="{FF2B5EF4-FFF2-40B4-BE49-F238E27FC236}">
                      <a16:creationId xmlns:a16="http://schemas.microsoft.com/office/drawing/2014/main" id="{3A769B0C-ED98-9A13-681F-6D116172C4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1951" y="5236286"/>
                  <a:ext cx="341245" cy="523219"/>
                </a:xfrm>
                <a:prstGeom prst="rect">
                  <a:avLst/>
                </a:prstGeom>
                <a:blipFill>
                  <a:blip r:embed="rId4"/>
                  <a:stretch>
                    <a:fillRect l="-7143" r="-2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ht">
                  <a:extLst>
                    <a:ext uri="{FF2B5EF4-FFF2-40B4-BE49-F238E27FC236}">
                      <a16:creationId xmlns:a16="http://schemas.microsoft.com/office/drawing/2014/main" id="{49A97FB1-248B-637F-192E-445A82219D68}"/>
                    </a:ext>
                  </a:extLst>
                </p:cNvPr>
                <p:cNvSpPr txBox="1"/>
                <p:nvPr/>
              </p:nvSpPr>
              <p:spPr>
                <a:xfrm>
                  <a:off x="2546838" y="2018473"/>
                  <a:ext cx="504849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7" name="ht">
                  <a:extLst>
                    <a:ext uri="{FF2B5EF4-FFF2-40B4-BE49-F238E27FC236}">
                      <a16:creationId xmlns:a16="http://schemas.microsoft.com/office/drawing/2014/main" id="{49A97FB1-248B-637F-192E-445A82219D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6838" y="2018473"/>
                  <a:ext cx="504849" cy="524695"/>
                </a:xfrm>
                <a:prstGeom prst="rect">
                  <a:avLst/>
                </a:prstGeom>
                <a:blipFill>
                  <a:blip r:embed="rId5"/>
                  <a:stretch>
                    <a:fillRect l="-7317" r="-75610" b="-16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终值辅助线">
            <a:extLst>
              <a:ext uri="{FF2B5EF4-FFF2-40B4-BE49-F238E27FC236}">
                <a16:creationId xmlns:a16="http://schemas.microsoft.com/office/drawing/2014/main" id="{36E27E48-F34E-B26E-E73B-A65A4C0AAA38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2510725" y="3550349"/>
            <a:ext cx="7832953" cy="0"/>
          </a:xfrm>
          <a:prstGeom prst="straightConnector1">
            <a:avLst/>
          </a:prstGeom>
          <a:ln w="25400">
            <a:solidFill>
              <a:schemeClr val="tx2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0.5h辅助线1">
            <a:extLst>
              <a:ext uri="{FF2B5EF4-FFF2-40B4-BE49-F238E27FC236}">
                <a16:creationId xmlns:a16="http://schemas.microsoft.com/office/drawing/2014/main" id="{44111D1D-F44A-E954-3D8C-7FE325B64C04}"/>
              </a:ext>
            </a:extLst>
          </p:cNvPr>
          <p:cNvCxnSpPr>
            <a:cxnSpLocks/>
          </p:cNvCxnSpPr>
          <p:nvPr/>
        </p:nvCxnSpPr>
        <p:spPr>
          <a:xfrm>
            <a:off x="2491929" y="4509120"/>
            <a:ext cx="290909" cy="0"/>
          </a:xfrm>
          <a:prstGeom prst="straightConnector1">
            <a:avLst/>
          </a:prstGeom>
          <a:ln w="25400">
            <a:solidFill>
              <a:srgbClr val="159F84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小标题1">
                <a:extLst>
                  <a:ext uri="{FF2B5EF4-FFF2-40B4-BE49-F238E27FC236}">
                    <a16:creationId xmlns:a16="http://schemas.microsoft.com/office/drawing/2014/main" id="{EE3595AB-7710-C21A-9E1C-9830B04E5C4B}"/>
                  </a:ext>
                </a:extLst>
              </p:cNvPr>
              <p:cNvSpPr/>
              <p:nvPr/>
            </p:nvSpPr>
            <p:spPr bwMode="auto">
              <a:xfrm>
                <a:off x="208571" y="960808"/>
                <a:ext cx="2376264" cy="576000"/>
              </a:xfrm>
              <a:prstGeom prst="roundRect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3200" b="1" dirty="0">
                    <a:solidFill>
                      <a:schemeClr val="bg1"/>
                    </a:solidFill>
                    <a:latin typeface="Stencil" panose="040409050D0802020404" pitchFamily="82" charset="0"/>
                  </a:rPr>
                  <a:t>调节时间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endPara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endParaRPr>
              </a:p>
            </p:txBody>
          </p:sp>
        </mc:Choice>
        <mc:Fallback xmlns="">
          <p:sp>
            <p:nvSpPr>
              <p:cNvPr id="57" name="小标题1">
                <a:extLst>
                  <a:ext uri="{FF2B5EF4-FFF2-40B4-BE49-F238E27FC236}">
                    <a16:creationId xmlns:a16="http://schemas.microsoft.com/office/drawing/2014/main" id="{EE3595AB-7710-C21A-9E1C-9830B04E5C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8571" y="960808"/>
                <a:ext cx="2376264" cy="5760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说明1">
                <a:extLst>
                  <a:ext uri="{FF2B5EF4-FFF2-40B4-BE49-F238E27FC236}">
                    <a16:creationId xmlns:a16="http://schemas.microsoft.com/office/drawing/2014/main" id="{D2A099A2-5355-818D-9033-BC6C1FEAB9E3}"/>
                  </a:ext>
                </a:extLst>
              </p:cNvPr>
              <p:cNvSpPr txBox="1"/>
              <p:nvPr/>
            </p:nvSpPr>
            <p:spPr>
              <a:xfrm>
                <a:off x="2854845" y="962865"/>
                <a:ext cx="7632849" cy="1055608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阶跃响应</a:t>
                </a:r>
                <a:r>
                  <a:rPr kumimoji="1" lang="zh-CN" altLang="en-US" sz="2800" dirty="0">
                    <a:solidFill>
                      <a:srgbClr val="E44860"/>
                    </a:solidFill>
                  </a:rPr>
                  <a:t>到达并保持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在终值 </a:t>
                </a:r>
                <a14:m>
                  <m:oMath xmlns:m="http://schemas.openxmlformats.org/officeDocument/2006/math">
                    <m:r>
                      <a:rPr kumimoji="1" lang="en-US" altLang="zh-CN" sz="2800" i="1" dirty="0" smtClean="0">
                        <a:solidFill>
                          <a:srgbClr val="159F84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kumimoji="1" lang="en-US" altLang="zh-CN" sz="2800" dirty="0">
                    <a:solidFill>
                      <a:srgbClr val="159F84"/>
                    </a:solidFill>
                  </a:rPr>
                  <a:t> </a:t>
                </a:r>
                <a:r>
                  <a:rPr kumimoji="1" lang="zh-CN" altLang="en-US" sz="2800" dirty="0">
                    <a:solidFill>
                      <a:srgbClr val="159F84"/>
                    </a:solidFill>
                  </a:rPr>
                  <a:t>误差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带内所需的最短时间</a:t>
                </a:r>
              </a:p>
            </p:txBody>
          </p:sp>
        </mc:Choice>
        <mc:Fallback xmlns="">
          <p:sp>
            <p:nvSpPr>
              <p:cNvPr id="58" name="说明1">
                <a:extLst>
                  <a:ext uri="{FF2B5EF4-FFF2-40B4-BE49-F238E27FC236}">
                    <a16:creationId xmlns:a16="http://schemas.microsoft.com/office/drawing/2014/main" id="{D2A099A2-5355-818D-9033-BC6C1FEAB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845" y="962865"/>
                <a:ext cx="7632849" cy="1055608"/>
              </a:xfrm>
              <a:prstGeom prst="flowChartAlternateProcess">
                <a:avLst/>
              </a:prstGeom>
              <a:blipFill>
                <a:blip r:embed="rId7"/>
                <a:stretch>
                  <a:fillRect l="-828" t="-1163" b="-9302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象函数1">
                <a:extLst>
                  <a:ext uri="{FF2B5EF4-FFF2-40B4-BE49-F238E27FC236}">
                    <a16:creationId xmlns:a16="http://schemas.microsoft.com/office/drawing/2014/main" id="{ECABD3D7-5199-BC90-8408-ED3D377F906F}"/>
                  </a:ext>
                </a:extLst>
              </p:cNvPr>
              <p:cNvSpPr txBox="1"/>
              <p:nvPr/>
            </p:nvSpPr>
            <p:spPr>
              <a:xfrm>
                <a:off x="10343678" y="3288001"/>
                <a:ext cx="504849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(∞)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" name="象函数1">
                <a:extLst>
                  <a:ext uri="{FF2B5EF4-FFF2-40B4-BE49-F238E27FC236}">
                    <a16:creationId xmlns:a16="http://schemas.microsoft.com/office/drawing/2014/main" id="{ECABD3D7-5199-BC90-8408-ED3D377F9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3678" y="3288001"/>
                <a:ext cx="504849" cy="524695"/>
              </a:xfrm>
              <a:prstGeom prst="rect">
                <a:avLst/>
              </a:prstGeom>
              <a:blipFill>
                <a:blip r:embed="rId8"/>
                <a:stretch>
                  <a:fillRect l="-7317" r="-107317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0.5h">
                <a:extLst>
                  <a:ext uri="{FF2B5EF4-FFF2-40B4-BE49-F238E27FC236}">
                    <a16:creationId xmlns:a16="http://schemas.microsoft.com/office/drawing/2014/main" id="{E1E3E8A4-4C97-B36E-5803-5B12D10AE951}"/>
                  </a:ext>
                </a:extLst>
              </p:cNvPr>
              <p:cNvSpPr txBox="1"/>
              <p:nvPr/>
            </p:nvSpPr>
            <p:spPr>
              <a:xfrm>
                <a:off x="1019783" y="4252828"/>
                <a:ext cx="1237566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159F84"/>
                          </a:solidFill>
                          <a:latin typeface="Cambria Math" panose="02040503050406030204" pitchFamily="18" charset="0"/>
                        </a:rPr>
                        <m:t>0.5</m:t>
                      </m:r>
                      <m:r>
                        <a:rPr lang="en-US" altLang="zh-CN" sz="2800" b="0" i="1" smtClean="0">
                          <a:solidFill>
                            <a:srgbClr val="159F84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sz="2800" b="0" i="1" smtClean="0">
                          <a:solidFill>
                            <a:srgbClr val="159F84"/>
                          </a:solidFill>
                          <a:latin typeface="Cambria Math" panose="02040503050406030204" pitchFamily="18" charset="0"/>
                        </a:rPr>
                        <m:t>(∞)</m:t>
                      </m:r>
                    </m:oMath>
                  </m:oMathPara>
                </a14:m>
                <a:endParaRPr lang="zh-CN" altLang="en-US" sz="2800" dirty="0">
                  <a:solidFill>
                    <a:srgbClr val="159F84"/>
                  </a:solidFill>
                </a:endParaRPr>
              </a:p>
            </p:txBody>
          </p:sp>
        </mc:Choice>
        <mc:Fallback xmlns="">
          <p:sp>
            <p:nvSpPr>
              <p:cNvPr id="72" name="0.5h">
                <a:extLst>
                  <a:ext uri="{FF2B5EF4-FFF2-40B4-BE49-F238E27FC236}">
                    <a16:creationId xmlns:a16="http://schemas.microsoft.com/office/drawing/2014/main" id="{E1E3E8A4-4C97-B36E-5803-5B12D10AE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783" y="4252828"/>
                <a:ext cx="1237566" cy="524695"/>
              </a:xfrm>
              <a:prstGeom prst="rect">
                <a:avLst/>
              </a:prstGeom>
              <a:blipFill>
                <a:blip r:embed="rId9"/>
                <a:stretch>
                  <a:fillRect l="-3061" r="-23469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0.5h辅助线2">
            <a:extLst>
              <a:ext uri="{FF2B5EF4-FFF2-40B4-BE49-F238E27FC236}">
                <a16:creationId xmlns:a16="http://schemas.microsoft.com/office/drawing/2014/main" id="{E61689B9-9279-D51C-F6C3-B94B23EE197A}"/>
              </a:ext>
            </a:extLst>
          </p:cNvPr>
          <p:cNvCxnSpPr>
            <a:cxnSpLocks/>
          </p:cNvCxnSpPr>
          <p:nvPr/>
        </p:nvCxnSpPr>
        <p:spPr>
          <a:xfrm>
            <a:off x="2799263" y="4509120"/>
            <a:ext cx="0" cy="1074414"/>
          </a:xfrm>
          <a:prstGeom prst="straightConnector1">
            <a:avLst/>
          </a:prstGeom>
          <a:ln w="25400">
            <a:solidFill>
              <a:srgbClr val="159F84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d箭头">
            <a:extLst>
              <a:ext uri="{FF2B5EF4-FFF2-40B4-BE49-F238E27FC236}">
                <a16:creationId xmlns:a16="http://schemas.microsoft.com/office/drawing/2014/main" id="{AD6D53B3-3410-2685-F6B3-D8137162BC94}"/>
              </a:ext>
            </a:extLst>
          </p:cNvPr>
          <p:cNvSpPr/>
          <p:nvPr/>
        </p:nvSpPr>
        <p:spPr>
          <a:xfrm rot="1193590">
            <a:off x="1992040" y="4058617"/>
            <a:ext cx="763202" cy="281818"/>
          </a:xfrm>
          <a:custGeom>
            <a:avLst/>
            <a:gdLst>
              <a:gd name="connsiteX0" fmla="*/ 974956 w 974956"/>
              <a:gd name="connsiteY0" fmla="*/ 313304 h 313304"/>
              <a:gd name="connsiteX1" fmla="*/ 302781 w 974956"/>
              <a:gd name="connsiteY1" fmla="*/ 22634 h 313304"/>
              <a:gd name="connsiteX2" fmla="*/ 0 w 974956"/>
              <a:gd name="connsiteY2" fmla="*/ 40801 h 313304"/>
              <a:gd name="connsiteX0" fmla="*/ 974956 w 974956"/>
              <a:gd name="connsiteY0" fmla="*/ 288927 h 288927"/>
              <a:gd name="connsiteX1" fmla="*/ 520783 w 974956"/>
              <a:gd name="connsiteY1" fmla="*/ 46702 h 288927"/>
              <a:gd name="connsiteX2" fmla="*/ 0 w 974956"/>
              <a:gd name="connsiteY2" fmla="*/ 16424 h 288927"/>
              <a:gd name="connsiteX0" fmla="*/ 974956 w 974956"/>
              <a:gd name="connsiteY0" fmla="*/ 288927 h 288927"/>
              <a:gd name="connsiteX1" fmla="*/ 520783 w 974956"/>
              <a:gd name="connsiteY1" fmla="*/ 46702 h 288927"/>
              <a:gd name="connsiteX2" fmla="*/ 0 w 974956"/>
              <a:gd name="connsiteY2" fmla="*/ 16424 h 288927"/>
              <a:gd name="connsiteX0" fmla="*/ 974956 w 974956"/>
              <a:gd name="connsiteY0" fmla="*/ 288927 h 288927"/>
              <a:gd name="connsiteX1" fmla="*/ 520783 w 974956"/>
              <a:gd name="connsiteY1" fmla="*/ 46702 h 288927"/>
              <a:gd name="connsiteX2" fmla="*/ 0 w 974956"/>
              <a:gd name="connsiteY2" fmla="*/ 16424 h 288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4956" h="288927">
                <a:moveTo>
                  <a:pt x="974956" y="288927"/>
                </a:moveTo>
                <a:cubicBezTo>
                  <a:pt x="750393" y="136022"/>
                  <a:pt x="695388" y="110286"/>
                  <a:pt x="520783" y="46702"/>
                </a:cubicBezTo>
                <a:cubicBezTo>
                  <a:pt x="358290" y="1285"/>
                  <a:pt x="70144" y="-15368"/>
                  <a:pt x="0" y="16424"/>
                </a:cubicBezTo>
              </a:path>
            </a:pathLst>
          </a:custGeom>
          <a:noFill/>
          <a:ln>
            <a:solidFill>
              <a:srgbClr val="159F84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延迟时间">
                <a:extLst>
                  <a:ext uri="{FF2B5EF4-FFF2-40B4-BE49-F238E27FC236}">
                    <a16:creationId xmlns:a16="http://schemas.microsoft.com/office/drawing/2014/main" id="{4982C0E6-254C-7D62-E7BB-01D69045219E}"/>
                  </a:ext>
                </a:extLst>
              </p:cNvPr>
              <p:cNvSpPr txBox="1"/>
              <p:nvPr/>
            </p:nvSpPr>
            <p:spPr>
              <a:xfrm>
                <a:off x="211800" y="3405480"/>
                <a:ext cx="200801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rgbClr val="159F84"/>
                    </a:solidFill>
                  </a:rPr>
                  <a:t>延迟时间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159F8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159F84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159F84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zh-CN" altLang="en-US" sz="2800" dirty="0">
                  <a:solidFill>
                    <a:srgbClr val="159F84"/>
                  </a:solidFill>
                </a:endParaRPr>
              </a:p>
            </p:txBody>
          </p:sp>
        </mc:Choice>
        <mc:Fallback xmlns="">
          <p:sp>
            <p:nvSpPr>
              <p:cNvPr id="77" name="延迟时间">
                <a:extLst>
                  <a:ext uri="{FF2B5EF4-FFF2-40B4-BE49-F238E27FC236}">
                    <a16:creationId xmlns:a16="http://schemas.microsoft.com/office/drawing/2014/main" id="{4982C0E6-254C-7D62-E7BB-01D690452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00" y="3405480"/>
                <a:ext cx="2008016" cy="523220"/>
              </a:xfrm>
              <a:prstGeom prst="rect">
                <a:avLst/>
              </a:prstGeom>
              <a:blipFill>
                <a:blip r:embed="rId10"/>
                <a:stretch>
                  <a:fillRect l="-6289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tr辅助线1">
            <a:extLst>
              <a:ext uri="{FF2B5EF4-FFF2-40B4-BE49-F238E27FC236}">
                <a16:creationId xmlns:a16="http://schemas.microsoft.com/office/drawing/2014/main" id="{EAC3C9A5-70E7-DABD-6D70-CD570FEEBA99}"/>
              </a:ext>
            </a:extLst>
          </p:cNvPr>
          <p:cNvCxnSpPr>
            <a:cxnSpLocks/>
          </p:cNvCxnSpPr>
          <p:nvPr/>
        </p:nvCxnSpPr>
        <p:spPr>
          <a:xfrm>
            <a:off x="2491929" y="5599312"/>
            <a:ext cx="0" cy="493984"/>
          </a:xfrm>
          <a:prstGeom prst="straightConnector1">
            <a:avLst/>
          </a:prstGeom>
          <a:ln w="25400">
            <a:solidFill>
              <a:srgbClr val="00B0F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r辅助线2">
            <a:extLst>
              <a:ext uri="{FF2B5EF4-FFF2-40B4-BE49-F238E27FC236}">
                <a16:creationId xmlns:a16="http://schemas.microsoft.com/office/drawing/2014/main" id="{18F20ABE-B1DF-28A6-2D1E-F7CAAE83C480}"/>
              </a:ext>
            </a:extLst>
          </p:cNvPr>
          <p:cNvCxnSpPr>
            <a:cxnSpLocks/>
          </p:cNvCxnSpPr>
          <p:nvPr/>
        </p:nvCxnSpPr>
        <p:spPr>
          <a:xfrm>
            <a:off x="3142878" y="3550349"/>
            <a:ext cx="0" cy="2542947"/>
          </a:xfrm>
          <a:prstGeom prst="straightConnector1">
            <a:avLst/>
          </a:prstGeom>
          <a:ln w="25400">
            <a:solidFill>
              <a:srgbClr val="00B0F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r辅助线3">
            <a:extLst>
              <a:ext uri="{FF2B5EF4-FFF2-40B4-BE49-F238E27FC236}">
                <a16:creationId xmlns:a16="http://schemas.microsoft.com/office/drawing/2014/main" id="{79921F78-E4CC-E471-0882-179C5FBB817E}"/>
              </a:ext>
            </a:extLst>
          </p:cNvPr>
          <p:cNvCxnSpPr>
            <a:cxnSpLocks/>
          </p:cNvCxnSpPr>
          <p:nvPr/>
        </p:nvCxnSpPr>
        <p:spPr>
          <a:xfrm flipH="1">
            <a:off x="2491929" y="5877272"/>
            <a:ext cx="650949" cy="0"/>
          </a:xfrm>
          <a:prstGeom prst="straightConnector1">
            <a:avLst/>
          </a:prstGeom>
          <a:ln w="25400">
            <a:solidFill>
              <a:srgbClr val="00B0F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上升时间">
                <a:extLst>
                  <a:ext uri="{FF2B5EF4-FFF2-40B4-BE49-F238E27FC236}">
                    <a16:creationId xmlns:a16="http://schemas.microsoft.com/office/drawing/2014/main" id="{FB5AD512-8A9F-00E2-6FBD-BE12D12F1E66}"/>
                  </a:ext>
                </a:extLst>
              </p:cNvPr>
              <p:cNvSpPr txBox="1"/>
              <p:nvPr/>
            </p:nvSpPr>
            <p:spPr>
              <a:xfrm>
                <a:off x="3187414" y="5679385"/>
                <a:ext cx="19358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rgbClr val="00B0F0"/>
                    </a:solidFill>
                  </a:rPr>
                  <a:t>上升时间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zh-CN" altLang="en-US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0" name="上升时间">
                <a:extLst>
                  <a:ext uri="{FF2B5EF4-FFF2-40B4-BE49-F238E27FC236}">
                    <a16:creationId xmlns:a16="http://schemas.microsoft.com/office/drawing/2014/main" id="{FB5AD512-8A9F-00E2-6FBD-BE12D12F1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414" y="5679385"/>
                <a:ext cx="1935856" cy="523220"/>
              </a:xfrm>
              <a:prstGeom prst="rect">
                <a:avLst/>
              </a:prstGeom>
              <a:blipFill>
                <a:blip r:embed="rId11"/>
                <a:stretch>
                  <a:fillRect l="-7190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tp辅助线1">
            <a:extLst>
              <a:ext uri="{FF2B5EF4-FFF2-40B4-BE49-F238E27FC236}">
                <a16:creationId xmlns:a16="http://schemas.microsoft.com/office/drawing/2014/main" id="{1E391ACA-4F38-A555-0538-CF7FBAC6BA6D}"/>
              </a:ext>
            </a:extLst>
          </p:cNvPr>
          <p:cNvCxnSpPr>
            <a:cxnSpLocks/>
            <a:stCxn id="18" idx="1"/>
          </p:cNvCxnSpPr>
          <p:nvPr/>
        </p:nvCxnSpPr>
        <p:spPr>
          <a:xfrm>
            <a:off x="3933009" y="2404705"/>
            <a:ext cx="0" cy="3178829"/>
          </a:xfrm>
          <a:prstGeom prst="straightConnector1">
            <a:avLst/>
          </a:prstGeom>
          <a:ln w="25400">
            <a:solidFill>
              <a:schemeClr val="accent6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tp辅助线2">
            <a:extLst>
              <a:ext uri="{FF2B5EF4-FFF2-40B4-BE49-F238E27FC236}">
                <a16:creationId xmlns:a16="http://schemas.microsoft.com/office/drawing/2014/main" id="{42BAA255-2F1E-ED2B-911A-4C3AE09B6C8A}"/>
              </a:ext>
            </a:extLst>
          </p:cNvPr>
          <p:cNvCxnSpPr>
            <a:cxnSpLocks/>
          </p:cNvCxnSpPr>
          <p:nvPr/>
        </p:nvCxnSpPr>
        <p:spPr>
          <a:xfrm flipH="1">
            <a:off x="2502344" y="3994119"/>
            <a:ext cx="1424688" cy="0"/>
          </a:xfrm>
          <a:prstGeom prst="straightConnector1">
            <a:avLst/>
          </a:prstGeom>
          <a:ln w="25400">
            <a:solidFill>
              <a:schemeClr val="accent6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峰值时间">
                <a:extLst>
                  <a:ext uri="{FF2B5EF4-FFF2-40B4-BE49-F238E27FC236}">
                    <a16:creationId xmlns:a16="http://schemas.microsoft.com/office/drawing/2014/main" id="{73BC11C7-7AF5-2338-FF7C-77EB3EC04E85}"/>
                  </a:ext>
                </a:extLst>
              </p:cNvPr>
              <p:cNvSpPr txBox="1"/>
              <p:nvPr/>
            </p:nvSpPr>
            <p:spPr>
              <a:xfrm>
                <a:off x="3958988" y="3782112"/>
                <a:ext cx="1935856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chemeClr val="accent6"/>
                    </a:solidFill>
                  </a:rPr>
                  <a:t>峰值时间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zh-CN" altLang="en-US" sz="28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31" name="峰值时间">
                <a:extLst>
                  <a:ext uri="{FF2B5EF4-FFF2-40B4-BE49-F238E27FC236}">
                    <a16:creationId xmlns:a16="http://schemas.microsoft.com/office/drawing/2014/main" id="{73BC11C7-7AF5-2338-FF7C-77EB3EC04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8988" y="3782112"/>
                <a:ext cx="1935856" cy="556434"/>
              </a:xfrm>
              <a:prstGeom prst="rect">
                <a:avLst/>
              </a:prstGeom>
              <a:blipFill>
                <a:blip r:embed="rId12"/>
                <a:stretch>
                  <a:fillRect l="-6494" t="-11111" b="-2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ts辅助线1">
            <a:extLst>
              <a:ext uri="{FF2B5EF4-FFF2-40B4-BE49-F238E27FC236}">
                <a16:creationId xmlns:a16="http://schemas.microsoft.com/office/drawing/2014/main" id="{E35C2B09-55D4-1CA5-D1F5-A14CD524D572}"/>
              </a:ext>
            </a:extLst>
          </p:cNvPr>
          <p:cNvCxnSpPr>
            <a:cxnSpLocks/>
          </p:cNvCxnSpPr>
          <p:nvPr/>
        </p:nvCxnSpPr>
        <p:spPr>
          <a:xfrm>
            <a:off x="2510725" y="3717032"/>
            <a:ext cx="7832953" cy="0"/>
          </a:xfrm>
          <a:prstGeom prst="straightConnector1">
            <a:avLst/>
          </a:prstGeom>
          <a:ln w="25400">
            <a:solidFill>
              <a:schemeClr val="accent4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ts辅助线2">
            <a:extLst>
              <a:ext uri="{FF2B5EF4-FFF2-40B4-BE49-F238E27FC236}">
                <a16:creationId xmlns:a16="http://schemas.microsoft.com/office/drawing/2014/main" id="{70B2A9C1-A9AD-AAA9-3923-425DF77B5F42}"/>
              </a:ext>
            </a:extLst>
          </p:cNvPr>
          <p:cNvCxnSpPr>
            <a:cxnSpLocks/>
          </p:cNvCxnSpPr>
          <p:nvPr/>
        </p:nvCxnSpPr>
        <p:spPr>
          <a:xfrm>
            <a:off x="2510725" y="3356992"/>
            <a:ext cx="7832953" cy="0"/>
          </a:xfrm>
          <a:prstGeom prst="straightConnector1">
            <a:avLst/>
          </a:prstGeom>
          <a:ln w="25400">
            <a:solidFill>
              <a:schemeClr val="accent4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ts辅助线3">
            <a:extLst>
              <a:ext uri="{FF2B5EF4-FFF2-40B4-BE49-F238E27FC236}">
                <a16:creationId xmlns:a16="http://schemas.microsoft.com/office/drawing/2014/main" id="{D8D16664-5F5F-62E5-1915-3B374594AFA8}"/>
              </a:ext>
            </a:extLst>
          </p:cNvPr>
          <p:cNvCxnSpPr>
            <a:cxnSpLocks/>
          </p:cNvCxnSpPr>
          <p:nvPr/>
        </p:nvCxnSpPr>
        <p:spPr>
          <a:xfrm>
            <a:off x="6094413" y="2908759"/>
            <a:ext cx="0" cy="448233"/>
          </a:xfrm>
          <a:prstGeom prst="straightConnector1">
            <a:avLst/>
          </a:prstGeom>
          <a:ln w="25400">
            <a:solidFill>
              <a:schemeClr val="accent4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ts辅助线4">
            <a:extLst>
              <a:ext uri="{FF2B5EF4-FFF2-40B4-BE49-F238E27FC236}">
                <a16:creationId xmlns:a16="http://schemas.microsoft.com/office/drawing/2014/main" id="{A7F533DF-BE8D-6A28-942E-1A942F5D99B6}"/>
              </a:ext>
            </a:extLst>
          </p:cNvPr>
          <p:cNvCxnSpPr>
            <a:cxnSpLocks/>
          </p:cNvCxnSpPr>
          <p:nvPr/>
        </p:nvCxnSpPr>
        <p:spPr>
          <a:xfrm flipV="1">
            <a:off x="6091817" y="3704583"/>
            <a:ext cx="0" cy="448233"/>
          </a:xfrm>
          <a:prstGeom prst="straightConnector1">
            <a:avLst/>
          </a:prstGeom>
          <a:ln w="25400">
            <a:solidFill>
              <a:schemeClr val="accent4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误差带">
            <a:extLst>
              <a:ext uri="{FF2B5EF4-FFF2-40B4-BE49-F238E27FC236}">
                <a16:creationId xmlns:a16="http://schemas.microsoft.com/office/drawing/2014/main" id="{CC940B47-9F16-5C54-1681-C21EBA328799}"/>
              </a:ext>
            </a:extLst>
          </p:cNvPr>
          <p:cNvSpPr txBox="1"/>
          <p:nvPr/>
        </p:nvSpPr>
        <p:spPr>
          <a:xfrm>
            <a:off x="6094413" y="2818820"/>
            <a:ext cx="12969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F29B11"/>
                </a:solidFill>
              </a:rPr>
              <a:t>误差带</a:t>
            </a:r>
          </a:p>
        </p:txBody>
      </p:sp>
      <p:cxnSp>
        <p:nvCxnSpPr>
          <p:cNvPr id="41" name="ts辅助线5">
            <a:extLst>
              <a:ext uri="{FF2B5EF4-FFF2-40B4-BE49-F238E27FC236}">
                <a16:creationId xmlns:a16="http://schemas.microsoft.com/office/drawing/2014/main" id="{CEF39FE2-CF40-6E72-5BAB-6AC27BEC5B6B}"/>
              </a:ext>
            </a:extLst>
          </p:cNvPr>
          <p:cNvCxnSpPr>
            <a:cxnSpLocks/>
          </p:cNvCxnSpPr>
          <p:nvPr/>
        </p:nvCxnSpPr>
        <p:spPr>
          <a:xfrm>
            <a:off x="5894844" y="3717032"/>
            <a:ext cx="0" cy="1866502"/>
          </a:xfrm>
          <a:prstGeom prst="straightConnector1">
            <a:avLst/>
          </a:prstGeom>
          <a:ln w="25400">
            <a:solidFill>
              <a:schemeClr val="accent4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ts辅助线6">
            <a:extLst>
              <a:ext uri="{FF2B5EF4-FFF2-40B4-BE49-F238E27FC236}">
                <a16:creationId xmlns:a16="http://schemas.microsoft.com/office/drawing/2014/main" id="{A5CF292F-A33B-1B52-9717-3B75C290523C}"/>
              </a:ext>
            </a:extLst>
          </p:cNvPr>
          <p:cNvCxnSpPr>
            <a:cxnSpLocks/>
          </p:cNvCxnSpPr>
          <p:nvPr/>
        </p:nvCxnSpPr>
        <p:spPr>
          <a:xfrm>
            <a:off x="2521754" y="5076093"/>
            <a:ext cx="3373090" cy="0"/>
          </a:xfrm>
          <a:prstGeom prst="straightConnector1">
            <a:avLst/>
          </a:prstGeom>
          <a:ln w="25400">
            <a:solidFill>
              <a:schemeClr val="accent4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调节时间">
                <a:extLst>
                  <a:ext uri="{FF2B5EF4-FFF2-40B4-BE49-F238E27FC236}">
                    <a16:creationId xmlns:a16="http://schemas.microsoft.com/office/drawing/2014/main" id="{8E825CB4-9D9E-323D-5EA0-697C85C9756E}"/>
                  </a:ext>
                </a:extLst>
              </p:cNvPr>
              <p:cNvSpPr txBox="1"/>
              <p:nvPr/>
            </p:nvSpPr>
            <p:spPr>
              <a:xfrm>
                <a:off x="5924133" y="4812232"/>
                <a:ext cx="195424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rgbClr val="F29B11"/>
                    </a:solidFill>
                  </a:rPr>
                  <a:t>调节时间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F29B1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F29B1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F29B1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zh-CN" altLang="en-US" sz="2800" dirty="0">
                  <a:solidFill>
                    <a:srgbClr val="F29B11"/>
                  </a:solidFill>
                </a:endParaRPr>
              </a:p>
            </p:txBody>
          </p:sp>
        </mc:Choice>
        <mc:Fallback xmlns="">
          <p:sp>
            <p:nvSpPr>
              <p:cNvPr id="43" name="调节时间">
                <a:extLst>
                  <a:ext uri="{FF2B5EF4-FFF2-40B4-BE49-F238E27FC236}">
                    <a16:creationId xmlns:a16="http://schemas.microsoft.com/office/drawing/2014/main" id="{8E825CB4-9D9E-323D-5EA0-697C85C97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133" y="4812232"/>
                <a:ext cx="1954241" cy="523220"/>
              </a:xfrm>
              <a:prstGeom prst="rect">
                <a:avLst/>
              </a:prstGeom>
              <a:blipFill>
                <a:blip r:embed="rId13"/>
                <a:stretch>
                  <a:fillRect l="-6452" t="-13953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" name="给定">
            <a:extLst>
              <a:ext uri="{FF2B5EF4-FFF2-40B4-BE49-F238E27FC236}">
                <a16:creationId xmlns:a16="http://schemas.microsoft.com/office/drawing/2014/main" id="{D02DB8F5-BE57-B507-09C3-168E8DA8DA77}"/>
              </a:ext>
            </a:extLst>
          </p:cNvPr>
          <p:cNvCxnSpPr>
            <a:cxnSpLocks/>
          </p:cNvCxnSpPr>
          <p:nvPr/>
        </p:nvCxnSpPr>
        <p:spPr>
          <a:xfrm>
            <a:off x="2521754" y="3460549"/>
            <a:ext cx="7192842" cy="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响应">
            <a:extLst>
              <a:ext uri="{FF2B5EF4-FFF2-40B4-BE49-F238E27FC236}">
                <a16:creationId xmlns:a16="http://schemas.microsoft.com/office/drawing/2014/main" id="{DE5A4B3F-2270-7321-DC45-8795E0A0B72B}"/>
              </a:ext>
            </a:extLst>
          </p:cNvPr>
          <p:cNvSpPr/>
          <p:nvPr/>
        </p:nvSpPr>
        <p:spPr>
          <a:xfrm>
            <a:off x="2495550" y="2404703"/>
            <a:ext cx="7226591" cy="3184883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  <a:gd name="connsiteX0" fmla="*/ 0 w 2407534"/>
              <a:gd name="connsiteY0" fmla="*/ 1157701 h 1157701"/>
              <a:gd name="connsiteX1" fmla="*/ 398588 w 2407534"/>
              <a:gd name="connsiteY1" fmla="*/ 23772 h 1157701"/>
              <a:gd name="connsiteX2" fmla="*/ 486137 w 2407534"/>
              <a:gd name="connsiteY2" fmla="*/ 382197 h 1157701"/>
              <a:gd name="connsiteX3" fmla="*/ 671331 w 2407534"/>
              <a:gd name="connsiteY3" fmla="*/ 324323 h 1157701"/>
              <a:gd name="connsiteX4" fmla="*/ 1030147 w 2407534"/>
              <a:gd name="connsiteY4" fmla="*/ 318536 h 1157701"/>
              <a:gd name="connsiteX5" fmla="*/ 2407534 w 2407534"/>
              <a:gd name="connsiteY5" fmla="*/ 324323 h 1157701"/>
              <a:gd name="connsiteX0" fmla="*/ 0 w 3690522"/>
              <a:gd name="connsiteY0" fmla="*/ 1157701 h 1157701"/>
              <a:gd name="connsiteX1" fmla="*/ 398588 w 3690522"/>
              <a:gd name="connsiteY1" fmla="*/ 23772 h 1157701"/>
              <a:gd name="connsiteX2" fmla="*/ 486137 w 3690522"/>
              <a:gd name="connsiteY2" fmla="*/ 382197 h 1157701"/>
              <a:gd name="connsiteX3" fmla="*/ 671331 w 3690522"/>
              <a:gd name="connsiteY3" fmla="*/ 324323 h 1157701"/>
              <a:gd name="connsiteX4" fmla="*/ 1030147 w 3690522"/>
              <a:gd name="connsiteY4" fmla="*/ 318536 h 1157701"/>
              <a:gd name="connsiteX5" fmla="*/ 3690522 w 3690522"/>
              <a:gd name="connsiteY5" fmla="*/ 314264 h 1157701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30147 w 3690522"/>
              <a:gd name="connsiteY4" fmla="*/ 317774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30147 w 3690522"/>
              <a:gd name="connsiteY4" fmla="*/ 317774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1358573 w 3690522"/>
              <a:gd name="connsiteY5" fmla="*/ 320202 h 1156939"/>
              <a:gd name="connsiteX6" fmla="*/ 3690522 w 3690522"/>
              <a:gd name="connsiteY6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1358573 w 3690522"/>
              <a:gd name="connsiteY5" fmla="*/ 320202 h 1156939"/>
              <a:gd name="connsiteX6" fmla="*/ 3690522 w 3690522"/>
              <a:gd name="connsiteY6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1358573 w 3690522"/>
              <a:gd name="connsiteY5" fmla="*/ 320202 h 1156939"/>
              <a:gd name="connsiteX6" fmla="*/ 3690522 w 3690522"/>
              <a:gd name="connsiteY6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1446192 w 3690522"/>
              <a:gd name="connsiteY5" fmla="*/ 239735 h 1156939"/>
              <a:gd name="connsiteX6" fmla="*/ 3690522 w 3690522"/>
              <a:gd name="connsiteY6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958175 w 3690522"/>
              <a:gd name="connsiteY4" fmla="*/ 340406 h 1156939"/>
              <a:gd name="connsiteX5" fmla="*/ 1446192 w 3690522"/>
              <a:gd name="connsiteY5" fmla="*/ 239735 h 1156939"/>
              <a:gd name="connsiteX6" fmla="*/ 3690522 w 3690522"/>
              <a:gd name="connsiteY6" fmla="*/ 313502 h 1156939"/>
              <a:gd name="connsiteX0" fmla="*/ 0 w 3690522"/>
              <a:gd name="connsiteY0" fmla="*/ 1156714 h 1156714"/>
              <a:gd name="connsiteX1" fmla="*/ 398588 w 3690522"/>
              <a:gd name="connsiteY1" fmla="*/ 22785 h 1156714"/>
              <a:gd name="connsiteX2" fmla="*/ 548722 w 3690522"/>
              <a:gd name="connsiteY2" fmla="*/ 383725 h 1156714"/>
              <a:gd name="connsiteX3" fmla="*/ 743303 w 3690522"/>
              <a:gd name="connsiteY3" fmla="*/ 212693 h 1156714"/>
              <a:gd name="connsiteX4" fmla="*/ 958175 w 3690522"/>
              <a:gd name="connsiteY4" fmla="*/ 340181 h 1156714"/>
              <a:gd name="connsiteX5" fmla="*/ 1446192 w 3690522"/>
              <a:gd name="connsiteY5" fmla="*/ 239510 h 1156714"/>
              <a:gd name="connsiteX6" fmla="*/ 3690522 w 3690522"/>
              <a:gd name="connsiteY6" fmla="*/ 313277 h 1156714"/>
              <a:gd name="connsiteX0" fmla="*/ 0 w 3690522"/>
              <a:gd name="connsiteY0" fmla="*/ 1155395 h 1155395"/>
              <a:gd name="connsiteX1" fmla="*/ 398588 w 3690522"/>
              <a:gd name="connsiteY1" fmla="*/ 21466 h 1155395"/>
              <a:gd name="connsiteX2" fmla="*/ 548722 w 3690522"/>
              <a:gd name="connsiteY2" fmla="*/ 382406 h 1155395"/>
              <a:gd name="connsiteX3" fmla="*/ 743303 w 3690522"/>
              <a:gd name="connsiteY3" fmla="*/ 211374 h 1155395"/>
              <a:gd name="connsiteX4" fmla="*/ 958175 w 3690522"/>
              <a:gd name="connsiteY4" fmla="*/ 338862 h 1155395"/>
              <a:gd name="connsiteX5" fmla="*/ 1446192 w 3690522"/>
              <a:gd name="connsiteY5" fmla="*/ 238191 h 1155395"/>
              <a:gd name="connsiteX6" fmla="*/ 3690522 w 3690522"/>
              <a:gd name="connsiteY6" fmla="*/ 311958 h 1155395"/>
              <a:gd name="connsiteX0" fmla="*/ 0 w 3690522"/>
              <a:gd name="connsiteY0" fmla="*/ 1155664 h 1155664"/>
              <a:gd name="connsiteX1" fmla="*/ 398588 w 3690522"/>
              <a:gd name="connsiteY1" fmla="*/ 21735 h 1155664"/>
              <a:gd name="connsiteX2" fmla="*/ 548722 w 3690522"/>
              <a:gd name="connsiteY2" fmla="*/ 382675 h 1155664"/>
              <a:gd name="connsiteX3" fmla="*/ 743303 w 3690522"/>
              <a:gd name="connsiteY3" fmla="*/ 211643 h 1155664"/>
              <a:gd name="connsiteX4" fmla="*/ 958175 w 3690522"/>
              <a:gd name="connsiteY4" fmla="*/ 339131 h 1155664"/>
              <a:gd name="connsiteX5" fmla="*/ 1446192 w 3690522"/>
              <a:gd name="connsiteY5" fmla="*/ 238460 h 1155664"/>
              <a:gd name="connsiteX6" fmla="*/ 3690522 w 3690522"/>
              <a:gd name="connsiteY6" fmla="*/ 312227 h 1155664"/>
              <a:gd name="connsiteX0" fmla="*/ 0 w 3690522"/>
              <a:gd name="connsiteY0" fmla="*/ 1133949 h 1133949"/>
              <a:gd name="connsiteX1" fmla="*/ 398588 w 3690522"/>
              <a:gd name="connsiteY1" fmla="*/ 20 h 1133949"/>
              <a:gd name="connsiteX2" fmla="*/ 548722 w 3690522"/>
              <a:gd name="connsiteY2" fmla="*/ 360960 h 1133949"/>
              <a:gd name="connsiteX3" fmla="*/ 743303 w 3690522"/>
              <a:gd name="connsiteY3" fmla="*/ 189928 h 1133949"/>
              <a:gd name="connsiteX4" fmla="*/ 958175 w 3690522"/>
              <a:gd name="connsiteY4" fmla="*/ 317416 h 1133949"/>
              <a:gd name="connsiteX5" fmla="*/ 1446192 w 3690522"/>
              <a:gd name="connsiteY5" fmla="*/ 216745 h 1133949"/>
              <a:gd name="connsiteX6" fmla="*/ 3690522 w 3690522"/>
              <a:gd name="connsiteY6" fmla="*/ 290512 h 1133949"/>
              <a:gd name="connsiteX0" fmla="*/ 0 w 3690522"/>
              <a:gd name="connsiteY0" fmla="*/ 1133949 h 1133949"/>
              <a:gd name="connsiteX1" fmla="*/ 398588 w 3690522"/>
              <a:gd name="connsiteY1" fmla="*/ 20 h 1133949"/>
              <a:gd name="connsiteX2" fmla="*/ 548722 w 3690522"/>
              <a:gd name="connsiteY2" fmla="*/ 360960 h 1133949"/>
              <a:gd name="connsiteX3" fmla="*/ 743303 w 3690522"/>
              <a:gd name="connsiteY3" fmla="*/ 189928 h 1133949"/>
              <a:gd name="connsiteX4" fmla="*/ 958175 w 3690522"/>
              <a:gd name="connsiteY4" fmla="*/ 317416 h 1133949"/>
              <a:gd name="connsiteX5" fmla="*/ 1446192 w 3690522"/>
              <a:gd name="connsiteY5" fmla="*/ 216745 h 1133949"/>
              <a:gd name="connsiteX6" fmla="*/ 3690522 w 3690522"/>
              <a:gd name="connsiteY6" fmla="*/ 290512 h 1133949"/>
              <a:gd name="connsiteX0" fmla="*/ 0 w 3690522"/>
              <a:gd name="connsiteY0" fmla="*/ 1133949 h 1133949"/>
              <a:gd name="connsiteX1" fmla="*/ 398588 w 3690522"/>
              <a:gd name="connsiteY1" fmla="*/ 20 h 1133949"/>
              <a:gd name="connsiteX2" fmla="*/ 548722 w 3690522"/>
              <a:gd name="connsiteY2" fmla="*/ 360960 h 1133949"/>
              <a:gd name="connsiteX3" fmla="*/ 743303 w 3690522"/>
              <a:gd name="connsiteY3" fmla="*/ 189928 h 1133949"/>
              <a:gd name="connsiteX4" fmla="*/ 958175 w 3690522"/>
              <a:gd name="connsiteY4" fmla="*/ 317416 h 1133949"/>
              <a:gd name="connsiteX5" fmla="*/ 1446192 w 3690522"/>
              <a:gd name="connsiteY5" fmla="*/ 216745 h 1133949"/>
              <a:gd name="connsiteX6" fmla="*/ 3690522 w 3690522"/>
              <a:gd name="connsiteY6" fmla="*/ 290512 h 1133949"/>
              <a:gd name="connsiteX0" fmla="*/ 0 w 3690522"/>
              <a:gd name="connsiteY0" fmla="*/ 1133949 h 1133949"/>
              <a:gd name="connsiteX1" fmla="*/ 398588 w 3690522"/>
              <a:gd name="connsiteY1" fmla="*/ 20 h 1133949"/>
              <a:gd name="connsiteX2" fmla="*/ 548722 w 3690522"/>
              <a:gd name="connsiteY2" fmla="*/ 360960 h 1133949"/>
              <a:gd name="connsiteX3" fmla="*/ 743303 w 3690522"/>
              <a:gd name="connsiteY3" fmla="*/ 189928 h 1133949"/>
              <a:gd name="connsiteX4" fmla="*/ 958175 w 3690522"/>
              <a:gd name="connsiteY4" fmla="*/ 317416 h 1133949"/>
              <a:gd name="connsiteX5" fmla="*/ 1177078 w 3690522"/>
              <a:gd name="connsiteY5" fmla="*/ 214230 h 1133949"/>
              <a:gd name="connsiteX6" fmla="*/ 3690522 w 3690522"/>
              <a:gd name="connsiteY6" fmla="*/ 290512 h 1133949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43303 w 3690522"/>
              <a:gd name="connsiteY3" fmla="*/ 187415 h 1131436"/>
              <a:gd name="connsiteX4" fmla="*/ 958175 w 3690522"/>
              <a:gd name="connsiteY4" fmla="*/ 314903 h 1131436"/>
              <a:gd name="connsiteX5" fmla="*/ 1177078 w 3690522"/>
              <a:gd name="connsiteY5" fmla="*/ 211717 h 1131436"/>
              <a:gd name="connsiteX6" fmla="*/ 3690522 w 3690522"/>
              <a:gd name="connsiteY6" fmla="*/ 287999 h 1131436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58175 w 3690522"/>
              <a:gd name="connsiteY4" fmla="*/ 314902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58175 w 3690522"/>
              <a:gd name="connsiteY4" fmla="*/ 314902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58175 w 3690522"/>
              <a:gd name="connsiteY4" fmla="*/ 314902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49049 w 3690522"/>
              <a:gd name="connsiteY6" fmla="*/ 219260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49049 w 3690522"/>
              <a:gd name="connsiteY6" fmla="*/ 219260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49049 w 3690522"/>
              <a:gd name="connsiteY6" fmla="*/ 219260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49049 w 3690522"/>
              <a:gd name="connsiteY6" fmla="*/ 219260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74083 w 3690522"/>
              <a:gd name="connsiteY6" fmla="*/ 282125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74083 w 3690522"/>
              <a:gd name="connsiteY6" fmla="*/ 294698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8234 w 3690522"/>
              <a:gd name="connsiteY5" fmla="*/ 221774 h 1131435"/>
              <a:gd name="connsiteX6" fmla="*/ 1274083 w 3690522"/>
              <a:gd name="connsiteY6" fmla="*/ 294698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8234 w 3690522"/>
              <a:gd name="connsiteY5" fmla="*/ 221774 h 1131435"/>
              <a:gd name="connsiteX6" fmla="*/ 1274083 w 3690522"/>
              <a:gd name="connsiteY6" fmla="*/ 294698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14492 w 3690522"/>
              <a:gd name="connsiteY5" fmla="*/ 236862 h 1131435"/>
              <a:gd name="connsiteX6" fmla="*/ 1274083 w 3690522"/>
              <a:gd name="connsiteY6" fmla="*/ 294698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14492 w 3690522"/>
              <a:gd name="connsiteY5" fmla="*/ 236862 h 1131435"/>
              <a:gd name="connsiteX6" fmla="*/ 1274083 w 3690522"/>
              <a:gd name="connsiteY6" fmla="*/ 294698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14492 w 3690522"/>
              <a:gd name="connsiteY5" fmla="*/ 236862 h 1131435"/>
              <a:gd name="connsiteX6" fmla="*/ 1280342 w 3690522"/>
              <a:gd name="connsiteY6" fmla="*/ 287154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0173 w 3690522"/>
              <a:gd name="connsiteY3" fmla="*/ 207531 h 1131435"/>
              <a:gd name="connsiteX4" fmla="*/ 936270 w 3690522"/>
              <a:gd name="connsiteY4" fmla="*/ 317417 h 1131435"/>
              <a:gd name="connsiteX5" fmla="*/ 1114492 w 3690522"/>
              <a:gd name="connsiteY5" fmla="*/ 236862 h 1131435"/>
              <a:gd name="connsiteX6" fmla="*/ 1280342 w 3690522"/>
              <a:gd name="connsiteY6" fmla="*/ 287154 h 1131435"/>
              <a:gd name="connsiteX7" fmla="*/ 3690522 w 3690522"/>
              <a:gd name="connsiteY7" fmla="*/ 287998 h 1131435"/>
              <a:gd name="connsiteX0" fmla="*/ 0 w 3690522"/>
              <a:gd name="connsiteY0" fmla="*/ 1131434 h 1131434"/>
              <a:gd name="connsiteX1" fmla="*/ 367295 w 3690522"/>
              <a:gd name="connsiteY1" fmla="*/ 20 h 1131434"/>
              <a:gd name="connsiteX2" fmla="*/ 548722 w 3690522"/>
              <a:gd name="connsiteY2" fmla="*/ 358445 h 1131434"/>
              <a:gd name="connsiteX3" fmla="*/ 740173 w 3690522"/>
              <a:gd name="connsiteY3" fmla="*/ 207530 h 1131434"/>
              <a:gd name="connsiteX4" fmla="*/ 936270 w 3690522"/>
              <a:gd name="connsiteY4" fmla="*/ 317416 h 1131434"/>
              <a:gd name="connsiteX5" fmla="*/ 1114492 w 3690522"/>
              <a:gd name="connsiteY5" fmla="*/ 236861 h 1131434"/>
              <a:gd name="connsiteX6" fmla="*/ 1280342 w 3690522"/>
              <a:gd name="connsiteY6" fmla="*/ 287153 h 1131434"/>
              <a:gd name="connsiteX7" fmla="*/ 3690522 w 3690522"/>
              <a:gd name="connsiteY7" fmla="*/ 287997 h 1131434"/>
              <a:gd name="connsiteX0" fmla="*/ 0 w 3690522"/>
              <a:gd name="connsiteY0" fmla="*/ 1131434 h 1131434"/>
              <a:gd name="connsiteX1" fmla="*/ 367295 w 3690522"/>
              <a:gd name="connsiteY1" fmla="*/ 20 h 1131434"/>
              <a:gd name="connsiteX2" fmla="*/ 548722 w 3690522"/>
              <a:gd name="connsiteY2" fmla="*/ 358445 h 1131434"/>
              <a:gd name="connsiteX3" fmla="*/ 740173 w 3690522"/>
              <a:gd name="connsiteY3" fmla="*/ 207530 h 1131434"/>
              <a:gd name="connsiteX4" fmla="*/ 917495 w 3690522"/>
              <a:gd name="connsiteY4" fmla="*/ 312387 h 1131434"/>
              <a:gd name="connsiteX5" fmla="*/ 1114492 w 3690522"/>
              <a:gd name="connsiteY5" fmla="*/ 236861 h 1131434"/>
              <a:gd name="connsiteX6" fmla="*/ 1280342 w 3690522"/>
              <a:gd name="connsiteY6" fmla="*/ 287153 h 1131434"/>
              <a:gd name="connsiteX7" fmla="*/ 3690522 w 3690522"/>
              <a:gd name="connsiteY7" fmla="*/ 287997 h 1131434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37043 w 3690522"/>
              <a:gd name="connsiteY3" fmla="*/ 222619 h 1131436"/>
              <a:gd name="connsiteX4" fmla="*/ 917495 w 3690522"/>
              <a:gd name="connsiteY4" fmla="*/ 312389 h 1131436"/>
              <a:gd name="connsiteX5" fmla="*/ 1114492 w 3690522"/>
              <a:gd name="connsiteY5" fmla="*/ 236863 h 1131436"/>
              <a:gd name="connsiteX6" fmla="*/ 1280342 w 3690522"/>
              <a:gd name="connsiteY6" fmla="*/ 287155 h 1131436"/>
              <a:gd name="connsiteX7" fmla="*/ 3690522 w 3690522"/>
              <a:gd name="connsiteY7" fmla="*/ 287999 h 1131436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37043 w 3690522"/>
              <a:gd name="connsiteY3" fmla="*/ 222619 h 1131436"/>
              <a:gd name="connsiteX4" fmla="*/ 917495 w 3690522"/>
              <a:gd name="connsiteY4" fmla="*/ 312389 h 1131436"/>
              <a:gd name="connsiteX5" fmla="*/ 1114492 w 3690522"/>
              <a:gd name="connsiteY5" fmla="*/ 236863 h 1131436"/>
              <a:gd name="connsiteX6" fmla="*/ 1280342 w 3690522"/>
              <a:gd name="connsiteY6" fmla="*/ 287155 h 1131436"/>
              <a:gd name="connsiteX7" fmla="*/ 3690522 w 3690522"/>
              <a:gd name="connsiteY7" fmla="*/ 287999 h 1131436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37043 w 3690522"/>
              <a:gd name="connsiteY3" fmla="*/ 222619 h 1131436"/>
              <a:gd name="connsiteX4" fmla="*/ 917495 w 3690522"/>
              <a:gd name="connsiteY4" fmla="*/ 312389 h 1131436"/>
              <a:gd name="connsiteX5" fmla="*/ 1114492 w 3690522"/>
              <a:gd name="connsiteY5" fmla="*/ 251951 h 1131436"/>
              <a:gd name="connsiteX6" fmla="*/ 1280342 w 3690522"/>
              <a:gd name="connsiteY6" fmla="*/ 287155 h 1131436"/>
              <a:gd name="connsiteX7" fmla="*/ 3690522 w 3690522"/>
              <a:gd name="connsiteY7" fmla="*/ 287999 h 1131436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37043 w 3690522"/>
              <a:gd name="connsiteY3" fmla="*/ 222619 h 1131436"/>
              <a:gd name="connsiteX4" fmla="*/ 917495 w 3690522"/>
              <a:gd name="connsiteY4" fmla="*/ 312389 h 1131436"/>
              <a:gd name="connsiteX5" fmla="*/ 1114492 w 3690522"/>
              <a:gd name="connsiteY5" fmla="*/ 251951 h 1131436"/>
              <a:gd name="connsiteX6" fmla="*/ 1280342 w 3690522"/>
              <a:gd name="connsiteY6" fmla="*/ 287155 h 1131436"/>
              <a:gd name="connsiteX7" fmla="*/ 3690522 w 3690522"/>
              <a:gd name="connsiteY7" fmla="*/ 287999 h 1131436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37043 w 3690522"/>
              <a:gd name="connsiteY3" fmla="*/ 222619 h 1131436"/>
              <a:gd name="connsiteX4" fmla="*/ 917495 w 3690522"/>
              <a:gd name="connsiteY4" fmla="*/ 312389 h 1131436"/>
              <a:gd name="connsiteX5" fmla="*/ 1114492 w 3690522"/>
              <a:gd name="connsiteY5" fmla="*/ 251951 h 1131436"/>
              <a:gd name="connsiteX6" fmla="*/ 1280342 w 3690522"/>
              <a:gd name="connsiteY6" fmla="*/ 287155 h 1131436"/>
              <a:gd name="connsiteX7" fmla="*/ 3690522 w 3690522"/>
              <a:gd name="connsiteY7" fmla="*/ 287999 h 1131436"/>
              <a:gd name="connsiteX0" fmla="*/ 0 w 3709298"/>
              <a:gd name="connsiteY0" fmla="*/ 1131436 h 1131436"/>
              <a:gd name="connsiteX1" fmla="*/ 367295 w 3709298"/>
              <a:gd name="connsiteY1" fmla="*/ 22 h 1131436"/>
              <a:gd name="connsiteX2" fmla="*/ 548722 w 3709298"/>
              <a:gd name="connsiteY2" fmla="*/ 358447 h 1131436"/>
              <a:gd name="connsiteX3" fmla="*/ 737043 w 3709298"/>
              <a:gd name="connsiteY3" fmla="*/ 222619 h 1131436"/>
              <a:gd name="connsiteX4" fmla="*/ 917495 w 3709298"/>
              <a:gd name="connsiteY4" fmla="*/ 312389 h 1131436"/>
              <a:gd name="connsiteX5" fmla="*/ 1114492 w 3709298"/>
              <a:gd name="connsiteY5" fmla="*/ 251951 h 1131436"/>
              <a:gd name="connsiteX6" fmla="*/ 1280342 w 3709298"/>
              <a:gd name="connsiteY6" fmla="*/ 287155 h 1131436"/>
              <a:gd name="connsiteX7" fmla="*/ 3709298 w 3709298"/>
              <a:gd name="connsiteY7" fmla="*/ 287999 h 1131436"/>
              <a:gd name="connsiteX0" fmla="*/ 0 w 3709298"/>
              <a:gd name="connsiteY0" fmla="*/ 1131436 h 1131436"/>
              <a:gd name="connsiteX1" fmla="*/ 367295 w 3709298"/>
              <a:gd name="connsiteY1" fmla="*/ 22 h 1131436"/>
              <a:gd name="connsiteX2" fmla="*/ 548722 w 3709298"/>
              <a:gd name="connsiteY2" fmla="*/ 358447 h 1131436"/>
              <a:gd name="connsiteX3" fmla="*/ 737043 w 3709298"/>
              <a:gd name="connsiteY3" fmla="*/ 222619 h 1131436"/>
              <a:gd name="connsiteX4" fmla="*/ 917495 w 3709298"/>
              <a:gd name="connsiteY4" fmla="*/ 312389 h 1131436"/>
              <a:gd name="connsiteX5" fmla="*/ 1114492 w 3709298"/>
              <a:gd name="connsiteY5" fmla="*/ 251951 h 1131436"/>
              <a:gd name="connsiteX6" fmla="*/ 1280342 w 3709298"/>
              <a:gd name="connsiteY6" fmla="*/ 287155 h 1131436"/>
              <a:gd name="connsiteX7" fmla="*/ 3709298 w 3709298"/>
              <a:gd name="connsiteY7" fmla="*/ 287999 h 1131436"/>
              <a:gd name="connsiteX0" fmla="*/ 0 w 3734332"/>
              <a:gd name="connsiteY0" fmla="*/ 1157157 h 1157157"/>
              <a:gd name="connsiteX1" fmla="*/ 392329 w 3734332"/>
              <a:gd name="connsiteY1" fmla="*/ 23229 h 1157157"/>
              <a:gd name="connsiteX2" fmla="*/ 573756 w 3734332"/>
              <a:gd name="connsiteY2" fmla="*/ 381654 h 1157157"/>
              <a:gd name="connsiteX3" fmla="*/ 762077 w 3734332"/>
              <a:gd name="connsiteY3" fmla="*/ 245826 h 1157157"/>
              <a:gd name="connsiteX4" fmla="*/ 942529 w 3734332"/>
              <a:gd name="connsiteY4" fmla="*/ 335596 h 1157157"/>
              <a:gd name="connsiteX5" fmla="*/ 1139526 w 3734332"/>
              <a:gd name="connsiteY5" fmla="*/ 275158 h 1157157"/>
              <a:gd name="connsiteX6" fmla="*/ 1305376 w 3734332"/>
              <a:gd name="connsiteY6" fmla="*/ 310362 h 1157157"/>
              <a:gd name="connsiteX7" fmla="*/ 3734332 w 3734332"/>
              <a:gd name="connsiteY7" fmla="*/ 311206 h 1157157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139526 w 3734332"/>
              <a:gd name="connsiteY5" fmla="*/ 251932 h 1133931"/>
              <a:gd name="connsiteX6" fmla="*/ 1305376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139526 w 3734332"/>
              <a:gd name="connsiteY5" fmla="*/ 251932 h 1133931"/>
              <a:gd name="connsiteX6" fmla="*/ 2287957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987550 w 3734332"/>
              <a:gd name="connsiteY5" fmla="*/ 267019 h 1133931"/>
              <a:gd name="connsiteX6" fmla="*/ 2287957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987550 w 3734332"/>
              <a:gd name="connsiteY5" fmla="*/ 267019 h 1133931"/>
              <a:gd name="connsiteX6" fmla="*/ 2287957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987550 w 3734332"/>
              <a:gd name="connsiteY5" fmla="*/ 267019 h 1133931"/>
              <a:gd name="connsiteX6" fmla="*/ 2287957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987550 w 3734332"/>
              <a:gd name="connsiteY5" fmla="*/ 267019 h 1133931"/>
              <a:gd name="connsiteX6" fmla="*/ 2287957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987550 w 3734332"/>
              <a:gd name="connsiteY5" fmla="*/ 267019 h 1133931"/>
              <a:gd name="connsiteX6" fmla="*/ 2225372 w 3734332"/>
              <a:gd name="connsiteY6" fmla="*/ 289650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856122 w 3734332"/>
              <a:gd name="connsiteY5" fmla="*/ 272048 h 1133931"/>
              <a:gd name="connsiteX6" fmla="*/ 2225372 w 3734332"/>
              <a:gd name="connsiteY6" fmla="*/ 289650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856122 w 3734332"/>
              <a:gd name="connsiteY5" fmla="*/ 272048 h 1133931"/>
              <a:gd name="connsiteX6" fmla="*/ 2225372 w 3734332"/>
              <a:gd name="connsiteY6" fmla="*/ 289650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1499534 w 3734332"/>
              <a:gd name="connsiteY4" fmla="*/ 312370 h 1133931"/>
              <a:gd name="connsiteX5" fmla="*/ 1856122 w 3734332"/>
              <a:gd name="connsiteY5" fmla="*/ 272048 h 1133931"/>
              <a:gd name="connsiteX6" fmla="*/ 2225372 w 3734332"/>
              <a:gd name="connsiteY6" fmla="*/ 289650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1121940 w 3734332"/>
              <a:gd name="connsiteY3" fmla="*/ 222600 h 1133931"/>
              <a:gd name="connsiteX4" fmla="*/ 1499534 w 3734332"/>
              <a:gd name="connsiteY4" fmla="*/ 312370 h 1133931"/>
              <a:gd name="connsiteX5" fmla="*/ 1856122 w 3734332"/>
              <a:gd name="connsiteY5" fmla="*/ 272048 h 1133931"/>
              <a:gd name="connsiteX6" fmla="*/ 2225372 w 3734332"/>
              <a:gd name="connsiteY6" fmla="*/ 289650 h 1133931"/>
              <a:gd name="connsiteX7" fmla="*/ 3734332 w 3734332"/>
              <a:gd name="connsiteY7" fmla="*/ 287980 h 1133931"/>
              <a:gd name="connsiteX0" fmla="*/ 0 w 3734332"/>
              <a:gd name="connsiteY0" fmla="*/ 1156482 h 1156482"/>
              <a:gd name="connsiteX1" fmla="*/ 392329 w 3734332"/>
              <a:gd name="connsiteY1" fmla="*/ 22554 h 1156482"/>
              <a:gd name="connsiteX2" fmla="*/ 752122 w 3734332"/>
              <a:gd name="connsiteY2" fmla="*/ 388523 h 1156482"/>
              <a:gd name="connsiteX3" fmla="*/ 1121940 w 3734332"/>
              <a:gd name="connsiteY3" fmla="*/ 245151 h 1156482"/>
              <a:gd name="connsiteX4" fmla="*/ 1499534 w 3734332"/>
              <a:gd name="connsiteY4" fmla="*/ 334921 h 1156482"/>
              <a:gd name="connsiteX5" fmla="*/ 1856122 w 3734332"/>
              <a:gd name="connsiteY5" fmla="*/ 294599 h 1156482"/>
              <a:gd name="connsiteX6" fmla="*/ 2225372 w 3734332"/>
              <a:gd name="connsiteY6" fmla="*/ 312201 h 1156482"/>
              <a:gd name="connsiteX7" fmla="*/ 3734332 w 3734332"/>
              <a:gd name="connsiteY7" fmla="*/ 310531 h 1156482"/>
              <a:gd name="connsiteX0" fmla="*/ 0 w 3734332"/>
              <a:gd name="connsiteY0" fmla="*/ 1322788 h 1322788"/>
              <a:gd name="connsiteX1" fmla="*/ 370425 w 3734332"/>
              <a:gd name="connsiteY1" fmla="*/ 17867 h 1322788"/>
              <a:gd name="connsiteX2" fmla="*/ 752122 w 3734332"/>
              <a:gd name="connsiteY2" fmla="*/ 554829 h 1322788"/>
              <a:gd name="connsiteX3" fmla="*/ 1121940 w 3734332"/>
              <a:gd name="connsiteY3" fmla="*/ 411457 h 1322788"/>
              <a:gd name="connsiteX4" fmla="*/ 1499534 w 3734332"/>
              <a:gd name="connsiteY4" fmla="*/ 501227 h 1322788"/>
              <a:gd name="connsiteX5" fmla="*/ 1856122 w 3734332"/>
              <a:gd name="connsiteY5" fmla="*/ 460905 h 1322788"/>
              <a:gd name="connsiteX6" fmla="*/ 2225372 w 3734332"/>
              <a:gd name="connsiteY6" fmla="*/ 478507 h 1322788"/>
              <a:gd name="connsiteX7" fmla="*/ 3734332 w 3734332"/>
              <a:gd name="connsiteY7" fmla="*/ 476837 h 1322788"/>
              <a:gd name="connsiteX0" fmla="*/ 0 w 3734332"/>
              <a:gd name="connsiteY0" fmla="*/ 1340017 h 1340017"/>
              <a:gd name="connsiteX1" fmla="*/ 742805 w 3734332"/>
              <a:gd name="connsiteY1" fmla="*/ 17494 h 1340017"/>
              <a:gd name="connsiteX2" fmla="*/ 752122 w 3734332"/>
              <a:gd name="connsiteY2" fmla="*/ 572058 h 1340017"/>
              <a:gd name="connsiteX3" fmla="*/ 1121940 w 3734332"/>
              <a:gd name="connsiteY3" fmla="*/ 428686 h 1340017"/>
              <a:gd name="connsiteX4" fmla="*/ 1499534 w 3734332"/>
              <a:gd name="connsiteY4" fmla="*/ 518456 h 1340017"/>
              <a:gd name="connsiteX5" fmla="*/ 1856122 w 3734332"/>
              <a:gd name="connsiteY5" fmla="*/ 478134 h 1340017"/>
              <a:gd name="connsiteX6" fmla="*/ 2225372 w 3734332"/>
              <a:gd name="connsiteY6" fmla="*/ 495736 h 1340017"/>
              <a:gd name="connsiteX7" fmla="*/ 3734332 w 3734332"/>
              <a:gd name="connsiteY7" fmla="*/ 494066 h 1340017"/>
              <a:gd name="connsiteX0" fmla="*/ 0 w 3734332"/>
              <a:gd name="connsiteY0" fmla="*/ 1322531 h 1322531"/>
              <a:gd name="connsiteX1" fmla="*/ 742805 w 3734332"/>
              <a:gd name="connsiteY1" fmla="*/ 8 h 1322531"/>
              <a:gd name="connsiteX2" fmla="*/ 752122 w 3734332"/>
              <a:gd name="connsiteY2" fmla="*/ 554572 h 1322531"/>
              <a:gd name="connsiteX3" fmla="*/ 1121940 w 3734332"/>
              <a:gd name="connsiteY3" fmla="*/ 411200 h 1322531"/>
              <a:gd name="connsiteX4" fmla="*/ 1499534 w 3734332"/>
              <a:gd name="connsiteY4" fmla="*/ 500970 h 1322531"/>
              <a:gd name="connsiteX5" fmla="*/ 1856122 w 3734332"/>
              <a:gd name="connsiteY5" fmla="*/ 460648 h 1322531"/>
              <a:gd name="connsiteX6" fmla="*/ 2225372 w 3734332"/>
              <a:gd name="connsiteY6" fmla="*/ 478250 h 1322531"/>
              <a:gd name="connsiteX7" fmla="*/ 3734332 w 3734332"/>
              <a:gd name="connsiteY7" fmla="*/ 476580 h 1322531"/>
              <a:gd name="connsiteX0" fmla="*/ 0 w 3734332"/>
              <a:gd name="connsiteY0" fmla="*/ 1338043 h 1338043"/>
              <a:gd name="connsiteX1" fmla="*/ 742805 w 3734332"/>
              <a:gd name="connsiteY1" fmla="*/ 15520 h 1338043"/>
              <a:gd name="connsiteX2" fmla="*/ 1490623 w 3734332"/>
              <a:gd name="connsiteY2" fmla="*/ 602774 h 1338043"/>
              <a:gd name="connsiteX3" fmla="*/ 1121940 w 3734332"/>
              <a:gd name="connsiteY3" fmla="*/ 426712 h 1338043"/>
              <a:gd name="connsiteX4" fmla="*/ 1499534 w 3734332"/>
              <a:gd name="connsiteY4" fmla="*/ 516482 h 1338043"/>
              <a:gd name="connsiteX5" fmla="*/ 1856122 w 3734332"/>
              <a:gd name="connsiteY5" fmla="*/ 476160 h 1338043"/>
              <a:gd name="connsiteX6" fmla="*/ 2225372 w 3734332"/>
              <a:gd name="connsiteY6" fmla="*/ 493762 h 1338043"/>
              <a:gd name="connsiteX7" fmla="*/ 3734332 w 3734332"/>
              <a:gd name="connsiteY7" fmla="*/ 492092 h 1338043"/>
              <a:gd name="connsiteX0" fmla="*/ 0 w 3734332"/>
              <a:gd name="connsiteY0" fmla="*/ 1338060 h 1338060"/>
              <a:gd name="connsiteX1" fmla="*/ 742805 w 3734332"/>
              <a:gd name="connsiteY1" fmla="*/ 15537 h 1338060"/>
              <a:gd name="connsiteX2" fmla="*/ 1490623 w 3734332"/>
              <a:gd name="connsiteY2" fmla="*/ 602791 h 1338060"/>
              <a:gd name="connsiteX3" fmla="*/ 1860441 w 3734332"/>
              <a:gd name="connsiteY3" fmla="*/ 431759 h 1338060"/>
              <a:gd name="connsiteX4" fmla="*/ 1499534 w 3734332"/>
              <a:gd name="connsiteY4" fmla="*/ 516499 h 1338060"/>
              <a:gd name="connsiteX5" fmla="*/ 1856122 w 3734332"/>
              <a:gd name="connsiteY5" fmla="*/ 476177 h 1338060"/>
              <a:gd name="connsiteX6" fmla="*/ 2225372 w 3734332"/>
              <a:gd name="connsiteY6" fmla="*/ 493779 h 1338060"/>
              <a:gd name="connsiteX7" fmla="*/ 3734332 w 3734332"/>
              <a:gd name="connsiteY7" fmla="*/ 492109 h 1338060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1499534 w 3734332"/>
              <a:gd name="connsiteY4" fmla="*/ 515208 h 1336769"/>
              <a:gd name="connsiteX5" fmla="*/ 1856122 w 3734332"/>
              <a:gd name="connsiteY5" fmla="*/ 474886 h 1336769"/>
              <a:gd name="connsiteX6" fmla="*/ 2225372 w 3734332"/>
              <a:gd name="connsiteY6" fmla="*/ 492488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1499534 w 3734332"/>
              <a:gd name="connsiteY4" fmla="*/ 515208 h 1336769"/>
              <a:gd name="connsiteX5" fmla="*/ 1856122 w 3734332"/>
              <a:gd name="connsiteY5" fmla="*/ 474886 h 1336769"/>
              <a:gd name="connsiteX6" fmla="*/ 2225372 w 3734332"/>
              <a:gd name="connsiteY6" fmla="*/ 492488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112865 w 3734332"/>
              <a:gd name="connsiteY4" fmla="*/ 510179 h 1336769"/>
              <a:gd name="connsiteX5" fmla="*/ 1856122 w 3734332"/>
              <a:gd name="connsiteY5" fmla="*/ 474886 h 1336769"/>
              <a:gd name="connsiteX6" fmla="*/ 2225372 w 3734332"/>
              <a:gd name="connsiteY6" fmla="*/ 492488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112865 w 3734332"/>
              <a:gd name="connsiteY4" fmla="*/ 510179 h 1336769"/>
              <a:gd name="connsiteX5" fmla="*/ 1856122 w 3734332"/>
              <a:gd name="connsiteY5" fmla="*/ 474886 h 1336769"/>
              <a:gd name="connsiteX6" fmla="*/ 2663466 w 3734332"/>
              <a:gd name="connsiteY6" fmla="*/ 497517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112865 w 3734332"/>
              <a:gd name="connsiteY4" fmla="*/ 510179 h 1336769"/>
              <a:gd name="connsiteX5" fmla="*/ 2338025 w 3734332"/>
              <a:gd name="connsiteY5" fmla="*/ 477401 h 1336769"/>
              <a:gd name="connsiteX6" fmla="*/ 2663466 w 3734332"/>
              <a:gd name="connsiteY6" fmla="*/ 497517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385109 w 3734332"/>
              <a:gd name="connsiteY4" fmla="*/ 532811 h 1336769"/>
              <a:gd name="connsiteX5" fmla="*/ 2338025 w 3734332"/>
              <a:gd name="connsiteY5" fmla="*/ 477401 h 1336769"/>
              <a:gd name="connsiteX6" fmla="*/ 2663466 w 3734332"/>
              <a:gd name="connsiteY6" fmla="*/ 497517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385109 w 3734332"/>
              <a:gd name="connsiteY4" fmla="*/ 532811 h 1336769"/>
              <a:gd name="connsiteX5" fmla="*/ 2629045 w 3734332"/>
              <a:gd name="connsiteY5" fmla="*/ 474886 h 1336769"/>
              <a:gd name="connsiteX6" fmla="*/ 2663466 w 3734332"/>
              <a:gd name="connsiteY6" fmla="*/ 497517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385109 w 3734332"/>
              <a:gd name="connsiteY4" fmla="*/ 532811 h 1336769"/>
              <a:gd name="connsiteX5" fmla="*/ 2629045 w 3734332"/>
              <a:gd name="connsiteY5" fmla="*/ 474886 h 1336769"/>
              <a:gd name="connsiteX6" fmla="*/ 2967002 w 3734332"/>
              <a:gd name="connsiteY6" fmla="*/ 500031 h 1336769"/>
              <a:gd name="connsiteX7" fmla="*/ 3734332 w 3734332"/>
              <a:gd name="connsiteY7" fmla="*/ 490818 h 1336769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385109 w 3734332"/>
              <a:gd name="connsiteY4" fmla="*/ 533999 h 1337957"/>
              <a:gd name="connsiteX5" fmla="*/ 2629045 w 3734332"/>
              <a:gd name="connsiteY5" fmla="*/ 476074 h 1337957"/>
              <a:gd name="connsiteX6" fmla="*/ 2967002 w 3734332"/>
              <a:gd name="connsiteY6" fmla="*/ 501219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385109 w 3734332"/>
              <a:gd name="connsiteY4" fmla="*/ 533999 h 1337957"/>
              <a:gd name="connsiteX5" fmla="*/ 2629045 w 3734332"/>
              <a:gd name="connsiteY5" fmla="*/ 476074 h 1337957"/>
              <a:gd name="connsiteX6" fmla="*/ 2967002 w 3734332"/>
              <a:gd name="connsiteY6" fmla="*/ 501219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385109 w 3734332"/>
              <a:gd name="connsiteY4" fmla="*/ 533999 h 1337957"/>
              <a:gd name="connsiteX5" fmla="*/ 2907547 w 3734332"/>
              <a:gd name="connsiteY5" fmla="*/ 471045 h 1337957"/>
              <a:gd name="connsiteX6" fmla="*/ 2967002 w 3734332"/>
              <a:gd name="connsiteY6" fmla="*/ 501219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385109 w 3734332"/>
              <a:gd name="connsiteY4" fmla="*/ 533999 h 1337957"/>
              <a:gd name="connsiteX5" fmla="*/ 2907547 w 3734332"/>
              <a:gd name="connsiteY5" fmla="*/ 471045 h 1337957"/>
              <a:gd name="connsiteX6" fmla="*/ 3355028 w 3734332"/>
              <a:gd name="connsiteY6" fmla="*/ 496190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604156 w 3734332"/>
              <a:gd name="connsiteY4" fmla="*/ 528970 h 1337957"/>
              <a:gd name="connsiteX5" fmla="*/ 2907547 w 3734332"/>
              <a:gd name="connsiteY5" fmla="*/ 471045 h 1337957"/>
              <a:gd name="connsiteX6" fmla="*/ 3355028 w 3734332"/>
              <a:gd name="connsiteY6" fmla="*/ 496190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604156 w 3734332"/>
              <a:gd name="connsiteY4" fmla="*/ 528970 h 1337957"/>
              <a:gd name="connsiteX5" fmla="*/ 2907547 w 3734332"/>
              <a:gd name="connsiteY5" fmla="*/ 471045 h 1337957"/>
              <a:gd name="connsiteX6" fmla="*/ 3355028 w 3734332"/>
              <a:gd name="connsiteY6" fmla="*/ 496190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604156 w 3734332"/>
              <a:gd name="connsiteY4" fmla="*/ 528970 h 1337957"/>
              <a:gd name="connsiteX5" fmla="*/ 2907547 w 3734332"/>
              <a:gd name="connsiteY5" fmla="*/ 471045 h 1337957"/>
              <a:gd name="connsiteX6" fmla="*/ 3355028 w 3734332"/>
              <a:gd name="connsiteY6" fmla="*/ 496190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604156 w 3734332"/>
              <a:gd name="connsiteY4" fmla="*/ 528970 h 1337957"/>
              <a:gd name="connsiteX5" fmla="*/ 2907547 w 3734332"/>
              <a:gd name="connsiteY5" fmla="*/ 471045 h 1337957"/>
              <a:gd name="connsiteX6" fmla="*/ 3355028 w 3734332"/>
              <a:gd name="connsiteY6" fmla="*/ 496190 h 1337957"/>
              <a:gd name="connsiteX7" fmla="*/ 3734332 w 3734332"/>
              <a:gd name="connsiteY7" fmla="*/ 492006 h 1337957"/>
              <a:gd name="connsiteX0" fmla="*/ 0 w 3734332"/>
              <a:gd name="connsiteY0" fmla="*/ 1322524 h 1322524"/>
              <a:gd name="connsiteX1" fmla="*/ 742805 w 3734332"/>
              <a:gd name="connsiteY1" fmla="*/ 1 h 1322524"/>
              <a:gd name="connsiteX2" fmla="*/ 1490623 w 3734332"/>
              <a:gd name="connsiteY2" fmla="*/ 587255 h 1322524"/>
              <a:gd name="connsiteX3" fmla="*/ 2226562 w 3734332"/>
              <a:gd name="connsiteY3" fmla="*/ 386048 h 1322524"/>
              <a:gd name="connsiteX4" fmla="*/ 2604156 w 3734332"/>
              <a:gd name="connsiteY4" fmla="*/ 513537 h 1322524"/>
              <a:gd name="connsiteX5" fmla="*/ 2907547 w 3734332"/>
              <a:gd name="connsiteY5" fmla="*/ 455612 h 1322524"/>
              <a:gd name="connsiteX6" fmla="*/ 3355028 w 3734332"/>
              <a:gd name="connsiteY6" fmla="*/ 480757 h 1322524"/>
              <a:gd name="connsiteX7" fmla="*/ 3734332 w 3734332"/>
              <a:gd name="connsiteY7" fmla="*/ 476573 h 1322524"/>
              <a:gd name="connsiteX0" fmla="*/ 0 w 3734332"/>
              <a:gd name="connsiteY0" fmla="*/ 1322524 h 1322524"/>
              <a:gd name="connsiteX1" fmla="*/ 742805 w 3734332"/>
              <a:gd name="connsiteY1" fmla="*/ 1 h 1322524"/>
              <a:gd name="connsiteX2" fmla="*/ 1490623 w 3734332"/>
              <a:gd name="connsiteY2" fmla="*/ 587255 h 1322524"/>
              <a:gd name="connsiteX3" fmla="*/ 2226562 w 3734332"/>
              <a:gd name="connsiteY3" fmla="*/ 386048 h 1322524"/>
              <a:gd name="connsiteX4" fmla="*/ 2604156 w 3734332"/>
              <a:gd name="connsiteY4" fmla="*/ 513537 h 1322524"/>
              <a:gd name="connsiteX5" fmla="*/ 2907547 w 3734332"/>
              <a:gd name="connsiteY5" fmla="*/ 455612 h 1322524"/>
              <a:gd name="connsiteX6" fmla="*/ 3355028 w 3734332"/>
              <a:gd name="connsiteY6" fmla="*/ 480757 h 1322524"/>
              <a:gd name="connsiteX7" fmla="*/ 3734332 w 3734332"/>
              <a:gd name="connsiteY7" fmla="*/ 476573 h 1322524"/>
              <a:gd name="connsiteX0" fmla="*/ 0 w 3734332"/>
              <a:gd name="connsiteY0" fmla="*/ 1322524 h 1322524"/>
              <a:gd name="connsiteX1" fmla="*/ 742805 w 3734332"/>
              <a:gd name="connsiteY1" fmla="*/ 1 h 1322524"/>
              <a:gd name="connsiteX2" fmla="*/ 1490623 w 3734332"/>
              <a:gd name="connsiteY2" fmla="*/ 587255 h 1322524"/>
              <a:gd name="connsiteX3" fmla="*/ 2132685 w 3734332"/>
              <a:gd name="connsiteY3" fmla="*/ 386048 h 1322524"/>
              <a:gd name="connsiteX4" fmla="*/ 2604156 w 3734332"/>
              <a:gd name="connsiteY4" fmla="*/ 513537 h 1322524"/>
              <a:gd name="connsiteX5" fmla="*/ 2907547 w 3734332"/>
              <a:gd name="connsiteY5" fmla="*/ 455612 h 1322524"/>
              <a:gd name="connsiteX6" fmla="*/ 3355028 w 3734332"/>
              <a:gd name="connsiteY6" fmla="*/ 480757 h 1322524"/>
              <a:gd name="connsiteX7" fmla="*/ 3734332 w 3734332"/>
              <a:gd name="connsiteY7" fmla="*/ 476573 h 1322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4332" h="1322524">
                <a:moveTo>
                  <a:pt x="0" y="1322524"/>
                </a:moveTo>
                <a:cubicBezTo>
                  <a:pt x="147577" y="915963"/>
                  <a:pt x="475593" y="-670"/>
                  <a:pt x="742805" y="1"/>
                </a:cubicBezTo>
                <a:cubicBezTo>
                  <a:pt x="1010017" y="672"/>
                  <a:pt x="1258976" y="522914"/>
                  <a:pt x="1490623" y="587255"/>
                </a:cubicBezTo>
                <a:cubicBezTo>
                  <a:pt x="1722270" y="651596"/>
                  <a:pt x="1940837" y="388276"/>
                  <a:pt x="2132685" y="386048"/>
                </a:cubicBezTo>
                <a:cubicBezTo>
                  <a:pt x="2324533" y="383820"/>
                  <a:pt x="2475012" y="501943"/>
                  <a:pt x="2604156" y="513537"/>
                </a:cubicBezTo>
                <a:cubicBezTo>
                  <a:pt x="2733300" y="525131"/>
                  <a:pt x="2782402" y="461075"/>
                  <a:pt x="2907547" y="455612"/>
                </a:cubicBezTo>
                <a:cubicBezTo>
                  <a:pt x="3032692" y="450149"/>
                  <a:pt x="3236006" y="479778"/>
                  <a:pt x="3355028" y="480757"/>
                </a:cubicBezTo>
                <a:lnTo>
                  <a:pt x="3734332" y="476573"/>
                </a:ln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99600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8" grpId="0" animBg="1"/>
      <p:bldP spid="40" grpId="0"/>
      <p:bldP spid="4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3936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线性系统时域性能指标</a:t>
            </a:r>
          </a:p>
        </p:txBody>
      </p:sp>
      <p:grpSp>
        <p:nvGrpSpPr>
          <p:cNvPr id="32" name="坐标轴">
            <a:extLst>
              <a:ext uri="{FF2B5EF4-FFF2-40B4-BE49-F238E27FC236}">
                <a16:creationId xmlns:a16="http://schemas.microsoft.com/office/drawing/2014/main" id="{3ECDF0AE-8583-0A0E-6B5D-BB295454C98F}"/>
              </a:ext>
            </a:extLst>
          </p:cNvPr>
          <p:cNvGrpSpPr/>
          <p:nvPr/>
        </p:nvGrpSpPr>
        <p:grpSpPr>
          <a:xfrm>
            <a:off x="2091951" y="2018473"/>
            <a:ext cx="8330364" cy="3741032"/>
            <a:chOff x="2091951" y="2018473"/>
            <a:chExt cx="8330364" cy="3741032"/>
          </a:xfrm>
        </p:grpSpPr>
        <p:cxnSp>
          <p:nvCxnSpPr>
            <p:cNvPr id="33" name="x轴">
              <a:extLst>
                <a:ext uri="{FF2B5EF4-FFF2-40B4-BE49-F238E27FC236}">
                  <a16:creationId xmlns:a16="http://schemas.microsoft.com/office/drawing/2014/main" id="{312B91CE-37D2-EEE6-1334-4CE2037E5C7A}"/>
                </a:ext>
              </a:extLst>
            </p:cNvPr>
            <p:cNvCxnSpPr>
              <a:cxnSpLocks/>
            </p:cNvCxnSpPr>
            <p:nvPr/>
          </p:nvCxnSpPr>
          <p:spPr>
            <a:xfrm>
              <a:off x="2501326" y="5583534"/>
              <a:ext cx="7688193" cy="1577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y轴">
              <a:extLst>
                <a:ext uri="{FF2B5EF4-FFF2-40B4-BE49-F238E27FC236}">
                  <a16:creationId xmlns:a16="http://schemas.microsoft.com/office/drawing/2014/main" id="{EEBC814A-D0AC-2A5F-1A02-35F0660760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1929" y="2159370"/>
              <a:ext cx="18796" cy="343994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labelt">
                  <a:extLst>
                    <a:ext uri="{FF2B5EF4-FFF2-40B4-BE49-F238E27FC236}">
                      <a16:creationId xmlns:a16="http://schemas.microsoft.com/office/drawing/2014/main" id="{E0F9864A-3AC1-4C91-3908-F9F603494FCC}"/>
                    </a:ext>
                  </a:extLst>
                </p:cNvPr>
                <p:cNvSpPr txBox="1"/>
                <p:nvPr/>
              </p:nvSpPr>
              <p:spPr>
                <a:xfrm>
                  <a:off x="9956721" y="5076093"/>
                  <a:ext cx="465594" cy="5232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5" name="labelt">
                  <a:extLst>
                    <a:ext uri="{FF2B5EF4-FFF2-40B4-BE49-F238E27FC236}">
                      <a16:creationId xmlns:a16="http://schemas.microsoft.com/office/drawing/2014/main" id="{E0F9864A-3AC1-4C91-3908-F9F603494F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56721" y="5076093"/>
                  <a:ext cx="465594" cy="52321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label0">
                  <a:extLst>
                    <a:ext uri="{FF2B5EF4-FFF2-40B4-BE49-F238E27FC236}">
                      <a16:creationId xmlns:a16="http://schemas.microsoft.com/office/drawing/2014/main" id="{3A769B0C-ED98-9A13-681F-6D116172C42C}"/>
                    </a:ext>
                  </a:extLst>
                </p:cNvPr>
                <p:cNvSpPr txBox="1"/>
                <p:nvPr/>
              </p:nvSpPr>
              <p:spPr>
                <a:xfrm>
                  <a:off x="2091951" y="5236286"/>
                  <a:ext cx="341245" cy="5232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6" name="label0">
                  <a:extLst>
                    <a:ext uri="{FF2B5EF4-FFF2-40B4-BE49-F238E27FC236}">
                      <a16:creationId xmlns:a16="http://schemas.microsoft.com/office/drawing/2014/main" id="{3A769B0C-ED98-9A13-681F-6D116172C4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1951" y="5236286"/>
                  <a:ext cx="341245" cy="523219"/>
                </a:xfrm>
                <a:prstGeom prst="rect">
                  <a:avLst/>
                </a:prstGeom>
                <a:blipFill>
                  <a:blip r:embed="rId4"/>
                  <a:stretch>
                    <a:fillRect l="-7143" r="-2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ht">
                  <a:extLst>
                    <a:ext uri="{FF2B5EF4-FFF2-40B4-BE49-F238E27FC236}">
                      <a16:creationId xmlns:a16="http://schemas.microsoft.com/office/drawing/2014/main" id="{49A97FB1-248B-637F-192E-445A82219D68}"/>
                    </a:ext>
                  </a:extLst>
                </p:cNvPr>
                <p:cNvSpPr txBox="1"/>
                <p:nvPr/>
              </p:nvSpPr>
              <p:spPr>
                <a:xfrm>
                  <a:off x="2546838" y="2018473"/>
                  <a:ext cx="504849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7" name="ht">
                  <a:extLst>
                    <a:ext uri="{FF2B5EF4-FFF2-40B4-BE49-F238E27FC236}">
                      <a16:creationId xmlns:a16="http://schemas.microsoft.com/office/drawing/2014/main" id="{49A97FB1-248B-637F-192E-445A82219D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6838" y="2018473"/>
                  <a:ext cx="504849" cy="524695"/>
                </a:xfrm>
                <a:prstGeom prst="rect">
                  <a:avLst/>
                </a:prstGeom>
                <a:blipFill>
                  <a:blip r:embed="rId5"/>
                  <a:stretch>
                    <a:fillRect l="-7317" r="-75610" b="-16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终值辅助线">
            <a:extLst>
              <a:ext uri="{FF2B5EF4-FFF2-40B4-BE49-F238E27FC236}">
                <a16:creationId xmlns:a16="http://schemas.microsoft.com/office/drawing/2014/main" id="{36E27E48-F34E-B26E-E73B-A65A4C0AAA38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2510725" y="3550349"/>
            <a:ext cx="7832953" cy="0"/>
          </a:xfrm>
          <a:prstGeom prst="straightConnector1">
            <a:avLst/>
          </a:prstGeom>
          <a:ln w="25400">
            <a:solidFill>
              <a:schemeClr val="tx2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0.5h辅助线1">
            <a:extLst>
              <a:ext uri="{FF2B5EF4-FFF2-40B4-BE49-F238E27FC236}">
                <a16:creationId xmlns:a16="http://schemas.microsoft.com/office/drawing/2014/main" id="{44111D1D-F44A-E954-3D8C-7FE325B64C04}"/>
              </a:ext>
            </a:extLst>
          </p:cNvPr>
          <p:cNvCxnSpPr>
            <a:cxnSpLocks/>
          </p:cNvCxnSpPr>
          <p:nvPr/>
        </p:nvCxnSpPr>
        <p:spPr>
          <a:xfrm>
            <a:off x="2491929" y="4509120"/>
            <a:ext cx="290909" cy="0"/>
          </a:xfrm>
          <a:prstGeom prst="straightConnector1">
            <a:avLst/>
          </a:prstGeom>
          <a:ln w="25400">
            <a:solidFill>
              <a:srgbClr val="159F84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小标题1">
                <a:extLst>
                  <a:ext uri="{FF2B5EF4-FFF2-40B4-BE49-F238E27FC236}">
                    <a16:creationId xmlns:a16="http://schemas.microsoft.com/office/drawing/2014/main" id="{EE3595AB-7710-C21A-9E1C-9830B04E5C4B}"/>
                  </a:ext>
                </a:extLst>
              </p:cNvPr>
              <p:cNvSpPr/>
              <p:nvPr/>
            </p:nvSpPr>
            <p:spPr bwMode="auto">
              <a:xfrm>
                <a:off x="208571" y="960808"/>
                <a:ext cx="2376264" cy="576000"/>
              </a:xfrm>
              <a:prstGeom prst="roundRect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3200" b="1" dirty="0">
                    <a:solidFill>
                      <a:schemeClr val="bg1"/>
                    </a:solidFill>
                    <a:latin typeface="Stencil" panose="040409050D0802020404" pitchFamily="82" charset="0"/>
                  </a:rPr>
                  <a:t>超调量 </a:t>
                </a:r>
                <a14:m>
                  <m:oMath xmlns:m="http://schemas.openxmlformats.org/officeDocument/2006/math">
                    <m:r>
                      <a:rPr lang="el-GR" altLang="zh-CN" sz="32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l-GR" altLang="zh-CN" sz="32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endParaRPr>
              </a:p>
            </p:txBody>
          </p:sp>
        </mc:Choice>
        <mc:Fallback xmlns="">
          <p:sp>
            <p:nvSpPr>
              <p:cNvPr id="57" name="小标题1">
                <a:extLst>
                  <a:ext uri="{FF2B5EF4-FFF2-40B4-BE49-F238E27FC236}">
                    <a16:creationId xmlns:a16="http://schemas.microsoft.com/office/drawing/2014/main" id="{EE3595AB-7710-C21A-9E1C-9830B04E5C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8571" y="960808"/>
                <a:ext cx="2376264" cy="5760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说明1">
                <a:extLst>
                  <a:ext uri="{FF2B5EF4-FFF2-40B4-BE49-F238E27FC236}">
                    <a16:creationId xmlns:a16="http://schemas.microsoft.com/office/drawing/2014/main" id="{D2A099A2-5355-818D-9033-BC6C1FEAB9E3}"/>
                  </a:ext>
                </a:extLst>
              </p:cNvPr>
              <p:cNvSpPr txBox="1"/>
              <p:nvPr/>
            </p:nvSpPr>
            <p:spPr>
              <a:xfrm>
                <a:off x="2854845" y="962865"/>
                <a:ext cx="7832953" cy="889535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rgbClr val="159F84"/>
                    </a:solidFill>
                  </a:rPr>
                  <a:t>峰值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超出</a:t>
                </a:r>
                <a:r>
                  <a:rPr kumimoji="1" lang="zh-CN" altLang="en-US" sz="2800" dirty="0">
                    <a:solidFill>
                      <a:srgbClr val="E44860"/>
                    </a:solidFill>
                  </a:rPr>
                  <a:t>终值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的百分比 </a:t>
                </a:r>
                <a14:m>
                  <m:oMath xmlns:m="http://schemas.openxmlformats.org/officeDocument/2006/math">
                    <m:r>
                      <a:rPr kumimoji="1" lang="el-GR" altLang="zh-CN" sz="28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kumimoji="1" lang="el-GR" altLang="zh-CN" sz="28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%=</m:t>
                    </m:r>
                    <m:f>
                      <m:fPr>
                        <m:ctrlPr>
                          <a:rPr kumimoji="1" lang="en-US" altLang="zh-CN" sz="28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" altLang="zh-CN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kumimoji="1" lang="en" altLang="zh-CN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" altLang="zh-CN" sz="2800" i="1" dirty="0" err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" altLang="zh-CN" sz="2800" i="1" dirty="0" err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kumimoji="1" lang="en" altLang="zh-CN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a:rPr kumimoji="1" lang="en" altLang="zh-CN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kumimoji="1" lang="en" altLang="zh-CN" sz="28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" altLang="zh-CN" sz="28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e>
                        </m:d>
                      </m:num>
                      <m:den>
                        <m:r>
                          <a:rPr kumimoji="1" lang="en" altLang="zh-CN" sz="28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kumimoji="1" lang="en" altLang="zh-CN" sz="28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" altLang="zh-CN" sz="28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e>
                        </m:d>
                      </m:den>
                    </m:f>
                    <m:r>
                      <a:rPr kumimoji="1" lang="en" altLang="zh-CN" sz="28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× 100%</m:t>
                    </m:r>
                  </m:oMath>
                </a14:m>
                <a:endParaRPr kumimoji="1" lang="zh-CN" altLang="en-US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8" name="说明1">
                <a:extLst>
                  <a:ext uri="{FF2B5EF4-FFF2-40B4-BE49-F238E27FC236}">
                    <a16:creationId xmlns:a16="http://schemas.microsoft.com/office/drawing/2014/main" id="{D2A099A2-5355-818D-9033-BC6C1FEAB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845" y="962865"/>
                <a:ext cx="7832953" cy="889535"/>
              </a:xfrm>
              <a:prstGeom prst="flowChartAlternateProcess">
                <a:avLst/>
              </a:prstGeom>
              <a:blipFill>
                <a:blip r:embed="rId7"/>
                <a:stretch>
                  <a:fillRect l="-806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象函数1">
                <a:extLst>
                  <a:ext uri="{FF2B5EF4-FFF2-40B4-BE49-F238E27FC236}">
                    <a16:creationId xmlns:a16="http://schemas.microsoft.com/office/drawing/2014/main" id="{ECABD3D7-5199-BC90-8408-ED3D377F906F}"/>
                  </a:ext>
                </a:extLst>
              </p:cNvPr>
              <p:cNvSpPr txBox="1"/>
              <p:nvPr/>
            </p:nvSpPr>
            <p:spPr>
              <a:xfrm>
                <a:off x="10343678" y="3288001"/>
                <a:ext cx="504849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(∞)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" name="象函数1">
                <a:extLst>
                  <a:ext uri="{FF2B5EF4-FFF2-40B4-BE49-F238E27FC236}">
                    <a16:creationId xmlns:a16="http://schemas.microsoft.com/office/drawing/2014/main" id="{ECABD3D7-5199-BC90-8408-ED3D377F9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3678" y="3288001"/>
                <a:ext cx="504849" cy="524695"/>
              </a:xfrm>
              <a:prstGeom prst="rect">
                <a:avLst/>
              </a:prstGeom>
              <a:blipFill>
                <a:blip r:embed="rId8"/>
                <a:stretch>
                  <a:fillRect l="-7317" r="-107317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0.5h">
                <a:extLst>
                  <a:ext uri="{FF2B5EF4-FFF2-40B4-BE49-F238E27FC236}">
                    <a16:creationId xmlns:a16="http://schemas.microsoft.com/office/drawing/2014/main" id="{E1E3E8A4-4C97-B36E-5803-5B12D10AE951}"/>
                  </a:ext>
                </a:extLst>
              </p:cNvPr>
              <p:cNvSpPr txBox="1"/>
              <p:nvPr/>
            </p:nvSpPr>
            <p:spPr>
              <a:xfrm>
                <a:off x="1019783" y="4252828"/>
                <a:ext cx="1237566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159F84"/>
                          </a:solidFill>
                          <a:latin typeface="Cambria Math" panose="02040503050406030204" pitchFamily="18" charset="0"/>
                        </a:rPr>
                        <m:t>0.5</m:t>
                      </m:r>
                      <m:r>
                        <a:rPr lang="en-US" altLang="zh-CN" sz="2800" b="0" i="1" smtClean="0">
                          <a:solidFill>
                            <a:srgbClr val="159F84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sz="2800" b="0" i="1" smtClean="0">
                          <a:solidFill>
                            <a:srgbClr val="159F84"/>
                          </a:solidFill>
                          <a:latin typeface="Cambria Math" panose="02040503050406030204" pitchFamily="18" charset="0"/>
                        </a:rPr>
                        <m:t>(∞)</m:t>
                      </m:r>
                    </m:oMath>
                  </m:oMathPara>
                </a14:m>
                <a:endParaRPr lang="zh-CN" altLang="en-US" sz="2800" dirty="0">
                  <a:solidFill>
                    <a:srgbClr val="159F84"/>
                  </a:solidFill>
                </a:endParaRPr>
              </a:p>
            </p:txBody>
          </p:sp>
        </mc:Choice>
        <mc:Fallback xmlns="">
          <p:sp>
            <p:nvSpPr>
              <p:cNvPr id="72" name="0.5h">
                <a:extLst>
                  <a:ext uri="{FF2B5EF4-FFF2-40B4-BE49-F238E27FC236}">
                    <a16:creationId xmlns:a16="http://schemas.microsoft.com/office/drawing/2014/main" id="{E1E3E8A4-4C97-B36E-5803-5B12D10AE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783" y="4252828"/>
                <a:ext cx="1237566" cy="524695"/>
              </a:xfrm>
              <a:prstGeom prst="rect">
                <a:avLst/>
              </a:prstGeom>
              <a:blipFill>
                <a:blip r:embed="rId9"/>
                <a:stretch>
                  <a:fillRect l="-3061" r="-23469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0.5h辅助线2">
            <a:extLst>
              <a:ext uri="{FF2B5EF4-FFF2-40B4-BE49-F238E27FC236}">
                <a16:creationId xmlns:a16="http://schemas.microsoft.com/office/drawing/2014/main" id="{E61689B9-9279-D51C-F6C3-B94B23EE197A}"/>
              </a:ext>
            </a:extLst>
          </p:cNvPr>
          <p:cNvCxnSpPr>
            <a:cxnSpLocks/>
          </p:cNvCxnSpPr>
          <p:nvPr/>
        </p:nvCxnSpPr>
        <p:spPr>
          <a:xfrm>
            <a:off x="2799263" y="4509120"/>
            <a:ext cx="0" cy="1074414"/>
          </a:xfrm>
          <a:prstGeom prst="straightConnector1">
            <a:avLst/>
          </a:prstGeom>
          <a:ln w="25400">
            <a:solidFill>
              <a:srgbClr val="159F84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d箭头">
            <a:extLst>
              <a:ext uri="{FF2B5EF4-FFF2-40B4-BE49-F238E27FC236}">
                <a16:creationId xmlns:a16="http://schemas.microsoft.com/office/drawing/2014/main" id="{AD6D53B3-3410-2685-F6B3-D8137162BC94}"/>
              </a:ext>
            </a:extLst>
          </p:cNvPr>
          <p:cNvSpPr/>
          <p:nvPr/>
        </p:nvSpPr>
        <p:spPr>
          <a:xfrm rot="1193590">
            <a:off x="1992040" y="4058617"/>
            <a:ext cx="763202" cy="281818"/>
          </a:xfrm>
          <a:custGeom>
            <a:avLst/>
            <a:gdLst>
              <a:gd name="connsiteX0" fmla="*/ 974956 w 974956"/>
              <a:gd name="connsiteY0" fmla="*/ 313304 h 313304"/>
              <a:gd name="connsiteX1" fmla="*/ 302781 w 974956"/>
              <a:gd name="connsiteY1" fmla="*/ 22634 h 313304"/>
              <a:gd name="connsiteX2" fmla="*/ 0 w 974956"/>
              <a:gd name="connsiteY2" fmla="*/ 40801 h 313304"/>
              <a:gd name="connsiteX0" fmla="*/ 974956 w 974956"/>
              <a:gd name="connsiteY0" fmla="*/ 288927 h 288927"/>
              <a:gd name="connsiteX1" fmla="*/ 520783 w 974956"/>
              <a:gd name="connsiteY1" fmla="*/ 46702 h 288927"/>
              <a:gd name="connsiteX2" fmla="*/ 0 w 974956"/>
              <a:gd name="connsiteY2" fmla="*/ 16424 h 288927"/>
              <a:gd name="connsiteX0" fmla="*/ 974956 w 974956"/>
              <a:gd name="connsiteY0" fmla="*/ 288927 h 288927"/>
              <a:gd name="connsiteX1" fmla="*/ 520783 w 974956"/>
              <a:gd name="connsiteY1" fmla="*/ 46702 h 288927"/>
              <a:gd name="connsiteX2" fmla="*/ 0 w 974956"/>
              <a:gd name="connsiteY2" fmla="*/ 16424 h 288927"/>
              <a:gd name="connsiteX0" fmla="*/ 974956 w 974956"/>
              <a:gd name="connsiteY0" fmla="*/ 288927 h 288927"/>
              <a:gd name="connsiteX1" fmla="*/ 520783 w 974956"/>
              <a:gd name="connsiteY1" fmla="*/ 46702 h 288927"/>
              <a:gd name="connsiteX2" fmla="*/ 0 w 974956"/>
              <a:gd name="connsiteY2" fmla="*/ 16424 h 288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4956" h="288927">
                <a:moveTo>
                  <a:pt x="974956" y="288927"/>
                </a:moveTo>
                <a:cubicBezTo>
                  <a:pt x="750393" y="136022"/>
                  <a:pt x="695388" y="110286"/>
                  <a:pt x="520783" y="46702"/>
                </a:cubicBezTo>
                <a:cubicBezTo>
                  <a:pt x="358290" y="1285"/>
                  <a:pt x="70144" y="-15368"/>
                  <a:pt x="0" y="16424"/>
                </a:cubicBezTo>
              </a:path>
            </a:pathLst>
          </a:custGeom>
          <a:noFill/>
          <a:ln>
            <a:solidFill>
              <a:srgbClr val="159F84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延迟时间">
                <a:extLst>
                  <a:ext uri="{FF2B5EF4-FFF2-40B4-BE49-F238E27FC236}">
                    <a16:creationId xmlns:a16="http://schemas.microsoft.com/office/drawing/2014/main" id="{4982C0E6-254C-7D62-E7BB-01D69045219E}"/>
                  </a:ext>
                </a:extLst>
              </p:cNvPr>
              <p:cNvSpPr txBox="1"/>
              <p:nvPr/>
            </p:nvSpPr>
            <p:spPr>
              <a:xfrm>
                <a:off x="211800" y="3405480"/>
                <a:ext cx="200801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rgbClr val="159F84"/>
                    </a:solidFill>
                  </a:rPr>
                  <a:t>延迟时间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159F8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159F84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159F84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zh-CN" altLang="en-US" sz="2800" dirty="0">
                  <a:solidFill>
                    <a:srgbClr val="159F84"/>
                  </a:solidFill>
                </a:endParaRPr>
              </a:p>
            </p:txBody>
          </p:sp>
        </mc:Choice>
        <mc:Fallback xmlns="">
          <p:sp>
            <p:nvSpPr>
              <p:cNvPr id="77" name="延迟时间">
                <a:extLst>
                  <a:ext uri="{FF2B5EF4-FFF2-40B4-BE49-F238E27FC236}">
                    <a16:creationId xmlns:a16="http://schemas.microsoft.com/office/drawing/2014/main" id="{4982C0E6-254C-7D62-E7BB-01D690452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00" y="3405480"/>
                <a:ext cx="2008016" cy="523220"/>
              </a:xfrm>
              <a:prstGeom prst="rect">
                <a:avLst/>
              </a:prstGeom>
              <a:blipFill>
                <a:blip r:embed="rId10"/>
                <a:stretch>
                  <a:fillRect l="-6289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tr辅助线1">
            <a:extLst>
              <a:ext uri="{FF2B5EF4-FFF2-40B4-BE49-F238E27FC236}">
                <a16:creationId xmlns:a16="http://schemas.microsoft.com/office/drawing/2014/main" id="{EAC3C9A5-70E7-DABD-6D70-CD570FEEBA99}"/>
              </a:ext>
            </a:extLst>
          </p:cNvPr>
          <p:cNvCxnSpPr>
            <a:cxnSpLocks/>
          </p:cNvCxnSpPr>
          <p:nvPr/>
        </p:nvCxnSpPr>
        <p:spPr>
          <a:xfrm>
            <a:off x="2491929" y="5599312"/>
            <a:ext cx="0" cy="493984"/>
          </a:xfrm>
          <a:prstGeom prst="straightConnector1">
            <a:avLst/>
          </a:prstGeom>
          <a:ln w="25400">
            <a:solidFill>
              <a:srgbClr val="00B0F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r辅助线2">
            <a:extLst>
              <a:ext uri="{FF2B5EF4-FFF2-40B4-BE49-F238E27FC236}">
                <a16:creationId xmlns:a16="http://schemas.microsoft.com/office/drawing/2014/main" id="{18F20ABE-B1DF-28A6-2D1E-F7CAAE83C480}"/>
              </a:ext>
            </a:extLst>
          </p:cNvPr>
          <p:cNvCxnSpPr>
            <a:cxnSpLocks/>
          </p:cNvCxnSpPr>
          <p:nvPr/>
        </p:nvCxnSpPr>
        <p:spPr>
          <a:xfrm>
            <a:off x="3142878" y="3550349"/>
            <a:ext cx="0" cy="2542947"/>
          </a:xfrm>
          <a:prstGeom prst="straightConnector1">
            <a:avLst/>
          </a:prstGeom>
          <a:ln w="25400">
            <a:solidFill>
              <a:srgbClr val="00B0F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r辅助线3">
            <a:extLst>
              <a:ext uri="{FF2B5EF4-FFF2-40B4-BE49-F238E27FC236}">
                <a16:creationId xmlns:a16="http://schemas.microsoft.com/office/drawing/2014/main" id="{79921F78-E4CC-E471-0882-179C5FBB817E}"/>
              </a:ext>
            </a:extLst>
          </p:cNvPr>
          <p:cNvCxnSpPr>
            <a:cxnSpLocks/>
          </p:cNvCxnSpPr>
          <p:nvPr/>
        </p:nvCxnSpPr>
        <p:spPr>
          <a:xfrm flipH="1">
            <a:off x="2491929" y="5877272"/>
            <a:ext cx="650949" cy="0"/>
          </a:xfrm>
          <a:prstGeom prst="straightConnector1">
            <a:avLst/>
          </a:prstGeom>
          <a:ln w="25400">
            <a:solidFill>
              <a:srgbClr val="00B0F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上升时间">
                <a:extLst>
                  <a:ext uri="{FF2B5EF4-FFF2-40B4-BE49-F238E27FC236}">
                    <a16:creationId xmlns:a16="http://schemas.microsoft.com/office/drawing/2014/main" id="{FB5AD512-8A9F-00E2-6FBD-BE12D12F1E66}"/>
                  </a:ext>
                </a:extLst>
              </p:cNvPr>
              <p:cNvSpPr txBox="1"/>
              <p:nvPr/>
            </p:nvSpPr>
            <p:spPr>
              <a:xfrm>
                <a:off x="3187414" y="5679385"/>
                <a:ext cx="19358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rgbClr val="00B0F0"/>
                    </a:solidFill>
                  </a:rPr>
                  <a:t>上升时间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zh-CN" altLang="en-US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0" name="上升时间">
                <a:extLst>
                  <a:ext uri="{FF2B5EF4-FFF2-40B4-BE49-F238E27FC236}">
                    <a16:creationId xmlns:a16="http://schemas.microsoft.com/office/drawing/2014/main" id="{FB5AD512-8A9F-00E2-6FBD-BE12D12F1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414" y="5679385"/>
                <a:ext cx="1935856" cy="523220"/>
              </a:xfrm>
              <a:prstGeom prst="rect">
                <a:avLst/>
              </a:prstGeom>
              <a:blipFill>
                <a:blip r:embed="rId11"/>
                <a:stretch>
                  <a:fillRect l="-7190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tp辅助线1">
            <a:extLst>
              <a:ext uri="{FF2B5EF4-FFF2-40B4-BE49-F238E27FC236}">
                <a16:creationId xmlns:a16="http://schemas.microsoft.com/office/drawing/2014/main" id="{1E391ACA-4F38-A555-0538-CF7FBAC6BA6D}"/>
              </a:ext>
            </a:extLst>
          </p:cNvPr>
          <p:cNvCxnSpPr>
            <a:cxnSpLocks/>
            <a:stCxn id="18" idx="1"/>
          </p:cNvCxnSpPr>
          <p:nvPr/>
        </p:nvCxnSpPr>
        <p:spPr>
          <a:xfrm>
            <a:off x="3933009" y="2404705"/>
            <a:ext cx="0" cy="3178829"/>
          </a:xfrm>
          <a:prstGeom prst="straightConnector1">
            <a:avLst/>
          </a:prstGeom>
          <a:ln w="25400">
            <a:solidFill>
              <a:schemeClr val="accent6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tp辅助线2">
            <a:extLst>
              <a:ext uri="{FF2B5EF4-FFF2-40B4-BE49-F238E27FC236}">
                <a16:creationId xmlns:a16="http://schemas.microsoft.com/office/drawing/2014/main" id="{42BAA255-2F1E-ED2B-911A-4C3AE09B6C8A}"/>
              </a:ext>
            </a:extLst>
          </p:cNvPr>
          <p:cNvCxnSpPr>
            <a:cxnSpLocks/>
          </p:cNvCxnSpPr>
          <p:nvPr/>
        </p:nvCxnSpPr>
        <p:spPr>
          <a:xfrm flipH="1">
            <a:off x="2502344" y="3994119"/>
            <a:ext cx="1424688" cy="0"/>
          </a:xfrm>
          <a:prstGeom prst="straightConnector1">
            <a:avLst/>
          </a:prstGeom>
          <a:ln w="25400">
            <a:solidFill>
              <a:schemeClr val="accent6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峰值时间">
                <a:extLst>
                  <a:ext uri="{FF2B5EF4-FFF2-40B4-BE49-F238E27FC236}">
                    <a16:creationId xmlns:a16="http://schemas.microsoft.com/office/drawing/2014/main" id="{73BC11C7-7AF5-2338-FF7C-77EB3EC04E85}"/>
                  </a:ext>
                </a:extLst>
              </p:cNvPr>
              <p:cNvSpPr txBox="1"/>
              <p:nvPr/>
            </p:nvSpPr>
            <p:spPr>
              <a:xfrm>
                <a:off x="3958988" y="3782112"/>
                <a:ext cx="1935856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chemeClr val="accent6"/>
                    </a:solidFill>
                  </a:rPr>
                  <a:t>峰值时间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zh-CN" altLang="en-US" sz="28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31" name="峰值时间">
                <a:extLst>
                  <a:ext uri="{FF2B5EF4-FFF2-40B4-BE49-F238E27FC236}">
                    <a16:creationId xmlns:a16="http://schemas.microsoft.com/office/drawing/2014/main" id="{73BC11C7-7AF5-2338-FF7C-77EB3EC04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8988" y="3782112"/>
                <a:ext cx="1935856" cy="556434"/>
              </a:xfrm>
              <a:prstGeom prst="rect">
                <a:avLst/>
              </a:prstGeom>
              <a:blipFill>
                <a:blip r:embed="rId12"/>
                <a:stretch>
                  <a:fillRect l="-6494" t="-11111" b="-2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ts辅助线1">
            <a:extLst>
              <a:ext uri="{FF2B5EF4-FFF2-40B4-BE49-F238E27FC236}">
                <a16:creationId xmlns:a16="http://schemas.microsoft.com/office/drawing/2014/main" id="{E35C2B09-55D4-1CA5-D1F5-A14CD524D572}"/>
              </a:ext>
            </a:extLst>
          </p:cNvPr>
          <p:cNvCxnSpPr>
            <a:cxnSpLocks/>
          </p:cNvCxnSpPr>
          <p:nvPr/>
        </p:nvCxnSpPr>
        <p:spPr>
          <a:xfrm>
            <a:off x="2510725" y="3717032"/>
            <a:ext cx="7832953" cy="0"/>
          </a:xfrm>
          <a:prstGeom prst="straightConnector1">
            <a:avLst/>
          </a:prstGeom>
          <a:ln w="25400">
            <a:solidFill>
              <a:schemeClr val="accent4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ts辅助线2">
            <a:extLst>
              <a:ext uri="{FF2B5EF4-FFF2-40B4-BE49-F238E27FC236}">
                <a16:creationId xmlns:a16="http://schemas.microsoft.com/office/drawing/2014/main" id="{70B2A9C1-A9AD-AAA9-3923-425DF77B5F42}"/>
              </a:ext>
            </a:extLst>
          </p:cNvPr>
          <p:cNvCxnSpPr>
            <a:cxnSpLocks/>
          </p:cNvCxnSpPr>
          <p:nvPr/>
        </p:nvCxnSpPr>
        <p:spPr>
          <a:xfrm>
            <a:off x="2521754" y="3356992"/>
            <a:ext cx="7832953" cy="0"/>
          </a:xfrm>
          <a:prstGeom prst="straightConnector1">
            <a:avLst/>
          </a:prstGeom>
          <a:ln w="25400">
            <a:solidFill>
              <a:schemeClr val="accent4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ts辅助线3">
            <a:extLst>
              <a:ext uri="{FF2B5EF4-FFF2-40B4-BE49-F238E27FC236}">
                <a16:creationId xmlns:a16="http://schemas.microsoft.com/office/drawing/2014/main" id="{D8D16664-5F5F-62E5-1915-3B374594AFA8}"/>
              </a:ext>
            </a:extLst>
          </p:cNvPr>
          <p:cNvCxnSpPr>
            <a:cxnSpLocks/>
          </p:cNvCxnSpPr>
          <p:nvPr/>
        </p:nvCxnSpPr>
        <p:spPr>
          <a:xfrm>
            <a:off x="6094413" y="2908759"/>
            <a:ext cx="0" cy="448233"/>
          </a:xfrm>
          <a:prstGeom prst="straightConnector1">
            <a:avLst/>
          </a:prstGeom>
          <a:ln w="25400">
            <a:solidFill>
              <a:schemeClr val="accent4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ts辅助线4">
            <a:extLst>
              <a:ext uri="{FF2B5EF4-FFF2-40B4-BE49-F238E27FC236}">
                <a16:creationId xmlns:a16="http://schemas.microsoft.com/office/drawing/2014/main" id="{A7F533DF-BE8D-6A28-942E-1A942F5D99B6}"/>
              </a:ext>
            </a:extLst>
          </p:cNvPr>
          <p:cNvCxnSpPr>
            <a:cxnSpLocks/>
          </p:cNvCxnSpPr>
          <p:nvPr/>
        </p:nvCxnSpPr>
        <p:spPr>
          <a:xfrm flipV="1">
            <a:off x="6091817" y="3704583"/>
            <a:ext cx="0" cy="448233"/>
          </a:xfrm>
          <a:prstGeom prst="straightConnector1">
            <a:avLst/>
          </a:prstGeom>
          <a:ln w="25400">
            <a:solidFill>
              <a:schemeClr val="accent4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误差带">
            <a:extLst>
              <a:ext uri="{FF2B5EF4-FFF2-40B4-BE49-F238E27FC236}">
                <a16:creationId xmlns:a16="http://schemas.microsoft.com/office/drawing/2014/main" id="{CC940B47-9F16-5C54-1681-C21EBA328799}"/>
              </a:ext>
            </a:extLst>
          </p:cNvPr>
          <p:cNvSpPr txBox="1"/>
          <p:nvPr/>
        </p:nvSpPr>
        <p:spPr>
          <a:xfrm>
            <a:off x="6094413" y="2818820"/>
            <a:ext cx="12969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F29B11"/>
                </a:solidFill>
              </a:rPr>
              <a:t>误差带</a:t>
            </a:r>
          </a:p>
        </p:txBody>
      </p:sp>
      <p:cxnSp>
        <p:nvCxnSpPr>
          <p:cNvPr id="41" name="ts辅助线5">
            <a:extLst>
              <a:ext uri="{FF2B5EF4-FFF2-40B4-BE49-F238E27FC236}">
                <a16:creationId xmlns:a16="http://schemas.microsoft.com/office/drawing/2014/main" id="{CEF39FE2-CF40-6E72-5BAB-6AC27BEC5B6B}"/>
              </a:ext>
            </a:extLst>
          </p:cNvPr>
          <p:cNvCxnSpPr>
            <a:cxnSpLocks/>
          </p:cNvCxnSpPr>
          <p:nvPr/>
        </p:nvCxnSpPr>
        <p:spPr>
          <a:xfrm>
            <a:off x="5894844" y="3717032"/>
            <a:ext cx="0" cy="1866502"/>
          </a:xfrm>
          <a:prstGeom prst="straightConnector1">
            <a:avLst/>
          </a:prstGeom>
          <a:ln w="25400">
            <a:solidFill>
              <a:schemeClr val="accent4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ts辅助线6">
            <a:extLst>
              <a:ext uri="{FF2B5EF4-FFF2-40B4-BE49-F238E27FC236}">
                <a16:creationId xmlns:a16="http://schemas.microsoft.com/office/drawing/2014/main" id="{A5CF292F-A33B-1B52-9717-3B75C290523C}"/>
              </a:ext>
            </a:extLst>
          </p:cNvPr>
          <p:cNvCxnSpPr>
            <a:cxnSpLocks/>
          </p:cNvCxnSpPr>
          <p:nvPr/>
        </p:nvCxnSpPr>
        <p:spPr>
          <a:xfrm>
            <a:off x="2521754" y="5076093"/>
            <a:ext cx="3373090" cy="0"/>
          </a:xfrm>
          <a:prstGeom prst="straightConnector1">
            <a:avLst/>
          </a:prstGeom>
          <a:ln w="25400">
            <a:solidFill>
              <a:schemeClr val="accent4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调节时间">
                <a:extLst>
                  <a:ext uri="{FF2B5EF4-FFF2-40B4-BE49-F238E27FC236}">
                    <a16:creationId xmlns:a16="http://schemas.microsoft.com/office/drawing/2014/main" id="{8E825CB4-9D9E-323D-5EA0-697C85C9756E}"/>
                  </a:ext>
                </a:extLst>
              </p:cNvPr>
              <p:cNvSpPr txBox="1"/>
              <p:nvPr/>
            </p:nvSpPr>
            <p:spPr>
              <a:xfrm>
                <a:off x="5924133" y="4812232"/>
                <a:ext cx="195424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rgbClr val="F29B11"/>
                    </a:solidFill>
                  </a:rPr>
                  <a:t>调节时间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F29B1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F29B1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F29B1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zh-CN" altLang="en-US" sz="2800" dirty="0">
                  <a:solidFill>
                    <a:srgbClr val="F29B11"/>
                  </a:solidFill>
                </a:endParaRPr>
              </a:p>
            </p:txBody>
          </p:sp>
        </mc:Choice>
        <mc:Fallback xmlns="">
          <p:sp>
            <p:nvSpPr>
              <p:cNvPr id="43" name="调节时间">
                <a:extLst>
                  <a:ext uri="{FF2B5EF4-FFF2-40B4-BE49-F238E27FC236}">
                    <a16:creationId xmlns:a16="http://schemas.microsoft.com/office/drawing/2014/main" id="{8E825CB4-9D9E-323D-5EA0-697C85C97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133" y="4812232"/>
                <a:ext cx="1954241" cy="523220"/>
              </a:xfrm>
              <a:prstGeom prst="rect">
                <a:avLst/>
              </a:prstGeom>
              <a:blipFill>
                <a:blip r:embed="rId13"/>
                <a:stretch>
                  <a:fillRect l="-6452" t="-13953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超调辅助线2">
            <a:extLst>
              <a:ext uri="{FF2B5EF4-FFF2-40B4-BE49-F238E27FC236}">
                <a16:creationId xmlns:a16="http://schemas.microsoft.com/office/drawing/2014/main" id="{62CA76B6-5FAB-D4D2-FC0A-95E0A289FC0C}"/>
              </a:ext>
            </a:extLst>
          </p:cNvPr>
          <p:cNvCxnSpPr>
            <a:cxnSpLocks/>
          </p:cNvCxnSpPr>
          <p:nvPr/>
        </p:nvCxnSpPr>
        <p:spPr>
          <a:xfrm>
            <a:off x="4416072" y="2394976"/>
            <a:ext cx="6301" cy="1161493"/>
          </a:xfrm>
          <a:prstGeom prst="straightConnector1">
            <a:avLst/>
          </a:prstGeom>
          <a:ln w="25400">
            <a:solidFill>
              <a:srgbClr val="C0000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超调辅助线1">
            <a:extLst>
              <a:ext uri="{FF2B5EF4-FFF2-40B4-BE49-F238E27FC236}">
                <a16:creationId xmlns:a16="http://schemas.microsoft.com/office/drawing/2014/main" id="{8604139A-4C1A-8173-7777-91EEF4696E30}"/>
              </a:ext>
            </a:extLst>
          </p:cNvPr>
          <p:cNvCxnSpPr>
            <a:cxnSpLocks/>
            <a:stCxn id="18" idx="1"/>
          </p:cNvCxnSpPr>
          <p:nvPr/>
        </p:nvCxnSpPr>
        <p:spPr>
          <a:xfrm>
            <a:off x="3933009" y="2404705"/>
            <a:ext cx="993907" cy="0"/>
          </a:xfrm>
          <a:prstGeom prst="straightConnector1">
            <a:avLst/>
          </a:prstGeom>
          <a:ln w="25400">
            <a:solidFill>
              <a:srgbClr val="C0000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超调辅助线3">
            <a:extLst>
              <a:ext uri="{FF2B5EF4-FFF2-40B4-BE49-F238E27FC236}">
                <a16:creationId xmlns:a16="http://schemas.microsoft.com/office/drawing/2014/main" id="{C9F6F594-C141-955E-D609-73931CD40746}"/>
              </a:ext>
            </a:extLst>
          </p:cNvPr>
          <p:cNvCxnSpPr>
            <a:cxnSpLocks/>
          </p:cNvCxnSpPr>
          <p:nvPr/>
        </p:nvCxnSpPr>
        <p:spPr>
          <a:xfrm>
            <a:off x="4422843" y="3547047"/>
            <a:ext cx="0" cy="2039488"/>
          </a:xfrm>
          <a:prstGeom prst="straightConnector1">
            <a:avLst/>
          </a:prstGeom>
          <a:ln w="25400">
            <a:solidFill>
              <a:srgbClr val="C0000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A">
                <a:extLst>
                  <a:ext uri="{FF2B5EF4-FFF2-40B4-BE49-F238E27FC236}">
                    <a16:creationId xmlns:a16="http://schemas.microsoft.com/office/drawing/2014/main" id="{797E4B85-25DD-52D6-EF86-BF51E69F2F18}"/>
                  </a:ext>
                </a:extLst>
              </p:cNvPr>
              <p:cNvSpPr txBox="1"/>
              <p:nvPr/>
            </p:nvSpPr>
            <p:spPr>
              <a:xfrm>
                <a:off x="4508370" y="2429085"/>
                <a:ext cx="487816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8" name="A">
                <a:extLst>
                  <a:ext uri="{FF2B5EF4-FFF2-40B4-BE49-F238E27FC236}">
                    <a16:creationId xmlns:a16="http://schemas.microsoft.com/office/drawing/2014/main" id="{797E4B85-25DD-52D6-EF86-BF51E69F2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8370" y="2429085"/>
                <a:ext cx="487816" cy="52469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B">
                <a:extLst>
                  <a:ext uri="{FF2B5EF4-FFF2-40B4-BE49-F238E27FC236}">
                    <a16:creationId xmlns:a16="http://schemas.microsoft.com/office/drawing/2014/main" id="{2A63F67F-4059-9D97-E3FF-67A46BF15408}"/>
                  </a:ext>
                </a:extLst>
              </p:cNvPr>
              <p:cNvSpPr txBox="1"/>
              <p:nvPr/>
            </p:nvSpPr>
            <p:spPr>
              <a:xfrm>
                <a:off x="4469004" y="4461001"/>
                <a:ext cx="487816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9" name="B">
                <a:extLst>
                  <a:ext uri="{FF2B5EF4-FFF2-40B4-BE49-F238E27FC236}">
                    <a16:creationId xmlns:a16="http://schemas.microsoft.com/office/drawing/2014/main" id="{2A63F67F-4059-9D97-E3FF-67A46BF15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004" y="4461001"/>
                <a:ext cx="487816" cy="52469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超调量">
                <a:extLst>
                  <a:ext uri="{FF2B5EF4-FFF2-40B4-BE49-F238E27FC236}">
                    <a16:creationId xmlns:a16="http://schemas.microsoft.com/office/drawing/2014/main" id="{723CE272-B842-FB86-8F71-5D4E9489E9CC}"/>
                  </a:ext>
                </a:extLst>
              </p:cNvPr>
              <p:cNvSpPr txBox="1"/>
              <p:nvPr/>
            </p:nvSpPr>
            <p:spPr>
              <a:xfrm>
                <a:off x="4926916" y="2089042"/>
                <a:ext cx="3233393" cy="7040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rgbClr val="C00000"/>
                    </a:solidFill>
                  </a:rPr>
                  <a:t>超调量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altLang="zh-CN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a:rPr lang="en-US" altLang="zh-CN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×100%</m:t>
                    </m:r>
                  </m:oMath>
                </a14:m>
                <a:endParaRPr lang="zh-CN" alt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0" name="超调量">
                <a:extLst>
                  <a:ext uri="{FF2B5EF4-FFF2-40B4-BE49-F238E27FC236}">
                    <a16:creationId xmlns:a16="http://schemas.microsoft.com/office/drawing/2014/main" id="{723CE272-B842-FB86-8F71-5D4E9489E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6916" y="2089042"/>
                <a:ext cx="3233393" cy="704039"/>
              </a:xfrm>
              <a:prstGeom prst="rect">
                <a:avLst/>
              </a:prstGeom>
              <a:blipFill>
                <a:blip r:embed="rId16"/>
                <a:stretch>
                  <a:fillRect l="-3906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" name="给定">
            <a:extLst>
              <a:ext uri="{FF2B5EF4-FFF2-40B4-BE49-F238E27FC236}">
                <a16:creationId xmlns:a16="http://schemas.microsoft.com/office/drawing/2014/main" id="{D02DB8F5-BE57-B507-09C3-168E8DA8DA77}"/>
              </a:ext>
            </a:extLst>
          </p:cNvPr>
          <p:cNvCxnSpPr>
            <a:cxnSpLocks/>
          </p:cNvCxnSpPr>
          <p:nvPr/>
        </p:nvCxnSpPr>
        <p:spPr>
          <a:xfrm>
            <a:off x="2521754" y="3460549"/>
            <a:ext cx="7192842" cy="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响应">
            <a:extLst>
              <a:ext uri="{FF2B5EF4-FFF2-40B4-BE49-F238E27FC236}">
                <a16:creationId xmlns:a16="http://schemas.microsoft.com/office/drawing/2014/main" id="{DE5A4B3F-2270-7321-DC45-8795E0A0B72B}"/>
              </a:ext>
            </a:extLst>
          </p:cNvPr>
          <p:cNvSpPr/>
          <p:nvPr/>
        </p:nvSpPr>
        <p:spPr>
          <a:xfrm>
            <a:off x="2495550" y="2404703"/>
            <a:ext cx="7226591" cy="3184883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  <a:gd name="connsiteX0" fmla="*/ 0 w 2407534"/>
              <a:gd name="connsiteY0" fmla="*/ 1157701 h 1157701"/>
              <a:gd name="connsiteX1" fmla="*/ 398588 w 2407534"/>
              <a:gd name="connsiteY1" fmla="*/ 23772 h 1157701"/>
              <a:gd name="connsiteX2" fmla="*/ 486137 w 2407534"/>
              <a:gd name="connsiteY2" fmla="*/ 382197 h 1157701"/>
              <a:gd name="connsiteX3" fmla="*/ 671331 w 2407534"/>
              <a:gd name="connsiteY3" fmla="*/ 324323 h 1157701"/>
              <a:gd name="connsiteX4" fmla="*/ 1030147 w 2407534"/>
              <a:gd name="connsiteY4" fmla="*/ 318536 h 1157701"/>
              <a:gd name="connsiteX5" fmla="*/ 2407534 w 2407534"/>
              <a:gd name="connsiteY5" fmla="*/ 324323 h 1157701"/>
              <a:gd name="connsiteX0" fmla="*/ 0 w 3690522"/>
              <a:gd name="connsiteY0" fmla="*/ 1157701 h 1157701"/>
              <a:gd name="connsiteX1" fmla="*/ 398588 w 3690522"/>
              <a:gd name="connsiteY1" fmla="*/ 23772 h 1157701"/>
              <a:gd name="connsiteX2" fmla="*/ 486137 w 3690522"/>
              <a:gd name="connsiteY2" fmla="*/ 382197 h 1157701"/>
              <a:gd name="connsiteX3" fmla="*/ 671331 w 3690522"/>
              <a:gd name="connsiteY3" fmla="*/ 324323 h 1157701"/>
              <a:gd name="connsiteX4" fmla="*/ 1030147 w 3690522"/>
              <a:gd name="connsiteY4" fmla="*/ 318536 h 1157701"/>
              <a:gd name="connsiteX5" fmla="*/ 3690522 w 3690522"/>
              <a:gd name="connsiteY5" fmla="*/ 314264 h 1157701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30147 w 3690522"/>
              <a:gd name="connsiteY4" fmla="*/ 317774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30147 w 3690522"/>
              <a:gd name="connsiteY4" fmla="*/ 317774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1358573 w 3690522"/>
              <a:gd name="connsiteY5" fmla="*/ 320202 h 1156939"/>
              <a:gd name="connsiteX6" fmla="*/ 3690522 w 3690522"/>
              <a:gd name="connsiteY6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1358573 w 3690522"/>
              <a:gd name="connsiteY5" fmla="*/ 320202 h 1156939"/>
              <a:gd name="connsiteX6" fmla="*/ 3690522 w 3690522"/>
              <a:gd name="connsiteY6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1358573 w 3690522"/>
              <a:gd name="connsiteY5" fmla="*/ 320202 h 1156939"/>
              <a:gd name="connsiteX6" fmla="*/ 3690522 w 3690522"/>
              <a:gd name="connsiteY6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1446192 w 3690522"/>
              <a:gd name="connsiteY5" fmla="*/ 239735 h 1156939"/>
              <a:gd name="connsiteX6" fmla="*/ 3690522 w 3690522"/>
              <a:gd name="connsiteY6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958175 w 3690522"/>
              <a:gd name="connsiteY4" fmla="*/ 340406 h 1156939"/>
              <a:gd name="connsiteX5" fmla="*/ 1446192 w 3690522"/>
              <a:gd name="connsiteY5" fmla="*/ 239735 h 1156939"/>
              <a:gd name="connsiteX6" fmla="*/ 3690522 w 3690522"/>
              <a:gd name="connsiteY6" fmla="*/ 313502 h 1156939"/>
              <a:gd name="connsiteX0" fmla="*/ 0 w 3690522"/>
              <a:gd name="connsiteY0" fmla="*/ 1156714 h 1156714"/>
              <a:gd name="connsiteX1" fmla="*/ 398588 w 3690522"/>
              <a:gd name="connsiteY1" fmla="*/ 22785 h 1156714"/>
              <a:gd name="connsiteX2" fmla="*/ 548722 w 3690522"/>
              <a:gd name="connsiteY2" fmla="*/ 383725 h 1156714"/>
              <a:gd name="connsiteX3" fmla="*/ 743303 w 3690522"/>
              <a:gd name="connsiteY3" fmla="*/ 212693 h 1156714"/>
              <a:gd name="connsiteX4" fmla="*/ 958175 w 3690522"/>
              <a:gd name="connsiteY4" fmla="*/ 340181 h 1156714"/>
              <a:gd name="connsiteX5" fmla="*/ 1446192 w 3690522"/>
              <a:gd name="connsiteY5" fmla="*/ 239510 h 1156714"/>
              <a:gd name="connsiteX6" fmla="*/ 3690522 w 3690522"/>
              <a:gd name="connsiteY6" fmla="*/ 313277 h 1156714"/>
              <a:gd name="connsiteX0" fmla="*/ 0 w 3690522"/>
              <a:gd name="connsiteY0" fmla="*/ 1155395 h 1155395"/>
              <a:gd name="connsiteX1" fmla="*/ 398588 w 3690522"/>
              <a:gd name="connsiteY1" fmla="*/ 21466 h 1155395"/>
              <a:gd name="connsiteX2" fmla="*/ 548722 w 3690522"/>
              <a:gd name="connsiteY2" fmla="*/ 382406 h 1155395"/>
              <a:gd name="connsiteX3" fmla="*/ 743303 w 3690522"/>
              <a:gd name="connsiteY3" fmla="*/ 211374 h 1155395"/>
              <a:gd name="connsiteX4" fmla="*/ 958175 w 3690522"/>
              <a:gd name="connsiteY4" fmla="*/ 338862 h 1155395"/>
              <a:gd name="connsiteX5" fmla="*/ 1446192 w 3690522"/>
              <a:gd name="connsiteY5" fmla="*/ 238191 h 1155395"/>
              <a:gd name="connsiteX6" fmla="*/ 3690522 w 3690522"/>
              <a:gd name="connsiteY6" fmla="*/ 311958 h 1155395"/>
              <a:gd name="connsiteX0" fmla="*/ 0 w 3690522"/>
              <a:gd name="connsiteY0" fmla="*/ 1155664 h 1155664"/>
              <a:gd name="connsiteX1" fmla="*/ 398588 w 3690522"/>
              <a:gd name="connsiteY1" fmla="*/ 21735 h 1155664"/>
              <a:gd name="connsiteX2" fmla="*/ 548722 w 3690522"/>
              <a:gd name="connsiteY2" fmla="*/ 382675 h 1155664"/>
              <a:gd name="connsiteX3" fmla="*/ 743303 w 3690522"/>
              <a:gd name="connsiteY3" fmla="*/ 211643 h 1155664"/>
              <a:gd name="connsiteX4" fmla="*/ 958175 w 3690522"/>
              <a:gd name="connsiteY4" fmla="*/ 339131 h 1155664"/>
              <a:gd name="connsiteX5" fmla="*/ 1446192 w 3690522"/>
              <a:gd name="connsiteY5" fmla="*/ 238460 h 1155664"/>
              <a:gd name="connsiteX6" fmla="*/ 3690522 w 3690522"/>
              <a:gd name="connsiteY6" fmla="*/ 312227 h 1155664"/>
              <a:gd name="connsiteX0" fmla="*/ 0 w 3690522"/>
              <a:gd name="connsiteY0" fmla="*/ 1133949 h 1133949"/>
              <a:gd name="connsiteX1" fmla="*/ 398588 w 3690522"/>
              <a:gd name="connsiteY1" fmla="*/ 20 h 1133949"/>
              <a:gd name="connsiteX2" fmla="*/ 548722 w 3690522"/>
              <a:gd name="connsiteY2" fmla="*/ 360960 h 1133949"/>
              <a:gd name="connsiteX3" fmla="*/ 743303 w 3690522"/>
              <a:gd name="connsiteY3" fmla="*/ 189928 h 1133949"/>
              <a:gd name="connsiteX4" fmla="*/ 958175 w 3690522"/>
              <a:gd name="connsiteY4" fmla="*/ 317416 h 1133949"/>
              <a:gd name="connsiteX5" fmla="*/ 1446192 w 3690522"/>
              <a:gd name="connsiteY5" fmla="*/ 216745 h 1133949"/>
              <a:gd name="connsiteX6" fmla="*/ 3690522 w 3690522"/>
              <a:gd name="connsiteY6" fmla="*/ 290512 h 1133949"/>
              <a:gd name="connsiteX0" fmla="*/ 0 w 3690522"/>
              <a:gd name="connsiteY0" fmla="*/ 1133949 h 1133949"/>
              <a:gd name="connsiteX1" fmla="*/ 398588 w 3690522"/>
              <a:gd name="connsiteY1" fmla="*/ 20 h 1133949"/>
              <a:gd name="connsiteX2" fmla="*/ 548722 w 3690522"/>
              <a:gd name="connsiteY2" fmla="*/ 360960 h 1133949"/>
              <a:gd name="connsiteX3" fmla="*/ 743303 w 3690522"/>
              <a:gd name="connsiteY3" fmla="*/ 189928 h 1133949"/>
              <a:gd name="connsiteX4" fmla="*/ 958175 w 3690522"/>
              <a:gd name="connsiteY4" fmla="*/ 317416 h 1133949"/>
              <a:gd name="connsiteX5" fmla="*/ 1446192 w 3690522"/>
              <a:gd name="connsiteY5" fmla="*/ 216745 h 1133949"/>
              <a:gd name="connsiteX6" fmla="*/ 3690522 w 3690522"/>
              <a:gd name="connsiteY6" fmla="*/ 290512 h 1133949"/>
              <a:gd name="connsiteX0" fmla="*/ 0 w 3690522"/>
              <a:gd name="connsiteY0" fmla="*/ 1133949 h 1133949"/>
              <a:gd name="connsiteX1" fmla="*/ 398588 w 3690522"/>
              <a:gd name="connsiteY1" fmla="*/ 20 h 1133949"/>
              <a:gd name="connsiteX2" fmla="*/ 548722 w 3690522"/>
              <a:gd name="connsiteY2" fmla="*/ 360960 h 1133949"/>
              <a:gd name="connsiteX3" fmla="*/ 743303 w 3690522"/>
              <a:gd name="connsiteY3" fmla="*/ 189928 h 1133949"/>
              <a:gd name="connsiteX4" fmla="*/ 958175 w 3690522"/>
              <a:gd name="connsiteY4" fmla="*/ 317416 h 1133949"/>
              <a:gd name="connsiteX5" fmla="*/ 1446192 w 3690522"/>
              <a:gd name="connsiteY5" fmla="*/ 216745 h 1133949"/>
              <a:gd name="connsiteX6" fmla="*/ 3690522 w 3690522"/>
              <a:gd name="connsiteY6" fmla="*/ 290512 h 1133949"/>
              <a:gd name="connsiteX0" fmla="*/ 0 w 3690522"/>
              <a:gd name="connsiteY0" fmla="*/ 1133949 h 1133949"/>
              <a:gd name="connsiteX1" fmla="*/ 398588 w 3690522"/>
              <a:gd name="connsiteY1" fmla="*/ 20 h 1133949"/>
              <a:gd name="connsiteX2" fmla="*/ 548722 w 3690522"/>
              <a:gd name="connsiteY2" fmla="*/ 360960 h 1133949"/>
              <a:gd name="connsiteX3" fmla="*/ 743303 w 3690522"/>
              <a:gd name="connsiteY3" fmla="*/ 189928 h 1133949"/>
              <a:gd name="connsiteX4" fmla="*/ 958175 w 3690522"/>
              <a:gd name="connsiteY4" fmla="*/ 317416 h 1133949"/>
              <a:gd name="connsiteX5" fmla="*/ 1177078 w 3690522"/>
              <a:gd name="connsiteY5" fmla="*/ 214230 h 1133949"/>
              <a:gd name="connsiteX6" fmla="*/ 3690522 w 3690522"/>
              <a:gd name="connsiteY6" fmla="*/ 290512 h 1133949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43303 w 3690522"/>
              <a:gd name="connsiteY3" fmla="*/ 187415 h 1131436"/>
              <a:gd name="connsiteX4" fmla="*/ 958175 w 3690522"/>
              <a:gd name="connsiteY4" fmla="*/ 314903 h 1131436"/>
              <a:gd name="connsiteX5" fmla="*/ 1177078 w 3690522"/>
              <a:gd name="connsiteY5" fmla="*/ 211717 h 1131436"/>
              <a:gd name="connsiteX6" fmla="*/ 3690522 w 3690522"/>
              <a:gd name="connsiteY6" fmla="*/ 287999 h 1131436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58175 w 3690522"/>
              <a:gd name="connsiteY4" fmla="*/ 314902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58175 w 3690522"/>
              <a:gd name="connsiteY4" fmla="*/ 314902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58175 w 3690522"/>
              <a:gd name="connsiteY4" fmla="*/ 314902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49049 w 3690522"/>
              <a:gd name="connsiteY6" fmla="*/ 219260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49049 w 3690522"/>
              <a:gd name="connsiteY6" fmla="*/ 219260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49049 w 3690522"/>
              <a:gd name="connsiteY6" fmla="*/ 219260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49049 w 3690522"/>
              <a:gd name="connsiteY6" fmla="*/ 219260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74083 w 3690522"/>
              <a:gd name="connsiteY6" fmla="*/ 282125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74083 w 3690522"/>
              <a:gd name="connsiteY6" fmla="*/ 294698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8234 w 3690522"/>
              <a:gd name="connsiteY5" fmla="*/ 221774 h 1131435"/>
              <a:gd name="connsiteX6" fmla="*/ 1274083 w 3690522"/>
              <a:gd name="connsiteY6" fmla="*/ 294698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8234 w 3690522"/>
              <a:gd name="connsiteY5" fmla="*/ 221774 h 1131435"/>
              <a:gd name="connsiteX6" fmla="*/ 1274083 w 3690522"/>
              <a:gd name="connsiteY6" fmla="*/ 294698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14492 w 3690522"/>
              <a:gd name="connsiteY5" fmla="*/ 236862 h 1131435"/>
              <a:gd name="connsiteX6" fmla="*/ 1274083 w 3690522"/>
              <a:gd name="connsiteY6" fmla="*/ 294698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14492 w 3690522"/>
              <a:gd name="connsiteY5" fmla="*/ 236862 h 1131435"/>
              <a:gd name="connsiteX6" fmla="*/ 1274083 w 3690522"/>
              <a:gd name="connsiteY6" fmla="*/ 294698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14492 w 3690522"/>
              <a:gd name="connsiteY5" fmla="*/ 236862 h 1131435"/>
              <a:gd name="connsiteX6" fmla="*/ 1280342 w 3690522"/>
              <a:gd name="connsiteY6" fmla="*/ 287154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0173 w 3690522"/>
              <a:gd name="connsiteY3" fmla="*/ 207531 h 1131435"/>
              <a:gd name="connsiteX4" fmla="*/ 936270 w 3690522"/>
              <a:gd name="connsiteY4" fmla="*/ 317417 h 1131435"/>
              <a:gd name="connsiteX5" fmla="*/ 1114492 w 3690522"/>
              <a:gd name="connsiteY5" fmla="*/ 236862 h 1131435"/>
              <a:gd name="connsiteX6" fmla="*/ 1280342 w 3690522"/>
              <a:gd name="connsiteY6" fmla="*/ 287154 h 1131435"/>
              <a:gd name="connsiteX7" fmla="*/ 3690522 w 3690522"/>
              <a:gd name="connsiteY7" fmla="*/ 287998 h 1131435"/>
              <a:gd name="connsiteX0" fmla="*/ 0 w 3690522"/>
              <a:gd name="connsiteY0" fmla="*/ 1131434 h 1131434"/>
              <a:gd name="connsiteX1" fmla="*/ 367295 w 3690522"/>
              <a:gd name="connsiteY1" fmla="*/ 20 h 1131434"/>
              <a:gd name="connsiteX2" fmla="*/ 548722 w 3690522"/>
              <a:gd name="connsiteY2" fmla="*/ 358445 h 1131434"/>
              <a:gd name="connsiteX3" fmla="*/ 740173 w 3690522"/>
              <a:gd name="connsiteY3" fmla="*/ 207530 h 1131434"/>
              <a:gd name="connsiteX4" fmla="*/ 936270 w 3690522"/>
              <a:gd name="connsiteY4" fmla="*/ 317416 h 1131434"/>
              <a:gd name="connsiteX5" fmla="*/ 1114492 w 3690522"/>
              <a:gd name="connsiteY5" fmla="*/ 236861 h 1131434"/>
              <a:gd name="connsiteX6" fmla="*/ 1280342 w 3690522"/>
              <a:gd name="connsiteY6" fmla="*/ 287153 h 1131434"/>
              <a:gd name="connsiteX7" fmla="*/ 3690522 w 3690522"/>
              <a:gd name="connsiteY7" fmla="*/ 287997 h 1131434"/>
              <a:gd name="connsiteX0" fmla="*/ 0 w 3690522"/>
              <a:gd name="connsiteY0" fmla="*/ 1131434 h 1131434"/>
              <a:gd name="connsiteX1" fmla="*/ 367295 w 3690522"/>
              <a:gd name="connsiteY1" fmla="*/ 20 h 1131434"/>
              <a:gd name="connsiteX2" fmla="*/ 548722 w 3690522"/>
              <a:gd name="connsiteY2" fmla="*/ 358445 h 1131434"/>
              <a:gd name="connsiteX3" fmla="*/ 740173 w 3690522"/>
              <a:gd name="connsiteY3" fmla="*/ 207530 h 1131434"/>
              <a:gd name="connsiteX4" fmla="*/ 917495 w 3690522"/>
              <a:gd name="connsiteY4" fmla="*/ 312387 h 1131434"/>
              <a:gd name="connsiteX5" fmla="*/ 1114492 w 3690522"/>
              <a:gd name="connsiteY5" fmla="*/ 236861 h 1131434"/>
              <a:gd name="connsiteX6" fmla="*/ 1280342 w 3690522"/>
              <a:gd name="connsiteY6" fmla="*/ 287153 h 1131434"/>
              <a:gd name="connsiteX7" fmla="*/ 3690522 w 3690522"/>
              <a:gd name="connsiteY7" fmla="*/ 287997 h 1131434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37043 w 3690522"/>
              <a:gd name="connsiteY3" fmla="*/ 222619 h 1131436"/>
              <a:gd name="connsiteX4" fmla="*/ 917495 w 3690522"/>
              <a:gd name="connsiteY4" fmla="*/ 312389 h 1131436"/>
              <a:gd name="connsiteX5" fmla="*/ 1114492 w 3690522"/>
              <a:gd name="connsiteY5" fmla="*/ 236863 h 1131436"/>
              <a:gd name="connsiteX6" fmla="*/ 1280342 w 3690522"/>
              <a:gd name="connsiteY6" fmla="*/ 287155 h 1131436"/>
              <a:gd name="connsiteX7" fmla="*/ 3690522 w 3690522"/>
              <a:gd name="connsiteY7" fmla="*/ 287999 h 1131436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37043 w 3690522"/>
              <a:gd name="connsiteY3" fmla="*/ 222619 h 1131436"/>
              <a:gd name="connsiteX4" fmla="*/ 917495 w 3690522"/>
              <a:gd name="connsiteY4" fmla="*/ 312389 h 1131436"/>
              <a:gd name="connsiteX5" fmla="*/ 1114492 w 3690522"/>
              <a:gd name="connsiteY5" fmla="*/ 236863 h 1131436"/>
              <a:gd name="connsiteX6" fmla="*/ 1280342 w 3690522"/>
              <a:gd name="connsiteY6" fmla="*/ 287155 h 1131436"/>
              <a:gd name="connsiteX7" fmla="*/ 3690522 w 3690522"/>
              <a:gd name="connsiteY7" fmla="*/ 287999 h 1131436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37043 w 3690522"/>
              <a:gd name="connsiteY3" fmla="*/ 222619 h 1131436"/>
              <a:gd name="connsiteX4" fmla="*/ 917495 w 3690522"/>
              <a:gd name="connsiteY4" fmla="*/ 312389 h 1131436"/>
              <a:gd name="connsiteX5" fmla="*/ 1114492 w 3690522"/>
              <a:gd name="connsiteY5" fmla="*/ 251951 h 1131436"/>
              <a:gd name="connsiteX6" fmla="*/ 1280342 w 3690522"/>
              <a:gd name="connsiteY6" fmla="*/ 287155 h 1131436"/>
              <a:gd name="connsiteX7" fmla="*/ 3690522 w 3690522"/>
              <a:gd name="connsiteY7" fmla="*/ 287999 h 1131436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37043 w 3690522"/>
              <a:gd name="connsiteY3" fmla="*/ 222619 h 1131436"/>
              <a:gd name="connsiteX4" fmla="*/ 917495 w 3690522"/>
              <a:gd name="connsiteY4" fmla="*/ 312389 h 1131436"/>
              <a:gd name="connsiteX5" fmla="*/ 1114492 w 3690522"/>
              <a:gd name="connsiteY5" fmla="*/ 251951 h 1131436"/>
              <a:gd name="connsiteX6" fmla="*/ 1280342 w 3690522"/>
              <a:gd name="connsiteY6" fmla="*/ 287155 h 1131436"/>
              <a:gd name="connsiteX7" fmla="*/ 3690522 w 3690522"/>
              <a:gd name="connsiteY7" fmla="*/ 287999 h 1131436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37043 w 3690522"/>
              <a:gd name="connsiteY3" fmla="*/ 222619 h 1131436"/>
              <a:gd name="connsiteX4" fmla="*/ 917495 w 3690522"/>
              <a:gd name="connsiteY4" fmla="*/ 312389 h 1131436"/>
              <a:gd name="connsiteX5" fmla="*/ 1114492 w 3690522"/>
              <a:gd name="connsiteY5" fmla="*/ 251951 h 1131436"/>
              <a:gd name="connsiteX6" fmla="*/ 1280342 w 3690522"/>
              <a:gd name="connsiteY6" fmla="*/ 287155 h 1131436"/>
              <a:gd name="connsiteX7" fmla="*/ 3690522 w 3690522"/>
              <a:gd name="connsiteY7" fmla="*/ 287999 h 1131436"/>
              <a:gd name="connsiteX0" fmla="*/ 0 w 3709298"/>
              <a:gd name="connsiteY0" fmla="*/ 1131436 h 1131436"/>
              <a:gd name="connsiteX1" fmla="*/ 367295 w 3709298"/>
              <a:gd name="connsiteY1" fmla="*/ 22 h 1131436"/>
              <a:gd name="connsiteX2" fmla="*/ 548722 w 3709298"/>
              <a:gd name="connsiteY2" fmla="*/ 358447 h 1131436"/>
              <a:gd name="connsiteX3" fmla="*/ 737043 w 3709298"/>
              <a:gd name="connsiteY3" fmla="*/ 222619 h 1131436"/>
              <a:gd name="connsiteX4" fmla="*/ 917495 w 3709298"/>
              <a:gd name="connsiteY4" fmla="*/ 312389 h 1131436"/>
              <a:gd name="connsiteX5" fmla="*/ 1114492 w 3709298"/>
              <a:gd name="connsiteY5" fmla="*/ 251951 h 1131436"/>
              <a:gd name="connsiteX6" fmla="*/ 1280342 w 3709298"/>
              <a:gd name="connsiteY6" fmla="*/ 287155 h 1131436"/>
              <a:gd name="connsiteX7" fmla="*/ 3709298 w 3709298"/>
              <a:gd name="connsiteY7" fmla="*/ 287999 h 1131436"/>
              <a:gd name="connsiteX0" fmla="*/ 0 w 3709298"/>
              <a:gd name="connsiteY0" fmla="*/ 1131436 h 1131436"/>
              <a:gd name="connsiteX1" fmla="*/ 367295 w 3709298"/>
              <a:gd name="connsiteY1" fmla="*/ 22 h 1131436"/>
              <a:gd name="connsiteX2" fmla="*/ 548722 w 3709298"/>
              <a:gd name="connsiteY2" fmla="*/ 358447 h 1131436"/>
              <a:gd name="connsiteX3" fmla="*/ 737043 w 3709298"/>
              <a:gd name="connsiteY3" fmla="*/ 222619 h 1131436"/>
              <a:gd name="connsiteX4" fmla="*/ 917495 w 3709298"/>
              <a:gd name="connsiteY4" fmla="*/ 312389 h 1131436"/>
              <a:gd name="connsiteX5" fmla="*/ 1114492 w 3709298"/>
              <a:gd name="connsiteY5" fmla="*/ 251951 h 1131436"/>
              <a:gd name="connsiteX6" fmla="*/ 1280342 w 3709298"/>
              <a:gd name="connsiteY6" fmla="*/ 287155 h 1131436"/>
              <a:gd name="connsiteX7" fmla="*/ 3709298 w 3709298"/>
              <a:gd name="connsiteY7" fmla="*/ 287999 h 1131436"/>
              <a:gd name="connsiteX0" fmla="*/ 0 w 3734332"/>
              <a:gd name="connsiteY0" fmla="*/ 1157157 h 1157157"/>
              <a:gd name="connsiteX1" fmla="*/ 392329 w 3734332"/>
              <a:gd name="connsiteY1" fmla="*/ 23229 h 1157157"/>
              <a:gd name="connsiteX2" fmla="*/ 573756 w 3734332"/>
              <a:gd name="connsiteY2" fmla="*/ 381654 h 1157157"/>
              <a:gd name="connsiteX3" fmla="*/ 762077 w 3734332"/>
              <a:gd name="connsiteY3" fmla="*/ 245826 h 1157157"/>
              <a:gd name="connsiteX4" fmla="*/ 942529 w 3734332"/>
              <a:gd name="connsiteY4" fmla="*/ 335596 h 1157157"/>
              <a:gd name="connsiteX5" fmla="*/ 1139526 w 3734332"/>
              <a:gd name="connsiteY5" fmla="*/ 275158 h 1157157"/>
              <a:gd name="connsiteX6" fmla="*/ 1305376 w 3734332"/>
              <a:gd name="connsiteY6" fmla="*/ 310362 h 1157157"/>
              <a:gd name="connsiteX7" fmla="*/ 3734332 w 3734332"/>
              <a:gd name="connsiteY7" fmla="*/ 311206 h 1157157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139526 w 3734332"/>
              <a:gd name="connsiteY5" fmla="*/ 251932 h 1133931"/>
              <a:gd name="connsiteX6" fmla="*/ 1305376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139526 w 3734332"/>
              <a:gd name="connsiteY5" fmla="*/ 251932 h 1133931"/>
              <a:gd name="connsiteX6" fmla="*/ 2287957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987550 w 3734332"/>
              <a:gd name="connsiteY5" fmla="*/ 267019 h 1133931"/>
              <a:gd name="connsiteX6" fmla="*/ 2287957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987550 w 3734332"/>
              <a:gd name="connsiteY5" fmla="*/ 267019 h 1133931"/>
              <a:gd name="connsiteX6" fmla="*/ 2287957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987550 w 3734332"/>
              <a:gd name="connsiteY5" fmla="*/ 267019 h 1133931"/>
              <a:gd name="connsiteX6" fmla="*/ 2287957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987550 w 3734332"/>
              <a:gd name="connsiteY5" fmla="*/ 267019 h 1133931"/>
              <a:gd name="connsiteX6" fmla="*/ 2287957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987550 w 3734332"/>
              <a:gd name="connsiteY5" fmla="*/ 267019 h 1133931"/>
              <a:gd name="connsiteX6" fmla="*/ 2225372 w 3734332"/>
              <a:gd name="connsiteY6" fmla="*/ 289650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856122 w 3734332"/>
              <a:gd name="connsiteY5" fmla="*/ 272048 h 1133931"/>
              <a:gd name="connsiteX6" fmla="*/ 2225372 w 3734332"/>
              <a:gd name="connsiteY6" fmla="*/ 289650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856122 w 3734332"/>
              <a:gd name="connsiteY5" fmla="*/ 272048 h 1133931"/>
              <a:gd name="connsiteX6" fmla="*/ 2225372 w 3734332"/>
              <a:gd name="connsiteY6" fmla="*/ 289650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1499534 w 3734332"/>
              <a:gd name="connsiteY4" fmla="*/ 312370 h 1133931"/>
              <a:gd name="connsiteX5" fmla="*/ 1856122 w 3734332"/>
              <a:gd name="connsiteY5" fmla="*/ 272048 h 1133931"/>
              <a:gd name="connsiteX6" fmla="*/ 2225372 w 3734332"/>
              <a:gd name="connsiteY6" fmla="*/ 289650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1121940 w 3734332"/>
              <a:gd name="connsiteY3" fmla="*/ 222600 h 1133931"/>
              <a:gd name="connsiteX4" fmla="*/ 1499534 w 3734332"/>
              <a:gd name="connsiteY4" fmla="*/ 312370 h 1133931"/>
              <a:gd name="connsiteX5" fmla="*/ 1856122 w 3734332"/>
              <a:gd name="connsiteY5" fmla="*/ 272048 h 1133931"/>
              <a:gd name="connsiteX6" fmla="*/ 2225372 w 3734332"/>
              <a:gd name="connsiteY6" fmla="*/ 289650 h 1133931"/>
              <a:gd name="connsiteX7" fmla="*/ 3734332 w 3734332"/>
              <a:gd name="connsiteY7" fmla="*/ 287980 h 1133931"/>
              <a:gd name="connsiteX0" fmla="*/ 0 w 3734332"/>
              <a:gd name="connsiteY0" fmla="*/ 1156482 h 1156482"/>
              <a:gd name="connsiteX1" fmla="*/ 392329 w 3734332"/>
              <a:gd name="connsiteY1" fmla="*/ 22554 h 1156482"/>
              <a:gd name="connsiteX2" fmla="*/ 752122 w 3734332"/>
              <a:gd name="connsiteY2" fmla="*/ 388523 h 1156482"/>
              <a:gd name="connsiteX3" fmla="*/ 1121940 w 3734332"/>
              <a:gd name="connsiteY3" fmla="*/ 245151 h 1156482"/>
              <a:gd name="connsiteX4" fmla="*/ 1499534 w 3734332"/>
              <a:gd name="connsiteY4" fmla="*/ 334921 h 1156482"/>
              <a:gd name="connsiteX5" fmla="*/ 1856122 w 3734332"/>
              <a:gd name="connsiteY5" fmla="*/ 294599 h 1156482"/>
              <a:gd name="connsiteX6" fmla="*/ 2225372 w 3734332"/>
              <a:gd name="connsiteY6" fmla="*/ 312201 h 1156482"/>
              <a:gd name="connsiteX7" fmla="*/ 3734332 w 3734332"/>
              <a:gd name="connsiteY7" fmla="*/ 310531 h 1156482"/>
              <a:gd name="connsiteX0" fmla="*/ 0 w 3734332"/>
              <a:gd name="connsiteY0" fmla="*/ 1322788 h 1322788"/>
              <a:gd name="connsiteX1" fmla="*/ 370425 w 3734332"/>
              <a:gd name="connsiteY1" fmla="*/ 17867 h 1322788"/>
              <a:gd name="connsiteX2" fmla="*/ 752122 w 3734332"/>
              <a:gd name="connsiteY2" fmla="*/ 554829 h 1322788"/>
              <a:gd name="connsiteX3" fmla="*/ 1121940 w 3734332"/>
              <a:gd name="connsiteY3" fmla="*/ 411457 h 1322788"/>
              <a:gd name="connsiteX4" fmla="*/ 1499534 w 3734332"/>
              <a:gd name="connsiteY4" fmla="*/ 501227 h 1322788"/>
              <a:gd name="connsiteX5" fmla="*/ 1856122 w 3734332"/>
              <a:gd name="connsiteY5" fmla="*/ 460905 h 1322788"/>
              <a:gd name="connsiteX6" fmla="*/ 2225372 w 3734332"/>
              <a:gd name="connsiteY6" fmla="*/ 478507 h 1322788"/>
              <a:gd name="connsiteX7" fmla="*/ 3734332 w 3734332"/>
              <a:gd name="connsiteY7" fmla="*/ 476837 h 1322788"/>
              <a:gd name="connsiteX0" fmla="*/ 0 w 3734332"/>
              <a:gd name="connsiteY0" fmla="*/ 1340017 h 1340017"/>
              <a:gd name="connsiteX1" fmla="*/ 742805 w 3734332"/>
              <a:gd name="connsiteY1" fmla="*/ 17494 h 1340017"/>
              <a:gd name="connsiteX2" fmla="*/ 752122 w 3734332"/>
              <a:gd name="connsiteY2" fmla="*/ 572058 h 1340017"/>
              <a:gd name="connsiteX3" fmla="*/ 1121940 w 3734332"/>
              <a:gd name="connsiteY3" fmla="*/ 428686 h 1340017"/>
              <a:gd name="connsiteX4" fmla="*/ 1499534 w 3734332"/>
              <a:gd name="connsiteY4" fmla="*/ 518456 h 1340017"/>
              <a:gd name="connsiteX5" fmla="*/ 1856122 w 3734332"/>
              <a:gd name="connsiteY5" fmla="*/ 478134 h 1340017"/>
              <a:gd name="connsiteX6" fmla="*/ 2225372 w 3734332"/>
              <a:gd name="connsiteY6" fmla="*/ 495736 h 1340017"/>
              <a:gd name="connsiteX7" fmla="*/ 3734332 w 3734332"/>
              <a:gd name="connsiteY7" fmla="*/ 494066 h 1340017"/>
              <a:gd name="connsiteX0" fmla="*/ 0 w 3734332"/>
              <a:gd name="connsiteY0" fmla="*/ 1322531 h 1322531"/>
              <a:gd name="connsiteX1" fmla="*/ 742805 w 3734332"/>
              <a:gd name="connsiteY1" fmla="*/ 8 h 1322531"/>
              <a:gd name="connsiteX2" fmla="*/ 752122 w 3734332"/>
              <a:gd name="connsiteY2" fmla="*/ 554572 h 1322531"/>
              <a:gd name="connsiteX3" fmla="*/ 1121940 w 3734332"/>
              <a:gd name="connsiteY3" fmla="*/ 411200 h 1322531"/>
              <a:gd name="connsiteX4" fmla="*/ 1499534 w 3734332"/>
              <a:gd name="connsiteY4" fmla="*/ 500970 h 1322531"/>
              <a:gd name="connsiteX5" fmla="*/ 1856122 w 3734332"/>
              <a:gd name="connsiteY5" fmla="*/ 460648 h 1322531"/>
              <a:gd name="connsiteX6" fmla="*/ 2225372 w 3734332"/>
              <a:gd name="connsiteY6" fmla="*/ 478250 h 1322531"/>
              <a:gd name="connsiteX7" fmla="*/ 3734332 w 3734332"/>
              <a:gd name="connsiteY7" fmla="*/ 476580 h 1322531"/>
              <a:gd name="connsiteX0" fmla="*/ 0 w 3734332"/>
              <a:gd name="connsiteY0" fmla="*/ 1338043 h 1338043"/>
              <a:gd name="connsiteX1" fmla="*/ 742805 w 3734332"/>
              <a:gd name="connsiteY1" fmla="*/ 15520 h 1338043"/>
              <a:gd name="connsiteX2" fmla="*/ 1490623 w 3734332"/>
              <a:gd name="connsiteY2" fmla="*/ 602774 h 1338043"/>
              <a:gd name="connsiteX3" fmla="*/ 1121940 w 3734332"/>
              <a:gd name="connsiteY3" fmla="*/ 426712 h 1338043"/>
              <a:gd name="connsiteX4" fmla="*/ 1499534 w 3734332"/>
              <a:gd name="connsiteY4" fmla="*/ 516482 h 1338043"/>
              <a:gd name="connsiteX5" fmla="*/ 1856122 w 3734332"/>
              <a:gd name="connsiteY5" fmla="*/ 476160 h 1338043"/>
              <a:gd name="connsiteX6" fmla="*/ 2225372 w 3734332"/>
              <a:gd name="connsiteY6" fmla="*/ 493762 h 1338043"/>
              <a:gd name="connsiteX7" fmla="*/ 3734332 w 3734332"/>
              <a:gd name="connsiteY7" fmla="*/ 492092 h 1338043"/>
              <a:gd name="connsiteX0" fmla="*/ 0 w 3734332"/>
              <a:gd name="connsiteY0" fmla="*/ 1338060 h 1338060"/>
              <a:gd name="connsiteX1" fmla="*/ 742805 w 3734332"/>
              <a:gd name="connsiteY1" fmla="*/ 15537 h 1338060"/>
              <a:gd name="connsiteX2" fmla="*/ 1490623 w 3734332"/>
              <a:gd name="connsiteY2" fmla="*/ 602791 h 1338060"/>
              <a:gd name="connsiteX3" fmla="*/ 1860441 w 3734332"/>
              <a:gd name="connsiteY3" fmla="*/ 431759 h 1338060"/>
              <a:gd name="connsiteX4" fmla="*/ 1499534 w 3734332"/>
              <a:gd name="connsiteY4" fmla="*/ 516499 h 1338060"/>
              <a:gd name="connsiteX5" fmla="*/ 1856122 w 3734332"/>
              <a:gd name="connsiteY5" fmla="*/ 476177 h 1338060"/>
              <a:gd name="connsiteX6" fmla="*/ 2225372 w 3734332"/>
              <a:gd name="connsiteY6" fmla="*/ 493779 h 1338060"/>
              <a:gd name="connsiteX7" fmla="*/ 3734332 w 3734332"/>
              <a:gd name="connsiteY7" fmla="*/ 492109 h 1338060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1499534 w 3734332"/>
              <a:gd name="connsiteY4" fmla="*/ 515208 h 1336769"/>
              <a:gd name="connsiteX5" fmla="*/ 1856122 w 3734332"/>
              <a:gd name="connsiteY5" fmla="*/ 474886 h 1336769"/>
              <a:gd name="connsiteX6" fmla="*/ 2225372 w 3734332"/>
              <a:gd name="connsiteY6" fmla="*/ 492488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1499534 w 3734332"/>
              <a:gd name="connsiteY4" fmla="*/ 515208 h 1336769"/>
              <a:gd name="connsiteX5" fmla="*/ 1856122 w 3734332"/>
              <a:gd name="connsiteY5" fmla="*/ 474886 h 1336769"/>
              <a:gd name="connsiteX6" fmla="*/ 2225372 w 3734332"/>
              <a:gd name="connsiteY6" fmla="*/ 492488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112865 w 3734332"/>
              <a:gd name="connsiteY4" fmla="*/ 510179 h 1336769"/>
              <a:gd name="connsiteX5" fmla="*/ 1856122 w 3734332"/>
              <a:gd name="connsiteY5" fmla="*/ 474886 h 1336769"/>
              <a:gd name="connsiteX6" fmla="*/ 2225372 w 3734332"/>
              <a:gd name="connsiteY6" fmla="*/ 492488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112865 w 3734332"/>
              <a:gd name="connsiteY4" fmla="*/ 510179 h 1336769"/>
              <a:gd name="connsiteX5" fmla="*/ 1856122 w 3734332"/>
              <a:gd name="connsiteY5" fmla="*/ 474886 h 1336769"/>
              <a:gd name="connsiteX6" fmla="*/ 2663466 w 3734332"/>
              <a:gd name="connsiteY6" fmla="*/ 497517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112865 w 3734332"/>
              <a:gd name="connsiteY4" fmla="*/ 510179 h 1336769"/>
              <a:gd name="connsiteX5" fmla="*/ 2338025 w 3734332"/>
              <a:gd name="connsiteY5" fmla="*/ 477401 h 1336769"/>
              <a:gd name="connsiteX6" fmla="*/ 2663466 w 3734332"/>
              <a:gd name="connsiteY6" fmla="*/ 497517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385109 w 3734332"/>
              <a:gd name="connsiteY4" fmla="*/ 532811 h 1336769"/>
              <a:gd name="connsiteX5" fmla="*/ 2338025 w 3734332"/>
              <a:gd name="connsiteY5" fmla="*/ 477401 h 1336769"/>
              <a:gd name="connsiteX6" fmla="*/ 2663466 w 3734332"/>
              <a:gd name="connsiteY6" fmla="*/ 497517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385109 w 3734332"/>
              <a:gd name="connsiteY4" fmla="*/ 532811 h 1336769"/>
              <a:gd name="connsiteX5" fmla="*/ 2629045 w 3734332"/>
              <a:gd name="connsiteY5" fmla="*/ 474886 h 1336769"/>
              <a:gd name="connsiteX6" fmla="*/ 2663466 w 3734332"/>
              <a:gd name="connsiteY6" fmla="*/ 497517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385109 w 3734332"/>
              <a:gd name="connsiteY4" fmla="*/ 532811 h 1336769"/>
              <a:gd name="connsiteX5" fmla="*/ 2629045 w 3734332"/>
              <a:gd name="connsiteY5" fmla="*/ 474886 h 1336769"/>
              <a:gd name="connsiteX6" fmla="*/ 2967002 w 3734332"/>
              <a:gd name="connsiteY6" fmla="*/ 500031 h 1336769"/>
              <a:gd name="connsiteX7" fmla="*/ 3734332 w 3734332"/>
              <a:gd name="connsiteY7" fmla="*/ 490818 h 1336769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385109 w 3734332"/>
              <a:gd name="connsiteY4" fmla="*/ 533999 h 1337957"/>
              <a:gd name="connsiteX5" fmla="*/ 2629045 w 3734332"/>
              <a:gd name="connsiteY5" fmla="*/ 476074 h 1337957"/>
              <a:gd name="connsiteX6" fmla="*/ 2967002 w 3734332"/>
              <a:gd name="connsiteY6" fmla="*/ 501219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385109 w 3734332"/>
              <a:gd name="connsiteY4" fmla="*/ 533999 h 1337957"/>
              <a:gd name="connsiteX5" fmla="*/ 2629045 w 3734332"/>
              <a:gd name="connsiteY5" fmla="*/ 476074 h 1337957"/>
              <a:gd name="connsiteX6" fmla="*/ 2967002 w 3734332"/>
              <a:gd name="connsiteY6" fmla="*/ 501219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385109 w 3734332"/>
              <a:gd name="connsiteY4" fmla="*/ 533999 h 1337957"/>
              <a:gd name="connsiteX5" fmla="*/ 2907547 w 3734332"/>
              <a:gd name="connsiteY5" fmla="*/ 471045 h 1337957"/>
              <a:gd name="connsiteX6" fmla="*/ 2967002 w 3734332"/>
              <a:gd name="connsiteY6" fmla="*/ 501219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385109 w 3734332"/>
              <a:gd name="connsiteY4" fmla="*/ 533999 h 1337957"/>
              <a:gd name="connsiteX5" fmla="*/ 2907547 w 3734332"/>
              <a:gd name="connsiteY5" fmla="*/ 471045 h 1337957"/>
              <a:gd name="connsiteX6" fmla="*/ 3355028 w 3734332"/>
              <a:gd name="connsiteY6" fmla="*/ 496190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604156 w 3734332"/>
              <a:gd name="connsiteY4" fmla="*/ 528970 h 1337957"/>
              <a:gd name="connsiteX5" fmla="*/ 2907547 w 3734332"/>
              <a:gd name="connsiteY5" fmla="*/ 471045 h 1337957"/>
              <a:gd name="connsiteX6" fmla="*/ 3355028 w 3734332"/>
              <a:gd name="connsiteY6" fmla="*/ 496190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604156 w 3734332"/>
              <a:gd name="connsiteY4" fmla="*/ 528970 h 1337957"/>
              <a:gd name="connsiteX5" fmla="*/ 2907547 w 3734332"/>
              <a:gd name="connsiteY5" fmla="*/ 471045 h 1337957"/>
              <a:gd name="connsiteX6" fmla="*/ 3355028 w 3734332"/>
              <a:gd name="connsiteY6" fmla="*/ 496190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604156 w 3734332"/>
              <a:gd name="connsiteY4" fmla="*/ 528970 h 1337957"/>
              <a:gd name="connsiteX5" fmla="*/ 2907547 w 3734332"/>
              <a:gd name="connsiteY5" fmla="*/ 471045 h 1337957"/>
              <a:gd name="connsiteX6" fmla="*/ 3355028 w 3734332"/>
              <a:gd name="connsiteY6" fmla="*/ 496190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604156 w 3734332"/>
              <a:gd name="connsiteY4" fmla="*/ 528970 h 1337957"/>
              <a:gd name="connsiteX5" fmla="*/ 2907547 w 3734332"/>
              <a:gd name="connsiteY5" fmla="*/ 471045 h 1337957"/>
              <a:gd name="connsiteX6" fmla="*/ 3355028 w 3734332"/>
              <a:gd name="connsiteY6" fmla="*/ 496190 h 1337957"/>
              <a:gd name="connsiteX7" fmla="*/ 3734332 w 3734332"/>
              <a:gd name="connsiteY7" fmla="*/ 492006 h 1337957"/>
              <a:gd name="connsiteX0" fmla="*/ 0 w 3734332"/>
              <a:gd name="connsiteY0" fmla="*/ 1322524 h 1322524"/>
              <a:gd name="connsiteX1" fmla="*/ 742805 w 3734332"/>
              <a:gd name="connsiteY1" fmla="*/ 1 h 1322524"/>
              <a:gd name="connsiteX2" fmla="*/ 1490623 w 3734332"/>
              <a:gd name="connsiteY2" fmla="*/ 587255 h 1322524"/>
              <a:gd name="connsiteX3" fmla="*/ 2226562 w 3734332"/>
              <a:gd name="connsiteY3" fmla="*/ 386048 h 1322524"/>
              <a:gd name="connsiteX4" fmla="*/ 2604156 w 3734332"/>
              <a:gd name="connsiteY4" fmla="*/ 513537 h 1322524"/>
              <a:gd name="connsiteX5" fmla="*/ 2907547 w 3734332"/>
              <a:gd name="connsiteY5" fmla="*/ 455612 h 1322524"/>
              <a:gd name="connsiteX6" fmla="*/ 3355028 w 3734332"/>
              <a:gd name="connsiteY6" fmla="*/ 480757 h 1322524"/>
              <a:gd name="connsiteX7" fmla="*/ 3734332 w 3734332"/>
              <a:gd name="connsiteY7" fmla="*/ 476573 h 1322524"/>
              <a:gd name="connsiteX0" fmla="*/ 0 w 3734332"/>
              <a:gd name="connsiteY0" fmla="*/ 1322524 h 1322524"/>
              <a:gd name="connsiteX1" fmla="*/ 742805 w 3734332"/>
              <a:gd name="connsiteY1" fmla="*/ 1 h 1322524"/>
              <a:gd name="connsiteX2" fmla="*/ 1490623 w 3734332"/>
              <a:gd name="connsiteY2" fmla="*/ 587255 h 1322524"/>
              <a:gd name="connsiteX3" fmla="*/ 2226562 w 3734332"/>
              <a:gd name="connsiteY3" fmla="*/ 386048 h 1322524"/>
              <a:gd name="connsiteX4" fmla="*/ 2604156 w 3734332"/>
              <a:gd name="connsiteY4" fmla="*/ 513537 h 1322524"/>
              <a:gd name="connsiteX5" fmla="*/ 2907547 w 3734332"/>
              <a:gd name="connsiteY5" fmla="*/ 455612 h 1322524"/>
              <a:gd name="connsiteX6" fmla="*/ 3355028 w 3734332"/>
              <a:gd name="connsiteY6" fmla="*/ 480757 h 1322524"/>
              <a:gd name="connsiteX7" fmla="*/ 3734332 w 3734332"/>
              <a:gd name="connsiteY7" fmla="*/ 476573 h 1322524"/>
              <a:gd name="connsiteX0" fmla="*/ 0 w 3734332"/>
              <a:gd name="connsiteY0" fmla="*/ 1322524 h 1322524"/>
              <a:gd name="connsiteX1" fmla="*/ 742805 w 3734332"/>
              <a:gd name="connsiteY1" fmla="*/ 1 h 1322524"/>
              <a:gd name="connsiteX2" fmla="*/ 1490623 w 3734332"/>
              <a:gd name="connsiteY2" fmla="*/ 587255 h 1322524"/>
              <a:gd name="connsiteX3" fmla="*/ 2132685 w 3734332"/>
              <a:gd name="connsiteY3" fmla="*/ 386048 h 1322524"/>
              <a:gd name="connsiteX4" fmla="*/ 2604156 w 3734332"/>
              <a:gd name="connsiteY4" fmla="*/ 513537 h 1322524"/>
              <a:gd name="connsiteX5" fmla="*/ 2907547 w 3734332"/>
              <a:gd name="connsiteY5" fmla="*/ 455612 h 1322524"/>
              <a:gd name="connsiteX6" fmla="*/ 3355028 w 3734332"/>
              <a:gd name="connsiteY6" fmla="*/ 480757 h 1322524"/>
              <a:gd name="connsiteX7" fmla="*/ 3734332 w 3734332"/>
              <a:gd name="connsiteY7" fmla="*/ 476573 h 1322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4332" h="1322524">
                <a:moveTo>
                  <a:pt x="0" y="1322524"/>
                </a:moveTo>
                <a:cubicBezTo>
                  <a:pt x="147577" y="915963"/>
                  <a:pt x="475593" y="-670"/>
                  <a:pt x="742805" y="1"/>
                </a:cubicBezTo>
                <a:cubicBezTo>
                  <a:pt x="1010017" y="672"/>
                  <a:pt x="1258976" y="522914"/>
                  <a:pt x="1490623" y="587255"/>
                </a:cubicBezTo>
                <a:cubicBezTo>
                  <a:pt x="1722270" y="651596"/>
                  <a:pt x="1940837" y="388276"/>
                  <a:pt x="2132685" y="386048"/>
                </a:cubicBezTo>
                <a:cubicBezTo>
                  <a:pt x="2324533" y="383820"/>
                  <a:pt x="2475012" y="501943"/>
                  <a:pt x="2604156" y="513537"/>
                </a:cubicBezTo>
                <a:cubicBezTo>
                  <a:pt x="2733300" y="525131"/>
                  <a:pt x="2782402" y="461075"/>
                  <a:pt x="2907547" y="455612"/>
                </a:cubicBezTo>
                <a:cubicBezTo>
                  <a:pt x="3032692" y="450149"/>
                  <a:pt x="3236006" y="479778"/>
                  <a:pt x="3355028" y="480757"/>
                </a:cubicBezTo>
                <a:lnTo>
                  <a:pt x="3734332" y="476573"/>
                </a:ln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61630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8" grpId="0" animBg="1"/>
      <p:bldP spid="48" grpId="0"/>
      <p:bldP spid="49" grpId="0"/>
      <p:bldP spid="5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3936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线性系统时域性能指标</a:t>
            </a:r>
          </a:p>
        </p:txBody>
      </p:sp>
      <p:grpSp>
        <p:nvGrpSpPr>
          <p:cNvPr id="32" name="坐标轴">
            <a:extLst>
              <a:ext uri="{FF2B5EF4-FFF2-40B4-BE49-F238E27FC236}">
                <a16:creationId xmlns:a16="http://schemas.microsoft.com/office/drawing/2014/main" id="{3ECDF0AE-8583-0A0E-6B5D-BB295454C98F}"/>
              </a:ext>
            </a:extLst>
          </p:cNvPr>
          <p:cNvGrpSpPr/>
          <p:nvPr/>
        </p:nvGrpSpPr>
        <p:grpSpPr>
          <a:xfrm>
            <a:off x="2091951" y="2018473"/>
            <a:ext cx="8330364" cy="3741032"/>
            <a:chOff x="2091951" y="2018473"/>
            <a:chExt cx="8330364" cy="3741032"/>
          </a:xfrm>
        </p:grpSpPr>
        <p:cxnSp>
          <p:nvCxnSpPr>
            <p:cNvPr id="33" name="x轴">
              <a:extLst>
                <a:ext uri="{FF2B5EF4-FFF2-40B4-BE49-F238E27FC236}">
                  <a16:creationId xmlns:a16="http://schemas.microsoft.com/office/drawing/2014/main" id="{312B91CE-37D2-EEE6-1334-4CE2037E5C7A}"/>
                </a:ext>
              </a:extLst>
            </p:cNvPr>
            <p:cNvCxnSpPr>
              <a:cxnSpLocks/>
            </p:cNvCxnSpPr>
            <p:nvPr/>
          </p:nvCxnSpPr>
          <p:spPr>
            <a:xfrm>
              <a:off x="2501326" y="5583534"/>
              <a:ext cx="7688193" cy="1577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y轴">
              <a:extLst>
                <a:ext uri="{FF2B5EF4-FFF2-40B4-BE49-F238E27FC236}">
                  <a16:creationId xmlns:a16="http://schemas.microsoft.com/office/drawing/2014/main" id="{EEBC814A-D0AC-2A5F-1A02-35F0660760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1929" y="2159370"/>
              <a:ext cx="18796" cy="343994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labelt">
                  <a:extLst>
                    <a:ext uri="{FF2B5EF4-FFF2-40B4-BE49-F238E27FC236}">
                      <a16:creationId xmlns:a16="http://schemas.microsoft.com/office/drawing/2014/main" id="{E0F9864A-3AC1-4C91-3908-F9F603494FCC}"/>
                    </a:ext>
                  </a:extLst>
                </p:cNvPr>
                <p:cNvSpPr txBox="1"/>
                <p:nvPr/>
              </p:nvSpPr>
              <p:spPr>
                <a:xfrm>
                  <a:off x="9956721" y="5076093"/>
                  <a:ext cx="465594" cy="5232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5" name="labelt">
                  <a:extLst>
                    <a:ext uri="{FF2B5EF4-FFF2-40B4-BE49-F238E27FC236}">
                      <a16:creationId xmlns:a16="http://schemas.microsoft.com/office/drawing/2014/main" id="{E0F9864A-3AC1-4C91-3908-F9F603494F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56721" y="5076093"/>
                  <a:ext cx="465594" cy="52321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label0">
                  <a:extLst>
                    <a:ext uri="{FF2B5EF4-FFF2-40B4-BE49-F238E27FC236}">
                      <a16:creationId xmlns:a16="http://schemas.microsoft.com/office/drawing/2014/main" id="{3A769B0C-ED98-9A13-681F-6D116172C42C}"/>
                    </a:ext>
                  </a:extLst>
                </p:cNvPr>
                <p:cNvSpPr txBox="1"/>
                <p:nvPr/>
              </p:nvSpPr>
              <p:spPr>
                <a:xfrm>
                  <a:off x="2091951" y="5236286"/>
                  <a:ext cx="341245" cy="5232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6" name="label0">
                  <a:extLst>
                    <a:ext uri="{FF2B5EF4-FFF2-40B4-BE49-F238E27FC236}">
                      <a16:creationId xmlns:a16="http://schemas.microsoft.com/office/drawing/2014/main" id="{3A769B0C-ED98-9A13-681F-6D116172C4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1951" y="5236286"/>
                  <a:ext cx="341245" cy="523219"/>
                </a:xfrm>
                <a:prstGeom prst="rect">
                  <a:avLst/>
                </a:prstGeom>
                <a:blipFill>
                  <a:blip r:embed="rId4"/>
                  <a:stretch>
                    <a:fillRect l="-7143" r="-2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ht">
                  <a:extLst>
                    <a:ext uri="{FF2B5EF4-FFF2-40B4-BE49-F238E27FC236}">
                      <a16:creationId xmlns:a16="http://schemas.microsoft.com/office/drawing/2014/main" id="{49A97FB1-248B-637F-192E-445A82219D68}"/>
                    </a:ext>
                  </a:extLst>
                </p:cNvPr>
                <p:cNvSpPr txBox="1"/>
                <p:nvPr/>
              </p:nvSpPr>
              <p:spPr>
                <a:xfrm>
                  <a:off x="2546838" y="2018473"/>
                  <a:ext cx="504849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7" name="ht">
                  <a:extLst>
                    <a:ext uri="{FF2B5EF4-FFF2-40B4-BE49-F238E27FC236}">
                      <a16:creationId xmlns:a16="http://schemas.microsoft.com/office/drawing/2014/main" id="{49A97FB1-248B-637F-192E-445A82219D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6838" y="2018473"/>
                  <a:ext cx="504849" cy="524695"/>
                </a:xfrm>
                <a:prstGeom prst="rect">
                  <a:avLst/>
                </a:prstGeom>
                <a:blipFill>
                  <a:blip r:embed="rId5"/>
                  <a:stretch>
                    <a:fillRect l="-7317" r="-75610" b="-16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终值辅助线">
            <a:extLst>
              <a:ext uri="{FF2B5EF4-FFF2-40B4-BE49-F238E27FC236}">
                <a16:creationId xmlns:a16="http://schemas.microsoft.com/office/drawing/2014/main" id="{36E27E48-F34E-B26E-E73B-A65A4C0AAA38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2510725" y="3550349"/>
            <a:ext cx="7832953" cy="0"/>
          </a:xfrm>
          <a:prstGeom prst="straightConnector1">
            <a:avLst/>
          </a:prstGeom>
          <a:ln w="25400">
            <a:solidFill>
              <a:schemeClr val="tx2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0.5h辅助线1">
            <a:extLst>
              <a:ext uri="{FF2B5EF4-FFF2-40B4-BE49-F238E27FC236}">
                <a16:creationId xmlns:a16="http://schemas.microsoft.com/office/drawing/2014/main" id="{44111D1D-F44A-E954-3D8C-7FE325B64C04}"/>
              </a:ext>
            </a:extLst>
          </p:cNvPr>
          <p:cNvCxnSpPr>
            <a:cxnSpLocks/>
          </p:cNvCxnSpPr>
          <p:nvPr/>
        </p:nvCxnSpPr>
        <p:spPr>
          <a:xfrm>
            <a:off x="2491929" y="4509120"/>
            <a:ext cx="290909" cy="0"/>
          </a:xfrm>
          <a:prstGeom prst="straightConnector1">
            <a:avLst/>
          </a:prstGeom>
          <a:ln w="25400">
            <a:solidFill>
              <a:srgbClr val="159F84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小标题1">
                <a:extLst>
                  <a:ext uri="{FF2B5EF4-FFF2-40B4-BE49-F238E27FC236}">
                    <a16:creationId xmlns:a16="http://schemas.microsoft.com/office/drawing/2014/main" id="{EE3595AB-7710-C21A-9E1C-9830B04E5C4B}"/>
                  </a:ext>
                </a:extLst>
              </p:cNvPr>
              <p:cNvSpPr/>
              <p:nvPr/>
            </p:nvSpPr>
            <p:spPr bwMode="auto">
              <a:xfrm>
                <a:off x="208571" y="960808"/>
                <a:ext cx="2553052" cy="576000"/>
              </a:xfrm>
              <a:prstGeom prst="roundRect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3200" b="1" dirty="0">
                    <a:solidFill>
                      <a:schemeClr val="bg1"/>
                    </a:solidFill>
                    <a:latin typeface="Stencil" panose="040409050D0802020404" pitchFamily="82" charset="0"/>
                  </a:rPr>
                  <a:t>稳态误差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𝒔𝒔</m:t>
                        </m:r>
                      </m:sub>
                    </m:sSub>
                  </m:oMath>
                </a14:m>
                <a:endPara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endParaRPr>
              </a:p>
            </p:txBody>
          </p:sp>
        </mc:Choice>
        <mc:Fallback xmlns="">
          <p:sp>
            <p:nvSpPr>
              <p:cNvPr id="57" name="小标题1">
                <a:extLst>
                  <a:ext uri="{FF2B5EF4-FFF2-40B4-BE49-F238E27FC236}">
                    <a16:creationId xmlns:a16="http://schemas.microsoft.com/office/drawing/2014/main" id="{EE3595AB-7710-C21A-9E1C-9830B04E5C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8571" y="960808"/>
                <a:ext cx="2553052" cy="5760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说明1">
                <a:extLst>
                  <a:ext uri="{FF2B5EF4-FFF2-40B4-BE49-F238E27FC236}">
                    <a16:creationId xmlns:a16="http://schemas.microsoft.com/office/drawing/2014/main" id="{D2A099A2-5355-818D-9033-BC6C1FEAB9E3}"/>
                  </a:ext>
                </a:extLst>
              </p:cNvPr>
              <p:cNvSpPr txBox="1"/>
              <p:nvPr/>
            </p:nvSpPr>
            <p:spPr>
              <a:xfrm>
                <a:off x="2854845" y="962865"/>
                <a:ext cx="7832953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给定值与稳态值之差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zh-CN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  <m:r>
                      <a:rPr kumimoji="1" lang="en-US" altLang="zh-C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kumimoji="1" lang="en-US" altLang="zh-CN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kumimoji="1" lang="en-US" altLang="zh-C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kumimoji="1" lang="en-US" altLang="zh-CN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kumimoji="1" lang="en-US" altLang="zh-C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kumimoji="1" lang="en-US" altLang="zh-C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(∞)</m:t>
                    </m:r>
                  </m:oMath>
                </a14:m>
                <a:endParaRPr kumimoji="1" lang="zh-CN" altLang="en-US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8" name="说明1">
                <a:extLst>
                  <a:ext uri="{FF2B5EF4-FFF2-40B4-BE49-F238E27FC236}">
                    <a16:creationId xmlns:a16="http://schemas.microsoft.com/office/drawing/2014/main" id="{D2A099A2-5355-818D-9033-BC6C1FEAB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845" y="962865"/>
                <a:ext cx="7832953" cy="578882"/>
              </a:xfrm>
              <a:prstGeom prst="flowChartAlternateProcess">
                <a:avLst/>
              </a:prstGeom>
              <a:blipFill>
                <a:blip r:embed="rId7"/>
                <a:stretch>
                  <a:fillRect l="-1129" t="-4082" b="-18367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象函数1">
                <a:extLst>
                  <a:ext uri="{FF2B5EF4-FFF2-40B4-BE49-F238E27FC236}">
                    <a16:creationId xmlns:a16="http://schemas.microsoft.com/office/drawing/2014/main" id="{ECABD3D7-5199-BC90-8408-ED3D377F906F}"/>
                  </a:ext>
                </a:extLst>
              </p:cNvPr>
              <p:cNvSpPr txBox="1"/>
              <p:nvPr/>
            </p:nvSpPr>
            <p:spPr>
              <a:xfrm>
                <a:off x="10343678" y="3288001"/>
                <a:ext cx="504849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(∞)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" name="象函数1">
                <a:extLst>
                  <a:ext uri="{FF2B5EF4-FFF2-40B4-BE49-F238E27FC236}">
                    <a16:creationId xmlns:a16="http://schemas.microsoft.com/office/drawing/2014/main" id="{ECABD3D7-5199-BC90-8408-ED3D377F9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3678" y="3288001"/>
                <a:ext cx="504849" cy="524695"/>
              </a:xfrm>
              <a:prstGeom prst="rect">
                <a:avLst/>
              </a:prstGeom>
              <a:blipFill>
                <a:blip r:embed="rId8"/>
                <a:stretch>
                  <a:fillRect l="-7317" r="-107317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0.5h">
                <a:extLst>
                  <a:ext uri="{FF2B5EF4-FFF2-40B4-BE49-F238E27FC236}">
                    <a16:creationId xmlns:a16="http://schemas.microsoft.com/office/drawing/2014/main" id="{E1E3E8A4-4C97-B36E-5803-5B12D10AE951}"/>
                  </a:ext>
                </a:extLst>
              </p:cNvPr>
              <p:cNvSpPr txBox="1"/>
              <p:nvPr/>
            </p:nvSpPr>
            <p:spPr>
              <a:xfrm>
                <a:off x="1019783" y="4252828"/>
                <a:ext cx="1237566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159F84"/>
                          </a:solidFill>
                          <a:latin typeface="Cambria Math" panose="02040503050406030204" pitchFamily="18" charset="0"/>
                        </a:rPr>
                        <m:t>0.5</m:t>
                      </m:r>
                      <m:r>
                        <a:rPr lang="en-US" altLang="zh-CN" sz="2800" b="0" i="1" smtClean="0">
                          <a:solidFill>
                            <a:srgbClr val="159F84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sz="2800" b="0" i="1" smtClean="0">
                          <a:solidFill>
                            <a:srgbClr val="159F84"/>
                          </a:solidFill>
                          <a:latin typeface="Cambria Math" panose="02040503050406030204" pitchFamily="18" charset="0"/>
                        </a:rPr>
                        <m:t>(∞)</m:t>
                      </m:r>
                    </m:oMath>
                  </m:oMathPara>
                </a14:m>
                <a:endParaRPr lang="zh-CN" altLang="en-US" sz="2800" dirty="0">
                  <a:solidFill>
                    <a:srgbClr val="159F84"/>
                  </a:solidFill>
                </a:endParaRPr>
              </a:p>
            </p:txBody>
          </p:sp>
        </mc:Choice>
        <mc:Fallback xmlns="">
          <p:sp>
            <p:nvSpPr>
              <p:cNvPr id="72" name="0.5h">
                <a:extLst>
                  <a:ext uri="{FF2B5EF4-FFF2-40B4-BE49-F238E27FC236}">
                    <a16:creationId xmlns:a16="http://schemas.microsoft.com/office/drawing/2014/main" id="{E1E3E8A4-4C97-B36E-5803-5B12D10AE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783" y="4252828"/>
                <a:ext cx="1237566" cy="524695"/>
              </a:xfrm>
              <a:prstGeom prst="rect">
                <a:avLst/>
              </a:prstGeom>
              <a:blipFill>
                <a:blip r:embed="rId9"/>
                <a:stretch>
                  <a:fillRect l="-3061" r="-23469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0.5h辅助线2">
            <a:extLst>
              <a:ext uri="{FF2B5EF4-FFF2-40B4-BE49-F238E27FC236}">
                <a16:creationId xmlns:a16="http://schemas.microsoft.com/office/drawing/2014/main" id="{E61689B9-9279-D51C-F6C3-B94B23EE197A}"/>
              </a:ext>
            </a:extLst>
          </p:cNvPr>
          <p:cNvCxnSpPr>
            <a:cxnSpLocks/>
          </p:cNvCxnSpPr>
          <p:nvPr/>
        </p:nvCxnSpPr>
        <p:spPr>
          <a:xfrm>
            <a:off x="2799263" y="4509120"/>
            <a:ext cx="0" cy="1074414"/>
          </a:xfrm>
          <a:prstGeom prst="straightConnector1">
            <a:avLst/>
          </a:prstGeom>
          <a:ln w="25400">
            <a:solidFill>
              <a:srgbClr val="159F84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d箭头">
            <a:extLst>
              <a:ext uri="{FF2B5EF4-FFF2-40B4-BE49-F238E27FC236}">
                <a16:creationId xmlns:a16="http://schemas.microsoft.com/office/drawing/2014/main" id="{AD6D53B3-3410-2685-F6B3-D8137162BC94}"/>
              </a:ext>
            </a:extLst>
          </p:cNvPr>
          <p:cNvSpPr/>
          <p:nvPr/>
        </p:nvSpPr>
        <p:spPr>
          <a:xfrm rot="1193590">
            <a:off x="1992040" y="4058617"/>
            <a:ext cx="763202" cy="281818"/>
          </a:xfrm>
          <a:custGeom>
            <a:avLst/>
            <a:gdLst>
              <a:gd name="connsiteX0" fmla="*/ 974956 w 974956"/>
              <a:gd name="connsiteY0" fmla="*/ 313304 h 313304"/>
              <a:gd name="connsiteX1" fmla="*/ 302781 w 974956"/>
              <a:gd name="connsiteY1" fmla="*/ 22634 h 313304"/>
              <a:gd name="connsiteX2" fmla="*/ 0 w 974956"/>
              <a:gd name="connsiteY2" fmla="*/ 40801 h 313304"/>
              <a:gd name="connsiteX0" fmla="*/ 974956 w 974956"/>
              <a:gd name="connsiteY0" fmla="*/ 288927 h 288927"/>
              <a:gd name="connsiteX1" fmla="*/ 520783 w 974956"/>
              <a:gd name="connsiteY1" fmla="*/ 46702 h 288927"/>
              <a:gd name="connsiteX2" fmla="*/ 0 w 974956"/>
              <a:gd name="connsiteY2" fmla="*/ 16424 h 288927"/>
              <a:gd name="connsiteX0" fmla="*/ 974956 w 974956"/>
              <a:gd name="connsiteY0" fmla="*/ 288927 h 288927"/>
              <a:gd name="connsiteX1" fmla="*/ 520783 w 974956"/>
              <a:gd name="connsiteY1" fmla="*/ 46702 h 288927"/>
              <a:gd name="connsiteX2" fmla="*/ 0 w 974956"/>
              <a:gd name="connsiteY2" fmla="*/ 16424 h 288927"/>
              <a:gd name="connsiteX0" fmla="*/ 974956 w 974956"/>
              <a:gd name="connsiteY0" fmla="*/ 288927 h 288927"/>
              <a:gd name="connsiteX1" fmla="*/ 520783 w 974956"/>
              <a:gd name="connsiteY1" fmla="*/ 46702 h 288927"/>
              <a:gd name="connsiteX2" fmla="*/ 0 w 974956"/>
              <a:gd name="connsiteY2" fmla="*/ 16424 h 288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4956" h="288927">
                <a:moveTo>
                  <a:pt x="974956" y="288927"/>
                </a:moveTo>
                <a:cubicBezTo>
                  <a:pt x="750393" y="136022"/>
                  <a:pt x="695388" y="110286"/>
                  <a:pt x="520783" y="46702"/>
                </a:cubicBezTo>
                <a:cubicBezTo>
                  <a:pt x="358290" y="1285"/>
                  <a:pt x="70144" y="-15368"/>
                  <a:pt x="0" y="16424"/>
                </a:cubicBezTo>
              </a:path>
            </a:pathLst>
          </a:custGeom>
          <a:noFill/>
          <a:ln>
            <a:solidFill>
              <a:srgbClr val="159F84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延迟时间">
                <a:extLst>
                  <a:ext uri="{FF2B5EF4-FFF2-40B4-BE49-F238E27FC236}">
                    <a16:creationId xmlns:a16="http://schemas.microsoft.com/office/drawing/2014/main" id="{4982C0E6-254C-7D62-E7BB-01D69045219E}"/>
                  </a:ext>
                </a:extLst>
              </p:cNvPr>
              <p:cNvSpPr txBox="1"/>
              <p:nvPr/>
            </p:nvSpPr>
            <p:spPr>
              <a:xfrm>
                <a:off x="211800" y="3405480"/>
                <a:ext cx="200801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rgbClr val="159F84"/>
                    </a:solidFill>
                  </a:rPr>
                  <a:t>延迟时间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159F8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159F84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159F84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zh-CN" altLang="en-US" sz="2800" dirty="0">
                  <a:solidFill>
                    <a:srgbClr val="159F84"/>
                  </a:solidFill>
                </a:endParaRPr>
              </a:p>
            </p:txBody>
          </p:sp>
        </mc:Choice>
        <mc:Fallback xmlns="">
          <p:sp>
            <p:nvSpPr>
              <p:cNvPr id="77" name="延迟时间">
                <a:extLst>
                  <a:ext uri="{FF2B5EF4-FFF2-40B4-BE49-F238E27FC236}">
                    <a16:creationId xmlns:a16="http://schemas.microsoft.com/office/drawing/2014/main" id="{4982C0E6-254C-7D62-E7BB-01D690452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00" y="3405480"/>
                <a:ext cx="2008016" cy="523220"/>
              </a:xfrm>
              <a:prstGeom prst="rect">
                <a:avLst/>
              </a:prstGeom>
              <a:blipFill>
                <a:blip r:embed="rId10"/>
                <a:stretch>
                  <a:fillRect l="-6289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tr辅助线1">
            <a:extLst>
              <a:ext uri="{FF2B5EF4-FFF2-40B4-BE49-F238E27FC236}">
                <a16:creationId xmlns:a16="http://schemas.microsoft.com/office/drawing/2014/main" id="{EAC3C9A5-70E7-DABD-6D70-CD570FEEBA99}"/>
              </a:ext>
            </a:extLst>
          </p:cNvPr>
          <p:cNvCxnSpPr>
            <a:cxnSpLocks/>
          </p:cNvCxnSpPr>
          <p:nvPr/>
        </p:nvCxnSpPr>
        <p:spPr>
          <a:xfrm>
            <a:off x="2491929" y="5599312"/>
            <a:ext cx="0" cy="493984"/>
          </a:xfrm>
          <a:prstGeom prst="straightConnector1">
            <a:avLst/>
          </a:prstGeom>
          <a:ln w="25400">
            <a:solidFill>
              <a:srgbClr val="00B0F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r辅助线2">
            <a:extLst>
              <a:ext uri="{FF2B5EF4-FFF2-40B4-BE49-F238E27FC236}">
                <a16:creationId xmlns:a16="http://schemas.microsoft.com/office/drawing/2014/main" id="{18F20ABE-B1DF-28A6-2D1E-F7CAAE83C480}"/>
              </a:ext>
            </a:extLst>
          </p:cNvPr>
          <p:cNvCxnSpPr>
            <a:cxnSpLocks/>
          </p:cNvCxnSpPr>
          <p:nvPr/>
        </p:nvCxnSpPr>
        <p:spPr>
          <a:xfrm>
            <a:off x="3142878" y="3550349"/>
            <a:ext cx="0" cy="2542947"/>
          </a:xfrm>
          <a:prstGeom prst="straightConnector1">
            <a:avLst/>
          </a:prstGeom>
          <a:ln w="25400">
            <a:solidFill>
              <a:srgbClr val="00B0F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r辅助线3">
            <a:extLst>
              <a:ext uri="{FF2B5EF4-FFF2-40B4-BE49-F238E27FC236}">
                <a16:creationId xmlns:a16="http://schemas.microsoft.com/office/drawing/2014/main" id="{79921F78-E4CC-E471-0882-179C5FBB817E}"/>
              </a:ext>
            </a:extLst>
          </p:cNvPr>
          <p:cNvCxnSpPr>
            <a:cxnSpLocks/>
          </p:cNvCxnSpPr>
          <p:nvPr/>
        </p:nvCxnSpPr>
        <p:spPr>
          <a:xfrm flipH="1">
            <a:off x="2491929" y="5877272"/>
            <a:ext cx="650949" cy="0"/>
          </a:xfrm>
          <a:prstGeom prst="straightConnector1">
            <a:avLst/>
          </a:prstGeom>
          <a:ln w="25400">
            <a:solidFill>
              <a:srgbClr val="00B0F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上升时间">
                <a:extLst>
                  <a:ext uri="{FF2B5EF4-FFF2-40B4-BE49-F238E27FC236}">
                    <a16:creationId xmlns:a16="http://schemas.microsoft.com/office/drawing/2014/main" id="{FB5AD512-8A9F-00E2-6FBD-BE12D12F1E66}"/>
                  </a:ext>
                </a:extLst>
              </p:cNvPr>
              <p:cNvSpPr txBox="1"/>
              <p:nvPr/>
            </p:nvSpPr>
            <p:spPr>
              <a:xfrm>
                <a:off x="3187414" y="5679385"/>
                <a:ext cx="19358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rgbClr val="00B0F0"/>
                    </a:solidFill>
                  </a:rPr>
                  <a:t>上升时间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zh-CN" altLang="en-US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0" name="上升时间">
                <a:extLst>
                  <a:ext uri="{FF2B5EF4-FFF2-40B4-BE49-F238E27FC236}">
                    <a16:creationId xmlns:a16="http://schemas.microsoft.com/office/drawing/2014/main" id="{FB5AD512-8A9F-00E2-6FBD-BE12D12F1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414" y="5679385"/>
                <a:ext cx="1935856" cy="523220"/>
              </a:xfrm>
              <a:prstGeom prst="rect">
                <a:avLst/>
              </a:prstGeom>
              <a:blipFill>
                <a:blip r:embed="rId11"/>
                <a:stretch>
                  <a:fillRect l="-7190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tp辅助线1">
            <a:extLst>
              <a:ext uri="{FF2B5EF4-FFF2-40B4-BE49-F238E27FC236}">
                <a16:creationId xmlns:a16="http://schemas.microsoft.com/office/drawing/2014/main" id="{1E391ACA-4F38-A555-0538-CF7FBAC6BA6D}"/>
              </a:ext>
            </a:extLst>
          </p:cNvPr>
          <p:cNvCxnSpPr>
            <a:cxnSpLocks/>
            <a:stCxn id="18" idx="1"/>
          </p:cNvCxnSpPr>
          <p:nvPr/>
        </p:nvCxnSpPr>
        <p:spPr>
          <a:xfrm>
            <a:off x="3933009" y="2404705"/>
            <a:ext cx="0" cy="3178829"/>
          </a:xfrm>
          <a:prstGeom prst="straightConnector1">
            <a:avLst/>
          </a:prstGeom>
          <a:ln w="25400">
            <a:solidFill>
              <a:schemeClr val="accent6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tp辅助线2">
            <a:extLst>
              <a:ext uri="{FF2B5EF4-FFF2-40B4-BE49-F238E27FC236}">
                <a16:creationId xmlns:a16="http://schemas.microsoft.com/office/drawing/2014/main" id="{42BAA255-2F1E-ED2B-911A-4C3AE09B6C8A}"/>
              </a:ext>
            </a:extLst>
          </p:cNvPr>
          <p:cNvCxnSpPr>
            <a:cxnSpLocks/>
          </p:cNvCxnSpPr>
          <p:nvPr/>
        </p:nvCxnSpPr>
        <p:spPr>
          <a:xfrm flipH="1">
            <a:off x="2502344" y="3994119"/>
            <a:ext cx="1424688" cy="0"/>
          </a:xfrm>
          <a:prstGeom prst="straightConnector1">
            <a:avLst/>
          </a:prstGeom>
          <a:ln w="25400">
            <a:solidFill>
              <a:schemeClr val="accent6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峰值时间">
                <a:extLst>
                  <a:ext uri="{FF2B5EF4-FFF2-40B4-BE49-F238E27FC236}">
                    <a16:creationId xmlns:a16="http://schemas.microsoft.com/office/drawing/2014/main" id="{73BC11C7-7AF5-2338-FF7C-77EB3EC04E85}"/>
                  </a:ext>
                </a:extLst>
              </p:cNvPr>
              <p:cNvSpPr txBox="1"/>
              <p:nvPr/>
            </p:nvSpPr>
            <p:spPr>
              <a:xfrm>
                <a:off x="3958988" y="3782112"/>
                <a:ext cx="1935856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chemeClr val="accent6"/>
                    </a:solidFill>
                  </a:rPr>
                  <a:t>峰值时间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zh-CN" altLang="en-US" sz="28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31" name="峰值时间">
                <a:extLst>
                  <a:ext uri="{FF2B5EF4-FFF2-40B4-BE49-F238E27FC236}">
                    <a16:creationId xmlns:a16="http://schemas.microsoft.com/office/drawing/2014/main" id="{73BC11C7-7AF5-2338-FF7C-77EB3EC04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8988" y="3782112"/>
                <a:ext cx="1935856" cy="556434"/>
              </a:xfrm>
              <a:prstGeom prst="rect">
                <a:avLst/>
              </a:prstGeom>
              <a:blipFill>
                <a:blip r:embed="rId12"/>
                <a:stretch>
                  <a:fillRect l="-6494" t="-11111" b="-2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ts辅助线1">
            <a:extLst>
              <a:ext uri="{FF2B5EF4-FFF2-40B4-BE49-F238E27FC236}">
                <a16:creationId xmlns:a16="http://schemas.microsoft.com/office/drawing/2014/main" id="{E35C2B09-55D4-1CA5-D1F5-A14CD524D572}"/>
              </a:ext>
            </a:extLst>
          </p:cNvPr>
          <p:cNvCxnSpPr>
            <a:cxnSpLocks/>
          </p:cNvCxnSpPr>
          <p:nvPr/>
        </p:nvCxnSpPr>
        <p:spPr>
          <a:xfrm>
            <a:off x="2510725" y="3717032"/>
            <a:ext cx="7832953" cy="0"/>
          </a:xfrm>
          <a:prstGeom prst="straightConnector1">
            <a:avLst/>
          </a:prstGeom>
          <a:ln w="25400">
            <a:solidFill>
              <a:schemeClr val="accent4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ts辅助线2">
            <a:extLst>
              <a:ext uri="{FF2B5EF4-FFF2-40B4-BE49-F238E27FC236}">
                <a16:creationId xmlns:a16="http://schemas.microsoft.com/office/drawing/2014/main" id="{70B2A9C1-A9AD-AAA9-3923-425DF77B5F42}"/>
              </a:ext>
            </a:extLst>
          </p:cNvPr>
          <p:cNvCxnSpPr>
            <a:cxnSpLocks/>
          </p:cNvCxnSpPr>
          <p:nvPr/>
        </p:nvCxnSpPr>
        <p:spPr>
          <a:xfrm>
            <a:off x="2510725" y="3356992"/>
            <a:ext cx="7832953" cy="0"/>
          </a:xfrm>
          <a:prstGeom prst="straightConnector1">
            <a:avLst/>
          </a:prstGeom>
          <a:ln w="25400">
            <a:solidFill>
              <a:schemeClr val="accent4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ts辅助线3">
            <a:extLst>
              <a:ext uri="{FF2B5EF4-FFF2-40B4-BE49-F238E27FC236}">
                <a16:creationId xmlns:a16="http://schemas.microsoft.com/office/drawing/2014/main" id="{D8D16664-5F5F-62E5-1915-3B374594AFA8}"/>
              </a:ext>
            </a:extLst>
          </p:cNvPr>
          <p:cNvCxnSpPr>
            <a:cxnSpLocks/>
          </p:cNvCxnSpPr>
          <p:nvPr/>
        </p:nvCxnSpPr>
        <p:spPr>
          <a:xfrm>
            <a:off x="6094413" y="2908759"/>
            <a:ext cx="0" cy="448233"/>
          </a:xfrm>
          <a:prstGeom prst="straightConnector1">
            <a:avLst/>
          </a:prstGeom>
          <a:ln w="25400">
            <a:solidFill>
              <a:schemeClr val="accent4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ts辅助线4">
            <a:extLst>
              <a:ext uri="{FF2B5EF4-FFF2-40B4-BE49-F238E27FC236}">
                <a16:creationId xmlns:a16="http://schemas.microsoft.com/office/drawing/2014/main" id="{A7F533DF-BE8D-6A28-942E-1A942F5D99B6}"/>
              </a:ext>
            </a:extLst>
          </p:cNvPr>
          <p:cNvCxnSpPr>
            <a:cxnSpLocks/>
          </p:cNvCxnSpPr>
          <p:nvPr/>
        </p:nvCxnSpPr>
        <p:spPr>
          <a:xfrm flipV="1">
            <a:off x="6091817" y="3704583"/>
            <a:ext cx="0" cy="448233"/>
          </a:xfrm>
          <a:prstGeom prst="straightConnector1">
            <a:avLst/>
          </a:prstGeom>
          <a:ln w="25400">
            <a:solidFill>
              <a:schemeClr val="accent4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误差带">
            <a:extLst>
              <a:ext uri="{FF2B5EF4-FFF2-40B4-BE49-F238E27FC236}">
                <a16:creationId xmlns:a16="http://schemas.microsoft.com/office/drawing/2014/main" id="{CC940B47-9F16-5C54-1681-C21EBA328799}"/>
              </a:ext>
            </a:extLst>
          </p:cNvPr>
          <p:cNvSpPr txBox="1"/>
          <p:nvPr/>
        </p:nvSpPr>
        <p:spPr>
          <a:xfrm>
            <a:off x="6094413" y="2818820"/>
            <a:ext cx="12969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F29B11"/>
                </a:solidFill>
              </a:rPr>
              <a:t>误差带</a:t>
            </a:r>
          </a:p>
        </p:txBody>
      </p:sp>
      <p:cxnSp>
        <p:nvCxnSpPr>
          <p:cNvPr id="41" name="ts辅助线5">
            <a:extLst>
              <a:ext uri="{FF2B5EF4-FFF2-40B4-BE49-F238E27FC236}">
                <a16:creationId xmlns:a16="http://schemas.microsoft.com/office/drawing/2014/main" id="{CEF39FE2-CF40-6E72-5BAB-6AC27BEC5B6B}"/>
              </a:ext>
            </a:extLst>
          </p:cNvPr>
          <p:cNvCxnSpPr>
            <a:cxnSpLocks/>
          </p:cNvCxnSpPr>
          <p:nvPr/>
        </p:nvCxnSpPr>
        <p:spPr>
          <a:xfrm>
            <a:off x="5894844" y="3717032"/>
            <a:ext cx="0" cy="1866502"/>
          </a:xfrm>
          <a:prstGeom prst="straightConnector1">
            <a:avLst/>
          </a:prstGeom>
          <a:ln w="25400">
            <a:solidFill>
              <a:schemeClr val="accent4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ts辅助线6">
            <a:extLst>
              <a:ext uri="{FF2B5EF4-FFF2-40B4-BE49-F238E27FC236}">
                <a16:creationId xmlns:a16="http://schemas.microsoft.com/office/drawing/2014/main" id="{A5CF292F-A33B-1B52-9717-3B75C290523C}"/>
              </a:ext>
            </a:extLst>
          </p:cNvPr>
          <p:cNvCxnSpPr>
            <a:cxnSpLocks/>
          </p:cNvCxnSpPr>
          <p:nvPr/>
        </p:nvCxnSpPr>
        <p:spPr>
          <a:xfrm>
            <a:off x="2521754" y="5076093"/>
            <a:ext cx="3373090" cy="0"/>
          </a:xfrm>
          <a:prstGeom prst="straightConnector1">
            <a:avLst/>
          </a:prstGeom>
          <a:ln w="25400">
            <a:solidFill>
              <a:schemeClr val="accent4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调节时间">
                <a:extLst>
                  <a:ext uri="{FF2B5EF4-FFF2-40B4-BE49-F238E27FC236}">
                    <a16:creationId xmlns:a16="http://schemas.microsoft.com/office/drawing/2014/main" id="{8E825CB4-9D9E-323D-5EA0-697C85C9756E}"/>
                  </a:ext>
                </a:extLst>
              </p:cNvPr>
              <p:cNvSpPr txBox="1"/>
              <p:nvPr/>
            </p:nvSpPr>
            <p:spPr>
              <a:xfrm>
                <a:off x="5924133" y="4812232"/>
                <a:ext cx="195424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rgbClr val="F29B11"/>
                    </a:solidFill>
                  </a:rPr>
                  <a:t>调节时间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F29B1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F29B1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F29B1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zh-CN" altLang="en-US" sz="2800" dirty="0">
                  <a:solidFill>
                    <a:srgbClr val="F29B11"/>
                  </a:solidFill>
                </a:endParaRPr>
              </a:p>
            </p:txBody>
          </p:sp>
        </mc:Choice>
        <mc:Fallback xmlns="">
          <p:sp>
            <p:nvSpPr>
              <p:cNvPr id="43" name="调节时间">
                <a:extLst>
                  <a:ext uri="{FF2B5EF4-FFF2-40B4-BE49-F238E27FC236}">
                    <a16:creationId xmlns:a16="http://schemas.microsoft.com/office/drawing/2014/main" id="{8E825CB4-9D9E-323D-5EA0-697C85C97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133" y="4812232"/>
                <a:ext cx="1954241" cy="523220"/>
              </a:xfrm>
              <a:prstGeom prst="rect">
                <a:avLst/>
              </a:prstGeom>
              <a:blipFill>
                <a:blip r:embed="rId13"/>
                <a:stretch>
                  <a:fillRect l="-6452" t="-13953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超调辅助线2">
            <a:extLst>
              <a:ext uri="{FF2B5EF4-FFF2-40B4-BE49-F238E27FC236}">
                <a16:creationId xmlns:a16="http://schemas.microsoft.com/office/drawing/2014/main" id="{62CA76B6-5FAB-D4D2-FC0A-95E0A289FC0C}"/>
              </a:ext>
            </a:extLst>
          </p:cNvPr>
          <p:cNvCxnSpPr>
            <a:cxnSpLocks/>
          </p:cNvCxnSpPr>
          <p:nvPr/>
        </p:nvCxnSpPr>
        <p:spPr>
          <a:xfrm>
            <a:off x="4416072" y="2394976"/>
            <a:ext cx="6301" cy="1161493"/>
          </a:xfrm>
          <a:prstGeom prst="straightConnector1">
            <a:avLst/>
          </a:prstGeom>
          <a:ln w="25400">
            <a:solidFill>
              <a:srgbClr val="C0000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超调辅助线1">
            <a:extLst>
              <a:ext uri="{FF2B5EF4-FFF2-40B4-BE49-F238E27FC236}">
                <a16:creationId xmlns:a16="http://schemas.microsoft.com/office/drawing/2014/main" id="{8604139A-4C1A-8173-7777-91EEF4696E30}"/>
              </a:ext>
            </a:extLst>
          </p:cNvPr>
          <p:cNvCxnSpPr>
            <a:cxnSpLocks/>
            <a:stCxn id="18" idx="1"/>
          </p:cNvCxnSpPr>
          <p:nvPr/>
        </p:nvCxnSpPr>
        <p:spPr>
          <a:xfrm>
            <a:off x="3933009" y="2404705"/>
            <a:ext cx="993907" cy="0"/>
          </a:xfrm>
          <a:prstGeom prst="straightConnector1">
            <a:avLst/>
          </a:prstGeom>
          <a:ln w="25400">
            <a:solidFill>
              <a:srgbClr val="C0000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超调辅助线3">
            <a:extLst>
              <a:ext uri="{FF2B5EF4-FFF2-40B4-BE49-F238E27FC236}">
                <a16:creationId xmlns:a16="http://schemas.microsoft.com/office/drawing/2014/main" id="{C9F6F594-C141-955E-D609-73931CD40746}"/>
              </a:ext>
            </a:extLst>
          </p:cNvPr>
          <p:cNvCxnSpPr>
            <a:cxnSpLocks/>
          </p:cNvCxnSpPr>
          <p:nvPr/>
        </p:nvCxnSpPr>
        <p:spPr>
          <a:xfrm>
            <a:off x="4422843" y="3547047"/>
            <a:ext cx="0" cy="2039488"/>
          </a:xfrm>
          <a:prstGeom prst="straightConnector1">
            <a:avLst/>
          </a:prstGeom>
          <a:ln w="25400">
            <a:solidFill>
              <a:srgbClr val="C0000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A">
                <a:extLst>
                  <a:ext uri="{FF2B5EF4-FFF2-40B4-BE49-F238E27FC236}">
                    <a16:creationId xmlns:a16="http://schemas.microsoft.com/office/drawing/2014/main" id="{797E4B85-25DD-52D6-EF86-BF51E69F2F18}"/>
                  </a:ext>
                </a:extLst>
              </p:cNvPr>
              <p:cNvSpPr txBox="1"/>
              <p:nvPr/>
            </p:nvSpPr>
            <p:spPr>
              <a:xfrm>
                <a:off x="4508370" y="2429085"/>
                <a:ext cx="487816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8" name="A">
                <a:extLst>
                  <a:ext uri="{FF2B5EF4-FFF2-40B4-BE49-F238E27FC236}">
                    <a16:creationId xmlns:a16="http://schemas.microsoft.com/office/drawing/2014/main" id="{797E4B85-25DD-52D6-EF86-BF51E69F2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8370" y="2429085"/>
                <a:ext cx="487816" cy="52469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B">
                <a:extLst>
                  <a:ext uri="{FF2B5EF4-FFF2-40B4-BE49-F238E27FC236}">
                    <a16:creationId xmlns:a16="http://schemas.microsoft.com/office/drawing/2014/main" id="{2A63F67F-4059-9D97-E3FF-67A46BF15408}"/>
                  </a:ext>
                </a:extLst>
              </p:cNvPr>
              <p:cNvSpPr txBox="1"/>
              <p:nvPr/>
            </p:nvSpPr>
            <p:spPr>
              <a:xfrm>
                <a:off x="4469004" y="4461001"/>
                <a:ext cx="487816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9" name="B">
                <a:extLst>
                  <a:ext uri="{FF2B5EF4-FFF2-40B4-BE49-F238E27FC236}">
                    <a16:creationId xmlns:a16="http://schemas.microsoft.com/office/drawing/2014/main" id="{2A63F67F-4059-9D97-E3FF-67A46BF15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004" y="4461001"/>
                <a:ext cx="487816" cy="52469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超调量">
                <a:extLst>
                  <a:ext uri="{FF2B5EF4-FFF2-40B4-BE49-F238E27FC236}">
                    <a16:creationId xmlns:a16="http://schemas.microsoft.com/office/drawing/2014/main" id="{723CE272-B842-FB86-8F71-5D4E9489E9CC}"/>
                  </a:ext>
                </a:extLst>
              </p:cNvPr>
              <p:cNvSpPr txBox="1"/>
              <p:nvPr/>
            </p:nvSpPr>
            <p:spPr>
              <a:xfrm>
                <a:off x="4926916" y="2089042"/>
                <a:ext cx="3233393" cy="7040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rgbClr val="C00000"/>
                    </a:solidFill>
                  </a:rPr>
                  <a:t>超调量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altLang="zh-CN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a:rPr lang="en-US" altLang="zh-CN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×100%</m:t>
                    </m:r>
                  </m:oMath>
                </a14:m>
                <a:endParaRPr lang="zh-CN" alt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0" name="超调量">
                <a:extLst>
                  <a:ext uri="{FF2B5EF4-FFF2-40B4-BE49-F238E27FC236}">
                    <a16:creationId xmlns:a16="http://schemas.microsoft.com/office/drawing/2014/main" id="{723CE272-B842-FB86-8F71-5D4E9489E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6916" y="2089042"/>
                <a:ext cx="3233393" cy="704039"/>
              </a:xfrm>
              <a:prstGeom prst="rect">
                <a:avLst/>
              </a:prstGeom>
              <a:blipFill>
                <a:blip r:embed="rId16"/>
                <a:stretch>
                  <a:fillRect l="-3906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误差辅助线1">
            <a:extLst>
              <a:ext uri="{FF2B5EF4-FFF2-40B4-BE49-F238E27FC236}">
                <a16:creationId xmlns:a16="http://schemas.microsoft.com/office/drawing/2014/main" id="{99DD70E0-7890-5EF0-0252-6CC4E6BBCC0D}"/>
              </a:ext>
            </a:extLst>
          </p:cNvPr>
          <p:cNvCxnSpPr>
            <a:cxnSpLocks/>
          </p:cNvCxnSpPr>
          <p:nvPr/>
        </p:nvCxnSpPr>
        <p:spPr>
          <a:xfrm flipV="1">
            <a:off x="9335566" y="3557995"/>
            <a:ext cx="0" cy="448233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误差辅助线1">
            <a:extLst>
              <a:ext uri="{FF2B5EF4-FFF2-40B4-BE49-F238E27FC236}">
                <a16:creationId xmlns:a16="http://schemas.microsoft.com/office/drawing/2014/main" id="{561C635C-F190-F997-00AD-7995B7D32D39}"/>
              </a:ext>
            </a:extLst>
          </p:cNvPr>
          <p:cNvCxnSpPr>
            <a:cxnSpLocks/>
          </p:cNvCxnSpPr>
          <p:nvPr/>
        </p:nvCxnSpPr>
        <p:spPr>
          <a:xfrm>
            <a:off x="9328306" y="3012316"/>
            <a:ext cx="0" cy="448233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误差">
                <a:extLst>
                  <a:ext uri="{FF2B5EF4-FFF2-40B4-BE49-F238E27FC236}">
                    <a16:creationId xmlns:a16="http://schemas.microsoft.com/office/drawing/2014/main" id="{E7C34201-5FD4-5F72-3D83-33660148842E}"/>
                  </a:ext>
                </a:extLst>
              </p:cNvPr>
              <p:cNvSpPr txBox="1"/>
              <p:nvPr/>
            </p:nvSpPr>
            <p:spPr>
              <a:xfrm>
                <a:off x="9395433" y="2297251"/>
                <a:ext cx="1662501" cy="9555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稳态误差</a:t>
                </a:r>
                <a:endParaRPr lang="en-US" altLang="zh-CN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→∞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3" name="误差">
                <a:extLst>
                  <a:ext uri="{FF2B5EF4-FFF2-40B4-BE49-F238E27FC236}">
                    <a16:creationId xmlns:a16="http://schemas.microsoft.com/office/drawing/2014/main" id="{E7C34201-5FD4-5F72-3D83-336601488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5433" y="2297251"/>
                <a:ext cx="1662501" cy="955583"/>
              </a:xfrm>
              <a:prstGeom prst="rect">
                <a:avLst/>
              </a:prstGeom>
              <a:blipFill>
                <a:blip r:embed="rId17"/>
                <a:stretch>
                  <a:fillRect l="-7576" t="-7792" r="-4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" name="给定">
            <a:extLst>
              <a:ext uri="{FF2B5EF4-FFF2-40B4-BE49-F238E27FC236}">
                <a16:creationId xmlns:a16="http://schemas.microsoft.com/office/drawing/2014/main" id="{D02DB8F5-BE57-B507-09C3-168E8DA8DA77}"/>
              </a:ext>
            </a:extLst>
          </p:cNvPr>
          <p:cNvCxnSpPr>
            <a:cxnSpLocks/>
          </p:cNvCxnSpPr>
          <p:nvPr/>
        </p:nvCxnSpPr>
        <p:spPr>
          <a:xfrm>
            <a:off x="2521754" y="3460549"/>
            <a:ext cx="7192842" cy="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响应">
            <a:extLst>
              <a:ext uri="{FF2B5EF4-FFF2-40B4-BE49-F238E27FC236}">
                <a16:creationId xmlns:a16="http://schemas.microsoft.com/office/drawing/2014/main" id="{DE5A4B3F-2270-7321-DC45-8795E0A0B72B}"/>
              </a:ext>
            </a:extLst>
          </p:cNvPr>
          <p:cNvSpPr/>
          <p:nvPr/>
        </p:nvSpPr>
        <p:spPr>
          <a:xfrm>
            <a:off x="2495550" y="2404703"/>
            <a:ext cx="7226591" cy="3184883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  <a:gd name="connsiteX0" fmla="*/ 0 w 2407534"/>
              <a:gd name="connsiteY0" fmla="*/ 1157701 h 1157701"/>
              <a:gd name="connsiteX1" fmla="*/ 398588 w 2407534"/>
              <a:gd name="connsiteY1" fmla="*/ 23772 h 1157701"/>
              <a:gd name="connsiteX2" fmla="*/ 486137 w 2407534"/>
              <a:gd name="connsiteY2" fmla="*/ 382197 h 1157701"/>
              <a:gd name="connsiteX3" fmla="*/ 671331 w 2407534"/>
              <a:gd name="connsiteY3" fmla="*/ 324323 h 1157701"/>
              <a:gd name="connsiteX4" fmla="*/ 1030147 w 2407534"/>
              <a:gd name="connsiteY4" fmla="*/ 318536 h 1157701"/>
              <a:gd name="connsiteX5" fmla="*/ 2407534 w 2407534"/>
              <a:gd name="connsiteY5" fmla="*/ 324323 h 1157701"/>
              <a:gd name="connsiteX0" fmla="*/ 0 w 3690522"/>
              <a:gd name="connsiteY0" fmla="*/ 1157701 h 1157701"/>
              <a:gd name="connsiteX1" fmla="*/ 398588 w 3690522"/>
              <a:gd name="connsiteY1" fmla="*/ 23772 h 1157701"/>
              <a:gd name="connsiteX2" fmla="*/ 486137 w 3690522"/>
              <a:gd name="connsiteY2" fmla="*/ 382197 h 1157701"/>
              <a:gd name="connsiteX3" fmla="*/ 671331 w 3690522"/>
              <a:gd name="connsiteY3" fmla="*/ 324323 h 1157701"/>
              <a:gd name="connsiteX4" fmla="*/ 1030147 w 3690522"/>
              <a:gd name="connsiteY4" fmla="*/ 318536 h 1157701"/>
              <a:gd name="connsiteX5" fmla="*/ 3690522 w 3690522"/>
              <a:gd name="connsiteY5" fmla="*/ 314264 h 1157701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30147 w 3690522"/>
              <a:gd name="connsiteY4" fmla="*/ 317774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30147 w 3690522"/>
              <a:gd name="connsiteY4" fmla="*/ 317774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3690522 w 3690522"/>
              <a:gd name="connsiteY5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1358573 w 3690522"/>
              <a:gd name="connsiteY5" fmla="*/ 320202 h 1156939"/>
              <a:gd name="connsiteX6" fmla="*/ 3690522 w 3690522"/>
              <a:gd name="connsiteY6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1358573 w 3690522"/>
              <a:gd name="connsiteY5" fmla="*/ 320202 h 1156939"/>
              <a:gd name="connsiteX6" fmla="*/ 3690522 w 3690522"/>
              <a:gd name="connsiteY6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1358573 w 3690522"/>
              <a:gd name="connsiteY5" fmla="*/ 320202 h 1156939"/>
              <a:gd name="connsiteX6" fmla="*/ 3690522 w 3690522"/>
              <a:gd name="connsiteY6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1020759 w 3690522"/>
              <a:gd name="connsiteY4" fmla="*/ 320289 h 1156939"/>
              <a:gd name="connsiteX5" fmla="*/ 1446192 w 3690522"/>
              <a:gd name="connsiteY5" fmla="*/ 239735 h 1156939"/>
              <a:gd name="connsiteX6" fmla="*/ 3690522 w 3690522"/>
              <a:gd name="connsiteY6" fmla="*/ 313502 h 1156939"/>
              <a:gd name="connsiteX0" fmla="*/ 0 w 3690522"/>
              <a:gd name="connsiteY0" fmla="*/ 1156939 h 1156939"/>
              <a:gd name="connsiteX1" fmla="*/ 398588 w 3690522"/>
              <a:gd name="connsiteY1" fmla="*/ 23010 h 1156939"/>
              <a:gd name="connsiteX2" fmla="*/ 486137 w 3690522"/>
              <a:gd name="connsiteY2" fmla="*/ 381435 h 1156939"/>
              <a:gd name="connsiteX3" fmla="*/ 743303 w 3690522"/>
              <a:gd name="connsiteY3" fmla="*/ 212918 h 1156939"/>
              <a:gd name="connsiteX4" fmla="*/ 958175 w 3690522"/>
              <a:gd name="connsiteY4" fmla="*/ 340406 h 1156939"/>
              <a:gd name="connsiteX5" fmla="*/ 1446192 w 3690522"/>
              <a:gd name="connsiteY5" fmla="*/ 239735 h 1156939"/>
              <a:gd name="connsiteX6" fmla="*/ 3690522 w 3690522"/>
              <a:gd name="connsiteY6" fmla="*/ 313502 h 1156939"/>
              <a:gd name="connsiteX0" fmla="*/ 0 w 3690522"/>
              <a:gd name="connsiteY0" fmla="*/ 1156714 h 1156714"/>
              <a:gd name="connsiteX1" fmla="*/ 398588 w 3690522"/>
              <a:gd name="connsiteY1" fmla="*/ 22785 h 1156714"/>
              <a:gd name="connsiteX2" fmla="*/ 548722 w 3690522"/>
              <a:gd name="connsiteY2" fmla="*/ 383725 h 1156714"/>
              <a:gd name="connsiteX3" fmla="*/ 743303 w 3690522"/>
              <a:gd name="connsiteY3" fmla="*/ 212693 h 1156714"/>
              <a:gd name="connsiteX4" fmla="*/ 958175 w 3690522"/>
              <a:gd name="connsiteY4" fmla="*/ 340181 h 1156714"/>
              <a:gd name="connsiteX5" fmla="*/ 1446192 w 3690522"/>
              <a:gd name="connsiteY5" fmla="*/ 239510 h 1156714"/>
              <a:gd name="connsiteX6" fmla="*/ 3690522 w 3690522"/>
              <a:gd name="connsiteY6" fmla="*/ 313277 h 1156714"/>
              <a:gd name="connsiteX0" fmla="*/ 0 w 3690522"/>
              <a:gd name="connsiteY0" fmla="*/ 1155395 h 1155395"/>
              <a:gd name="connsiteX1" fmla="*/ 398588 w 3690522"/>
              <a:gd name="connsiteY1" fmla="*/ 21466 h 1155395"/>
              <a:gd name="connsiteX2" fmla="*/ 548722 w 3690522"/>
              <a:gd name="connsiteY2" fmla="*/ 382406 h 1155395"/>
              <a:gd name="connsiteX3" fmla="*/ 743303 w 3690522"/>
              <a:gd name="connsiteY3" fmla="*/ 211374 h 1155395"/>
              <a:gd name="connsiteX4" fmla="*/ 958175 w 3690522"/>
              <a:gd name="connsiteY4" fmla="*/ 338862 h 1155395"/>
              <a:gd name="connsiteX5" fmla="*/ 1446192 w 3690522"/>
              <a:gd name="connsiteY5" fmla="*/ 238191 h 1155395"/>
              <a:gd name="connsiteX6" fmla="*/ 3690522 w 3690522"/>
              <a:gd name="connsiteY6" fmla="*/ 311958 h 1155395"/>
              <a:gd name="connsiteX0" fmla="*/ 0 w 3690522"/>
              <a:gd name="connsiteY0" fmla="*/ 1155664 h 1155664"/>
              <a:gd name="connsiteX1" fmla="*/ 398588 w 3690522"/>
              <a:gd name="connsiteY1" fmla="*/ 21735 h 1155664"/>
              <a:gd name="connsiteX2" fmla="*/ 548722 w 3690522"/>
              <a:gd name="connsiteY2" fmla="*/ 382675 h 1155664"/>
              <a:gd name="connsiteX3" fmla="*/ 743303 w 3690522"/>
              <a:gd name="connsiteY3" fmla="*/ 211643 h 1155664"/>
              <a:gd name="connsiteX4" fmla="*/ 958175 w 3690522"/>
              <a:gd name="connsiteY4" fmla="*/ 339131 h 1155664"/>
              <a:gd name="connsiteX5" fmla="*/ 1446192 w 3690522"/>
              <a:gd name="connsiteY5" fmla="*/ 238460 h 1155664"/>
              <a:gd name="connsiteX6" fmla="*/ 3690522 w 3690522"/>
              <a:gd name="connsiteY6" fmla="*/ 312227 h 1155664"/>
              <a:gd name="connsiteX0" fmla="*/ 0 w 3690522"/>
              <a:gd name="connsiteY0" fmla="*/ 1133949 h 1133949"/>
              <a:gd name="connsiteX1" fmla="*/ 398588 w 3690522"/>
              <a:gd name="connsiteY1" fmla="*/ 20 h 1133949"/>
              <a:gd name="connsiteX2" fmla="*/ 548722 w 3690522"/>
              <a:gd name="connsiteY2" fmla="*/ 360960 h 1133949"/>
              <a:gd name="connsiteX3" fmla="*/ 743303 w 3690522"/>
              <a:gd name="connsiteY3" fmla="*/ 189928 h 1133949"/>
              <a:gd name="connsiteX4" fmla="*/ 958175 w 3690522"/>
              <a:gd name="connsiteY4" fmla="*/ 317416 h 1133949"/>
              <a:gd name="connsiteX5" fmla="*/ 1446192 w 3690522"/>
              <a:gd name="connsiteY5" fmla="*/ 216745 h 1133949"/>
              <a:gd name="connsiteX6" fmla="*/ 3690522 w 3690522"/>
              <a:gd name="connsiteY6" fmla="*/ 290512 h 1133949"/>
              <a:gd name="connsiteX0" fmla="*/ 0 w 3690522"/>
              <a:gd name="connsiteY0" fmla="*/ 1133949 h 1133949"/>
              <a:gd name="connsiteX1" fmla="*/ 398588 w 3690522"/>
              <a:gd name="connsiteY1" fmla="*/ 20 h 1133949"/>
              <a:gd name="connsiteX2" fmla="*/ 548722 w 3690522"/>
              <a:gd name="connsiteY2" fmla="*/ 360960 h 1133949"/>
              <a:gd name="connsiteX3" fmla="*/ 743303 w 3690522"/>
              <a:gd name="connsiteY3" fmla="*/ 189928 h 1133949"/>
              <a:gd name="connsiteX4" fmla="*/ 958175 w 3690522"/>
              <a:gd name="connsiteY4" fmla="*/ 317416 h 1133949"/>
              <a:gd name="connsiteX5" fmla="*/ 1446192 w 3690522"/>
              <a:gd name="connsiteY5" fmla="*/ 216745 h 1133949"/>
              <a:gd name="connsiteX6" fmla="*/ 3690522 w 3690522"/>
              <a:gd name="connsiteY6" fmla="*/ 290512 h 1133949"/>
              <a:gd name="connsiteX0" fmla="*/ 0 w 3690522"/>
              <a:gd name="connsiteY0" fmla="*/ 1133949 h 1133949"/>
              <a:gd name="connsiteX1" fmla="*/ 398588 w 3690522"/>
              <a:gd name="connsiteY1" fmla="*/ 20 h 1133949"/>
              <a:gd name="connsiteX2" fmla="*/ 548722 w 3690522"/>
              <a:gd name="connsiteY2" fmla="*/ 360960 h 1133949"/>
              <a:gd name="connsiteX3" fmla="*/ 743303 w 3690522"/>
              <a:gd name="connsiteY3" fmla="*/ 189928 h 1133949"/>
              <a:gd name="connsiteX4" fmla="*/ 958175 w 3690522"/>
              <a:gd name="connsiteY4" fmla="*/ 317416 h 1133949"/>
              <a:gd name="connsiteX5" fmla="*/ 1446192 w 3690522"/>
              <a:gd name="connsiteY5" fmla="*/ 216745 h 1133949"/>
              <a:gd name="connsiteX6" fmla="*/ 3690522 w 3690522"/>
              <a:gd name="connsiteY6" fmla="*/ 290512 h 1133949"/>
              <a:gd name="connsiteX0" fmla="*/ 0 w 3690522"/>
              <a:gd name="connsiteY0" fmla="*/ 1133949 h 1133949"/>
              <a:gd name="connsiteX1" fmla="*/ 398588 w 3690522"/>
              <a:gd name="connsiteY1" fmla="*/ 20 h 1133949"/>
              <a:gd name="connsiteX2" fmla="*/ 548722 w 3690522"/>
              <a:gd name="connsiteY2" fmla="*/ 360960 h 1133949"/>
              <a:gd name="connsiteX3" fmla="*/ 743303 w 3690522"/>
              <a:gd name="connsiteY3" fmla="*/ 189928 h 1133949"/>
              <a:gd name="connsiteX4" fmla="*/ 958175 w 3690522"/>
              <a:gd name="connsiteY4" fmla="*/ 317416 h 1133949"/>
              <a:gd name="connsiteX5" fmla="*/ 1177078 w 3690522"/>
              <a:gd name="connsiteY5" fmla="*/ 214230 h 1133949"/>
              <a:gd name="connsiteX6" fmla="*/ 3690522 w 3690522"/>
              <a:gd name="connsiteY6" fmla="*/ 290512 h 1133949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43303 w 3690522"/>
              <a:gd name="connsiteY3" fmla="*/ 187415 h 1131436"/>
              <a:gd name="connsiteX4" fmla="*/ 958175 w 3690522"/>
              <a:gd name="connsiteY4" fmla="*/ 314903 h 1131436"/>
              <a:gd name="connsiteX5" fmla="*/ 1177078 w 3690522"/>
              <a:gd name="connsiteY5" fmla="*/ 211717 h 1131436"/>
              <a:gd name="connsiteX6" fmla="*/ 3690522 w 3690522"/>
              <a:gd name="connsiteY6" fmla="*/ 287999 h 1131436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58175 w 3690522"/>
              <a:gd name="connsiteY4" fmla="*/ 314902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58175 w 3690522"/>
              <a:gd name="connsiteY4" fmla="*/ 314902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58175 w 3690522"/>
              <a:gd name="connsiteY4" fmla="*/ 314902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77078 w 3690522"/>
              <a:gd name="connsiteY5" fmla="*/ 211716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3690522 w 3690522"/>
              <a:gd name="connsiteY6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49049 w 3690522"/>
              <a:gd name="connsiteY6" fmla="*/ 219260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49049 w 3690522"/>
              <a:gd name="connsiteY6" fmla="*/ 219260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49049 w 3690522"/>
              <a:gd name="connsiteY6" fmla="*/ 219260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49049 w 3690522"/>
              <a:gd name="connsiteY6" fmla="*/ 219260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74083 w 3690522"/>
              <a:gd name="connsiteY6" fmla="*/ 282125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5105 w 3690522"/>
              <a:gd name="connsiteY5" fmla="*/ 214230 h 1131435"/>
              <a:gd name="connsiteX6" fmla="*/ 1274083 w 3690522"/>
              <a:gd name="connsiteY6" fmla="*/ 294698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8234 w 3690522"/>
              <a:gd name="connsiteY5" fmla="*/ 221774 h 1131435"/>
              <a:gd name="connsiteX6" fmla="*/ 1274083 w 3690522"/>
              <a:gd name="connsiteY6" fmla="*/ 294698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08234 w 3690522"/>
              <a:gd name="connsiteY5" fmla="*/ 221774 h 1131435"/>
              <a:gd name="connsiteX6" fmla="*/ 1274083 w 3690522"/>
              <a:gd name="connsiteY6" fmla="*/ 294698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14492 w 3690522"/>
              <a:gd name="connsiteY5" fmla="*/ 236862 h 1131435"/>
              <a:gd name="connsiteX6" fmla="*/ 1274083 w 3690522"/>
              <a:gd name="connsiteY6" fmla="*/ 294698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14492 w 3690522"/>
              <a:gd name="connsiteY5" fmla="*/ 236862 h 1131435"/>
              <a:gd name="connsiteX6" fmla="*/ 1274083 w 3690522"/>
              <a:gd name="connsiteY6" fmla="*/ 294698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3303 w 3690522"/>
              <a:gd name="connsiteY3" fmla="*/ 187414 h 1131435"/>
              <a:gd name="connsiteX4" fmla="*/ 936270 w 3690522"/>
              <a:gd name="connsiteY4" fmla="*/ 317417 h 1131435"/>
              <a:gd name="connsiteX5" fmla="*/ 1114492 w 3690522"/>
              <a:gd name="connsiteY5" fmla="*/ 236862 h 1131435"/>
              <a:gd name="connsiteX6" fmla="*/ 1280342 w 3690522"/>
              <a:gd name="connsiteY6" fmla="*/ 287154 h 1131435"/>
              <a:gd name="connsiteX7" fmla="*/ 3690522 w 3690522"/>
              <a:gd name="connsiteY7" fmla="*/ 287998 h 1131435"/>
              <a:gd name="connsiteX0" fmla="*/ 0 w 3690522"/>
              <a:gd name="connsiteY0" fmla="*/ 1131435 h 1131435"/>
              <a:gd name="connsiteX1" fmla="*/ 367295 w 3690522"/>
              <a:gd name="connsiteY1" fmla="*/ 21 h 1131435"/>
              <a:gd name="connsiteX2" fmla="*/ 548722 w 3690522"/>
              <a:gd name="connsiteY2" fmla="*/ 358446 h 1131435"/>
              <a:gd name="connsiteX3" fmla="*/ 740173 w 3690522"/>
              <a:gd name="connsiteY3" fmla="*/ 207531 h 1131435"/>
              <a:gd name="connsiteX4" fmla="*/ 936270 w 3690522"/>
              <a:gd name="connsiteY4" fmla="*/ 317417 h 1131435"/>
              <a:gd name="connsiteX5" fmla="*/ 1114492 w 3690522"/>
              <a:gd name="connsiteY5" fmla="*/ 236862 h 1131435"/>
              <a:gd name="connsiteX6" fmla="*/ 1280342 w 3690522"/>
              <a:gd name="connsiteY6" fmla="*/ 287154 h 1131435"/>
              <a:gd name="connsiteX7" fmla="*/ 3690522 w 3690522"/>
              <a:gd name="connsiteY7" fmla="*/ 287998 h 1131435"/>
              <a:gd name="connsiteX0" fmla="*/ 0 w 3690522"/>
              <a:gd name="connsiteY0" fmla="*/ 1131434 h 1131434"/>
              <a:gd name="connsiteX1" fmla="*/ 367295 w 3690522"/>
              <a:gd name="connsiteY1" fmla="*/ 20 h 1131434"/>
              <a:gd name="connsiteX2" fmla="*/ 548722 w 3690522"/>
              <a:gd name="connsiteY2" fmla="*/ 358445 h 1131434"/>
              <a:gd name="connsiteX3" fmla="*/ 740173 w 3690522"/>
              <a:gd name="connsiteY3" fmla="*/ 207530 h 1131434"/>
              <a:gd name="connsiteX4" fmla="*/ 936270 w 3690522"/>
              <a:gd name="connsiteY4" fmla="*/ 317416 h 1131434"/>
              <a:gd name="connsiteX5" fmla="*/ 1114492 w 3690522"/>
              <a:gd name="connsiteY5" fmla="*/ 236861 h 1131434"/>
              <a:gd name="connsiteX6" fmla="*/ 1280342 w 3690522"/>
              <a:gd name="connsiteY6" fmla="*/ 287153 h 1131434"/>
              <a:gd name="connsiteX7" fmla="*/ 3690522 w 3690522"/>
              <a:gd name="connsiteY7" fmla="*/ 287997 h 1131434"/>
              <a:gd name="connsiteX0" fmla="*/ 0 w 3690522"/>
              <a:gd name="connsiteY0" fmla="*/ 1131434 h 1131434"/>
              <a:gd name="connsiteX1" fmla="*/ 367295 w 3690522"/>
              <a:gd name="connsiteY1" fmla="*/ 20 h 1131434"/>
              <a:gd name="connsiteX2" fmla="*/ 548722 w 3690522"/>
              <a:gd name="connsiteY2" fmla="*/ 358445 h 1131434"/>
              <a:gd name="connsiteX3" fmla="*/ 740173 w 3690522"/>
              <a:gd name="connsiteY3" fmla="*/ 207530 h 1131434"/>
              <a:gd name="connsiteX4" fmla="*/ 917495 w 3690522"/>
              <a:gd name="connsiteY4" fmla="*/ 312387 h 1131434"/>
              <a:gd name="connsiteX5" fmla="*/ 1114492 w 3690522"/>
              <a:gd name="connsiteY5" fmla="*/ 236861 h 1131434"/>
              <a:gd name="connsiteX6" fmla="*/ 1280342 w 3690522"/>
              <a:gd name="connsiteY6" fmla="*/ 287153 h 1131434"/>
              <a:gd name="connsiteX7" fmla="*/ 3690522 w 3690522"/>
              <a:gd name="connsiteY7" fmla="*/ 287997 h 1131434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37043 w 3690522"/>
              <a:gd name="connsiteY3" fmla="*/ 222619 h 1131436"/>
              <a:gd name="connsiteX4" fmla="*/ 917495 w 3690522"/>
              <a:gd name="connsiteY4" fmla="*/ 312389 h 1131436"/>
              <a:gd name="connsiteX5" fmla="*/ 1114492 w 3690522"/>
              <a:gd name="connsiteY5" fmla="*/ 236863 h 1131436"/>
              <a:gd name="connsiteX6" fmla="*/ 1280342 w 3690522"/>
              <a:gd name="connsiteY6" fmla="*/ 287155 h 1131436"/>
              <a:gd name="connsiteX7" fmla="*/ 3690522 w 3690522"/>
              <a:gd name="connsiteY7" fmla="*/ 287999 h 1131436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37043 w 3690522"/>
              <a:gd name="connsiteY3" fmla="*/ 222619 h 1131436"/>
              <a:gd name="connsiteX4" fmla="*/ 917495 w 3690522"/>
              <a:gd name="connsiteY4" fmla="*/ 312389 h 1131436"/>
              <a:gd name="connsiteX5" fmla="*/ 1114492 w 3690522"/>
              <a:gd name="connsiteY5" fmla="*/ 236863 h 1131436"/>
              <a:gd name="connsiteX6" fmla="*/ 1280342 w 3690522"/>
              <a:gd name="connsiteY6" fmla="*/ 287155 h 1131436"/>
              <a:gd name="connsiteX7" fmla="*/ 3690522 w 3690522"/>
              <a:gd name="connsiteY7" fmla="*/ 287999 h 1131436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37043 w 3690522"/>
              <a:gd name="connsiteY3" fmla="*/ 222619 h 1131436"/>
              <a:gd name="connsiteX4" fmla="*/ 917495 w 3690522"/>
              <a:gd name="connsiteY4" fmla="*/ 312389 h 1131436"/>
              <a:gd name="connsiteX5" fmla="*/ 1114492 w 3690522"/>
              <a:gd name="connsiteY5" fmla="*/ 251951 h 1131436"/>
              <a:gd name="connsiteX6" fmla="*/ 1280342 w 3690522"/>
              <a:gd name="connsiteY6" fmla="*/ 287155 h 1131436"/>
              <a:gd name="connsiteX7" fmla="*/ 3690522 w 3690522"/>
              <a:gd name="connsiteY7" fmla="*/ 287999 h 1131436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37043 w 3690522"/>
              <a:gd name="connsiteY3" fmla="*/ 222619 h 1131436"/>
              <a:gd name="connsiteX4" fmla="*/ 917495 w 3690522"/>
              <a:gd name="connsiteY4" fmla="*/ 312389 h 1131436"/>
              <a:gd name="connsiteX5" fmla="*/ 1114492 w 3690522"/>
              <a:gd name="connsiteY5" fmla="*/ 251951 h 1131436"/>
              <a:gd name="connsiteX6" fmla="*/ 1280342 w 3690522"/>
              <a:gd name="connsiteY6" fmla="*/ 287155 h 1131436"/>
              <a:gd name="connsiteX7" fmla="*/ 3690522 w 3690522"/>
              <a:gd name="connsiteY7" fmla="*/ 287999 h 1131436"/>
              <a:gd name="connsiteX0" fmla="*/ 0 w 3690522"/>
              <a:gd name="connsiteY0" fmla="*/ 1131436 h 1131436"/>
              <a:gd name="connsiteX1" fmla="*/ 367295 w 3690522"/>
              <a:gd name="connsiteY1" fmla="*/ 22 h 1131436"/>
              <a:gd name="connsiteX2" fmla="*/ 548722 w 3690522"/>
              <a:gd name="connsiteY2" fmla="*/ 358447 h 1131436"/>
              <a:gd name="connsiteX3" fmla="*/ 737043 w 3690522"/>
              <a:gd name="connsiteY3" fmla="*/ 222619 h 1131436"/>
              <a:gd name="connsiteX4" fmla="*/ 917495 w 3690522"/>
              <a:gd name="connsiteY4" fmla="*/ 312389 h 1131436"/>
              <a:gd name="connsiteX5" fmla="*/ 1114492 w 3690522"/>
              <a:gd name="connsiteY5" fmla="*/ 251951 h 1131436"/>
              <a:gd name="connsiteX6" fmla="*/ 1280342 w 3690522"/>
              <a:gd name="connsiteY6" fmla="*/ 287155 h 1131436"/>
              <a:gd name="connsiteX7" fmla="*/ 3690522 w 3690522"/>
              <a:gd name="connsiteY7" fmla="*/ 287999 h 1131436"/>
              <a:gd name="connsiteX0" fmla="*/ 0 w 3709298"/>
              <a:gd name="connsiteY0" fmla="*/ 1131436 h 1131436"/>
              <a:gd name="connsiteX1" fmla="*/ 367295 w 3709298"/>
              <a:gd name="connsiteY1" fmla="*/ 22 h 1131436"/>
              <a:gd name="connsiteX2" fmla="*/ 548722 w 3709298"/>
              <a:gd name="connsiteY2" fmla="*/ 358447 h 1131436"/>
              <a:gd name="connsiteX3" fmla="*/ 737043 w 3709298"/>
              <a:gd name="connsiteY3" fmla="*/ 222619 h 1131436"/>
              <a:gd name="connsiteX4" fmla="*/ 917495 w 3709298"/>
              <a:gd name="connsiteY4" fmla="*/ 312389 h 1131436"/>
              <a:gd name="connsiteX5" fmla="*/ 1114492 w 3709298"/>
              <a:gd name="connsiteY5" fmla="*/ 251951 h 1131436"/>
              <a:gd name="connsiteX6" fmla="*/ 1280342 w 3709298"/>
              <a:gd name="connsiteY6" fmla="*/ 287155 h 1131436"/>
              <a:gd name="connsiteX7" fmla="*/ 3709298 w 3709298"/>
              <a:gd name="connsiteY7" fmla="*/ 287999 h 1131436"/>
              <a:gd name="connsiteX0" fmla="*/ 0 w 3709298"/>
              <a:gd name="connsiteY0" fmla="*/ 1131436 h 1131436"/>
              <a:gd name="connsiteX1" fmla="*/ 367295 w 3709298"/>
              <a:gd name="connsiteY1" fmla="*/ 22 h 1131436"/>
              <a:gd name="connsiteX2" fmla="*/ 548722 w 3709298"/>
              <a:gd name="connsiteY2" fmla="*/ 358447 h 1131436"/>
              <a:gd name="connsiteX3" fmla="*/ 737043 w 3709298"/>
              <a:gd name="connsiteY3" fmla="*/ 222619 h 1131436"/>
              <a:gd name="connsiteX4" fmla="*/ 917495 w 3709298"/>
              <a:gd name="connsiteY4" fmla="*/ 312389 h 1131436"/>
              <a:gd name="connsiteX5" fmla="*/ 1114492 w 3709298"/>
              <a:gd name="connsiteY5" fmla="*/ 251951 h 1131436"/>
              <a:gd name="connsiteX6" fmla="*/ 1280342 w 3709298"/>
              <a:gd name="connsiteY6" fmla="*/ 287155 h 1131436"/>
              <a:gd name="connsiteX7" fmla="*/ 3709298 w 3709298"/>
              <a:gd name="connsiteY7" fmla="*/ 287999 h 1131436"/>
              <a:gd name="connsiteX0" fmla="*/ 0 w 3734332"/>
              <a:gd name="connsiteY0" fmla="*/ 1157157 h 1157157"/>
              <a:gd name="connsiteX1" fmla="*/ 392329 w 3734332"/>
              <a:gd name="connsiteY1" fmla="*/ 23229 h 1157157"/>
              <a:gd name="connsiteX2" fmla="*/ 573756 w 3734332"/>
              <a:gd name="connsiteY2" fmla="*/ 381654 h 1157157"/>
              <a:gd name="connsiteX3" fmla="*/ 762077 w 3734332"/>
              <a:gd name="connsiteY3" fmla="*/ 245826 h 1157157"/>
              <a:gd name="connsiteX4" fmla="*/ 942529 w 3734332"/>
              <a:gd name="connsiteY4" fmla="*/ 335596 h 1157157"/>
              <a:gd name="connsiteX5" fmla="*/ 1139526 w 3734332"/>
              <a:gd name="connsiteY5" fmla="*/ 275158 h 1157157"/>
              <a:gd name="connsiteX6" fmla="*/ 1305376 w 3734332"/>
              <a:gd name="connsiteY6" fmla="*/ 310362 h 1157157"/>
              <a:gd name="connsiteX7" fmla="*/ 3734332 w 3734332"/>
              <a:gd name="connsiteY7" fmla="*/ 311206 h 1157157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139526 w 3734332"/>
              <a:gd name="connsiteY5" fmla="*/ 251932 h 1133931"/>
              <a:gd name="connsiteX6" fmla="*/ 1305376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139526 w 3734332"/>
              <a:gd name="connsiteY5" fmla="*/ 251932 h 1133931"/>
              <a:gd name="connsiteX6" fmla="*/ 2287957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987550 w 3734332"/>
              <a:gd name="connsiteY5" fmla="*/ 267019 h 1133931"/>
              <a:gd name="connsiteX6" fmla="*/ 2287957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987550 w 3734332"/>
              <a:gd name="connsiteY5" fmla="*/ 267019 h 1133931"/>
              <a:gd name="connsiteX6" fmla="*/ 2287957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987550 w 3734332"/>
              <a:gd name="connsiteY5" fmla="*/ 267019 h 1133931"/>
              <a:gd name="connsiteX6" fmla="*/ 2287957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987550 w 3734332"/>
              <a:gd name="connsiteY5" fmla="*/ 267019 h 1133931"/>
              <a:gd name="connsiteX6" fmla="*/ 2287957 w 3734332"/>
              <a:gd name="connsiteY6" fmla="*/ 287136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987550 w 3734332"/>
              <a:gd name="connsiteY5" fmla="*/ 267019 h 1133931"/>
              <a:gd name="connsiteX6" fmla="*/ 2225372 w 3734332"/>
              <a:gd name="connsiteY6" fmla="*/ 289650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856122 w 3734332"/>
              <a:gd name="connsiteY5" fmla="*/ 272048 h 1133931"/>
              <a:gd name="connsiteX6" fmla="*/ 2225372 w 3734332"/>
              <a:gd name="connsiteY6" fmla="*/ 289650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942529 w 3734332"/>
              <a:gd name="connsiteY4" fmla="*/ 312370 h 1133931"/>
              <a:gd name="connsiteX5" fmla="*/ 1856122 w 3734332"/>
              <a:gd name="connsiteY5" fmla="*/ 272048 h 1133931"/>
              <a:gd name="connsiteX6" fmla="*/ 2225372 w 3734332"/>
              <a:gd name="connsiteY6" fmla="*/ 289650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762077 w 3734332"/>
              <a:gd name="connsiteY3" fmla="*/ 222600 h 1133931"/>
              <a:gd name="connsiteX4" fmla="*/ 1499534 w 3734332"/>
              <a:gd name="connsiteY4" fmla="*/ 312370 h 1133931"/>
              <a:gd name="connsiteX5" fmla="*/ 1856122 w 3734332"/>
              <a:gd name="connsiteY5" fmla="*/ 272048 h 1133931"/>
              <a:gd name="connsiteX6" fmla="*/ 2225372 w 3734332"/>
              <a:gd name="connsiteY6" fmla="*/ 289650 h 1133931"/>
              <a:gd name="connsiteX7" fmla="*/ 3734332 w 3734332"/>
              <a:gd name="connsiteY7" fmla="*/ 287980 h 1133931"/>
              <a:gd name="connsiteX0" fmla="*/ 0 w 3734332"/>
              <a:gd name="connsiteY0" fmla="*/ 1133931 h 1133931"/>
              <a:gd name="connsiteX1" fmla="*/ 392329 w 3734332"/>
              <a:gd name="connsiteY1" fmla="*/ 3 h 1133931"/>
              <a:gd name="connsiteX2" fmla="*/ 573756 w 3734332"/>
              <a:gd name="connsiteY2" fmla="*/ 358428 h 1133931"/>
              <a:gd name="connsiteX3" fmla="*/ 1121940 w 3734332"/>
              <a:gd name="connsiteY3" fmla="*/ 222600 h 1133931"/>
              <a:gd name="connsiteX4" fmla="*/ 1499534 w 3734332"/>
              <a:gd name="connsiteY4" fmla="*/ 312370 h 1133931"/>
              <a:gd name="connsiteX5" fmla="*/ 1856122 w 3734332"/>
              <a:gd name="connsiteY5" fmla="*/ 272048 h 1133931"/>
              <a:gd name="connsiteX6" fmla="*/ 2225372 w 3734332"/>
              <a:gd name="connsiteY6" fmla="*/ 289650 h 1133931"/>
              <a:gd name="connsiteX7" fmla="*/ 3734332 w 3734332"/>
              <a:gd name="connsiteY7" fmla="*/ 287980 h 1133931"/>
              <a:gd name="connsiteX0" fmla="*/ 0 w 3734332"/>
              <a:gd name="connsiteY0" fmla="*/ 1156482 h 1156482"/>
              <a:gd name="connsiteX1" fmla="*/ 392329 w 3734332"/>
              <a:gd name="connsiteY1" fmla="*/ 22554 h 1156482"/>
              <a:gd name="connsiteX2" fmla="*/ 752122 w 3734332"/>
              <a:gd name="connsiteY2" fmla="*/ 388523 h 1156482"/>
              <a:gd name="connsiteX3" fmla="*/ 1121940 w 3734332"/>
              <a:gd name="connsiteY3" fmla="*/ 245151 h 1156482"/>
              <a:gd name="connsiteX4" fmla="*/ 1499534 w 3734332"/>
              <a:gd name="connsiteY4" fmla="*/ 334921 h 1156482"/>
              <a:gd name="connsiteX5" fmla="*/ 1856122 w 3734332"/>
              <a:gd name="connsiteY5" fmla="*/ 294599 h 1156482"/>
              <a:gd name="connsiteX6" fmla="*/ 2225372 w 3734332"/>
              <a:gd name="connsiteY6" fmla="*/ 312201 h 1156482"/>
              <a:gd name="connsiteX7" fmla="*/ 3734332 w 3734332"/>
              <a:gd name="connsiteY7" fmla="*/ 310531 h 1156482"/>
              <a:gd name="connsiteX0" fmla="*/ 0 w 3734332"/>
              <a:gd name="connsiteY0" fmla="*/ 1322788 h 1322788"/>
              <a:gd name="connsiteX1" fmla="*/ 370425 w 3734332"/>
              <a:gd name="connsiteY1" fmla="*/ 17867 h 1322788"/>
              <a:gd name="connsiteX2" fmla="*/ 752122 w 3734332"/>
              <a:gd name="connsiteY2" fmla="*/ 554829 h 1322788"/>
              <a:gd name="connsiteX3" fmla="*/ 1121940 w 3734332"/>
              <a:gd name="connsiteY3" fmla="*/ 411457 h 1322788"/>
              <a:gd name="connsiteX4" fmla="*/ 1499534 w 3734332"/>
              <a:gd name="connsiteY4" fmla="*/ 501227 h 1322788"/>
              <a:gd name="connsiteX5" fmla="*/ 1856122 w 3734332"/>
              <a:gd name="connsiteY5" fmla="*/ 460905 h 1322788"/>
              <a:gd name="connsiteX6" fmla="*/ 2225372 w 3734332"/>
              <a:gd name="connsiteY6" fmla="*/ 478507 h 1322788"/>
              <a:gd name="connsiteX7" fmla="*/ 3734332 w 3734332"/>
              <a:gd name="connsiteY7" fmla="*/ 476837 h 1322788"/>
              <a:gd name="connsiteX0" fmla="*/ 0 w 3734332"/>
              <a:gd name="connsiteY0" fmla="*/ 1340017 h 1340017"/>
              <a:gd name="connsiteX1" fmla="*/ 742805 w 3734332"/>
              <a:gd name="connsiteY1" fmla="*/ 17494 h 1340017"/>
              <a:gd name="connsiteX2" fmla="*/ 752122 w 3734332"/>
              <a:gd name="connsiteY2" fmla="*/ 572058 h 1340017"/>
              <a:gd name="connsiteX3" fmla="*/ 1121940 w 3734332"/>
              <a:gd name="connsiteY3" fmla="*/ 428686 h 1340017"/>
              <a:gd name="connsiteX4" fmla="*/ 1499534 w 3734332"/>
              <a:gd name="connsiteY4" fmla="*/ 518456 h 1340017"/>
              <a:gd name="connsiteX5" fmla="*/ 1856122 w 3734332"/>
              <a:gd name="connsiteY5" fmla="*/ 478134 h 1340017"/>
              <a:gd name="connsiteX6" fmla="*/ 2225372 w 3734332"/>
              <a:gd name="connsiteY6" fmla="*/ 495736 h 1340017"/>
              <a:gd name="connsiteX7" fmla="*/ 3734332 w 3734332"/>
              <a:gd name="connsiteY7" fmla="*/ 494066 h 1340017"/>
              <a:gd name="connsiteX0" fmla="*/ 0 w 3734332"/>
              <a:gd name="connsiteY0" fmla="*/ 1322531 h 1322531"/>
              <a:gd name="connsiteX1" fmla="*/ 742805 w 3734332"/>
              <a:gd name="connsiteY1" fmla="*/ 8 h 1322531"/>
              <a:gd name="connsiteX2" fmla="*/ 752122 w 3734332"/>
              <a:gd name="connsiteY2" fmla="*/ 554572 h 1322531"/>
              <a:gd name="connsiteX3" fmla="*/ 1121940 w 3734332"/>
              <a:gd name="connsiteY3" fmla="*/ 411200 h 1322531"/>
              <a:gd name="connsiteX4" fmla="*/ 1499534 w 3734332"/>
              <a:gd name="connsiteY4" fmla="*/ 500970 h 1322531"/>
              <a:gd name="connsiteX5" fmla="*/ 1856122 w 3734332"/>
              <a:gd name="connsiteY5" fmla="*/ 460648 h 1322531"/>
              <a:gd name="connsiteX6" fmla="*/ 2225372 w 3734332"/>
              <a:gd name="connsiteY6" fmla="*/ 478250 h 1322531"/>
              <a:gd name="connsiteX7" fmla="*/ 3734332 w 3734332"/>
              <a:gd name="connsiteY7" fmla="*/ 476580 h 1322531"/>
              <a:gd name="connsiteX0" fmla="*/ 0 w 3734332"/>
              <a:gd name="connsiteY0" fmla="*/ 1338043 h 1338043"/>
              <a:gd name="connsiteX1" fmla="*/ 742805 w 3734332"/>
              <a:gd name="connsiteY1" fmla="*/ 15520 h 1338043"/>
              <a:gd name="connsiteX2" fmla="*/ 1490623 w 3734332"/>
              <a:gd name="connsiteY2" fmla="*/ 602774 h 1338043"/>
              <a:gd name="connsiteX3" fmla="*/ 1121940 w 3734332"/>
              <a:gd name="connsiteY3" fmla="*/ 426712 h 1338043"/>
              <a:gd name="connsiteX4" fmla="*/ 1499534 w 3734332"/>
              <a:gd name="connsiteY4" fmla="*/ 516482 h 1338043"/>
              <a:gd name="connsiteX5" fmla="*/ 1856122 w 3734332"/>
              <a:gd name="connsiteY5" fmla="*/ 476160 h 1338043"/>
              <a:gd name="connsiteX6" fmla="*/ 2225372 w 3734332"/>
              <a:gd name="connsiteY6" fmla="*/ 493762 h 1338043"/>
              <a:gd name="connsiteX7" fmla="*/ 3734332 w 3734332"/>
              <a:gd name="connsiteY7" fmla="*/ 492092 h 1338043"/>
              <a:gd name="connsiteX0" fmla="*/ 0 w 3734332"/>
              <a:gd name="connsiteY0" fmla="*/ 1338060 h 1338060"/>
              <a:gd name="connsiteX1" fmla="*/ 742805 w 3734332"/>
              <a:gd name="connsiteY1" fmla="*/ 15537 h 1338060"/>
              <a:gd name="connsiteX2" fmla="*/ 1490623 w 3734332"/>
              <a:gd name="connsiteY2" fmla="*/ 602791 h 1338060"/>
              <a:gd name="connsiteX3" fmla="*/ 1860441 w 3734332"/>
              <a:gd name="connsiteY3" fmla="*/ 431759 h 1338060"/>
              <a:gd name="connsiteX4" fmla="*/ 1499534 w 3734332"/>
              <a:gd name="connsiteY4" fmla="*/ 516499 h 1338060"/>
              <a:gd name="connsiteX5" fmla="*/ 1856122 w 3734332"/>
              <a:gd name="connsiteY5" fmla="*/ 476177 h 1338060"/>
              <a:gd name="connsiteX6" fmla="*/ 2225372 w 3734332"/>
              <a:gd name="connsiteY6" fmla="*/ 493779 h 1338060"/>
              <a:gd name="connsiteX7" fmla="*/ 3734332 w 3734332"/>
              <a:gd name="connsiteY7" fmla="*/ 492109 h 1338060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1499534 w 3734332"/>
              <a:gd name="connsiteY4" fmla="*/ 515208 h 1336769"/>
              <a:gd name="connsiteX5" fmla="*/ 1856122 w 3734332"/>
              <a:gd name="connsiteY5" fmla="*/ 474886 h 1336769"/>
              <a:gd name="connsiteX6" fmla="*/ 2225372 w 3734332"/>
              <a:gd name="connsiteY6" fmla="*/ 492488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1499534 w 3734332"/>
              <a:gd name="connsiteY4" fmla="*/ 515208 h 1336769"/>
              <a:gd name="connsiteX5" fmla="*/ 1856122 w 3734332"/>
              <a:gd name="connsiteY5" fmla="*/ 474886 h 1336769"/>
              <a:gd name="connsiteX6" fmla="*/ 2225372 w 3734332"/>
              <a:gd name="connsiteY6" fmla="*/ 492488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112865 w 3734332"/>
              <a:gd name="connsiteY4" fmla="*/ 510179 h 1336769"/>
              <a:gd name="connsiteX5" fmla="*/ 1856122 w 3734332"/>
              <a:gd name="connsiteY5" fmla="*/ 474886 h 1336769"/>
              <a:gd name="connsiteX6" fmla="*/ 2225372 w 3734332"/>
              <a:gd name="connsiteY6" fmla="*/ 492488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112865 w 3734332"/>
              <a:gd name="connsiteY4" fmla="*/ 510179 h 1336769"/>
              <a:gd name="connsiteX5" fmla="*/ 1856122 w 3734332"/>
              <a:gd name="connsiteY5" fmla="*/ 474886 h 1336769"/>
              <a:gd name="connsiteX6" fmla="*/ 2663466 w 3734332"/>
              <a:gd name="connsiteY6" fmla="*/ 497517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112865 w 3734332"/>
              <a:gd name="connsiteY4" fmla="*/ 510179 h 1336769"/>
              <a:gd name="connsiteX5" fmla="*/ 2338025 w 3734332"/>
              <a:gd name="connsiteY5" fmla="*/ 477401 h 1336769"/>
              <a:gd name="connsiteX6" fmla="*/ 2663466 w 3734332"/>
              <a:gd name="connsiteY6" fmla="*/ 497517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385109 w 3734332"/>
              <a:gd name="connsiteY4" fmla="*/ 532811 h 1336769"/>
              <a:gd name="connsiteX5" fmla="*/ 2338025 w 3734332"/>
              <a:gd name="connsiteY5" fmla="*/ 477401 h 1336769"/>
              <a:gd name="connsiteX6" fmla="*/ 2663466 w 3734332"/>
              <a:gd name="connsiteY6" fmla="*/ 497517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385109 w 3734332"/>
              <a:gd name="connsiteY4" fmla="*/ 532811 h 1336769"/>
              <a:gd name="connsiteX5" fmla="*/ 2629045 w 3734332"/>
              <a:gd name="connsiteY5" fmla="*/ 474886 h 1336769"/>
              <a:gd name="connsiteX6" fmla="*/ 2663466 w 3734332"/>
              <a:gd name="connsiteY6" fmla="*/ 497517 h 1336769"/>
              <a:gd name="connsiteX7" fmla="*/ 3734332 w 3734332"/>
              <a:gd name="connsiteY7" fmla="*/ 490818 h 1336769"/>
              <a:gd name="connsiteX0" fmla="*/ 0 w 3734332"/>
              <a:gd name="connsiteY0" fmla="*/ 1336769 h 1336769"/>
              <a:gd name="connsiteX1" fmla="*/ 742805 w 3734332"/>
              <a:gd name="connsiteY1" fmla="*/ 14246 h 1336769"/>
              <a:gd name="connsiteX2" fmla="*/ 1490623 w 3734332"/>
              <a:gd name="connsiteY2" fmla="*/ 601500 h 1336769"/>
              <a:gd name="connsiteX3" fmla="*/ 1860441 w 3734332"/>
              <a:gd name="connsiteY3" fmla="*/ 430468 h 1336769"/>
              <a:gd name="connsiteX4" fmla="*/ 2385109 w 3734332"/>
              <a:gd name="connsiteY4" fmla="*/ 532811 h 1336769"/>
              <a:gd name="connsiteX5" fmla="*/ 2629045 w 3734332"/>
              <a:gd name="connsiteY5" fmla="*/ 474886 h 1336769"/>
              <a:gd name="connsiteX6" fmla="*/ 2967002 w 3734332"/>
              <a:gd name="connsiteY6" fmla="*/ 500031 h 1336769"/>
              <a:gd name="connsiteX7" fmla="*/ 3734332 w 3734332"/>
              <a:gd name="connsiteY7" fmla="*/ 490818 h 1336769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385109 w 3734332"/>
              <a:gd name="connsiteY4" fmla="*/ 533999 h 1337957"/>
              <a:gd name="connsiteX5" fmla="*/ 2629045 w 3734332"/>
              <a:gd name="connsiteY5" fmla="*/ 476074 h 1337957"/>
              <a:gd name="connsiteX6" fmla="*/ 2967002 w 3734332"/>
              <a:gd name="connsiteY6" fmla="*/ 501219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385109 w 3734332"/>
              <a:gd name="connsiteY4" fmla="*/ 533999 h 1337957"/>
              <a:gd name="connsiteX5" fmla="*/ 2629045 w 3734332"/>
              <a:gd name="connsiteY5" fmla="*/ 476074 h 1337957"/>
              <a:gd name="connsiteX6" fmla="*/ 2967002 w 3734332"/>
              <a:gd name="connsiteY6" fmla="*/ 501219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385109 w 3734332"/>
              <a:gd name="connsiteY4" fmla="*/ 533999 h 1337957"/>
              <a:gd name="connsiteX5" fmla="*/ 2907547 w 3734332"/>
              <a:gd name="connsiteY5" fmla="*/ 471045 h 1337957"/>
              <a:gd name="connsiteX6" fmla="*/ 2967002 w 3734332"/>
              <a:gd name="connsiteY6" fmla="*/ 501219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385109 w 3734332"/>
              <a:gd name="connsiteY4" fmla="*/ 533999 h 1337957"/>
              <a:gd name="connsiteX5" fmla="*/ 2907547 w 3734332"/>
              <a:gd name="connsiteY5" fmla="*/ 471045 h 1337957"/>
              <a:gd name="connsiteX6" fmla="*/ 3355028 w 3734332"/>
              <a:gd name="connsiteY6" fmla="*/ 496190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604156 w 3734332"/>
              <a:gd name="connsiteY4" fmla="*/ 528970 h 1337957"/>
              <a:gd name="connsiteX5" fmla="*/ 2907547 w 3734332"/>
              <a:gd name="connsiteY5" fmla="*/ 471045 h 1337957"/>
              <a:gd name="connsiteX6" fmla="*/ 3355028 w 3734332"/>
              <a:gd name="connsiteY6" fmla="*/ 496190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604156 w 3734332"/>
              <a:gd name="connsiteY4" fmla="*/ 528970 h 1337957"/>
              <a:gd name="connsiteX5" fmla="*/ 2907547 w 3734332"/>
              <a:gd name="connsiteY5" fmla="*/ 471045 h 1337957"/>
              <a:gd name="connsiteX6" fmla="*/ 3355028 w 3734332"/>
              <a:gd name="connsiteY6" fmla="*/ 496190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604156 w 3734332"/>
              <a:gd name="connsiteY4" fmla="*/ 528970 h 1337957"/>
              <a:gd name="connsiteX5" fmla="*/ 2907547 w 3734332"/>
              <a:gd name="connsiteY5" fmla="*/ 471045 h 1337957"/>
              <a:gd name="connsiteX6" fmla="*/ 3355028 w 3734332"/>
              <a:gd name="connsiteY6" fmla="*/ 496190 h 1337957"/>
              <a:gd name="connsiteX7" fmla="*/ 3734332 w 3734332"/>
              <a:gd name="connsiteY7" fmla="*/ 492006 h 1337957"/>
              <a:gd name="connsiteX0" fmla="*/ 0 w 3734332"/>
              <a:gd name="connsiteY0" fmla="*/ 1337957 h 1337957"/>
              <a:gd name="connsiteX1" fmla="*/ 742805 w 3734332"/>
              <a:gd name="connsiteY1" fmla="*/ 15434 h 1337957"/>
              <a:gd name="connsiteX2" fmla="*/ 1490623 w 3734332"/>
              <a:gd name="connsiteY2" fmla="*/ 602688 h 1337957"/>
              <a:gd name="connsiteX3" fmla="*/ 2226562 w 3734332"/>
              <a:gd name="connsiteY3" fmla="*/ 401481 h 1337957"/>
              <a:gd name="connsiteX4" fmla="*/ 2604156 w 3734332"/>
              <a:gd name="connsiteY4" fmla="*/ 528970 h 1337957"/>
              <a:gd name="connsiteX5" fmla="*/ 2907547 w 3734332"/>
              <a:gd name="connsiteY5" fmla="*/ 471045 h 1337957"/>
              <a:gd name="connsiteX6" fmla="*/ 3355028 w 3734332"/>
              <a:gd name="connsiteY6" fmla="*/ 496190 h 1337957"/>
              <a:gd name="connsiteX7" fmla="*/ 3734332 w 3734332"/>
              <a:gd name="connsiteY7" fmla="*/ 492006 h 1337957"/>
              <a:gd name="connsiteX0" fmla="*/ 0 w 3734332"/>
              <a:gd name="connsiteY0" fmla="*/ 1322524 h 1322524"/>
              <a:gd name="connsiteX1" fmla="*/ 742805 w 3734332"/>
              <a:gd name="connsiteY1" fmla="*/ 1 h 1322524"/>
              <a:gd name="connsiteX2" fmla="*/ 1490623 w 3734332"/>
              <a:gd name="connsiteY2" fmla="*/ 587255 h 1322524"/>
              <a:gd name="connsiteX3" fmla="*/ 2226562 w 3734332"/>
              <a:gd name="connsiteY3" fmla="*/ 386048 h 1322524"/>
              <a:gd name="connsiteX4" fmla="*/ 2604156 w 3734332"/>
              <a:gd name="connsiteY4" fmla="*/ 513537 h 1322524"/>
              <a:gd name="connsiteX5" fmla="*/ 2907547 w 3734332"/>
              <a:gd name="connsiteY5" fmla="*/ 455612 h 1322524"/>
              <a:gd name="connsiteX6" fmla="*/ 3355028 w 3734332"/>
              <a:gd name="connsiteY6" fmla="*/ 480757 h 1322524"/>
              <a:gd name="connsiteX7" fmla="*/ 3734332 w 3734332"/>
              <a:gd name="connsiteY7" fmla="*/ 476573 h 1322524"/>
              <a:gd name="connsiteX0" fmla="*/ 0 w 3734332"/>
              <a:gd name="connsiteY0" fmla="*/ 1322524 h 1322524"/>
              <a:gd name="connsiteX1" fmla="*/ 742805 w 3734332"/>
              <a:gd name="connsiteY1" fmla="*/ 1 h 1322524"/>
              <a:gd name="connsiteX2" fmla="*/ 1490623 w 3734332"/>
              <a:gd name="connsiteY2" fmla="*/ 587255 h 1322524"/>
              <a:gd name="connsiteX3" fmla="*/ 2226562 w 3734332"/>
              <a:gd name="connsiteY3" fmla="*/ 386048 h 1322524"/>
              <a:gd name="connsiteX4" fmla="*/ 2604156 w 3734332"/>
              <a:gd name="connsiteY4" fmla="*/ 513537 h 1322524"/>
              <a:gd name="connsiteX5" fmla="*/ 2907547 w 3734332"/>
              <a:gd name="connsiteY5" fmla="*/ 455612 h 1322524"/>
              <a:gd name="connsiteX6" fmla="*/ 3355028 w 3734332"/>
              <a:gd name="connsiteY6" fmla="*/ 480757 h 1322524"/>
              <a:gd name="connsiteX7" fmla="*/ 3734332 w 3734332"/>
              <a:gd name="connsiteY7" fmla="*/ 476573 h 1322524"/>
              <a:gd name="connsiteX0" fmla="*/ 0 w 3734332"/>
              <a:gd name="connsiteY0" fmla="*/ 1322524 h 1322524"/>
              <a:gd name="connsiteX1" fmla="*/ 742805 w 3734332"/>
              <a:gd name="connsiteY1" fmla="*/ 1 h 1322524"/>
              <a:gd name="connsiteX2" fmla="*/ 1490623 w 3734332"/>
              <a:gd name="connsiteY2" fmla="*/ 587255 h 1322524"/>
              <a:gd name="connsiteX3" fmla="*/ 2132685 w 3734332"/>
              <a:gd name="connsiteY3" fmla="*/ 386048 h 1322524"/>
              <a:gd name="connsiteX4" fmla="*/ 2604156 w 3734332"/>
              <a:gd name="connsiteY4" fmla="*/ 513537 h 1322524"/>
              <a:gd name="connsiteX5" fmla="*/ 2907547 w 3734332"/>
              <a:gd name="connsiteY5" fmla="*/ 455612 h 1322524"/>
              <a:gd name="connsiteX6" fmla="*/ 3355028 w 3734332"/>
              <a:gd name="connsiteY6" fmla="*/ 480757 h 1322524"/>
              <a:gd name="connsiteX7" fmla="*/ 3734332 w 3734332"/>
              <a:gd name="connsiteY7" fmla="*/ 476573 h 1322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4332" h="1322524">
                <a:moveTo>
                  <a:pt x="0" y="1322524"/>
                </a:moveTo>
                <a:cubicBezTo>
                  <a:pt x="147577" y="915963"/>
                  <a:pt x="475593" y="-670"/>
                  <a:pt x="742805" y="1"/>
                </a:cubicBezTo>
                <a:cubicBezTo>
                  <a:pt x="1010017" y="672"/>
                  <a:pt x="1258976" y="522914"/>
                  <a:pt x="1490623" y="587255"/>
                </a:cubicBezTo>
                <a:cubicBezTo>
                  <a:pt x="1722270" y="651596"/>
                  <a:pt x="1940837" y="388276"/>
                  <a:pt x="2132685" y="386048"/>
                </a:cubicBezTo>
                <a:cubicBezTo>
                  <a:pt x="2324533" y="383820"/>
                  <a:pt x="2475012" y="501943"/>
                  <a:pt x="2604156" y="513537"/>
                </a:cubicBezTo>
                <a:cubicBezTo>
                  <a:pt x="2733300" y="525131"/>
                  <a:pt x="2782402" y="461075"/>
                  <a:pt x="2907547" y="455612"/>
                </a:cubicBezTo>
                <a:cubicBezTo>
                  <a:pt x="3032692" y="450149"/>
                  <a:pt x="3236006" y="479778"/>
                  <a:pt x="3355028" y="480757"/>
                </a:cubicBezTo>
                <a:lnTo>
                  <a:pt x="3734332" y="476573"/>
                </a:ln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0452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8" grpId="0" animBg="1"/>
      <p:bldP spid="5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544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计算机辅助求解性能指标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65603D2-419F-988D-C5EC-3BD43F361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318" y="87819"/>
            <a:ext cx="4280251" cy="3210188"/>
          </a:xfrm>
          <a:prstGeom prst="rect">
            <a:avLst/>
          </a:prstGeom>
        </p:spPr>
      </p:pic>
      <p:sp>
        <p:nvSpPr>
          <p:cNvPr id="54" name="文本框 53">
            <a:extLst>
              <a:ext uri="{FF2B5EF4-FFF2-40B4-BE49-F238E27FC236}">
                <a16:creationId xmlns:a16="http://schemas.microsoft.com/office/drawing/2014/main" id="{D4D5E305-CE37-FD67-FD5D-6FDB6A564E60}"/>
              </a:ext>
            </a:extLst>
          </p:cNvPr>
          <p:cNvSpPr txBox="1"/>
          <p:nvPr/>
        </p:nvSpPr>
        <p:spPr>
          <a:xfrm>
            <a:off x="406574" y="1124744"/>
            <a:ext cx="65527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0" i="0" dirty="0" err="1">
                <a:effectLst/>
                <a:latin typeface="Menlo" panose="020B0609030804020204" pitchFamily="49" charset="0"/>
              </a:rPr>
              <a:t>omega_n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 = 10;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xi = 0.69;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s = </a:t>
            </a:r>
            <a:r>
              <a:rPr lang="en" altLang="zh-CN" b="0" i="0" dirty="0" err="1">
                <a:effectLst/>
                <a:latin typeface="Menlo" panose="020B0609030804020204" pitchFamily="49" charset="0"/>
              </a:rPr>
              <a:t>tf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(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's'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Phi = omega_n^2/(s^2+2*xi*</a:t>
            </a:r>
            <a:r>
              <a:rPr lang="en" altLang="zh-CN" b="0" i="0" dirty="0" err="1">
                <a:effectLst/>
                <a:latin typeface="Menlo" panose="020B0609030804020204" pitchFamily="49" charset="0"/>
              </a:rPr>
              <a:t>omega_n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*s+omega_n^2);</a:t>
            </a:r>
          </a:p>
          <a:p>
            <a:r>
              <a:rPr lang="en" altLang="zh-CN" b="0" i="0" dirty="0" err="1">
                <a:effectLst/>
                <a:latin typeface="Menlo" panose="020B0609030804020204" pitchFamily="49" charset="0"/>
              </a:rPr>
              <a:t>stepinfo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(Phi,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'SettlingTimeThreshold'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,0.05,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'RiseTimeLimits'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,[0,1])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step(Phi)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808B1033-D4EB-E2F5-C8CB-6B5D5F11BC8A}"/>
              </a:ext>
            </a:extLst>
          </p:cNvPr>
          <p:cNvSpPr txBox="1"/>
          <p:nvPr/>
        </p:nvSpPr>
        <p:spPr>
          <a:xfrm>
            <a:off x="7679382" y="3318728"/>
            <a:ext cx="297990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ans = </a:t>
            </a:r>
          </a:p>
          <a:p>
            <a:r>
              <a:rPr lang="zh-CN" altLang="en-US" dirty="0"/>
              <a:t>  包含以下字段的 struct:</a:t>
            </a:r>
          </a:p>
          <a:p>
            <a:endParaRPr lang="zh-CN" altLang="en-US" dirty="0"/>
          </a:p>
          <a:p>
            <a:r>
              <a:rPr lang="zh-CN" altLang="en-US" dirty="0"/>
              <a:t>         RiseTime: 0.3223</a:t>
            </a:r>
          </a:p>
          <a:p>
            <a:r>
              <a:rPr lang="zh-CN" altLang="en-US" dirty="0"/>
              <a:t>    TransientTime: 0.4367</a:t>
            </a:r>
          </a:p>
          <a:p>
            <a:r>
              <a:rPr lang="zh-CN" altLang="en-US" dirty="0"/>
              <a:t>     SettlingTime: 0.4367</a:t>
            </a:r>
          </a:p>
          <a:p>
            <a:r>
              <a:rPr lang="zh-CN" altLang="en-US" dirty="0"/>
              <a:t>      SettlingMin: 0.9975</a:t>
            </a:r>
          </a:p>
          <a:p>
            <a:r>
              <a:rPr lang="zh-CN" altLang="en-US" dirty="0"/>
              <a:t>      SettlingMax: 1.0500</a:t>
            </a:r>
          </a:p>
          <a:p>
            <a:r>
              <a:rPr lang="zh-CN" altLang="en-US" dirty="0"/>
              <a:t>        Overshoot: 5.0044</a:t>
            </a:r>
          </a:p>
          <a:p>
            <a:r>
              <a:rPr lang="zh-CN" altLang="en-US" dirty="0"/>
              <a:t>       Undershoot: 0</a:t>
            </a:r>
          </a:p>
          <a:p>
            <a:r>
              <a:rPr lang="zh-CN" altLang="en-US" dirty="0"/>
              <a:t>             Peak: 1.0500</a:t>
            </a:r>
          </a:p>
          <a:p>
            <a:r>
              <a:rPr lang="zh-CN" altLang="en-US" dirty="0"/>
              <a:t>         PeakTime: 0.4338</a:t>
            </a:r>
          </a:p>
        </p:txBody>
      </p:sp>
    </p:spTree>
    <p:extLst>
      <p:ext uri="{BB962C8B-B14F-4D97-AF65-F5344CB8AC3E}">
        <p14:creationId xmlns:p14="http://schemas.microsoft.com/office/powerpoint/2010/main" val="3508243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544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这是什么的性能指标？</a:t>
            </a:r>
          </a:p>
        </p:txBody>
      </p:sp>
      <p:sp>
        <p:nvSpPr>
          <p:cNvPr id="6" name="稳定">
            <a:extLst>
              <a:ext uri="{FF2B5EF4-FFF2-40B4-BE49-F238E27FC236}">
                <a16:creationId xmlns:a16="http://schemas.microsoft.com/office/drawing/2014/main" id="{92A7C299-74ED-A01A-7A79-DABC9ABEC3C0}"/>
              </a:ext>
            </a:extLst>
          </p:cNvPr>
          <p:cNvSpPr txBox="1"/>
          <p:nvPr/>
        </p:nvSpPr>
        <p:spPr>
          <a:xfrm>
            <a:off x="363514" y="1010914"/>
            <a:ext cx="1354574" cy="599123"/>
          </a:xfrm>
          <a:prstGeom prst="roundRect">
            <a:avLst>
              <a:gd name="adj" fmla="val 22661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长度</a:t>
            </a:r>
          </a:p>
        </p:txBody>
      </p:sp>
      <p:sp>
        <p:nvSpPr>
          <p:cNvPr id="7" name="说明1">
            <a:extLst>
              <a:ext uri="{FF2B5EF4-FFF2-40B4-BE49-F238E27FC236}">
                <a16:creationId xmlns:a16="http://schemas.microsoft.com/office/drawing/2014/main" id="{2E1F15E4-36F0-7975-A979-9B2F8593F2E4}"/>
              </a:ext>
            </a:extLst>
          </p:cNvPr>
          <p:cNvSpPr txBox="1"/>
          <p:nvPr/>
        </p:nvSpPr>
        <p:spPr>
          <a:xfrm>
            <a:off x="1883830" y="1086817"/>
            <a:ext cx="20764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316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米左右</a:t>
            </a:r>
            <a:endParaRPr kumimoji="1"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稳定">
            <a:extLst>
              <a:ext uri="{FF2B5EF4-FFF2-40B4-BE49-F238E27FC236}">
                <a16:creationId xmlns:a16="http://schemas.microsoft.com/office/drawing/2014/main" id="{D836E71A-A32D-4F06-EA43-B9BA6A0ACD3D}"/>
              </a:ext>
            </a:extLst>
          </p:cNvPr>
          <p:cNvSpPr txBox="1"/>
          <p:nvPr/>
        </p:nvSpPr>
        <p:spPr>
          <a:xfrm>
            <a:off x="376813" y="1840978"/>
            <a:ext cx="1354574" cy="599123"/>
          </a:xfrm>
          <a:prstGeom prst="roundRect">
            <a:avLst>
              <a:gd name="adj" fmla="val 22661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动力</a:t>
            </a:r>
          </a:p>
        </p:txBody>
      </p:sp>
      <p:sp>
        <p:nvSpPr>
          <p:cNvPr id="9" name="说明1">
            <a:extLst>
              <a:ext uri="{FF2B5EF4-FFF2-40B4-BE49-F238E27FC236}">
                <a16:creationId xmlns:a16="http://schemas.microsoft.com/office/drawing/2014/main" id="{7568BD12-5458-95C7-E141-FE5E7A96F1CB}"/>
              </a:ext>
            </a:extLst>
          </p:cNvPr>
          <p:cNvSpPr txBox="1"/>
          <p:nvPr/>
        </p:nvSpPr>
        <p:spPr>
          <a:xfrm>
            <a:off x="1897128" y="1916881"/>
            <a:ext cx="30459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26-28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万匹马力</a:t>
            </a:r>
            <a:endParaRPr kumimoji="1"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稳定">
            <a:extLst>
              <a:ext uri="{FF2B5EF4-FFF2-40B4-BE49-F238E27FC236}">
                <a16:creationId xmlns:a16="http://schemas.microsoft.com/office/drawing/2014/main" id="{989B760C-6040-7DA1-0D88-E7685A7E9757}"/>
              </a:ext>
            </a:extLst>
          </p:cNvPr>
          <p:cNvSpPr txBox="1"/>
          <p:nvPr/>
        </p:nvSpPr>
        <p:spPr>
          <a:xfrm>
            <a:off x="376438" y="2671042"/>
            <a:ext cx="2119112" cy="599123"/>
          </a:xfrm>
          <a:prstGeom prst="roundRect">
            <a:avLst>
              <a:gd name="adj" fmla="val 22661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电磁弹射器</a:t>
            </a:r>
          </a:p>
        </p:txBody>
      </p:sp>
      <p:sp>
        <p:nvSpPr>
          <p:cNvPr id="11" name="说明1">
            <a:extLst>
              <a:ext uri="{FF2B5EF4-FFF2-40B4-BE49-F238E27FC236}">
                <a16:creationId xmlns:a16="http://schemas.microsoft.com/office/drawing/2014/main" id="{C8A9AF4B-128D-0C12-C9D2-6ABAF5E09999}"/>
              </a:ext>
            </a:extLst>
          </p:cNvPr>
          <p:cNvSpPr txBox="1"/>
          <p:nvPr/>
        </p:nvSpPr>
        <p:spPr>
          <a:xfrm>
            <a:off x="2840232" y="2746945"/>
            <a:ext cx="20764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条</a:t>
            </a:r>
            <a:endParaRPr kumimoji="1"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稳定">
            <a:extLst>
              <a:ext uri="{FF2B5EF4-FFF2-40B4-BE49-F238E27FC236}">
                <a16:creationId xmlns:a16="http://schemas.microsoft.com/office/drawing/2014/main" id="{8B7935C1-3281-9358-C53E-12497B5CD6CD}"/>
              </a:ext>
            </a:extLst>
          </p:cNvPr>
          <p:cNvSpPr txBox="1"/>
          <p:nvPr/>
        </p:nvSpPr>
        <p:spPr>
          <a:xfrm>
            <a:off x="376438" y="3550602"/>
            <a:ext cx="2119112" cy="599123"/>
          </a:xfrm>
          <a:prstGeom prst="roundRect">
            <a:avLst>
              <a:gd name="adj" fmla="val 22661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舰载机数量</a:t>
            </a:r>
          </a:p>
        </p:txBody>
      </p:sp>
      <p:sp>
        <p:nvSpPr>
          <p:cNvPr id="13" name="说明1">
            <a:extLst>
              <a:ext uri="{FF2B5EF4-FFF2-40B4-BE49-F238E27FC236}">
                <a16:creationId xmlns:a16="http://schemas.microsoft.com/office/drawing/2014/main" id="{69A9AFCF-FF85-4195-41A6-392F53885C6E}"/>
              </a:ext>
            </a:extLst>
          </p:cNvPr>
          <p:cNvSpPr txBox="1"/>
          <p:nvPr/>
        </p:nvSpPr>
        <p:spPr>
          <a:xfrm>
            <a:off x="2840232" y="3577009"/>
            <a:ext cx="20764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48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架歼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</a:p>
        </p:txBody>
      </p:sp>
      <p:sp>
        <p:nvSpPr>
          <p:cNvPr id="14" name="说明1">
            <a:extLst>
              <a:ext uri="{FF2B5EF4-FFF2-40B4-BE49-F238E27FC236}">
                <a16:creationId xmlns:a16="http://schemas.microsoft.com/office/drawing/2014/main" id="{239D5611-3B4A-5945-3EF2-909C2E396DFF}"/>
              </a:ext>
            </a:extLst>
          </p:cNvPr>
          <p:cNvSpPr txBox="1"/>
          <p:nvPr/>
        </p:nvSpPr>
        <p:spPr>
          <a:xfrm>
            <a:off x="4018763" y="1086817"/>
            <a:ext cx="30459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=3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个标准足球场</a:t>
            </a:r>
            <a:endParaRPr kumimoji="1"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说明1">
            <a:extLst>
              <a:ext uri="{FF2B5EF4-FFF2-40B4-BE49-F238E27FC236}">
                <a16:creationId xmlns:a16="http://schemas.microsoft.com/office/drawing/2014/main" id="{22FBCDB1-5136-DCCF-FBF0-30C93D9B93AF}"/>
              </a:ext>
            </a:extLst>
          </p:cNvPr>
          <p:cNvSpPr txBox="1"/>
          <p:nvPr/>
        </p:nvSpPr>
        <p:spPr>
          <a:xfrm>
            <a:off x="4491428" y="1916881"/>
            <a:ext cx="30459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=1350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辆家用车</a:t>
            </a:r>
            <a:endParaRPr kumimoji="1"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说明1">
            <a:extLst>
              <a:ext uri="{FF2B5EF4-FFF2-40B4-BE49-F238E27FC236}">
                <a16:creationId xmlns:a16="http://schemas.microsoft.com/office/drawing/2014/main" id="{54883422-D278-B6DB-2992-950E01A30DAB}"/>
              </a:ext>
            </a:extLst>
          </p:cNvPr>
          <p:cNvSpPr txBox="1"/>
          <p:nvPr/>
        </p:nvSpPr>
        <p:spPr>
          <a:xfrm>
            <a:off x="4904584" y="3539696"/>
            <a:ext cx="23691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=2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艘辽宁舰</a:t>
            </a:r>
            <a:endParaRPr kumimoji="1"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说明1">
            <a:extLst>
              <a:ext uri="{FF2B5EF4-FFF2-40B4-BE49-F238E27FC236}">
                <a16:creationId xmlns:a16="http://schemas.microsoft.com/office/drawing/2014/main" id="{AF7E5ED3-1465-F2DB-00DF-49E1F767F4F8}"/>
              </a:ext>
            </a:extLst>
          </p:cNvPr>
          <p:cNvSpPr txBox="1"/>
          <p:nvPr/>
        </p:nvSpPr>
        <p:spPr>
          <a:xfrm>
            <a:off x="4566186" y="2795084"/>
            <a:ext cx="30459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&gt;12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小时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100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架次</a:t>
            </a:r>
            <a:endParaRPr kumimoji="1"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2E7776C-B30E-ECBA-C40A-CEEF54F8D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3317" y="4062916"/>
            <a:ext cx="5110658" cy="2675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68049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grpSp>
        <p:nvGrpSpPr>
          <p:cNvPr id="19" name="步骤1">
            <a:extLst>
              <a:ext uri="{FF2B5EF4-FFF2-40B4-BE49-F238E27FC236}">
                <a16:creationId xmlns:a16="http://schemas.microsoft.com/office/drawing/2014/main" id="{1DF0A6FF-1D67-2486-36F5-E5EF1E2707D0}"/>
              </a:ext>
            </a:extLst>
          </p:cNvPr>
          <p:cNvGrpSpPr/>
          <p:nvPr/>
        </p:nvGrpSpPr>
        <p:grpSpPr>
          <a:xfrm>
            <a:off x="277241" y="955919"/>
            <a:ext cx="2937447" cy="725177"/>
            <a:chOff x="4943078" y="1700704"/>
            <a:chExt cx="2937447" cy="725177"/>
          </a:xfrm>
        </p:grpSpPr>
        <p:sp>
          <p:nvSpPr>
            <p:cNvPr id="20" name="标题">
              <a:extLst>
                <a:ext uri="{FF2B5EF4-FFF2-40B4-BE49-F238E27FC236}">
                  <a16:creationId xmlns:a16="http://schemas.microsoft.com/office/drawing/2014/main" id="{AE7B35A2-1941-E8EB-D7BB-FC3B4E479557}"/>
                </a:ext>
              </a:extLst>
            </p:cNvPr>
            <p:cNvSpPr/>
            <p:nvPr/>
          </p:nvSpPr>
          <p:spPr bwMode="auto">
            <a:xfrm>
              <a:off x="5502818" y="1739799"/>
              <a:ext cx="2377707" cy="646986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时间响应</a:t>
              </a:r>
            </a:p>
          </p:txBody>
        </p:sp>
        <p:sp>
          <p:nvSpPr>
            <p:cNvPr id="21" name="序号">
              <a:extLst>
                <a:ext uri="{FF2B5EF4-FFF2-40B4-BE49-F238E27FC236}">
                  <a16:creationId xmlns:a16="http://schemas.microsoft.com/office/drawing/2014/main" id="{4EDD4ABB-AC59-9BDE-7217-79A45D20B450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2" name="步骤2">
            <a:extLst>
              <a:ext uri="{FF2B5EF4-FFF2-40B4-BE49-F238E27FC236}">
                <a16:creationId xmlns:a16="http://schemas.microsoft.com/office/drawing/2014/main" id="{F45F4F54-5A48-9DFF-111A-9147948CD157}"/>
              </a:ext>
            </a:extLst>
          </p:cNvPr>
          <p:cNvGrpSpPr/>
          <p:nvPr/>
        </p:nvGrpSpPr>
        <p:grpSpPr>
          <a:xfrm>
            <a:off x="277241" y="1769012"/>
            <a:ext cx="2937447" cy="725177"/>
            <a:chOff x="4943078" y="1700704"/>
            <a:chExt cx="2937447" cy="725177"/>
          </a:xfrm>
        </p:grpSpPr>
        <p:sp>
          <p:nvSpPr>
            <p:cNvPr id="23" name="标题">
              <a:extLst>
                <a:ext uri="{FF2B5EF4-FFF2-40B4-BE49-F238E27FC236}">
                  <a16:creationId xmlns:a16="http://schemas.microsoft.com/office/drawing/2014/main" id="{5D13C6C9-7135-610B-8953-ACD7A4A4E4DE}"/>
                </a:ext>
              </a:extLst>
            </p:cNvPr>
            <p:cNvSpPr/>
            <p:nvPr/>
          </p:nvSpPr>
          <p:spPr bwMode="auto">
            <a:xfrm>
              <a:off x="5417690" y="1750121"/>
              <a:ext cx="2462835" cy="646986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典型信号</a:t>
              </a:r>
            </a:p>
          </p:txBody>
        </p:sp>
        <p:sp>
          <p:nvSpPr>
            <p:cNvPr id="24" name="序号">
              <a:extLst>
                <a:ext uri="{FF2B5EF4-FFF2-40B4-BE49-F238E27FC236}">
                  <a16:creationId xmlns:a16="http://schemas.microsoft.com/office/drawing/2014/main" id="{E0E52B47-7B51-9B94-226B-1EA55CBB8F22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5" name="步骤4">
            <a:extLst>
              <a:ext uri="{FF2B5EF4-FFF2-40B4-BE49-F238E27FC236}">
                <a16:creationId xmlns:a16="http://schemas.microsoft.com/office/drawing/2014/main" id="{BDBAFAA3-6448-7C50-7AAD-79F36CB67C04}"/>
              </a:ext>
            </a:extLst>
          </p:cNvPr>
          <p:cNvGrpSpPr/>
          <p:nvPr/>
        </p:nvGrpSpPr>
        <p:grpSpPr>
          <a:xfrm>
            <a:off x="259126" y="3449784"/>
            <a:ext cx="2955561" cy="725177"/>
            <a:chOff x="4943078" y="1700704"/>
            <a:chExt cx="2955561" cy="725177"/>
          </a:xfrm>
        </p:grpSpPr>
        <p:sp>
          <p:nvSpPr>
            <p:cNvPr id="26" name="标题">
              <a:extLst>
                <a:ext uri="{FF2B5EF4-FFF2-40B4-BE49-F238E27FC236}">
                  <a16:creationId xmlns:a16="http://schemas.microsoft.com/office/drawing/2014/main" id="{32490998-B565-963D-5F2D-0D864334F9A5}"/>
                </a:ext>
              </a:extLst>
            </p:cNvPr>
            <p:cNvSpPr/>
            <p:nvPr/>
          </p:nvSpPr>
          <p:spPr bwMode="auto">
            <a:xfrm>
              <a:off x="5459860" y="1739799"/>
              <a:ext cx="2438779" cy="646986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性能指标</a:t>
              </a:r>
            </a:p>
          </p:txBody>
        </p:sp>
        <p:sp>
          <p:nvSpPr>
            <p:cNvPr id="27" name="序号">
              <a:extLst>
                <a:ext uri="{FF2B5EF4-FFF2-40B4-BE49-F238E27FC236}">
                  <a16:creationId xmlns:a16="http://schemas.microsoft.com/office/drawing/2014/main" id="{3B15418C-5D46-25FB-A87A-B9F63D5A2F0B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8" name="步骤3">
            <a:extLst>
              <a:ext uri="{FF2B5EF4-FFF2-40B4-BE49-F238E27FC236}">
                <a16:creationId xmlns:a16="http://schemas.microsoft.com/office/drawing/2014/main" id="{DCDEE8DC-BA56-0318-6930-FF7101B52CFD}"/>
              </a:ext>
            </a:extLst>
          </p:cNvPr>
          <p:cNvGrpSpPr/>
          <p:nvPr/>
        </p:nvGrpSpPr>
        <p:grpSpPr>
          <a:xfrm>
            <a:off x="271299" y="2582105"/>
            <a:ext cx="3664114" cy="725177"/>
            <a:chOff x="4943078" y="1700704"/>
            <a:chExt cx="3664114" cy="725177"/>
          </a:xfrm>
        </p:grpSpPr>
        <p:sp>
          <p:nvSpPr>
            <p:cNvPr id="29" name="标题">
              <a:extLst>
                <a:ext uri="{FF2B5EF4-FFF2-40B4-BE49-F238E27FC236}">
                  <a16:creationId xmlns:a16="http://schemas.microsoft.com/office/drawing/2014/main" id="{173D9534-8EDB-7E86-ABE3-A8D0FCFCEE3F}"/>
                </a:ext>
              </a:extLst>
            </p:cNvPr>
            <p:cNvSpPr/>
            <p:nvPr/>
          </p:nvSpPr>
          <p:spPr bwMode="auto">
            <a:xfrm>
              <a:off x="5417689" y="1736097"/>
              <a:ext cx="3189503" cy="646986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控制系统要求</a:t>
              </a:r>
            </a:p>
          </p:txBody>
        </p:sp>
        <p:sp>
          <p:nvSpPr>
            <p:cNvPr id="30" name="序号">
              <a:extLst>
                <a:ext uri="{FF2B5EF4-FFF2-40B4-BE49-F238E27FC236}">
                  <a16:creationId xmlns:a16="http://schemas.microsoft.com/office/drawing/2014/main" id="{4EE3A3FD-9421-CBFA-EC5C-9B49F910783C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31" name="说明1">
            <a:extLst>
              <a:ext uri="{FF2B5EF4-FFF2-40B4-BE49-F238E27FC236}">
                <a16:creationId xmlns:a16="http://schemas.microsoft.com/office/drawing/2014/main" id="{13AD52AC-E7E6-2895-D13B-B9CCA570C548}"/>
              </a:ext>
            </a:extLst>
          </p:cNvPr>
          <p:cNvSpPr txBox="1"/>
          <p:nvPr/>
        </p:nvSpPr>
        <p:spPr>
          <a:xfrm>
            <a:off x="3388374" y="1056897"/>
            <a:ext cx="74593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瞬态过程，稳态过程</a:t>
            </a:r>
          </a:p>
        </p:txBody>
      </p:sp>
      <p:sp>
        <p:nvSpPr>
          <p:cNvPr id="32" name="说明2">
            <a:extLst>
              <a:ext uri="{FF2B5EF4-FFF2-40B4-BE49-F238E27FC236}">
                <a16:creationId xmlns:a16="http://schemas.microsoft.com/office/drawing/2014/main" id="{0EDA0FB0-9D8E-9B10-C08B-BDCA8A371C06}"/>
              </a:ext>
            </a:extLst>
          </p:cNvPr>
          <p:cNvSpPr txBox="1"/>
          <p:nvPr/>
        </p:nvSpPr>
        <p:spPr>
          <a:xfrm>
            <a:off x="3388514" y="1880312"/>
            <a:ext cx="74593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脉冲，阶跃，斜坡，加速度</a:t>
            </a:r>
          </a:p>
        </p:txBody>
      </p:sp>
      <p:sp>
        <p:nvSpPr>
          <p:cNvPr id="33" name="说明3">
            <a:extLst>
              <a:ext uri="{FF2B5EF4-FFF2-40B4-BE49-F238E27FC236}">
                <a16:creationId xmlns:a16="http://schemas.microsoft.com/office/drawing/2014/main" id="{E8BCF822-C15C-BA20-871E-7C7CF6373C52}"/>
              </a:ext>
            </a:extLst>
          </p:cNvPr>
          <p:cNvSpPr txBox="1"/>
          <p:nvPr/>
        </p:nvSpPr>
        <p:spPr>
          <a:xfrm>
            <a:off x="4222998" y="2703727"/>
            <a:ext cx="66247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稳定，准确，快速</a:t>
            </a:r>
          </a:p>
        </p:txBody>
      </p:sp>
      <p:sp>
        <p:nvSpPr>
          <p:cNvPr id="34" name="说明4">
            <a:extLst>
              <a:ext uri="{FF2B5EF4-FFF2-40B4-BE49-F238E27FC236}">
                <a16:creationId xmlns:a16="http://schemas.microsoft.com/office/drawing/2014/main" id="{24F65A02-B530-F2F0-2530-2B36E7D9C5CA}"/>
              </a:ext>
            </a:extLst>
          </p:cNvPr>
          <p:cNvSpPr txBox="1"/>
          <p:nvPr/>
        </p:nvSpPr>
        <p:spPr>
          <a:xfrm>
            <a:off x="3388373" y="3512445"/>
            <a:ext cx="74593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调节时间，超调量，上升时间，峰值时间</a:t>
            </a:r>
          </a:p>
        </p:txBody>
      </p:sp>
      <p:pic>
        <p:nvPicPr>
          <p:cNvPr id="35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E6F94E93-458A-E75F-9A2F-B14498086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49" y="4100226"/>
            <a:ext cx="2619277" cy="261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小标题2">
            <a:extLst>
              <a:ext uri="{FF2B5EF4-FFF2-40B4-BE49-F238E27FC236}">
                <a16:creationId xmlns:a16="http://schemas.microsoft.com/office/drawing/2014/main" id="{6609E773-FB04-4285-ADEF-66294E9673E3}"/>
              </a:ext>
            </a:extLst>
          </p:cNvPr>
          <p:cNvSpPr/>
          <p:nvPr/>
        </p:nvSpPr>
        <p:spPr bwMode="auto">
          <a:xfrm>
            <a:off x="7905183" y="5099056"/>
            <a:ext cx="3109820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中国的性能指标</a:t>
            </a:r>
          </a:p>
        </p:txBody>
      </p:sp>
      <p:sp>
        <p:nvSpPr>
          <p:cNvPr id="37" name="小标题1">
            <a:extLst>
              <a:ext uri="{FF2B5EF4-FFF2-40B4-BE49-F238E27FC236}">
                <a16:creationId xmlns:a16="http://schemas.microsoft.com/office/drawing/2014/main" id="{B67F9E3C-9AEE-BB33-36C7-7B2CF23F4CF4}"/>
              </a:ext>
            </a:extLst>
          </p:cNvPr>
          <p:cNvSpPr/>
          <p:nvPr/>
        </p:nvSpPr>
        <p:spPr bwMode="auto">
          <a:xfrm>
            <a:off x="4511030" y="5099056"/>
            <a:ext cx="3191044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系统性能的度量</a:t>
            </a:r>
          </a:p>
        </p:txBody>
      </p:sp>
    </p:spTree>
    <p:extLst>
      <p:ext uri="{BB962C8B-B14F-4D97-AF65-F5344CB8AC3E}">
        <p14:creationId xmlns:p14="http://schemas.microsoft.com/office/powerpoint/2010/main" val="513621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6" grpId="0" animBg="1"/>
      <p:bldP spid="3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课后思考</a:t>
            </a:r>
          </a:p>
        </p:txBody>
      </p:sp>
      <p:grpSp>
        <p:nvGrpSpPr>
          <p:cNvPr id="3" name="问题">
            <a:extLst>
              <a:ext uri="{FF2B5EF4-FFF2-40B4-BE49-F238E27FC236}">
                <a16:creationId xmlns:a16="http://schemas.microsoft.com/office/drawing/2014/main" id="{D06D3F1D-D77A-CF55-27C3-5010FE1F3D41}"/>
              </a:ext>
            </a:extLst>
          </p:cNvPr>
          <p:cNvGrpSpPr/>
          <p:nvPr/>
        </p:nvGrpSpPr>
        <p:grpSpPr>
          <a:xfrm>
            <a:off x="690338" y="1548606"/>
            <a:ext cx="5405662" cy="881063"/>
            <a:chOff x="5348307" y="5538470"/>
            <a:chExt cx="5405662" cy="881063"/>
          </a:xfrm>
        </p:grpSpPr>
        <p:sp>
          <p:nvSpPr>
            <p:cNvPr id="4" name="问号">
              <a:extLst>
                <a:ext uri="{FF2B5EF4-FFF2-40B4-BE49-F238E27FC236}">
                  <a16:creationId xmlns:a16="http://schemas.microsoft.com/office/drawing/2014/main" id="{D1612918-97F0-8B94-875C-DFD8D3439BA3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5" name="文本">
              <a:extLst>
                <a:ext uri="{FF2B5EF4-FFF2-40B4-BE49-F238E27FC236}">
                  <a16:creationId xmlns:a16="http://schemas.microsoft.com/office/drawing/2014/main" id="{B40EDE9D-B618-037F-57F9-2304DF45231C}"/>
                </a:ext>
              </a:extLst>
            </p:cNvPr>
            <p:cNvSpPr txBox="1"/>
            <p:nvPr/>
          </p:nvSpPr>
          <p:spPr>
            <a:xfrm>
              <a:off x="6306264" y="5726958"/>
              <a:ext cx="444770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试设计机械臂的性能指标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6" name="问题">
            <a:extLst>
              <a:ext uri="{FF2B5EF4-FFF2-40B4-BE49-F238E27FC236}">
                <a16:creationId xmlns:a16="http://schemas.microsoft.com/office/drawing/2014/main" id="{A0B720D9-BC69-5FCB-17E3-944714F91B50}"/>
              </a:ext>
            </a:extLst>
          </p:cNvPr>
          <p:cNvGrpSpPr/>
          <p:nvPr/>
        </p:nvGrpSpPr>
        <p:grpSpPr>
          <a:xfrm>
            <a:off x="690338" y="3281907"/>
            <a:ext cx="6194665" cy="954107"/>
            <a:chOff x="5348307" y="5538470"/>
            <a:chExt cx="6194665" cy="954107"/>
          </a:xfrm>
        </p:grpSpPr>
        <p:sp>
          <p:nvSpPr>
            <p:cNvPr id="7" name="问号">
              <a:extLst>
                <a:ext uri="{FF2B5EF4-FFF2-40B4-BE49-F238E27FC236}">
                  <a16:creationId xmlns:a16="http://schemas.microsoft.com/office/drawing/2014/main" id="{5F8C0436-D4D3-D94B-D4E1-58302854E7DA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8" name="文本">
              <a:extLst>
                <a:ext uri="{FF2B5EF4-FFF2-40B4-BE49-F238E27FC236}">
                  <a16:creationId xmlns:a16="http://schemas.microsoft.com/office/drawing/2014/main" id="{68096BCF-DEFA-1880-5BBB-61F51FEEEE7E}"/>
                </a:ext>
              </a:extLst>
            </p:cNvPr>
            <p:cNvSpPr txBox="1"/>
            <p:nvPr/>
          </p:nvSpPr>
          <p:spPr>
            <a:xfrm>
              <a:off x="6307597" y="5538470"/>
              <a:ext cx="523537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选择一个生活中的系统，用控制系统的语言给出性能指标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5122" name="Picture 2" descr="工业机器人">
            <a:extLst>
              <a:ext uri="{FF2B5EF4-FFF2-40B4-BE49-F238E27FC236}">
                <a16:creationId xmlns:a16="http://schemas.microsoft.com/office/drawing/2014/main" id="{129CAC2B-CD89-1AE6-4D43-3D170DBAF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5138" y="328082"/>
            <a:ext cx="5010326" cy="2818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说明1">
            <a:extLst>
              <a:ext uri="{FF2B5EF4-FFF2-40B4-BE49-F238E27FC236}">
                <a16:creationId xmlns:a16="http://schemas.microsoft.com/office/drawing/2014/main" id="{132E0930-B409-A536-47F1-B94FB2585E78}"/>
              </a:ext>
            </a:extLst>
          </p:cNvPr>
          <p:cNvSpPr txBox="1"/>
          <p:nvPr/>
        </p:nvSpPr>
        <p:spPr>
          <a:xfrm>
            <a:off x="8975726" y="6360641"/>
            <a:ext cx="30114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600" dirty="0">
                <a:solidFill>
                  <a:schemeClr val="bg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图片来源：</a:t>
            </a:r>
            <a:r>
              <a:rPr kumimoji="1" lang="en-US" altLang="zh-CN" sz="1600" dirty="0" err="1">
                <a:solidFill>
                  <a:schemeClr val="bg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www.oerlikon.com</a:t>
            </a:r>
            <a:endParaRPr kumimoji="1" lang="en-US" altLang="zh-CN" sz="1600" dirty="0">
              <a:solidFill>
                <a:schemeClr val="bg2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6800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sp>
        <p:nvSpPr>
          <p:cNvPr id="6" name="说明1">
            <a:extLst>
              <a:ext uri="{FF2B5EF4-FFF2-40B4-BE49-F238E27FC236}">
                <a16:creationId xmlns:a16="http://schemas.microsoft.com/office/drawing/2014/main" id="{EAEF012D-62CA-5326-65BE-0E9657263C8A}"/>
              </a:ext>
            </a:extLst>
          </p:cNvPr>
          <p:cNvSpPr txBox="1"/>
          <p:nvPr/>
        </p:nvSpPr>
        <p:spPr>
          <a:xfrm>
            <a:off x="508027" y="3644168"/>
            <a:ext cx="1117594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[1]</a:t>
            </a:r>
            <a:r>
              <a:rPr lang="zh-CN" altLang="en-US" sz="2800" dirty="0"/>
              <a:t> </a:t>
            </a:r>
            <a:r>
              <a:rPr lang="en" altLang="zh-CN" sz="2800" dirty="0" err="1"/>
              <a:t>Kornuta</a:t>
            </a:r>
            <a:r>
              <a:rPr lang="en" altLang="zh-CN" sz="2800" dirty="0"/>
              <a:t>, T., </a:t>
            </a:r>
            <a:r>
              <a:rPr lang="en" altLang="zh-CN" sz="2800" dirty="0" err="1"/>
              <a:t>Zieliński</a:t>
            </a:r>
            <a:r>
              <a:rPr lang="en" altLang="zh-CN" sz="2800" dirty="0"/>
              <a:t>, C., &amp; </a:t>
            </a:r>
            <a:r>
              <a:rPr lang="en" altLang="zh-CN" sz="2800" dirty="0" err="1"/>
              <a:t>Winiarski</a:t>
            </a:r>
            <a:r>
              <a:rPr lang="en" altLang="zh-CN" sz="2800" dirty="0"/>
              <a:t>, T. (2020). A universal architectural pattern and specification method for robot control system design. Bulletin of the Polish Academy of Sciences: Technical Sciences, 3-29.</a:t>
            </a:r>
          </a:p>
          <a:p>
            <a:r>
              <a:rPr lang="en-US" altLang="zh-CN" sz="2800" dirty="0"/>
              <a:t>[2]</a:t>
            </a:r>
            <a:r>
              <a:rPr lang="zh-CN" altLang="en-US" sz="2800" dirty="0"/>
              <a:t> </a:t>
            </a:r>
            <a:r>
              <a:rPr lang="en" altLang="zh-CN" sz="2800" dirty="0"/>
              <a:t>Hayes, I. J., Jackson, M. A., &amp; Jones, C. B. (2003, September). Determining the specification of a control system from that of its environment. In International Symposium of Formal Methods Europe (pp. 154-169). Springer, Berlin, Heidelberg.</a:t>
            </a:r>
            <a:endParaRPr lang="zh-CN" altLang="en-US" sz="28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11D18E9-DD9D-7FAC-0146-B663D1B5BAD3}"/>
              </a:ext>
            </a:extLst>
          </p:cNvPr>
          <p:cNvGrpSpPr/>
          <p:nvPr/>
        </p:nvGrpSpPr>
        <p:grpSpPr>
          <a:xfrm>
            <a:off x="508027" y="1044575"/>
            <a:ext cx="11305746" cy="1801813"/>
            <a:chOff x="508027" y="1044575"/>
            <a:chExt cx="11305746" cy="1801813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5861400" y="1268413"/>
              <a:ext cx="5952373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稚晖君：我造了一台钢铁侠的机械臂！</a:t>
              </a:r>
              <a:r>
                <a:rPr lang="en" altLang="zh-CN" sz="2800" dirty="0"/>
                <a:t>https://</a:t>
              </a:r>
              <a:r>
                <a:rPr lang="en" altLang="zh-CN" sz="2800" dirty="0" err="1"/>
                <a:t>www.bilibili.com</a:t>
              </a:r>
              <a:r>
                <a:rPr lang="en" altLang="zh-CN" sz="2800" dirty="0"/>
                <a:t>/video/BV12341117rG?share_source=</a:t>
              </a:r>
              <a:r>
                <a:rPr lang="en" altLang="zh-CN" sz="2800" dirty="0" err="1"/>
                <a:t>copy_web</a:t>
              </a:r>
              <a:endParaRPr lang="zh-CN" altLang="en-US" sz="2800" dirty="0"/>
            </a:p>
          </p:txBody>
        </p:sp>
        <p:pic>
          <p:nvPicPr>
            <p:cNvPr id="5" name="图片 4" descr="电脑游戏的截图&#10;&#10;中度可信度描述已自动生成">
              <a:extLst>
                <a:ext uri="{FF2B5EF4-FFF2-40B4-BE49-F238E27FC236}">
                  <a16:creationId xmlns:a16="http://schemas.microsoft.com/office/drawing/2014/main" id="{853AA462-8EFD-6F08-CD7C-A6D722704E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8027" y="1044575"/>
              <a:ext cx="2844800" cy="1663700"/>
            </a:xfrm>
            <a:prstGeom prst="rect">
              <a:avLst/>
            </a:prstGeom>
          </p:spPr>
        </p:pic>
        <p:pic>
          <p:nvPicPr>
            <p:cNvPr id="6146" name="Picture 2">
              <a:extLst>
                <a:ext uri="{FF2B5EF4-FFF2-40B4-BE49-F238E27FC236}">
                  <a16:creationId xmlns:a16="http://schemas.microsoft.com/office/drawing/2014/main" id="{C3CBAD2B-9AA3-2517-73E1-3E390B80FD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32634" y="1131888"/>
              <a:ext cx="1714500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87039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pic>
        <p:nvPicPr>
          <p:cNvPr id="12" name="图形 11" descr="翻开的书、台灯、书、钢笔和铅笔">
            <a:extLst>
              <a:ext uri="{FF2B5EF4-FFF2-40B4-BE49-F238E27FC236}">
                <a16:creationId xmlns:a16="http://schemas.microsoft.com/office/drawing/2014/main" id="{E4D2B8AC-B004-AD54-F56D-CBCCEF246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148226"/>
            <a:ext cx="4148932" cy="4148932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A898460F-B659-9221-12A1-BDB9965F118D}"/>
              </a:ext>
            </a:extLst>
          </p:cNvPr>
          <p:cNvGrpSpPr/>
          <p:nvPr/>
        </p:nvGrpSpPr>
        <p:grpSpPr>
          <a:xfrm>
            <a:off x="994874" y="993120"/>
            <a:ext cx="10404633" cy="2952764"/>
            <a:chOff x="994874" y="993120"/>
            <a:chExt cx="10404633" cy="2952764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控制之美，王天威著，清华大学出版社，</a:t>
              </a:r>
              <a:r>
                <a:rPr lang="en-US" altLang="zh-CN" sz="2800" dirty="0"/>
                <a:t>2022</a:t>
              </a:r>
              <a:endParaRPr lang="zh-CN" altLang="en-US" sz="2800" dirty="0"/>
            </a:p>
          </p:txBody>
        </p:sp>
        <p:pic>
          <p:nvPicPr>
            <p:cNvPr id="13" name="图片 12" descr="图片包含 文本&#10;&#10;描述已自动生成">
              <a:extLst>
                <a:ext uri="{FF2B5EF4-FFF2-40B4-BE49-F238E27FC236}">
                  <a16:creationId xmlns:a16="http://schemas.microsoft.com/office/drawing/2014/main" id="{8FD22F2E-5A35-F8FB-3E4E-6F97DF4C3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4874" y="993120"/>
              <a:ext cx="2148003" cy="2952764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940DDFC-D165-78FD-FCC4-7A666AAF16B8}"/>
              </a:ext>
            </a:extLst>
          </p:cNvPr>
          <p:cNvGrpSpPr/>
          <p:nvPr/>
        </p:nvGrpSpPr>
        <p:grpSpPr>
          <a:xfrm>
            <a:off x="4131517" y="3585664"/>
            <a:ext cx="7379446" cy="2781300"/>
            <a:chOff x="4131517" y="3585664"/>
            <a:chExt cx="7379446" cy="2781300"/>
          </a:xfrm>
        </p:grpSpPr>
        <p:sp>
          <p:nvSpPr>
            <p:cNvPr id="9" name="说明1">
              <a:extLst>
                <a:ext uri="{FF2B5EF4-FFF2-40B4-BE49-F238E27FC236}">
                  <a16:creationId xmlns:a16="http://schemas.microsoft.com/office/drawing/2014/main" id="{75AF8125-108A-60BC-B6E2-2AAF0040A830}"/>
                </a:ext>
              </a:extLst>
            </p:cNvPr>
            <p:cNvSpPr txBox="1"/>
            <p:nvPr/>
          </p:nvSpPr>
          <p:spPr>
            <a:xfrm>
              <a:off x="4131517" y="4976314"/>
              <a:ext cx="3526714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在线视频</a:t>
              </a:r>
              <a:r>
                <a:rPr lang="en-US" altLang="zh-CN" sz="2800" dirty="0"/>
                <a:t>029,030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参与在线讨论</a:t>
              </a:r>
            </a:p>
          </p:txBody>
        </p:sp>
        <p:pic>
          <p:nvPicPr>
            <p:cNvPr id="4" name="图片 3" descr="手机屏幕截图&#10;&#10;描述已自动生成">
              <a:extLst>
                <a:ext uri="{FF2B5EF4-FFF2-40B4-BE49-F238E27FC236}">
                  <a16:creationId xmlns:a16="http://schemas.microsoft.com/office/drawing/2014/main" id="{C896AEDE-D84D-4799-FFD7-C209982A3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78763" y="3585664"/>
              <a:ext cx="3632200" cy="27813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8103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>
            <a:extLst>
              <a:ext uri="{FF2B5EF4-FFF2-40B4-BE49-F238E27FC236}">
                <a16:creationId xmlns:a16="http://schemas.microsoft.com/office/drawing/2014/main" id="{A6FE66DB-1AB0-C7CA-D208-21EB02C2064D}"/>
              </a:ext>
            </a:extLst>
          </p:cNvPr>
          <p:cNvSpPr/>
          <p:nvPr/>
        </p:nvSpPr>
        <p:spPr bwMode="auto">
          <a:xfrm>
            <a:off x="2062560" y="4077072"/>
            <a:ext cx="230425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感谢聆听！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9447DA-7758-FC34-07E5-4D76ACD15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254" y="2662555"/>
            <a:ext cx="4360146" cy="2448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节段6">
            <a:extLst>
              <a:ext uri="{FF2B5EF4-FFF2-40B4-BE49-F238E27FC236}">
                <a16:creationId xmlns:a16="http://schemas.microsoft.com/office/drawing/2014/main" id="{296E8B32-5AEE-BDC1-A9A6-C65BA531A3AE}"/>
              </a:ext>
            </a:extLst>
          </p:cNvPr>
          <p:cNvSpPr/>
          <p:nvPr/>
        </p:nvSpPr>
        <p:spPr bwMode="auto">
          <a:xfrm>
            <a:off x="694606" y="1772816"/>
            <a:ext cx="5551200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6.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  性能指标：控制效果评价</a:t>
            </a:r>
          </a:p>
        </p:txBody>
      </p:sp>
    </p:spTree>
    <p:extLst>
      <p:ext uri="{BB962C8B-B14F-4D97-AF65-F5344CB8AC3E}">
        <p14:creationId xmlns:p14="http://schemas.microsoft.com/office/powerpoint/2010/main" val="2700024933"/>
      </p:ext>
    </p:extLst>
  </p:cSld>
  <p:clrMapOvr>
    <a:masterClrMapping/>
  </p:clrMapOvr>
  <p:transition spd="slow">
    <p:strips dir="r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信息化教学设计"/>
</p:tagLst>
</file>

<file path=ppt/theme/theme1.xml><?xml version="1.0" encoding="utf-8"?>
<a:theme xmlns:a="http://schemas.openxmlformats.org/drawingml/2006/main" name="Office 主题​​">
  <a:themeElements>
    <a:clrScheme name="自定义 22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2980B9"/>
      </a:accent1>
      <a:accent2>
        <a:srgbClr val="159F84"/>
      </a:accent2>
      <a:accent3>
        <a:srgbClr val="9BBB59"/>
      </a:accent3>
      <a:accent4>
        <a:srgbClr val="F29B11"/>
      </a:accent4>
      <a:accent5>
        <a:srgbClr val="BF382A"/>
      </a:accent5>
      <a:accent6>
        <a:srgbClr val="A7459D"/>
      </a:accent6>
      <a:hlink>
        <a:srgbClr val="2980B9"/>
      </a:hlink>
      <a:folHlink>
        <a:srgbClr val="BFBFBF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淘宝店：章瑾图文</Template>
  <TotalTime>16837</TotalTime>
  <Words>1437</Words>
  <Application>Microsoft Macintosh PowerPoint</Application>
  <PresentationFormat>自定义</PresentationFormat>
  <Paragraphs>351</Paragraphs>
  <Slides>23</Slides>
  <Notes>23</Notes>
  <HiddenSlides>2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等线</vt:lpstr>
      <vt:lpstr>汉仪菱心体简</vt:lpstr>
      <vt:lpstr>Microsoft YaHei</vt:lpstr>
      <vt:lpstr>Microsoft YaHei</vt:lpstr>
      <vt:lpstr>Arial</vt:lpstr>
      <vt:lpstr>Calibri</vt:lpstr>
      <vt:lpstr>Cambria Math</vt:lpstr>
      <vt:lpstr>Gill Sans Ultra Bold</vt:lpstr>
      <vt:lpstr>Menlo</vt:lpstr>
      <vt:lpstr>Stencil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章瑾图文</dc:creator>
  <cp:keywords/>
  <dc:description/>
  <cp:lastModifiedBy>Yong-Wei Zhang</cp:lastModifiedBy>
  <cp:revision>535</cp:revision>
  <dcterms:created xsi:type="dcterms:W3CDTF">2012-09-21T08:06:35Z</dcterms:created>
  <dcterms:modified xsi:type="dcterms:W3CDTF">2024-03-21T02:32:16Z</dcterms:modified>
  <cp:category/>
</cp:coreProperties>
</file>