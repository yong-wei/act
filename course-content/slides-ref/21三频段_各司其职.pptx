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53" r:id="rId2"/>
    <p:sldId id="522" r:id="rId3"/>
    <p:sldId id="523" r:id="rId4"/>
    <p:sldId id="529" r:id="rId5"/>
    <p:sldId id="550" r:id="rId6"/>
    <p:sldId id="571" r:id="rId7"/>
    <p:sldId id="572" r:id="rId8"/>
    <p:sldId id="573" r:id="rId9"/>
    <p:sldId id="575" r:id="rId10"/>
    <p:sldId id="576" r:id="rId11"/>
    <p:sldId id="574" r:id="rId12"/>
    <p:sldId id="577" r:id="rId13"/>
    <p:sldId id="578" r:id="rId14"/>
    <p:sldId id="579" r:id="rId15"/>
    <p:sldId id="580" r:id="rId16"/>
    <p:sldId id="581" r:id="rId17"/>
    <p:sldId id="582" r:id="rId18"/>
    <p:sldId id="583" r:id="rId19"/>
    <p:sldId id="551" r:id="rId20"/>
    <p:sldId id="584" r:id="rId21"/>
    <p:sldId id="552" r:id="rId22"/>
    <p:sldId id="585" r:id="rId23"/>
    <p:sldId id="587" r:id="rId24"/>
    <p:sldId id="588" r:id="rId25"/>
    <p:sldId id="594" r:id="rId26"/>
    <p:sldId id="595" r:id="rId27"/>
    <p:sldId id="553" r:id="rId28"/>
    <p:sldId id="589" r:id="rId29"/>
    <p:sldId id="590" r:id="rId30"/>
    <p:sldId id="591" r:id="rId31"/>
    <p:sldId id="592" r:id="rId32"/>
    <p:sldId id="593" r:id="rId33"/>
    <p:sldId id="565" r:id="rId34"/>
    <p:sldId id="566" r:id="rId35"/>
    <p:sldId id="596" r:id="rId36"/>
    <p:sldId id="597" r:id="rId37"/>
    <p:sldId id="556" r:id="rId38"/>
    <p:sldId id="567" r:id="rId39"/>
    <p:sldId id="558" r:id="rId40"/>
  </p:sldIdLst>
  <p:sldSz cx="12190413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15EF9F2-8EA0-DF4B-B42A-9E3BA9F18F4C}">
          <p14:sldIdLst>
            <p14:sldId id="353"/>
            <p14:sldId id="522"/>
            <p14:sldId id="523"/>
            <p14:sldId id="529"/>
            <p14:sldId id="550"/>
            <p14:sldId id="571"/>
            <p14:sldId id="572"/>
            <p14:sldId id="573"/>
            <p14:sldId id="575"/>
            <p14:sldId id="576"/>
            <p14:sldId id="574"/>
            <p14:sldId id="577"/>
            <p14:sldId id="578"/>
            <p14:sldId id="579"/>
            <p14:sldId id="580"/>
            <p14:sldId id="581"/>
            <p14:sldId id="582"/>
            <p14:sldId id="583"/>
            <p14:sldId id="551"/>
            <p14:sldId id="584"/>
            <p14:sldId id="552"/>
            <p14:sldId id="585"/>
            <p14:sldId id="587"/>
            <p14:sldId id="588"/>
            <p14:sldId id="594"/>
            <p14:sldId id="595"/>
            <p14:sldId id="553"/>
            <p14:sldId id="589"/>
            <p14:sldId id="590"/>
            <p14:sldId id="591"/>
            <p14:sldId id="592"/>
            <p14:sldId id="593"/>
            <p14:sldId id="565"/>
            <p14:sldId id="566"/>
            <p14:sldId id="596"/>
            <p14:sldId id="597"/>
            <p14:sldId id="556"/>
            <p14:sldId id="567"/>
            <p14:sldId id="5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799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C1C1C"/>
    <a:srgbClr val="2980B9"/>
    <a:srgbClr val="F6973B"/>
    <a:srgbClr val="159F84"/>
    <a:srgbClr val="F29B11"/>
    <a:srgbClr val="768395"/>
    <a:srgbClr val="9BBB59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6" autoAdjust="0"/>
    <p:restoredTop sz="92411" autoAdjust="0"/>
  </p:normalViewPr>
  <p:slideViewPr>
    <p:cSldViewPr>
      <p:cViewPr varScale="1">
        <p:scale>
          <a:sx n="94" d="100"/>
          <a:sy n="94" d="100"/>
        </p:scale>
        <p:origin x="936" y="496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799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2025/5/16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2025/5/16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53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56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192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014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75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3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461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218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83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42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943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501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878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662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0185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9742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1217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590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2820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0191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8195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943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1015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4956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1800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1048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1753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2025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8288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671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6475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2101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4844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5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5877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7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56751184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6.png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9" Type="http://schemas.openxmlformats.org/officeDocument/2006/relationships/image" Target="../media/image74.png"/><Relationship Id="rId21" Type="http://schemas.openxmlformats.org/officeDocument/2006/relationships/image" Target="../media/image56.png"/><Relationship Id="rId34" Type="http://schemas.openxmlformats.org/officeDocument/2006/relationships/image" Target="../media/image69.png"/><Relationship Id="rId42" Type="http://schemas.openxmlformats.org/officeDocument/2006/relationships/image" Target="../media/image77.png"/><Relationship Id="rId47" Type="http://schemas.openxmlformats.org/officeDocument/2006/relationships/image" Target="../media/image82.png"/><Relationship Id="rId50" Type="http://schemas.openxmlformats.org/officeDocument/2006/relationships/image" Target="../media/image8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1.png"/><Relationship Id="rId29" Type="http://schemas.openxmlformats.org/officeDocument/2006/relationships/image" Target="../media/image64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32" Type="http://schemas.openxmlformats.org/officeDocument/2006/relationships/image" Target="../media/image67.png"/><Relationship Id="rId37" Type="http://schemas.openxmlformats.org/officeDocument/2006/relationships/image" Target="../media/image72.png"/><Relationship Id="rId40" Type="http://schemas.openxmlformats.org/officeDocument/2006/relationships/image" Target="../media/image75.png"/><Relationship Id="rId45" Type="http://schemas.openxmlformats.org/officeDocument/2006/relationships/image" Target="../media/image80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28" Type="http://schemas.openxmlformats.org/officeDocument/2006/relationships/image" Target="../media/image63.png"/><Relationship Id="rId36" Type="http://schemas.openxmlformats.org/officeDocument/2006/relationships/image" Target="../media/image71.png"/><Relationship Id="rId49" Type="http://schemas.openxmlformats.org/officeDocument/2006/relationships/image" Target="../media/image84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31" Type="http://schemas.openxmlformats.org/officeDocument/2006/relationships/image" Target="../media/image66.png"/><Relationship Id="rId44" Type="http://schemas.openxmlformats.org/officeDocument/2006/relationships/image" Target="../media/image79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png"/><Relationship Id="rId30" Type="http://schemas.openxmlformats.org/officeDocument/2006/relationships/image" Target="../media/image65.png"/><Relationship Id="rId35" Type="http://schemas.openxmlformats.org/officeDocument/2006/relationships/image" Target="../media/image70.png"/><Relationship Id="rId43" Type="http://schemas.openxmlformats.org/officeDocument/2006/relationships/image" Target="../media/image78.png"/><Relationship Id="rId48" Type="http://schemas.openxmlformats.org/officeDocument/2006/relationships/image" Target="../media/image83.png"/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33" Type="http://schemas.openxmlformats.org/officeDocument/2006/relationships/image" Target="../media/image68.png"/><Relationship Id="rId38" Type="http://schemas.openxmlformats.org/officeDocument/2006/relationships/image" Target="../media/image73.png"/><Relationship Id="rId46" Type="http://schemas.openxmlformats.org/officeDocument/2006/relationships/image" Target="../media/image81.png"/><Relationship Id="rId20" Type="http://schemas.openxmlformats.org/officeDocument/2006/relationships/image" Target="../media/image55.png"/><Relationship Id="rId41" Type="http://schemas.openxmlformats.org/officeDocument/2006/relationships/image" Target="../media/image7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26" Type="http://schemas.openxmlformats.org/officeDocument/2006/relationships/image" Target="../media/image116.png"/><Relationship Id="rId39" Type="http://schemas.openxmlformats.org/officeDocument/2006/relationships/image" Target="../media/image129.png"/><Relationship Id="rId21" Type="http://schemas.openxmlformats.org/officeDocument/2006/relationships/image" Target="../media/image111.png"/><Relationship Id="rId34" Type="http://schemas.openxmlformats.org/officeDocument/2006/relationships/image" Target="../media/image124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29" Type="http://schemas.openxmlformats.org/officeDocument/2006/relationships/image" Target="../media/image119.png"/><Relationship Id="rId41" Type="http://schemas.openxmlformats.org/officeDocument/2006/relationships/image" Target="../media/image1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9.png"/><Relationship Id="rId11" Type="http://schemas.openxmlformats.org/officeDocument/2006/relationships/image" Target="../media/image100.png"/><Relationship Id="rId24" Type="http://schemas.openxmlformats.org/officeDocument/2006/relationships/image" Target="../media/image114.png"/><Relationship Id="rId32" Type="http://schemas.openxmlformats.org/officeDocument/2006/relationships/image" Target="../media/image122.png"/><Relationship Id="rId37" Type="http://schemas.openxmlformats.org/officeDocument/2006/relationships/image" Target="../media/image127.png"/><Relationship Id="rId40" Type="http://schemas.openxmlformats.org/officeDocument/2006/relationships/image" Target="../media/image130.png"/><Relationship Id="rId5" Type="http://schemas.openxmlformats.org/officeDocument/2006/relationships/image" Target="../media/image88.png"/><Relationship Id="rId15" Type="http://schemas.openxmlformats.org/officeDocument/2006/relationships/image" Target="../media/image105.png"/><Relationship Id="rId23" Type="http://schemas.openxmlformats.org/officeDocument/2006/relationships/image" Target="../media/image113.png"/><Relationship Id="rId28" Type="http://schemas.openxmlformats.org/officeDocument/2006/relationships/image" Target="../media/image118.png"/><Relationship Id="rId36" Type="http://schemas.openxmlformats.org/officeDocument/2006/relationships/image" Target="../media/image126.png"/><Relationship Id="rId10" Type="http://schemas.openxmlformats.org/officeDocument/2006/relationships/image" Target="../media/image99.png"/><Relationship Id="rId19" Type="http://schemas.openxmlformats.org/officeDocument/2006/relationships/image" Target="../media/image109.png"/><Relationship Id="rId31" Type="http://schemas.openxmlformats.org/officeDocument/2006/relationships/image" Target="../media/image121.png"/><Relationship Id="rId4" Type="http://schemas.openxmlformats.org/officeDocument/2006/relationships/image" Target="../media/image87.png"/><Relationship Id="rId9" Type="http://schemas.openxmlformats.org/officeDocument/2006/relationships/image" Target="../media/image98.png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Relationship Id="rId27" Type="http://schemas.openxmlformats.org/officeDocument/2006/relationships/image" Target="../media/image117.png"/><Relationship Id="rId30" Type="http://schemas.openxmlformats.org/officeDocument/2006/relationships/image" Target="../media/image120.png"/><Relationship Id="rId35" Type="http://schemas.openxmlformats.org/officeDocument/2006/relationships/image" Target="../media/image125.png"/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12" Type="http://schemas.openxmlformats.org/officeDocument/2006/relationships/image" Target="../media/image1020.png"/><Relationship Id="rId17" Type="http://schemas.openxmlformats.org/officeDocument/2006/relationships/image" Target="../media/image107.png"/><Relationship Id="rId25" Type="http://schemas.openxmlformats.org/officeDocument/2006/relationships/image" Target="../media/image115.png"/><Relationship Id="rId33" Type="http://schemas.openxmlformats.org/officeDocument/2006/relationships/image" Target="../media/image123.png"/><Relationship Id="rId38" Type="http://schemas.openxmlformats.org/officeDocument/2006/relationships/image" Target="../media/image128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1.png"/><Relationship Id="rId18" Type="http://schemas.openxmlformats.org/officeDocument/2006/relationships/image" Target="../media/image133.png"/><Relationship Id="rId26" Type="http://schemas.openxmlformats.org/officeDocument/2006/relationships/image" Target="../media/image139.png"/><Relationship Id="rId3" Type="http://schemas.openxmlformats.org/officeDocument/2006/relationships/image" Target="../media/image86.png"/><Relationship Id="rId21" Type="http://schemas.openxmlformats.org/officeDocument/2006/relationships/image" Target="../media/image48.png"/><Relationship Id="rId34" Type="http://schemas.openxmlformats.org/officeDocument/2006/relationships/image" Target="../media/image147.png"/><Relationship Id="rId7" Type="http://schemas.openxmlformats.org/officeDocument/2006/relationships/image" Target="../media/image90.png"/><Relationship Id="rId12" Type="http://schemas.openxmlformats.org/officeDocument/2006/relationships/image" Target="../media/image1020.png"/><Relationship Id="rId17" Type="http://schemas.openxmlformats.org/officeDocument/2006/relationships/image" Target="../media/image132.png"/><Relationship Id="rId25" Type="http://schemas.openxmlformats.org/officeDocument/2006/relationships/image" Target="../media/image138.png"/><Relationship Id="rId33" Type="http://schemas.openxmlformats.org/officeDocument/2006/relationships/image" Target="../media/image14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10.png"/><Relationship Id="rId20" Type="http://schemas.openxmlformats.org/officeDocument/2006/relationships/image" Target="../media/image135.png"/><Relationship Id="rId29" Type="http://schemas.openxmlformats.org/officeDocument/2006/relationships/image" Target="../media/image14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9.png"/><Relationship Id="rId11" Type="http://schemas.openxmlformats.org/officeDocument/2006/relationships/image" Target="../media/image100.png"/><Relationship Id="rId24" Type="http://schemas.openxmlformats.org/officeDocument/2006/relationships/image" Target="../media/image137.png"/><Relationship Id="rId32" Type="http://schemas.openxmlformats.org/officeDocument/2006/relationships/image" Target="../media/image145.png"/><Relationship Id="rId5" Type="http://schemas.openxmlformats.org/officeDocument/2006/relationships/image" Target="../media/image88.png"/><Relationship Id="rId15" Type="http://schemas.openxmlformats.org/officeDocument/2006/relationships/image" Target="../media/image1300.png"/><Relationship Id="rId23" Type="http://schemas.openxmlformats.org/officeDocument/2006/relationships/image" Target="../media/image136.png"/><Relationship Id="rId28" Type="http://schemas.openxmlformats.org/officeDocument/2006/relationships/image" Target="../media/image141.png"/><Relationship Id="rId36" Type="http://schemas.openxmlformats.org/officeDocument/2006/relationships/image" Target="../media/image149.png"/><Relationship Id="rId10" Type="http://schemas.openxmlformats.org/officeDocument/2006/relationships/image" Target="../media/image99.png"/><Relationship Id="rId19" Type="http://schemas.openxmlformats.org/officeDocument/2006/relationships/image" Target="../media/image134.png"/><Relationship Id="rId31" Type="http://schemas.openxmlformats.org/officeDocument/2006/relationships/image" Target="../media/image144.png"/><Relationship Id="rId4" Type="http://schemas.openxmlformats.org/officeDocument/2006/relationships/image" Target="../media/image87.png"/><Relationship Id="rId9" Type="http://schemas.openxmlformats.org/officeDocument/2006/relationships/image" Target="../media/image98.png"/><Relationship Id="rId14" Type="http://schemas.openxmlformats.org/officeDocument/2006/relationships/image" Target="../media/image1290.png"/><Relationship Id="rId22" Type="http://schemas.openxmlformats.org/officeDocument/2006/relationships/image" Target="../media/image110.png"/><Relationship Id="rId27" Type="http://schemas.openxmlformats.org/officeDocument/2006/relationships/image" Target="../media/image140.png"/><Relationship Id="rId30" Type="http://schemas.openxmlformats.org/officeDocument/2006/relationships/image" Target="../media/image143.png"/><Relationship Id="rId35" Type="http://schemas.openxmlformats.org/officeDocument/2006/relationships/image" Target="../media/image148.png"/><Relationship Id="rId8" Type="http://schemas.openxmlformats.org/officeDocument/2006/relationships/image" Target="../media/image9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8.png"/><Relationship Id="rId3" Type="http://schemas.openxmlformats.org/officeDocument/2006/relationships/image" Target="../media/image1490.png"/><Relationship Id="rId7" Type="http://schemas.openxmlformats.org/officeDocument/2006/relationships/image" Target="../media/image153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0" Type="http://schemas.openxmlformats.org/officeDocument/2006/relationships/image" Target="../media/image156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70.png"/><Relationship Id="rId18" Type="http://schemas.openxmlformats.org/officeDocument/2006/relationships/image" Target="../media/image175.png"/><Relationship Id="rId26" Type="http://schemas.openxmlformats.org/officeDocument/2006/relationships/image" Target="../media/image183.png"/><Relationship Id="rId3" Type="http://schemas.openxmlformats.org/officeDocument/2006/relationships/image" Target="../media/image160.png"/><Relationship Id="rId21" Type="http://schemas.openxmlformats.org/officeDocument/2006/relationships/image" Target="../media/image178.png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17" Type="http://schemas.openxmlformats.org/officeDocument/2006/relationships/image" Target="../media/image174.png"/><Relationship Id="rId25" Type="http://schemas.openxmlformats.org/officeDocument/2006/relationships/image" Target="../media/image18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3.png"/><Relationship Id="rId20" Type="http://schemas.openxmlformats.org/officeDocument/2006/relationships/image" Target="../media/image177.png"/><Relationship Id="rId29" Type="http://schemas.openxmlformats.org/officeDocument/2006/relationships/image" Target="../media/image18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24" Type="http://schemas.openxmlformats.org/officeDocument/2006/relationships/image" Target="../media/image181.png"/><Relationship Id="rId5" Type="http://schemas.openxmlformats.org/officeDocument/2006/relationships/image" Target="../media/image162.png"/><Relationship Id="rId15" Type="http://schemas.openxmlformats.org/officeDocument/2006/relationships/image" Target="../media/image172.png"/><Relationship Id="rId23" Type="http://schemas.openxmlformats.org/officeDocument/2006/relationships/image" Target="../media/image180.png"/><Relationship Id="rId28" Type="http://schemas.openxmlformats.org/officeDocument/2006/relationships/image" Target="../media/image185.png"/><Relationship Id="rId10" Type="http://schemas.openxmlformats.org/officeDocument/2006/relationships/image" Target="../media/image167.png"/><Relationship Id="rId19" Type="http://schemas.openxmlformats.org/officeDocument/2006/relationships/image" Target="../media/image176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Relationship Id="rId14" Type="http://schemas.openxmlformats.org/officeDocument/2006/relationships/image" Target="../media/image171.png"/><Relationship Id="rId22" Type="http://schemas.openxmlformats.org/officeDocument/2006/relationships/image" Target="../media/image179.png"/><Relationship Id="rId27" Type="http://schemas.openxmlformats.org/officeDocument/2006/relationships/image" Target="../media/image184.png"/><Relationship Id="rId30" Type="http://schemas.openxmlformats.org/officeDocument/2006/relationships/image" Target="../media/image187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6.png"/><Relationship Id="rId18" Type="http://schemas.openxmlformats.org/officeDocument/2006/relationships/image" Target="../media/image201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12" Type="http://schemas.openxmlformats.org/officeDocument/2006/relationships/image" Target="../media/image195.png"/><Relationship Id="rId17" Type="http://schemas.openxmlformats.org/officeDocument/2006/relationships/image" Target="../media/image20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9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1.png"/><Relationship Id="rId11" Type="http://schemas.openxmlformats.org/officeDocument/2006/relationships/image" Target="../media/image93.png"/><Relationship Id="rId5" Type="http://schemas.openxmlformats.org/officeDocument/2006/relationships/image" Target="../media/image190.png"/><Relationship Id="rId15" Type="http://schemas.openxmlformats.org/officeDocument/2006/relationships/image" Target="../media/image198.png"/><Relationship Id="rId10" Type="http://schemas.openxmlformats.org/officeDocument/2006/relationships/image" Target="../media/image92.png"/><Relationship Id="rId19" Type="http://schemas.openxmlformats.org/officeDocument/2006/relationships/image" Target="../media/image202.png"/><Relationship Id="rId4" Type="http://schemas.openxmlformats.org/officeDocument/2006/relationships/image" Target="../media/image189.png"/><Relationship Id="rId14" Type="http://schemas.openxmlformats.org/officeDocument/2006/relationships/image" Target="../media/image19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png"/><Relationship Id="rId18" Type="http://schemas.openxmlformats.org/officeDocument/2006/relationships/image" Target="../media/image216.png"/><Relationship Id="rId26" Type="http://schemas.openxmlformats.org/officeDocument/2006/relationships/image" Target="../media/image224.png"/><Relationship Id="rId3" Type="http://schemas.openxmlformats.org/officeDocument/2006/relationships/image" Target="../media/image188.png"/><Relationship Id="rId21" Type="http://schemas.openxmlformats.org/officeDocument/2006/relationships/image" Target="../media/image219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5" Type="http://schemas.openxmlformats.org/officeDocument/2006/relationships/image" Target="../media/image22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29" Type="http://schemas.openxmlformats.org/officeDocument/2006/relationships/image" Target="../media/image22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24" Type="http://schemas.openxmlformats.org/officeDocument/2006/relationships/image" Target="../media/image222.png"/><Relationship Id="rId32" Type="http://schemas.openxmlformats.org/officeDocument/2006/relationships/image" Target="../media/image230.png"/><Relationship Id="rId5" Type="http://schemas.openxmlformats.org/officeDocument/2006/relationships/image" Target="../media/image203.png"/><Relationship Id="rId15" Type="http://schemas.openxmlformats.org/officeDocument/2006/relationships/image" Target="../media/image213.png"/><Relationship Id="rId23" Type="http://schemas.openxmlformats.org/officeDocument/2006/relationships/image" Target="../media/image221.png"/><Relationship Id="rId28" Type="http://schemas.openxmlformats.org/officeDocument/2006/relationships/image" Target="../media/image226.png"/><Relationship Id="rId10" Type="http://schemas.openxmlformats.org/officeDocument/2006/relationships/image" Target="../media/image208.png"/><Relationship Id="rId19" Type="http://schemas.openxmlformats.org/officeDocument/2006/relationships/image" Target="../media/image217.png"/><Relationship Id="rId31" Type="http://schemas.openxmlformats.org/officeDocument/2006/relationships/image" Target="../media/image229.png"/><Relationship Id="rId4" Type="http://schemas.openxmlformats.org/officeDocument/2006/relationships/image" Target="../media/image189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Relationship Id="rId22" Type="http://schemas.openxmlformats.org/officeDocument/2006/relationships/image" Target="../media/image220.png"/><Relationship Id="rId27" Type="http://schemas.openxmlformats.org/officeDocument/2006/relationships/image" Target="../media/image225.png"/><Relationship Id="rId30" Type="http://schemas.openxmlformats.org/officeDocument/2006/relationships/image" Target="../media/image2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image" Target="../media/image188.png"/><Relationship Id="rId7" Type="http://schemas.openxmlformats.org/officeDocument/2006/relationships/image" Target="../media/image20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10" Type="http://schemas.openxmlformats.org/officeDocument/2006/relationships/image" Target="../media/image8.emf"/><Relationship Id="rId4" Type="http://schemas.openxmlformats.org/officeDocument/2006/relationships/image" Target="../media/image189.png"/><Relationship Id="rId9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6.png"/><Relationship Id="rId26" Type="http://schemas.openxmlformats.org/officeDocument/2006/relationships/image" Target="../media/image233.png"/><Relationship Id="rId3" Type="http://schemas.openxmlformats.org/officeDocument/2006/relationships/image" Target="../media/image231.png"/><Relationship Id="rId21" Type="http://schemas.openxmlformats.org/officeDocument/2006/relationships/image" Target="../media/image243.png"/><Relationship Id="rId12" Type="http://schemas.openxmlformats.org/officeDocument/2006/relationships/image" Target="../media/image235.png"/><Relationship Id="rId25" Type="http://schemas.openxmlformats.org/officeDocument/2006/relationships/image" Target="../media/image232.png"/><Relationship Id="rId2" Type="http://schemas.openxmlformats.org/officeDocument/2006/relationships/notesSlide" Target="../notesSlides/notesSlide15.xml"/><Relationship Id="rId20" Type="http://schemas.openxmlformats.org/officeDocument/2006/relationships/image" Target="../media/image199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234.png"/><Relationship Id="rId24" Type="http://schemas.openxmlformats.org/officeDocument/2006/relationships/image" Target="../media/image246.png"/><Relationship Id="rId23" Type="http://schemas.openxmlformats.org/officeDocument/2006/relationships/image" Target="../media/image245.png"/><Relationship Id="rId10" Type="http://schemas.openxmlformats.org/officeDocument/2006/relationships/image" Target="../media/image93.png"/><Relationship Id="rId19" Type="http://schemas.openxmlformats.org/officeDocument/2006/relationships/image" Target="../media/image242.png"/><Relationship Id="rId9" Type="http://schemas.openxmlformats.org/officeDocument/2006/relationships/image" Target="../media/image92.png"/><Relationship Id="rId14" Type="http://schemas.openxmlformats.org/officeDocument/2006/relationships/image" Target="../media/image237.png"/><Relationship Id="rId22" Type="http://schemas.openxmlformats.org/officeDocument/2006/relationships/image" Target="../media/image244.png"/><Relationship Id="rId27" Type="http://schemas.openxmlformats.org/officeDocument/2006/relationships/image" Target="../media/image238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6.png"/><Relationship Id="rId26" Type="http://schemas.openxmlformats.org/officeDocument/2006/relationships/image" Target="../media/image240.png"/><Relationship Id="rId3" Type="http://schemas.openxmlformats.org/officeDocument/2006/relationships/image" Target="../media/image231.png"/><Relationship Id="rId21" Type="http://schemas.openxmlformats.org/officeDocument/2006/relationships/image" Target="../media/image243.png"/><Relationship Id="rId12" Type="http://schemas.openxmlformats.org/officeDocument/2006/relationships/image" Target="../media/image235.png"/><Relationship Id="rId25" Type="http://schemas.openxmlformats.org/officeDocument/2006/relationships/image" Target="../media/image239.png"/><Relationship Id="rId2" Type="http://schemas.openxmlformats.org/officeDocument/2006/relationships/notesSlide" Target="../notesSlides/notesSlide16.xml"/><Relationship Id="rId20" Type="http://schemas.openxmlformats.org/officeDocument/2006/relationships/image" Target="../media/image199.png"/><Relationship Id="rId29" Type="http://schemas.openxmlformats.org/officeDocument/2006/relationships/image" Target="../media/image248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234.png"/><Relationship Id="rId24" Type="http://schemas.openxmlformats.org/officeDocument/2006/relationships/image" Target="../media/image246.png"/><Relationship Id="rId32" Type="http://schemas.openxmlformats.org/officeDocument/2006/relationships/image" Target="../media/image251.png"/><Relationship Id="rId23" Type="http://schemas.openxmlformats.org/officeDocument/2006/relationships/image" Target="../media/image245.png"/><Relationship Id="rId28" Type="http://schemas.openxmlformats.org/officeDocument/2006/relationships/image" Target="../media/image247.png"/><Relationship Id="rId10" Type="http://schemas.openxmlformats.org/officeDocument/2006/relationships/image" Target="../media/image93.png"/><Relationship Id="rId19" Type="http://schemas.openxmlformats.org/officeDocument/2006/relationships/image" Target="../media/image242.png"/><Relationship Id="rId31" Type="http://schemas.openxmlformats.org/officeDocument/2006/relationships/image" Target="../media/image250.png"/><Relationship Id="rId9" Type="http://schemas.openxmlformats.org/officeDocument/2006/relationships/image" Target="../media/image92.png"/><Relationship Id="rId14" Type="http://schemas.openxmlformats.org/officeDocument/2006/relationships/image" Target="../media/image237.png"/><Relationship Id="rId22" Type="http://schemas.openxmlformats.org/officeDocument/2006/relationships/image" Target="../media/image244.png"/><Relationship Id="rId27" Type="http://schemas.openxmlformats.org/officeDocument/2006/relationships/image" Target="../media/image241.png"/><Relationship Id="rId30" Type="http://schemas.openxmlformats.org/officeDocument/2006/relationships/image" Target="../media/image2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png"/><Relationship Id="rId3" Type="http://schemas.openxmlformats.org/officeDocument/2006/relationships/image" Target="../media/image9.emf"/><Relationship Id="rId7" Type="http://schemas.openxmlformats.org/officeDocument/2006/relationships/image" Target="../media/image2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5.png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258.png"/><Relationship Id="rId7" Type="http://schemas.openxmlformats.org/officeDocument/2006/relationships/image" Target="../media/image19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1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Relationship Id="rId9" Type="http://schemas.openxmlformats.org/officeDocument/2006/relationships/image" Target="../media/image26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253.png"/><Relationship Id="rId18" Type="http://schemas.openxmlformats.org/officeDocument/2006/relationships/image" Target="../media/image280.png"/><Relationship Id="rId26" Type="http://schemas.openxmlformats.org/officeDocument/2006/relationships/image" Target="../media/image288.png"/><Relationship Id="rId3" Type="http://schemas.openxmlformats.org/officeDocument/2006/relationships/image" Target="../media/image265.png"/><Relationship Id="rId21" Type="http://schemas.openxmlformats.org/officeDocument/2006/relationships/image" Target="../media/image283.png"/><Relationship Id="rId7" Type="http://schemas.openxmlformats.org/officeDocument/2006/relationships/image" Target="../media/image269.png"/><Relationship Id="rId12" Type="http://schemas.openxmlformats.org/officeDocument/2006/relationships/image" Target="../media/image274.png"/><Relationship Id="rId17" Type="http://schemas.openxmlformats.org/officeDocument/2006/relationships/image" Target="../media/image279.png"/><Relationship Id="rId25" Type="http://schemas.openxmlformats.org/officeDocument/2006/relationships/image" Target="../media/image277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63.png"/><Relationship Id="rId20" Type="http://schemas.openxmlformats.org/officeDocument/2006/relationships/image" Target="../media/image275.png"/><Relationship Id="rId29" Type="http://schemas.openxmlformats.org/officeDocument/2006/relationships/image" Target="../media/image29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8.png"/><Relationship Id="rId11" Type="http://schemas.openxmlformats.org/officeDocument/2006/relationships/image" Target="../media/image252.png"/><Relationship Id="rId24" Type="http://schemas.openxmlformats.org/officeDocument/2006/relationships/image" Target="../media/image286.png"/><Relationship Id="rId5" Type="http://schemas.openxmlformats.org/officeDocument/2006/relationships/image" Target="../media/image267.png"/><Relationship Id="rId15" Type="http://schemas.openxmlformats.org/officeDocument/2006/relationships/image" Target="../media/image262.png"/><Relationship Id="rId23" Type="http://schemas.openxmlformats.org/officeDocument/2006/relationships/image" Target="../media/image285.png"/><Relationship Id="rId28" Type="http://schemas.openxmlformats.org/officeDocument/2006/relationships/image" Target="../media/image290.png"/><Relationship Id="rId10" Type="http://schemas.openxmlformats.org/officeDocument/2006/relationships/image" Target="../media/image272.png"/><Relationship Id="rId19" Type="http://schemas.openxmlformats.org/officeDocument/2006/relationships/image" Target="../media/image273.png"/><Relationship Id="rId4" Type="http://schemas.openxmlformats.org/officeDocument/2006/relationships/image" Target="../media/image266.png"/><Relationship Id="rId9" Type="http://schemas.openxmlformats.org/officeDocument/2006/relationships/image" Target="../media/image271.png"/><Relationship Id="rId14" Type="http://schemas.openxmlformats.org/officeDocument/2006/relationships/image" Target="../media/image254.png"/><Relationship Id="rId22" Type="http://schemas.openxmlformats.org/officeDocument/2006/relationships/image" Target="../media/image276.png"/><Relationship Id="rId27" Type="http://schemas.openxmlformats.org/officeDocument/2006/relationships/image" Target="../media/image278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2.png"/><Relationship Id="rId18" Type="http://schemas.openxmlformats.org/officeDocument/2006/relationships/image" Target="../media/image307.png"/><Relationship Id="rId26" Type="http://schemas.openxmlformats.org/officeDocument/2006/relationships/image" Target="../media/image315.png"/><Relationship Id="rId39" Type="http://schemas.openxmlformats.org/officeDocument/2006/relationships/image" Target="../media/image328.png"/><Relationship Id="rId21" Type="http://schemas.openxmlformats.org/officeDocument/2006/relationships/image" Target="../media/image310.png"/><Relationship Id="rId34" Type="http://schemas.openxmlformats.org/officeDocument/2006/relationships/image" Target="../media/image323.png"/><Relationship Id="rId7" Type="http://schemas.openxmlformats.org/officeDocument/2006/relationships/image" Target="../media/image296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305.png"/><Relationship Id="rId20" Type="http://schemas.openxmlformats.org/officeDocument/2006/relationships/image" Target="../media/image309.png"/><Relationship Id="rId29" Type="http://schemas.openxmlformats.org/officeDocument/2006/relationships/image" Target="../media/image318.png"/><Relationship Id="rId41" Type="http://schemas.openxmlformats.org/officeDocument/2006/relationships/image" Target="../media/image3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5.png"/><Relationship Id="rId11" Type="http://schemas.openxmlformats.org/officeDocument/2006/relationships/image" Target="../media/image300.png"/><Relationship Id="rId24" Type="http://schemas.openxmlformats.org/officeDocument/2006/relationships/image" Target="../media/image313.png"/><Relationship Id="rId32" Type="http://schemas.openxmlformats.org/officeDocument/2006/relationships/image" Target="../media/image321.png"/><Relationship Id="rId37" Type="http://schemas.openxmlformats.org/officeDocument/2006/relationships/image" Target="../media/image326.png"/><Relationship Id="rId40" Type="http://schemas.openxmlformats.org/officeDocument/2006/relationships/image" Target="../media/image329.png"/><Relationship Id="rId5" Type="http://schemas.openxmlformats.org/officeDocument/2006/relationships/image" Target="../media/image294.png"/><Relationship Id="rId15" Type="http://schemas.openxmlformats.org/officeDocument/2006/relationships/image" Target="../media/image304.png"/><Relationship Id="rId23" Type="http://schemas.openxmlformats.org/officeDocument/2006/relationships/image" Target="../media/image312.png"/><Relationship Id="rId28" Type="http://schemas.openxmlformats.org/officeDocument/2006/relationships/image" Target="../media/image317.png"/><Relationship Id="rId36" Type="http://schemas.openxmlformats.org/officeDocument/2006/relationships/image" Target="../media/image325.png"/><Relationship Id="rId10" Type="http://schemas.openxmlformats.org/officeDocument/2006/relationships/image" Target="../media/image299.png"/><Relationship Id="rId19" Type="http://schemas.openxmlformats.org/officeDocument/2006/relationships/image" Target="../media/image308.png"/><Relationship Id="rId31" Type="http://schemas.openxmlformats.org/officeDocument/2006/relationships/image" Target="../media/image320.png"/><Relationship Id="rId4" Type="http://schemas.openxmlformats.org/officeDocument/2006/relationships/image" Target="../media/image293.png"/><Relationship Id="rId9" Type="http://schemas.openxmlformats.org/officeDocument/2006/relationships/image" Target="../media/image298.png"/><Relationship Id="rId14" Type="http://schemas.openxmlformats.org/officeDocument/2006/relationships/image" Target="../media/image303.png"/><Relationship Id="rId22" Type="http://schemas.openxmlformats.org/officeDocument/2006/relationships/image" Target="../media/image311.png"/><Relationship Id="rId27" Type="http://schemas.openxmlformats.org/officeDocument/2006/relationships/image" Target="../media/image316.png"/><Relationship Id="rId30" Type="http://schemas.openxmlformats.org/officeDocument/2006/relationships/image" Target="../media/image319.png"/><Relationship Id="rId35" Type="http://schemas.openxmlformats.org/officeDocument/2006/relationships/image" Target="../media/image324.png"/><Relationship Id="rId8" Type="http://schemas.openxmlformats.org/officeDocument/2006/relationships/image" Target="../media/image297.png"/><Relationship Id="rId3" Type="http://schemas.openxmlformats.org/officeDocument/2006/relationships/image" Target="../media/image292.png"/><Relationship Id="rId12" Type="http://schemas.openxmlformats.org/officeDocument/2006/relationships/image" Target="../media/image301.png"/><Relationship Id="rId17" Type="http://schemas.openxmlformats.org/officeDocument/2006/relationships/image" Target="../media/image306.png"/><Relationship Id="rId25" Type="http://schemas.openxmlformats.org/officeDocument/2006/relationships/image" Target="../media/image314.png"/><Relationship Id="rId33" Type="http://schemas.openxmlformats.org/officeDocument/2006/relationships/image" Target="../media/image322.png"/><Relationship Id="rId38" Type="http://schemas.openxmlformats.org/officeDocument/2006/relationships/image" Target="../media/image327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0.png"/><Relationship Id="rId18" Type="http://schemas.openxmlformats.org/officeDocument/2006/relationships/image" Target="../media/image333.png"/><Relationship Id="rId26" Type="http://schemas.openxmlformats.org/officeDocument/2006/relationships/image" Target="../media/image341.png"/><Relationship Id="rId39" Type="http://schemas.openxmlformats.org/officeDocument/2006/relationships/image" Target="../media/image353.png"/><Relationship Id="rId21" Type="http://schemas.openxmlformats.org/officeDocument/2006/relationships/image" Target="../media/image336.png"/><Relationship Id="rId34" Type="http://schemas.openxmlformats.org/officeDocument/2006/relationships/image" Target="../media/image349.png"/><Relationship Id="rId7" Type="http://schemas.openxmlformats.org/officeDocument/2006/relationships/image" Target="../media/image29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23.png"/><Relationship Id="rId20" Type="http://schemas.openxmlformats.org/officeDocument/2006/relationships/image" Target="../media/image335.png"/><Relationship Id="rId29" Type="http://schemas.openxmlformats.org/officeDocument/2006/relationships/image" Target="../media/image344.png"/><Relationship Id="rId41" Type="http://schemas.openxmlformats.org/officeDocument/2006/relationships/image" Target="../media/image35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4.png"/><Relationship Id="rId11" Type="http://schemas.openxmlformats.org/officeDocument/2006/relationships/image" Target="../media/image318.png"/><Relationship Id="rId24" Type="http://schemas.openxmlformats.org/officeDocument/2006/relationships/image" Target="../media/image339.png"/><Relationship Id="rId32" Type="http://schemas.openxmlformats.org/officeDocument/2006/relationships/image" Target="../media/image347.png"/><Relationship Id="rId37" Type="http://schemas.openxmlformats.org/officeDocument/2006/relationships/image" Target="../media/image351.png"/><Relationship Id="rId40" Type="http://schemas.openxmlformats.org/officeDocument/2006/relationships/image" Target="../media/image354.png"/><Relationship Id="rId5" Type="http://schemas.openxmlformats.org/officeDocument/2006/relationships/image" Target="../media/image293.png"/><Relationship Id="rId15" Type="http://schemas.openxmlformats.org/officeDocument/2006/relationships/image" Target="../media/image322.png"/><Relationship Id="rId23" Type="http://schemas.openxmlformats.org/officeDocument/2006/relationships/image" Target="../media/image338.png"/><Relationship Id="rId28" Type="http://schemas.openxmlformats.org/officeDocument/2006/relationships/image" Target="../media/image343.png"/><Relationship Id="rId36" Type="http://schemas.openxmlformats.org/officeDocument/2006/relationships/image" Target="../media/image350.png"/><Relationship Id="rId10" Type="http://schemas.openxmlformats.org/officeDocument/2006/relationships/image" Target="../media/image317.png"/><Relationship Id="rId19" Type="http://schemas.openxmlformats.org/officeDocument/2006/relationships/image" Target="../media/image334.png"/><Relationship Id="rId31" Type="http://schemas.openxmlformats.org/officeDocument/2006/relationships/image" Target="../media/image346.png"/><Relationship Id="rId4" Type="http://schemas.openxmlformats.org/officeDocument/2006/relationships/image" Target="../media/image292.png"/><Relationship Id="rId9" Type="http://schemas.openxmlformats.org/officeDocument/2006/relationships/image" Target="../media/image316.png"/><Relationship Id="rId14" Type="http://schemas.openxmlformats.org/officeDocument/2006/relationships/image" Target="../media/image321.png"/><Relationship Id="rId22" Type="http://schemas.openxmlformats.org/officeDocument/2006/relationships/image" Target="../media/image337.png"/><Relationship Id="rId27" Type="http://schemas.openxmlformats.org/officeDocument/2006/relationships/image" Target="../media/image342.png"/><Relationship Id="rId30" Type="http://schemas.openxmlformats.org/officeDocument/2006/relationships/image" Target="../media/image345.png"/><Relationship Id="rId35" Type="http://schemas.openxmlformats.org/officeDocument/2006/relationships/image" Target="../media/image324.png"/><Relationship Id="rId8" Type="http://schemas.openxmlformats.org/officeDocument/2006/relationships/image" Target="../media/image296.png"/><Relationship Id="rId3" Type="http://schemas.openxmlformats.org/officeDocument/2006/relationships/image" Target="../media/image331.png"/><Relationship Id="rId12" Type="http://schemas.openxmlformats.org/officeDocument/2006/relationships/image" Target="../media/image319.png"/><Relationship Id="rId17" Type="http://schemas.openxmlformats.org/officeDocument/2006/relationships/image" Target="../media/image332.png"/><Relationship Id="rId25" Type="http://schemas.openxmlformats.org/officeDocument/2006/relationships/image" Target="../media/image340.png"/><Relationship Id="rId33" Type="http://schemas.openxmlformats.org/officeDocument/2006/relationships/image" Target="../media/image348.png"/><Relationship Id="rId38" Type="http://schemas.openxmlformats.org/officeDocument/2006/relationships/image" Target="../media/image3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0.png"/><Relationship Id="rId5" Type="http://schemas.openxmlformats.org/officeDocument/2006/relationships/image" Target="../media/image284.png"/><Relationship Id="rId4" Type="http://schemas.openxmlformats.org/officeDocument/2006/relationships/image" Target="../media/image28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png"/><Relationship Id="rId13" Type="http://schemas.openxmlformats.org/officeDocument/2006/relationships/image" Target="../media/image371.png"/><Relationship Id="rId3" Type="http://schemas.openxmlformats.org/officeDocument/2006/relationships/image" Target="../media/image361.png"/><Relationship Id="rId21" Type="http://schemas.openxmlformats.org/officeDocument/2006/relationships/image" Target="../media/image379.png"/><Relationship Id="rId7" Type="http://schemas.openxmlformats.org/officeDocument/2006/relationships/image" Target="../media/image365.png"/><Relationship Id="rId12" Type="http://schemas.openxmlformats.org/officeDocument/2006/relationships/image" Target="../media/image370.png"/><Relationship Id="rId17" Type="http://schemas.openxmlformats.org/officeDocument/2006/relationships/image" Target="../media/image375.png"/><Relationship Id="rId25" Type="http://schemas.openxmlformats.org/officeDocument/2006/relationships/image" Target="../media/image287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74.png"/><Relationship Id="rId20" Type="http://schemas.openxmlformats.org/officeDocument/2006/relationships/image" Target="../media/image37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4.png"/><Relationship Id="rId11" Type="http://schemas.openxmlformats.org/officeDocument/2006/relationships/image" Target="../media/image369.png"/><Relationship Id="rId24" Type="http://schemas.openxmlformats.org/officeDocument/2006/relationships/image" Target="../media/image382.png"/><Relationship Id="rId5" Type="http://schemas.openxmlformats.org/officeDocument/2006/relationships/image" Target="../media/image363.png"/><Relationship Id="rId15" Type="http://schemas.openxmlformats.org/officeDocument/2006/relationships/image" Target="../media/image373.png"/><Relationship Id="rId23" Type="http://schemas.openxmlformats.org/officeDocument/2006/relationships/image" Target="../media/image381.png"/><Relationship Id="rId10" Type="http://schemas.openxmlformats.org/officeDocument/2006/relationships/image" Target="../media/image368.png"/><Relationship Id="rId19" Type="http://schemas.openxmlformats.org/officeDocument/2006/relationships/image" Target="../media/image377.png"/><Relationship Id="rId4" Type="http://schemas.openxmlformats.org/officeDocument/2006/relationships/image" Target="../media/image362.png"/><Relationship Id="rId9" Type="http://schemas.openxmlformats.org/officeDocument/2006/relationships/image" Target="../media/image367.png"/><Relationship Id="rId14" Type="http://schemas.openxmlformats.org/officeDocument/2006/relationships/image" Target="../media/image372.png"/><Relationship Id="rId22" Type="http://schemas.openxmlformats.org/officeDocument/2006/relationships/image" Target="../media/image38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png"/><Relationship Id="rId3" Type="http://schemas.openxmlformats.org/officeDocument/2006/relationships/image" Target="../media/image383.png"/><Relationship Id="rId7" Type="http://schemas.openxmlformats.org/officeDocument/2006/relationships/image" Target="../media/image387.png"/><Relationship Id="rId12" Type="http://schemas.openxmlformats.org/officeDocument/2006/relationships/image" Target="../media/image2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6.png"/><Relationship Id="rId11" Type="http://schemas.openxmlformats.org/officeDocument/2006/relationships/image" Target="../media/image391.png"/><Relationship Id="rId5" Type="http://schemas.openxmlformats.org/officeDocument/2006/relationships/image" Target="../media/image385.png"/><Relationship Id="rId10" Type="http://schemas.openxmlformats.org/officeDocument/2006/relationships/image" Target="../media/image390.png"/><Relationship Id="rId4" Type="http://schemas.openxmlformats.org/officeDocument/2006/relationships/image" Target="../media/image384.png"/><Relationship Id="rId9" Type="http://schemas.openxmlformats.org/officeDocument/2006/relationships/image" Target="../media/image38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png"/><Relationship Id="rId13" Type="http://schemas.openxmlformats.org/officeDocument/2006/relationships/image" Target="../media/image356.png"/><Relationship Id="rId3" Type="http://schemas.openxmlformats.org/officeDocument/2006/relationships/image" Target="../media/image393.png"/><Relationship Id="rId7" Type="http://schemas.openxmlformats.org/officeDocument/2006/relationships/image" Target="../media/image397.png"/><Relationship Id="rId12" Type="http://schemas.openxmlformats.org/officeDocument/2006/relationships/image" Target="../media/image40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401.png"/><Relationship Id="rId5" Type="http://schemas.openxmlformats.org/officeDocument/2006/relationships/image" Target="../media/image395.png"/><Relationship Id="rId10" Type="http://schemas.openxmlformats.org/officeDocument/2006/relationships/image" Target="../media/image400.png"/><Relationship Id="rId4" Type="http://schemas.openxmlformats.org/officeDocument/2006/relationships/image" Target="../media/image394.png"/><Relationship Id="rId9" Type="http://schemas.openxmlformats.org/officeDocument/2006/relationships/image" Target="../media/image399.png"/><Relationship Id="rId14" Type="http://schemas.openxmlformats.org/officeDocument/2006/relationships/image" Target="../media/image35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png"/><Relationship Id="rId13" Type="http://schemas.openxmlformats.org/officeDocument/2006/relationships/image" Target="../media/image404.png"/><Relationship Id="rId3" Type="http://schemas.openxmlformats.org/officeDocument/2006/relationships/image" Target="../media/image393.png"/><Relationship Id="rId7" Type="http://schemas.openxmlformats.org/officeDocument/2006/relationships/image" Target="../media/image397.png"/><Relationship Id="rId12" Type="http://schemas.openxmlformats.org/officeDocument/2006/relationships/image" Target="../media/image402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40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6.png"/><Relationship Id="rId11" Type="http://schemas.openxmlformats.org/officeDocument/2006/relationships/image" Target="../media/image401.png"/><Relationship Id="rId5" Type="http://schemas.openxmlformats.org/officeDocument/2006/relationships/image" Target="../media/image395.png"/><Relationship Id="rId15" Type="http://schemas.openxmlformats.org/officeDocument/2006/relationships/image" Target="../media/image359.png"/><Relationship Id="rId10" Type="http://schemas.openxmlformats.org/officeDocument/2006/relationships/image" Target="../media/image400.png"/><Relationship Id="rId4" Type="http://schemas.openxmlformats.org/officeDocument/2006/relationships/image" Target="../media/image394.png"/><Relationship Id="rId9" Type="http://schemas.openxmlformats.org/officeDocument/2006/relationships/image" Target="../media/image399.png"/><Relationship Id="rId14" Type="http://schemas.openxmlformats.org/officeDocument/2006/relationships/image" Target="../media/image40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png"/><Relationship Id="rId3" Type="http://schemas.openxmlformats.org/officeDocument/2006/relationships/image" Target="../media/image376.png"/><Relationship Id="rId7" Type="http://schemas.openxmlformats.org/officeDocument/2006/relationships/image" Target="../media/image412.png"/><Relationship Id="rId12" Type="http://schemas.openxmlformats.org/officeDocument/2006/relationships/image" Target="../media/image40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1.png"/><Relationship Id="rId11" Type="http://schemas.openxmlformats.org/officeDocument/2006/relationships/image" Target="../media/image392.png"/><Relationship Id="rId5" Type="http://schemas.openxmlformats.org/officeDocument/2006/relationships/image" Target="../media/image410.png"/><Relationship Id="rId10" Type="http://schemas.openxmlformats.org/officeDocument/2006/relationships/image" Target="../media/image415.png"/><Relationship Id="rId4" Type="http://schemas.openxmlformats.org/officeDocument/2006/relationships/image" Target="../media/image409.png"/><Relationship Id="rId9" Type="http://schemas.openxmlformats.org/officeDocument/2006/relationships/image" Target="../media/image4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png"/><Relationship Id="rId13" Type="http://schemas.openxmlformats.org/officeDocument/2006/relationships/image" Target="../media/image427.png"/><Relationship Id="rId3" Type="http://schemas.openxmlformats.org/officeDocument/2006/relationships/image" Target="../media/image417.png"/><Relationship Id="rId7" Type="http://schemas.openxmlformats.org/officeDocument/2006/relationships/image" Target="../media/image421.png"/><Relationship Id="rId12" Type="http://schemas.openxmlformats.org/officeDocument/2006/relationships/image" Target="../media/image4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0.png"/><Relationship Id="rId11" Type="http://schemas.openxmlformats.org/officeDocument/2006/relationships/image" Target="../media/image425.png"/><Relationship Id="rId5" Type="http://schemas.openxmlformats.org/officeDocument/2006/relationships/image" Target="../media/image419.png"/><Relationship Id="rId10" Type="http://schemas.openxmlformats.org/officeDocument/2006/relationships/image" Target="../media/image424.png"/><Relationship Id="rId4" Type="http://schemas.openxmlformats.org/officeDocument/2006/relationships/image" Target="../media/image418.png"/><Relationship Id="rId9" Type="http://schemas.openxmlformats.org/officeDocument/2006/relationships/image" Target="../media/image4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0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7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8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09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13.emf"/><Relationship Id="rId5" Type="http://schemas.openxmlformats.org/officeDocument/2006/relationships/image" Target="../media/image412.emf"/><Relationship Id="rId4" Type="http://schemas.openxmlformats.org/officeDocument/2006/relationships/image" Target="../media/image41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32.png"/><Relationship Id="rId5" Type="http://schemas.openxmlformats.org/officeDocument/2006/relationships/image" Target="../media/image431.png"/><Relationship Id="rId4" Type="http://schemas.openxmlformats.org/officeDocument/2006/relationships/image" Target="../media/image430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AFD571-840D-952F-75A6-6D63BF5E3168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924B88B-80B8-D71F-7454-C8FDC76DECD4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0756419B-1BFE-45B5-7355-4F956B2212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778FF045-E97D-A976-BA2B-CEEAE742FD38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180CA4F3-EF2C-194F-1224-E2B41B07BB65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EC13B3E8-ABA7-DAF8-54B0-8859A1598509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0A27B8CC-4ADF-893C-3D08-A6B4E256D8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D9F6DF85-3C14-4AE4-CE1F-9061569BB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18" name="节段17">
            <a:extLst>
              <a:ext uri="{FF2B5EF4-FFF2-40B4-BE49-F238E27FC236}">
                <a16:creationId xmlns:a16="http://schemas.microsoft.com/office/drawing/2014/main" id="{2AB691DA-CCE3-3AC9-8BC7-F7DDC8B4E416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19" name="节段18">
            <a:extLst>
              <a:ext uri="{FF2B5EF4-FFF2-40B4-BE49-F238E27FC236}">
                <a16:creationId xmlns:a16="http://schemas.microsoft.com/office/drawing/2014/main" id="{DF446F78-25D4-B970-C8AF-750C9ADE0345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Stencil" panose="040409050D0802020404" pitchFamily="82" charset="0"/>
                </a:rPr>
                <a:t>能解释高中低频段对应的性能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Stencil" panose="040409050D0802020404" pitchFamily="82" charset="0"/>
                </a:rPr>
                <a:t>能基于开环频率特性分析系统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Stencil" panose="040409050D0802020404" pitchFamily="82" charset="0"/>
                </a:rPr>
                <a:t>能综合运用计算机辅助分析系统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Stencil" panose="040409050D0802020404" pitchFamily="82" charset="0"/>
                </a:rPr>
                <a:t>能通过闭环频率特性估算性能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8118526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6746" y="4486278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8" name="节段20">
            <a:extLst>
              <a:ext uri="{FF2B5EF4-FFF2-40B4-BE49-F238E27FC236}">
                <a16:creationId xmlns:a16="http://schemas.microsoft.com/office/drawing/2014/main" id="{512DBACE-FB71-DF1D-FAF4-E8E348567407}"/>
              </a:ext>
            </a:extLst>
          </p:cNvPr>
          <p:cNvSpPr/>
          <p:nvPr/>
        </p:nvSpPr>
        <p:spPr bwMode="auto">
          <a:xfrm>
            <a:off x="562387" y="128134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21.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三频段：各司其职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三频段理论</a:t>
            </a:r>
          </a:p>
        </p:txBody>
      </p:sp>
      <p:sp>
        <p:nvSpPr>
          <p:cNvPr id="4" name="重要1">
            <a:extLst>
              <a:ext uri="{FF2B5EF4-FFF2-40B4-BE49-F238E27FC236}">
                <a16:creationId xmlns:a16="http://schemas.microsoft.com/office/drawing/2014/main" id="{759E2875-8E0B-D40B-41F1-E8A2DA14511A}"/>
              </a:ext>
            </a:extLst>
          </p:cNvPr>
          <p:cNvSpPr txBox="1"/>
          <p:nvPr/>
        </p:nvSpPr>
        <p:spPr>
          <a:xfrm>
            <a:off x="286910" y="1052736"/>
            <a:ext cx="177584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低频段</a:t>
            </a:r>
          </a:p>
        </p:txBody>
      </p:sp>
      <p:sp>
        <p:nvSpPr>
          <p:cNvPr id="5" name="重要1">
            <a:extLst>
              <a:ext uri="{FF2B5EF4-FFF2-40B4-BE49-F238E27FC236}">
                <a16:creationId xmlns:a16="http://schemas.microsoft.com/office/drawing/2014/main" id="{CEB98F4D-1CEE-38A0-E03F-2996F02E551C}"/>
              </a:ext>
            </a:extLst>
          </p:cNvPr>
          <p:cNvSpPr txBox="1"/>
          <p:nvPr/>
        </p:nvSpPr>
        <p:spPr>
          <a:xfrm>
            <a:off x="308074" y="2819566"/>
            <a:ext cx="177584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中频段</a:t>
            </a:r>
          </a:p>
        </p:txBody>
      </p:sp>
      <p:sp>
        <p:nvSpPr>
          <p:cNvPr id="6" name="重要1">
            <a:extLst>
              <a:ext uri="{FF2B5EF4-FFF2-40B4-BE49-F238E27FC236}">
                <a16:creationId xmlns:a16="http://schemas.microsoft.com/office/drawing/2014/main" id="{86C11AE8-440E-0407-72EB-7220A4DF0876}"/>
              </a:ext>
            </a:extLst>
          </p:cNvPr>
          <p:cNvSpPr txBox="1"/>
          <p:nvPr/>
        </p:nvSpPr>
        <p:spPr>
          <a:xfrm>
            <a:off x="308074" y="4815256"/>
            <a:ext cx="177584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高频段</a:t>
            </a:r>
          </a:p>
        </p:txBody>
      </p:sp>
      <p:sp>
        <p:nvSpPr>
          <p:cNvPr id="7" name="说明1">
            <a:extLst>
              <a:ext uri="{FF2B5EF4-FFF2-40B4-BE49-F238E27FC236}">
                <a16:creationId xmlns:a16="http://schemas.microsoft.com/office/drawing/2014/main" id="{F70FA0F9-D48B-678F-461E-5695116B5C84}"/>
              </a:ext>
            </a:extLst>
          </p:cNvPr>
          <p:cNvSpPr txBox="1"/>
          <p:nvPr/>
        </p:nvSpPr>
        <p:spPr>
          <a:xfrm>
            <a:off x="2422798" y="1049854"/>
            <a:ext cx="2376264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>
                <a:solidFill>
                  <a:schemeClr val="accent1"/>
                </a:solidFill>
              </a:rPr>
              <a:t>系统稳态误差</a:t>
            </a:r>
            <a:endParaRPr kumimoji="1" lang="zh-CN" altLang="en-US" sz="2800">
              <a:solidFill>
                <a:srgbClr val="159F84"/>
              </a:solidFill>
            </a:endParaRPr>
          </a:p>
        </p:txBody>
      </p:sp>
      <p:sp>
        <p:nvSpPr>
          <p:cNvPr id="8" name="说明1">
            <a:extLst>
              <a:ext uri="{FF2B5EF4-FFF2-40B4-BE49-F238E27FC236}">
                <a16:creationId xmlns:a16="http://schemas.microsoft.com/office/drawing/2014/main" id="{D15E768E-2D33-8193-4BD9-F91CF3358232}"/>
              </a:ext>
            </a:extLst>
          </p:cNvPr>
          <p:cNvSpPr txBox="1"/>
          <p:nvPr/>
        </p:nvSpPr>
        <p:spPr>
          <a:xfrm>
            <a:off x="5015086" y="1060312"/>
            <a:ext cx="3864080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>
                <a:solidFill>
                  <a:schemeClr val="accent1"/>
                </a:solidFill>
              </a:rPr>
              <a:t>通常</a:t>
            </a:r>
            <a:r>
              <a:rPr kumimoji="1" lang="zh-CN" altLang="en-US" sz="2800">
                <a:solidFill>
                  <a:srgbClr val="E44860"/>
                </a:solidFill>
              </a:rPr>
              <a:t>最小转折频率</a:t>
            </a:r>
            <a:r>
              <a:rPr kumimoji="1" lang="zh-CN" altLang="en-US" sz="2800">
                <a:solidFill>
                  <a:schemeClr val="accent1"/>
                </a:solidFill>
              </a:rPr>
              <a:t>之前</a:t>
            </a:r>
            <a:endParaRPr kumimoji="1" lang="zh-CN" altLang="en-US" sz="2800">
              <a:solidFill>
                <a:srgbClr val="159F8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相角裕度公式">
                <a:extLst>
                  <a:ext uri="{FF2B5EF4-FFF2-40B4-BE49-F238E27FC236}">
                    <a16:creationId xmlns:a16="http://schemas.microsoft.com/office/drawing/2014/main" id="{55C60672-3B66-59AD-DBD1-1D531ED53910}"/>
                  </a:ext>
                </a:extLst>
              </p:cNvPr>
              <p:cNvSpPr txBox="1"/>
              <p:nvPr/>
            </p:nvSpPr>
            <p:spPr>
              <a:xfrm>
                <a:off x="308074" y="1772992"/>
                <a:ext cx="5576828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</m:den>
                    </m:f>
                    <m:d>
                      <m:dPr>
                        <m:begChr m:val="{"/>
                        <m:endChr m:val="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  <m:func>
                              <m:funcPr>
                                <m:ctrlPr>
                                  <a:rPr lang="zh-CN" alt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=20</m:t>
                            </m:r>
                            <m:func>
                              <m:funcPr>
                                <m:ctrlPr>
                                  <a:rPr lang="zh-CN" alt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func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  <m:func>
                              <m:funcPr>
                                <m:ctrlPr>
                                  <a:rPr lang="zh-CN" alt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func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∙90°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/>
                  <a:t> </a:t>
                </a:r>
              </a:p>
            </p:txBody>
          </p:sp>
        </mc:Choice>
        <mc:Fallback xmlns="">
          <p:sp>
            <p:nvSpPr>
              <p:cNvPr id="9" name="相角裕度公式">
                <a:extLst>
                  <a:ext uri="{FF2B5EF4-FFF2-40B4-BE49-F238E27FC236}">
                    <a16:creationId xmlns:a16="http://schemas.microsoft.com/office/drawing/2014/main" id="{55C60672-3B66-59AD-DBD1-1D531ED5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74" y="1772992"/>
                <a:ext cx="5576828" cy="1053494"/>
              </a:xfrm>
              <a:prstGeom prst="rect">
                <a:avLst/>
              </a:prstGeom>
              <a:blipFill>
                <a:blip r:embed="rId3"/>
                <a:stretch>
                  <a:fillRect l="-24773" t="-20000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说明1">
            <a:extLst>
              <a:ext uri="{FF2B5EF4-FFF2-40B4-BE49-F238E27FC236}">
                <a16:creationId xmlns:a16="http://schemas.microsoft.com/office/drawing/2014/main" id="{E7D71FC2-99FD-51A1-E2F1-C03A7D1B06FA}"/>
              </a:ext>
            </a:extLst>
          </p:cNvPr>
          <p:cNvSpPr txBox="1"/>
          <p:nvPr/>
        </p:nvSpPr>
        <p:spPr>
          <a:xfrm>
            <a:off x="2422798" y="2850118"/>
            <a:ext cx="2592288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>
                <a:solidFill>
                  <a:schemeClr val="accent1"/>
                </a:solidFill>
              </a:rPr>
              <a:t>系统动态性能</a:t>
            </a:r>
            <a:endParaRPr kumimoji="1" lang="zh-CN" altLang="en-US" sz="2800">
              <a:solidFill>
                <a:srgbClr val="159F8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说明1">
                <a:extLst>
                  <a:ext uri="{FF2B5EF4-FFF2-40B4-BE49-F238E27FC236}">
                    <a16:creationId xmlns:a16="http://schemas.microsoft.com/office/drawing/2014/main" id="{694FED74-E19C-E699-536C-3C41BAC3391E}"/>
                  </a:ext>
                </a:extLst>
              </p:cNvPr>
              <p:cNvSpPr txBox="1"/>
              <p:nvPr/>
            </p:nvSpPr>
            <p:spPr>
              <a:xfrm>
                <a:off x="5187580" y="2842615"/>
                <a:ext cx="1394644" cy="580514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zh-CN" altLang="en-US" sz="2800">
                    <a:solidFill>
                      <a:srgbClr val="2980B9"/>
                    </a:solidFill>
                  </a:rPr>
                  <a:t>附近</a:t>
                </a:r>
              </a:p>
            </p:txBody>
          </p:sp>
        </mc:Choice>
        <mc:Fallback xmlns="">
          <p:sp>
            <p:nvSpPr>
              <p:cNvPr id="11" name="说明1">
                <a:extLst>
                  <a:ext uri="{FF2B5EF4-FFF2-40B4-BE49-F238E27FC236}">
                    <a16:creationId xmlns:a16="http://schemas.microsoft.com/office/drawing/2014/main" id="{694FED74-E19C-E699-536C-3C41BAC33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580" y="2842615"/>
                <a:ext cx="1394644" cy="580514"/>
              </a:xfrm>
              <a:prstGeom prst="flowChartAlternateProcess">
                <a:avLst/>
              </a:prstGeom>
              <a:blipFill>
                <a:blip r:embed="rId4"/>
                <a:stretch>
                  <a:fillRect t="-6122" r="-2655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说明1">
                <a:extLst>
                  <a:ext uri="{FF2B5EF4-FFF2-40B4-BE49-F238E27FC236}">
                    <a16:creationId xmlns:a16="http://schemas.microsoft.com/office/drawing/2014/main" id="{80DC4BDC-75B1-E262-3BF3-3F62D63F6F25}"/>
                  </a:ext>
                </a:extLst>
              </p:cNvPr>
              <p:cNvSpPr txBox="1"/>
              <p:nvPr/>
            </p:nvSpPr>
            <p:spPr>
              <a:xfrm>
                <a:off x="409654" y="3601450"/>
                <a:ext cx="5040560" cy="105560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>
                    <a:solidFill>
                      <a:srgbClr val="2980B9"/>
                    </a:solidFill>
                  </a:rPr>
                  <a:t>希望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kumimoji="1" lang="en-US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kumimoji="1" lang="en-US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>
                    <a:solidFill>
                      <a:srgbClr val="2980B9"/>
                    </a:solidFill>
                  </a:rPr>
                  <a:t>以</a:t>
                </a:r>
                <a:r>
                  <a:rPr kumimoji="1" lang="en-US" altLang="zh-CN" sz="2800" dirty="0">
                    <a:solidFill>
                      <a:srgbClr val="159F84"/>
                    </a:solidFill>
                  </a:rPr>
                  <a:t>-20dB/sec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斜率穿越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0dB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线，并保持</a:t>
                </a:r>
                <a:r>
                  <a:rPr kumimoji="1" lang="zh-CN" altLang="en-US" sz="2800">
                    <a:solidFill>
                      <a:srgbClr val="E44860"/>
                    </a:solidFill>
                  </a:rPr>
                  <a:t>较宽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的频段</a:t>
                </a:r>
              </a:p>
            </p:txBody>
          </p:sp>
        </mc:Choice>
        <mc:Fallback xmlns="">
          <p:sp>
            <p:nvSpPr>
              <p:cNvPr id="12" name="说明1">
                <a:extLst>
                  <a:ext uri="{FF2B5EF4-FFF2-40B4-BE49-F238E27FC236}">
                    <a16:creationId xmlns:a16="http://schemas.microsoft.com/office/drawing/2014/main" id="{80DC4BDC-75B1-E262-3BF3-3F62D63F6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54" y="3601450"/>
                <a:ext cx="5040560" cy="1055608"/>
              </a:xfrm>
              <a:prstGeom prst="flowChartAlternateProcess">
                <a:avLst/>
              </a:prstGeom>
              <a:blipFill>
                <a:blip r:embed="rId5"/>
                <a:stretch>
                  <a:fillRect l="-1250" t="-1163" b="-9302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说明1">
                <a:extLst>
                  <a:ext uri="{FF2B5EF4-FFF2-40B4-BE49-F238E27FC236}">
                    <a16:creationId xmlns:a16="http://schemas.microsoft.com/office/drawing/2014/main" id="{0F94C5F0-A7B1-9332-A247-4E64DB7118C3}"/>
                  </a:ext>
                </a:extLst>
              </p:cNvPr>
              <p:cNvSpPr txBox="1"/>
              <p:nvPr/>
            </p:nvSpPr>
            <p:spPr>
              <a:xfrm>
                <a:off x="2404796" y="4862942"/>
                <a:ext cx="7380820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>
                    <a:solidFill>
                      <a:schemeClr val="accent1"/>
                    </a:solidFill>
                  </a:rPr>
                  <a:t>通常</a:t>
                </a:r>
                <a:r>
                  <a:rPr kumimoji="1" lang="en-US" altLang="zh-CN" sz="2800" dirty="0">
                    <a:solidFill>
                      <a:srgbClr val="E44860"/>
                    </a:solidFill>
                  </a:rPr>
                  <a:t>10</a:t>
                </a:r>
                <a:r>
                  <a:rPr kumimoji="1" lang="zh-CN" altLang="en-US" sz="2800">
                    <a:solidFill>
                      <a:srgbClr val="E44860"/>
                    </a:solidFill>
                  </a:rPr>
                  <a:t>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i="1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rgbClr val="159F84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zh-CN" altLang="en-US" sz="2800">
                    <a:solidFill>
                      <a:srgbClr val="2980B9"/>
                    </a:solidFill>
                  </a:rPr>
                  <a:t>以上频段，系统抗高频噪声能力</a:t>
                </a:r>
              </a:p>
            </p:txBody>
          </p:sp>
        </mc:Choice>
        <mc:Fallback xmlns="">
          <p:sp>
            <p:nvSpPr>
              <p:cNvPr id="13" name="说明1">
                <a:extLst>
                  <a:ext uri="{FF2B5EF4-FFF2-40B4-BE49-F238E27FC236}">
                    <a16:creationId xmlns:a16="http://schemas.microsoft.com/office/drawing/2014/main" id="{0F94C5F0-A7B1-9332-A247-4E64DB711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796" y="4862942"/>
                <a:ext cx="7380820" cy="578882"/>
              </a:xfrm>
              <a:prstGeom prst="flowChartAlternateProcess">
                <a:avLst/>
              </a:prstGeom>
              <a:blipFill>
                <a:blip r:embed="rId6"/>
                <a:stretch>
                  <a:fillRect l="-1199"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相角裕度公式">
                <a:extLst>
                  <a:ext uri="{FF2B5EF4-FFF2-40B4-BE49-F238E27FC236}">
                    <a16:creationId xmlns:a16="http://schemas.microsoft.com/office/drawing/2014/main" id="{79ADF403-FAA5-B886-4BDC-75B63E479C07}"/>
                  </a:ext>
                </a:extLst>
              </p:cNvPr>
              <p:cNvSpPr txBox="1"/>
              <p:nvPr/>
            </p:nvSpPr>
            <p:spPr>
              <a:xfrm>
                <a:off x="308074" y="5592950"/>
                <a:ext cx="7380821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≪1</m:t>
                          </m:r>
                        </m:e>
                      </m:groupChr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≪1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4" name="相角裕度公式">
                <a:extLst>
                  <a:ext uri="{FF2B5EF4-FFF2-40B4-BE49-F238E27FC236}">
                    <a16:creationId xmlns:a16="http://schemas.microsoft.com/office/drawing/2014/main" id="{79ADF403-FAA5-B886-4BDC-75B63E479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74" y="5592950"/>
                <a:ext cx="7380821" cy="989438"/>
              </a:xfrm>
              <a:prstGeom prst="rect">
                <a:avLst/>
              </a:prstGeom>
              <a:blipFill>
                <a:blip r:embed="rId7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坐标轴">
            <a:extLst>
              <a:ext uri="{FF2B5EF4-FFF2-40B4-BE49-F238E27FC236}">
                <a16:creationId xmlns:a16="http://schemas.microsoft.com/office/drawing/2014/main" id="{4198143E-ACE7-0D1D-B608-2686519FB321}"/>
              </a:ext>
            </a:extLst>
          </p:cNvPr>
          <p:cNvGrpSpPr/>
          <p:nvPr/>
        </p:nvGrpSpPr>
        <p:grpSpPr>
          <a:xfrm>
            <a:off x="6815286" y="1585008"/>
            <a:ext cx="5244554" cy="2926800"/>
            <a:chOff x="6405302" y="2883413"/>
            <a:chExt cx="5244554" cy="2923204"/>
          </a:xfrm>
        </p:grpSpPr>
        <p:cxnSp>
          <p:nvCxnSpPr>
            <p:cNvPr id="23" name="实轴">
              <a:extLst>
                <a:ext uri="{FF2B5EF4-FFF2-40B4-BE49-F238E27FC236}">
                  <a16:creationId xmlns:a16="http://schemas.microsoft.com/office/drawing/2014/main" id="{815212C2-235D-A78D-4576-88598AB409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5302" y="4735640"/>
              <a:ext cx="483021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虚轴">
              <a:extLst>
                <a:ext uri="{FF2B5EF4-FFF2-40B4-BE49-F238E27FC236}">
                  <a16:creationId xmlns:a16="http://schemas.microsoft.com/office/drawing/2014/main" id="{12A45C55-E49B-26F5-8FCB-8408E40BA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5302" y="3168145"/>
              <a:ext cx="0" cy="263847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">
                  <a:extLst>
                    <a:ext uri="{FF2B5EF4-FFF2-40B4-BE49-F238E27FC236}">
                      <a16:creationId xmlns:a16="http://schemas.microsoft.com/office/drawing/2014/main" id="{FADDACD2-699E-992A-DBD9-E02704A606E8}"/>
                    </a:ext>
                  </a:extLst>
                </p:cNvPr>
                <p:cNvSpPr txBox="1"/>
                <p:nvPr/>
              </p:nvSpPr>
              <p:spPr>
                <a:xfrm>
                  <a:off x="11073320" y="414102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25" name="Re">
                  <a:extLst>
                    <a:ext uri="{FF2B5EF4-FFF2-40B4-BE49-F238E27FC236}">
                      <a16:creationId xmlns:a16="http://schemas.microsoft.com/office/drawing/2014/main" id="{FADDACD2-699E-992A-DBD9-E02704A606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3320" y="414102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Im">
                  <a:extLst>
                    <a:ext uri="{FF2B5EF4-FFF2-40B4-BE49-F238E27FC236}">
                      <a16:creationId xmlns:a16="http://schemas.microsoft.com/office/drawing/2014/main" id="{88AC878B-8F1E-8EDC-EAD8-CDAB3FB65BFB}"/>
                    </a:ext>
                  </a:extLst>
                </p:cNvPr>
                <p:cNvSpPr txBox="1"/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dB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26" name="Im">
                  <a:extLst>
                    <a:ext uri="{FF2B5EF4-FFF2-40B4-BE49-F238E27FC236}">
                      <a16:creationId xmlns:a16="http://schemas.microsoft.com/office/drawing/2014/main" id="{88AC878B-8F1E-8EDC-EAD8-CDAB3FB65B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blipFill>
                  <a:blip r:embed="rId9"/>
                  <a:stretch>
                    <a:fillRect l="-6522" r="-152174" b="-186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" name="转折频率虚线1">
            <a:extLst>
              <a:ext uri="{FF2B5EF4-FFF2-40B4-BE49-F238E27FC236}">
                <a16:creationId xmlns:a16="http://schemas.microsoft.com/office/drawing/2014/main" id="{BD20A3BC-95EE-D9FE-874B-8E307A0EE52F}"/>
              </a:ext>
            </a:extLst>
          </p:cNvPr>
          <p:cNvCxnSpPr>
            <a:cxnSpLocks/>
          </p:cNvCxnSpPr>
          <p:nvPr/>
        </p:nvCxnSpPr>
        <p:spPr>
          <a:xfrm>
            <a:off x="8326070" y="4112799"/>
            <a:ext cx="0" cy="511843"/>
          </a:xfrm>
          <a:prstGeom prst="line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幅频">
            <a:extLst>
              <a:ext uri="{FF2B5EF4-FFF2-40B4-BE49-F238E27FC236}">
                <a16:creationId xmlns:a16="http://schemas.microsoft.com/office/drawing/2014/main" id="{CCBD31A2-94DD-756A-C809-0BADEE692D2E}"/>
              </a:ext>
            </a:extLst>
          </p:cNvPr>
          <p:cNvSpPr/>
          <p:nvPr/>
        </p:nvSpPr>
        <p:spPr>
          <a:xfrm flipV="1">
            <a:off x="6834213" y="2245744"/>
            <a:ext cx="4946746" cy="229947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581571 w 2566115"/>
              <a:gd name="connsiteY3" fmla="*/ 1503889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186447 w 2566115"/>
              <a:gd name="connsiteY4" fmla="*/ 836884 h 3496696"/>
              <a:gd name="connsiteX5" fmla="*/ 2566115 w 2566115"/>
              <a:gd name="connsiteY5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298781 w 2566115"/>
              <a:gd name="connsiteY4" fmla="*/ 996384 h 3496696"/>
              <a:gd name="connsiteX5" fmla="*/ 2566115 w 2566115"/>
              <a:gd name="connsiteY5" fmla="*/ 0 h 3496696"/>
              <a:gd name="connsiteX0" fmla="*/ 0 w 2592039"/>
              <a:gd name="connsiteY0" fmla="*/ 3424195 h 3424195"/>
              <a:gd name="connsiteX1" fmla="*/ 546619 w 2592039"/>
              <a:gd name="connsiteY1" fmla="*/ 3102194 h 3424195"/>
              <a:gd name="connsiteX2" fmla="*/ 995597 w 2592039"/>
              <a:gd name="connsiteY2" fmla="*/ 2498626 h 3424195"/>
              <a:gd name="connsiteX3" fmla="*/ 1849446 w 2592039"/>
              <a:gd name="connsiteY3" fmla="*/ 1677891 h 3424195"/>
              <a:gd name="connsiteX4" fmla="*/ 2324705 w 2592039"/>
              <a:gd name="connsiteY4" fmla="*/ 996384 h 3424195"/>
              <a:gd name="connsiteX5" fmla="*/ 2592039 w 2592039"/>
              <a:gd name="connsiteY5" fmla="*/ 0 h 34241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498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480244 w 2592039"/>
              <a:gd name="connsiteY4" fmla="*/ 1141386 h 3322695"/>
              <a:gd name="connsiteX5" fmla="*/ 2592039 w 2592039"/>
              <a:gd name="connsiteY5" fmla="*/ 0 h 3322695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3603045"/>
              <a:gd name="connsiteY0" fmla="*/ 3047192 h 3047192"/>
              <a:gd name="connsiteX1" fmla="*/ 1376163 w 3603045"/>
              <a:gd name="connsiteY1" fmla="*/ 2710691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56012 w 3646250"/>
              <a:gd name="connsiteY2" fmla="*/ 1976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9921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46250" h="2844191">
                <a:moveTo>
                  <a:pt x="0" y="2844191"/>
                </a:moveTo>
                <a:lnTo>
                  <a:pt x="1099649" y="2536690"/>
                </a:lnTo>
                <a:cubicBezTo>
                  <a:pt x="1518874" y="2185570"/>
                  <a:pt x="1509501" y="2154011"/>
                  <a:pt x="1816500" y="1846121"/>
                </a:cubicBezTo>
                <a:cubicBezTo>
                  <a:pt x="2200699" y="1594237"/>
                  <a:pt x="2188248" y="1557825"/>
                  <a:pt x="2817247" y="1155887"/>
                </a:cubicBezTo>
                <a:cubicBezTo>
                  <a:pt x="3089172" y="878930"/>
                  <a:pt x="3082329" y="913530"/>
                  <a:pt x="3327070" y="648383"/>
                </a:cubicBezTo>
                <a:cubicBezTo>
                  <a:pt x="3450836" y="368734"/>
                  <a:pt x="3513843" y="255482"/>
                  <a:pt x="364625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-20">
                <a:extLst>
                  <a:ext uri="{FF2B5EF4-FFF2-40B4-BE49-F238E27FC236}">
                    <a16:creationId xmlns:a16="http://schemas.microsoft.com/office/drawing/2014/main" id="{23239B20-5FCC-E91E-9C70-575299722C8A}"/>
                  </a:ext>
                </a:extLst>
              </p:cNvPr>
              <p:cNvSpPr txBox="1"/>
              <p:nvPr/>
            </p:nvSpPr>
            <p:spPr>
              <a:xfrm>
                <a:off x="7146938" y="1927845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39" name="-20">
                <a:extLst>
                  <a:ext uri="{FF2B5EF4-FFF2-40B4-BE49-F238E27FC236}">
                    <a16:creationId xmlns:a16="http://schemas.microsoft.com/office/drawing/2014/main" id="{23239B20-5FCC-E91E-9C70-575299722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938" y="1927845"/>
                <a:ext cx="801224" cy="524695"/>
              </a:xfrm>
              <a:prstGeom prst="rect">
                <a:avLst/>
              </a:prstGeom>
              <a:blipFill>
                <a:blip r:embed="rId10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-40">
                <a:extLst>
                  <a:ext uri="{FF2B5EF4-FFF2-40B4-BE49-F238E27FC236}">
                    <a16:creationId xmlns:a16="http://schemas.microsoft.com/office/drawing/2014/main" id="{5BE3225A-9667-E71E-553E-D926062E8B65}"/>
                  </a:ext>
                </a:extLst>
              </p:cNvPr>
              <p:cNvSpPr txBox="1"/>
              <p:nvPr/>
            </p:nvSpPr>
            <p:spPr>
              <a:xfrm>
                <a:off x="8748868" y="2354499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0" name="-40">
                <a:extLst>
                  <a:ext uri="{FF2B5EF4-FFF2-40B4-BE49-F238E27FC236}">
                    <a16:creationId xmlns:a16="http://schemas.microsoft.com/office/drawing/2014/main" id="{5BE3225A-9667-E71E-553E-D926062E8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8868" y="2354499"/>
                <a:ext cx="801224" cy="524695"/>
              </a:xfrm>
              <a:prstGeom prst="rect">
                <a:avLst/>
              </a:prstGeom>
              <a:blipFill>
                <a:blip r:embed="rId11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-60">
                <a:extLst>
                  <a:ext uri="{FF2B5EF4-FFF2-40B4-BE49-F238E27FC236}">
                    <a16:creationId xmlns:a16="http://schemas.microsoft.com/office/drawing/2014/main" id="{59D0B4E4-0E26-099C-E17C-093CE129D2D5}"/>
                  </a:ext>
                </a:extLst>
              </p:cNvPr>
              <p:cNvSpPr txBox="1"/>
              <p:nvPr/>
            </p:nvSpPr>
            <p:spPr>
              <a:xfrm>
                <a:off x="11370960" y="3882868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−60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1" name="-60">
                <a:extLst>
                  <a:ext uri="{FF2B5EF4-FFF2-40B4-BE49-F238E27FC236}">
                    <a16:creationId xmlns:a16="http://schemas.microsoft.com/office/drawing/2014/main" id="{59D0B4E4-0E26-099C-E17C-093CE129D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0960" y="3882868"/>
                <a:ext cx="801224" cy="524695"/>
              </a:xfrm>
              <a:prstGeom prst="rect">
                <a:avLst/>
              </a:prstGeom>
              <a:blipFill>
                <a:blip r:embed="rId12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wc2">
                <a:extLst>
                  <a:ext uri="{FF2B5EF4-FFF2-40B4-BE49-F238E27FC236}">
                    <a16:creationId xmlns:a16="http://schemas.microsoft.com/office/drawing/2014/main" id="{E95EB6E9-ED82-16D6-3AD9-9F47455D350D}"/>
                  </a:ext>
                </a:extLst>
              </p:cNvPr>
              <p:cNvSpPr txBox="1"/>
              <p:nvPr/>
            </p:nvSpPr>
            <p:spPr>
              <a:xfrm>
                <a:off x="9702862" y="342312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6" name="wc2">
                <a:extLst>
                  <a:ext uri="{FF2B5EF4-FFF2-40B4-BE49-F238E27FC236}">
                    <a16:creationId xmlns:a16="http://schemas.microsoft.com/office/drawing/2014/main" id="{E95EB6E9-ED82-16D6-3AD9-9F47455D3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862" y="3423129"/>
                <a:ext cx="80122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第三转折频率辅助线">
            <a:extLst>
              <a:ext uri="{FF2B5EF4-FFF2-40B4-BE49-F238E27FC236}">
                <a16:creationId xmlns:a16="http://schemas.microsoft.com/office/drawing/2014/main" id="{0430596A-1D87-1804-DDEA-CBC4985E2915}"/>
              </a:ext>
            </a:extLst>
          </p:cNvPr>
          <p:cNvCxnSpPr>
            <a:cxnSpLocks/>
            <a:endCxn id="37" idx="3"/>
          </p:cNvCxnSpPr>
          <p:nvPr/>
        </p:nvCxnSpPr>
        <p:spPr>
          <a:xfrm>
            <a:off x="10656278" y="3423129"/>
            <a:ext cx="0" cy="187579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第二转折频率辅助线">
            <a:extLst>
              <a:ext uri="{FF2B5EF4-FFF2-40B4-BE49-F238E27FC236}">
                <a16:creationId xmlns:a16="http://schemas.microsoft.com/office/drawing/2014/main" id="{0166342C-DA7A-2735-B0EE-CE78B69F669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9298598" y="3052666"/>
            <a:ext cx="0" cy="368099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第一转折频率辅助线">
            <a:extLst>
              <a:ext uri="{FF2B5EF4-FFF2-40B4-BE49-F238E27FC236}">
                <a16:creationId xmlns:a16="http://schemas.microsoft.com/office/drawing/2014/main" id="{EEF6BF1F-35A1-ED7F-E355-6532C0FB1ACE}"/>
              </a:ext>
            </a:extLst>
          </p:cNvPr>
          <p:cNvCxnSpPr>
            <a:cxnSpLocks/>
            <a:stCxn id="37" idx="1"/>
          </p:cNvCxnSpPr>
          <p:nvPr/>
        </p:nvCxnSpPr>
        <p:spPr>
          <a:xfrm>
            <a:off x="8326070" y="2494353"/>
            <a:ext cx="0" cy="942882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低频段双箭头">
            <a:extLst>
              <a:ext uri="{FF2B5EF4-FFF2-40B4-BE49-F238E27FC236}">
                <a16:creationId xmlns:a16="http://schemas.microsoft.com/office/drawing/2014/main" id="{1A1053E5-D65D-93DB-93C6-B822D7BFED6B}"/>
              </a:ext>
            </a:extLst>
          </p:cNvPr>
          <p:cNvCxnSpPr>
            <a:cxnSpLocks/>
          </p:cNvCxnSpPr>
          <p:nvPr/>
        </p:nvCxnSpPr>
        <p:spPr>
          <a:xfrm>
            <a:off x="6815286" y="4624642"/>
            <a:ext cx="1510784" cy="0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中频段双箭头">
            <a:extLst>
              <a:ext uri="{FF2B5EF4-FFF2-40B4-BE49-F238E27FC236}">
                <a16:creationId xmlns:a16="http://schemas.microsoft.com/office/drawing/2014/main" id="{90D69FAC-5354-8972-3B37-3EEE21B36169}"/>
              </a:ext>
            </a:extLst>
          </p:cNvPr>
          <p:cNvCxnSpPr>
            <a:cxnSpLocks/>
          </p:cNvCxnSpPr>
          <p:nvPr/>
        </p:nvCxnSpPr>
        <p:spPr>
          <a:xfrm flipH="1">
            <a:off x="8326070" y="4624642"/>
            <a:ext cx="2080835" cy="0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高频段双箭头">
            <a:extLst>
              <a:ext uri="{FF2B5EF4-FFF2-40B4-BE49-F238E27FC236}">
                <a16:creationId xmlns:a16="http://schemas.microsoft.com/office/drawing/2014/main" id="{85DD3B9F-CD55-F33A-7ED1-1A9A7FCD9A83}"/>
              </a:ext>
            </a:extLst>
          </p:cNvPr>
          <p:cNvCxnSpPr>
            <a:cxnSpLocks/>
          </p:cNvCxnSpPr>
          <p:nvPr/>
        </p:nvCxnSpPr>
        <p:spPr>
          <a:xfrm flipH="1">
            <a:off x="10415686" y="4624642"/>
            <a:ext cx="1229811" cy="0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-60">
                <a:extLst>
                  <a:ext uri="{FF2B5EF4-FFF2-40B4-BE49-F238E27FC236}">
                    <a16:creationId xmlns:a16="http://schemas.microsoft.com/office/drawing/2014/main" id="{79E31F2D-5F45-AD28-5EAC-B5F974C12D08}"/>
                  </a:ext>
                </a:extLst>
              </p:cNvPr>
              <p:cNvSpPr txBox="1"/>
              <p:nvPr/>
            </p:nvSpPr>
            <p:spPr>
              <a:xfrm>
                <a:off x="10799183" y="3395566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6" name="-60">
                <a:extLst>
                  <a:ext uri="{FF2B5EF4-FFF2-40B4-BE49-F238E27FC236}">
                    <a16:creationId xmlns:a16="http://schemas.microsoft.com/office/drawing/2014/main" id="{79E31F2D-5F45-AD28-5EAC-B5F974C12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183" y="3395566"/>
                <a:ext cx="801224" cy="524695"/>
              </a:xfrm>
              <a:prstGeom prst="rect">
                <a:avLst/>
              </a:prstGeom>
              <a:blipFill>
                <a:blip r:embed="rId14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-60">
                <a:extLst>
                  <a:ext uri="{FF2B5EF4-FFF2-40B4-BE49-F238E27FC236}">
                    <a16:creationId xmlns:a16="http://schemas.microsoft.com/office/drawing/2014/main" id="{2B96CFB8-E50C-949C-9712-77BDB424C572}"/>
                  </a:ext>
                </a:extLst>
              </p:cNvPr>
              <p:cNvSpPr txBox="1"/>
              <p:nvPr/>
            </p:nvSpPr>
            <p:spPr>
              <a:xfrm>
                <a:off x="9881374" y="2898433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7" name="-60">
                <a:extLst>
                  <a:ext uri="{FF2B5EF4-FFF2-40B4-BE49-F238E27FC236}">
                    <a16:creationId xmlns:a16="http://schemas.microsoft.com/office/drawing/2014/main" id="{2B96CFB8-E50C-949C-9712-77BDB424C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374" y="2898433"/>
                <a:ext cx="801224" cy="524695"/>
              </a:xfrm>
              <a:prstGeom prst="rect">
                <a:avLst/>
              </a:prstGeom>
              <a:blipFill>
                <a:blip r:embed="rId15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转折频率虚线1">
            <a:extLst>
              <a:ext uri="{FF2B5EF4-FFF2-40B4-BE49-F238E27FC236}">
                <a16:creationId xmlns:a16="http://schemas.microsoft.com/office/drawing/2014/main" id="{57CFD3F4-A64A-0F87-88D8-673EE5E9CAF3}"/>
              </a:ext>
            </a:extLst>
          </p:cNvPr>
          <p:cNvCxnSpPr>
            <a:cxnSpLocks/>
          </p:cNvCxnSpPr>
          <p:nvPr/>
        </p:nvCxnSpPr>
        <p:spPr>
          <a:xfrm>
            <a:off x="10415686" y="4145215"/>
            <a:ext cx="0" cy="511843"/>
          </a:xfrm>
          <a:prstGeom prst="line">
            <a:avLst/>
          </a:prstGeom>
          <a:ln w="2540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9DAD7829-2402-79FD-1249-D66D248ECED9}"/>
              </a:ext>
            </a:extLst>
          </p:cNvPr>
          <p:cNvSpPr txBox="1"/>
          <p:nvPr/>
        </p:nvSpPr>
        <p:spPr>
          <a:xfrm>
            <a:off x="6931284" y="413788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低频段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B90E531-0CE8-4DC1-80FF-BA542D762D24}"/>
              </a:ext>
            </a:extLst>
          </p:cNvPr>
          <p:cNvSpPr txBox="1"/>
          <p:nvPr/>
        </p:nvSpPr>
        <p:spPr>
          <a:xfrm>
            <a:off x="8769332" y="416297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中频段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DA85140-F560-ABC6-9490-6F1C1F628454}"/>
              </a:ext>
            </a:extLst>
          </p:cNvPr>
          <p:cNvSpPr txBox="1"/>
          <p:nvPr/>
        </p:nvSpPr>
        <p:spPr>
          <a:xfrm>
            <a:off x="10530321" y="40984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高频段</a:t>
            </a:r>
          </a:p>
        </p:txBody>
      </p:sp>
    </p:spTree>
    <p:extLst>
      <p:ext uri="{BB962C8B-B14F-4D97-AF65-F5344CB8AC3E}">
        <p14:creationId xmlns:p14="http://schemas.microsoft.com/office/powerpoint/2010/main" val="1210654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2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/>
      <p:bldP spid="37" grpId="0" animBg="1"/>
      <p:bldP spid="39" grpId="0"/>
      <p:bldP spid="40" grpId="0"/>
      <p:bldP spid="41" grpId="0"/>
      <p:bldP spid="46" grpId="0"/>
      <p:bldP spid="56" grpId="0"/>
      <p:bldP spid="57" grpId="0"/>
      <p:bldP spid="80" grpId="0"/>
      <p:bldP spid="81" grpId="0"/>
      <p:bldP spid="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截止频率公式">
                <a:extLst>
                  <a:ext uri="{FF2B5EF4-FFF2-40B4-BE49-F238E27FC236}">
                    <a16:creationId xmlns:a16="http://schemas.microsoft.com/office/drawing/2014/main" id="{BA9D9906-491B-B102-5B9E-16BEBDE0C5AD}"/>
                  </a:ext>
                </a:extLst>
              </p:cNvPr>
              <p:cNvSpPr txBox="1"/>
              <p:nvPr/>
            </p:nvSpPr>
            <p:spPr>
              <a:xfrm>
                <a:off x="268976" y="999021"/>
                <a:ext cx="4896544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zh-CN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  <m:d>
                      <m:dPr>
                        <m:begChr m:val="{"/>
                        <m:endChr m:val=""/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den>
                            </m:f>
                          </m:e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  <a:endParaRPr lang="zh-CN" altLang="zh-CN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截止频率公式">
                <a:extLst>
                  <a:ext uri="{FF2B5EF4-FFF2-40B4-BE49-F238E27FC236}">
                    <a16:creationId xmlns:a16="http://schemas.microsoft.com/office/drawing/2014/main" id="{BA9D9906-491B-B102-5B9E-16BEBDE0C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999021"/>
                <a:ext cx="4896544" cy="1211422"/>
              </a:xfrm>
              <a:prstGeom prst="rect">
                <a:avLst/>
              </a:prstGeom>
              <a:blipFill>
                <a:blip r:embed="rId3"/>
                <a:stretch>
                  <a:fillRect l="-777" t="-205155" b="-294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021AF63-5088-66F6-75E1-6EBB3E5B96BD}"/>
                  </a:ext>
                </a:extLst>
              </p:cNvPr>
              <p:cNvSpPr txBox="1"/>
              <p:nvPr/>
            </p:nvSpPr>
            <p:spPr>
              <a:xfrm>
                <a:off x="550590" y="2278659"/>
                <a:ext cx="4056876" cy="8561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  <m:sSub>
                                      <m:sSub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021AF63-5088-66F6-75E1-6EBB3E5B9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90" y="2278659"/>
                <a:ext cx="4056876" cy="856196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8F29A7A-9BAD-B508-85F3-276BBEA7A362}"/>
                  </a:ext>
                </a:extLst>
              </p:cNvPr>
              <p:cNvSpPr txBox="1"/>
              <p:nvPr/>
            </p:nvSpPr>
            <p:spPr>
              <a:xfrm>
                <a:off x="281720" y="3312993"/>
                <a:ext cx="5025495" cy="722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8F29A7A-9BAD-B508-85F3-276BBEA7A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20" y="3312993"/>
                <a:ext cx="5025495" cy="722121"/>
              </a:xfrm>
              <a:prstGeom prst="rect">
                <a:avLst/>
              </a:prstGeom>
              <a:blipFill>
                <a:blip r:embed="rId5"/>
                <a:stretch>
                  <a:fillRect l="-252" b="-8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B754C75-8296-C5D0-A145-8C52BC20B158}"/>
                  </a:ext>
                </a:extLst>
              </p:cNvPr>
              <p:cNvSpPr txBox="1"/>
              <p:nvPr/>
            </p:nvSpPr>
            <p:spPr>
              <a:xfrm>
                <a:off x="7246552" y="1880762"/>
                <a:ext cx="3384118" cy="825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B754C75-8296-C5D0-A145-8C52BC20B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552" y="1880762"/>
                <a:ext cx="3384118" cy="825995"/>
              </a:xfrm>
              <a:prstGeom prst="rect">
                <a:avLst/>
              </a:prstGeom>
              <a:blipFill>
                <a:blip r:embed="rId6"/>
                <a:stretch>
                  <a:fillRect l="-1119"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5739EE0-5BEF-3BA9-7ABC-7943732E3C52}"/>
                  </a:ext>
                </a:extLst>
              </p:cNvPr>
              <p:cNvSpPr txBox="1"/>
              <p:nvPr/>
            </p:nvSpPr>
            <p:spPr>
              <a:xfrm>
                <a:off x="5951190" y="3173245"/>
                <a:ext cx="5423499" cy="1137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  <m:sSub>
                                      <m:sSub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5739EE0-5BEF-3BA9-7ABC-7943732E3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190" y="3173245"/>
                <a:ext cx="5423499" cy="11378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0F23D8E-5635-3462-E31B-D4BDB0D6084C}"/>
                  </a:ext>
                </a:extLst>
              </p:cNvPr>
              <p:cNvSpPr txBox="1"/>
              <p:nvPr/>
            </p:nvSpPr>
            <p:spPr>
              <a:xfrm>
                <a:off x="268976" y="4192637"/>
                <a:ext cx="78488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0F23D8E-5635-3462-E31B-D4BDB0D60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4192637"/>
                <a:ext cx="7848872" cy="523220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4A5D526-65B0-9B03-12AA-91A3D8BE38BA}"/>
                  </a:ext>
                </a:extLst>
              </p:cNvPr>
              <p:cNvSpPr txBox="1"/>
              <p:nvPr/>
            </p:nvSpPr>
            <p:spPr>
              <a:xfrm>
                <a:off x="3731635" y="4889803"/>
                <a:ext cx="4727141" cy="969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rad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4A5D526-65B0-9B03-12AA-91A3D8BE3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635" y="4889803"/>
                <a:ext cx="4727141" cy="9691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EF7D1CD-7AFE-9574-18D8-BD8380132C63}"/>
                  </a:ext>
                </a:extLst>
              </p:cNvPr>
              <p:cNvSpPr txBox="1"/>
              <p:nvPr/>
            </p:nvSpPr>
            <p:spPr>
              <a:xfrm>
                <a:off x="2074881" y="5914191"/>
                <a:ext cx="8602997" cy="773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EF7D1CD-7AFE-9574-18D8-BD8380132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881" y="5914191"/>
                <a:ext cx="8602997" cy="773930"/>
              </a:xfrm>
              <a:prstGeom prst="rect">
                <a:avLst/>
              </a:prstGeom>
              <a:blipFill>
                <a:blip r:embed="rId10"/>
                <a:stretch>
                  <a:fillRect l="-295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方框">
                <a:extLst>
                  <a:ext uri="{FF2B5EF4-FFF2-40B4-BE49-F238E27FC236}">
                    <a16:creationId xmlns:a16="http://schemas.microsoft.com/office/drawing/2014/main" id="{DCCE3DAA-1FF3-D193-39F0-118CBFF37CA2}"/>
                  </a:ext>
                </a:extLst>
              </p:cNvPr>
              <p:cNvSpPr/>
              <p:nvPr/>
            </p:nvSpPr>
            <p:spPr>
              <a:xfrm>
                <a:off x="8183438" y="823145"/>
                <a:ext cx="1547351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0" name="方框">
                <a:extLst>
                  <a:ext uri="{FF2B5EF4-FFF2-40B4-BE49-F238E27FC236}">
                    <a16:creationId xmlns:a16="http://schemas.microsoft.com/office/drawing/2014/main" id="{DCCE3DAA-1FF3-D193-39F0-118CBFF37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823145"/>
                <a:ext cx="1547351" cy="720000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信号1">
            <a:extLst>
              <a:ext uri="{FF2B5EF4-FFF2-40B4-BE49-F238E27FC236}">
                <a16:creationId xmlns:a16="http://schemas.microsoft.com/office/drawing/2014/main" id="{126332A8-5524-1732-6642-284A1DC66559}"/>
              </a:ext>
            </a:extLst>
          </p:cNvPr>
          <p:cNvCxnSpPr>
            <a:cxnSpLocks/>
            <a:endCxn id="58" idx="2"/>
          </p:cNvCxnSpPr>
          <p:nvPr/>
        </p:nvCxnSpPr>
        <p:spPr>
          <a:xfrm>
            <a:off x="7015807" y="1181190"/>
            <a:ext cx="59844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标签1">
                <a:extLst>
                  <a:ext uri="{FF2B5EF4-FFF2-40B4-BE49-F238E27FC236}">
                    <a16:creationId xmlns:a16="http://schemas.microsoft.com/office/drawing/2014/main" id="{5DEEE9ED-984C-226B-0A15-61EC07C98FA2}"/>
                  </a:ext>
                </a:extLst>
              </p:cNvPr>
              <p:cNvSpPr txBox="1"/>
              <p:nvPr/>
            </p:nvSpPr>
            <p:spPr>
              <a:xfrm>
                <a:off x="6825393" y="659925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1" name="标签1">
                <a:extLst>
                  <a:ext uri="{FF2B5EF4-FFF2-40B4-BE49-F238E27FC236}">
                    <a16:creationId xmlns:a16="http://schemas.microsoft.com/office/drawing/2014/main" id="{5DEEE9ED-984C-226B-0A15-61EC07C98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393" y="659925"/>
                <a:ext cx="936104" cy="523220"/>
              </a:xfrm>
              <a:prstGeom prst="rect">
                <a:avLst/>
              </a:prstGeom>
              <a:blipFill>
                <a:blip r:embed="rId1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信号3">
            <a:extLst>
              <a:ext uri="{FF2B5EF4-FFF2-40B4-BE49-F238E27FC236}">
                <a16:creationId xmlns:a16="http://schemas.microsoft.com/office/drawing/2014/main" id="{5758F34E-BF35-EFF8-E049-9D92289E40E8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9730789" y="1183145"/>
            <a:ext cx="110805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标签2">
                <a:extLst>
                  <a:ext uri="{FF2B5EF4-FFF2-40B4-BE49-F238E27FC236}">
                    <a16:creationId xmlns:a16="http://schemas.microsoft.com/office/drawing/2014/main" id="{14FC92D2-DB06-C2EF-861D-4F0D21061293}"/>
                  </a:ext>
                </a:extLst>
              </p:cNvPr>
              <p:cNvSpPr txBox="1"/>
              <p:nvPr/>
            </p:nvSpPr>
            <p:spPr>
              <a:xfrm>
                <a:off x="9835851" y="667831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7" name="标签2">
                <a:extLst>
                  <a:ext uri="{FF2B5EF4-FFF2-40B4-BE49-F238E27FC236}">
                    <a16:creationId xmlns:a16="http://schemas.microsoft.com/office/drawing/2014/main" id="{14FC92D2-DB06-C2EF-861D-4F0D21061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51" y="667831"/>
                <a:ext cx="93610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sum">
            <a:extLst>
              <a:ext uri="{FF2B5EF4-FFF2-40B4-BE49-F238E27FC236}">
                <a16:creationId xmlns:a16="http://schemas.microsoft.com/office/drawing/2014/main" id="{18709892-B11C-07ED-4348-708652555A14}"/>
              </a:ext>
            </a:extLst>
          </p:cNvPr>
          <p:cNvSpPr/>
          <p:nvPr/>
        </p:nvSpPr>
        <p:spPr>
          <a:xfrm>
            <a:off x="7614247" y="1037190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负号">
                <a:extLst>
                  <a:ext uri="{FF2B5EF4-FFF2-40B4-BE49-F238E27FC236}">
                    <a16:creationId xmlns:a16="http://schemas.microsoft.com/office/drawing/2014/main" id="{571AD1FA-1B76-5680-70FB-9AFD00D1ACCA}"/>
                  </a:ext>
                </a:extLst>
              </p:cNvPr>
              <p:cNvSpPr txBox="1"/>
              <p:nvPr/>
            </p:nvSpPr>
            <p:spPr>
              <a:xfrm>
                <a:off x="7217367" y="1216121"/>
                <a:ext cx="594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60" name="负号">
                <a:extLst>
                  <a:ext uri="{FF2B5EF4-FFF2-40B4-BE49-F238E27FC236}">
                    <a16:creationId xmlns:a16="http://schemas.microsoft.com/office/drawing/2014/main" id="{571AD1FA-1B76-5680-70FB-9AFD00D1A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367" y="1216121"/>
                <a:ext cx="59488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信号4">
            <a:extLst>
              <a:ext uri="{FF2B5EF4-FFF2-40B4-BE49-F238E27FC236}">
                <a16:creationId xmlns:a16="http://schemas.microsoft.com/office/drawing/2014/main" id="{A651B909-58C8-AC16-0EB7-B635808741E9}"/>
              </a:ext>
            </a:extLst>
          </p:cNvPr>
          <p:cNvCxnSpPr>
            <a:cxnSpLocks/>
            <a:endCxn id="58" idx="4"/>
          </p:cNvCxnSpPr>
          <p:nvPr/>
        </p:nvCxnSpPr>
        <p:spPr>
          <a:xfrm rot="10800000" flipV="1">
            <a:off x="7758247" y="1203142"/>
            <a:ext cx="2513476" cy="122048"/>
          </a:xfrm>
          <a:prstGeom prst="bentConnector4">
            <a:avLst>
              <a:gd name="adj1" fmla="val 874"/>
              <a:gd name="adj2" fmla="val 4075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信号2">
            <a:extLst>
              <a:ext uri="{FF2B5EF4-FFF2-40B4-BE49-F238E27FC236}">
                <a16:creationId xmlns:a16="http://schemas.microsoft.com/office/drawing/2014/main" id="{332B67D8-52FA-CC57-8837-A1ECDAAB5BB1}"/>
              </a:ext>
            </a:extLst>
          </p:cNvPr>
          <p:cNvCxnSpPr>
            <a:cxnSpLocks/>
            <a:stCxn id="58" idx="6"/>
            <a:endCxn id="40" idx="1"/>
          </p:cNvCxnSpPr>
          <p:nvPr/>
        </p:nvCxnSpPr>
        <p:spPr>
          <a:xfrm>
            <a:off x="7902247" y="1181190"/>
            <a:ext cx="281191" cy="19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973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5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6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5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69" grpId="0"/>
      <p:bldP spid="4" grpId="0"/>
      <p:bldP spid="8" grpId="0"/>
      <p:bldP spid="11" grpId="0"/>
      <p:bldP spid="13" grpId="0"/>
      <p:bldP spid="15" grpId="0"/>
      <p:bldP spid="17" grpId="0"/>
      <p:bldP spid="19" grpId="0"/>
      <p:bldP spid="40" grpId="0" animBg="1"/>
      <p:bldP spid="51" grpId="0"/>
      <p:bldP spid="57" grpId="0"/>
      <p:bldP spid="58" grpId="0" animBg="1"/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截止频率公式">
                <a:extLst>
                  <a:ext uri="{FF2B5EF4-FFF2-40B4-BE49-F238E27FC236}">
                    <a16:creationId xmlns:a16="http://schemas.microsoft.com/office/drawing/2014/main" id="{BA9D9906-491B-B102-5B9E-16BEBDE0C5AD}"/>
                  </a:ext>
                </a:extLst>
              </p:cNvPr>
              <p:cNvSpPr txBox="1"/>
              <p:nvPr/>
            </p:nvSpPr>
            <p:spPr>
              <a:xfrm>
                <a:off x="268976" y="999021"/>
                <a:ext cx="4896544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zh-CN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  <m:d>
                      <m:dPr>
                        <m:begChr m:val="{"/>
                        <m:endChr m:val=""/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den>
                            </m:f>
                          </m:e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endParaRPr lang="zh-CN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截止频率公式">
                <a:extLst>
                  <a:ext uri="{FF2B5EF4-FFF2-40B4-BE49-F238E27FC236}">
                    <a16:creationId xmlns:a16="http://schemas.microsoft.com/office/drawing/2014/main" id="{BA9D9906-491B-B102-5B9E-16BEBDE0C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999021"/>
                <a:ext cx="4896544" cy="1211422"/>
              </a:xfrm>
              <a:prstGeom prst="rect">
                <a:avLst/>
              </a:prstGeom>
              <a:blipFill>
                <a:blip r:embed="rId3"/>
                <a:stretch>
                  <a:fillRect l="-777" t="-205155" b="-294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4A5D526-65B0-9B03-12AA-91A3D8BE38BA}"/>
                  </a:ext>
                </a:extLst>
              </p:cNvPr>
              <p:cNvSpPr txBox="1"/>
              <p:nvPr/>
            </p:nvSpPr>
            <p:spPr>
              <a:xfrm>
                <a:off x="3297864" y="2210443"/>
                <a:ext cx="4727141" cy="969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rad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4A5D526-65B0-9B03-12AA-91A3D8BE3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864" y="2210443"/>
                <a:ext cx="4727141" cy="969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EF7D1CD-7AFE-9574-18D8-BD8380132C63}"/>
                  </a:ext>
                </a:extLst>
              </p:cNvPr>
              <p:cNvSpPr txBox="1"/>
              <p:nvPr/>
            </p:nvSpPr>
            <p:spPr>
              <a:xfrm>
                <a:off x="1641110" y="3234831"/>
                <a:ext cx="8602997" cy="773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EF7D1CD-7AFE-9574-18D8-BD8380132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110" y="3234831"/>
                <a:ext cx="8602997" cy="773930"/>
              </a:xfrm>
              <a:prstGeom prst="rect">
                <a:avLst/>
              </a:prstGeom>
              <a:blipFill>
                <a:blip r:embed="rId5"/>
                <a:stretch>
                  <a:fillRect l="-295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方框">
                <a:extLst>
                  <a:ext uri="{FF2B5EF4-FFF2-40B4-BE49-F238E27FC236}">
                    <a16:creationId xmlns:a16="http://schemas.microsoft.com/office/drawing/2014/main" id="{DCCE3DAA-1FF3-D193-39F0-118CBFF37CA2}"/>
                  </a:ext>
                </a:extLst>
              </p:cNvPr>
              <p:cNvSpPr/>
              <p:nvPr/>
            </p:nvSpPr>
            <p:spPr>
              <a:xfrm>
                <a:off x="8183438" y="823145"/>
                <a:ext cx="1547351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0" name="方框">
                <a:extLst>
                  <a:ext uri="{FF2B5EF4-FFF2-40B4-BE49-F238E27FC236}">
                    <a16:creationId xmlns:a16="http://schemas.microsoft.com/office/drawing/2014/main" id="{DCCE3DAA-1FF3-D193-39F0-118CBFF37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823145"/>
                <a:ext cx="1547351" cy="720000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信号1">
            <a:extLst>
              <a:ext uri="{FF2B5EF4-FFF2-40B4-BE49-F238E27FC236}">
                <a16:creationId xmlns:a16="http://schemas.microsoft.com/office/drawing/2014/main" id="{126332A8-5524-1732-6642-284A1DC66559}"/>
              </a:ext>
            </a:extLst>
          </p:cNvPr>
          <p:cNvCxnSpPr>
            <a:cxnSpLocks/>
            <a:endCxn id="58" idx="2"/>
          </p:cNvCxnSpPr>
          <p:nvPr/>
        </p:nvCxnSpPr>
        <p:spPr>
          <a:xfrm>
            <a:off x="7015807" y="1181190"/>
            <a:ext cx="59844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标签1">
                <a:extLst>
                  <a:ext uri="{FF2B5EF4-FFF2-40B4-BE49-F238E27FC236}">
                    <a16:creationId xmlns:a16="http://schemas.microsoft.com/office/drawing/2014/main" id="{5DEEE9ED-984C-226B-0A15-61EC07C98FA2}"/>
                  </a:ext>
                </a:extLst>
              </p:cNvPr>
              <p:cNvSpPr txBox="1"/>
              <p:nvPr/>
            </p:nvSpPr>
            <p:spPr>
              <a:xfrm>
                <a:off x="6825393" y="659925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1" name="标签1">
                <a:extLst>
                  <a:ext uri="{FF2B5EF4-FFF2-40B4-BE49-F238E27FC236}">
                    <a16:creationId xmlns:a16="http://schemas.microsoft.com/office/drawing/2014/main" id="{5DEEE9ED-984C-226B-0A15-61EC07C98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393" y="659925"/>
                <a:ext cx="936104" cy="523220"/>
              </a:xfrm>
              <a:prstGeom prst="rect">
                <a:avLst/>
              </a:prstGeom>
              <a:blipFill>
                <a:blip r:embed="rId7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信号3">
            <a:extLst>
              <a:ext uri="{FF2B5EF4-FFF2-40B4-BE49-F238E27FC236}">
                <a16:creationId xmlns:a16="http://schemas.microsoft.com/office/drawing/2014/main" id="{5758F34E-BF35-EFF8-E049-9D92289E40E8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9730789" y="1183145"/>
            <a:ext cx="110805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标签2">
                <a:extLst>
                  <a:ext uri="{FF2B5EF4-FFF2-40B4-BE49-F238E27FC236}">
                    <a16:creationId xmlns:a16="http://schemas.microsoft.com/office/drawing/2014/main" id="{14FC92D2-DB06-C2EF-861D-4F0D21061293}"/>
                  </a:ext>
                </a:extLst>
              </p:cNvPr>
              <p:cNvSpPr txBox="1"/>
              <p:nvPr/>
            </p:nvSpPr>
            <p:spPr>
              <a:xfrm>
                <a:off x="9835851" y="667831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7" name="标签2">
                <a:extLst>
                  <a:ext uri="{FF2B5EF4-FFF2-40B4-BE49-F238E27FC236}">
                    <a16:creationId xmlns:a16="http://schemas.microsoft.com/office/drawing/2014/main" id="{14FC92D2-DB06-C2EF-861D-4F0D21061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851" y="667831"/>
                <a:ext cx="93610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sum">
            <a:extLst>
              <a:ext uri="{FF2B5EF4-FFF2-40B4-BE49-F238E27FC236}">
                <a16:creationId xmlns:a16="http://schemas.microsoft.com/office/drawing/2014/main" id="{18709892-B11C-07ED-4348-708652555A14}"/>
              </a:ext>
            </a:extLst>
          </p:cNvPr>
          <p:cNvSpPr/>
          <p:nvPr/>
        </p:nvSpPr>
        <p:spPr>
          <a:xfrm>
            <a:off x="7614247" y="1037190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负号">
                <a:extLst>
                  <a:ext uri="{FF2B5EF4-FFF2-40B4-BE49-F238E27FC236}">
                    <a16:creationId xmlns:a16="http://schemas.microsoft.com/office/drawing/2014/main" id="{571AD1FA-1B76-5680-70FB-9AFD00D1ACCA}"/>
                  </a:ext>
                </a:extLst>
              </p:cNvPr>
              <p:cNvSpPr txBox="1"/>
              <p:nvPr/>
            </p:nvSpPr>
            <p:spPr>
              <a:xfrm>
                <a:off x="7217367" y="1216121"/>
                <a:ext cx="594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60" name="负号">
                <a:extLst>
                  <a:ext uri="{FF2B5EF4-FFF2-40B4-BE49-F238E27FC236}">
                    <a16:creationId xmlns:a16="http://schemas.microsoft.com/office/drawing/2014/main" id="{571AD1FA-1B76-5680-70FB-9AFD00D1A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367" y="1216121"/>
                <a:ext cx="59488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信号4">
            <a:extLst>
              <a:ext uri="{FF2B5EF4-FFF2-40B4-BE49-F238E27FC236}">
                <a16:creationId xmlns:a16="http://schemas.microsoft.com/office/drawing/2014/main" id="{A651B909-58C8-AC16-0EB7-B635808741E9}"/>
              </a:ext>
            </a:extLst>
          </p:cNvPr>
          <p:cNvCxnSpPr>
            <a:cxnSpLocks/>
            <a:endCxn id="58" idx="4"/>
          </p:cNvCxnSpPr>
          <p:nvPr/>
        </p:nvCxnSpPr>
        <p:spPr>
          <a:xfrm rot="10800000" flipV="1">
            <a:off x="7758247" y="1203142"/>
            <a:ext cx="2513476" cy="122048"/>
          </a:xfrm>
          <a:prstGeom prst="bentConnector4">
            <a:avLst>
              <a:gd name="adj1" fmla="val 874"/>
              <a:gd name="adj2" fmla="val 4075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信号2">
            <a:extLst>
              <a:ext uri="{FF2B5EF4-FFF2-40B4-BE49-F238E27FC236}">
                <a16:creationId xmlns:a16="http://schemas.microsoft.com/office/drawing/2014/main" id="{332B67D8-52FA-CC57-8837-A1ECDAAB5BB1}"/>
              </a:ext>
            </a:extLst>
          </p:cNvPr>
          <p:cNvCxnSpPr>
            <a:cxnSpLocks/>
            <a:stCxn id="58" idx="6"/>
            <a:endCxn id="40" idx="1"/>
          </p:cNvCxnSpPr>
          <p:nvPr/>
        </p:nvCxnSpPr>
        <p:spPr>
          <a:xfrm>
            <a:off x="7902247" y="1181190"/>
            <a:ext cx="281191" cy="19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76E5EC-C6D0-E36F-C3AB-4746B66E5E2F}"/>
                  </a:ext>
                </a:extLst>
              </p:cNvPr>
              <p:cNvSpPr txBox="1"/>
              <p:nvPr/>
            </p:nvSpPr>
            <p:spPr>
              <a:xfrm>
                <a:off x="1845957" y="4268207"/>
                <a:ext cx="8193302" cy="2244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arctan</m:t>
                                    </m:r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zh-CN" altLang="en-US" sz="2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ad>
                                              <m:radPr>
                                                <m:degHide m:val="on"/>
                                                <m:ctrlPr>
                                                  <a:rPr lang="zh-CN" alt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radPr>
                                              <m:deg/>
                                              <m:e>
                                                <m:r>
                                                  <a:rPr lang="zh-CN" altLang="en-US" sz="2800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  <m:sSup>
                                                  <m:sSupPr>
                                                    <m:ctrlPr>
                                                      <a:rPr lang="zh-CN" altLang="en-US" sz="28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zh-CN" altLang="en-US" sz="28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𝜁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zh-CN" altLang="en-US" sz="2800">
                                                        <a:latin typeface="Cambria Math" panose="02040503050406030204" pitchFamily="18" charset="0"/>
                                                      </a:rPr>
                                                      <m:t>4</m:t>
                                                    </m:r>
                                                  </m:sup>
                                                </m:sSup>
                                                <m:r>
                                                  <a:rPr lang="zh-CN" altLang="en-US" sz="2800"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e>
                                            </m:rad>
                                            <m:r>
                                              <a:rPr lang="zh-CN" altLang="en-US" sz="2800">
                                                <a:latin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zh-CN" alt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zh-CN" alt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  <m:t>𝜁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zh-CN" altLang="en-US" sz="280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rad>
                                      </m:den>
                                    </m:f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%=</m:t>
                                </m:r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𝜋𝜁</m:t>
                                        </m:r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zh-CN" altLang="en-US" sz="2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zh-CN" altLang="en-US" sz="2800" i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zh-CN" altLang="en-US" sz="28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zh-CN" altLang="en-US" sz="28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𝜁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zh-CN" altLang="en-US" sz="2800" i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rad>
                                      </m:den>
                                    </m:f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⟺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⟺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76E5EC-C6D0-E36F-C3AB-4746B66E5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957" y="4268207"/>
                <a:ext cx="8193302" cy="2244397"/>
              </a:xfrm>
              <a:prstGeom prst="rect">
                <a:avLst/>
              </a:prstGeom>
              <a:blipFill>
                <a:blip r:embed="rId10"/>
                <a:stretch>
                  <a:fillRect b="-28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385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B55D3DB-09B7-A982-702A-A73F63F18647}"/>
                  </a:ext>
                </a:extLst>
              </p:cNvPr>
              <p:cNvSpPr txBox="1"/>
              <p:nvPr/>
            </p:nvSpPr>
            <p:spPr>
              <a:xfrm>
                <a:off x="268976" y="1177210"/>
                <a:ext cx="1821677" cy="974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B55D3DB-09B7-A982-702A-A73F63F18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1177210"/>
                <a:ext cx="1821677" cy="974562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CC0D097-09BC-3BAB-55D4-C41EB1AA5636}"/>
                  </a:ext>
                </a:extLst>
              </p:cNvPr>
              <p:cNvSpPr txBox="1"/>
              <p:nvPr/>
            </p:nvSpPr>
            <p:spPr>
              <a:xfrm>
                <a:off x="31145" y="2285601"/>
                <a:ext cx="4792999" cy="969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ζ</m:t>
                        </m:r>
                      </m:den>
                    </m:f>
                    <m:rad>
                      <m:radPr>
                        <m:degHide m:val="on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ζ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ζ</m:t>
                            </m:r>
                          </m:e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CC0D097-09BC-3BAB-55D4-C41EB1AA5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5" y="2285601"/>
                <a:ext cx="4792999" cy="969176"/>
              </a:xfrm>
              <a:prstGeom prst="rect">
                <a:avLst/>
              </a:prstGeom>
              <a:blipFill>
                <a:blip r:embed="rId4"/>
                <a:stretch>
                  <a:fillRect l="-265" b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A93E82D-9E7F-0E24-7841-620CEE531A47}"/>
                  </a:ext>
                </a:extLst>
              </p:cNvPr>
              <p:cNvSpPr txBox="1"/>
              <p:nvPr/>
            </p:nvSpPr>
            <p:spPr>
              <a:xfrm>
                <a:off x="809998" y="3254777"/>
                <a:ext cx="4239871" cy="1120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6⋅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ad>
                              <m:radPr>
                                <m:degHide m:val="on"/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ζ</m:t>
                                    </m:r>
                                  </m:e>
                                  <m:sup>
                                    <m: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rad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ζ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ζ</m:t>
                        </m:r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func>
                          <m:func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</m:func>
                      </m:den>
                    </m:f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A93E82D-9E7F-0E24-7841-620CEE531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998" y="3254777"/>
                <a:ext cx="4239871" cy="1120050"/>
              </a:xfrm>
              <a:prstGeom prst="rect">
                <a:avLst/>
              </a:prstGeom>
              <a:blipFill>
                <a:blip r:embed="rId5"/>
                <a:stretch>
                  <a:fillRect b="-5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说明3">
                <a:extLst>
                  <a:ext uri="{FF2B5EF4-FFF2-40B4-BE49-F238E27FC236}">
                    <a16:creationId xmlns:a16="http://schemas.microsoft.com/office/drawing/2014/main" id="{AFCFDF0D-0644-D0D7-B09E-B8C0CB38EDC5}"/>
                  </a:ext>
                </a:extLst>
              </p:cNvPr>
              <p:cNvSpPr txBox="1"/>
              <p:nvPr/>
            </p:nvSpPr>
            <p:spPr>
              <a:xfrm>
                <a:off x="287108" y="4914623"/>
                <a:ext cx="5303785" cy="1532334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>
                    <a:solidFill>
                      <a:srgbClr val="2980B9"/>
                    </a:solidFill>
                  </a:rPr>
                  <a:t>结论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: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阻尼比 </a:t>
                </a:r>
                <a14:m>
                  <m:oMath xmlns:m="http://schemas.openxmlformats.org/officeDocument/2006/math">
                    <m:r>
                      <a:rPr kumimoji="1" lang="el-GR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kumimoji="1" lang="el-GR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>
                    <a:solidFill>
                      <a:srgbClr val="2980B9"/>
                    </a:solidFill>
                  </a:rPr>
                  <a:t>不变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,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即相角裕度 </a:t>
                </a:r>
                <a14:m>
                  <m:oMath xmlns:m="http://schemas.openxmlformats.org/officeDocument/2006/math">
                    <m:r>
                      <a:rPr kumimoji="1" lang="el-GR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kumimoji="1" lang="el-GR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>
                    <a:solidFill>
                      <a:srgbClr val="2980B9"/>
                    </a:solidFill>
                  </a:rPr>
                  <a:t>不变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,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则阶跃响应的调整时间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1" lang="en" altLang="zh-CN" sz="2800" dirty="0">
                    <a:solidFill>
                      <a:srgbClr val="2980B9"/>
                    </a:solidFill>
                  </a:rPr>
                  <a:t>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将 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l-GR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en" altLang="zh-CN" sz="2800" dirty="0">
                    <a:solidFill>
                      <a:srgbClr val="2980B9"/>
                    </a:solidFill>
                  </a:rPr>
                  <a:t>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的增大而减小。</a:t>
                </a:r>
              </a:p>
            </p:txBody>
          </p:sp>
        </mc:Choice>
        <mc:Fallback xmlns="">
          <p:sp>
            <p:nvSpPr>
              <p:cNvPr id="9" name="说明3">
                <a:extLst>
                  <a:ext uri="{FF2B5EF4-FFF2-40B4-BE49-F238E27FC236}">
                    <a16:creationId xmlns:a16="http://schemas.microsoft.com/office/drawing/2014/main" id="{AFCFDF0D-0644-D0D7-B09E-B8C0CB38E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08" y="4914623"/>
                <a:ext cx="5303785" cy="1532334"/>
              </a:xfrm>
              <a:prstGeom prst="flowChartAlternateProcess">
                <a:avLst/>
              </a:prstGeom>
              <a:blipFill>
                <a:blip r:embed="rId6"/>
                <a:stretch>
                  <a:fillRect l="-713" r="-475" b="-4839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小标题1">
            <a:extLst>
              <a:ext uri="{FF2B5EF4-FFF2-40B4-BE49-F238E27FC236}">
                <a16:creationId xmlns:a16="http://schemas.microsoft.com/office/drawing/2014/main" id="{506270E0-7FF6-8B3B-3F38-FB8BA68FD4D4}"/>
              </a:ext>
            </a:extLst>
          </p:cNvPr>
          <p:cNvSpPr/>
          <p:nvPr/>
        </p:nvSpPr>
        <p:spPr bwMode="auto">
          <a:xfrm>
            <a:off x="6249501" y="4914623"/>
            <a:ext cx="5001371" cy="99110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+mn-ea"/>
              </a:rPr>
              <a:t>阻尼、相角裕度、调节时间及截止频率之间的关系</a:t>
            </a: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5E8AB947-706E-D342-468F-B277B8CEFA53}"/>
              </a:ext>
            </a:extLst>
          </p:cNvPr>
          <p:cNvGrpSpPr/>
          <p:nvPr/>
        </p:nvGrpSpPr>
        <p:grpSpPr>
          <a:xfrm>
            <a:off x="8561431" y="967000"/>
            <a:ext cx="3763423" cy="3715595"/>
            <a:chOff x="8579615" y="1033822"/>
            <a:chExt cx="3763423" cy="37155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C1F3DCB3-4B0B-45C0-3E6F-44FA858F28E7}"/>
                    </a:ext>
                  </a:extLst>
                </p:cNvPr>
                <p:cNvSpPr txBox="1"/>
                <p:nvPr/>
              </p:nvSpPr>
              <p:spPr>
                <a:xfrm>
                  <a:off x="8598030" y="103382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C1F3DCB3-4B0B-45C0-3E6F-44FA858F28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1033822"/>
                  <a:ext cx="775113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C2E0F677-D9D9-130B-D781-2B6C3E139F61}"/>
                    </a:ext>
                  </a:extLst>
                </p:cNvPr>
                <p:cNvSpPr txBox="1"/>
                <p:nvPr/>
              </p:nvSpPr>
              <p:spPr>
                <a:xfrm>
                  <a:off x="8598030" y="159694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C2E0F677-D9D9-130B-D781-2B6C3E139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1596942"/>
                  <a:ext cx="775113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231C3C8-1BB8-A116-18DD-C2CA716B6B53}"/>
                    </a:ext>
                  </a:extLst>
                </p:cNvPr>
                <p:cNvSpPr txBox="1"/>
                <p:nvPr/>
              </p:nvSpPr>
              <p:spPr>
                <a:xfrm>
                  <a:off x="8598030" y="187850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5231C3C8-1BB8-A116-18DD-C2CA716B6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1878502"/>
                  <a:ext cx="775113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BE9561A2-12A3-F05B-3B67-A7D43722728C}"/>
                    </a:ext>
                  </a:extLst>
                </p:cNvPr>
                <p:cNvSpPr txBox="1"/>
                <p:nvPr/>
              </p:nvSpPr>
              <p:spPr>
                <a:xfrm>
                  <a:off x="8598030" y="216006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BE9561A2-12A3-F05B-3B67-A7D4372272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2160062"/>
                  <a:ext cx="775113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8A529158-9BD0-39FC-3158-D9604A8CF9EE}"/>
                    </a:ext>
                  </a:extLst>
                </p:cNvPr>
                <p:cNvSpPr txBox="1"/>
                <p:nvPr/>
              </p:nvSpPr>
              <p:spPr>
                <a:xfrm>
                  <a:off x="8598030" y="244162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8A529158-9BD0-39FC-3158-D9604A8CF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2441622"/>
                  <a:ext cx="775113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51F5F7D7-B4C3-21B3-6020-F9B6FA97D0F8}"/>
                    </a:ext>
                  </a:extLst>
                </p:cNvPr>
                <p:cNvSpPr txBox="1"/>
                <p:nvPr/>
              </p:nvSpPr>
              <p:spPr>
                <a:xfrm>
                  <a:off x="8598030" y="272318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51F5F7D7-B4C3-21B3-6020-F9B6FA97D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2723182"/>
                  <a:ext cx="775113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ECF90794-B288-3668-5B15-FF3564E5E791}"/>
                    </a:ext>
                  </a:extLst>
                </p:cNvPr>
                <p:cNvSpPr txBox="1"/>
                <p:nvPr/>
              </p:nvSpPr>
              <p:spPr>
                <a:xfrm>
                  <a:off x="8598030" y="300474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ECF90794-B288-3668-5B15-FF3564E5E7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3004742"/>
                  <a:ext cx="775113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276272AF-F9AA-3AF4-BB87-916E51359446}"/>
                    </a:ext>
                  </a:extLst>
                </p:cNvPr>
                <p:cNvSpPr txBox="1"/>
                <p:nvPr/>
              </p:nvSpPr>
              <p:spPr>
                <a:xfrm>
                  <a:off x="8587277" y="3569337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276272AF-F9AA-3AF4-BB87-916E513594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7277" y="3569337"/>
                  <a:ext cx="775113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654B998C-B5EE-C6C7-5907-8E09B1FB593A}"/>
                    </a:ext>
                  </a:extLst>
                </p:cNvPr>
                <p:cNvSpPr txBox="1"/>
                <p:nvPr/>
              </p:nvSpPr>
              <p:spPr>
                <a:xfrm>
                  <a:off x="8603351" y="131538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654B998C-B5EE-C6C7-5907-8E09B1FB5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351" y="1315382"/>
                  <a:ext cx="775113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B6229D33-2E83-2C74-1DFB-8ED3669310F8}"/>
                    </a:ext>
                  </a:extLst>
                </p:cNvPr>
                <p:cNvSpPr txBox="1"/>
                <p:nvPr/>
              </p:nvSpPr>
              <p:spPr>
                <a:xfrm>
                  <a:off x="9028793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B6229D33-2E83-2C74-1DFB-8ED366931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8793" y="3806929"/>
                  <a:ext cx="775113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B9C7D2E0-9153-35B6-5B71-0BA56197ABA3}"/>
                    </a:ext>
                  </a:extLst>
                </p:cNvPr>
                <p:cNvSpPr txBox="1"/>
                <p:nvPr/>
              </p:nvSpPr>
              <p:spPr>
                <a:xfrm>
                  <a:off x="9451982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B9C7D2E0-9153-35B6-5B71-0BA56197AB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1982" y="3806929"/>
                  <a:ext cx="775113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3824CD0F-D75E-CAB6-8929-A31855CE50F1}"/>
                    </a:ext>
                  </a:extLst>
                </p:cNvPr>
                <p:cNvSpPr txBox="1"/>
                <p:nvPr/>
              </p:nvSpPr>
              <p:spPr>
                <a:xfrm>
                  <a:off x="9875171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3824CD0F-D75E-CAB6-8929-A31855CE5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171" y="3806929"/>
                  <a:ext cx="775113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70F9C536-9E81-3977-97BE-B58BD25A3548}"/>
                    </a:ext>
                  </a:extLst>
                </p:cNvPr>
                <p:cNvSpPr txBox="1"/>
                <p:nvPr/>
              </p:nvSpPr>
              <p:spPr>
                <a:xfrm>
                  <a:off x="10298360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70F9C536-9E81-3977-97BE-B58BD25A3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360" y="3806929"/>
                  <a:ext cx="77511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EF0696AB-F9C8-AFFC-82FB-5C261C5943BC}"/>
                    </a:ext>
                  </a:extLst>
                </p:cNvPr>
                <p:cNvSpPr txBox="1"/>
                <p:nvPr/>
              </p:nvSpPr>
              <p:spPr>
                <a:xfrm>
                  <a:off x="10721549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EF0696AB-F9C8-AFFC-82FB-5C261C594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549" y="3806929"/>
                  <a:ext cx="775113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037032CE-76DB-05C7-788C-8E3C8CE7789F}"/>
                    </a:ext>
                  </a:extLst>
                </p:cNvPr>
                <p:cNvSpPr txBox="1"/>
                <p:nvPr/>
              </p:nvSpPr>
              <p:spPr>
                <a:xfrm>
                  <a:off x="11567925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037032CE-76DB-05C7-788C-8E3C8CE778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7925" y="3806929"/>
                  <a:ext cx="775113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AB166616-8CE5-61A5-9886-D09C48507B78}"/>
                    </a:ext>
                  </a:extLst>
                </p:cNvPr>
                <p:cNvSpPr txBox="1"/>
                <p:nvPr/>
              </p:nvSpPr>
              <p:spPr>
                <a:xfrm>
                  <a:off x="10351794" y="4226197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e>
                        </m:d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AB166616-8CE5-61A5-9886-D09C48507B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1794" y="4226197"/>
                  <a:ext cx="775113" cy="523220"/>
                </a:xfrm>
                <a:prstGeom prst="rect">
                  <a:avLst/>
                </a:prstGeom>
                <a:blipFill>
                  <a:blip r:embed="rId22"/>
                  <a:stretch>
                    <a:fillRect l="-3226" b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2" name="幅相">
              <a:extLst>
                <a:ext uri="{FF2B5EF4-FFF2-40B4-BE49-F238E27FC236}">
                  <a16:creationId xmlns:a16="http://schemas.microsoft.com/office/drawing/2014/main" id="{15090A4E-6267-6EDB-6717-297D62C0F427}"/>
                </a:ext>
              </a:extLst>
            </p:cNvPr>
            <p:cNvSpPr/>
            <p:nvPr/>
          </p:nvSpPr>
          <p:spPr>
            <a:xfrm flipV="1">
              <a:off x="9466531" y="1507748"/>
              <a:ext cx="2419100" cy="2209254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558451"/>
                <a:gd name="connsiteY0" fmla="*/ 2660823 h 2660823"/>
                <a:gd name="connsiteX1" fmla="*/ 1558451 w 1558451"/>
                <a:gd name="connsiteY1" fmla="*/ 40 h 2660823"/>
                <a:gd name="connsiteX0" fmla="*/ 0 w 1558451"/>
                <a:gd name="connsiteY0" fmla="*/ 2660783 h 2660783"/>
                <a:gd name="connsiteX1" fmla="*/ 1558451 w 1558451"/>
                <a:gd name="connsiteY1" fmla="*/ 0 h 2660783"/>
                <a:gd name="connsiteX0" fmla="*/ 0 w 1558451"/>
                <a:gd name="connsiteY0" fmla="*/ 2660783 h 2660783"/>
                <a:gd name="connsiteX1" fmla="*/ 1558451 w 1558451"/>
                <a:gd name="connsiteY1" fmla="*/ 0 h 2660783"/>
                <a:gd name="connsiteX0" fmla="*/ 0 w 1654737"/>
                <a:gd name="connsiteY0" fmla="*/ 2588973 h 2588973"/>
                <a:gd name="connsiteX1" fmla="*/ 1654737 w 1654737"/>
                <a:gd name="connsiteY1" fmla="*/ 0 h 2588973"/>
                <a:gd name="connsiteX0" fmla="*/ 0 w 1783119"/>
                <a:gd name="connsiteY0" fmla="*/ 2732593 h 2732593"/>
                <a:gd name="connsiteX1" fmla="*/ 1783119 w 1783119"/>
                <a:gd name="connsiteY1" fmla="*/ 0 h 2732593"/>
                <a:gd name="connsiteX0" fmla="*/ 0 w 1783119"/>
                <a:gd name="connsiteY0" fmla="*/ 2732593 h 2732593"/>
                <a:gd name="connsiteX1" fmla="*/ 1783119 w 1783119"/>
                <a:gd name="connsiteY1" fmla="*/ 0 h 2732593"/>
                <a:gd name="connsiteX0" fmla="*/ 0 w 1783119"/>
                <a:gd name="connsiteY0" fmla="*/ 2732593 h 2732593"/>
                <a:gd name="connsiteX1" fmla="*/ 1783119 w 1783119"/>
                <a:gd name="connsiteY1" fmla="*/ 0 h 2732593"/>
                <a:gd name="connsiteX0" fmla="*/ 0 w 1783119"/>
                <a:gd name="connsiteY0" fmla="*/ 2732593 h 2732593"/>
                <a:gd name="connsiteX1" fmla="*/ 1783119 w 1783119"/>
                <a:gd name="connsiteY1" fmla="*/ 0 h 273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83119" h="2732593">
                  <a:moveTo>
                    <a:pt x="0" y="2732593"/>
                  </a:moveTo>
                  <a:cubicBezTo>
                    <a:pt x="272835" y="851553"/>
                    <a:pt x="790715" y="528434"/>
                    <a:pt x="1783119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29AB51A9-D22C-FF8E-BA95-2FD1D64A9EE9}"/>
                </a:ext>
              </a:extLst>
            </p:cNvPr>
            <p:cNvGrpSpPr/>
            <p:nvPr/>
          </p:nvGrpSpPr>
          <p:grpSpPr>
            <a:xfrm>
              <a:off x="9418183" y="1315544"/>
              <a:ext cx="2527591" cy="2520280"/>
              <a:chOff x="9418183" y="1315544"/>
              <a:chExt cx="2527591" cy="2520280"/>
            </a:xfrm>
          </p:grpSpPr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94330652-74E7-B219-4C5F-454A748303F5}"/>
                  </a:ext>
                </a:extLst>
              </p:cNvPr>
              <p:cNvSpPr/>
              <p:nvPr/>
            </p:nvSpPr>
            <p:spPr>
              <a:xfrm>
                <a:off x="9425494" y="1315544"/>
                <a:ext cx="2520280" cy="25202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48" name="直线连接符 147">
                <a:extLst>
                  <a:ext uri="{FF2B5EF4-FFF2-40B4-BE49-F238E27FC236}">
                    <a16:creationId xmlns:a16="http://schemas.microsoft.com/office/drawing/2014/main" id="{84FBF807-5F70-7BCE-0092-6C3804665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2156543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线连接符 148">
                <a:extLst>
                  <a:ext uri="{FF2B5EF4-FFF2-40B4-BE49-F238E27FC236}">
                    <a16:creationId xmlns:a16="http://schemas.microsoft.com/office/drawing/2014/main" id="{A0893CD4-4BC7-6221-89F5-63FD4B3C4C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2436876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线连接符 149">
                <a:extLst>
                  <a:ext uri="{FF2B5EF4-FFF2-40B4-BE49-F238E27FC236}">
                    <a16:creationId xmlns:a16="http://schemas.microsoft.com/office/drawing/2014/main" id="{1BEC1B6A-94E5-AA99-5D9B-E025A884E3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271720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线连接符 150">
                <a:extLst>
                  <a:ext uri="{FF2B5EF4-FFF2-40B4-BE49-F238E27FC236}">
                    <a16:creationId xmlns:a16="http://schemas.microsoft.com/office/drawing/2014/main" id="{945973FA-FC25-4764-D66F-FD155D059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2997542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线连接符 151">
                <a:extLst>
                  <a:ext uri="{FF2B5EF4-FFF2-40B4-BE49-F238E27FC236}">
                    <a16:creationId xmlns:a16="http://schemas.microsoft.com/office/drawing/2014/main" id="{6F24206B-BF4F-33A0-C4A1-0E92B28A89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3277875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线连接符 152">
                <a:extLst>
                  <a:ext uri="{FF2B5EF4-FFF2-40B4-BE49-F238E27FC236}">
                    <a16:creationId xmlns:a16="http://schemas.microsoft.com/office/drawing/2014/main" id="{9F2AA053-CEEE-AE00-4E08-68DC56FED5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1595877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线连接符 153">
                <a:extLst>
                  <a:ext uri="{FF2B5EF4-FFF2-40B4-BE49-F238E27FC236}">
                    <a16:creationId xmlns:a16="http://schemas.microsoft.com/office/drawing/2014/main" id="{214F6A18-49DA-293A-1456-B571AB3198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1876210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线连接符 154">
                <a:extLst>
                  <a:ext uri="{FF2B5EF4-FFF2-40B4-BE49-F238E27FC236}">
                    <a16:creationId xmlns:a16="http://schemas.microsoft.com/office/drawing/2014/main" id="{B67BEB35-B9A3-AAEF-A038-B20A2575E6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7007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线连接符 155">
                <a:extLst>
                  <a:ext uri="{FF2B5EF4-FFF2-40B4-BE49-F238E27FC236}">
                    <a16:creationId xmlns:a16="http://schemas.microsoft.com/office/drawing/2014/main" id="{7BC92C14-7612-4653-13D0-8E0BA49BAD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78323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线连接符 156">
                <a:extLst>
                  <a:ext uri="{FF2B5EF4-FFF2-40B4-BE49-F238E27FC236}">
                    <a16:creationId xmlns:a16="http://schemas.microsoft.com/office/drawing/2014/main" id="{A8F71F67-CF89-374C-E257-3FF167F76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98981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线连接符 157">
                <a:extLst>
                  <a:ext uri="{FF2B5EF4-FFF2-40B4-BE49-F238E27FC236}">
                    <a16:creationId xmlns:a16="http://schemas.microsoft.com/office/drawing/2014/main" id="{5A2077F9-4837-83CC-1F11-6FBC90C2D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9639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线连接符 158">
                <a:extLst>
                  <a:ext uri="{FF2B5EF4-FFF2-40B4-BE49-F238E27FC236}">
                    <a16:creationId xmlns:a16="http://schemas.microsoft.com/office/drawing/2014/main" id="{96769F5A-D3E8-17CF-372C-72589ABD41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7665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线连接符 159">
                <a:extLst>
                  <a:ext uri="{FF2B5EF4-FFF2-40B4-BE49-F238E27FC236}">
                    <a16:creationId xmlns:a16="http://schemas.microsoft.com/office/drawing/2014/main" id="{1ACE644D-482D-5D0C-B848-2FD2EC5C2D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3558208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97996EFC-83E1-9894-046B-D1EB0807ADF7}"/>
                    </a:ext>
                  </a:extLst>
                </p:cNvPr>
                <p:cNvSpPr txBox="1"/>
                <p:nvPr/>
              </p:nvSpPr>
              <p:spPr>
                <a:xfrm>
                  <a:off x="8579615" y="3286302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97996EFC-83E1-9894-046B-D1EB0807AD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9615" y="3286302"/>
                  <a:ext cx="775113" cy="52469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87F96A68-98BD-11A4-990A-0D13F08D7CB5}"/>
                    </a:ext>
                  </a:extLst>
                </p:cNvPr>
                <p:cNvSpPr txBox="1"/>
                <p:nvPr/>
              </p:nvSpPr>
              <p:spPr>
                <a:xfrm>
                  <a:off x="11144738" y="37999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87F96A68-98BD-11A4-990A-0D13F08D7C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4738" y="3799972"/>
                  <a:ext cx="775113" cy="52322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AEB490D5-E56D-A1C2-D88F-0E7DC24DECD9}"/>
                    </a:ext>
                  </a:extLst>
                </p:cNvPr>
                <p:cNvSpPr txBox="1"/>
                <p:nvPr/>
              </p:nvSpPr>
              <p:spPr>
                <a:xfrm>
                  <a:off x="10062385" y="185855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AEB490D5-E56D-A1C2-D88F-0E7DC24DE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2385" y="1858552"/>
                  <a:ext cx="775113" cy="523220"/>
                </a:xfrm>
                <a:prstGeom prst="rect">
                  <a:avLst/>
                </a:prstGeom>
                <a:blipFill>
                  <a:blip r:embed="rId25"/>
                  <a:stretch>
                    <a:fillRect l="-1613" r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60BB6B25-CE64-21AB-0DCD-A3F3C3F4763D}"/>
              </a:ext>
            </a:extLst>
          </p:cNvPr>
          <p:cNvGrpSpPr/>
          <p:nvPr/>
        </p:nvGrpSpPr>
        <p:grpSpPr>
          <a:xfrm>
            <a:off x="4673240" y="967000"/>
            <a:ext cx="4099058" cy="3715595"/>
            <a:chOff x="5112973" y="1053888"/>
            <a:chExt cx="4099058" cy="3715595"/>
          </a:xfrm>
        </p:grpSpPr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25A86F39-4DD0-A29B-B83E-0CF1BE64004A}"/>
                </a:ext>
              </a:extLst>
            </p:cNvPr>
            <p:cNvGrpSpPr/>
            <p:nvPr/>
          </p:nvGrpSpPr>
          <p:grpSpPr>
            <a:xfrm>
              <a:off x="5951190" y="1335610"/>
              <a:ext cx="2520280" cy="2520280"/>
              <a:chOff x="5951190" y="1484784"/>
              <a:chExt cx="2520280" cy="2520280"/>
            </a:xfrm>
          </p:grpSpPr>
          <p:sp>
            <p:nvSpPr>
              <p:cNvPr id="192" name="矩形 191">
                <a:extLst>
                  <a:ext uri="{FF2B5EF4-FFF2-40B4-BE49-F238E27FC236}">
                    <a16:creationId xmlns:a16="http://schemas.microsoft.com/office/drawing/2014/main" id="{8DF37425-06EA-A7A7-4A44-F61734F15C47}"/>
                  </a:ext>
                </a:extLst>
              </p:cNvPr>
              <p:cNvSpPr/>
              <p:nvPr/>
            </p:nvSpPr>
            <p:spPr>
              <a:xfrm>
                <a:off x="5951190" y="1484784"/>
                <a:ext cx="2520280" cy="25202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93" name="直线连接符 192">
                <a:extLst>
                  <a:ext uri="{FF2B5EF4-FFF2-40B4-BE49-F238E27FC236}">
                    <a16:creationId xmlns:a16="http://schemas.microsoft.com/office/drawing/2014/main" id="{B8B2EAA0-F492-AF81-57D4-95B041F60A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242988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线连接符 193">
                <a:extLst>
                  <a:ext uri="{FF2B5EF4-FFF2-40B4-BE49-F238E27FC236}">
                    <a16:creationId xmlns:a16="http://schemas.microsoft.com/office/drawing/2014/main" id="{0A8E0DD7-DE02-0CB7-F8B4-788F5C9E0B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2744924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线连接符 194">
                <a:extLst>
                  <a:ext uri="{FF2B5EF4-FFF2-40B4-BE49-F238E27FC236}">
                    <a16:creationId xmlns:a16="http://schemas.microsoft.com/office/drawing/2014/main" id="{2BF5957F-5DD4-3BE1-E346-4229A28B6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305995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线连接符 195">
                <a:extLst>
                  <a:ext uri="{FF2B5EF4-FFF2-40B4-BE49-F238E27FC236}">
                    <a16:creationId xmlns:a16="http://schemas.microsoft.com/office/drawing/2014/main" id="{0CA224BE-7ADC-89C2-9713-C7CEC9931A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3374994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线连接符 196">
                <a:extLst>
                  <a:ext uri="{FF2B5EF4-FFF2-40B4-BE49-F238E27FC236}">
                    <a16:creationId xmlns:a16="http://schemas.microsoft.com/office/drawing/2014/main" id="{0BEA4122-1C7C-5AA4-FA14-7129D6A22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369002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线连接符 197">
                <a:extLst>
                  <a:ext uri="{FF2B5EF4-FFF2-40B4-BE49-F238E27FC236}">
                    <a16:creationId xmlns:a16="http://schemas.microsoft.com/office/drawing/2014/main" id="{D32EE010-A66E-04C5-A2C0-860FC4F75A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179981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线连接符 198">
                <a:extLst>
                  <a:ext uri="{FF2B5EF4-FFF2-40B4-BE49-F238E27FC236}">
                    <a16:creationId xmlns:a16="http://schemas.microsoft.com/office/drawing/2014/main" id="{06F4D6FE-AAA1-AEE6-927C-108B6E451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2114854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线连接符 199">
                <a:extLst>
                  <a:ext uri="{FF2B5EF4-FFF2-40B4-BE49-F238E27FC236}">
                    <a16:creationId xmlns:a16="http://schemas.microsoft.com/office/drawing/2014/main" id="{DB92462C-69CD-EF17-2FA7-393D826918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5246" y="148478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线连接符 200">
                <a:extLst>
                  <a:ext uri="{FF2B5EF4-FFF2-40B4-BE49-F238E27FC236}">
                    <a16:creationId xmlns:a16="http://schemas.microsoft.com/office/drawing/2014/main" id="{71583CC0-3B94-C730-B261-134ACAD91C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9302" y="148478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线连接符 201">
                <a:extLst>
                  <a:ext uri="{FF2B5EF4-FFF2-40B4-BE49-F238E27FC236}">
                    <a16:creationId xmlns:a16="http://schemas.microsoft.com/office/drawing/2014/main" id="{0B4C2CE2-D3CB-CCEA-CA02-F7D2D6F4CF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3358" y="148478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线连接符 202">
                <a:extLst>
                  <a:ext uri="{FF2B5EF4-FFF2-40B4-BE49-F238E27FC236}">
                    <a16:creationId xmlns:a16="http://schemas.microsoft.com/office/drawing/2014/main" id="{2E57BBAB-C330-BEDF-3FA7-AFFFC6F2A2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7414" y="148478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A13F987E-16D7-7444-4AAB-2E6E1C158D1F}"/>
                    </a:ext>
                  </a:extLst>
                </p:cNvPr>
                <p:cNvSpPr txBox="1"/>
                <p:nvPr/>
              </p:nvSpPr>
              <p:spPr>
                <a:xfrm>
                  <a:off x="5123726" y="1053888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A13F987E-16D7-7444-4AAB-2E6E1C158D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1053888"/>
                  <a:ext cx="775113" cy="523220"/>
                </a:xfrm>
                <a:prstGeom prst="rect">
                  <a:avLst/>
                </a:prstGeom>
                <a:blipFill>
                  <a:blip r:embed="rId26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1E45CA8-A453-0235-4D22-BAF108B4F0C4}"/>
                    </a:ext>
                  </a:extLst>
                </p:cNvPr>
                <p:cNvSpPr txBox="1"/>
                <p:nvPr/>
              </p:nvSpPr>
              <p:spPr>
                <a:xfrm>
                  <a:off x="5123726" y="1687766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1E45CA8-A453-0235-4D22-BAF108B4F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1687766"/>
                  <a:ext cx="775113" cy="523220"/>
                </a:xfrm>
                <a:prstGeom prst="rect">
                  <a:avLst/>
                </a:prstGeom>
                <a:blipFill>
                  <a:blip r:embed="rId27"/>
                  <a:stretch>
                    <a:fillRect l="-3175" r="-31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40CB9D4B-8F69-A1B9-C3B0-CA30C2847FF1}"/>
                    </a:ext>
                  </a:extLst>
                </p:cNvPr>
                <p:cNvSpPr txBox="1"/>
                <p:nvPr/>
              </p:nvSpPr>
              <p:spPr>
                <a:xfrm>
                  <a:off x="5123726" y="200470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40CB9D4B-8F69-A1B9-C3B0-CA30C2847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2004705"/>
                  <a:ext cx="775113" cy="523220"/>
                </a:xfrm>
                <a:prstGeom prst="rect">
                  <a:avLst/>
                </a:prstGeom>
                <a:blipFill>
                  <a:blip r:embed="rId28"/>
                  <a:stretch>
                    <a:fillRect l="-3175" r="-31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4ABD8670-FBB9-62C4-3D4D-35887060F03B}"/>
                    </a:ext>
                  </a:extLst>
                </p:cNvPr>
                <p:cNvSpPr txBox="1"/>
                <p:nvPr/>
              </p:nvSpPr>
              <p:spPr>
                <a:xfrm>
                  <a:off x="5123726" y="2321644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4ABD8670-FBB9-62C4-3D4D-35887060F0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2321644"/>
                  <a:ext cx="775113" cy="52322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828008DA-E76F-FDE1-E765-FE5073AF4978}"/>
                    </a:ext>
                  </a:extLst>
                </p:cNvPr>
                <p:cNvSpPr txBox="1"/>
                <p:nvPr/>
              </p:nvSpPr>
              <p:spPr>
                <a:xfrm>
                  <a:off x="5123726" y="2638583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828008DA-E76F-FDE1-E765-FE5073AF4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2638583"/>
                  <a:ext cx="775113" cy="52322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3BE49ADD-6FF2-6F1C-AF57-728FC971225C}"/>
                    </a:ext>
                  </a:extLst>
                </p:cNvPr>
                <p:cNvSpPr txBox="1"/>
                <p:nvPr/>
              </p:nvSpPr>
              <p:spPr>
                <a:xfrm>
                  <a:off x="5123726" y="295552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3BE49ADD-6FF2-6F1C-AF57-728FC9712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2955522"/>
                  <a:ext cx="775113" cy="52322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62C93848-CD54-3437-23A2-C63ABF12D712}"/>
                    </a:ext>
                  </a:extLst>
                </p:cNvPr>
                <p:cNvSpPr txBox="1"/>
                <p:nvPr/>
              </p:nvSpPr>
              <p:spPr>
                <a:xfrm>
                  <a:off x="5123726" y="3272461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62C93848-CD54-3437-23A2-C63ABF12D7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3272461"/>
                  <a:ext cx="775113" cy="52322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40712566-F884-5E90-FFF3-A2DDF5F0BF9A}"/>
                    </a:ext>
                  </a:extLst>
                </p:cNvPr>
                <p:cNvSpPr txBox="1"/>
                <p:nvPr/>
              </p:nvSpPr>
              <p:spPr>
                <a:xfrm>
                  <a:off x="5112973" y="3589403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40712566-F884-5E90-FFF3-A2DDF5F0B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2973" y="3589403"/>
                  <a:ext cx="775113" cy="52322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BB8065CA-93A3-2309-CB7F-56529297293E}"/>
                    </a:ext>
                  </a:extLst>
                </p:cNvPr>
                <p:cNvSpPr txBox="1"/>
                <p:nvPr/>
              </p:nvSpPr>
              <p:spPr>
                <a:xfrm>
                  <a:off x="5129047" y="1370827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140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BB8065CA-93A3-2309-CB7F-565292972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9047" y="1370827"/>
                  <a:ext cx="775113" cy="523220"/>
                </a:xfrm>
                <a:prstGeom prst="rect">
                  <a:avLst/>
                </a:prstGeom>
                <a:blipFill>
                  <a:blip r:embed="rId34"/>
                  <a:stretch>
                    <a:fillRect l="-4839" r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A0EC2477-2C82-ECEB-ADD9-F8A06F576132}"/>
                    </a:ext>
                  </a:extLst>
                </p:cNvPr>
                <p:cNvSpPr txBox="1"/>
                <p:nvPr/>
              </p:nvSpPr>
              <p:spPr>
                <a:xfrm>
                  <a:off x="5554489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A0EC2477-2C82-ECEB-ADD9-F8A06F5761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489" y="3826995"/>
                  <a:ext cx="775113" cy="52322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11E5CDFB-CD69-4572-0397-D7ACF15AF9D5}"/>
                    </a:ext>
                  </a:extLst>
                </p:cNvPr>
                <p:cNvSpPr txBox="1"/>
                <p:nvPr/>
              </p:nvSpPr>
              <p:spPr>
                <a:xfrm>
                  <a:off x="6062315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0.2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11E5CDFB-CD69-4572-0397-D7ACF15AF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2315" y="3826995"/>
                  <a:ext cx="775113" cy="52322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493DB359-797B-E4FD-82E2-02810938A16D}"/>
                    </a:ext>
                  </a:extLst>
                </p:cNvPr>
                <p:cNvSpPr txBox="1"/>
                <p:nvPr/>
              </p:nvSpPr>
              <p:spPr>
                <a:xfrm>
                  <a:off x="6570141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0.4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493DB359-797B-E4FD-82E2-02810938A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0141" y="3826995"/>
                  <a:ext cx="775113" cy="52322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D5593D46-2603-810D-0A3D-22B44C2ECE9D}"/>
                    </a:ext>
                  </a:extLst>
                </p:cNvPr>
                <p:cNvSpPr txBox="1"/>
                <p:nvPr/>
              </p:nvSpPr>
              <p:spPr>
                <a:xfrm>
                  <a:off x="7077967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0.6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D5593D46-2603-810D-0A3D-22B44C2EC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7967" y="3826995"/>
                  <a:ext cx="775113" cy="52322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6CEB2EFB-E5D7-739B-2BDE-B87F7017CB71}"/>
                    </a:ext>
                  </a:extLst>
                </p:cNvPr>
                <p:cNvSpPr txBox="1"/>
                <p:nvPr/>
              </p:nvSpPr>
              <p:spPr>
                <a:xfrm>
                  <a:off x="7585793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6CEB2EFB-E5D7-739B-2BDE-B87F7017CB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5793" y="3826995"/>
                  <a:ext cx="775113" cy="52322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D45261AA-B5F7-4DE6-EC00-8DB7A6B19992}"/>
                    </a:ext>
                  </a:extLst>
                </p:cNvPr>
                <p:cNvSpPr txBox="1"/>
                <p:nvPr/>
              </p:nvSpPr>
              <p:spPr>
                <a:xfrm>
                  <a:off x="8093621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D45261AA-B5F7-4DE6-EC00-8DB7A6B199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3621" y="3826995"/>
                  <a:ext cx="775113" cy="52322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81B19A74-CCCF-2A4C-7A9E-FF27F84E00F5}"/>
                    </a:ext>
                  </a:extLst>
                </p:cNvPr>
                <p:cNvSpPr txBox="1"/>
                <p:nvPr/>
              </p:nvSpPr>
              <p:spPr>
                <a:xfrm>
                  <a:off x="8436918" y="1053888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e>
                        </m:d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81B19A74-CCCF-2A4C-7A9E-FF27F84E0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1053888"/>
                  <a:ext cx="775113" cy="523220"/>
                </a:xfrm>
                <a:prstGeom prst="rect">
                  <a:avLst/>
                </a:prstGeom>
                <a:blipFill>
                  <a:blip r:embed="rId41"/>
                  <a:stretch>
                    <a:fillRect l="-3226" b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172AF9F7-E637-AEC6-E76A-37CEB9351147}"/>
                    </a:ext>
                  </a:extLst>
                </p:cNvPr>
                <p:cNvSpPr txBox="1"/>
                <p:nvPr/>
              </p:nvSpPr>
              <p:spPr>
                <a:xfrm>
                  <a:off x="8436918" y="1369352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172AF9F7-E637-AEC6-E76A-37CEB93511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1369352"/>
                  <a:ext cx="775113" cy="52469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7A345998-6E61-0A25-E7C4-C9C2D40FB86F}"/>
                    </a:ext>
                  </a:extLst>
                </p:cNvPr>
                <p:cNvSpPr txBox="1"/>
                <p:nvPr/>
              </p:nvSpPr>
              <p:spPr>
                <a:xfrm>
                  <a:off x="8436918" y="1686291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7A345998-6E61-0A25-E7C4-C9C2D40FB8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1686291"/>
                  <a:ext cx="775113" cy="524695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99E7322-B95F-7C0F-00CE-1878775BBEC4}"/>
                    </a:ext>
                  </a:extLst>
                </p:cNvPr>
                <p:cNvSpPr txBox="1"/>
                <p:nvPr/>
              </p:nvSpPr>
              <p:spPr>
                <a:xfrm>
                  <a:off x="8436918" y="2003230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99E7322-B95F-7C0F-00CE-1878775BB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2003230"/>
                  <a:ext cx="775113" cy="524695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6E622186-DD77-C53E-1691-D3997D9E7D8B}"/>
                    </a:ext>
                  </a:extLst>
                </p:cNvPr>
                <p:cNvSpPr txBox="1"/>
                <p:nvPr/>
              </p:nvSpPr>
              <p:spPr>
                <a:xfrm>
                  <a:off x="8436918" y="2320169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6E622186-DD77-C53E-1691-D3997D9E7D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2320169"/>
                  <a:ext cx="775113" cy="524695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D50B4602-916B-876F-BB25-8EFB7A7E222E}"/>
                    </a:ext>
                  </a:extLst>
                </p:cNvPr>
                <p:cNvSpPr txBox="1"/>
                <p:nvPr/>
              </p:nvSpPr>
              <p:spPr>
                <a:xfrm>
                  <a:off x="8436918" y="2637108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D50B4602-916B-876F-BB25-8EFB7A7E2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2637108"/>
                  <a:ext cx="775113" cy="524695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793F1E0A-3FE3-A737-D8C4-946BDADB7AA8}"/>
                    </a:ext>
                  </a:extLst>
                </p:cNvPr>
                <p:cNvSpPr txBox="1"/>
                <p:nvPr/>
              </p:nvSpPr>
              <p:spPr>
                <a:xfrm>
                  <a:off x="8436918" y="2954047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793F1E0A-3FE3-A737-D8C4-946BDADB7A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2954047"/>
                  <a:ext cx="775113" cy="524695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A485596F-73B1-4774-A063-2F6C2AE97406}"/>
                    </a:ext>
                  </a:extLst>
                </p:cNvPr>
                <p:cNvSpPr txBox="1"/>
                <p:nvPr/>
              </p:nvSpPr>
              <p:spPr>
                <a:xfrm>
                  <a:off x="8436918" y="3270986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A485596F-73B1-4774-A063-2F6C2AE97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3270986"/>
                  <a:ext cx="775113" cy="524695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CEBD35D0-552F-11DA-CE74-27E903407C82}"/>
                    </a:ext>
                  </a:extLst>
                </p:cNvPr>
                <p:cNvSpPr txBox="1"/>
                <p:nvPr/>
              </p:nvSpPr>
              <p:spPr>
                <a:xfrm>
                  <a:off x="8433001" y="3587928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CEBD35D0-552F-11DA-CE74-27E903407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001" y="3587928"/>
                  <a:ext cx="775113" cy="524695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28AF5318-2108-19FA-2A33-85C0FBBCFB7A}"/>
                    </a:ext>
                  </a:extLst>
                </p:cNvPr>
                <p:cNvSpPr txBox="1"/>
                <p:nvPr/>
              </p:nvSpPr>
              <p:spPr>
                <a:xfrm>
                  <a:off x="6877490" y="4246263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>
                            <a:latin typeface="Cambria Math" panose="02040503050406030204" pitchFamily="18" charset="0"/>
                          </a:rPr>
                          <m:t>ζ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28AF5318-2108-19FA-2A33-85C0FBBCF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7490" y="4246263"/>
                  <a:ext cx="775113" cy="523220"/>
                </a:xfrm>
                <a:prstGeom prst="rect">
                  <a:avLst/>
                </a:prstGeom>
                <a:blipFill>
                  <a:blip r:embed="rId5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0" name="幅相">
              <a:extLst>
                <a:ext uri="{FF2B5EF4-FFF2-40B4-BE49-F238E27FC236}">
                  <a16:creationId xmlns:a16="http://schemas.microsoft.com/office/drawing/2014/main" id="{DFE8EAFD-2F8E-47A2-D2DF-720A5F8645F6}"/>
                </a:ext>
              </a:extLst>
            </p:cNvPr>
            <p:cNvSpPr/>
            <p:nvPr/>
          </p:nvSpPr>
          <p:spPr>
            <a:xfrm flipV="1">
              <a:off x="5968114" y="2269850"/>
              <a:ext cx="2506186" cy="1585140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847310"/>
                <a:gd name="connsiteY0" fmla="*/ 1960636 h 1960636"/>
                <a:gd name="connsiteX1" fmla="*/ 1847310 w 1847310"/>
                <a:gd name="connsiteY1" fmla="*/ 0 h 19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7310" h="1960636">
                  <a:moveTo>
                    <a:pt x="0" y="1960636"/>
                  </a:moveTo>
                  <a:cubicBezTo>
                    <a:pt x="272834" y="1192652"/>
                    <a:pt x="426967" y="61671"/>
                    <a:pt x="1847310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1" name="幅相">
              <a:extLst>
                <a:ext uri="{FF2B5EF4-FFF2-40B4-BE49-F238E27FC236}">
                  <a16:creationId xmlns:a16="http://schemas.microsoft.com/office/drawing/2014/main" id="{15A72EEF-5D13-6D2C-DBBD-A528C900A938}"/>
                </a:ext>
              </a:extLst>
            </p:cNvPr>
            <p:cNvSpPr/>
            <p:nvPr/>
          </p:nvSpPr>
          <p:spPr>
            <a:xfrm flipV="1">
              <a:off x="5989884" y="1496418"/>
              <a:ext cx="2448130" cy="2319203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943597"/>
                <a:gd name="connsiteY0" fmla="*/ 419020 h 419021"/>
                <a:gd name="connsiteX1" fmla="*/ 1943597 w 1943597"/>
                <a:gd name="connsiteY1" fmla="*/ 181825 h 419021"/>
                <a:gd name="connsiteX0" fmla="*/ 0 w 1804517"/>
                <a:gd name="connsiteY0" fmla="*/ 106771 h 2975359"/>
                <a:gd name="connsiteX1" fmla="*/ 1804517 w 1804517"/>
                <a:gd name="connsiteY1" fmla="*/ 2975360 h 2975359"/>
                <a:gd name="connsiteX0" fmla="*/ 0 w 1804517"/>
                <a:gd name="connsiteY0" fmla="*/ 1 h 2868590"/>
                <a:gd name="connsiteX1" fmla="*/ 1804517 w 1804517"/>
                <a:gd name="connsiteY1" fmla="*/ 2868590 h 2868590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4517" h="2868589">
                  <a:moveTo>
                    <a:pt x="0" y="0"/>
                  </a:moveTo>
                  <a:cubicBezTo>
                    <a:pt x="294230" y="632313"/>
                    <a:pt x="844210" y="2301922"/>
                    <a:pt x="1804517" y="2868589"/>
                  </a:cubicBezTo>
                </a:path>
              </a:pathLst>
            </a:custGeom>
            <a:noFill/>
            <a:ln w="38100">
              <a:solidFill>
                <a:srgbClr val="2980B9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2969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/>
              <p:nvPr/>
            </p:nvSpPr>
            <p:spPr bwMode="auto">
              <a:xfrm>
                <a:off x="252676" y="1044703"/>
                <a:ext cx="7422023" cy="631061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已知系统结构图，求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，并确定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zh-CN" altLang="en-US" sz="3200" b="1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676" y="1044703"/>
                <a:ext cx="7422023" cy="6310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重要1">
            <a:extLst>
              <a:ext uri="{FF2B5EF4-FFF2-40B4-BE49-F238E27FC236}">
                <a16:creationId xmlns:a16="http://schemas.microsoft.com/office/drawing/2014/main" id="{43EC94E4-268F-CCF2-ABF2-824B4FC61978}"/>
              </a:ext>
            </a:extLst>
          </p:cNvPr>
          <p:cNvSpPr txBox="1"/>
          <p:nvPr/>
        </p:nvSpPr>
        <p:spPr>
          <a:xfrm>
            <a:off x="294235" y="1851851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方框">
                <a:extLst>
                  <a:ext uri="{FF2B5EF4-FFF2-40B4-BE49-F238E27FC236}">
                    <a16:creationId xmlns:a16="http://schemas.microsoft.com/office/drawing/2014/main" id="{9DC16B38-0BD5-2C13-35CB-70CD64636994}"/>
                  </a:ext>
                </a:extLst>
              </p:cNvPr>
              <p:cNvSpPr/>
              <p:nvPr/>
            </p:nvSpPr>
            <p:spPr>
              <a:xfrm>
                <a:off x="9224876" y="542658"/>
                <a:ext cx="1547351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/20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9" name="方框">
                <a:extLst>
                  <a:ext uri="{FF2B5EF4-FFF2-40B4-BE49-F238E27FC236}">
                    <a16:creationId xmlns:a16="http://schemas.microsoft.com/office/drawing/2014/main" id="{9DC16B38-0BD5-2C13-35CB-70CD64636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876" y="542658"/>
                <a:ext cx="1547351" cy="72000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信号1">
            <a:extLst>
              <a:ext uri="{FF2B5EF4-FFF2-40B4-BE49-F238E27FC236}">
                <a16:creationId xmlns:a16="http://schemas.microsoft.com/office/drawing/2014/main" id="{C7BD41C6-0F59-5036-DB88-37741919A1E8}"/>
              </a:ext>
            </a:extLst>
          </p:cNvPr>
          <p:cNvCxnSpPr>
            <a:cxnSpLocks/>
            <a:endCxn id="94" idx="2"/>
          </p:cNvCxnSpPr>
          <p:nvPr/>
        </p:nvCxnSpPr>
        <p:spPr>
          <a:xfrm>
            <a:off x="8057245" y="900703"/>
            <a:ext cx="59844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标签1">
                <a:extLst>
                  <a:ext uri="{FF2B5EF4-FFF2-40B4-BE49-F238E27FC236}">
                    <a16:creationId xmlns:a16="http://schemas.microsoft.com/office/drawing/2014/main" id="{FBF03121-F998-A3A3-401C-6BEBEC013356}"/>
                  </a:ext>
                </a:extLst>
              </p:cNvPr>
              <p:cNvSpPr txBox="1"/>
              <p:nvPr/>
            </p:nvSpPr>
            <p:spPr>
              <a:xfrm>
                <a:off x="7866831" y="379438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1" name="标签1">
                <a:extLst>
                  <a:ext uri="{FF2B5EF4-FFF2-40B4-BE49-F238E27FC236}">
                    <a16:creationId xmlns:a16="http://schemas.microsoft.com/office/drawing/2014/main" id="{FBF03121-F998-A3A3-401C-6BEBEC013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831" y="379438"/>
                <a:ext cx="936104" cy="523220"/>
              </a:xfrm>
              <a:prstGeom prst="rect">
                <a:avLst/>
              </a:prstGeom>
              <a:blipFill>
                <a:blip r:embed="rId5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信号3">
            <a:extLst>
              <a:ext uri="{FF2B5EF4-FFF2-40B4-BE49-F238E27FC236}">
                <a16:creationId xmlns:a16="http://schemas.microsoft.com/office/drawing/2014/main" id="{6F69475F-29D0-09D7-0F4E-93D47D42A3E0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10772227" y="902658"/>
            <a:ext cx="110805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标签2">
                <a:extLst>
                  <a:ext uri="{FF2B5EF4-FFF2-40B4-BE49-F238E27FC236}">
                    <a16:creationId xmlns:a16="http://schemas.microsoft.com/office/drawing/2014/main" id="{94A5CCAE-1184-80EE-EE4C-1E8AB7FC2A98}"/>
                  </a:ext>
                </a:extLst>
              </p:cNvPr>
              <p:cNvSpPr txBox="1"/>
              <p:nvPr/>
            </p:nvSpPr>
            <p:spPr>
              <a:xfrm>
                <a:off x="10877289" y="387344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3" name="标签2">
                <a:extLst>
                  <a:ext uri="{FF2B5EF4-FFF2-40B4-BE49-F238E27FC236}">
                    <a16:creationId xmlns:a16="http://schemas.microsoft.com/office/drawing/2014/main" id="{94A5CCAE-1184-80EE-EE4C-1E8AB7FC2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289" y="387344"/>
                <a:ext cx="93610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sum">
            <a:extLst>
              <a:ext uri="{FF2B5EF4-FFF2-40B4-BE49-F238E27FC236}">
                <a16:creationId xmlns:a16="http://schemas.microsoft.com/office/drawing/2014/main" id="{320FF89B-AB28-8B3D-8BA6-3B1A89A10320}"/>
              </a:ext>
            </a:extLst>
          </p:cNvPr>
          <p:cNvSpPr/>
          <p:nvPr/>
        </p:nvSpPr>
        <p:spPr>
          <a:xfrm>
            <a:off x="8655685" y="75670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负号">
                <a:extLst>
                  <a:ext uri="{FF2B5EF4-FFF2-40B4-BE49-F238E27FC236}">
                    <a16:creationId xmlns:a16="http://schemas.microsoft.com/office/drawing/2014/main" id="{1EB4109C-1430-1450-A6E4-BD414BA2AB7F}"/>
                  </a:ext>
                </a:extLst>
              </p:cNvPr>
              <p:cNvSpPr txBox="1"/>
              <p:nvPr/>
            </p:nvSpPr>
            <p:spPr>
              <a:xfrm>
                <a:off x="8258805" y="935634"/>
                <a:ext cx="594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5" name="负号">
                <a:extLst>
                  <a:ext uri="{FF2B5EF4-FFF2-40B4-BE49-F238E27FC236}">
                    <a16:creationId xmlns:a16="http://schemas.microsoft.com/office/drawing/2014/main" id="{1EB4109C-1430-1450-A6E4-BD414BA2A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805" y="935634"/>
                <a:ext cx="5948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信号4">
            <a:extLst>
              <a:ext uri="{FF2B5EF4-FFF2-40B4-BE49-F238E27FC236}">
                <a16:creationId xmlns:a16="http://schemas.microsoft.com/office/drawing/2014/main" id="{E9EFFE6B-C096-620D-C4D7-BC01BB737E98}"/>
              </a:ext>
            </a:extLst>
          </p:cNvPr>
          <p:cNvCxnSpPr>
            <a:cxnSpLocks/>
            <a:endCxn id="94" idx="4"/>
          </p:cNvCxnSpPr>
          <p:nvPr/>
        </p:nvCxnSpPr>
        <p:spPr>
          <a:xfrm rot="10800000" flipV="1">
            <a:off x="8799685" y="922655"/>
            <a:ext cx="2513476" cy="122048"/>
          </a:xfrm>
          <a:prstGeom prst="bentConnector4">
            <a:avLst>
              <a:gd name="adj1" fmla="val 874"/>
              <a:gd name="adj2" fmla="val 4075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信号2">
            <a:extLst>
              <a:ext uri="{FF2B5EF4-FFF2-40B4-BE49-F238E27FC236}">
                <a16:creationId xmlns:a16="http://schemas.microsoft.com/office/drawing/2014/main" id="{C821563D-BE65-AD24-6DC9-760C5916739E}"/>
              </a:ext>
            </a:extLst>
          </p:cNvPr>
          <p:cNvCxnSpPr>
            <a:cxnSpLocks/>
            <a:stCxn id="94" idx="6"/>
            <a:endCxn id="89" idx="1"/>
          </p:cNvCxnSpPr>
          <p:nvPr/>
        </p:nvCxnSpPr>
        <p:spPr>
          <a:xfrm>
            <a:off x="8943685" y="900703"/>
            <a:ext cx="281191" cy="19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说明3">
                <a:extLst>
                  <a:ext uri="{FF2B5EF4-FFF2-40B4-BE49-F238E27FC236}">
                    <a16:creationId xmlns:a16="http://schemas.microsoft.com/office/drawing/2014/main" id="{610B5032-E8E1-B767-BD47-F16CF1A3D85C}"/>
                  </a:ext>
                </a:extLst>
              </p:cNvPr>
              <p:cNvSpPr txBox="1"/>
              <p:nvPr/>
            </p:nvSpPr>
            <p:spPr>
              <a:xfrm>
                <a:off x="1311795" y="1868197"/>
                <a:ext cx="2574827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2980B9"/>
                    </a:solidFill>
                  </a:rPr>
                  <a:t>绘制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2980B9"/>
                    </a:solidFill>
                  </a:rPr>
                  <a:t>曲线</a:t>
                </a:r>
              </a:p>
            </p:txBody>
          </p:sp>
        </mc:Choice>
        <mc:Fallback xmlns="">
          <p:sp>
            <p:nvSpPr>
              <p:cNvPr id="113" name="说明3">
                <a:extLst>
                  <a:ext uri="{FF2B5EF4-FFF2-40B4-BE49-F238E27FC236}">
                    <a16:creationId xmlns:a16="http://schemas.microsoft.com/office/drawing/2014/main" id="{610B5032-E8E1-B767-BD47-F16CF1A3D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5" y="1868197"/>
                <a:ext cx="2574827" cy="578882"/>
              </a:xfrm>
              <a:prstGeom prst="flowChartAlternateProcess">
                <a:avLst/>
              </a:prstGeom>
              <a:blipFill>
                <a:blip r:embed="rId8"/>
                <a:stretch>
                  <a:fillRect l="-3398" t="-4082" b="-20408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坐标轴">
            <a:extLst>
              <a:ext uri="{FF2B5EF4-FFF2-40B4-BE49-F238E27FC236}">
                <a16:creationId xmlns:a16="http://schemas.microsoft.com/office/drawing/2014/main" id="{43362AE6-96BD-AE81-4F78-979FEC233DE9}"/>
              </a:ext>
            </a:extLst>
          </p:cNvPr>
          <p:cNvGrpSpPr/>
          <p:nvPr/>
        </p:nvGrpSpPr>
        <p:grpSpPr>
          <a:xfrm>
            <a:off x="6611292" y="1772816"/>
            <a:ext cx="5224751" cy="2297860"/>
            <a:chOff x="6405302" y="2883413"/>
            <a:chExt cx="5224751" cy="2297860"/>
          </a:xfrm>
        </p:grpSpPr>
        <p:cxnSp>
          <p:nvCxnSpPr>
            <p:cNvPr id="116" name="实轴">
              <a:extLst>
                <a:ext uri="{FF2B5EF4-FFF2-40B4-BE49-F238E27FC236}">
                  <a16:creationId xmlns:a16="http://schemas.microsoft.com/office/drawing/2014/main" id="{10700849-5896-3046-9832-D0FB17D1EB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5302" y="4735640"/>
              <a:ext cx="483021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虚轴">
              <a:extLst>
                <a:ext uri="{FF2B5EF4-FFF2-40B4-BE49-F238E27FC236}">
                  <a16:creationId xmlns:a16="http://schemas.microsoft.com/office/drawing/2014/main" id="{885836FE-B28B-6C46-AA81-75E70EC7B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5302" y="3168145"/>
              <a:ext cx="0" cy="201312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Re">
                  <a:extLst>
                    <a:ext uri="{FF2B5EF4-FFF2-40B4-BE49-F238E27FC236}">
                      <a16:creationId xmlns:a16="http://schemas.microsoft.com/office/drawing/2014/main" id="{E0E0370D-4EDE-C301-A709-2552C075099C}"/>
                    </a:ext>
                  </a:extLst>
                </p:cNvPr>
                <p:cNvSpPr txBox="1"/>
                <p:nvPr/>
              </p:nvSpPr>
              <p:spPr>
                <a:xfrm>
                  <a:off x="11053517" y="421242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24" name="Re">
                  <a:extLst>
                    <a:ext uri="{FF2B5EF4-FFF2-40B4-BE49-F238E27FC236}">
                      <a16:creationId xmlns:a16="http://schemas.microsoft.com/office/drawing/2014/main" id="{E0E0370D-4EDE-C301-A709-2552C0750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3517" y="4212420"/>
                  <a:ext cx="576536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Im">
                  <a:extLst>
                    <a:ext uri="{FF2B5EF4-FFF2-40B4-BE49-F238E27FC236}">
                      <a16:creationId xmlns:a16="http://schemas.microsoft.com/office/drawing/2014/main" id="{0660DA49-5D07-C524-CBE8-E52EB8938471}"/>
                    </a:ext>
                  </a:extLst>
                </p:cNvPr>
                <p:cNvSpPr txBox="1"/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dB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25" name="Im">
                  <a:extLst>
                    <a:ext uri="{FF2B5EF4-FFF2-40B4-BE49-F238E27FC236}">
                      <a16:creationId xmlns:a16="http://schemas.microsoft.com/office/drawing/2014/main" id="{0660DA49-5D07-C524-CBE8-E52EB8938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6522" r="-152174" b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7" name="幅频">
            <a:extLst>
              <a:ext uri="{FF2B5EF4-FFF2-40B4-BE49-F238E27FC236}">
                <a16:creationId xmlns:a16="http://schemas.microsoft.com/office/drawing/2014/main" id="{8A6AB8B2-F4EA-42B9-42C2-6C3B71F11D3F}"/>
              </a:ext>
            </a:extLst>
          </p:cNvPr>
          <p:cNvSpPr/>
          <p:nvPr/>
        </p:nvSpPr>
        <p:spPr>
          <a:xfrm flipV="1">
            <a:off x="6630218" y="2794163"/>
            <a:ext cx="4017413" cy="180840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581571 w 2566115"/>
              <a:gd name="connsiteY3" fmla="*/ 1503889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186447 w 2566115"/>
              <a:gd name="connsiteY4" fmla="*/ 836884 h 3496696"/>
              <a:gd name="connsiteX5" fmla="*/ 2566115 w 2566115"/>
              <a:gd name="connsiteY5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298781 w 2566115"/>
              <a:gd name="connsiteY4" fmla="*/ 996384 h 3496696"/>
              <a:gd name="connsiteX5" fmla="*/ 2566115 w 2566115"/>
              <a:gd name="connsiteY5" fmla="*/ 0 h 3496696"/>
              <a:gd name="connsiteX0" fmla="*/ 0 w 2592039"/>
              <a:gd name="connsiteY0" fmla="*/ 3424195 h 3424195"/>
              <a:gd name="connsiteX1" fmla="*/ 546619 w 2592039"/>
              <a:gd name="connsiteY1" fmla="*/ 3102194 h 3424195"/>
              <a:gd name="connsiteX2" fmla="*/ 995597 w 2592039"/>
              <a:gd name="connsiteY2" fmla="*/ 2498626 h 3424195"/>
              <a:gd name="connsiteX3" fmla="*/ 1849446 w 2592039"/>
              <a:gd name="connsiteY3" fmla="*/ 1677891 h 3424195"/>
              <a:gd name="connsiteX4" fmla="*/ 2324705 w 2592039"/>
              <a:gd name="connsiteY4" fmla="*/ 996384 h 3424195"/>
              <a:gd name="connsiteX5" fmla="*/ 2592039 w 2592039"/>
              <a:gd name="connsiteY5" fmla="*/ 0 h 34241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498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480244 w 2592039"/>
              <a:gd name="connsiteY4" fmla="*/ 1141386 h 3322695"/>
              <a:gd name="connsiteX5" fmla="*/ 2592039 w 2592039"/>
              <a:gd name="connsiteY5" fmla="*/ 0 h 3322695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3603045"/>
              <a:gd name="connsiteY0" fmla="*/ 3047192 h 3047192"/>
              <a:gd name="connsiteX1" fmla="*/ 1376163 w 3603045"/>
              <a:gd name="connsiteY1" fmla="*/ 2710691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56012 w 3646250"/>
              <a:gd name="connsiteY2" fmla="*/ 1976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9921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327070"/>
              <a:gd name="connsiteY0" fmla="*/ 2195808 h 2195808"/>
              <a:gd name="connsiteX1" fmla="*/ 1099649 w 3327070"/>
              <a:gd name="connsiteY1" fmla="*/ 1888307 h 2195808"/>
              <a:gd name="connsiteX2" fmla="*/ 1816500 w 3327070"/>
              <a:gd name="connsiteY2" fmla="*/ 1197738 h 2195808"/>
              <a:gd name="connsiteX3" fmla="*/ 2817247 w 3327070"/>
              <a:gd name="connsiteY3" fmla="*/ 507504 h 2195808"/>
              <a:gd name="connsiteX4" fmla="*/ 3327070 w 3327070"/>
              <a:gd name="connsiteY4" fmla="*/ 0 h 2195808"/>
              <a:gd name="connsiteX0" fmla="*/ 0 w 2817247"/>
              <a:gd name="connsiteY0" fmla="*/ 1688304 h 1688304"/>
              <a:gd name="connsiteX1" fmla="*/ 1099649 w 2817247"/>
              <a:gd name="connsiteY1" fmla="*/ 1380803 h 1688304"/>
              <a:gd name="connsiteX2" fmla="*/ 1816500 w 2817247"/>
              <a:gd name="connsiteY2" fmla="*/ 690234 h 1688304"/>
              <a:gd name="connsiteX3" fmla="*/ 2817247 w 2817247"/>
              <a:gd name="connsiteY3" fmla="*/ 0 h 1688304"/>
              <a:gd name="connsiteX0" fmla="*/ 0 w 1816500"/>
              <a:gd name="connsiteY0" fmla="*/ 998070 h 998070"/>
              <a:gd name="connsiteX1" fmla="*/ 1099649 w 1816500"/>
              <a:gd name="connsiteY1" fmla="*/ 690569 h 998070"/>
              <a:gd name="connsiteX2" fmla="*/ 1816500 w 1816500"/>
              <a:gd name="connsiteY2" fmla="*/ 0 h 998070"/>
              <a:gd name="connsiteX0" fmla="*/ 0 w 2961238"/>
              <a:gd name="connsiteY0" fmla="*/ 2236792 h 2236792"/>
              <a:gd name="connsiteX1" fmla="*/ 1099649 w 2961238"/>
              <a:gd name="connsiteY1" fmla="*/ 1929291 h 2236792"/>
              <a:gd name="connsiteX2" fmla="*/ 2961238 w 2961238"/>
              <a:gd name="connsiteY2" fmla="*/ 0 h 223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1238" h="2236792">
                <a:moveTo>
                  <a:pt x="0" y="2236792"/>
                </a:moveTo>
                <a:lnTo>
                  <a:pt x="1099649" y="1929291"/>
                </a:lnTo>
                <a:cubicBezTo>
                  <a:pt x="1518874" y="1578171"/>
                  <a:pt x="2654239" y="307890"/>
                  <a:pt x="2961238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-20">
                <a:extLst>
                  <a:ext uri="{FF2B5EF4-FFF2-40B4-BE49-F238E27FC236}">
                    <a16:creationId xmlns:a16="http://schemas.microsoft.com/office/drawing/2014/main" id="{7F88F23C-95C2-326C-EFCF-DB9EA0927FD4}"/>
                  </a:ext>
                </a:extLst>
              </p:cNvPr>
              <p:cNvSpPr txBox="1"/>
              <p:nvPr/>
            </p:nvSpPr>
            <p:spPr>
              <a:xfrm>
                <a:off x="6988807" y="2368911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28" name="-20">
                <a:extLst>
                  <a:ext uri="{FF2B5EF4-FFF2-40B4-BE49-F238E27FC236}">
                    <a16:creationId xmlns:a16="http://schemas.microsoft.com/office/drawing/2014/main" id="{7F88F23C-95C2-326C-EFCF-DB9EA0927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807" y="2368911"/>
                <a:ext cx="801224" cy="524695"/>
              </a:xfrm>
              <a:prstGeom prst="rect">
                <a:avLst/>
              </a:prstGeom>
              <a:blipFill>
                <a:blip r:embed="rId11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-60">
                <a:extLst>
                  <a:ext uri="{FF2B5EF4-FFF2-40B4-BE49-F238E27FC236}">
                    <a16:creationId xmlns:a16="http://schemas.microsoft.com/office/drawing/2014/main" id="{C71A60B9-6858-29EA-88F8-78D787E30F18}"/>
                  </a:ext>
                </a:extLst>
              </p:cNvPr>
              <p:cNvSpPr txBox="1"/>
              <p:nvPr/>
            </p:nvSpPr>
            <p:spPr>
              <a:xfrm>
                <a:off x="10635487" y="3689877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0" name="-60">
                <a:extLst>
                  <a:ext uri="{FF2B5EF4-FFF2-40B4-BE49-F238E27FC236}">
                    <a16:creationId xmlns:a16="http://schemas.microsoft.com/office/drawing/2014/main" id="{C71A60B9-6858-29EA-88F8-78D787E30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5487" y="3689877"/>
                <a:ext cx="801224" cy="52469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wc2">
                <a:extLst>
                  <a:ext uri="{FF2B5EF4-FFF2-40B4-BE49-F238E27FC236}">
                    <a16:creationId xmlns:a16="http://schemas.microsoft.com/office/drawing/2014/main" id="{144E6731-73BB-3AB7-A387-11BB7435FE7F}"/>
                  </a:ext>
                </a:extLst>
              </p:cNvPr>
              <p:cNvSpPr txBox="1"/>
              <p:nvPr/>
            </p:nvSpPr>
            <p:spPr>
              <a:xfrm>
                <a:off x="8625784" y="3715491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32" name="wc2">
                <a:extLst>
                  <a:ext uri="{FF2B5EF4-FFF2-40B4-BE49-F238E27FC236}">
                    <a16:creationId xmlns:a16="http://schemas.microsoft.com/office/drawing/2014/main" id="{144E6731-73BB-3AB7-A387-11BB7435F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784" y="3715491"/>
                <a:ext cx="80122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转折频率辅助线">
            <a:extLst>
              <a:ext uri="{FF2B5EF4-FFF2-40B4-BE49-F238E27FC236}">
                <a16:creationId xmlns:a16="http://schemas.microsoft.com/office/drawing/2014/main" id="{AC03FE86-1B40-83F7-85CA-D2D7E180935E}"/>
              </a:ext>
            </a:extLst>
          </p:cNvPr>
          <p:cNvCxnSpPr>
            <a:cxnSpLocks/>
            <a:stCxn id="127" idx="1"/>
          </p:cNvCxnSpPr>
          <p:nvPr/>
        </p:nvCxnSpPr>
        <p:spPr>
          <a:xfrm>
            <a:off x="8122075" y="3042772"/>
            <a:ext cx="0" cy="582271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-60">
                <a:extLst>
                  <a:ext uri="{FF2B5EF4-FFF2-40B4-BE49-F238E27FC236}">
                    <a16:creationId xmlns:a16="http://schemas.microsoft.com/office/drawing/2014/main" id="{D3383BD5-EA4A-8A89-E624-5B628C89A4E1}"/>
                  </a:ext>
                </a:extLst>
              </p:cNvPr>
              <p:cNvSpPr txBox="1"/>
              <p:nvPr/>
            </p:nvSpPr>
            <p:spPr>
              <a:xfrm>
                <a:off x="9762099" y="3682619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36" name="-60">
                <a:extLst>
                  <a:ext uri="{FF2B5EF4-FFF2-40B4-BE49-F238E27FC236}">
                    <a16:creationId xmlns:a16="http://schemas.microsoft.com/office/drawing/2014/main" id="{D3383BD5-EA4A-8A89-E624-5B628C89A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099" y="3682619"/>
                <a:ext cx="801224" cy="524695"/>
              </a:xfrm>
              <a:prstGeom prst="rect">
                <a:avLst/>
              </a:prstGeom>
              <a:blipFill>
                <a:blip r:embed="rId14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低频特性延长线">
            <a:extLst>
              <a:ext uri="{FF2B5EF4-FFF2-40B4-BE49-F238E27FC236}">
                <a16:creationId xmlns:a16="http://schemas.microsoft.com/office/drawing/2014/main" id="{DBF5DA20-0BAD-76B9-2316-B13B85F36041}"/>
              </a:ext>
            </a:extLst>
          </p:cNvPr>
          <p:cNvCxnSpPr>
            <a:cxnSpLocks/>
            <a:stCxn id="127" idx="1"/>
          </p:cNvCxnSpPr>
          <p:nvPr/>
        </p:nvCxnSpPr>
        <p:spPr>
          <a:xfrm>
            <a:off x="8122075" y="3042772"/>
            <a:ext cx="2953953" cy="582271"/>
          </a:xfrm>
          <a:prstGeom prst="line">
            <a:avLst/>
          </a:prstGeom>
          <a:ln w="38100">
            <a:solidFill>
              <a:srgbClr val="E4486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8EFDD9D-B11A-73CC-428A-96B7FBBEF989}"/>
                  </a:ext>
                </a:extLst>
              </p:cNvPr>
              <p:cNvSpPr txBox="1"/>
              <p:nvPr/>
            </p:nvSpPr>
            <p:spPr>
              <a:xfrm>
                <a:off x="178521" y="2757932"/>
                <a:ext cx="3051421" cy="851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8EFDD9D-B11A-73CC-428A-96B7FBBEF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21" y="2757932"/>
                <a:ext cx="3051421" cy="851965"/>
              </a:xfrm>
              <a:prstGeom prst="rect">
                <a:avLst/>
              </a:prstGeom>
              <a:blipFill>
                <a:blip r:embed="rId15"/>
                <a:stretch>
                  <a:fillRect l="-826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686ADB88-F04C-B07C-C1CB-43C2D5289001}"/>
                  </a:ext>
                </a:extLst>
              </p:cNvPr>
              <p:cNvSpPr txBox="1"/>
              <p:nvPr/>
            </p:nvSpPr>
            <p:spPr>
              <a:xfrm>
                <a:off x="1783451" y="2772328"/>
                <a:ext cx="3911302" cy="57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20×48</m:t>
                          </m:r>
                        </m:e>
                      </m:rad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31</m:t>
                      </m:r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686ADB88-F04C-B07C-C1CB-43C2D5289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451" y="2772328"/>
                <a:ext cx="3911302" cy="57394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CFBDC59-54A3-C6A0-0DAD-3E18AE094BFD}"/>
                  </a:ext>
                </a:extLst>
              </p:cNvPr>
              <p:cNvSpPr txBox="1"/>
              <p:nvPr/>
            </p:nvSpPr>
            <p:spPr>
              <a:xfrm>
                <a:off x="193777" y="3624293"/>
                <a:ext cx="4440073" cy="704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CFBDC59-54A3-C6A0-0DAD-3E18AE094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77" y="3624293"/>
                <a:ext cx="4440073" cy="704295"/>
              </a:xfrm>
              <a:prstGeom prst="rect">
                <a:avLst/>
              </a:prstGeom>
              <a:blipFill>
                <a:blip r:embed="rId17"/>
                <a:stretch>
                  <a:fillRect l="-571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5141DB6-B0C4-A12D-C41E-77545F69EB8F}"/>
                  </a:ext>
                </a:extLst>
              </p:cNvPr>
              <p:cNvSpPr txBox="1"/>
              <p:nvPr/>
            </p:nvSpPr>
            <p:spPr>
              <a:xfrm>
                <a:off x="262838" y="4311327"/>
                <a:ext cx="38927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57.2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32.8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5141DB6-B0C4-A12D-C41E-77545F69E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38" y="4311327"/>
                <a:ext cx="389277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-60">
                <a:extLst>
                  <a:ext uri="{FF2B5EF4-FFF2-40B4-BE49-F238E27FC236}">
                    <a16:creationId xmlns:a16="http://schemas.microsoft.com/office/drawing/2014/main" id="{6F281F41-1B01-75F2-2639-85F6F21DF151}"/>
                  </a:ext>
                </a:extLst>
              </p:cNvPr>
              <p:cNvSpPr txBox="1"/>
              <p:nvPr/>
            </p:nvSpPr>
            <p:spPr>
              <a:xfrm>
                <a:off x="7685986" y="3698366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-60">
                <a:extLst>
                  <a:ext uri="{FF2B5EF4-FFF2-40B4-BE49-F238E27FC236}">
                    <a16:creationId xmlns:a16="http://schemas.microsoft.com/office/drawing/2014/main" id="{6F281F41-1B01-75F2-2639-85F6F21DF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986" y="3698366"/>
                <a:ext cx="801224" cy="52469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3643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3" grpId="0" animBg="1"/>
      <p:bldP spid="127" grpId="0" animBg="1"/>
      <p:bldP spid="128" grpId="0"/>
      <p:bldP spid="130" grpId="0"/>
      <p:bldP spid="132" grpId="0"/>
      <p:bldP spid="136" grpId="0"/>
      <p:bldP spid="149" grpId="0"/>
      <p:bldP spid="150" grpId="0"/>
      <p:bldP spid="151" grpId="0"/>
      <p:bldP spid="15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/>
              <p:nvPr/>
            </p:nvSpPr>
            <p:spPr bwMode="auto">
              <a:xfrm>
                <a:off x="252676" y="1044703"/>
                <a:ext cx="7422023" cy="631061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已知系统结构图，求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，并确定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zh-CN" altLang="en-US" sz="3200" b="1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676" y="1044703"/>
                <a:ext cx="7422023" cy="6310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重要1">
            <a:extLst>
              <a:ext uri="{FF2B5EF4-FFF2-40B4-BE49-F238E27FC236}">
                <a16:creationId xmlns:a16="http://schemas.microsoft.com/office/drawing/2014/main" id="{43EC94E4-268F-CCF2-ABF2-824B4FC61978}"/>
              </a:ext>
            </a:extLst>
          </p:cNvPr>
          <p:cNvSpPr txBox="1"/>
          <p:nvPr/>
        </p:nvSpPr>
        <p:spPr>
          <a:xfrm>
            <a:off x="294235" y="1851851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方框">
                <a:extLst>
                  <a:ext uri="{FF2B5EF4-FFF2-40B4-BE49-F238E27FC236}">
                    <a16:creationId xmlns:a16="http://schemas.microsoft.com/office/drawing/2014/main" id="{9DC16B38-0BD5-2C13-35CB-70CD64636994}"/>
                  </a:ext>
                </a:extLst>
              </p:cNvPr>
              <p:cNvSpPr/>
              <p:nvPr/>
            </p:nvSpPr>
            <p:spPr>
              <a:xfrm>
                <a:off x="9224876" y="542658"/>
                <a:ext cx="1547351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/20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9" name="方框">
                <a:extLst>
                  <a:ext uri="{FF2B5EF4-FFF2-40B4-BE49-F238E27FC236}">
                    <a16:creationId xmlns:a16="http://schemas.microsoft.com/office/drawing/2014/main" id="{9DC16B38-0BD5-2C13-35CB-70CD64636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876" y="542658"/>
                <a:ext cx="1547351" cy="72000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信号1">
            <a:extLst>
              <a:ext uri="{FF2B5EF4-FFF2-40B4-BE49-F238E27FC236}">
                <a16:creationId xmlns:a16="http://schemas.microsoft.com/office/drawing/2014/main" id="{C7BD41C6-0F59-5036-DB88-37741919A1E8}"/>
              </a:ext>
            </a:extLst>
          </p:cNvPr>
          <p:cNvCxnSpPr>
            <a:cxnSpLocks/>
            <a:endCxn id="94" idx="2"/>
          </p:cNvCxnSpPr>
          <p:nvPr/>
        </p:nvCxnSpPr>
        <p:spPr>
          <a:xfrm>
            <a:off x="8057245" y="900703"/>
            <a:ext cx="59844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标签1">
                <a:extLst>
                  <a:ext uri="{FF2B5EF4-FFF2-40B4-BE49-F238E27FC236}">
                    <a16:creationId xmlns:a16="http://schemas.microsoft.com/office/drawing/2014/main" id="{FBF03121-F998-A3A3-401C-6BEBEC013356}"/>
                  </a:ext>
                </a:extLst>
              </p:cNvPr>
              <p:cNvSpPr txBox="1"/>
              <p:nvPr/>
            </p:nvSpPr>
            <p:spPr>
              <a:xfrm>
                <a:off x="7866831" y="379438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1" name="标签1">
                <a:extLst>
                  <a:ext uri="{FF2B5EF4-FFF2-40B4-BE49-F238E27FC236}">
                    <a16:creationId xmlns:a16="http://schemas.microsoft.com/office/drawing/2014/main" id="{FBF03121-F998-A3A3-401C-6BEBEC013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831" y="379438"/>
                <a:ext cx="936104" cy="523220"/>
              </a:xfrm>
              <a:prstGeom prst="rect">
                <a:avLst/>
              </a:prstGeom>
              <a:blipFill>
                <a:blip r:embed="rId5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信号3">
            <a:extLst>
              <a:ext uri="{FF2B5EF4-FFF2-40B4-BE49-F238E27FC236}">
                <a16:creationId xmlns:a16="http://schemas.microsoft.com/office/drawing/2014/main" id="{6F69475F-29D0-09D7-0F4E-93D47D42A3E0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10772227" y="902658"/>
            <a:ext cx="110805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标签2">
                <a:extLst>
                  <a:ext uri="{FF2B5EF4-FFF2-40B4-BE49-F238E27FC236}">
                    <a16:creationId xmlns:a16="http://schemas.microsoft.com/office/drawing/2014/main" id="{94A5CCAE-1184-80EE-EE4C-1E8AB7FC2A98}"/>
                  </a:ext>
                </a:extLst>
              </p:cNvPr>
              <p:cNvSpPr txBox="1"/>
              <p:nvPr/>
            </p:nvSpPr>
            <p:spPr>
              <a:xfrm>
                <a:off x="10877289" y="387344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3" name="标签2">
                <a:extLst>
                  <a:ext uri="{FF2B5EF4-FFF2-40B4-BE49-F238E27FC236}">
                    <a16:creationId xmlns:a16="http://schemas.microsoft.com/office/drawing/2014/main" id="{94A5CCAE-1184-80EE-EE4C-1E8AB7FC2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289" y="387344"/>
                <a:ext cx="93610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sum">
            <a:extLst>
              <a:ext uri="{FF2B5EF4-FFF2-40B4-BE49-F238E27FC236}">
                <a16:creationId xmlns:a16="http://schemas.microsoft.com/office/drawing/2014/main" id="{320FF89B-AB28-8B3D-8BA6-3B1A89A10320}"/>
              </a:ext>
            </a:extLst>
          </p:cNvPr>
          <p:cNvSpPr/>
          <p:nvPr/>
        </p:nvSpPr>
        <p:spPr>
          <a:xfrm>
            <a:off x="8655685" y="75670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负号">
                <a:extLst>
                  <a:ext uri="{FF2B5EF4-FFF2-40B4-BE49-F238E27FC236}">
                    <a16:creationId xmlns:a16="http://schemas.microsoft.com/office/drawing/2014/main" id="{1EB4109C-1430-1450-A6E4-BD414BA2AB7F}"/>
                  </a:ext>
                </a:extLst>
              </p:cNvPr>
              <p:cNvSpPr txBox="1"/>
              <p:nvPr/>
            </p:nvSpPr>
            <p:spPr>
              <a:xfrm>
                <a:off x="8258805" y="935634"/>
                <a:ext cx="594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5" name="负号">
                <a:extLst>
                  <a:ext uri="{FF2B5EF4-FFF2-40B4-BE49-F238E27FC236}">
                    <a16:creationId xmlns:a16="http://schemas.microsoft.com/office/drawing/2014/main" id="{1EB4109C-1430-1450-A6E4-BD414BA2A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805" y="935634"/>
                <a:ext cx="5948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信号4">
            <a:extLst>
              <a:ext uri="{FF2B5EF4-FFF2-40B4-BE49-F238E27FC236}">
                <a16:creationId xmlns:a16="http://schemas.microsoft.com/office/drawing/2014/main" id="{E9EFFE6B-C096-620D-C4D7-BC01BB737E98}"/>
              </a:ext>
            </a:extLst>
          </p:cNvPr>
          <p:cNvCxnSpPr>
            <a:cxnSpLocks/>
            <a:endCxn id="94" idx="4"/>
          </p:cNvCxnSpPr>
          <p:nvPr/>
        </p:nvCxnSpPr>
        <p:spPr>
          <a:xfrm rot="10800000" flipV="1">
            <a:off x="8799685" y="922655"/>
            <a:ext cx="2513476" cy="122048"/>
          </a:xfrm>
          <a:prstGeom prst="bentConnector4">
            <a:avLst>
              <a:gd name="adj1" fmla="val 874"/>
              <a:gd name="adj2" fmla="val 4075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信号2">
            <a:extLst>
              <a:ext uri="{FF2B5EF4-FFF2-40B4-BE49-F238E27FC236}">
                <a16:creationId xmlns:a16="http://schemas.microsoft.com/office/drawing/2014/main" id="{C821563D-BE65-AD24-6DC9-760C5916739E}"/>
              </a:ext>
            </a:extLst>
          </p:cNvPr>
          <p:cNvCxnSpPr>
            <a:cxnSpLocks/>
            <a:stCxn id="94" idx="6"/>
            <a:endCxn id="89" idx="1"/>
          </p:cNvCxnSpPr>
          <p:nvPr/>
        </p:nvCxnSpPr>
        <p:spPr>
          <a:xfrm>
            <a:off x="8943685" y="900703"/>
            <a:ext cx="281191" cy="19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说明3">
                <a:extLst>
                  <a:ext uri="{FF2B5EF4-FFF2-40B4-BE49-F238E27FC236}">
                    <a16:creationId xmlns:a16="http://schemas.microsoft.com/office/drawing/2014/main" id="{610B5032-E8E1-B767-BD47-F16CF1A3D85C}"/>
                  </a:ext>
                </a:extLst>
              </p:cNvPr>
              <p:cNvSpPr txBox="1"/>
              <p:nvPr/>
            </p:nvSpPr>
            <p:spPr>
              <a:xfrm>
                <a:off x="1311795" y="1868197"/>
                <a:ext cx="2574827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>
                    <a:solidFill>
                      <a:srgbClr val="2980B9"/>
                    </a:solidFill>
                  </a:rPr>
                  <a:t>绘制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kumimoji="1" lang="zh-CN" altLang="en-US" sz="2800">
                    <a:solidFill>
                      <a:srgbClr val="2980B9"/>
                    </a:solidFill>
                  </a:rPr>
                  <a:t>曲线</a:t>
                </a:r>
              </a:p>
            </p:txBody>
          </p:sp>
        </mc:Choice>
        <mc:Fallback xmlns="">
          <p:sp>
            <p:nvSpPr>
              <p:cNvPr id="113" name="说明3">
                <a:extLst>
                  <a:ext uri="{FF2B5EF4-FFF2-40B4-BE49-F238E27FC236}">
                    <a16:creationId xmlns:a16="http://schemas.microsoft.com/office/drawing/2014/main" id="{610B5032-E8E1-B767-BD47-F16CF1A3D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5" y="1868197"/>
                <a:ext cx="2574827" cy="578882"/>
              </a:xfrm>
              <a:prstGeom prst="flowChartAlternateProcess">
                <a:avLst/>
              </a:prstGeom>
              <a:blipFill>
                <a:blip r:embed="rId8"/>
                <a:stretch>
                  <a:fillRect l="-3398" t="-4082" b="-20408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8EFDD9D-B11A-73CC-428A-96B7FBBEF989}"/>
                  </a:ext>
                </a:extLst>
              </p:cNvPr>
              <p:cNvSpPr txBox="1"/>
              <p:nvPr/>
            </p:nvSpPr>
            <p:spPr>
              <a:xfrm>
                <a:off x="178521" y="2757932"/>
                <a:ext cx="3051421" cy="851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8EFDD9D-B11A-73CC-428A-96B7FBBEF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21" y="2757932"/>
                <a:ext cx="3051421" cy="851965"/>
              </a:xfrm>
              <a:prstGeom prst="rect">
                <a:avLst/>
              </a:prstGeom>
              <a:blipFill>
                <a:blip r:embed="rId9"/>
                <a:stretch>
                  <a:fillRect l="-826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686ADB88-F04C-B07C-C1CB-43C2D5289001}"/>
                  </a:ext>
                </a:extLst>
              </p:cNvPr>
              <p:cNvSpPr txBox="1"/>
              <p:nvPr/>
            </p:nvSpPr>
            <p:spPr>
              <a:xfrm>
                <a:off x="1783451" y="2772328"/>
                <a:ext cx="3911302" cy="57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20×48</m:t>
                          </m:r>
                        </m:e>
                      </m:rad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31</m:t>
                      </m:r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686ADB88-F04C-B07C-C1CB-43C2D5289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451" y="2772328"/>
                <a:ext cx="3911302" cy="5739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CFBDC59-54A3-C6A0-0DAD-3E18AE094BFD}"/>
                  </a:ext>
                </a:extLst>
              </p:cNvPr>
              <p:cNvSpPr txBox="1"/>
              <p:nvPr/>
            </p:nvSpPr>
            <p:spPr>
              <a:xfrm>
                <a:off x="193777" y="3624293"/>
                <a:ext cx="4440073" cy="704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CFBDC59-54A3-C6A0-0DAD-3E18AE094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77" y="3624293"/>
                <a:ext cx="4440073" cy="704295"/>
              </a:xfrm>
              <a:prstGeom prst="rect">
                <a:avLst/>
              </a:prstGeom>
              <a:blipFill>
                <a:blip r:embed="rId11"/>
                <a:stretch>
                  <a:fillRect l="-571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5141DB6-B0C4-A12D-C41E-77545F69EB8F}"/>
                  </a:ext>
                </a:extLst>
              </p:cNvPr>
              <p:cNvSpPr txBox="1"/>
              <p:nvPr/>
            </p:nvSpPr>
            <p:spPr>
              <a:xfrm>
                <a:off x="262838" y="4311327"/>
                <a:ext cx="38927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57.2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32.8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5141DB6-B0C4-A12D-C41E-77545F69E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38" y="4311327"/>
                <a:ext cx="389277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48D1260B-AF7C-55EE-3283-646212E0DF40}"/>
              </a:ext>
            </a:extLst>
          </p:cNvPr>
          <p:cNvGrpSpPr/>
          <p:nvPr/>
        </p:nvGrpSpPr>
        <p:grpSpPr>
          <a:xfrm>
            <a:off x="6804158" y="2183490"/>
            <a:ext cx="4099058" cy="3715595"/>
            <a:chOff x="5112973" y="1053888"/>
            <a:chExt cx="4099058" cy="371559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3E2A37F-F5A1-9CC7-8641-246FE396A061}"/>
                </a:ext>
              </a:extLst>
            </p:cNvPr>
            <p:cNvGrpSpPr/>
            <p:nvPr/>
          </p:nvGrpSpPr>
          <p:grpSpPr>
            <a:xfrm>
              <a:off x="5951190" y="1335610"/>
              <a:ext cx="2520280" cy="2520280"/>
              <a:chOff x="5951190" y="1484784"/>
              <a:chExt cx="2520280" cy="2520280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B65A812B-6215-E869-071A-713270CCA020}"/>
                  </a:ext>
                </a:extLst>
              </p:cNvPr>
              <p:cNvSpPr/>
              <p:nvPr/>
            </p:nvSpPr>
            <p:spPr>
              <a:xfrm>
                <a:off x="5951190" y="1484784"/>
                <a:ext cx="2520280" cy="25202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A2C45756-5DE8-36D8-0EA7-8AB69A06EE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242988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线连接符 34">
                <a:extLst>
                  <a:ext uri="{FF2B5EF4-FFF2-40B4-BE49-F238E27FC236}">
                    <a16:creationId xmlns:a16="http://schemas.microsoft.com/office/drawing/2014/main" id="{44238EAA-FD50-E52C-9A88-8E12F3C3E6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2744924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线连接符 35">
                <a:extLst>
                  <a:ext uri="{FF2B5EF4-FFF2-40B4-BE49-F238E27FC236}">
                    <a16:creationId xmlns:a16="http://schemas.microsoft.com/office/drawing/2014/main" id="{A21F45CB-24AD-3F2F-F646-366255B951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305995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线连接符 36">
                <a:extLst>
                  <a:ext uri="{FF2B5EF4-FFF2-40B4-BE49-F238E27FC236}">
                    <a16:creationId xmlns:a16="http://schemas.microsoft.com/office/drawing/2014/main" id="{944F1D1B-2703-94A5-06EE-D54B5A755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3374994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7464CE2D-EDC6-1527-BF27-61C18AAA4C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369002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2F34E092-E3E4-1F93-DDD3-1344657D5D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179981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B460B413-1FD0-A277-080E-572783749C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1190" y="2114854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9F42C4BA-7877-7D73-36F8-2320BDE4A8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55246" y="148478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线连接符 41">
                <a:extLst>
                  <a:ext uri="{FF2B5EF4-FFF2-40B4-BE49-F238E27FC236}">
                    <a16:creationId xmlns:a16="http://schemas.microsoft.com/office/drawing/2014/main" id="{FEDFF4E6-BD9B-BC05-9BEA-37CAE63CC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9302" y="148478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线连接符 42">
                <a:extLst>
                  <a:ext uri="{FF2B5EF4-FFF2-40B4-BE49-F238E27FC236}">
                    <a16:creationId xmlns:a16="http://schemas.microsoft.com/office/drawing/2014/main" id="{ADEBF03C-6BA3-D442-6091-F88B2365D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3358" y="148478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线连接符 43">
                <a:extLst>
                  <a:ext uri="{FF2B5EF4-FFF2-40B4-BE49-F238E27FC236}">
                    <a16:creationId xmlns:a16="http://schemas.microsoft.com/office/drawing/2014/main" id="{D2130750-A6D7-DACC-7202-25D1E9FEB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7414" y="148478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A3939B2-CCB1-4932-8198-5B490CDC2B0F}"/>
                    </a:ext>
                  </a:extLst>
                </p:cNvPr>
                <p:cNvSpPr txBox="1"/>
                <p:nvPr/>
              </p:nvSpPr>
              <p:spPr>
                <a:xfrm>
                  <a:off x="5123726" y="1053888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A3939B2-CCB1-4932-8198-5B490CDC2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1053888"/>
                  <a:ext cx="775113" cy="523220"/>
                </a:xfrm>
                <a:prstGeom prst="rect">
                  <a:avLst/>
                </a:prstGeom>
                <a:blipFill>
                  <a:blip r:embed="rId13"/>
                  <a:stretch>
                    <a:fillRect r="-1613" b="-23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35F9A23-5A96-CC81-4A36-B8BF4ED3F25E}"/>
                    </a:ext>
                  </a:extLst>
                </p:cNvPr>
                <p:cNvSpPr txBox="1"/>
                <p:nvPr/>
              </p:nvSpPr>
              <p:spPr>
                <a:xfrm>
                  <a:off x="5123726" y="1687766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35F9A23-5A96-CC81-4A36-B8BF4ED3F2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1687766"/>
                  <a:ext cx="775113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3226" r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591664F-71B8-1C14-78DB-B56EA32F7C14}"/>
                    </a:ext>
                  </a:extLst>
                </p:cNvPr>
                <p:cNvSpPr txBox="1"/>
                <p:nvPr/>
              </p:nvSpPr>
              <p:spPr>
                <a:xfrm>
                  <a:off x="5123726" y="200470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591664F-71B8-1C14-78DB-B56EA32F7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2004705"/>
                  <a:ext cx="775113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3226" r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F942050-CB74-8275-8747-8F6F0DD2FDCF}"/>
                    </a:ext>
                  </a:extLst>
                </p:cNvPr>
                <p:cNvSpPr txBox="1"/>
                <p:nvPr/>
              </p:nvSpPr>
              <p:spPr>
                <a:xfrm>
                  <a:off x="5123726" y="2321644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F942050-CB74-8275-8747-8F6F0DD2FD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2321644"/>
                  <a:ext cx="775113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6276B11-FA06-FA37-99BD-2921BBE5A749}"/>
                    </a:ext>
                  </a:extLst>
                </p:cNvPr>
                <p:cNvSpPr txBox="1"/>
                <p:nvPr/>
              </p:nvSpPr>
              <p:spPr>
                <a:xfrm>
                  <a:off x="5123726" y="2638583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6276B11-FA06-FA37-99BD-2921BBE5A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2638583"/>
                  <a:ext cx="775113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12D154B-FABA-CE27-B5D1-CF720CA3471E}"/>
                    </a:ext>
                  </a:extLst>
                </p:cNvPr>
                <p:cNvSpPr txBox="1"/>
                <p:nvPr/>
              </p:nvSpPr>
              <p:spPr>
                <a:xfrm>
                  <a:off x="5123726" y="295552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12D154B-FABA-CE27-B5D1-CF720CA34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2955522"/>
                  <a:ext cx="775113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4E2E8E4-1A34-B5E4-581F-52199E252EEC}"/>
                    </a:ext>
                  </a:extLst>
                </p:cNvPr>
                <p:cNvSpPr txBox="1"/>
                <p:nvPr/>
              </p:nvSpPr>
              <p:spPr>
                <a:xfrm>
                  <a:off x="5123726" y="3272461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4E2E8E4-1A34-B5E4-581F-52199E252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3726" y="3272461"/>
                  <a:ext cx="77511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555418D-EC18-9843-5671-62EE0F0E145C}"/>
                    </a:ext>
                  </a:extLst>
                </p:cNvPr>
                <p:cNvSpPr txBox="1"/>
                <p:nvPr/>
              </p:nvSpPr>
              <p:spPr>
                <a:xfrm>
                  <a:off x="5112973" y="3589403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555418D-EC18-9843-5671-62EE0F0E1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2973" y="3589403"/>
                  <a:ext cx="775113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4C27ADF-BE15-89DF-E8AD-92E1427ED1D8}"/>
                    </a:ext>
                  </a:extLst>
                </p:cNvPr>
                <p:cNvSpPr txBox="1"/>
                <p:nvPr/>
              </p:nvSpPr>
              <p:spPr>
                <a:xfrm>
                  <a:off x="5129047" y="1370827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140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4C27ADF-BE15-89DF-E8AD-92E1427ED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9047" y="1370827"/>
                  <a:ext cx="775113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4839" r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A33E1C0B-4974-735F-FBD5-FD06409250C3}"/>
                    </a:ext>
                  </a:extLst>
                </p:cNvPr>
                <p:cNvSpPr txBox="1"/>
                <p:nvPr/>
              </p:nvSpPr>
              <p:spPr>
                <a:xfrm>
                  <a:off x="5554489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A33E1C0B-4974-735F-FBD5-FD0640925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489" y="3826995"/>
                  <a:ext cx="775113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FC42D65-C164-639A-9E49-5E7191BD98B9}"/>
                    </a:ext>
                  </a:extLst>
                </p:cNvPr>
                <p:cNvSpPr txBox="1"/>
                <p:nvPr/>
              </p:nvSpPr>
              <p:spPr>
                <a:xfrm>
                  <a:off x="6062315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0.2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FC42D65-C164-639A-9E49-5E7191BD9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2315" y="3826995"/>
                  <a:ext cx="775113" cy="52322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7B9CFCB-7C9F-8B2D-0BBE-5ED6C532DCFD}"/>
                    </a:ext>
                  </a:extLst>
                </p:cNvPr>
                <p:cNvSpPr txBox="1"/>
                <p:nvPr/>
              </p:nvSpPr>
              <p:spPr>
                <a:xfrm>
                  <a:off x="6570141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0.4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7B9CFCB-7C9F-8B2D-0BBE-5ED6C532D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0141" y="3826995"/>
                  <a:ext cx="775113" cy="52322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AEF9681-B550-1909-0391-F432001CD83B}"/>
                    </a:ext>
                  </a:extLst>
                </p:cNvPr>
                <p:cNvSpPr txBox="1"/>
                <p:nvPr/>
              </p:nvSpPr>
              <p:spPr>
                <a:xfrm>
                  <a:off x="7077967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0.6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AEF9681-B550-1909-0391-F432001CD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7967" y="3826995"/>
                  <a:ext cx="775113" cy="52322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93E4186-31DE-02CA-39F8-1AA336139FA4}"/>
                    </a:ext>
                  </a:extLst>
                </p:cNvPr>
                <p:cNvSpPr txBox="1"/>
                <p:nvPr/>
              </p:nvSpPr>
              <p:spPr>
                <a:xfrm>
                  <a:off x="7585793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93E4186-31DE-02CA-39F8-1AA336139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5793" y="3826995"/>
                  <a:ext cx="775113" cy="52322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1601BD1-307E-B105-7BC7-C873267EF728}"/>
                    </a:ext>
                  </a:extLst>
                </p:cNvPr>
                <p:cNvSpPr txBox="1"/>
                <p:nvPr/>
              </p:nvSpPr>
              <p:spPr>
                <a:xfrm>
                  <a:off x="8093621" y="3826995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1.0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1601BD1-307E-B105-7BC7-C873267EF7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3621" y="3826995"/>
                  <a:ext cx="775113" cy="52322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C5BAF33-E6EE-1D10-6259-8215CF1E9057}"/>
                    </a:ext>
                  </a:extLst>
                </p:cNvPr>
                <p:cNvSpPr txBox="1"/>
                <p:nvPr/>
              </p:nvSpPr>
              <p:spPr>
                <a:xfrm>
                  <a:off x="8436918" y="1053888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e>
                        </m:d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C5BAF33-E6EE-1D10-6259-8215CF1E9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1053888"/>
                  <a:ext cx="775113" cy="523220"/>
                </a:xfrm>
                <a:prstGeom prst="rect">
                  <a:avLst/>
                </a:prstGeom>
                <a:blipFill>
                  <a:blip r:embed="rId28"/>
                  <a:stretch>
                    <a:fillRect l="-3226" b="-69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73FE91A2-526D-5757-C98A-B633E9770A34}"/>
                    </a:ext>
                  </a:extLst>
                </p:cNvPr>
                <p:cNvSpPr txBox="1"/>
                <p:nvPr/>
              </p:nvSpPr>
              <p:spPr>
                <a:xfrm>
                  <a:off x="8436918" y="1369352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73FE91A2-526D-5757-C98A-B633E9770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1369352"/>
                  <a:ext cx="775113" cy="52469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0DFAF8-59CC-A363-31C1-A41B48118BAC}"/>
                    </a:ext>
                  </a:extLst>
                </p:cNvPr>
                <p:cNvSpPr txBox="1"/>
                <p:nvPr/>
              </p:nvSpPr>
              <p:spPr>
                <a:xfrm>
                  <a:off x="8436918" y="1686291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A0DFAF8-59CC-A363-31C1-A41B48118B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1686291"/>
                  <a:ext cx="775113" cy="52469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05ADE50-29F7-993D-10B3-2B8604F29D09}"/>
                    </a:ext>
                  </a:extLst>
                </p:cNvPr>
                <p:cNvSpPr txBox="1"/>
                <p:nvPr/>
              </p:nvSpPr>
              <p:spPr>
                <a:xfrm>
                  <a:off x="8436918" y="2003230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05ADE50-29F7-993D-10B3-2B8604F29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2003230"/>
                  <a:ext cx="775113" cy="52469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83D99A5-93FA-BE17-180E-53EA54ABB701}"/>
                    </a:ext>
                  </a:extLst>
                </p:cNvPr>
                <p:cNvSpPr txBox="1"/>
                <p:nvPr/>
              </p:nvSpPr>
              <p:spPr>
                <a:xfrm>
                  <a:off x="8436918" y="2320169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83D99A5-93FA-BE17-180E-53EA54ABB7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2320169"/>
                  <a:ext cx="775113" cy="52469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A6FFB1E-FC42-BE2D-6E6D-9DA5B55E287F}"/>
                    </a:ext>
                  </a:extLst>
                </p:cNvPr>
                <p:cNvSpPr txBox="1"/>
                <p:nvPr/>
              </p:nvSpPr>
              <p:spPr>
                <a:xfrm>
                  <a:off x="8436918" y="2637108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A6FFB1E-FC42-BE2D-6E6D-9DA5B55E28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2637108"/>
                  <a:ext cx="775113" cy="52469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C8A83A3-0509-959C-46AC-6F6452EC3C05}"/>
                    </a:ext>
                  </a:extLst>
                </p:cNvPr>
                <p:cNvSpPr txBox="1"/>
                <p:nvPr/>
              </p:nvSpPr>
              <p:spPr>
                <a:xfrm>
                  <a:off x="8436918" y="2954047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C8A83A3-0509-959C-46AC-6F6452EC3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2954047"/>
                  <a:ext cx="775113" cy="52469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DDE76F5-B168-2EEE-7D59-3C657FF2E7AF}"/>
                    </a:ext>
                  </a:extLst>
                </p:cNvPr>
                <p:cNvSpPr txBox="1"/>
                <p:nvPr/>
              </p:nvSpPr>
              <p:spPr>
                <a:xfrm>
                  <a:off x="8436918" y="3270986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DDE76F5-B168-2EEE-7D59-3C657FF2E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6918" y="3270986"/>
                  <a:ext cx="775113" cy="52469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BC0985D-4262-D02D-0A98-119EBF723697}"/>
                    </a:ext>
                  </a:extLst>
                </p:cNvPr>
                <p:cNvSpPr txBox="1"/>
                <p:nvPr/>
              </p:nvSpPr>
              <p:spPr>
                <a:xfrm>
                  <a:off x="8433001" y="3587928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BC0985D-4262-D02D-0A98-119EBF723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001" y="3587928"/>
                  <a:ext cx="775113" cy="52469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7152136-A77C-29AE-809B-FC79CF22A659}"/>
                    </a:ext>
                  </a:extLst>
                </p:cNvPr>
                <p:cNvSpPr txBox="1"/>
                <p:nvPr/>
              </p:nvSpPr>
              <p:spPr>
                <a:xfrm>
                  <a:off x="6877490" y="4246263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>
                            <a:latin typeface="Cambria Math" panose="02040503050406030204" pitchFamily="18" charset="0"/>
                          </a:rPr>
                          <m:t>ζ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7152136-A77C-29AE-809B-FC79CF22A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7490" y="4246263"/>
                  <a:ext cx="775113" cy="523220"/>
                </a:xfrm>
                <a:prstGeom prst="rect">
                  <a:avLst/>
                </a:prstGeom>
                <a:blipFill>
                  <a:blip r:embed="rId37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幅相">
              <a:extLst>
                <a:ext uri="{FF2B5EF4-FFF2-40B4-BE49-F238E27FC236}">
                  <a16:creationId xmlns:a16="http://schemas.microsoft.com/office/drawing/2014/main" id="{2886A7BD-0C1F-A200-980B-ED8F642EDA2A}"/>
                </a:ext>
              </a:extLst>
            </p:cNvPr>
            <p:cNvSpPr/>
            <p:nvPr/>
          </p:nvSpPr>
          <p:spPr>
            <a:xfrm flipV="1">
              <a:off x="5968114" y="2269850"/>
              <a:ext cx="2506186" cy="1585140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847310"/>
                <a:gd name="connsiteY0" fmla="*/ 1960636 h 1960636"/>
                <a:gd name="connsiteX1" fmla="*/ 1847310 w 1847310"/>
                <a:gd name="connsiteY1" fmla="*/ 0 h 19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7310" h="1960636">
                  <a:moveTo>
                    <a:pt x="0" y="1960636"/>
                  </a:moveTo>
                  <a:cubicBezTo>
                    <a:pt x="272834" y="1192652"/>
                    <a:pt x="426967" y="61671"/>
                    <a:pt x="1847310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幅相">
              <a:extLst>
                <a:ext uri="{FF2B5EF4-FFF2-40B4-BE49-F238E27FC236}">
                  <a16:creationId xmlns:a16="http://schemas.microsoft.com/office/drawing/2014/main" id="{F6BC3D33-ECAA-FAA3-B8D0-ECEA7DBB7D4E}"/>
                </a:ext>
              </a:extLst>
            </p:cNvPr>
            <p:cNvSpPr/>
            <p:nvPr/>
          </p:nvSpPr>
          <p:spPr>
            <a:xfrm flipV="1">
              <a:off x="5989884" y="1496418"/>
              <a:ext cx="2448130" cy="2319203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943597"/>
                <a:gd name="connsiteY0" fmla="*/ 419020 h 419021"/>
                <a:gd name="connsiteX1" fmla="*/ 1943597 w 1943597"/>
                <a:gd name="connsiteY1" fmla="*/ 181825 h 419021"/>
                <a:gd name="connsiteX0" fmla="*/ 0 w 1804517"/>
                <a:gd name="connsiteY0" fmla="*/ 106771 h 2975359"/>
                <a:gd name="connsiteX1" fmla="*/ 1804517 w 1804517"/>
                <a:gd name="connsiteY1" fmla="*/ 2975360 h 2975359"/>
                <a:gd name="connsiteX0" fmla="*/ 0 w 1804517"/>
                <a:gd name="connsiteY0" fmla="*/ 1 h 2868590"/>
                <a:gd name="connsiteX1" fmla="*/ 1804517 w 1804517"/>
                <a:gd name="connsiteY1" fmla="*/ 2868590 h 2868590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4517" h="2868589">
                  <a:moveTo>
                    <a:pt x="0" y="0"/>
                  </a:moveTo>
                  <a:cubicBezTo>
                    <a:pt x="294230" y="632313"/>
                    <a:pt x="844210" y="2301922"/>
                    <a:pt x="1804517" y="2868589"/>
                  </a:cubicBezTo>
                </a:path>
              </a:pathLst>
            </a:custGeom>
            <a:noFill/>
            <a:ln w="38100">
              <a:solidFill>
                <a:srgbClr val="2980B9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6000E9C3-3AFC-889C-32A6-408F039265C4}"/>
              </a:ext>
            </a:extLst>
          </p:cNvPr>
          <p:cNvCxnSpPr>
            <a:cxnSpLocks/>
          </p:cNvCxnSpPr>
          <p:nvPr/>
        </p:nvCxnSpPr>
        <p:spPr>
          <a:xfrm>
            <a:off x="8399462" y="3960000"/>
            <a:ext cx="1780117" cy="0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C0BB8812-AD10-0CCA-A6F5-BCCE2D25E9E8}"/>
              </a:ext>
            </a:extLst>
          </p:cNvPr>
          <p:cNvCxnSpPr>
            <a:cxnSpLocks/>
          </p:cNvCxnSpPr>
          <p:nvPr/>
        </p:nvCxnSpPr>
        <p:spPr>
          <a:xfrm>
            <a:off x="8399462" y="3960000"/>
            <a:ext cx="0" cy="1030723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小标题1">
            <a:extLst>
              <a:ext uri="{FF2B5EF4-FFF2-40B4-BE49-F238E27FC236}">
                <a16:creationId xmlns:a16="http://schemas.microsoft.com/office/drawing/2014/main" id="{94459EA8-F43E-6450-F7F7-7A5D5DAD5581}"/>
              </a:ext>
            </a:extLst>
          </p:cNvPr>
          <p:cNvSpPr/>
          <p:nvPr/>
        </p:nvSpPr>
        <p:spPr bwMode="auto">
          <a:xfrm>
            <a:off x="284561" y="4979877"/>
            <a:ext cx="1787180" cy="63106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查图法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B3BE56F-700D-C798-FF0C-9BEE1193DAC8}"/>
                  </a:ext>
                </a:extLst>
              </p:cNvPr>
              <p:cNvSpPr txBox="1"/>
              <p:nvPr/>
            </p:nvSpPr>
            <p:spPr>
              <a:xfrm>
                <a:off x="2351001" y="4982210"/>
                <a:ext cx="18046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solidFill>
                            <a:srgbClr val="2980B9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altLang="zh-CN" sz="2800" b="0" i="1" smtClean="0">
                          <a:solidFill>
                            <a:srgbClr val="2980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32.8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B3BE56F-700D-C798-FF0C-9BEE1193D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001" y="4982210"/>
                <a:ext cx="1804610" cy="523220"/>
              </a:xfrm>
              <a:prstGeom prst="rect">
                <a:avLst/>
              </a:prstGeom>
              <a:blipFill>
                <a:blip r:embed="rId38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413E8F9D-3848-12C7-2E8A-9C0A9B9F6535}"/>
              </a:ext>
            </a:extLst>
          </p:cNvPr>
          <p:cNvCxnSpPr>
            <a:cxnSpLocks/>
          </p:cNvCxnSpPr>
          <p:nvPr/>
        </p:nvCxnSpPr>
        <p:spPr>
          <a:xfrm flipH="1">
            <a:off x="7653128" y="4475361"/>
            <a:ext cx="746334" cy="0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7CFA625-CA33-30D4-8B6D-524C2F83EA08}"/>
                  </a:ext>
                </a:extLst>
              </p:cNvPr>
              <p:cNvSpPr txBox="1"/>
              <p:nvPr/>
            </p:nvSpPr>
            <p:spPr>
              <a:xfrm>
                <a:off x="2299851" y="5551687"/>
                <a:ext cx="18557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latin typeface="Cambria Math" panose="02040503050406030204" pitchFamily="18" charset="0"/>
                        </a:rPr>
                        <m:t>ζ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=0.29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7CFA625-CA33-30D4-8B6D-524C2F83E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851" y="5551687"/>
                <a:ext cx="1855760" cy="523220"/>
              </a:xfrm>
              <a:prstGeom prst="rect">
                <a:avLst/>
              </a:prstGeom>
              <a:blipFill>
                <a:blip r:embed="rId3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317D0E7-918D-8DB8-747B-C8EB3FA868E2}"/>
                  </a:ext>
                </a:extLst>
              </p:cNvPr>
              <p:cNvSpPr txBox="1"/>
              <p:nvPr/>
            </p:nvSpPr>
            <p:spPr>
              <a:xfrm>
                <a:off x="3982383" y="4990723"/>
                <a:ext cx="18571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zh-CN" altLang="en-US" sz="2800" smtClean="0">
                          <a:latin typeface="Cambria Math" panose="02040503050406030204" pitchFamily="18" charset="0"/>
                        </a:rPr>
                        <m:t>ζ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=0.29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317D0E7-918D-8DB8-747B-C8EB3FA86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383" y="4990723"/>
                <a:ext cx="1857152" cy="523220"/>
              </a:xfrm>
              <a:prstGeom prst="rect">
                <a:avLst/>
              </a:prstGeom>
              <a:blipFill>
                <a:blip r:embed="rId40"/>
                <a:stretch>
                  <a:fillRect r="-136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802D599-6E52-6576-FEC6-A29DDC007BD1}"/>
                  </a:ext>
                </a:extLst>
              </p:cNvPr>
              <p:cNvSpPr txBox="1"/>
              <p:nvPr/>
            </p:nvSpPr>
            <p:spPr>
              <a:xfrm>
                <a:off x="3963687" y="5565383"/>
                <a:ext cx="23615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=37%</m:t>
                      </m:r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0802D599-6E52-6576-FEC6-A29DDC007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687" y="5565383"/>
                <a:ext cx="2361563" cy="523220"/>
              </a:xfrm>
              <a:prstGeom prst="rect">
                <a:avLst/>
              </a:prstGeom>
              <a:blipFill>
                <a:blip r:embed="rId41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662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60" grpId="0"/>
      <p:bldP spid="47" grpId="0"/>
      <p:bldP spid="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/>
              <p:nvPr/>
            </p:nvSpPr>
            <p:spPr bwMode="auto">
              <a:xfrm>
                <a:off x="252676" y="1044703"/>
                <a:ext cx="7422023" cy="631061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已知系统结构图，求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，并确定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zh-CN" altLang="en-US" sz="3200" b="1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676" y="1044703"/>
                <a:ext cx="7422023" cy="6310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重要1">
            <a:extLst>
              <a:ext uri="{FF2B5EF4-FFF2-40B4-BE49-F238E27FC236}">
                <a16:creationId xmlns:a16="http://schemas.microsoft.com/office/drawing/2014/main" id="{43EC94E4-268F-CCF2-ABF2-824B4FC61978}"/>
              </a:ext>
            </a:extLst>
          </p:cNvPr>
          <p:cNvSpPr txBox="1"/>
          <p:nvPr/>
        </p:nvSpPr>
        <p:spPr>
          <a:xfrm>
            <a:off x="294235" y="1851851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方框">
                <a:extLst>
                  <a:ext uri="{FF2B5EF4-FFF2-40B4-BE49-F238E27FC236}">
                    <a16:creationId xmlns:a16="http://schemas.microsoft.com/office/drawing/2014/main" id="{9DC16B38-0BD5-2C13-35CB-70CD64636994}"/>
                  </a:ext>
                </a:extLst>
              </p:cNvPr>
              <p:cNvSpPr/>
              <p:nvPr/>
            </p:nvSpPr>
            <p:spPr>
              <a:xfrm>
                <a:off x="9224876" y="542658"/>
                <a:ext cx="1547351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/20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9" name="方框">
                <a:extLst>
                  <a:ext uri="{FF2B5EF4-FFF2-40B4-BE49-F238E27FC236}">
                    <a16:creationId xmlns:a16="http://schemas.microsoft.com/office/drawing/2014/main" id="{9DC16B38-0BD5-2C13-35CB-70CD64636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876" y="542658"/>
                <a:ext cx="1547351" cy="72000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信号1">
            <a:extLst>
              <a:ext uri="{FF2B5EF4-FFF2-40B4-BE49-F238E27FC236}">
                <a16:creationId xmlns:a16="http://schemas.microsoft.com/office/drawing/2014/main" id="{C7BD41C6-0F59-5036-DB88-37741919A1E8}"/>
              </a:ext>
            </a:extLst>
          </p:cNvPr>
          <p:cNvCxnSpPr>
            <a:cxnSpLocks/>
            <a:endCxn id="94" idx="2"/>
          </p:cNvCxnSpPr>
          <p:nvPr/>
        </p:nvCxnSpPr>
        <p:spPr>
          <a:xfrm>
            <a:off x="8057245" y="900703"/>
            <a:ext cx="59844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标签1">
                <a:extLst>
                  <a:ext uri="{FF2B5EF4-FFF2-40B4-BE49-F238E27FC236}">
                    <a16:creationId xmlns:a16="http://schemas.microsoft.com/office/drawing/2014/main" id="{FBF03121-F998-A3A3-401C-6BEBEC013356}"/>
                  </a:ext>
                </a:extLst>
              </p:cNvPr>
              <p:cNvSpPr txBox="1"/>
              <p:nvPr/>
            </p:nvSpPr>
            <p:spPr>
              <a:xfrm>
                <a:off x="7866831" y="379438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1" name="标签1">
                <a:extLst>
                  <a:ext uri="{FF2B5EF4-FFF2-40B4-BE49-F238E27FC236}">
                    <a16:creationId xmlns:a16="http://schemas.microsoft.com/office/drawing/2014/main" id="{FBF03121-F998-A3A3-401C-6BEBEC013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831" y="379438"/>
                <a:ext cx="936104" cy="523220"/>
              </a:xfrm>
              <a:prstGeom prst="rect">
                <a:avLst/>
              </a:prstGeom>
              <a:blipFill>
                <a:blip r:embed="rId5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信号3">
            <a:extLst>
              <a:ext uri="{FF2B5EF4-FFF2-40B4-BE49-F238E27FC236}">
                <a16:creationId xmlns:a16="http://schemas.microsoft.com/office/drawing/2014/main" id="{6F69475F-29D0-09D7-0F4E-93D47D42A3E0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10772227" y="902658"/>
            <a:ext cx="110805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标签2">
                <a:extLst>
                  <a:ext uri="{FF2B5EF4-FFF2-40B4-BE49-F238E27FC236}">
                    <a16:creationId xmlns:a16="http://schemas.microsoft.com/office/drawing/2014/main" id="{94A5CCAE-1184-80EE-EE4C-1E8AB7FC2A98}"/>
                  </a:ext>
                </a:extLst>
              </p:cNvPr>
              <p:cNvSpPr txBox="1"/>
              <p:nvPr/>
            </p:nvSpPr>
            <p:spPr>
              <a:xfrm>
                <a:off x="10877289" y="387344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3" name="标签2">
                <a:extLst>
                  <a:ext uri="{FF2B5EF4-FFF2-40B4-BE49-F238E27FC236}">
                    <a16:creationId xmlns:a16="http://schemas.microsoft.com/office/drawing/2014/main" id="{94A5CCAE-1184-80EE-EE4C-1E8AB7FC2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289" y="387344"/>
                <a:ext cx="93610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sum">
            <a:extLst>
              <a:ext uri="{FF2B5EF4-FFF2-40B4-BE49-F238E27FC236}">
                <a16:creationId xmlns:a16="http://schemas.microsoft.com/office/drawing/2014/main" id="{320FF89B-AB28-8B3D-8BA6-3B1A89A10320}"/>
              </a:ext>
            </a:extLst>
          </p:cNvPr>
          <p:cNvSpPr/>
          <p:nvPr/>
        </p:nvSpPr>
        <p:spPr>
          <a:xfrm>
            <a:off x="8655685" y="756703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负号">
                <a:extLst>
                  <a:ext uri="{FF2B5EF4-FFF2-40B4-BE49-F238E27FC236}">
                    <a16:creationId xmlns:a16="http://schemas.microsoft.com/office/drawing/2014/main" id="{1EB4109C-1430-1450-A6E4-BD414BA2AB7F}"/>
                  </a:ext>
                </a:extLst>
              </p:cNvPr>
              <p:cNvSpPr txBox="1"/>
              <p:nvPr/>
            </p:nvSpPr>
            <p:spPr>
              <a:xfrm>
                <a:off x="8258805" y="935634"/>
                <a:ext cx="594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5" name="负号">
                <a:extLst>
                  <a:ext uri="{FF2B5EF4-FFF2-40B4-BE49-F238E27FC236}">
                    <a16:creationId xmlns:a16="http://schemas.microsoft.com/office/drawing/2014/main" id="{1EB4109C-1430-1450-A6E4-BD414BA2A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805" y="935634"/>
                <a:ext cx="59488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信号4">
            <a:extLst>
              <a:ext uri="{FF2B5EF4-FFF2-40B4-BE49-F238E27FC236}">
                <a16:creationId xmlns:a16="http://schemas.microsoft.com/office/drawing/2014/main" id="{E9EFFE6B-C096-620D-C4D7-BC01BB737E98}"/>
              </a:ext>
            </a:extLst>
          </p:cNvPr>
          <p:cNvCxnSpPr>
            <a:cxnSpLocks/>
            <a:endCxn id="94" idx="4"/>
          </p:cNvCxnSpPr>
          <p:nvPr/>
        </p:nvCxnSpPr>
        <p:spPr>
          <a:xfrm rot="10800000" flipV="1">
            <a:off x="8799685" y="922655"/>
            <a:ext cx="2513476" cy="122048"/>
          </a:xfrm>
          <a:prstGeom prst="bentConnector4">
            <a:avLst>
              <a:gd name="adj1" fmla="val 874"/>
              <a:gd name="adj2" fmla="val 4075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信号2">
            <a:extLst>
              <a:ext uri="{FF2B5EF4-FFF2-40B4-BE49-F238E27FC236}">
                <a16:creationId xmlns:a16="http://schemas.microsoft.com/office/drawing/2014/main" id="{C821563D-BE65-AD24-6DC9-760C5916739E}"/>
              </a:ext>
            </a:extLst>
          </p:cNvPr>
          <p:cNvCxnSpPr>
            <a:cxnSpLocks/>
            <a:stCxn id="94" idx="6"/>
            <a:endCxn id="89" idx="1"/>
          </p:cNvCxnSpPr>
          <p:nvPr/>
        </p:nvCxnSpPr>
        <p:spPr>
          <a:xfrm>
            <a:off x="8943685" y="900703"/>
            <a:ext cx="281191" cy="19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说明3">
                <a:extLst>
                  <a:ext uri="{FF2B5EF4-FFF2-40B4-BE49-F238E27FC236}">
                    <a16:creationId xmlns:a16="http://schemas.microsoft.com/office/drawing/2014/main" id="{610B5032-E8E1-B767-BD47-F16CF1A3D85C}"/>
                  </a:ext>
                </a:extLst>
              </p:cNvPr>
              <p:cNvSpPr txBox="1"/>
              <p:nvPr/>
            </p:nvSpPr>
            <p:spPr>
              <a:xfrm>
                <a:off x="1311795" y="1868197"/>
                <a:ext cx="2574827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>
                    <a:solidFill>
                      <a:srgbClr val="2980B9"/>
                    </a:solidFill>
                  </a:rPr>
                  <a:t>绘制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kumimoji="1" lang="zh-CN" altLang="en-US" sz="2800">
                    <a:solidFill>
                      <a:srgbClr val="2980B9"/>
                    </a:solidFill>
                  </a:rPr>
                  <a:t>曲线</a:t>
                </a:r>
              </a:p>
            </p:txBody>
          </p:sp>
        </mc:Choice>
        <mc:Fallback xmlns="">
          <p:sp>
            <p:nvSpPr>
              <p:cNvPr id="113" name="说明3">
                <a:extLst>
                  <a:ext uri="{FF2B5EF4-FFF2-40B4-BE49-F238E27FC236}">
                    <a16:creationId xmlns:a16="http://schemas.microsoft.com/office/drawing/2014/main" id="{610B5032-E8E1-B767-BD47-F16CF1A3D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5" y="1868197"/>
                <a:ext cx="2574827" cy="578882"/>
              </a:xfrm>
              <a:prstGeom prst="flowChartAlternateProcess">
                <a:avLst/>
              </a:prstGeom>
              <a:blipFill>
                <a:blip r:embed="rId8"/>
                <a:stretch>
                  <a:fillRect l="-3398" t="-4082" b="-20408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8EFDD9D-B11A-73CC-428A-96B7FBBEF989}"/>
                  </a:ext>
                </a:extLst>
              </p:cNvPr>
              <p:cNvSpPr txBox="1"/>
              <p:nvPr/>
            </p:nvSpPr>
            <p:spPr>
              <a:xfrm>
                <a:off x="178521" y="2757932"/>
                <a:ext cx="3051421" cy="851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8EFDD9D-B11A-73CC-428A-96B7FBBEF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21" y="2757932"/>
                <a:ext cx="3051421" cy="851965"/>
              </a:xfrm>
              <a:prstGeom prst="rect">
                <a:avLst/>
              </a:prstGeom>
              <a:blipFill>
                <a:blip r:embed="rId9"/>
                <a:stretch>
                  <a:fillRect l="-826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686ADB88-F04C-B07C-C1CB-43C2D5289001}"/>
                  </a:ext>
                </a:extLst>
              </p:cNvPr>
              <p:cNvSpPr txBox="1"/>
              <p:nvPr/>
            </p:nvSpPr>
            <p:spPr>
              <a:xfrm>
                <a:off x="1783451" y="2772328"/>
                <a:ext cx="3911302" cy="57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20×48</m:t>
                          </m:r>
                        </m:e>
                      </m:rad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31</m:t>
                      </m:r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686ADB88-F04C-B07C-C1CB-43C2D5289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451" y="2772328"/>
                <a:ext cx="3911302" cy="5739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CFBDC59-54A3-C6A0-0DAD-3E18AE094BFD}"/>
                  </a:ext>
                </a:extLst>
              </p:cNvPr>
              <p:cNvSpPr txBox="1"/>
              <p:nvPr/>
            </p:nvSpPr>
            <p:spPr>
              <a:xfrm>
                <a:off x="193777" y="3624293"/>
                <a:ext cx="4440073" cy="704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3CFBDC59-54A3-C6A0-0DAD-3E18AE094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77" y="3624293"/>
                <a:ext cx="4440073" cy="704295"/>
              </a:xfrm>
              <a:prstGeom prst="rect">
                <a:avLst/>
              </a:prstGeom>
              <a:blipFill>
                <a:blip r:embed="rId11"/>
                <a:stretch>
                  <a:fillRect l="-571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5141DB6-B0C4-A12D-C41E-77545F69EB8F}"/>
                  </a:ext>
                </a:extLst>
              </p:cNvPr>
              <p:cNvSpPr txBox="1"/>
              <p:nvPr/>
            </p:nvSpPr>
            <p:spPr>
              <a:xfrm>
                <a:off x="262838" y="4311327"/>
                <a:ext cx="38927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57.2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32.8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05141DB6-B0C4-A12D-C41E-77545F69E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38" y="4311327"/>
                <a:ext cx="389277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小标题1">
            <a:extLst>
              <a:ext uri="{FF2B5EF4-FFF2-40B4-BE49-F238E27FC236}">
                <a16:creationId xmlns:a16="http://schemas.microsoft.com/office/drawing/2014/main" id="{94459EA8-F43E-6450-F7F7-7A5D5DAD5581}"/>
              </a:ext>
            </a:extLst>
          </p:cNvPr>
          <p:cNvSpPr/>
          <p:nvPr/>
        </p:nvSpPr>
        <p:spPr bwMode="auto">
          <a:xfrm>
            <a:off x="284561" y="4979877"/>
            <a:ext cx="1787180" cy="63106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+mn-ea"/>
              </a:rPr>
              <a:t>查图法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B3BE56F-700D-C798-FF0C-9BEE1193DAC8}"/>
                  </a:ext>
                </a:extLst>
              </p:cNvPr>
              <p:cNvSpPr txBox="1"/>
              <p:nvPr/>
            </p:nvSpPr>
            <p:spPr>
              <a:xfrm>
                <a:off x="2351000" y="4982210"/>
                <a:ext cx="34308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solidFill>
                            <a:srgbClr val="2980B9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altLang="zh-CN" sz="2800" b="0" i="1" smtClean="0">
                          <a:solidFill>
                            <a:srgbClr val="2980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32.8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zh-CN" altLang="en-US" sz="2800" smtClean="0">
                          <a:latin typeface="Cambria Math" panose="02040503050406030204" pitchFamily="18" charset="0"/>
                        </a:rPr>
                        <m:t>ζ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=0.29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B3BE56F-700D-C798-FF0C-9BEE1193D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000" y="4982210"/>
                <a:ext cx="3430809" cy="523220"/>
              </a:xfrm>
              <a:prstGeom prst="rect">
                <a:avLst/>
              </a:prstGeom>
              <a:blipFill>
                <a:blip r:embed="rId13"/>
                <a:stretch>
                  <a:fillRect l="-369" r="-369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7CFA625-CA33-30D4-8B6D-524C2F83EA08}"/>
                  </a:ext>
                </a:extLst>
              </p:cNvPr>
              <p:cNvSpPr txBox="1"/>
              <p:nvPr/>
            </p:nvSpPr>
            <p:spPr>
              <a:xfrm>
                <a:off x="2299850" y="5551687"/>
                <a:ext cx="3711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latin typeface="Cambria Math" panose="02040503050406030204" pitchFamily="18" charset="0"/>
                        </a:rPr>
                        <m:t>ζ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=0.29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=37%</m:t>
                      </m:r>
                    </m:oMath>
                  </m:oMathPara>
                </a14:m>
                <a:endParaRPr lang="zh-CN" altLang="en-US" sz="280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E7CFA625-CA33-30D4-8B6D-524C2F83E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850" y="5551687"/>
                <a:ext cx="3711519" cy="523220"/>
              </a:xfrm>
              <a:prstGeom prst="rect">
                <a:avLst/>
              </a:prstGeom>
              <a:blipFill>
                <a:blip r:embed="rId14"/>
                <a:stretch>
                  <a:fillRect l="-680" r="-34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组合 46">
            <a:extLst>
              <a:ext uri="{FF2B5EF4-FFF2-40B4-BE49-F238E27FC236}">
                <a16:creationId xmlns:a16="http://schemas.microsoft.com/office/drawing/2014/main" id="{D6923604-F06E-43F4-BC97-7A90BADCF9E1}"/>
              </a:ext>
            </a:extLst>
          </p:cNvPr>
          <p:cNvGrpSpPr/>
          <p:nvPr/>
        </p:nvGrpSpPr>
        <p:grpSpPr>
          <a:xfrm>
            <a:off x="6887294" y="2233685"/>
            <a:ext cx="3763423" cy="3715595"/>
            <a:chOff x="8579615" y="1033822"/>
            <a:chExt cx="3763423" cy="37155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E1E2F418-8B11-9913-84C8-90F5D8CE0938}"/>
                    </a:ext>
                  </a:extLst>
                </p:cNvPr>
                <p:cNvSpPr txBox="1"/>
                <p:nvPr/>
              </p:nvSpPr>
              <p:spPr>
                <a:xfrm>
                  <a:off x="8598030" y="103382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E1E2F418-8B11-9913-84C8-90F5D8CE09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1033822"/>
                  <a:ext cx="775113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AA72656-2438-DF42-FB0D-89223F57D6FD}"/>
                    </a:ext>
                  </a:extLst>
                </p:cNvPr>
                <p:cNvSpPr txBox="1"/>
                <p:nvPr/>
              </p:nvSpPr>
              <p:spPr>
                <a:xfrm>
                  <a:off x="8598030" y="159694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AA72656-2438-DF42-FB0D-89223F57D6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1596942"/>
                  <a:ext cx="775113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C4A7C93-2B31-2D8C-0B6D-F790D5110B27}"/>
                    </a:ext>
                  </a:extLst>
                </p:cNvPr>
                <p:cNvSpPr txBox="1"/>
                <p:nvPr/>
              </p:nvSpPr>
              <p:spPr>
                <a:xfrm>
                  <a:off x="8598030" y="187850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6C4A7C93-2B31-2D8C-0B6D-F790D5110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1878502"/>
                  <a:ext cx="775113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1B2C5AB3-4753-4138-241D-5F94B9932AC7}"/>
                    </a:ext>
                  </a:extLst>
                </p:cNvPr>
                <p:cNvSpPr txBox="1"/>
                <p:nvPr/>
              </p:nvSpPr>
              <p:spPr>
                <a:xfrm>
                  <a:off x="8598030" y="216006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1B2C5AB3-4753-4138-241D-5F94B9932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2160062"/>
                  <a:ext cx="775113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4FF1233-D159-82BF-6C27-49F5A6CF0915}"/>
                    </a:ext>
                  </a:extLst>
                </p:cNvPr>
                <p:cNvSpPr txBox="1"/>
                <p:nvPr/>
              </p:nvSpPr>
              <p:spPr>
                <a:xfrm>
                  <a:off x="8598030" y="244162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B4FF1233-D159-82BF-6C27-49F5A6CF0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2441622"/>
                  <a:ext cx="77511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92483323-4879-E0F2-52A7-C86ECE29FB83}"/>
                    </a:ext>
                  </a:extLst>
                </p:cNvPr>
                <p:cNvSpPr txBox="1"/>
                <p:nvPr/>
              </p:nvSpPr>
              <p:spPr>
                <a:xfrm>
                  <a:off x="8598030" y="272318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92483323-4879-E0F2-52A7-C86ECE29FB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2723182"/>
                  <a:ext cx="775113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A41F7A9A-11A9-E018-ECB5-430EF828B6C1}"/>
                    </a:ext>
                  </a:extLst>
                </p:cNvPr>
                <p:cNvSpPr txBox="1"/>
                <p:nvPr/>
              </p:nvSpPr>
              <p:spPr>
                <a:xfrm>
                  <a:off x="8598030" y="300474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A41F7A9A-11A9-E018-ECB5-430EF828B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030" y="3004742"/>
                  <a:ext cx="775113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C36C675-DCFC-293F-B069-8DCB285CA9EF}"/>
                    </a:ext>
                  </a:extLst>
                </p:cNvPr>
                <p:cNvSpPr txBox="1"/>
                <p:nvPr/>
              </p:nvSpPr>
              <p:spPr>
                <a:xfrm>
                  <a:off x="8587277" y="3569337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AC36C675-DCFC-293F-B069-8DCB285CA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7277" y="3569337"/>
                  <a:ext cx="775113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3551ED35-E30F-0B70-6DA9-93002052F138}"/>
                    </a:ext>
                  </a:extLst>
                </p:cNvPr>
                <p:cNvSpPr txBox="1"/>
                <p:nvPr/>
              </p:nvSpPr>
              <p:spPr>
                <a:xfrm>
                  <a:off x="8603351" y="131538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3551ED35-E30F-0B70-6DA9-93002052F1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3351" y="1315382"/>
                  <a:ext cx="775113" cy="52322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B6AAA36E-0E8B-F901-C592-2209965B662E}"/>
                    </a:ext>
                  </a:extLst>
                </p:cNvPr>
                <p:cNvSpPr txBox="1"/>
                <p:nvPr/>
              </p:nvSpPr>
              <p:spPr>
                <a:xfrm>
                  <a:off x="9028793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B6AAA36E-0E8B-F901-C592-2209965B66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8793" y="3806929"/>
                  <a:ext cx="775113" cy="52322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7E247DE-0911-CFB2-24BB-E05A72A37B6B}"/>
                    </a:ext>
                  </a:extLst>
                </p:cNvPr>
                <p:cNvSpPr txBox="1"/>
                <p:nvPr/>
              </p:nvSpPr>
              <p:spPr>
                <a:xfrm>
                  <a:off x="9451982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7E247DE-0911-CFB2-24BB-E05A72A37B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1982" y="3806929"/>
                  <a:ext cx="775113" cy="52322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7F73B0F5-62FB-E808-C46C-0D1FE06DA9B1}"/>
                    </a:ext>
                  </a:extLst>
                </p:cNvPr>
                <p:cNvSpPr txBox="1"/>
                <p:nvPr/>
              </p:nvSpPr>
              <p:spPr>
                <a:xfrm>
                  <a:off x="9875171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7F73B0F5-62FB-E808-C46C-0D1FE06DA9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171" y="3806929"/>
                  <a:ext cx="775113" cy="52322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682588F-0903-4C1A-036C-F521E8065ABF}"/>
                    </a:ext>
                  </a:extLst>
                </p:cNvPr>
                <p:cNvSpPr txBox="1"/>
                <p:nvPr/>
              </p:nvSpPr>
              <p:spPr>
                <a:xfrm>
                  <a:off x="10298360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E682588F-0903-4C1A-036C-F521E8065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360" y="3806929"/>
                  <a:ext cx="775113" cy="52322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27E14A3-F9A0-6D2B-732A-0D3C9AE7F39B}"/>
                    </a:ext>
                  </a:extLst>
                </p:cNvPr>
                <p:cNvSpPr txBox="1"/>
                <p:nvPr/>
              </p:nvSpPr>
              <p:spPr>
                <a:xfrm>
                  <a:off x="10721549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27E14A3-F9A0-6D2B-732A-0D3C9AE7F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549" y="3806929"/>
                  <a:ext cx="775113" cy="52322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9AC52A8-7FA5-8824-8C4A-A96FAA3DCBA4}"/>
                    </a:ext>
                  </a:extLst>
                </p:cNvPr>
                <p:cNvSpPr txBox="1"/>
                <p:nvPr/>
              </p:nvSpPr>
              <p:spPr>
                <a:xfrm>
                  <a:off x="11567925" y="3806929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9AC52A8-7FA5-8824-8C4A-A96FAA3DCB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7925" y="3806929"/>
                  <a:ext cx="775113" cy="52322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7B0F207E-1367-D6B2-8DB1-E470DB219CF0}"/>
                    </a:ext>
                  </a:extLst>
                </p:cNvPr>
                <p:cNvSpPr txBox="1"/>
                <p:nvPr/>
              </p:nvSpPr>
              <p:spPr>
                <a:xfrm>
                  <a:off x="10351794" y="4226197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e>
                        </m:d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7B0F207E-1367-D6B2-8DB1-E470DB219C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1794" y="4226197"/>
                  <a:ext cx="775113" cy="523220"/>
                </a:xfrm>
                <a:prstGeom prst="rect">
                  <a:avLst/>
                </a:prstGeom>
                <a:blipFill>
                  <a:blip r:embed="rId30"/>
                  <a:stretch>
                    <a:fillRect l="-4839" b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幅相">
              <a:extLst>
                <a:ext uri="{FF2B5EF4-FFF2-40B4-BE49-F238E27FC236}">
                  <a16:creationId xmlns:a16="http://schemas.microsoft.com/office/drawing/2014/main" id="{289AB2E0-ED43-1827-D998-A9FD0EE25579}"/>
                </a:ext>
              </a:extLst>
            </p:cNvPr>
            <p:cNvSpPr/>
            <p:nvPr/>
          </p:nvSpPr>
          <p:spPr>
            <a:xfrm flipV="1">
              <a:off x="9466531" y="1507748"/>
              <a:ext cx="2419100" cy="2209254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558451"/>
                <a:gd name="connsiteY0" fmla="*/ 2660823 h 2660823"/>
                <a:gd name="connsiteX1" fmla="*/ 1558451 w 1558451"/>
                <a:gd name="connsiteY1" fmla="*/ 40 h 2660823"/>
                <a:gd name="connsiteX0" fmla="*/ 0 w 1558451"/>
                <a:gd name="connsiteY0" fmla="*/ 2660783 h 2660783"/>
                <a:gd name="connsiteX1" fmla="*/ 1558451 w 1558451"/>
                <a:gd name="connsiteY1" fmla="*/ 0 h 2660783"/>
                <a:gd name="connsiteX0" fmla="*/ 0 w 1558451"/>
                <a:gd name="connsiteY0" fmla="*/ 2660783 h 2660783"/>
                <a:gd name="connsiteX1" fmla="*/ 1558451 w 1558451"/>
                <a:gd name="connsiteY1" fmla="*/ 0 h 2660783"/>
                <a:gd name="connsiteX0" fmla="*/ 0 w 1654737"/>
                <a:gd name="connsiteY0" fmla="*/ 2588973 h 2588973"/>
                <a:gd name="connsiteX1" fmla="*/ 1654737 w 1654737"/>
                <a:gd name="connsiteY1" fmla="*/ 0 h 2588973"/>
                <a:gd name="connsiteX0" fmla="*/ 0 w 1783119"/>
                <a:gd name="connsiteY0" fmla="*/ 2732593 h 2732593"/>
                <a:gd name="connsiteX1" fmla="*/ 1783119 w 1783119"/>
                <a:gd name="connsiteY1" fmla="*/ 0 h 2732593"/>
                <a:gd name="connsiteX0" fmla="*/ 0 w 1783119"/>
                <a:gd name="connsiteY0" fmla="*/ 2732593 h 2732593"/>
                <a:gd name="connsiteX1" fmla="*/ 1783119 w 1783119"/>
                <a:gd name="connsiteY1" fmla="*/ 0 h 2732593"/>
                <a:gd name="connsiteX0" fmla="*/ 0 w 1783119"/>
                <a:gd name="connsiteY0" fmla="*/ 2732593 h 2732593"/>
                <a:gd name="connsiteX1" fmla="*/ 1783119 w 1783119"/>
                <a:gd name="connsiteY1" fmla="*/ 0 h 2732593"/>
                <a:gd name="connsiteX0" fmla="*/ 0 w 1783119"/>
                <a:gd name="connsiteY0" fmla="*/ 2732593 h 2732593"/>
                <a:gd name="connsiteX1" fmla="*/ 1783119 w 1783119"/>
                <a:gd name="connsiteY1" fmla="*/ 0 h 273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83119" h="2732593">
                  <a:moveTo>
                    <a:pt x="0" y="2732593"/>
                  </a:moveTo>
                  <a:cubicBezTo>
                    <a:pt x="272835" y="851553"/>
                    <a:pt x="790715" y="528434"/>
                    <a:pt x="1783119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3413D8DA-BF59-3B8F-A87D-956CE49986A1}"/>
                </a:ext>
              </a:extLst>
            </p:cNvPr>
            <p:cNvGrpSpPr/>
            <p:nvPr/>
          </p:nvGrpSpPr>
          <p:grpSpPr>
            <a:xfrm>
              <a:off x="9418183" y="1315544"/>
              <a:ext cx="2527591" cy="2520280"/>
              <a:chOff x="9418183" y="1315544"/>
              <a:chExt cx="2527591" cy="2520280"/>
            </a:xfrm>
          </p:grpSpPr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95A84E22-1F4A-0E12-A35B-FFCA02ABB553}"/>
                  </a:ext>
                </a:extLst>
              </p:cNvPr>
              <p:cNvSpPr/>
              <p:nvPr/>
            </p:nvSpPr>
            <p:spPr>
              <a:xfrm>
                <a:off x="9425494" y="1315544"/>
                <a:ext cx="2520280" cy="252028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75" name="直线连接符 74">
                <a:extLst>
                  <a:ext uri="{FF2B5EF4-FFF2-40B4-BE49-F238E27FC236}">
                    <a16:creationId xmlns:a16="http://schemas.microsoft.com/office/drawing/2014/main" id="{AD6DAE78-AC6E-0EEE-B27C-53B360826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2156543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线连接符 75">
                <a:extLst>
                  <a:ext uri="{FF2B5EF4-FFF2-40B4-BE49-F238E27FC236}">
                    <a16:creationId xmlns:a16="http://schemas.microsoft.com/office/drawing/2014/main" id="{EC37BD30-9B62-F636-683A-EFC74E93FD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2436876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线连接符 76">
                <a:extLst>
                  <a:ext uri="{FF2B5EF4-FFF2-40B4-BE49-F238E27FC236}">
                    <a16:creationId xmlns:a16="http://schemas.microsoft.com/office/drawing/2014/main" id="{FBFA55D2-B099-F507-F316-626F056ACA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2717209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线连接符 77">
                <a:extLst>
                  <a:ext uri="{FF2B5EF4-FFF2-40B4-BE49-F238E27FC236}">
                    <a16:creationId xmlns:a16="http://schemas.microsoft.com/office/drawing/2014/main" id="{B0E4A73F-3194-17C6-4C7D-A54892E4BC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2997542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线连接符 78">
                <a:extLst>
                  <a:ext uri="{FF2B5EF4-FFF2-40B4-BE49-F238E27FC236}">
                    <a16:creationId xmlns:a16="http://schemas.microsoft.com/office/drawing/2014/main" id="{8EBB42B4-60CA-1A02-7391-7D5B75062B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3277875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线连接符 79">
                <a:extLst>
                  <a:ext uri="{FF2B5EF4-FFF2-40B4-BE49-F238E27FC236}">
                    <a16:creationId xmlns:a16="http://schemas.microsoft.com/office/drawing/2014/main" id="{B334EFEC-4829-E724-B7ED-B388B907D5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1595877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线连接符 80">
                <a:extLst>
                  <a:ext uri="{FF2B5EF4-FFF2-40B4-BE49-F238E27FC236}">
                    <a16:creationId xmlns:a16="http://schemas.microsoft.com/office/drawing/2014/main" id="{BDE872FB-F6CC-6449-E07D-CF89C7D90F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1876210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A927C7AB-91C4-08EA-8EB3-852C48DAAF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7007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19DA4C2B-B575-C1B0-6798-7C9FFC986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78323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3232FBB9-C221-2B96-C41C-4D115AE5F3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98981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线连接符 84">
                <a:extLst>
                  <a:ext uri="{FF2B5EF4-FFF2-40B4-BE49-F238E27FC236}">
                    <a16:creationId xmlns:a16="http://schemas.microsoft.com/office/drawing/2014/main" id="{087DC978-17FE-2E2B-8E7C-C5C71393E7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19639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线连接符 85">
                <a:extLst>
                  <a:ext uri="{FF2B5EF4-FFF2-40B4-BE49-F238E27FC236}">
                    <a16:creationId xmlns:a16="http://schemas.microsoft.com/office/drawing/2014/main" id="{47DED802-3562-603F-5660-8B8150D750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7665" y="1315544"/>
                <a:ext cx="0" cy="252028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线连接符 86">
                <a:extLst>
                  <a:ext uri="{FF2B5EF4-FFF2-40B4-BE49-F238E27FC236}">
                    <a16:creationId xmlns:a16="http://schemas.microsoft.com/office/drawing/2014/main" id="{51F41EA2-6B54-CC1D-AA99-FBE524C6A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8183" y="3558208"/>
                <a:ext cx="25202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CB9BA17-5F30-281F-084C-9AE6BE41483E}"/>
                    </a:ext>
                  </a:extLst>
                </p:cNvPr>
                <p:cNvSpPr txBox="1"/>
                <p:nvPr/>
              </p:nvSpPr>
              <p:spPr>
                <a:xfrm>
                  <a:off x="8579615" y="3286302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CB9BA17-5F30-281F-084C-9AE6BE4148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9615" y="3286302"/>
                  <a:ext cx="775113" cy="52469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976E2276-02B2-6793-AC63-2FA33D580F79}"/>
                    </a:ext>
                  </a:extLst>
                </p:cNvPr>
                <p:cNvSpPr txBox="1"/>
                <p:nvPr/>
              </p:nvSpPr>
              <p:spPr>
                <a:xfrm>
                  <a:off x="11144738" y="37999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976E2276-02B2-6793-AC63-2FA33D580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4738" y="3799972"/>
                  <a:ext cx="775113" cy="52322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8AAED58A-2FBD-1F89-9AD3-50039496BA00}"/>
                    </a:ext>
                  </a:extLst>
                </p:cNvPr>
                <p:cNvSpPr txBox="1"/>
                <p:nvPr/>
              </p:nvSpPr>
              <p:spPr>
                <a:xfrm>
                  <a:off x="10062385" y="185855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8AAED58A-2FBD-1F89-9AD3-50039496B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2385" y="1858552"/>
                  <a:ext cx="775113" cy="523220"/>
                </a:xfrm>
                <a:prstGeom prst="rect">
                  <a:avLst/>
                </a:prstGeom>
                <a:blipFill>
                  <a:blip r:embed="rId33"/>
                  <a:stretch>
                    <a:fillRect l="-1639" r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387787B4-FF07-C6BB-DE67-2277FB4EE390}"/>
              </a:ext>
            </a:extLst>
          </p:cNvPr>
          <p:cNvCxnSpPr>
            <a:cxnSpLocks/>
          </p:cNvCxnSpPr>
          <p:nvPr/>
        </p:nvCxnSpPr>
        <p:spPr>
          <a:xfrm>
            <a:off x="8182850" y="3789040"/>
            <a:ext cx="0" cy="1246647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144DE045-72F1-4F3F-AFDB-8DB9884A6720}"/>
              </a:ext>
            </a:extLst>
          </p:cNvPr>
          <p:cNvCxnSpPr>
            <a:cxnSpLocks/>
          </p:cNvCxnSpPr>
          <p:nvPr/>
        </p:nvCxnSpPr>
        <p:spPr>
          <a:xfrm>
            <a:off x="7733173" y="3717032"/>
            <a:ext cx="449677" cy="13493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48B1B35F-7B9A-4F32-0B02-F157F7CE3146}"/>
                  </a:ext>
                </a:extLst>
              </p:cNvPr>
              <p:cNvSpPr txBox="1"/>
              <p:nvPr/>
            </p:nvSpPr>
            <p:spPr>
              <a:xfrm>
                <a:off x="2251086" y="6074907"/>
                <a:ext cx="18251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solidFill>
                            <a:srgbClr val="2980B9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altLang="zh-CN" sz="2800" b="0" i="1" smtClean="0">
                          <a:solidFill>
                            <a:srgbClr val="2980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32.8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2980B9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48B1B35F-7B9A-4F32-0B02-F157F7CE3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086" y="6074907"/>
                <a:ext cx="1825111" cy="523220"/>
              </a:xfrm>
              <a:prstGeom prst="rect">
                <a:avLst/>
              </a:prstGeom>
              <a:blipFill>
                <a:blip r:embed="rId34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CFE6C66-C4AF-CEFA-B574-1ACA8B768A90}"/>
                  </a:ext>
                </a:extLst>
              </p:cNvPr>
              <p:cNvSpPr txBox="1"/>
              <p:nvPr/>
            </p:nvSpPr>
            <p:spPr>
              <a:xfrm>
                <a:off x="6428603" y="6083005"/>
                <a:ext cx="37647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9.5</m:t>
                      </m:r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0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zh-CN" altLang="en-US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CFE6C66-C4AF-CEFA-B574-1ACA8B768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603" y="6083005"/>
                <a:ext cx="3764707" cy="523220"/>
              </a:xfrm>
              <a:prstGeom prst="rect">
                <a:avLst/>
              </a:prstGeom>
              <a:blipFill>
                <a:blip r:embed="rId3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7AF62E1-E182-2035-D597-A32920BFBE22}"/>
                  </a:ext>
                </a:extLst>
              </p:cNvPr>
              <p:cNvSpPr txBox="1"/>
              <p:nvPr/>
            </p:nvSpPr>
            <p:spPr>
              <a:xfrm>
                <a:off x="3875984" y="6083005"/>
                <a:ext cx="23355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0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=9.5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7AF62E1-E182-2035-D597-A32920BFB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984" y="6083005"/>
                <a:ext cx="2335598" cy="52322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657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/>
              <p:nvPr/>
            </p:nvSpPr>
            <p:spPr bwMode="auto">
              <a:xfrm>
                <a:off x="252676" y="1044703"/>
                <a:ext cx="7445910" cy="631061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已知系统结构图，求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，并确定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zh-CN" altLang="en-US" sz="3200" b="1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676" y="1044703"/>
                <a:ext cx="7445910" cy="6310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重要1">
            <a:extLst>
              <a:ext uri="{FF2B5EF4-FFF2-40B4-BE49-F238E27FC236}">
                <a16:creationId xmlns:a16="http://schemas.microsoft.com/office/drawing/2014/main" id="{43EC94E4-268F-CCF2-ABF2-824B4FC61978}"/>
              </a:ext>
            </a:extLst>
          </p:cNvPr>
          <p:cNvSpPr txBox="1"/>
          <p:nvPr/>
        </p:nvSpPr>
        <p:spPr>
          <a:xfrm>
            <a:off x="294235" y="1851851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12F14E5-88D8-D7E2-4EED-D39F47B49E85}"/>
                  </a:ext>
                </a:extLst>
              </p:cNvPr>
              <p:cNvSpPr txBox="1"/>
              <p:nvPr/>
            </p:nvSpPr>
            <p:spPr>
              <a:xfrm>
                <a:off x="2929934" y="2680654"/>
                <a:ext cx="4141485" cy="7483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48×20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+20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12F14E5-88D8-D7E2-4EED-D39F47B49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934" y="2680654"/>
                <a:ext cx="4141485" cy="748346"/>
              </a:xfrm>
              <a:prstGeom prst="rect">
                <a:avLst/>
              </a:prstGeom>
              <a:blipFill>
                <a:blip r:embed="rId4"/>
                <a:stretch>
                  <a:fillRect l="-612" t="-16667" b="-9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78B7E65-F37F-A653-2B86-F4CE481A24BC}"/>
                  </a:ext>
                </a:extLst>
              </p:cNvPr>
              <p:cNvSpPr txBox="1"/>
              <p:nvPr/>
            </p:nvSpPr>
            <p:spPr>
              <a:xfrm>
                <a:off x="7407956" y="2606846"/>
                <a:ext cx="4440073" cy="77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960</m:t>
                        </m:r>
                      </m:num>
                      <m:den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+20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+960</m:t>
                        </m:r>
                      </m:den>
                    </m:f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78B7E65-F37F-A653-2B86-F4CE481A2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956" y="2606846"/>
                <a:ext cx="4440073" cy="778675"/>
              </a:xfrm>
              <a:prstGeom prst="rect">
                <a:avLst/>
              </a:prstGeom>
              <a:blipFill>
                <a:blip r:embed="rId5"/>
                <a:stretch>
                  <a:fillRect l="-8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BC17F737-2B97-ECEA-AAA1-377606580601}"/>
                  </a:ext>
                </a:extLst>
              </p:cNvPr>
              <p:cNvSpPr txBox="1"/>
              <p:nvPr/>
            </p:nvSpPr>
            <p:spPr>
              <a:xfrm>
                <a:off x="1040807" y="3790803"/>
                <a:ext cx="3429740" cy="1467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960</m:t>
                                </m:r>
                              </m:e>
                            </m:rad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=31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ζ</m:t>
                            </m:r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num>
                              <m:den>
                                <m:r>
                                  <a:rPr lang="zh-CN" altLang="en-US" sz="2800">
                                    <a:latin typeface="Cambria Math" panose="02040503050406030204" pitchFamily="18" charset="0"/>
                                  </a:rPr>
                                  <m:t>2×31</m:t>
                                </m:r>
                              </m:den>
                            </m:f>
                            <m:r>
                              <a:rPr lang="zh-CN" altLang="en-US" sz="2800">
                                <a:latin typeface="Cambria Math" panose="02040503050406030204" pitchFamily="18" charset="0"/>
                              </a:rPr>
                              <m:t>=0.3226</m:t>
                            </m:r>
                            <m:r>
                              <m:rPr>
                                <m:nor/>
                              </m:rPr>
                              <a:rPr lang="zh-CN" altLang="en-US" sz="2800"/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BC17F737-2B97-ECEA-AAA1-377606580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807" y="3790803"/>
                <a:ext cx="3429740" cy="1467966"/>
              </a:xfrm>
              <a:prstGeom prst="rect">
                <a:avLst/>
              </a:prstGeom>
              <a:blipFill>
                <a:blip r:embed="rId6"/>
                <a:stretch>
                  <a:fillRect l="-74074" t="-213675" b="-304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9031713-7A25-2160-F9F7-B711D1282EA8}"/>
                  </a:ext>
                </a:extLst>
              </p:cNvPr>
              <p:cNvSpPr txBox="1"/>
              <p:nvPr/>
            </p:nvSpPr>
            <p:spPr>
              <a:xfrm>
                <a:off x="6077401" y="3826919"/>
                <a:ext cx="4362807" cy="629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ζ</m:t>
                        </m:r>
                        <m:f>
                          <m:fPr>
                            <m:type m:val="li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ζ</m:t>
                                    </m:r>
                                  </m:e>
                                  <m:sup>
                                    <m: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=35.3%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9031713-7A25-2160-F9F7-B711D1282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401" y="3826919"/>
                <a:ext cx="4362807" cy="629596"/>
              </a:xfrm>
              <a:prstGeom prst="rect">
                <a:avLst/>
              </a:prstGeom>
              <a:blipFill>
                <a:blip r:embed="rId7"/>
                <a:stretch>
                  <a:fillRect t="-64000" b="-9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AA8C1123-DAF2-5E7C-2062-B752DD17EC5A}"/>
                  </a:ext>
                </a:extLst>
              </p:cNvPr>
              <p:cNvSpPr txBox="1"/>
              <p:nvPr/>
            </p:nvSpPr>
            <p:spPr>
              <a:xfrm>
                <a:off x="6168908" y="4522182"/>
                <a:ext cx="3459084" cy="757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ζ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AA8C1123-DAF2-5E7C-2062-B752DD17E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908" y="4522182"/>
                <a:ext cx="3459084" cy="757195"/>
              </a:xfrm>
              <a:prstGeom prst="rect">
                <a:avLst/>
              </a:prstGeom>
              <a:blipFill>
                <a:blip r:embed="rId8"/>
                <a:stretch>
                  <a:fillRect l="-366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方框">
                <a:extLst>
                  <a:ext uri="{FF2B5EF4-FFF2-40B4-BE49-F238E27FC236}">
                    <a16:creationId xmlns:a16="http://schemas.microsoft.com/office/drawing/2014/main" id="{9DC16B38-0BD5-2C13-35CB-70CD64636994}"/>
                  </a:ext>
                </a:extLst>
              </p:cNvPr>
              <p:cNvSpPr/>
              <p:nvPr/>
            </p:nvSpPr>
            <p:spPr>
              <a:xfrm>
                <a:off x="9224876" y="529751"/>
                <a:ext cx="1547351" cy="720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/20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9" name="方框">
                <a:extLst>
                  <a:ext uri="{FF2B5EF4-FFF2-40B4-BE49-F238E27FC236}">
                    <a16:creationId xmlns:a16="http://schemas.microsoft.com/office/drawing/2014/main" id="{9DC16B38-0BD5-2C13-35CB-70CD64636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876" y="529751"/>
                <a:ext cx="1547351" cy="720000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信号1">
            <a:extLst>
              <a:ext uri="{FF2B5EF4-FFF2-40B4-BE49-F238E27FC236}">
                <a16:creationId xmlns:a16="http://schemas.microsoft.com/office/drawing/2014/main" id="{C7BD41C6-0F59-5036-DB88-37741919A1E8}"/>
              </a:ext>
            </a:extLst>
          </p:cNvPr>
          <p:cNvCxnSpPr>
            <a:cxnSpLocks/>
            <a:endCxn id="94" idx="2"/>
          </p:cNvCxnSpPr>
          <p:nvPr/>
        </p:nvCxnSpPr>
        <p:spPr>
          <a:xfrm>
            <a:off x="8057245" y="887796"/>
            <a:ext cx="59844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标签1">
                <a:extLst>
                  <a:ext uri="{FF2B5EF4-FFF2-40B4-BE49-F238E27FC236}">
                    <a16:creationId xmlns:a16="http://schemas.microsoft.com/office/drawing/2014/main" id="{FBF03121-F998-A3A3-401C-6BEBEC013356}"/>
                  </a:ext>
                </a:extLst>
              </p:cNvPr>
              <p:cNvSpPr txBox="1"/>
              <p:nvPr/>
            </p:nvSpPr>
            <p:spPr>
              <a:xfrm>
                <a:off x="7866831" y="366531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1" name="标签1">
                <a:extLst>
                  <a:ext uri="{FF2B5EF4-FFF2-40B4-BE49-F238E27FC236}">
                    <a16:creationId xmlns:a16="http://schemas.microsoft.com/office/drawing/2014/main" id="{FBF03121-F998-A3A3-401C-6BEBEC013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831" y="366531"/>
                <a:ext cx="936104" cy="523220"/>
              </a:xfrm>
              <a:prstGeom prst="rect">
                <a:avLst/>
              </a:prstGeom>
              <a:blipFill>
                <a:blip r:embed="rId10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信号3">
            <a:extLst>
              <a:ext uri="{FF2B5EF4-FFF2-40B4-BE49-F238E27FC236}">
                <a16:creationId xmlns:a16="http://schemas.microsoft.com/office/drawing/2014/main" id="{6F69475F-29D0-09D7-0F4E-93D47D42A3E0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10772227" y="889751"/>
            <a:ext cx="110805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标签2">
                <a:extLst>
                  <a:ext uri="{FF2B5EF4-FFF2-40B4-BE49-F238E27FC236}">
                    <a16:creationId xmlns:a16="http://schemas.microsoft.com/office/drawing/2014/main" id="{94A5CCAE-1184-80EE-EE4C-1E8AB7FC2A98}"/>
                  </a:ext>
                </a:extLst>
              </p:cNvPr>
              <p:cNvSpPr txBox="1"/>
              <p:nvPr/>
            </p:nvSpPr>
            <p:spPr>
              <a:xfrm>
                <a:off x="10877289" y="374437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3" name="标签2">
                <a:extLst>
                  <a:ext uri="{FF2B5EF4-FFF2-40B4-BE49-F238E27FC236}">
                    <a16:creationId xmlns:a16="http://schemas.microsoft.com/office/drawing/2014/main" id="{94A5CCAE-1184-80EE-EE4C-1E8AB7FC2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289" y="374437"/>
                <a:ext cx="93610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sum">
            <a:extLst>
              <a:ext uri="{FF2B5EF4-FFF2-40B4-BE49-F238E27FC236}">
                <a16:creationId xmlns:a16="http://schemas.microsoft.com/office/drawing/2014/main" id="{320FF89B-AB28-8B3D-8BA6-3B1A89A10320}"/>
              </a:ext>
            </a:extLst>
          </p:cNvPr>
          <p:cNvSpPr/>
          <p:nvPr/>
        </p:nvSpPr>
        <p:spPr>
          <a:xfrm>
            <a:off x="8655685" y="743796"/>
            <a:ext cx="288000" cy="288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负号">
                <a:extLst>
                  <a:ext uri="{FF2B5EF4-FFF2-40B4-BE49-F238E27FC236}">
                    <a16:creationId xmlns:a16="http://schemas.microsoft.com/office/drawing/2014/main" id="{1EB4109C-1430-1450-A6E4-BD414BA2AB7F}"/>
                  </a:ext>
                </a:extLst>
              </p:cNvPr>
              <p:cNvSpPr txBox="1"/>
              <p:nvPr/>
            </p:nvSpPr>
            <p:spPr>
              <a:xfrm>
                <a:off x="8258805" y="922727"/>
                <a:ext cx="5948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95" name="负号">
                <a:extLst>
                  <a:ext uri="{FF2B5EF4-FFF2-40B4-BE49-F238E27FC236}">
                    <a16:creationId xmlns:a16="http://schemas.microsoft.com/office/drawing/2014/main" id="{1EB4109C-1430-1450-A6E4-BD414BA2A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805" y="922727"/>
                <a:ext cx="59488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信号4">
            <a:extLst>
              <a:ext uri="{FF2B5EF4-FFF2-40B4-BE49-F238E27FC236}">
                <a16:creationId xmlns:a16="http://schemas.microsoft.com/office/drawing/2014/main" id="{E9EFFE6B-C096-620D-C4D7-BC01BB737E98}"/>
              </a:ext>
            </a:extLst>
          </p:cNvPr>
          <p:cNvCxnSpPr>
            <a:cxnSpLocks/>
            <a:endCxn id="94" idx="4"/>
          </p:cNvCxnSpPr>
          <p:nvPr/>
        </p:nvCxnSpPr>
        <p:spPr>
          <a:xfrm rot="10800000" flipV="1">
            <a:off x="8799685" y="909748"/>
            <a:ext cx="2513476" cy="122048"/>
          </a:xfrm>
          <a:prstGeom prst="bentConnector4">
            <a:avLst>
              <a:gd name="adj1" fmla="val 874"/>
              <a:gd name="adj2" fmla="val 40754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信号2">
            <a:extLst>
              <a:ext uri="{FF2B5EF4-FFF2-40B4-BE49-F238E27FC236}">
                <a16:creationId xmlns:a16="http://schemas.microsoft.com/office/drawing/2014/main" id="{C821563D-BE65-AD24-6DC9-760C5916739E}"/>
              </a:ext>
            </a:extLst>
          </p:cNvPr>
          <p:cNvCxnSpPr>
            <a:cxnSpLocks/>
            <a:stCxn id="94" idx="6"/>
            <a:endCxn id="89" idx="1"/>
          </p:cNvCxnSpPr>
          <p:nvPr/>
        </p:nvCxnSpPr>
        <p:spPr>
          <a:xfrm>
            <a:off x="8943685" y="887796"/>
            <a:ext cx="281191" cy="19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小标题1">
            <a:extLst>
              <a:ext uri="{FF2B5EF4-FFF2-40B4-BE49-F238E27FC236}">
                <a16:creationId xmlns:a16="http://schemas.microsoft.com/office/drawing/2014/main" id="{05ACC6EC-3C8D-DAA2-40AB-D8C89AF303A8}"/>
              </a:ext>
            </a:extLst>
          </p:cNvPr>
          <p:cNvSpPr/>
          <p:nvPr/>
        </p:nvSpPr>
        <p:spPr bwMode="auto">
          <a:xfrm>
            <a:off x="316542" y="2680654"/>
            <a:ext cx="2088232" cy="63106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+mn-ea"/>
              </a:rPr>
              <a:t>时域方法</a:t>
            </a:r>
          </a:p>
        </p:txBody>
      </p:sp>
      <p:sp>
        <p:nvSpPr>
          <p:cNvPr id="5" name="小标题1">
            <a:extLst>
              <a:ext uri="{FF2B5EF4-FFF2-40B4-BE49-F238E27FC236}">
                <a16:creationId xmlns:a16="http://schemas.microsoft.com/office/drawing/2014/main" id="{2C01E6DE-5537-E9A0-6DE7-C31F5B13B82F}"/>
              </a:ext>
            </a:extLst>
          </p:cNvPr>
          <p:cNvSpPr/>
          <p:nvPr/>
        </p:nvSpPr>
        <p:spPr bwMode="auto">
          <a:xfrm>
            <a:off x="1229046" y="1862704"/>
            <a:ext cx="1787180" cy="63106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+mn-ea"/>
              </a:rPr>
              <a:t>查图法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C8E5F3E-988A-C410-A30C-9126AC4961E8}"/>
                  </a:ext>
                </a:extLst>
              </p:cNvPr>
              <p:cNvSpPr txBox="1"/>
              <p:nvPr/>
            </p:nvSpPr>
            <p:spPr>
              <a:xfrm>
                <a:off x="3305271" y="1878241"/>
                <a:ext cx="3711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latin typeface="Cambria Math" panose="02040503050406030204" pitchFamily="18" charset="0"/>
                        </a:rPr>
                        <m:t>ζ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=0.29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=37%</m:t>
                      </m:r>
                    </m:oMath>
                  </m:oMathPara>
                </a14:m>
                <a:endParaRPr lang="zh-CN" altLang="en-US" sz="280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C8E5F3E-988A-C410-A30C-9126AC496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271" y="1878241"/>
                <a:ext cx="3711519" cy="523220"/>
              </a:xfrm>
              <a:prstGeom prst="rect">
                <a:avLst/>
              </a:prstGeom>
              <a:blipFill>
                <a:blip r:embed="rId13"/>
                <a:stretch>
                  <a:fillRect l="-1024" r="-341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169F51F-8575-15E3-B970-49BC4067611E}"/>
                  </a:ext>
                </a:extLst>
              </p:cNvPr>
              <p:cNvSpPr txBox="1"/>
              <p:nvPr/>
            </p:nvSpPr>
            <p:spPr>
              <a:xfrm>
                <a:off x="7201926" y="1851851"/>
                <a:ext cx="37647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9.5</m:t>
                      </m:r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0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zh-CN" altLang="en-US" sz="280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169F51F-8575-15E3-B970-49BC40676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926" y="1851851"/>
                <a:ext cx="3764707" cy="523220"/>
              </a:xfrm>
              <a:prstGeom prst="rect">
                <a:avLst/>
              </a:prstGeom>
              <a:blipFill>
                <a:blip r:embed="rId14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181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7" grpId="0"/>
      <p:bldP spid="60" grpId="0"/>
      <p:bldP spid="71" grpId="0"/>
      <p:bldP spid="88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高阶系统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DF1F23-8EA1-F419-ADE0-8AA35D5D3B77}"/>
                  </a:ext>
                </a:extLst>
              </p:cNvPr>
              <p:cNvSpPr txBox="1"/>
              <p:nvPr/>
            </p:nvSpPr>
            <p:spPr>
              <a:xfrm>
                <a:off x="406574" y="1196752"/>
                <a:ext cx="6093618" cy="777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zh-CN" altLang="en-US" sz="2800" i="0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%=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0.16+0.4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0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γ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zh-CN" altLang="en-US" sz="2800" i="0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zh-CN" altLang="en-US" sz="2800" i="0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×100%</m:t>
                    </m:r>
                  </m:oMath>
                </a14:m>
                <a:r>
                  <a:rPr lang="zh-CN" altLang="en-US" sz="2800" dirty="0">
                    <a:solidFill>
                      <a:srgbClr val="1C1C1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DF1F23-8EA1-F419-ADE0-8AA35D5D3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4" y="1196752"/>
                <a:ext cx="6093618" cy="777392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352D40F-6725-8632-A66F-ACC1552C5572}"/>
                  </a:ext>
                </a:extLst>
              </p:cNvPr>
              <p:cNvSpPr txBox="1"/>
              <p:nvPr/>
            </p:nvSpPr>
            <p:spPr>
              <a:xfrm>
                <a:off x="443247" y="1996146"/>
                <a:ext cx="7056784" cy="8832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sz="2800" i="0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zh-CN" altLang="en-US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2+1.5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0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γ</m:t>
                                    </m:r>
                                  </m:e>
                                </m:func>
                              </m:den>
                            </m:f>
                            <m:r>
                              <a:rPr lang="zh-CN" altLang="en-US" sz="2800" i="0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zh-CN" altLang="en-US" sz="2800" i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+2.5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2800" i="1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800" i="0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zh-CN" altLang="en-US" sz="2800" i="1">
                                            <a:solidFill>
                                              <a:srgbClr val="1C1C1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800" i="0">
                                            <a:solidFill>
                                              <a:srgbClr val="1C1C1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800" i="0">
                                            <a:solidFill>
                                              <a:srgbClr val="1C1C1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γ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zh-CN" altLang="en-US" sz="2800" i="0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800" i="0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1C1C1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352D40F-6725-8632-A66F-ACC1552C5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47" y="1996146"/>
                <a:ext cx="7056784" cy="883255"/>
              </a:xfrm>
              <a:prstGeom prst="rect">
                <a:avLst/>
              </a:prstGeom>
              <a:blipFill>
                <a:blip r:embed="rId4"/>
                <a:stretch>
                  <a:fillRect l="-180"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D249A69-F7C1-F8CC-6C9E-AD064525EC40}"/>
                  </a:ext>
                </a:extLst>
              </p:cNvPr>
              <p:cNvSpPr txBox="1"/>
              <p:nvPr/>
            </p:nvSpPr>
            <p:spPr>
              <a:xfrm>
                <a:off x="1129863" y="3054895"/>
                <a:ext cx="32403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80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1C1C1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>
                                  <a:solidFill>
                                    <a:srgbClr val="1C1C1C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  <m:sup>
                              <m:r>
                                <a:rPr lang="zh-CN" altLang="en-US" sz="2800" i="0">
                                  <a:solidFill>
                                    <a:srgbClr val="1C1C1C"/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zh-CN" altLang="en-US" sz="2800" i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zh-CN" altLang="en-US" sz="2800" i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1C1C1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0">
                                  <a:solidFill>
                                    <a:srgbClr val="1C1C1C"/>
                                  </a:solidFill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  <m:sup>
                              <m:r>
                                <a:rPr lang="zh-CN" altLang="en-US" sz="2800" i="0">
                                  <a:solidFill>
                                    <a:srgbClr val="1C1C1C"/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D249A69-F7C1-F8CC-6C9E-AD064525E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863" y="3054895"/>
                <a:ext cx="3240360" cy="523220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说明3">
                <a:extLst>
                  <a:ext uri="{FF2B5EF4-FFF2-40B4-BE49-F238E27FC236}">
                    <a16:creationId xmlns:a16="http://schemas.microsoft.com/office/drawing/2014/main" id="{76444722-A2F2-01E3-CFED-08D339FFBCD0}"/>
                  </a:ext>
                </a:extLst>
              </p:cNvPr>
              <p:cNvSpPr txBox="1"/>
              <p:nvPr/>
            </p:nvSpPr>
            <p:spPr>
              <a:xfrm>
                <a:off x="300688" y="3676403"/>
                <a:ext cx="6898201" cy="1532334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>
                    <a:solidFill>
                      <a:srgbClr val="2980B9"/>
                    </a:solidFill>
                  </a:rPr>
                  <a:t>希望 </a:t>
                </a:r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kumimoji="1" lang="en-US" altLang="zh-CN" sz="2800" i="1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800" i="1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kumimoji="1" lang="en-US" altLang="zh-CN" sz="2800" i="1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solidFill>
                      <a:srgbClr val="2980B9"/>
                    </a:solidFill>
                  </a:rPr>
                  <a:t>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以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-20</a:t>
                </a:r>
                <a:r>
                  <a:rPr kumimoji="1" lang="en" altLang="zh-CN" sz="2800" dirty="0">
                    <a:solidFill>
                      <a:srgbClr val="2980B9"/>
                    </a:solidFill>
                  </a:rPr>
                  <a:t>dB/dec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斜率穿越 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0</a:t>
                </a:r>
                <a:r>
                  <a:rPr kumimoji="1" lang="en" altLang="zh-CN" sz="2800" dirty="0">
                    <a:solidFill>
                      <a:srgbClr val="2980B9"/>
                    </a:solidFill>
                  </a:rPr>
                  <a:t>dB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线，并保持较宽的频段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,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以确保足够的相角裕度关于超调的要求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;</a:t>
                </a:r>
              </a:p>
            </p:txBody>
          </p:sp>
        </mc:Choice>
        <mc:Fallback xmlns="">
          <p:sp>
            <p:nvSpPr>
              <p:cNvPr id="15" name="说明3">
                <a:extLst>
                  <a:ext uri="{FF2B5EF4-FFF2-40B4-BE49-F238E27FC236}">
                    <a16:creationId xmlns:a16="http://schemas.microsoft.com/office/drawing/2014/main" id="{76444722-A2F2-01E3-CFED-08D339FFB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88" y="3676403"/>
                <a:ext cx="6898201" cy="1532334"/>
              </a:xfrm>
              <a:prstGeom prst="flowChartAlternateProcess">
                <a:avLst/>
              </a:prstGeom>
              <a:blipFill>
                <a:blip r:embed="rId6"/>
                <a:stretch>
                  <a:fillRect l="-549" b="-5691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说明3">
            <a:extLst>
              <a:ext uri="{FF2B5EF4-FFF2-40B4-BE49-F238E27FC236}">
                <a16:creationId xmlns:a16="http://schemas.microsoft.com/office/drawing/2014/main" id="{8C089818-25EE-64D6-E6EB-F1E99FE86EFA}"/>
              </a:ext>
            </a:extLst>
          </p:cNvPr>
          <p:cNvSpPr txBox="1"/>
          <p:nvPr/>
        </p:nvSpPr>
        <p:spPr>
          <a:xfrm>
            <a:off x="284831" y="5330294"/>
            <a:ext cx="6929913" cy="105560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>
                <a:solidFill>
                  <a:srgbClr val="2980B9"/>
                </a:solidFill>
              </a:rPr>
              <a:t>保持所需相角裕度</a:t>
            </a:r>
            <a:r>
              <a:rPr kumimoji="1" lang="en-US" altLang="zh-CN" sz="2800" dirty="0">
                <a:solidFill>
                  <a:srgbClr val="2980B9"/>
                </a:solidFill>
              </a:rPr>
              <a:t>, </a:t>
            </a:r>
            <a:r>
              <a:rPr kumimoji="1" lang="zh-CN" altLang="en-US" sz="2800">
                <a:solidFill>
                  <a:srgbClr val="2980B9"/>
                </a:solidFill>
              </a:rPr>
              <a:t>选择合适的截止频率可以影响调节时间。</a:t>
            </a:r>
            <a:endParaRPr kumimoji="1" lang="en-US" altLang="zh-CN" sz="2800" dirty="0">
              <a:solidFill>
                <a:srgbClr val="2980B9"/>
              </a:solidFill>
            </a:endParaRPr>
          </a:p>
        </p:txBody>
      </p:sp>
      <p:sp>
        <p:nvSpPr>
          <p:cNvPr id="2" name="小标题1">
            <a:extLst>
              <a:ext uri="{FF2B5EF4-FFF2-40B4-BE49-F238E27FC236}">
                <a16:creationId xmlns:a16="http://schemas.microsoft.com/office/drawing/2014/main" id="{19CF675A-77F7-21C7-B27F-A96EC32D7F4B}"/>
              </a:ext>
            </a:extLst>
          </p:cNvPr>
          <p:cNvSpPr/>
          <p:nvPr/>
        </p:nvSpPr>
        <p:spPr bwMode="auto">
          <a:xfrm>
            <a:off x="7811927" y="4668745"/>
            <a:ext cx="4076940" cy="1095022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+mn-ea"/>
              </a:rPr>
              <a:t>相角裕度、超调量和 调节时间之间的关系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90646EC7-63AB-D68D-43F5-F877BD695566}"/>
              </a:ext>
            </a:extLst>
          </p:cNvPr>
          <p:cNvGrpSpPr/>
          <p:nvPr/>
        </p:nvGrpSpPr>
        <p:grpSpPr>
          <a:xfrm>
            <a:off x="7698324" y="314564"/>
            <a:ext cx="4359389" cy="3866117"/>
            <a:chOff x="7828796" y="1003043"/>
            <a:chExt cx="4359389" cy="3866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F6839111-E01E-6CF3-FCF3-B5ECE89F4337}"/>
                    </a:ext>
                  </a:extLst>
                </p:cNvPr>
                <p:cNvSpPr txBox="1"/>
                <p:nvPr/>
              </p:nvSpPr>
              <p:spPr>
                <a:xfrm>
                  <a:off x="7884946" y="1003043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F6839111-E01E-6CF3-FCF3-B5ECE89F4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4946" y="1003043"/>
                  <a:ext cx="775113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1613" b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AE5200D-D7E2-9542-5C4C-50BBEF15BFE4}"/>
                    </a:ext>
                  </a:extLst>
                </p:cNvPr>
                <p:cNvSpPr txBox="1"/>
                <p:nvPr/>
              </p:nvSpPr>
              <p:spPr>
                <a:xfrm>
                  <a:off x="7839549" y="1472926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AE5200D-D7E2-9542-5C4C-50BBEF15B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1472926"/>
                  <a:ext cx="775113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A95789-8EE9-EA27-E8E5-F104FF566CC1}"/>
                    </a:ext>
                  </a:extLst>
                </p:cNvPr>
                <p:cNvSpPr txBox="1"/>
                <p:nvPr/>
              </p:nvSpPr>
              <p:spPr>
                <a:xfrm>
                  <a:off x="7839549" y="1843750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9A95789-8EE9-EA27-E8E5-F104FF566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1843750"/>
                  <a:ext cx="775113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EAAEE7B-28CC-74F7-5795-9986C7CCE16C}"/>
                    </a:ext>
                  </a:extLst>
                </p:cNvPr>
                <p:cNvSpPr txBox="1"/>
                <p:nvPr/>
              </p:nvSpPr>
              <p:spPr>
                <a:xfrm>
                  <a:off x="7839549" y="2214574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0EAAEE7B-28CC-74F7-5795-9986C7CCE1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2214574"/>
                  <a:ext cx="775113" cy="5246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548661-247C-5C92-73C0-4EC5146B6918}"/>
                    </a:ext>
                  </a:extLst>
                </p:cNvPr>
                <p:cNvSpPr txBox="1"/>
                <p:nvPr/>
              </p:nvSpPr>
              <p:spPr>
                <a:xfrm>
                  <a:off x="7839549" y="2585398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1548661-247C-5C92-73C0-4EC5146B69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2585398"/>
                  <a:ext cx="775113" cy="52469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B6ADD02-AA37-CDD5-DCDA-12FB02910D77}"/>
                    </a:ext>
                  </a:extLst>
                </p:cNvPr>
                <p:cNvSpPr txBox="1"/>
                <p:nvPr/>
              </p:nvSpPr>
              <p:spPr>
                <a:xfrm>
                  <a:off x="7839549" y="2956222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0B6ADD02-AA37-CDD5-DCDA-12FB02910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2956222"/>
                  <a:ext cx="775113" cy="52469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F7FB1E2-5CD1-4494-A46C-4F4DD921B313}"/>
                    </a:ext>
                  </a:extLst>
                </p:cNvPr>
                <p:cNvSpPr txBox="1"/>
                <p:nvPr/>
              </p:nvSpPr>
              <p:spPr>
                <a:xfrm>
                  <a:off x="7839549" y="3327046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F7FB1E2-5CD1-4494-A46C-4F4DD921B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3327046"/>
                  <a:ext cx="775113" cy="52469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F400CCA-278C-12E0-1C34-E38BC94E9DED}"/>
                    </a:ext>
                  </a:extLst>
                </p:cNvPr>
                <p:cNvSpPr txBox="1"/>
                <p:nvPr/>
              </p:nvSpPr>
              <p:spPr>
                <a:xfrm>
                  <a:off x="7828796" y="3697868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F400CCA-278C-12E0-1C34-E38BC94E9D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796" y="3697868"/>
                  <a:ext cx="775113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8F60575-8E05-3516-DB19-35552385D632}"/>
                    </a:ext>
                  </a:extLst>
                </p:cNvPr>
                <p:cNvSpPr txBox="1"/>
                <p:nvPr/>
              </p:nvSpPr>
              <p:spPr>
                <a:xfrm>
                  <a:off x="8270312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8F60575-8E05-3516-DB19-35552385D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0312" y="3926672"/>
                  <a:ext cx="775113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34B9D007-596E-D01B-AE10-D677B2AEAF74}"/>
                    </a:ext>
                  </a:extLst>
                </p:cNvPr>
                <p:cNvSpPr txBox="1"/>
                <p:nvPr/>
              </p:nvSpPr>
              <p:spPr>
                <a:xfrm>
                  <a:off x="8693138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34B9D007-596E-D01B-AE10-D677B2AEAF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3138" y="3926672"/>
                  <a:ext cx="775113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019A490-D756-EE99-D4B7-F0271E1B3BFC}"/>
                    </a:ext>
                  </a:extLst>
                </p:cNvPr>
                <p:cNvSpPr txBox="1"/>
                <p:nvPr/>
              </p:nvSpPr>
              <p:spPr>
                <a:xfrm>
                  <a:off x="9115964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019A490-D756-EE99-D4B7-F0271E1B3B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5964" y="3926672"/>
                  <a:ext cx="775113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6490D03-477F-E68B-06B8-AEBA5282236C}"/>
                    </a:ext>
                  </a:extLst>
                </p:cNvPr>
                <p:cNvSpPr txBox="1"/>
                <p:nvPr/>
              </p:nvSpPr>
              <p:spPr>
                <a:xfrm>
                  <a:off x="9538790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6490D03-477F-E68B-06B8-AEBA528223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8790" y="3926672"/>
                  <a:ext cx="775113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841C64A-7558-5EF5-E8EB-21A49344D191}"/>
                    </a:ext>
                  </a:extLst>
                </p:cNvPr>
                <p:cNvSpPr txBox="1"/>
                <p:nvPr/>
              </p:nvSpPr>
              <p:spPr>
                <a:xfrm>
                  <a:off x="9961616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841C64A-7558-5EF5-E8EB-21A49344D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1616" y="3926672"/>
                  <a:ext cx="77511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0D6F2470-20F6-D22B-36D3-8E128CE237D9}"/>
                    </a:ext>
                  </a:extLst>
                </p:cNvPr>
                <p:cNvSpPr txBox="1"/>
                <p:nvPr/>
              </p:nvSpPr>
              <p:spPr>
                <a:xfrm>
                  <a:off x="10384442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0D6F2470-20F6-D22B-36D3-8E128CE237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4442" y="3926672"/>
                  <a:ext cx="775113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A80297D-7992-0026-D9FF-FDE262B8AF41}"/>
                    </a:ext>
                  </a:extLst>
                </p:cNvPr>
                <p:cNvSpPr txBox="1"/>
                <p:nvPr/>
              </p:nvSpPr>
              <p:spPr>
                <a:xfrm>
                  <a:off x="11123649" y="1008112"/>
                  <a:ext cx="1064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0A80297D-7992-0026-D9FF-FDE262B8A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3649" y="1008112"/>
                  <a:ext cx="1064536" cy="523220"/>
                </a:xfrm>
                <a:prstGeom prst="rect">
                  <a:avLst/>
                </a:prstGeom>
                <a:blipFill>
                  <a:blip r:embed="rId21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9D7BA15-9C02-E8E4-3EE7-6A414C94C3F7}"/>
                    </a:ext>
                  </a:extLst>
                </p:cNvPr>
                <p:cNvSpPr txBox="1"/>
                <p:nvPr/>
              </p:nvSpPr>
              <p:spPr>
                <a:xfrm>
                  <a:off x="11241959" y="3286502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9D7BA15-9C02-E8E4-3EE7-6A414C94C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3286502"/>
                  <a:ext cx="541879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C6533A2-9E4B-2468-C8C6-0E0E53C16D2C}"/>
                    </a:ext>
                  </a:extLst>
                </p:cNvPr>
                <p:cNvSpPr txBox="1"/>
                <p:nvPr/>
              </p:nvSpPr>
              <p:spPr>
                <a:xfrm>
                  <a:off x="9593313" y="4345940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e>
                        </m:d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1C6533A2-9E4B-2468-C8C6-0E0E53C16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3313" y="4345940"/>
                  <a:ext cx="775113" cy="523220"/>
                </a:xfrm>
                <a:prstGeom prst="rect">
                  <a:avLst/>
                </a:prstGeom>
                <a:blipFill>
                  <a:blip r:embed="rId23"/>
                  <a:stretch>
                    <a:fillRect l="-1613" b="-47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8416659B-7478-ADED-34C1-C193CDE2F4E8}"/>
                </a:ext>
              </a:extLst>
            </p:cNvPr>
            <p:cNvSpPr/>
            <p:nvPr/>
          </p:nvSpPr>
          <p:spPr>
            <a:xfrm>
              <a:off x="8667013" y="1378837"/>
              <a:ext cx="2520280" cy="25331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9AF030B0-6CBD-834E-F427-E4425F052C62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210291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连接符 48">
              <a:extLst>
                <a:ext uri="{FF2B5EF4-FFF2-40B4-BE49-F238E27FC236}">
                  <a16:creationId xmlns:a16="http://schemas.microsoft.com/office/drawing/2014/main" id="{B4EE3D29-94A6-2279-ED92-F8141A36978B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246450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D0CD71B8-063E-E9CC-AB9B-63FA4843C576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282609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D817C476-479F-A4BA-1B17-274C37A48CF1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318768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442263C7-81E4-15D7-2167-75A10A24CA6E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354927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06FF89BE-2237-23AF-BB81-FA6BECE9776A}"/>
                </a:ext>
              </a:extLst>
            </p:cNvPr>
            <p:cNvCxnSpPr>
              <a:cxnSpLocks/>
            </p:cNvCxnSpPr>
            <p:nvPr/>
          </p:nvCxnSpPr>
          <p:spPr>
            <a:xfrm>
              <a:off x="9088823" y="1378837"/>
              <a:ext cx="0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连接符 57">
              <a:extLst>
                <a:ext uri="{FF2B5EF4-FFF2-40B4-BE49-F238E27FC236}">
                  <a16:creationId xmlns:a16="http://schemas.microsoft.com/office/drawing/2014/main" id="{73DC21F8-63C7-DECD-7C14-F9A0311EA0E6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>
              <a:off x="9927153" y="1378837"/>
              <a:ext cx="1058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8EB772F9-9481-023A-D9B4-EE3671B6DD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47905" y="1378837"/>
              <a:ext cx="0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>
              <a:extLst>
                <a:ext uri="{FF2B5EF4-FFF2-40B4-BE49-F238E27FC236}">
                  <a16:creationId xmlns:a16="http://schemas.microsoft.com/office/drawing/2014/main" id="{408A2117-8197-ABB5-F844-4C7738437280}"/>
                </a:ext>
              </a:extLst>
            </p:cNvPr>
            <p:cNvCxnSpPr>
              <a:cxnSpLocks/>
            </p:cNvCxnSpPr>
            <p:nvPr/>
          </p:nvCxnSpPr>
          <p:spPr>
            <a:xfrm>
              <a:off x="10767599" y="1378837"/>
              <a:ext cx="0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幅相">
              <a:extLst>
                <a:ext uri="{FF2B5EF4-FFF2-40B4-BE49-F238E27FC236}">
                  <a16:creationId xmlns:a16="http://schemas.microsoft.com/office/drawing/2014/main" id="{8F2AEF1C-3923-F4C3-D38E-006D3E4E3ABC}"/>
                </a:ext>
              </a:extLst>
            </p:cNvPr>
            <p:cNvSpPr/>
            <p:nvPr/>
          </p:nvSpPr>
          <p:spPr>
            <a:xfrm flipV="1">
              <a:off x="8683937" y="1934758"/>
              <a:ext cx="2491898" cy="1476043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847310"/>
                <a:gd name="connsiteY0" fmla="*/ 1960636 h 1960636"/>
                <a:gd name="connsiteX1" fmla="*/ 1847310 w 1847310"/>
                <a:gd name="connsiteY1" fmla="*/ 0 h 1960636"/>
                <a:gd name="connsiteX0" fmla="*/ 0 w 1836778"/>
                <a:gd name="connsiteY0" fmla="*/ 1810145 h 1810145"/>
                <a:gd name="connsiteX1" fmla="*/ 1836778 w 1836778"/>
                <a:gd name="connsiteY1" fmla="*/ 0 h 1810145"/>
                <a:gd name="connsiteX0" fmla="*/ 0 w 1836778"/>
                <a:gd name="connsiteY0" fmla="*/ 1810145 h 1810145"/>
                <a:gd name="connsiteX1" fmla="*/ 1836778 w 1836778"/>
                <a:gd name="connsiteY1" fmla="*/ 0 h 1810145"/>
                <a:gd name="connsiteX0" fmla="*/ 0 w 1836778"/>
                <a:gd name="connsiteY0" fmla="*/ 1810145 h 1810145"/>
                <a:gd name="connsiteX1" fmla="*/ 1836778 w 1836778"/>
                <a:gd name="connsiteY1" fmla="*/ 0 h 1810145"/>
                <a:gd name="connsiteX0" fmla="*/ 0 w 1847310"/>
                <a:gd name="connsiteY0" fmla="*/ 1892232 h 1892232"/>
                <a:gd name="connsiteX1" fmla="*/ 1847310 w 1847310"/>
                <a:gd name="connsiteY1" fmla="*/ 0 h 1892232"/>
                <a:gd name="connsiteX0" fmla="*/ 0 w 1836778"/>
                <a:gd name="connsiteY0" fmla="*/ 1413394 h 1413394"/>
                <a:gd name="connsiteX1" fmla="*/ 1836778 w 1836778"/>
                <a:gd name="connsiteY1" fmla="*/ 0 h 1413394"/>
                <a:gd name="connsiteX0" fmla="*/ 0 w 1836778"/>
                <a:gd name="connsiteY0" fmla="*/ 1413394 h 1413394"/>
                <a:gd name="connsiteX1" fmla="*/ 1836778 w 1836778"/>
                <a:gd name="connsiteY1" fmla="*/ 0 h 1413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36778" h="1413394">
                  <a:moveTo>
                    <a:pt x="0" y="1413394"/>
                  </a:moveTo>
                  <a:cubicBezTo>
                    <a:pt x="441335" y="631729"/>
                    <a:pt x="700780" y="171120"/>
                    <a:pt x="1836778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幅相">
              <a:extLst>
                <a:ext uri="{FF2B5EF4-FFF2-40B4-BE49-F238E27FC236}">
                  <a16:creationId xmlns:a16="http://schemas.microsoft.com/office/drawing/2014/main" id="{31CD6F70-A8A1-BCE4-F780-E2D047E9A2DD}"/>
                </a:ext>
              </a:extLst>
            </p:cNvPr>
            <p:cNvSpPr/>
            <p:nvPr/>
          </p:nvSpPr>
          <p:spPr>
            <a:xfrm flipV="1">
              <a:off x="8727160" y="1579381"/>
              <a:ext cx="2405224" cy="2292353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943597"/>
                <a:gd name="connsiteY0" fmla="*/ 419020 h 419021"/>
                <a:gd name="connsiteX1" fmla="*/ 1943597 w 1943597"/>
                <a:gd name="connsiteY1" fmla="*/ 181825 h 419021"/>
                <a:gd name="connsiteX0" fmla="*/ 0 w 1804517"/>
                <a:gd name="connsiteY0" fmla="*/ 106771 h 2975359"/>
                <a:gd name="connsiteX1" fmla="*/ 1804517 w 1804517"/>
                <a:gd name="connsiteY1" fmla="*/ 2975360 h 2975359"/>
                <a:gd name="connsiteX0" fmla="*/ 0 w 1804517"/>
                <a:gd name="connsiteY0" fmla="*/ 1 h 2868590"/>
                <a:gd name="connsiteX1" fmla="*/ 1804517 w 1804517"/>
                <a:gd name="connsiteY1" fmla="*/ 2868590 h 2868590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355859 w 402278"/>
                <a:gd name="connsiteY0" fmla="*/ 0 h 2183833"/>
                <a:gd name="connsiteX1" fmla="*/ 371672 w 402278"/>
                <a:gd name="connsiteY1" fmla="*/ 2183833 h 2183833"/>
                <a:gd name="connsiteX0" fmla="*/ 0 w 199239"/>
                <a:gd name="connsiteY0" fmla="*/ 0 h 2183833"/>
                <a:gd name="connsiteX1" fmla="*/ 15813 w 199239"/>
                <a:gd name="connsiteY1" fmla="*/ 2183833 h 2183833"/>
                <a:gd name="connsiteX0" fmla="*/ 1772892 w 1804485"/>
                <a:gd name="connsiteY0" fmla="*/ 0 h 2195058"/>
                <a:gd name="connsiteX1" fmla="*/ 0 w 1804485"/>
                <a:gd name="connsiteY1" fmla="*/ 2195058 h 2195058"/>
                <a:gd name="connsiteX0" fmla="*/ 1772892 w 1772892"/>
                <a:gd name="connsiteY0" fmla="*/ 28 h 2195086"/>
                <a:gd name="connsiteX1" fmla="*/ 0 w 1772892"/>
                <a:gd name="connsiteY1" fmla="*/ 2195086 h 2195086"/>
                <a:gd name="connsiteX0" fmla="*/ 1772892 w 1772892"/>
                <a:gd name="connsiteY0" fmla="*/ 0 h 2195058"/>
                <a:gd name="connsiteX1" fmla="*/ 0 w 1772892"/>
                <a:gd name="connsiteY1" fmla="*/ 2195058 h 2195058"/>
                <a:gd name="connsiteX0" fmla="*/ 1772892 w 1772892"/>
                <a:gd name="connsiteY0" fmla="*/ 0 h 2195058"/>
                <a:gd name="connsiteX1" fmla="*/ 0 w 1772892"/>
                <a:gd name="connsiteY1" fmla="*/ 2195058 h 2195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2892" h="2195058">
                  <a:moveTo>
                    <a:pt x="1772892" y="0"/>
                  </a:moveTo>
                  <a:cubicBezTo>
                    <a:pt x="96954" y="3684"/>
                    <a:pt x="111188" y="1448781"/>
                    <a:pt x="0" y="2195058"/>
                  </a:cubicBezTo>
                </a:path>
              </a:pathLst>
            </a:custGeom>
            <a:noFill/>
            <a:ln w="38100">
              <a:solidFill>
                <a:srgbClr val="2980B9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B3850210-F6FB-59B9-419E-5DF1F6BBB2D6}"/>
                </a:ext>
              </a:extLst>
            </p:cNvPr>
            <p:cNvCxnSpPr>
              <a:cxnSpLocks/>
            </p:cNvCxnSpPr>
            <p:nvPr/>
          </p:nvCxnSpPr>
          <p:spPr>
            <a:xfrm>
              <a:off x="9508517" y="1378837"/>
              <a:ext cx="0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228489B5-1AC2-54DC-6B46-AB6BDEF39F6E}"/>
                    </a:ext>
                  </a:extLst>
                </p:cNvPr>
                <p:cNvSpPr txBox="1"/>
                <p:nvPr/>
              </p:nvSpPr>
              <p:spPr>
                <a:xfrm>
                  <a:off x="10807270" y="3919350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228489B5-1AC2-54DC-6B46-AB6BDEF39F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270" y="3919350"/>
                  <a:ext cx="775113" cy="52322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4138ACC-16FD-928D-45C0-EDD7A2F408E6}"/>
                    </a:ext>
                  </a:extLst>
                </p:cNvPr>
                <p:cNvSpPr txBox="1"/>
                <p:nvPr/>
              </p:nvSpPr>
              <p:spPr>
                <a:xfrm>
                  <a:off x="11241959" y="3657740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C4138ACC-16FD-928D-45C0-EDD7A2F408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3657740"/>
                  <a:ext cx="541879" cy="52322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2AD07032-6F7C-0961-C408-6CD22F062658}"/>
                    </a:ext>
                  </a:extLst>
                </p:cNvPr>
                <p:cNvSpPr txBox="1"/>
                <p:nvPr/>
              </p:nvSpPr>
              <p:spPr>
                <a:xfrm>
                  <a:off x="11241959" y="2542551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2AD07032-6F7C-0961-C408-6CD22F0626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2542551"/>
                  <a:ext cx="541879" cy="523220"/>
                </a:xfrm>
                <a:prstGeom prst="rect">
                  <a:avLst/>
                </a:prstGeom>
                <a:blipFill>
                  <a:blip r:embed="rId26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03C473FA-DD4C-9DCA-B169-8AA7E6C0457C}"/>
                    </a:ext>
                  </a:extLst>
                </p:cNvPr>
                <p:cNvSpPr txBox="1"/>
                <p:nvPr/>
              </p:nvSpPr>
              <p:spPr>
                <a:xfrm>
                  <a:off x="11241959" y="2171313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03C473FA-DD4C-9DCA-B169-8AA7E6C04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2171313"/>
                  <a:ext cx="541879" cy="523220"/>
                </a:xfrm>
                <a:prstGeom prst="rect">
                  <a:avLst/>
                </a:prstGeom>
                <a:blipFill>
                  <a:blip r:embed="rId27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987AD42B-B339-51D1-58C5-0E1DD5000D92}"/>
                    </a:ext>
                  </a:extLst>
                </p:cNvPr>
                <p:cNvSpPr txBox="1"/>
                <p:nvPr/>
              </p:nvSpPr>
              <p:spPr>
                <a:xfrm>
                  <a:off x="11241959" y="1800075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987AD42B-B339-51D1-58C5-0E1DD5000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1800075"/>
                  <a:ext cx="541879" cy="523220"/>
                </a:xfrm>
                <a:prstGeom prst="rect">
                  <a:avLst/>
                </a:prstGeom>
                <a:blipFill>
                  <a:blip r:embed="rId28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直线连接符 99">
              <a:extLst>
                <a:ext uri="{FF2B5EF4-FFF2-40B4-BE49-F238E27FC236}">
                  <a16:creationId xmlns:a16="http://schemas.microsoft.com/office/drawing/2014/main" id="{11DE3515-B23D-DAEE-05E8-CEF2C7D208E6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174132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483817B-1302-8B2C-D5A2-717FB1F32409}"/>
                    </a:ext>
                  </a:extLst>
                </p:cNvPr>
                <p:cNvSpPr txBox="1"/>
                <p:nvPr/>
              </p:nvSpPr>
              <p:spPr>
                <a:xfrm>
                  <a:off x="11241959" y="2913789"/>
                  <a:ext cx="541879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8483817B-1302-8B2C-D5A2-717FB1F32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2913789"/>
                  <a:ext cx="541879" cy="524695"/>
                </a:xfrm>
                <a:prstGeom prst="rect">
                  <a:avLst/>
                </a:prstGeom>
                <a:blipFill>
                  <a:blip r:embed="rId29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8C27975-53F6-6F17-18D9-EAE6AEC31D49}"/>
                    </a:ext>
                  </a:extLst>
                </p:cNvPr>
                <p:cNvSpPr txBox="1"/>
                <p:nvPr/>
              </p:nvSpPr>
              <p:spPr>
                <a:xfrm>
                  <a:off x="11241959" y="1428837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8C27975-53F6-6F17-18D9-EAE6AEC31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1428837"/>
                  <a:ext cx="541879" cy="523220"/>
                </a:xfrm>
                <a:prstGeom prst="rect">
                  <a:avLst/>
                </a:prstGeom>
                <a:blipFill>
                  <a:blip r:embed="rId30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35191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9" grpId="0"/>
      <p:bldP spid="11" grpId="0"/>
      <p:bldP spid="13" grpId="0"/>
      <p:bldP spid="15" grpId="0" animBg="1"/>
      <p:bldP spid="16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高阶系统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小标题1">
                <a:extLst>
                  <a:ext uri="{FF2B5EF4-FFF2-40B4-BE49-F238E27FC236}">
                    <a16:creationId xmlns:a16="http://schemas.microsoft.com/office/drawing/2014/main" id="{90CB6B9F-153A-C09F-7EB6-3FF7AA0A5D0A}"/>
                  </a:ext>
                </a:extLst>
              </p:cNvPr>
              <p:cNvSpPr/>
              <p:nvPr/>
            </p:nvSpPr>
            <p:spPr bwMode="auto">
              <a:xfrm>
                <a:off x="268976" y="1052736"/>
                <a:ext cx="9138598" cy="631061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已知单位反馈系统 </a:t>
                </a:r>
                <a14:m>
                  <m:oMath xmlns:m="http://schemas.openxmlformats.org/officeDocument/2006/math"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" sz="3200" b="1">
                    <a:solidFill>
                      <a:schemeClr val="bg1"/>
                    </a:solidFill>
                    <a:latin typeface="+mn-ea"/>
                  </a:rPr>
                  <a:t>，</a:t>
                </a:r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" altLang="zh-CN" sz="3200" b="1" dirty="0">
                    <a:solidFill>
                      <a:schemeClr val="bg1"/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l-GR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l-GR" altLang="zh-CN" sz="3200" b="1" dirty="0">
                    <a:solidFill>
                      <a:schemeClr val="bg1"/>
                    </a:solidFill>
                    <a:latin typeface="+mn-ea"/>
                  </a:rPr>
                  <a:t>; </a:t>
                </a:r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确定 </a:t>
                </a:r>
                <a14:m>
                  <m:oMath xmlns:m="http://schemas.openxmlformats.org/officeDocument/2006/math">
                    <m:r>
                      <a:rPr lang="el-GR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l-GR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l-GR" altLang="zh-CN" sz="3200" b="1" dirty="0">
                    <a:solidFill>
                      <a:schemeClr val="bg1"/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zh-CN" altLang="en" sz="3200" b="1">
                    <a:solidFill>
                      <a:schemeClr val="bg1"/>
                    </a:solidFill>
                    <a:latin typeface="+mn-ea"/>
                  </a:rPr>
                  <a:t>。</a:t>
                </a:r>
                <a:endParaRPr lang="zh-CN" altLang="en-US" sz="3200" b="1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" name="小标题1">
                <a:extLst>
                  <a:ext uri="{FF2B5EF4-FFF2-40B4-BE49-F238E27FC236}">
                    <a16:creationId xmlns:a16="http://schemas.microsoft.com/office/drawing/2014/main" id="{90CB6B9F-153A-C09F-7EB6-3FF7AA0A5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976" y="1052736"/>
                <a:ext cx="9138598" cy="6310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617BB1-53DA-F752-AD32-534111A4541E}"/>
                  </a:ext>
                </a:extLst>
              </p:cNvPr>
              <p:cNvSpPr txBox="1"/>
              <p:nvPr/>
            </p:nvSpPr>
            <p:spPr>
              <a:xfrm>
                <a:off x="8625784" y="74598"/>
                <a:ext cx="3460542" cy="1079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den>
                            </m:f>
                            <m:r>
                              <a:rPr lang="en-US" altLang="zh-CN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617BB1-53DA-F752-AD32-534111A45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784" y="74598"/>
                <a:ext cx="3460542" cy="1079655"/>
              </a:xfrm>
              <a:prstGeom prst="rect">
                <a:avLst/>
              </a:prstGeom>
              <a:blipFill>
                <a:blip r:embed="rId4"/>
                <a:stretch>
                  <a:fillRect l="-1099" b="-3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69CF42B-246F-DB12-9729-92704C10B9D8}"/>
                  </a:ext>
                </a:extLst>
              </p:cNvPr>
              <p:cNvSpPr txBox="1"/>
              <p:nvPr/>
            </p:nvSpPr>
            <p:spPr>
              <a:xfrm>
                <a:off x="4370094" y="1754207"/>
                <a:ext cx="1656184" cy="704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69CF42B-246F-DB12-9729-92704C10B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094" y="1754207"/>
                <a:ext cx="1656184" cy="704552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2B73CB-D713-6776-BB73-8B3ED4A25B2A}"/>
                  </a:ext>
                </a:extLst>
              </p:cNvPr>
              <p:cNvSpPr txBox="1"/>
              <p:nvPr/>
            </p:nvSpPr>
            <p:spPr>
              <a:xfrm>
                <a:off x="335653" y="2643755"/>
                <a:ext cx="6175341" cy="1125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96</m:t>
                            </m:r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func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96</m:t>
                            </m:r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func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96</m:t>
                            </m:r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2B73CB-D713-6776-BB73-8B3ED4A25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53" y="2643755"/>
                <a:ext cx="6175341" cy="1125244"/>
              </a:xfrm>
              <a:prstGeom prst="rect">
                <a:avLst/>
              </a:prstGeom>
              <a:blipFill>
                <a:blip r:embed="rId6"/>
                <a:stretch>
                  <a:fillRect l="-411" b="-2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58CAB6D-EEBC-7368-9E52-EF6275653CC3}"/>
                  </a:ext>
                </a:extLst>
              </p:cNvPr>
              <p:cNvSpPr txBox="1"/>
              <p:nvPr/>
            </p:nvSpPr>
            <p:spPr>
              <a:xfrm>
                <a:off x="659836" y="3762241"/>
                <a:ext cx="540582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78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43.8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altLang="en-US" sz="28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52.1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58CAB6D-EEBC-7368-9E52-EF6275653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36" y="3762241"/>
                <a:ext cx="5405825" cy="9541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坐标轴">
            <a:extLst>
              <a:ext uri="{FF2B5EF4-FFF2-40B4-BE49-F238E27FC236}">
                <a16:creationId xmlns:a16="http://schemas.microsoft.com/office/drawing/2014/main" id="{851DDE63-66AF-6779-68F1-1F746B736745}"/>
              </a:ext>
            </a:extLst>
          </p:cNvPr>
          <p:cNvGrpSpPr/>
          <p:nvPr/>
        </p:nvGrpSpPr>
        <p:grpSpPr>
          <a:xfrm>
            <a:off x="6611292" y="1772816"/>
            <a:ext cx="5224751" cy="2297860"/>
            <a:chOff x="6405302" y="2883413"/>
            <a:chExt cx="5224751" cy="2297860"/>
          </a:xfrm>
        </p:grpSpPr>
        <p:cxnSp>
          <p:nvCxnSpPr>
            <p:cNvPr id="40" name="实轴">
              <a:extLst>
                <a:ext uri="{FF2B5EF4-FFF2-40B4-BE49-F238E27FC236}">
                  <a16:creationId xmlns:a16="http://schemas.microsoft.com/office/drawing/2014/main" id="{CAB3EC41-E651-33A2-DB20-B8A652CC4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5302" y="4735640"/>
              <a:ext cx="483021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虚轴">
              <a:extLst>
                <a:ext uri="{FF2B5EF4-FFF2-40B4-BE49-F238E27FC236}">
                  <a16:creationId xmlns:a16="http://schemas.microsoft.com/office/drawing/2014/main" id="{2C3A1E10-B1B5-59DB-585F-5AF350A424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5302" y="3168145"/>
              <a:ext cx="0" cy="201312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">
                  <a:extLst>
                    <a:ext uri="{FF2B5EF4-FFF2-40B4-BE49-F238E27FC236}">
                      <a16:creationId xmlns:a16="http://schemas.microsoft.com/office/drawing/2014/main" id="{89D8343C-B44A-F294-E2EF-6EAE70B406C6}"/>
                    </a:ext>
                  </a:extLst>
                </p:cNvPr>
                <p:cNvSpPr txBox="1"/>
                <p:nvPr/>
              </p:nvSpPr>
              <p:spPr>
                <a:xfrm>
                  <a:off x="11053517" y="421242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24" name="Re">
                  <a:extLst>
                    <a:ext uri="{FF2B5EF4-FFF2-40B4-BE49-F238E27FC236}">
                      <a16:creationId xmlns:a16="http://schemas.microsoft.com/office/drawing/2014/main" id="{E0E0370D-4EDE-C301-A709-2552C0750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3517" y="4212420"/>
                  <a:ext cx="576536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Im">
                  <a:extLst>
                    <a:ext uri="{FF2B5EF4-FFF2-40B4-BE49-F238E27FC236}">
                      <a16:creationId xmlns:a16="http://schemas.microsoft.com/office/drawing/2014/main" id="{5F669867-3F23-9A5F-4D5B-818C11C3F28E}"/>
                    </a:ext>
                  </a:extLst>
                </p:cNvPr>
                <p:cNvSpPr txBox="1"/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dB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25" name="Im">
                  <a:extLst>
                    <a:ext uri="{FF2B5EF4-FFF2-40B4-BE49-F238E27FC236}">
                      <a16:creationId xmlns:a16="http://schemas.microsoft.com/office/drawing/2014/main" id="{0660DA49-5D07-C524-CBE8-E52EB8938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blipFill>
                  <a:blip r:embed="rId11"/>
                  <a:stretch>
                    <a:fillRect l="-6522" r="-152174" b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幅频">
            <a:extLst>
              <a:ext uri="{FF2B5EF4-FFF2-40B4-BE49-F238E27FC236}">
                <a16:creationId xmlns:a16="http://schemas.microsoft.com/office/drawing/2014/main" id="{6E964B85-CBA6-6C24-C616-A740AEB16946}"/>
              </a:ext>
            </a:extLst>
          </p:cNvPr>
          <p:cNvSpPr/>
          <p:nvPr/>
        </p:nvSpPr>
        <p:spPr>
          <a:xfrm flipV="1">
            <a:off x="6630219" y="2794163"/>
            <a:ext cx="4287044" cy="165600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581571 w 2566115"/>
              <a:gd name="connsiteY3" fmla="*/ 1503889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186447 w 2566115"/>
              <a:gd name="connsiteY4" fmla="*/ 836884 h 3496696"/>
              <a:gd name="connsiteX5" fmla="*/ 2566115 w 2566115"/>
              <a:gd name="connsiteY5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298781 w 2566115"/>
              <a:gd name="connsiteY4" fmla="*/ 996384 h 3496696"/>
              <a:gd name="connsiteX5" fmla="*/ 2566115 w 2566115"/>
              <a:gd name="connsiteY5" fmla="*/ 0 h 3496696"/>
              <a:gd name="connsiteX0" fmla="*/ 0 w 2592039"/>
              <a:gd name="connsiteY0" fmla="*/ 3424195 h 3424195"/>
              <a:gd name="connsiteX1" fmla="*/ 546619 w 2592039"/>
              <a:gd name="connsiteY1" fmla="*/ 3102194 h 3424195"/>
              <a:gd name="connsiteX2" fmla="*/ 995597 w 2592039"/>
              <a:gd name="connsiteY2" fmla="*/ 2498626 h 3424195"/>
              <a:gd name="connsiteX3" fmla="*/ 1849446 w 2592039"/>
              <a:gd name="connsiteY3" fmla="*/ 1677891 h 3424195"/>
              <a:gd name="connsiteX4" fmla="*/ 2324705 w 2592039"/>
              <a:gd name="connsiteY4" fmla="*/ 996384 h 3424195"/>
              <a:gd name="connsiteX5" fmla="*/ 2592039 w 2592039"/>
              <a:gd name="connsiteY5" fmla="*/ 0 h 34241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498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480244 w 2592039"/>
              <a:gd name="connsiteY4" fmla="*/ 1141386 h 3322695"/>
              <a:gd name="connsiteX5" fmla="*/ 2592039 w 2592039"/>
              <a:gd name="connsiteY5" fmla="*/ 0 h 3322695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3603045"/>
              <a:gd name="connsiteY0" fmla="*/ 3047192 h 3047192"/>
              <a:gd name="connsiteX1" fmla="*/ 1376163 w 3603045"/>
              <a:gd name="connsiteY1" fmla="*/ 2710691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56012 w 3646250"/>
              <a:gd name="connsiteY2" fmla="*/ 1976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9921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327070"/>
              <a:gd name="connsiteY0" fmla="*/ 2195808 h 2195808"/>
              <a:gd name="connsiteX1" fmla="*/ 1099649 w 3327070"/>
              <a:gd name="connsiteY1" fmla="*/ 1888307 h 2195808"/>
              <a:gd name="connsiteX2" fmla="*/ 1816500 w 3327070"/>
              <a:gd name="connsiteY2" fmla="*/ 1197738 h 2195808"/>
              <a:gd name="connsiteX3" fmla="*/ 2817247 w 3327070"/>
              <a:gd name="connsiteY3" fmla="*/ 507504 h 2195808"/>
              <a:gd name="connsiteX4" fmla="*/ 3327070 w 3327070"/>
              <a:gd name="connsiteY4" fmla="*/ 0 h 2195808"/>
              <a:gd name="connsiteX0" fmla="*/ 0 w 2817247"/>
              <a:gd name="connsiteY0" fmla="*/ 1688304 h 1688304"/>
              <a:gd name="connsiteX1" fmla="*/ 1099649 w 2817247"/>
              <a:gd name="connsiteY1" fmla="*/ 1380803 h 1688304"/>
              <a:gd name="connsiteX2" fmla="*/ 1816500 w 2817247"/>
              <a:gd name="connsiteY2" fmla="*/ 690234 h 1688304"/>
              <a:gd name="connsiteX3" fmla="*/ 2817247 w 2817247"/>
              <a:gd name="connsiteY3" fmla="*/ 0 h 1688304"/>
              <a:gd name="connsiteX0" fmla="*/ 0 w 1816500"/>
              <a:gd name="connsiteY0" fmla="*/ 998070 h 998070"/>
              <a:gd name="connsiteX1" fmla="*/ 1099649 w 1816500"/>
              <a:gd name="connsiteY1" fmla="*/ 690569 h 998070"/>
              <a:gd name="connsiteX2" fmla="*/ 1816500 w 1816500"/>
              <a:gd name="connsiteY2" fmla="*/ 0 h 998070"/>
              <a:gd name="connsiteX0" fmla="*/ 0 w 2961238"/>
              <a:gd name="connsiteY0" fmla="*/ 2236792 h 2236792"/>
              <a:gd name="connsiteX1" fmla="*/ 1099649 w 2961238"/>
              <a:gd name="connsiteY1" fmla="*/ 1929291 h 2236792"/>
              <a:gd name="connsiteX2" fmla="*/ 2961238 w 2961238"/>
              <a:gd name="connsiteY2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2961238 w 2961238"/>
              <a:gd name="connsiteY2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18418 w 2961238"/>
              <a:gd name="connsiteY2" fmla="*/ 1632822 h 2236792"/>
              <a:gd name="connsiteX3" fmla="*/ 2961238 w 2961238"/>
              <a:gd name="connsiteY3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78906 w 2961238"/>
              <a:gd name="connsiteY2" fmla="*/ 1966324 h 2236792"/>
              <a:gd name="connsiteX3" fmla="*/ 2961238 w 2961238"/>
              <a:gd name="connsiteY3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78906 w 2961238"/>
              <a:gd name="connsiteY2" fmla="*/ 1966324 h 2236792"/>
              <a:gd name="connsiteX3" fmla="*/ 2961238 w 2961238"/>
              <a:gd name="connsiteY3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87547 w 2961238"/>
              <a:gd name="connsiteY2" fmla="*/ 2009825 h 2236792"/>
              <a:gd name="connsiteX3" fmla="*/ 2961238 w 2961238"/>
              <a:gd name="connsiteY3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87547 w 2961238"/>
              <a:gd name="connsiteY2" fmla="*/ 2009825 h 2236792"/>
              <a:gd name="connsiteX3" fmla="*/ 2961238 w 2961238"/>
              <a:gd name="connsiteY3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70265 w 2961238"/>
              <a:gd name="connsiteY2" fmla="*/ 2038825 h 2236792"/>
              <a:gd name="connsiteX3" fmla="*/ 2961238 w 2961238"/>
              <a:gd name="connsiteY3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70265 w 2961238"/>
              <a:gd name="connsiteY2" fmla="*/ 2038825 h 2236792"/>
              <a:gd name="connsiteX3" fmla="*/ 2961238 w 2961238"/>
              <a:gd name="connsiteY3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70265 w 2961238"/>
              <a:gd name="connsiteY2" fmla="*/ 2038825 h 2236792"/>
              <a:gd name="connsiteX3" fmla="*/ 2310888 w 2961238"/>
              <a:gd name="connsiteY3" fmla="*/ 733817 h 2236792"/>
              <a:gd name="connsiteX4" fmla="*/ 2961238 w 2961238"/>
              <a:gd name="connsiteY4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70265 w 2961238"/>
              <a:gd name="connsiteY2" fmla="*/ 2038825 h 2236792"/>
              <a:gd name="connsiteX3" fmla="*/ 2500992 w 2961238"/>
              <a:gd name="connsiteY3" fmla="*/ 1067319 h 2236792"/>
              <a:gd name="connsiteX4" fmla="*/ 2961238 w 2961238"/>
              <a:gd name="connsiteY4" fmla="*/ 0 h 2236792"/>
              <a:gd name="connsiteX0" fmla="*/ 0 w 2961238"/>
              <a:gd name="connsiteY0" fmla="*/ 2236792 h 2236792"/>
              <a:gd name="connsiteX1" fmla="*/ 589825 w 2961238"/>
              <a:gd name="connsiteY1" fmla="*/ 2059792 h 2236792"/>
              <a:gd name="connsiteX2" fmla="*/ 1170265 w 2961238"/>
              <a:gd name="connsiteY2" fmla="*/ 2038825 h 2236792"/>
              <a:gd name="connsiteX3" fmla="*/ 2500992 w 2961238"/>
              <a:gd name="connsiteY3" fmla="*/ 1067319 h 2236792"/>
              <a:gd name="connsiteX4" fmla="*/ 2961238 w 2961238"/>
              <a:gd name="connsiteY4" fmla="*/ 0 h 2236792"/>
              <a:gd name="connsiteX0" fmla="*/ 0 w 3159983"/>
              <a:gd name="connsiteY0" fmla="*/ 2048291 h 2048291"/>
              <a:gd name="connsiteX1" fmla="*/ 589825 w 3159983"/>
              <a:gd name="connsiteY1" fmla="*/ 1871291 h 2048291"/>
              <a:gd name="connsiteX2" fmla="*/ 1170265 w 3159983"/>
              <a:gd name="connsiteY2" fmla="*/ 1850324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589825 w 3159983"/>
              <a:gd name="connsiteY1" fmla="*/ 1755290 h 2048291"/>
              <a:gd name="connsiteX2" fmla="*/ 1170265 w 3159983"/>
              <a:gd name="connsiteY2" fmla="*/ 1850324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589825 w 3159983"/>
              <a:gd name="connsiteY1" fmla="*/ 1755290 h 2048291"/>
              <a:gd name="connsiteX2" fmla="*/ 1170265 w 3159983"/>
              <a:gd name="connsiteY2" fmla="*/ 17198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589825 w 3159983"/>
              <a:gd name="connsiteY1" fmla="*/ 1755290 h 2048291"/>
              <a:gd name="connsiteX2" fmla="*/ 1170265 w 3159983"/>
              <a:gd name="connsiteY2" fmla="*/ 17198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589825 w 3159983"/>
              <a:gd name="connsiteY1" fmla="*/ 1755290 h 2048291"/>
              <a:gd name="connsiteX2" fmla="*/ 1170265 w 3159983"/>
              <a:gd name="connsiteY2" fmla="*/ 17198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589825 w 3159983"/>
              <a:gd name="connsiteY1" fmla="*/ 1755290 h 2048291"/>
              <a:gd name="connsiteX2" fmla="*/ 1178906 w 3159983"/>
              <a:gd name="connsiteY2" fmla="*/ 17343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589825 w 3159983"/>
              <a:gd name="connsiteY1" fmla="*/ 1755290 h 2048291"/>
              <a:gd name="connsiteX2" fmla="*/ 1178906 w 3159983"/>
              <a:gd name="connsiteY2" fmla="*/ 17343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589825 w 3159983"/>
              <a:gd name="connsiteY1" fmla="*/ 1755290 h 2048291"/>
              <a:gd name="connsiteX2" fmla="*/ 1178906 w 3159983"/>
              <a:gd name="connsiteY2" fmla="*/ 17343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607107 w 3159983"/>
              <a:gd name="connsiteY1" fmla="*/ 1653790 h 2048291"/>
              <a:gd name="connsiteX2" fmla="*/ 1178906 w 3159983"/>
              <a:gd name="connsiteY2" fmla="*/ 17343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607107 w 3159983"/>
              <a:gd name="connsiteY1" fmla="*/ 1653790 h 2048291"/>
              <a:gd name="connsiteX2" fmla="*/ 1187547 w 3159983"/>
              <a:gd name="connsiteY2" fmla="*/ 16328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607107 w 3159983"/>
              <a:gd name="connsiteY1" fmla="*/ 1653790 h 2048291"/>
              <a:gd name="connsiteX2" fmla="*/ 1187547 w 3159983"/>
              <a:gd name="connsiteY2" fmla="*/ 16328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607107 w 3159983"/>
              <a:gd name="connsiteY1" fmla="*/ 1653790 h 2048291"/>
              <a:gd name="connsiteX2" fmla="*/ 1187547 w 3159983"/>
              <a:gd name="connsiteY2" fmla="*/ 16328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  <a:gd name="connsiteX0" fmla="*/ 0 w 3159983"/>
              <a:gd name="connsiteY0" fmla="*/ 2048291 h 2048291"/>
              <a:gd name="connsiteX1" fmla="*/ 607107 w 3159983"/>
              <a:gd name="connsiteY1" fmla="*/ 1653790 h 2048291"/>
              <a:gd name="connsiteX2" fmla="*/ 1187547 w 3159983"/>
              <a:gd name="connsiteY2" fmla="*/ 1632822 h 2048291"/>
              <a:gd name="connsiteX3" fmla="*/ 2500992 w 3159983"/>
              <a:gd name="connsiteY3" fmla="*/ 878818 h 2048291"/>
              <a:gd name="connsiteX4" fmla="*/ 3159983 w 3159983"/>
              <a:gd name="connsiteY4" fmla="*/ 0 h 204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9983" h="2048291">
                <a:moveTo>
                  <a:pt x="0" y="2048291"/>
                </a:moveTo>
                <a:cubicBezTo>
                  <a:pt x="366550" y="1815291"/>
                  <a:pt x="335610" y="1799790"/>
                  <a:pt x="607107" y="1653790"/>
                </a:cubicBezTo>
                <a:cubicBezTo>
                  <a:pt x="897203" y="1654629"/>
                  <a:pt x="939210" y="1642620"/>
                  <a:pt x="1187547" y="1632822"/>
                </a:cubicBezTo>
                <a:cubicBezTo>
                  <a:pt x="1655853" y="1353826"/>
                  <a:pt x="1805007" y="1262123"/>
                  <a:pt x="2500992" y="878818"/>
                </a:cubicBezTo>
                <a:cubicBezTo>
                  <a:pt x="2799488" y="539014"/>
                  <a:pt x="3051591" y="122303"/>
                  <a:pt x="3159983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-20">
                <a:extLst>
                  <a:ext uri="{FF2B5EF4-FFF2-40B4-BE49-F238E27FC236}">
                    <a16:creationId xmlns:a16="http://schemas.microsoft.com/office/drawing/2014/main" id="{A99764E6-133E-02A4-3CC2-58B42C25D20C}"/>
                  </a:ext>
                </a:extLst>
              </p:cNvPr>
              <p:cNvSpPr txBox="1"/>
              <p:nvPr/>
            </p:nvSpPr>
            <p:spPr>
              <a:xfrm>
                <a:off x="6806143" y="2428941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57" name="-20">
                <a:extLst>
                  <a:ext uri="{FF2B5EF4-FFF2-40B4-BE49-F238E27FC236}">
                    <a16:creationId xmlns:a16="http://schemas.microsoft.com/office/drawing/2014/main" id="{A99764E6-133E-02A4-3CC2-58B42C25D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143" y="2428941"/>
                <a:ext cx="801224" cy="524695"/>
              </a:xfrm>
              <a:prstGeom prst="rect">
                <a:avLst/>
              </a:prstGeom>
              <a:blipFill>
                <a:blip r:embed="rId12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-60">
                <a:extLst>
                  <a:ext uri="{FF2B5EF4-FFF2-40B4-BE49-F238E27FC236}">
                    <a16:creationId xmlns:a16="http://schemas.microsoft.com/office/drawing/2014/main" id="{99312189-04C3-BC99-7967-1E744F3F62CB}"/>
                  </a:ext>
                </a:extLst>
              </p:cNvPr>
              <p:cNvSpPr txBox="1"/>
              <p:nvPr/>
            </p:nvSpPr>
            <p:spPr>
              <a:xfrm>
                <a:off x="7053249" y="3624385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60" name="-60">
                <a:extLst>
                  <a:ext uri="{FF2B5EF4-FFF2-40B4-BE49-F238E27FC236}">
                    <a16:creationId xmlns:a16="http://schemas.microsoft.com/office/drawing/2014/main" id="{99312189-04C3-BC99-7967-1E744F3F6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249" y="3624385"/>
                <a:ext cx="801224" cy="5246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wc2">
                <a:extLst>
                  <a:ext uri="{FF2B5EF4-FFF2-40B4-BE49-F238E27FC236}">
                    <a16:creationId xmlns:a16="http://schemas.microsoft.com/office/drawing/2014/main" id="{6A4BE141-23C3-7282-3B59-A053B1B5DB89}"/>
                  </a:ext>
                </a:extLst>
              </p:cNvPr>
              <p:cNvSpPr txBox="1"/>
              <p:nvPr/>
            </p:nvSpPr>
            <p:spPr>
              <a:xfrm>
                <a:off x="9290946" y="3624385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62" name="wc2">
                <a:extLst>
                  <a:ext uri="{FF2B5EF4-FFF2-40B4-BE49-F238E27FC236}">
                    <a16:creationId xmlns:a16="http://schemas.microsoft.com/office/drawing/2014/main" id="{6A4BE141-23C3-7282-3B59-A053B1B5D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0946" y="3624385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穿越频率辅助线">
            <a:extLst>
              <a:ext uri="{FF2B5EF4-FFF2-40B4-BE49-F238E27FC236}">
                <a16:creationId xmlns:a16="http://schemas.microsoft.com/office/drawing/2014/main" id="{32C0332B-EE4A-BD3E-EA37-A861CB186433}"/>
              </a:ext>
            </a:extLst>
          </p:cNvPr>
          <p:cNvCxnSpPr>
            <a:cxnSpLocks/>
            <a:stCxn id="55" idx="1"/>
          </p:cNvCxnSpPr>
          <p:nvPr/>
        </p:nvCxnSpPr>
        <p:spPr>
          <a:xfrm>
            <a:off x="7453861" y="3113110"/>
            <a:ext cx="0" cy="509056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-60">
                <a:extLst>
                  <a:ext uri="{FF2B5EF4-FFF2-40B4-BE49-F238E27FC236}">
                    <a16:creationId xmlns:a16="http://schemas.microsoft.com/office/drawing/2014/main" id="{E42926F1-C27F-D51D-4093-DD0974B3C163}"/>
                  </a:ext>
                </a:extLst>
              </p:cNvPr>
              <p:cNvSpPr txBox="1"/>
              <p:nvPr/>
            </p:nvSpPr>
            <p:spPr>
              <a:xfrm>
                <a:off x="10600960" y="3775444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64" name="-60">
                <a:extLst>
                  <a:ext uri="{FF2B5EF4-FFF2-40B4-BE49-F238E27FC236}">
                    <a16:creationId xmlns:a16="http://schemas.microsoft.com/office/drawing/2014/main" id="{E42926F1-C27F-D51D-4093-DD0974B3C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960" y="3775444"/>
                <a:ext cx="801224" cy="524695"/>
              </a:xfrm>
              <a:prstGeom prst="rect">
                <a:avLst/>
              </a:prstGeom>
              <a:blipFill>
                <a:blip r:embed="rId15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低频特性延长线">
            <a:extLst>
              <a:ext uri="{FF2B5EF4-FFF2-40B4-BE49-F238E27FC236}">
                <a16:creationId xmlns:a16="http://schemas.microsoft.com/office/drawing/2014/main" id="{39106DB6-E12D-4010-F5F3-1D3AFF38C836}"/>
              </a:ext>
            </a:extLst>
          </p:cNvPr>
          <p:cNvCxnSpPr>
            <a:cxnSpLocks/>
            <a:stCxn id="55" idx="1"/>
          </p:cNvCxnSpPr>
          <p:nvPr/>
        </p:nvCxnSpPr>
        <p:spPr>
          <a:xfrm>
            <a:off x="7453861" y="3113110"/>
            <a:ext cx="1319880" cy="509056"/>
          </a:xfrm>
          <a:prstGeom prst="line">
            <a:avLst/>
          </a:prstGeom>
          <a:ln w="38100">
            <a:solidFill>
              <a:srgbClr val="E4486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穿越频率辅助线">
            <a:extLst>
              <a:ext uri="{FF2B5EF4-FFF2-40B4-BE49-F238E27FC236}">
                <a16:creationId xmlns:a16="http://schemas.microsoft.com/office/drawing/2014/main" id="{0B3DA44B-0580-010B-66F3-76CF5352BF64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8241325" y="3130062"/>
            <a:ext cx="0" cy="492104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穿越频率辅助线">
            <a:extLst>
              <a:ext uri="{FF2B5EF4-FFF2-40B4-BE49-F238E27FC236}">
                <a16:creationId xmlns:a16="http://schemas.microsoft.com/office/drawing/2014/main" id="{61E91C69-63BD-DE5D-A462-F411208B016C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10023232" y="3606152"/>
            <a:ext cx="0" cy="133509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-60">
                <a:extLst>
                  <a:ext uri="{FF2B5EF4-FFF2-40B4-BE49-F238E27FC236}">
                    <a16:creationId xmlns:a16="http://schemas.microsoft.com/office/drawing/2014/main" id="{B51E5571-3755-EC99-5E7E-C46828367348}"/>
                  </a:ext>
                </a:extLst>
              </p:cNvPr>
              <p:cNvSpPr txBox="1"/>
              <p:nvPr/>
            </p:nvSpPr>
            <p:spPr>
              <a:xfrm>
                <a:off x="7824560" y="3624385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81" name="-60">
                <a:extLst>
                  <a:ext uri="{FF2B5EF4-FFF2-40B4-BE49-F238E27FC236}">
                    <a16:creationId xmlns:a16="http://schemas.microsoft.com/office/drawing/2014/main" id="{B51E5571-3755-EC99-5E7E-C46828367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560" y="3624385"/>
                <a:ext cx="801224" cy="52469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-60">
                <a:extLst>
                  <a:ext uri="{FF2B5EF4-FFF2-40B4-BE49-F238E27FC236}">
                    <a16:creationId xmlns:a16="http://schemas.microsoft.com/office/drawing/2014/main" id="{F989A5FF-98CC-5855-226A-19BDA5988F23}"/>
                  </a:ext>
                </a:extLst>
              </p:cNvPr>
              <p:cNvSpPr txBox="1"/>
              <p:nvPr/>
            </p:nvSpPr>
            <p:spPr>
              <a:xfrm>
                <a:off x="8441922" y="3624385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82" name="-60">
                <a:extLst>
                  <a:ext uri="{FF2B5EF4-FFF2-40B4-BE49-F238E27FC236}">
                    <a16:creationId xmlns:a16="http://schemas.microsoft.com/office/drawing/2014/main" id="{F989A5FF-98CC-5855-226A-19BDA5988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922" y="3624385"/>
                <a:ext cx="801224" cy="52469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-20">
                <a:extLst>
                  <a:ext uri="{FF2B5EF4-FFF2-40B4-BE49-F238E27FC236}">
                    <a16:creationId xmlns:a16="http://schemas.microsoft.com/office/drawing/2014/main" id="{E589A702-C2C4-418D-773B-DC3A2D24C155}"/>
                  </a:ext>
                </a:extLst>
              </p:cNvPr>
              <p:cNvSpPr txBox="1"/>
              <p:nvPr/>
            </p:nvSpPr>
            <p:spPr>
              <a:xfrm>
                <a:off x="8759980" y="2911512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83" name="-20">
                <a:extLst>
                  <a:ext uri="{FF2B5EF4-FFF2-40B4-BE49-F238E27FC236}">
                    <a16:creationId xmlns:a16="http://schemas.microsoft.com/office/drawing/2014/main" id="{E589A702-C2C4-418D-773B-DC3A2D24C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980" y="2911512"/>
                <a:ext cx="801224" cy="524695"/>
              </a:xfrm>
              <a:prstGeom prst="rect">
                <a:avLst/>
              </a:prstGeom>
              <a:blipFill>
                <a:blip r:embed="rId12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-60">
                <a:extLst>
                  <a:ext uri="{FF2B5EF4-FFF2-40B4-BE49-F238E27FC236}">
                    <a16:creationId xmlns:a16="http://schemas.microsoft.com/office/drawing/2014/main" id="{93BCE151-07AF-E86D-C83C-EEF1BABFCFAF}"/>
                  </a:ext>
                </a:extLst>
              </p:cNvPr>
              <p:cNvSpPr txBox="1"/>
              <p:nvPr/>
            </p:nvSpPr>
            <p:spPr>
              <a:xfrm>
                <a:off x="9589280" y="3120915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84" name="-60">
                <a:extLst>
                  <a:ext uri="{FF2B5EF4-FFF2-40B4-BE49-F238E27FC236}">
                    <a16:creationId xmlns:a16="http://schemas.microsoft.com/office/drawing/2014/main" id="{93BCE151-07AF-E86D-C83C-EEF1BABFC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9280" y="3120915"/>
                <a:ext cx="801224" cy="524695"/>
              </a:xfrm>
              <a:prstGeom prst="rect">
                <a:avLst/>
              </a:prstGeom>
              <a:blipFill>
                <a:blip r:embed="rId18"/>
                <a:stretch>
                  <a:fillRect l="-3175" r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重要1">
            <a:extLst>
              <a:ext uri="{FF2B5EF4-FFF2-40B4-BE49-F238E27FC236}">
                <a16:creationId xmlns:a16="http://schemas.microsoft.com/office/drawing/2014/main" id="{9CBB00AA-B563-9237-2198-07D8CA6193D6}"/>
              </a:ext>
            </a:extLst>
          </p:cNvPr>
          <p:cNvSpPr txBox="1"/>
          <p:nvPr/>
        </p:nvSpPr>
        <p:spPr>
          <a:xfrm>
            <a:off x="294235" y="1851851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说明3">
                <a:extLst>
                  <a:ext uri="{FF2B5EF4-FFF2-40B4-BE49-F238E27FC236}">
                    <a16:creationId xmlns:a16="http://schemas.microsoft.com/office/drawing/2014/main" id="{109C3880-7AEE-02A6-733C-4A9449C5FB6C}"/>
                  </a:ext>
                </a:extLst>
              </p:cNvPr>
              <p:cNvSpPr txBox="1"/>
              <p:nvPr/>
            </p:nvSpPr>
            <p:spPr>
              <a:xfrm>
                <a:off x="1260685" y="1868102"/>
                <a:ext cx="2574827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>
                    <a:solidFill>
                      <a:srgbClr val="2980B9"/>
                    </a:solidFill>
                  </a:rPr>
                  <a:t>绘制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kumimoji="1" lang="zh-CN" altLang="en-US" sz="2800">
                    <a:solidFill>
                      <a:srgbClr val="2980B9"/>
                    </a:solidFill>
                  </a:rPr>
                  <a:t>曲线</a:t>
                </a:r>
              </a:p>
            </p:txBody>
          </p:sp>
        </mc:Choice>
        <mc:Fallback xmlns="">
          <p:sp>
            <p:nvSpPr>
              <p:cNvPr id="86" name="说明3">
                <a:extLst>
                  <a:ext uri="{FF2B5EF4-FFF2-40B4-BE49-F238E27FC236}">
                    <a16:creationId xmlns:a16="http://schemas.microsoft.com/office/drawing/2014/main" id="{109C3880-7AEE-02A6-733C-4A9449C5F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685" y="1868102"/>
                <a:ext cx="2574827" cy="578882"/>
              </a:xfrm>
              <a:prstGeom prst="flowChartAlternateProcess">
                <a:avLst/>
              </a:prstGeom>
              <a:blipFill>
                <a:blip r:embed="rId19"/>
                <a:stretch>
                  <a:fillRect l="-3415" t="-4082" b="-20408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542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55" grpId="0" animBg="1"/>
      <p:bldP spid="57" grpId="0"/>
      <p:bldP spid="60" grpId="0"/>
      <p:bldP spid="62" grpId="0"/>
      <p:bldP spid="64" grpId="0"/>
      <p:bldP spid="81" grpId="0"/>
      <p:bldP spid="82" grpId="0"/>
      <p:bldP spid="83" grpId="0"/>
      <p:bldP spid="84" grpId="0"/>
      <p:bldP spid="85" grpId="0" animBg="1"/>
      <p:bldP spid="8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高阶系统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小标题1">
                <a:extLst>
                  <a:ext uri="{FF2B5EF4-FFF2-40B4-BE49-F238E27FC236}">
                    <a16:creationId xmlns:a16="http://schemas.microsoft.com/office/drawing/2014/main" id="{90CB6B9F-153A-C09F-7EB6-3FF7AA0A5D0A}"/>
                  </a:ext>
                </a:extLst>
              </p:cNvPr>
              <p:cNvSpPr/>
              <p:nvPr/>
            </p:nvSpPr>
            <p:spPr bwMode="auto">
              <a:xfrm>
                <a:off x="268976" y="1052736"/>
                <a:ext cx="9138598" cy="631061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已知单位反馈系统 </a:t>
                </a:r>
                <a14:m>
                  <m:oMath xmlns:m="http://schemas.openxmlformats.org/officeDocument/2006/math"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" sz="3200" b="1">
                    <a:solidFill>
                      <a:schemeClr val="bg1"/>
                    </a:solidFill>
                    <a:latin typeface="+mn-ea"/>
                  </a:rPr>
                  <a:t>，</a:t>
                </a:r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" altLang="zh-CN" sz="3200" b="1" dirty="0">
                    <a:solidFill>
                      <a:schemeClr val="bg1"/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l-GR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l-GR" altLang="zh-CN" sz="3200" b="1" dirty="0">
                    <a:solidFill>
                      <a:schemeClr val="bg1"/>
                    </a:solidFill>
                    <a:latin typeface="+mn-ea"/>
                  </a:rPr>
                  <a:t>; </a:t>
                </a:r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确定 </a:t>
                </a:r>
                <a14:m>
                  <m:oMath xmlns:m="http://schemas.openxmlformats.org/officeDocument/2006/math">
                    <m:r>
                      <a:rPr lang="el-GR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l-GR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l-GR" altLang="zh-CN" sz="3200" b="1" dirty="0">
                    <a:solidFill>
                      <a:schemeClr val="bg1"/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zh-CN" altLang="en" sz="3200" b="1">
                    <a:solidFill>
                      <a:schemeClr val="bg1"/>
                    </a:solidFill>
                    <a:latin typeface="+mn-ea"/>
                  </a:rPr>
                  <a:t>。</a:t>
                </a:r>
                <a:endParaRPr lang="zh-CN" altLang="en-US" sz="3200" b="1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" name="小标题1">
                <a:extLst>
                  <a:ext uri="{FF2B5EF4-FFF2-40B4-BE49-F238E27FC236}">
                    <a16:creationId xmlns:a16="http://schemas.microsoft.com/office/drawing/2014/main" id="{90CB6B9F-153A-C09F-7EB6-3FF7AA0A5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976" y="1052736"/>
                <a:ext cx="9138598" cy="6310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617BB1-53DA-F752-AD32-534111A4541E}"/>
                  </a:ext>
                </a:extLst>
              </p:cNvPr>
              <p:cNvSpPr txBox="1"/>
              <p:nvPr/>
            </p:nvSpPr>
            <p:spPr>
              <a:xfrm>
                <a:off x="8625784" y="74598"/>
                <a:ext cx="3460542" cy="1079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den>
                            </m:f>
                            <m:r>
                              <a:rPr lang="en-US" altLang="zh-CN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617BB1-53DA-F752-AD32-534111A45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784" y="74598"/>
                <a:ext cx="3460542" cy="1079655"/>
              </a:xfrm>
              <a:prstGeom prst="rect">
                <a:avLst/>
              </a:prstGeom>
              <a:blipFill>
                <a:blip r:embed="rId4"/>
                <a:stretch>
                  <a:fillRect l="-1099" b="-3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2B73CB-D713-6776-BB73-8B3ED4A25B2A}"/>
                  </a:ext>
                </a:extLst>
              </p:cNvPr>
              <p:cNvSpPr txBox="1"/>
              <p:nvPr/>
            </p:nvSpPr>
            <p:spPr>
              <a:xfrm>
                <a:off x="4824678" y="1845996"/>
                <a:ext cx="22935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52.1</m:t>
                        </m:r>
                      </m:e>
                      <m:sup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2B73CB-D713-6776-BB73-8B3ED4A25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678" y="1845996"/>
                <a:ext cx="2293556" cy="523220"/>
              </a:xfrm>
              <a:prstGeom prst="rect">
                <a:avLst/>
              </a:prstGeom>
              <a:blipFill>
                <a:blip r:embed="rId5"/>
                <a:stretch>
                  <a:fillRect l="-1099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61D2B04-8A52-3EE1-4DFC-FC409C51270A}"/>
                  </a:ext>
                </a:extLst>
              </p:cNvPr>
              <p:cNvSpPr txBox="1"/>
              <p:nvPr/>
            </p:nvSpPr>
            <p:spPr>
              <a:xfrm>
                <a:off x="187115" y="2602449"/>
                <a:ext cx="2938236" cy="65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limUpp>
                        <m:limUp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52.1</m:t>
                              </m:r>
                            </m:e>
                            <m:sup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lim>
                      </m:limUp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27%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61D2B04-8A52-3EE1-4DFC-FC409C512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15" y="2602449"/>
                <a:ext cx="2938236" cy="654025"/>
              </a:xfrm>
              <a:prstGeom prst="rect">
                <a:avLst/>
              </a:prstGeom>
              <a:blipFill>
                <a:blip r:embed="rId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6BD3CD7-1F3F-BCA1-3C64-2F2FB73BC202}"/>
                  </a:ext>
                </a:extLst>
              </p:cNvPr>
              <p:cNvSpPr txBox="1"/>
              <p:nvPr/>
            </p:nvSpPr>
            <p:spPr>
              <a:xfrm>
                <a:off x="3269625" y="2581819"/>
                <a:ext cx="3656015" cy="757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=0.0714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6BD3CD7-1F3F-BCA1-3C64-2F2FB73BC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625" y="2581819"/>
                <a:ext cx="3656015" cy="757195"/>
              </a:xfrm>
              <a:prstGeom prst="rect">
                <a:avLst/>
              </a:prstGeom>
              <a:blipFill>
                <a:blip r:embed="rId7"/>
                <a:stretch>
                  <a:fillRect l="-3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重要1">
            <a:extLst>
              <a:ext uri="{FF2B5EF4-FFF2-40B4-BE49-F238E27FC236}">
                <a16:creationId xmlns:a16="http://schemas.microsoft.com/office/drawing/2014/main" id="{9CBB00AA-B563-9237-2198-07D8CA6193D6}"/>
              </a:ext>
            </a:extLst>
          </p:cNvPr>
          <p:cNvSpPr txBox="1"/>
          <p:nvPr/>
        </p:nvSpPr>
        <p:spPr>
          <a:xfrm>
            <a:off x="294235" y="1851851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解</a:t>
            </a:r>
          </a:p>
        </p:txBody>
      </p:sp>
      <p:sp>
        <p:nvSpPr>
          <p:cNvPr id="2" name="小标题1">
            <a:extLst>
              <a:ext uri="{FF2B5EF4-FFF2-40B4-BE49-F238E27FC236}">
                <a16:creationId xmlns:a16="http://schemas.microsoft.com/office/drawing/2014/main" id="{C038EC41-D4BE-ABFA-9ADC-95272935F2D7}"/>
              </a:ext>
            </a:extLst>
          </p:cNvPr>
          <p:cNvSpPr/>
          <p:nvPr/>
        </p:nvSpPr>
        <p:spPr bwMode="auto">
          <a:xfrm>
            <a:off x="1235657" y="1846754"/>
            <a:ext cx="1787180" cy="63106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查图法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C3F3A27-88DC-F807-1ABD-49C480038534}"/>
                  </a:ext>
                </a:extLst>
              </p:cNvPr>
              <p:cNvSpPr txBox="1"/>
              <p:nvPr/>
            </p:nvSpPr>
            <p:spPr>
              <a:xfrm>
                <a:off x="3146634" y="1867917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=96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C3F3A27-88DC-F807-1ABD-49C480038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34" y="1867917"/>
                <a:ext cx="165618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3AD56B65-3197-8BE3-9636-6A9D721E50C8}"/>
              </a:ext>
            </a:extLst>
          </p:cNvPr>
          <p:cNvGrpSpPr/>
          <p:nvPr/>
        </p:nvGrpSpPr>
        <p:grpSpPr>
          <a:xfrm>
            <a:off x="7347398" y="2113064"/>
            <a:ext cx="4359389" cy="3866117"/>
            <a:chOff x="7828796" y="1003043"/>
            <a:chExt cx="4359389" cy="3866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F2E0EE0-5F81-00E8-7DDE-D6E449096890}"/>
                    </a:ext>
                  </a:extLst>
                </p:cNvPr>
                <p:cNvSpPr txBox="1"/>
                <p:nvPr/>
              </p:nvSpPr>
              <p:spPr>
                <a:xfrm>
                  <a:off x="7884946" y="1003043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F2E0EE0-5F81-00E8-7DDE-D6E449096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4946" y="1003043"/>
                  <a:ext cx="775113" cy="523220"/>
                </a:xfrm>
                <a:prstGeom prst="rect">
                  <a:avLst/>
                </a:prstGeom>
                <a:blipFill>
                  <a:blip r:embed="rId9"/>
                  <a:stretch>
                    <a:fillRect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07E9209-F663-DFDB-A0EC-100855DCAFE5}"/>
                    </a:ext>
                  </a:extLst>
                </p:cNvPr>
                <p:cNvSpPr txBox="1"/>
                <p:nvPr/>
              </p:nvSpPr>
              <p:spPr>
                <a:xfrm>
                  <a:off x="7839549" y="1472926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07E9209-F663-DFDB-A0EC-100855DCA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1472926"/>
                  <a:ext cx="775113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DD72F1A6-DBCF-00FC-C103-830FC7E3B790}"/>
                    </a:ext>
                  </a:extLst>
                </p:cNvPr>
                <p:cNvSpPr txBox="1"/>
                <p:nvPr/>
              </p:nvSpPr>
              <p:spPr>
                <a:xfrm>
                  <a:off x="7839549" y="1843750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DD72F1A6-DBCF-00FC-C103-830FC7E3B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1843750"/>
                  <a:ext cx="775113" cy="52469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CEA7AF0-3B0E-AC7C-9483-663BEB20F0F4}"/>
                    </a:ext>
                  </a:extLst>
                </p:cNvPr>
                <p:cNvSpPr txBox="1"/>
                <p:nvPr/>
              </p:nvSpPr>
              <p:spPr>
                <a:xfrm>
                  <a:off x="7839549" y="2214574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CEA7AF0-3B0E-AC7C-9483-663BEB20F0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2214574"/>
                  <a:ext cx="775113" cy="52469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01C6C62-7441-DD4E-8389-DA0DD5D85FAF}"/>
                    </a:ext>
                  </a:extLst>
                </p:cNvPr>
                <p:cNvSpPr txBox="1"/>
                <p:nvPr/>
              </p:nvSpPr>
              <p:spPr>
                <a:xfrm>
                  <a:off x="7839549" y="2585398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01C6C62-7441-DD4E-8389-DA0DD5D85F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2585398"/>
                  <a:ext cx="775113" cy="52469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568BC4D-4948-90A0-6145-1557D433EE97}"/>
                    </a:ext>
                  </a:extLst>
                </p:cNvPr>
                <p:cNvSpPr txBox="1"/>
                <p:nvPr/>
              </p:nvSpPr>
              <p:spPr>
                <a:xfrm>
                  <a:off x="7839549" y="2956222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D568BC4D-4948-90A0-6145-1557D433EE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2956222"/>
                  <a:ext cx="775113" cy="52469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88AC7BB-E014-2988-0032-A67F05ADC064}"/>
                    </a:ext>
                  </a:extLst>
                </p:cNvPr>
                <p:cNvSpPr txBox="1"/>
                <p:nvPr/>
              </p:nvSpPr>
              <p:spPr>
                <a:xfrm>
                  <a:off x="7839549" y="3327046"/>
                  <a:ext cx="77511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88AC7BB-E014-2988-0032-A67F05ADC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549" y="3327046"/>
                  <a:ext cx="775113" cy="52469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5631351-92B1-3D8E-2114-95C6BCEB97FF}"/>
                    </a:ext>
                  </a:extLst>
                </p:cNvPr>
                <p:cNvSpPr txBox="1"/>
                <p:nvPr/>
              </p:nvSpPr>
              <p:spPr>
                <a:xfrm>
                  <a:off x="7828796" y="3697868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5631351-92B1-3D8E-2114-95C6BCEB9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796" y="3697868"/>
                  <a:ext cx="775113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DFD7BE8-23FE-B11B-E1C9-E8206FD448F3}"/>
                    </a:ext>
                  </a:extLst>
                </p:cNvPr>
                <p:cNvSpPr txBox="1"/>
                <p:nvPr/>
              </p:nvSpPr>
              <p:spPr>
                <a:xfrm>
                  <a:off x="8270312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DFD7BE8-23FE-B11B-E1C9-E8206FD448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0312" y="3926672"/>
                  <a:ext cx="775113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1B52FCF-DA3D-AE9E-C437-D4A85D819571}"/>
                    </a:ext>
                  </a:extLst>
                </p:cNvPr>
                <p:cNvSpPr txBox="1"/>
                <p:nvPr/>
              </p:nvSpPr>
              <p:spPr>
                <a:xfrm>
                  <a:off x="8693138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1B52FCF-DA3D-AE9E-C437-D4A85D8195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3138" y="3926672"/>
                  <a:ext cx="775113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46CFB8B-595F-089D-58AA-CC5993478C15}"/>
                    </a:ext>
                  </a:extLst>
                </p:cNvPr>
                <p:cNvSpPr txBox="1"/>
                <p:nvPr/>
              </p:nvSpPr>
              <p:spPr>
                <a:xfrm>
                  <a:off x="9115964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46CFB8B-595F-089D-58AA-CC5993478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15964" y="3926672"/>
                  <a:ext cx="77511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C4538EF-76EA-848E-D51F-2DE3FA27057E}"/>
                    </a:ext>
                  </a:extLst>
                </p:cNvPr>
                <p:cNvSpPr txBox="1"/>
                <p:nvPr/>
              </p:nvSpPr>
              <p:spPr>
                <a:xfrm>
                  <a:off x="9538790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C4538EF-76EA-848E-D51F-2DE3FA270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8790" y="3926672"/>
                  <a:ext cx="775113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7EA121C1-64F1-0A40-AE08-05BB4160E0A3}"/>
                    </a:ext>
                  </a:extLst>
                </p:cNvPr>
                <p:cNvSpPr txBox="1"/>
                <p:nvPr/>
              </p:nvSpPr>
              <p:spPr>
                <a:xfrm>
                  <a:off x="9961616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7EA121C1-64F1-0A40-AE08-05BB4160E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1616" y="3926672"/>
                  <a:ext cx="775113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10398A0-EC28-6951-B785-2A71E9FDD596}"/>
                    </a:ext>
                  </a:extLst>
                </p:cNvPr>
                <p:cNvSpPr txBox="1"/>
                <p:nvPr/>
              </p:nvSpPr>
              <p:spPr>
                <a:xfrm>
                  <a:off x="10384442" y="3926672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10398A0-EC28-6951-B785-2A71E9FDD5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4442" y="3926672"/>
                  <a:ext cx="775113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3137212-63FF-A7ED-A4B4-B833F2E58A40}"/>
                    </a:ext>
                  </a:extLst>
                </p:cNvPr>
                <p:cNvSpPr txBox="1"/>
                <p:nvPr/>
              </p:nvSpPr>
              <p:spPr>
                <a:xfrm>
                  <a:off x="11123649" y="1008112"/>
                  <a:ext cx="1064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2980B9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3137212-63FF-A7ED-A4B4-B833F2E58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3649" y="1008112"/>
                  <a:ext cx="1064536" cy="523220"/>
                </a:xfrm>
                <a:prstGeom prst="rect">
                  <a:avLst/>
                </a:prstGeom>
                <a:blipFill>
                  <a:blip r:embed="rId23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0FE7F9E-2DED-DB18-649E-8D0E0FD82948}"/>
                    </a:ext>
                  </a:extLst>
                </p:cNvPr>
                <p:cNvSpPr txBox="1"/>
                <p:nvPr/>
              </p:nvSpPr>
              <p:spPr>
                <a:xfrm>
                  <a:off x="11241959" y="3286502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0FE7F9E-2DED-DB18-649E-8D0E0FD82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3286502"/>
                  <a:ext cx="541879" cy="52322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044ED81-B50A-9D23-2134-AB5EA11C9979}"/>
                    </a:ext>
                  </a:extLst>
                </p:cNvPr>
                <p:cNvSpPr txBox="1"/>
                <p:nvPr/>
              </p:nvSpPr>
              <p:spPr>
                <a:xfrm>
                  <a:off x="9593313" y="4345940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e>
                        </m:d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044ED81-B50A-9D23-2134-AB5EA11C99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3313" y="4345940"/>
                  <a:ext cx="775113" cy="523220"/>
                </a:xfrm>
                <a:prstGeom prst="rect">
                  <a:avLst/>
                </a:prstGeom>
                <a:blipFill>
                  <a:blip r:embed="rId25"/>
                  <a:stretch>
                    <a:fillRect l="-3226" b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1E6C7F1-90F9-2B6D-D5DE-3E1ECA98C1A9}"/>
                </a:ext>
              </a:extLst>
            </p:cNvPr>
            <p:cNvSpPr/>
            <p:nvPr/>
          </p:nvSpPr>
          <p:spPr>
            <a:xfrm>
              <a:off x="8667013" y="1378837"/>
              <a:ext cx="2520280" cy="25331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8172E1FA-843E-1A56-9F73-A0F534265257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210291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D0CE9AF5-6C51-A6B5-C2BF-E78F79577CC5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246450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2156140D-5334-9253-98F6-C84136F7EF05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282609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027F434E-E112-16E1-F4ED-CE8AD45942E8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318768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>
              <a:extLst>
                <a:ext uri="{FF2B5EF4-FFF2-40B4-BE49-F238E27FC236}">
                  <a16:creationId xmlns:a16="http://schemas.microsoft.com/office/drawing/2014/main" id="{CEDDEC48-B229-6FA9-AD10-BD7B4BDF97E2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354927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0256DEC2-9FEE-A0B7-AE37-7E5A88E0E0E5}"/>
                </a:ext>
              </a:extLst>
            </p:cNvPr>
            <p:cNvCxnSpPr>
              <a:cxnSpLocks/>
            </p:cNvCxnSpPr>
            <p:nvPr/>
          </p:nvCxnSpPr>
          <p:spPr>
            <a:xfrm>
              <a:off x="9088823" y="1378837"/>
              <a:ext cx="0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>
              <a:extLst>
                <a:ext uri="{FF2B5EF4-FFF2-40B4-BE49-F238E27FC236}">
                  <a16:creationId xmlns:a16="http://schemas.microsoft.com/office/drawing/2014/main" id="{981270E2-35D3-1AB0-684D-7F987C8FC312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>
              <a:off x="9927153" y="1378837"/>
              <a:ext cx="1058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>
              <a:extLst>
                <a:ext uri="{FF2B5EF4-FFF2-40B4-BE49-F238E27FC236}">
                  <a16:creationId xmlns:a16="http://schemas.microsoft.com/office/drawing/2014/main" id="{BD0643C7-7CFB-9D9B-AD3A-504ABA0AD413}"/>
                </a:ext>
              </a:extLst>
            </p:cNvPr>
            <p:cNvCxnSpPr>
              <a:cxnSpLocks/>
            </p:cNvCxnSpPr>
            <p:nvPr/>
          </p:nvCxnSpPr>
          <p:spPr>
            <a:xfrm>
              <a:off x="10347905" y="1378837"/>
              <a:ext cx="0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76CDF086-3C66-09E8-6728-C3AE2DE96DE6}"/>
                </a:ext>
              </a:extLst>
            </p:cNvPr>
            <p:cNvCxnSpPr>
              <a:cxnSpLocks/>
            </p:cNvCxnSpPr>
            <p:nvPr/>
          </p:nvCxnSpPr>
          <p:spPr>
            <a:xfrm>
              <a:off x="10767599" y="1378837"/>
              <a:ext cx="0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幅相">
              <a:extLst>
                <a:ext uri="{FF2B5EF4-FFF2-40B4-BE49-F238E27FC236}">
                  <a16:creationId xmlns:a16="http://schemas.microsoft.com/office/drawing/2014/main" id="{0E844035-5E69-3830-D5F4-792147660021}"/>
                </a:ext>
              </a:extLst>
            </p:cNvPr>
            <p:cNvSpPr/>
            <p:nvPr/>
          </p:nvSpPr>
          <p:spPr>
            <a:xfrm flipV="1">
              <a:off x="8683937" y="1934758"/>
              <a:ext cx="2491898" cy="1476043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847310"/>
                <a:gd name="connsiteY0" fmla="*/ 1960636 h 1960636"/>
                <a:gd name="connsiteX1" fmla="*/ 1847310 w 1847310"/>
                <a:gd name="connsiteY1" fmla="*/ 0 h 1960636"/>
                <a:gd name="connsiteX0" fmla="*/ 0 w 1836778"/>
                <a:gd name="connsiteY0" fmla="*/ 1810145 h 1810145"/>
                <a:gd name="connsiteX1" fmla="*/ 1836778 w 1836778"/>
                <a:gd name="connsiteY1" fmla="*/ 0 h 1810145"/>
                <a:gd name="connsiteX0" fmla="*/ 0 w 1836778"/>
                <a:gd name="connsiteY0" fmla="*/ 1810145 h 1810145"/>
                <a:gd name="connsiteX1" fmla="*/ 1836778 w 1836778"/>
                <a:gd name="connsiteY1" fmla="*/ 0 h 1810145"/>
                <a:gd name="connsiteX0" fmla="*/ 0 w 1836778"/>
                <a:gd name="connsiteY0" fmla="*/ 1810145 h 1810145"/>
                <a:gd name="connsiteX1" fmla="*/ 1836778 w 1836778"/>
                <a:gd name="connsiteY1" fmla="*/ 0 h 1810145"/>
                <a:gd name="connsiteX0" fmla="*/ 0 w 1847310"/>
                <a:gd name="connsiteY0" fmla="*/ 1892232 h 1892232"/>
                <a:gd name="connsiteX1" fmla="*/ 1847310 w 1847310"/>
                <a:gd name="connsiteY1" fmla="*/ 0 h 1892232"/>
                <a:gd name="connsiteX0" fmla="*/ 0 w 1836778"/>
                <a:gd name="connsiteY0" fmla="*/ 1413394 h 1413394"/>
                <a:gd name="connsiteX1" fmla="*/ 1836778 w 1836778"/>
                <a:gd name="connsiteY1" fmla="*/ 0 h 1413394"/>
                <a:gd name="connsiteX0" fmla="*/ 0 w 1836778"/>
                <a:gd name="connsiteY0" fmla="*/ 1413394 h 1413394"/>
                <a:gd name="connsiteX1" fmla="*/ 1836778 w 1836778"/>
                <a:gd name="connsiteY1" fmla="*/ 0 h 1413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36778" h="1413394">
                  <a:moveTo>
                    <a:pt x="0" y="1413394"/>
                  </a:moveTo>
                  <a:cubicBezTo>
                    <a:pt x="441335" y="631729"/>
                    <a:pt x="700780" y="171120"/>
                    <a:pt x="1836778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幅相">
              <a:extLst>
                <a:ext uri="{FF2B5EF4-FFF2-40B4-BE49-F238E27FC236}">
                  <a16:creationId xmlns:a16="http://schemas.microsoft.com/office/drawing/2014/main" id="{06FD985C-1DDB-825F-75B7-82243F1047DA}"/>
                </a:ext>
              </a:extLst>
            </p:cNvPr>
            <p:cNvSpPr/>
            <p:nvPr/>
          </p:nvSpPr>
          <p:spPr>
            <a:xfrm flipV="1">
              <a:off x="8727160" y="1579381"/>
              <a:ext cx="2405224" cy="2292383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670476"/>
                <a:gd name="connsiteY0" fmla="*/ 0 h 2156069"/>
                <a:gd name="connsiteX1" fmla="*/ 670476 w 670476"/>
                <a:gd name="connsiteY1" fmla="*/ 1773487 h 2156069"/>
                <a:gd name="connsiteX0" fmla="*/ 0 w 670476"/>
                <a:gd name="connsiteY0" fmla="*/ 0 h 2284900"/>
                <a:gd name="connsiteX1" fmla="*/ 670476 w 670476"/>
                <a:gd name="connsiteY1" fmla="*/ 1773487 h 2284900"/>
                <a:gd name="connsiteX0" fmla="*/ 0 w 1087718"/>
                <a:gd name="connsiteY0" fmla="*/ 775770 h 1661108"/>
                <a:gd name="connsiteX1" fmla="*/ 1087718 w 1087718"/>
                <a:gd name="connsiteY1" fmla="*/ 1 h 1661108"/>
                <a:gd name="connsiteX0" fmla="*/ 0 w 1858008"/>
                <a:gd name="connsiteY0" fmla="*/ 1996540 h 2626581"/>
                <a:gd name="connsiteX1" fmla="*/ 1858008 w 1858008"/>
                <a:gd name="connsiteY1" fmla="*/ 0 h 2626581"/>
                <a:gd name="connsiteX0" fmla="*/ 0 w 1858008"/>
                <a:gd name="connsiteY0" fmla="*/ 1996540 h 2520529"/>
                <a:gd name="connsiteX1" fmla="*/ 1858008 w 1858008"/>
                <a:gd name="connsiteY1" fmla="*/ 0 h 2520529"/>
                <a:gd name="connsiteX0" fmla="*/ 0 w 1847310"/>
                <a:gd name="connsiteY0" fmla="*/ 1960636 h 2488584"/>
                <a:gd name="connsiteX1" fmla="*/ 1847310 w 1847310"/>
                <a:gd name="connsiteY1" fmla="*/ 0 h 2488584"/>
                <a:gd name="connsiteX0" fmla="*/ 0 w 1847310"/>
                <a:gd name="connsiteY0" fmla="*/ 1960636 h 2457299"/>
                <a:gd name="connsiteX1" fmla="*/ 1847310 w 1847310"/>
                <a:gd name="connsiteY1" fmla="*/ 0 h 2457299"/>
                <a:gd name="connsiteX0" fmla="*/ 0 w 1847310"/>
                <a:gd name="connsiteY0" fmla="*/ 1960636 h 1960637"/>
                <a:gd name="connsiteX1" fmla="*/ 1847310 w 1847310"/>
                <a:gd name="connsiteY1" fmla="*/ 0 h 1960637"/>
                <a:gd name="connsiteX0" fmla="*/ 0 w 1847310"/>
                <a:gd name="connsiteY0" fmla="*/ 1960711 h 1960711"/>
                <a:gd name="connsiteX1" fmla="*/ 1847310 w 1847310"/>
                <a:gd name="connsiteY1" fmla="*/ 75 h 1960711"/>
                <a:gd name="connsiteX0" fmla="*/ 0 w 1847310"/>
                <a:gd name="connsiteY0" fmla="*/ 1960700 h 1960700"/>
                <a:gd name="connsiteX1" fmla="*/ 1847310 w 1847310"/>
                <a:gd name="connsiteY1" fmla="*/ 64 h 1960700"/>
                <a:gd name="connsiteX0" fmla="*/ 0 w 1943597"/>
                <a:gd name="connsiteY0" fmla="*/ 419020 h 419021"/>
                <a:gd name="connsiteX1" fmla="*/ 1943597 w 1943597"/>
                <a:gd name="connsiteY1" fmla="*/ 181825 h 419021"/>
                <a:gd name="connsiteX0" fmla="*/ 0 w 1804517"/>
                <a:gd name="connsiteY0" fmla="*/ 106771 h 2975359"/>
                <a:gd name="connsiteX1" fmla="*/ 1804517 w 1804517"/>
                <a:gd name="connsiteY1" fmla="*/ 2975360 h 2975359"/>
                <a:gd name="connsiteX0" fmla="*/ 0 w 1804517"/>
                <a:gd name="connsiteY0" fmla="*/ 1 h 2868590"/>
                <a:gd name="connsiteX1" fmla="*/ 1804517 w 1804517"/>
                <a:gd name="connsiteY1" fmla="*/ 2868590 h 2868590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0 w 1804517"/>
                <a:gd name="connsiteY0" fmla="*/ 0 h 2868589"/>
                <a:gd name="connsiteX1" fmla="*/ 1804517 w 1804517"/>
                <a:gd name="connsiteY1" fmla="*/ 2868589 h 2868589"/>
                <a:gd name="connsiteX0" fmla="*/ 355859 w 402278"/>
                <a:gd name="connsiteY0" fmla="*/ 0 h 2183833"/>
                <a:gd name="connsiteX1" fmla="*/ 371672 w 402278"/>
                <a:gd name="connsiteY1" fmla="*/ 2183833 h 2183833"/>
                <a:gd name="connsiteX0" fmla="*/ 0 w 199239"/>
                <a:gd name="connsiteY0" fmla="*/ 0 h 2183833"/>
                <a:gd name="connsiteX1" fmla="*/ 15813 w 199239"/>
                <a:gd name="connsiteY1" fmla="*/ 2183833 h 2183833"/>
                <a:gd name="connsiteX0" fmla="*/ 1772892 w 1804485"/>
                <a:gd name="connsiteY0" fmla="*/ 0 h 2195058"/>
                <a:gd name="connsiteX1" fmla="*/ 0 w 1804485"/>
                <a:gd name="connsiteY1" fmla="*/ 2195058 h 2195058"/>
                <a:gd name="connsiteX0" fmla="*/ 1772892 w 1772892"/>
                <a:gd name="connsiteY0" fmla="*/ 28 h 2195086"/>
                <a:gd name="connsiteX1" fmla="*/ 0 w 1772892"/>
                <a:gd name="connsiteY1" fmla="*/ 2195086 h 2195086"/>
                <a:gd name="connsiteX0" fmla="*/ 1772892 w 1772892"/>
                <a:gd name="connsiteY0" fmla="*/ 0 h 2195058"/>
                <a:gd name="connsiteX1" fmla="*/ 0 w 1772892"/>
                <a:gd name="connsiteY1" fmla="*/ 2195058 h 2195058"/>
                <a:gd name="connsiteX0" fmla="*/ 1772892 w 1772892"/>
                <a:gd name="connsiteY0" fmla="*/ 0 h 2195058"/>
                <a:gd name="connsiteX1" fmla="*/ 0 w 1772892"/>
                <a:gd name="connsiteY1" fmla="*/ 2195058 h 2195058"/>
                <a:gd name="connsiteX0" fmla="*/ 1772892 w 1772892"/>
                <a:gd name="connsiteY0" fmla="*/ 29 h 2195087"/>
                <a:gd name="connsiteX1" fmla="*/ 0 w 1772892"/>
                <a:gd name="connsiteY1" fmla="*/ 2195087 h 219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2892" h="2195087">
                  <a:moveTo>
                    <a:pt x="1772892" y="29"/>
                  </a:moveTo>
                  <a:cubicBezTo>
                    <a:pt x="10543" y="-7514"/>
                    <a:pt x="111188" y="1448810"/>
                    <a:pt x="0" y="2195087"/>
                  </a:cubicBezTo>
                </a:path>
              </a:pathLst>
            </a:custGeom>
            <a:noFill/>
            <a:ln w="38100">
              <a:solidFill>
                <a:srgbClr val="2980B9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4" name="直线连接符 43">
              <a:extLst>
                <a:ext uri="{FF2B5EF4-FFF2-40B4-BE49-F238E27FC236}">
                  <a16:creationId xmlns:a16="http://schemas.microsoft.com/office/drawing/2014/main" id="{C53D136C-6F10-A5C0-1280-F8C2B4CC129A}"/>
                </a:ext>
              </a:extLst>
            </p:cNvPr>
            <p:cNvCxnSpPr>
              <a:cxnSpLocks/>
            </p:cNvCxnSpPr>
            <p:nvPr/>
          </p:nvCxnSpPr>
          <p:spPr>
            <a:xfrm>
              <a:off x="9508517" y="1378837"/>
              <a:ext cx="0" cy="253319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FDB1C1-35B3-FB0A-52EC-E687E7909C47}"/>
                    </a:ext>
                  </a:extLst>
                </p:cNvPr>
                <p:cNvSpPr txBox="1"/>
                <p:nvPr/>
              </p:nvSpPr>
              <p:spPr>
                <a:xfrm>
                  <a:off x="10807270" y="3919350"/>
                  <a:ext cx="7751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FFDB1C1-35B3-FB0A-52EC-E687E7909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7270" y="3919350"/>
                  <a:ext cx="775113" cy="52322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CDFE611-F934-4BE4-7B6C-DC715B5641C2}"/>
                    </a:ext>
                  </a:extLst>
                </p:cNvPr>
                <p:cNvSpPr txBox="1"/>
                <p:nvPr/>
              </p:nvSpPr>
              <p:spPr>
                <a:xfrm>
                  <a:off x="11241959" y="3657740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CDFE611-F934-4BE4-7B6C-DC715B564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3657740"/>
                  <a:ext cx="541879" cy="52322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BDCDBBE-C691-86EE-C2CA-A51608AA3837}"/>
                    </a:ext>
                  </a:extLst>
                </p:cNvPr>
                <p:cNvSpPr txBox="1"/>
                <p:nvPr/>
              </p:nvSpPr>
              <p:spPr>
                <a:xfrm>
                  <a:off x="11241959" y="2542551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BDCDBBE-C691-86EE-C2CA-A51608AA3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2542551"/>
                  <a:ext cx="541879" cy="523220"/>
                </a:xfrm>
                <a:prstGeom prst="rect">
                  <a:avLst/>
                </a:prstGeom>
                <a:blipFill>
                  <a:blip r:embed="rId28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477F67C-D135-8E78-3008-28A6BA4817C0}"/>
                    </a:ext>
                  </a:extLst>
                </p:cNvPr>
                <p:cNvSpPr txBox="1"/>
                <p:nvPr/>
              </p:nvSpPr>
              <p:spPr>
                <a:xfrm>
                  <a:off x="11241959" y="2171313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477F67C-D135-8E78-3008-28A6BA4817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2171313"/>
                  <a:ext cx="541879" cy="523220"/>
                </a:xfrm>
                <a:prstGeom prst="rect">
                  <a:avLst/>
                </a:prstGeom>
                <a:blipFill>
                  <a:blip r:embed="rId29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0ECECBE2-18A5-EAC8-EF72-78DA365B5270}"/>
                    </a:ext>
                  </a:extLst>
                </p:cNvPr>
                <p:cNvSpPr txBox="1"/>
                <p:nvPr/>
              </p:nvSpPr>
              <p:spPr>
                <a:xfrm>
                  <a:off x="11241959" y="1800075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0ECECBE2-18A5-EAC8-EF72-78DA365B52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1800075"/>
                  <a:ext cx="541879" cy="523220"/>
                </a:xfrm>
                <a:prstGeom prst="rect">
                  <a:avLst/>
                </a:prstGeom>
                <a:blipFill>
                  <a:blip r:embed="rId30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D2704FBD-5419-3B74-1858-6A6D10E528A3}"/>
                </a:ext>
              </a:extLst>
            </p:cNvPr>
            <p:cNvCxnSpPr>
              <a:cxnSpLocks/>
            </p:cNvCxnSpPr>
            <p:nvPr/>
          </p:nvCxnSpPr>
          <p:spPr>
            <a:xfrm>
              <a:off x="8667013" y="1741326"/>
              <a:ext cx="2520280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2F6D47F-6848-8F9E-9924-C22DA51C901D}"/>
                    </a:ext>
                  </a:extLst>
                </p:cNvPr>
                <p:cNvSpPr txBox="1"/>
                <p:nvPr/>
              </p:nvSpPr>
              <p:spPr>
                <a:xfrm>
                  <a:off x="11241959" y="2913789"/>
                  <a:ext cx="541879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D2F6D47F-6848-8F9E-9924-C22DA51C9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2913789"/>
                  <a:ext cx="541879" cy="524695"/>
                </a:xfrm>
                <a:prstGeom prst="rect">
                  <a:avLst/>
                </a:prstGeom>
                <a:blipFill>
                  <a:blip r:embed="rId31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0E144488-4415-8337-35C3-37DFE6B3879C}"/>
                    </a:ext>
                  </a:extLst>
                </p:cNvPr>
                <p:cNvSpPr txBox="1"/>
                <p:nvPr/>
              </p:nvSpPr>
              <p:spPr>
                <a:xfrm>
                  <a:off x="11241959" y="1428837"/>
                  <a:ext cx="54187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oMath>
                    </m:oMathPara>
                  </a14:m>
                  <a:endParaRPr lang="zh-CN" altLang="en-US" sz="2800">
                    <a:solidFill>
                      <a:srgbClr val="2980B9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0E144488-4415-8337-35C3-37DFE6B38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1959" y="1428837"/>
                  <a:ext cx="541879" cy="523220"/>
                </a:xfrm>
                <a:prstGeom prst="rect">
                  <a:avLst/>
                </a:prstGeom>
                <a:blipFill>
                  <a:blip r:embed="rId32"/>
                  <a:stretch>
                    <a:fillRect l="-6977" r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C670AD47-45D2-99DA-373D-2101156F03B7}"/>
              </a:ext>
            </a:extLst>
          </p:cNvPr>
          <p:cNvCxnSpPr>
            <a:cxnSpLocks/>
          </p:cNvCxnSpPr>
          <p:nvPr/>
        </p:nvCxnSpPr>
        <p:spPr>
          <a:xfrm>
            <a:off x="9111915" y="4023810"/>
            <a:ext cx="0" cy="1054107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357776F2-FD3A-1502-F10E-4172295F34D3}"/>
              </a:ext>
            </a:extLst>
          </p:cNvPr>
          <p:cNvCxnSpPr>
            <a:cxnSpLocks/>
          </p:cNvCxnSpPr>
          <p:nvPr/>
        </p:nvCxnSpPr>
        <p:spPr>
          <a:xfrm flipH="1">
            <a:off x="8202539" y="4023810"/>
            <a:ext cx="909376" cy="0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066A5D7E-7071-034D-FE8A-E4953DDCC3E7}"/>
              </a:ext>
            </a:extLst>
          </p:cNvPr>
          <p:cNvCxnSpPr>
            <a:cxnSpLocks/>
          </p:cNvCxnSpPr>
          <p:nvPr/>
        </p:nvCxnSpPr>
        <p:spPr>
          <a:xfrm flipH="1">
            <a:off x="9111915" y="4658133"/>
            <a:ext cx="1601513" cy="0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代码框">
            <a:extLst>
              <a:ext uri="{FF2B5EF4-FFF2-40B4-BE49-F238E27FC236}">
                <a16:creationId xmlns:a16="http://schemas.microsoft.com/office/drawing/2014/main" id="{342519E6-37B3-B8E8-7829-D09BE149A4BF}"/>
              </a:ext>
            </a:extLst>
          </p:cNvPr>
          <p:cNvGrpSpPr/>
          <p:nvPr/>
        </p:nvGrpSpPr>
        <p:grpSpPr>
          <a:xfrm>
            <a:off x="490177" y="3542944"/>
            <a:ext cx="4352838" cy="2301224"/>
            <a:chOff x="2515563" y="3741795"/>
            <a:chExt cx="4352838" cy="2301224"/>
          </a:xfrm>
        </p:grpSpPr>
        <p:sp>
          <p:nvSpPr>
            <p:cNvPr id="72" name="代码">
              <a:extLst>
                <a:ext uri="{FF2B5EF4-FFF2-40B4-BE49-F238E27FC236}">
                  <a16:creationId xmlns:a16="http://schemas.microsoft.com/office/drawing/2014/main" id="{36EB2521-D5CE-FCBB-077A-3C24E7ADED07}"/>
                </a:ext>
              </a:extLst>
            </p:cNvPr>
            <p:cNvSpPr txBox="1"/>
            <p:nvPr/>
          </p:nvSpPr>
          <p:spPr>
            <a:xfrm>
              <a:off x="2515563" y="4101629"/>
              <a:ext cx="4352838" cy="194139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400" dirty="0">
                  <a:latin typeface="Menlo" panose="020B0609030804020204" pitchFamily="49" charset="0"/>
                </a:rPr>
                <a:t>G = </a:t>
              </a:r>
              <a:r>
                <a:rPr lang="en" altLang="zh-CN" sz="2400" dirty="0" err="1">
                  <a:latin typeface="Menlo" panose="020B0609030804020204" pitchFamily="49" charset="0"/>
                </a:rPr>
                <a:t>zpk</a:t>
              </a:r>
              <a:r>
                <a:rPr lang="en" altLang="zh-CN" sz="2400" dirty="0">
                  <a:latin typeface="Menlo" panose="020B0609030804020204" pitchFamily="49" charset="0"/>
                </a:rPr>
                <a:t>(</a:t>
              </a:r>
              <a:r>
                <a:rPr lang="en-US" altLang="zh-CN" sz="2400" dirty="0">
                  <a:latin typeface="Menlo" panose="020B0609030804020204" pitchFamily="49" charset="0"/>
                </a:rPr>
                <a:t>-10</a:t>
              </a:r>
              <a:r>
                <a:rPr lang="en" altLang="zh-CN" sz="2400" dirty="0">
                  <a:latin typeface="Menlo" panose="020B0609030804020204" pitchFamily="49" charset="0"/>
                </a:rPr>
                <a:t>,[</a:t>
              </a:r>
              <a:r>
                <a:rPr lang="en-US" altLang="zh-CN" sz="2400" dirty="0">
                  <a:latin typeface="Menlo" panose="020B0609030804020204" pitchFamily="49" charset="0"/>
                </a:rPr>
                <a:t>0,</a:t>
              </a:r>
              <a:r>
                <a:rPr lang="en" altLang="zh-CN" sz="2400" dirty="0">
                  <a:latin typeface="Menlo" panose="020B0609030804020204" pitchFamily="49" charset="0"/>
                </a:rPr>
                <a:t>-2</a:t>
              </a:r>
              <a:r>
                <a:rPr lang="en-US" altLang="zh-CN" sz="2400" dirty="0">
                  <a:latin typeface="Menlo" panose="020B0609030804020204" pitchFamily="49" charset="0"/>
                </a:rPr>
                <a:t>0</a:t>
              </a:r>
              <a:r>
                <a:rPr lang="en" altLang="zh-CN" sz="2400" dirty="0">
                  <a:latin typeface="Menlo" panose="020B0609030804020204" pitchFamily="49" charset="0"/>
                </a:rPr>
                <a:t>,-10</a:t>
              </a:r>
              <a:r>
                <a:rPr lang="en-US" altLang="zh-CN" sz="2400" dirty="0">
                  <a:latin typeface="Menlo" panose="020B0609030804020204" pitchFamily="49" charset="0"/>
                </a:rPr>
                <a:t>0</a:t>
              </a:r>
              <a:r>
                <a:rPr lang="en" altLang="zh-CN" sz="2400" dirty="0">
                  <a:latin typeface="Menlo" panose="020B0609030804020204" pitchFamily="49" charset="0"/>
                </a:rPr>
                <a:t>],</a:t>
              </a:r>
              <a:r>
                <a:rPr lang="en-US" altLang="zh-CN" sz="2400" dirty="0">
                  <a:latin typeface="Menlo" panose="020B0609030804020204" pitchFamily="49" charset="0"/>
                </a:rPr>
                <a:t>48/10</a:t>
              </a:r>
              <a:r>
                <a:rPr lang="zh-CN" altLang="en-US" sz="2400" dirty="0">
                  <a:latin typeface="Menlo" panose="020B0609030804020204" pitchFamily="49" charset="0"/>
                </a:rPr>
                <a:t>*</a:t>
              </a:r>
              <a:r>
                <a:rPr lang="en-US" altLang="zh-CN" sz="2400" dirty="0">
                  <a:latin typeface="Menlo" panose="020B0609030804020204" pitchFamily="49" charset="0"/>
                </a:rPr>
                <a:t>20</a:t>
              </a:r>
              <a:r>
                <a:rPr lang="zh-CN" altLang="en-US" sz="2400" dirty="0">
                  <a:latin typeface="Menlo" panose="020B0609030804020204" pitchFamily="49" charset="0"/>
                </a:rPr>
                <a:t>*</a:t>
              </a:r>
              <a:r>
                <a:rPr lang="en-US" altLang="zh-CN" sz="2400" dirty="0">
                  <a:latin typeface="Menlo" panose="020B0609030804020204" pitchFamily="49" charset="0"/>
                </a:rPr>
                <a:t>100</a:t>
              </a:r>
              <a:r>
                <a:rPr lang="en" altLang="zh-CN" sz="2400" dirty="0">
                  <a:latin typeface="Menlo" panose="020B0609030804020204" pitchFamily="49" charset="0"/>
                </a:rPr>
                <a:t>); </a:t>
              </a:r>
            </a:p>
            <a:p>
              <a:r>
                <a:rPr lang="en-US" altLang="zh-CN" sz="2400" dirty="0">
                  <a:latin typeface="Menlo" panose="020B0609030804020204" pitchFamily="49" charset="0"/>
                </a:rPr>
                <a:t>margin(G);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-US" altLang="zh-CN" sz="2400" dirty="0">
                  <a:latin typeface="Menlo" panose="020B0609030804020204" pitchFamily="49" charset="0"/>
                </a:rPr>
                <a:t>step</a:t>
              </a:r>
              <a:r>
                <a:rPr lang="en" altLang="zh-CN" sz="2400" dirty="0">
                  <a:latin typeface="Menlo" panose="020B0609030804020204" pitchFamily="49" charset="0"/>
                </a:rPr>
                <a:t>(</a:t>
              </a:r>
              <a:r>
                <a:rPr lang="en-US" altLang="zh-CN" sz="2400" dirty="0">
                  <a:latin typeface="Menlo" panose="020B0609030804020204" pitchFamily="49" charset="0"/>
                </a:rPr>
                <a:t>feedback(</a:t>
              </a:r>
              <a:r>
                <a:rPr lang="en" altLang="zh-CN" sz="2400" dirty="0">
                  <a:latin typeface="Menlo" panose="020B0609030804020204" pitchFamily="49" charset="0"/>
                </a:rPr>
                <a:t>G</a:t>
              </a:r>
              <a:r>
                <a:rPr lang="en-US" altLang="zh-CN" sz="2400" dirty="0">
                  <a:latin typeface="Menlo" panose="020B0609030804020204" pitchFamily="49" charset="0"/>
                </a:rPr>
                <a:t>,1)</a:t>
              </a:r>
              <a:r>
                <a:rPr lang="en" altLang="zh-CN" sz="2400" dirty="0">
                  <a:latin typeface="Menlo" panose="020B0609030804020204" pitchFamily="49" charset="0"/>
                </a:rPr>
                <a:t>)</a:t>
              </a:r>
              <a:r>
                <a:rPr lang="en-US" altLang="zh-CN" sz="2400" dirty="0">
                  <a:latin typeface="Menlo" panose="020B0609030804020204" pitchFamily="49" charset="0"/>
                </a:rPr>
                <a:t>;</a:t>
              </a:r>
              <a:r>
                <a:rPr lang="en" altLang="zh-CN" sz="2400" dirty="0">
                  <a:latin typeface="Menlo" panose="020B0609030804020204" pitchFamily="49" charset="0"/>
                </a:rPr>
                <a:t> </a:t>
              </a:r>
              <a:endParaRPr lang="zh-CN" altLang="en-US" sz="2400" dirty="0">
                <a:latin typeface="Menlo" panose="020B0609030804020204" pitchFamily="49" charset="0"/>
              </a:endParaRPr>
            </a:p>
          </p:txBody>
        </p:sp>
        <p:sp>
          <p:nvSpPr>
            <p:cNvPr id="73" name="标题">
              <a:extLst>
                <a:ext uri="{FF2B5EF4-FFF2-40B4-BE49-F238E27FC236}">
                  <a16:creationId xmlns:a16="http://schemas.microsoft.com/office/drawing/2014/main" id="{ECFA9B95-322D-00A7-9679-C00684DD01A0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9606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5" grpId="0"/>
      <p:bldP spid="37" grpId="0"/>
      <p:bldP spid="2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高阶系统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小标题1">
                <a:extLst>
                  <a:ext uri="{FF2B5EF4-FFF2-40B4-BE49-F238E27FC236}">
                    <a16:creationId xmlns:a16="http://schemas.microsoft.com/office/drawing/2014/main" id="{90CB6B9F-153A-C09F-7EB6-3FF7AA0A5D0A}"/>
                  </a:ext>
                </a:extLst>
              </p:cNvPr>
              <p:cNvSpPr/>
              <p:nvPr/>
            </p:nvSpPr>
            <p:spPr bwMode="auto">
              <a:xfrm>
                <a:off x="268976" y="1052736"/>
                <a:ext cx="9138598" cy="631061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已知单位反馈系统 </a:t>
                </a:r>
                <a14:m>
                  <m:oMath xmlns:m="http://schemas.openxmlformats.org/officeDocument/2006/math"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" sz="3200" b="1">
                    <a:solidFill>
                      <a:schemeClr val="bg1"/>
                    </a:solidFill>
                    <a:latin typeface="+mn-ea"/>
                  </a:rPr>
                  <a:t>，</a:t>
                </a:r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" altLang="zh-CN" sz="3200" b="1">
                    <a:solidFill>
                      <a:schemeClr val="bg1"/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l-GR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l-GR" altLang="zh-CN" sz="3200" b="1">
                    <a:solidFill>
                      <a:schemeClr val="bg1"/>
                    </a:solidFill>
                    <a:latin typeface="+mn-ea"/>
                  </a:rPr>
                  <a:t>; </a:t>
                </a:r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确定 </a:t>
                </a:r>
                <a14:m>
                  <m:oMath xmlns:m="http://schemas.openxmlformats.org/officeDocument/2006/math">
                    <m:r>
                      <a:rPr lang="el-GR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l-GR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l-GR" altLang="zh-CN" sz="3200" b="1">
                    <a:solidFill>
                      <a:schemeClr val="bg1"/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zh-CN" altLang="en" sz="3200" b="1">
                    <a:solidFill>
                      <a:schemeClr val="bg1"/>
                    </a:solidFill>
                    <a:latin typeface="+mn-ea"/>
                  </a:rPr>
                  <a:t>。</a:t>
                </a:r>
                <a:endParaRPr lang="zh-CN" altLang="en-US" sz="3200" b="1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" name="小标题1">
                <a:extLst>
                  <a:ext uri="{FF2B5EF4-FFF2-40B4-BE49-F238E27FC236}">
                    <a16:creationId xmlns:a16="http://schemas.microsoft.com/office/drawing/2014/main" id="{90CB6B9F-153A-C09F-7EB6-3FF7AA0A5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976" y="1052736"/>
                <a:ext cx="9138598" cy="6310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617BB1-53DA-F752-AD32-534111A4541E}"/>
                  </a:ext>
                </a:extLst>
              </p:cNvPr>
              <p:cNvSpPr txBox="1"/>
              <p:nvPr/>
            </p:nvSpPr>
            <p:spPr>
              <a:xfrm>
                <a:off x="8625784" y="74598"/>
                <a:ext cx="3460542" cy="1079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den>
                            </m:f>
                            <m:r>
                              <a:rPr lang="en-US" altLang="zh-CN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617BB1-53DA-F752-AD32-534111A45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784" y="74598"/>
                <a:ext cx="3460542" cy="1079655"/>
              </a:xfrm>
              <a:prstGeom prst="rect">
                <a:avLst/>
              </a:prstGeom>
              <a:blipFill>
                <a:blip r:embed="rId4"/>
                <a:stretch>
                  <a:fillRect l="-1099" b="-3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2B73CB-D713-6776-BB73-8B3ED4A25B2A}"/>
                  </a:ext>
                </a:extLst>
              </p:cNvPr>
              <p:cNvSpPr txBox="1"/>
              <p:nvPr/>
            </p:nvSpPr>
            <p:spPr>
              <a:xfrm>
                <a:off x="4824678" y="1845996"/>
                <a:ext cx="22935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52.1</m:t>
                        </m:r>
                      </m:e>
                      <m:sup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82B73CB-D713-6776-BB73-8B3ED4A25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678" y="1845996"/>
                <a:ext cx="2293556" cy="523220"/>
              </a:xfrm>
              <a:prstGeom prst="rect">
                <a:avLst/>
              </a:prstGeom>
              <a:blipFill>
                <a:blip r:embed="rId5"/>
                <a:stretch>
                  <a:fillRect l="-1099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61D2B04-8A52-3EE1-4DFC-FC409C51270A}"/>
                  </a:ext>
                </a:extLst>
              </p:cNvPr>
              <p:cNvSpPr txBox="1"/>
              <p:nvPr/>
            </p:nvSpPr>
            <p:spPr>
              <a:xfrm>
                <a:off x="187115" y="2602449"/>
                <a:ext cx="2938236" cy="65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limUpp>
                        <m:limUp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52.1</m:t>
                              </m:r>
                            </m:e>
                            <m:sup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lim>
                      </m:limUp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27%</m:t>
                      </m:r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61D2B04-8A52-3EE1-4DFC-FC409C512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15" y="2602449"/>
                <a:ext cx="2938236" cy="654025"/>
              </a:xfrm>
              <a:prstGeom prst="rect">
                <a:avLst/>
              </a:prstGeom>
              <a:blipFill>
                <a:blip r:embed="rId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6BD3CD7-1F3F-BCA1-3C64-2F2FB73BC202}"/>
                  </a:ext>
                </a:extLst>
              </p:cNvPr>
              <p:cNvSpPr txBox="1"/>
              <p:nvPr/>
            </p:nvSpPr>
            <p:spPr>
              <a:xfrm>
                <a:off x="3269625" y="2581819"/>
                <a:ext cx="3656015" cy="757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=0.0714</m:t>
                    </m:r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6BD3CD7-1F3F-BCA1-3C64-2F2FB73BC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625" y="2581819"/>
                <a:ext cx="3656015" cy="757195"/>
              </a:xfrm>
              <a:prstGeom prst="rect">
                <a:avLst/>
              </a:prstGeom>
              <a:blipFill>
                <a:blip r:embed="rId7"/>
                <a:stretch>
                  <a:fillRect l="-3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重要1">
            <a:extLst>
              <a:ext uri="{FF2B5EF4-FFF2-40B4-BE49-F238E27FC236}">
                <a16:creationId xmlns:a16="http://schemas.microsoft.com/office/drawing/2014/main" id="{9CBB00AA-B563-9237-2198-07D8CA6193D6}"/>
              </a:ext>
            </a:extLst>
          </p:cNvPr>
          <p:cNvSpPr txBox="1"/>
          <p:nvPr/>
        </p:nvSpPr>
        <p:spPr>
          <a:xfrm>
            <a:off x="294235" y="1851851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解</a:t>
            </a:r>
          </a:p>
        </p:txBody>
      </p:sp>
      <p:sp>
        <p:nvSpPr>
          <p:cNvPr id="2" name="小标题1">
            <a:extLst>
              <a:ext uri="{FF2B5EF4-FFF2-40B4-BE49-F238E27FC236}">
                <a16:creationId xmlns:a16="http://schemas.microsoft.com/office/drawing/2014/main" id="{C038EC41-D4BE-ABFA-9ADC-95272935F2D7}"/>
              </a:ext>
            </a:extLst>
          </p:cNvPr>
          <p:cNvSpPr/>
          <p:nvPr/>
        </p:nvSpPr>
        <p:spPr bwMode="auto">
          <a:xfrm>
            <a:off x="1235657" y="1846754"/>
            <a:ext cx="1787180" cy="63106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+mn-ea"/>
              </a:rPr>
              <a:t>查图法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C3F3A27-88DC-F807-1ABD-49C480038534}"/>
                  </a:ext>
                </a:extLst>
              </p:cNvPr>
              <p:cNvSpPr txBox="1"/>
              <p:nvPr/>
            </p:nvSpPr>
            <p:spPr>
              <a:xfrm>
                <a:off x="3146634" y="1867917"/>
                <a:ext cx="16561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=96</m:t>
                      </m:r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C3F3A27-88DC-F807-1ABD-49C480038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34" y="1867917"/>
                <a:ext cx="165618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图片 39">
            <a:extLst>
              <a:ext uri="{FF2B5EF4-FFF2-40B4-BE49-F238E27FC236}">
                <a16:creationId xmlns:a16="http://schemas.microsoft.com/office/drawing/2014/main" id="{D1AB7FA5-FBC3-73DF-5CE2-B1564D18C5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9242" y="3377743"/>
            <a:ext cx="4187704" cy="3140778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4F6F9CA-950F-3418-A495-356C5AE03E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583" y="3653286"/>
            <a:ext cx="3389996" cy="2839122"/>
          </a:xfrm>
          <a:prstGeom prst="rect">
            <a:avLst/>
          </a:prstGeom>
        </p:spPr>
      </p:pic>
      <p:grpSp>
        <p:nvGrpSpPr>
          <p:cNvPr id="51" name="问题">
            <a:extLst>
              <a:ext uri="{FF2B5EF4-FFF2-40B4-BE49-F238E27FC236}">
                <a16:creationId xmlns:a16="http://schemas.microsoft.com/office/drawing/2014/main" id="{CD9163BD-5AC5-A1C6-B6C8-D2D0F8D9108C}"/>
              </a:ext>
            </a:extLst>
          </p:cNvPr>
          <p:cNvGrpSpPr/>
          <p:nvPr/>
        </p:nvGrpSpPr>
        <p:grpSpPr>
          <a:xfrm>
            <a:off x="8049514" y="4827381"/>
            <a:ext cx="3291606" cy="1001329"/>
            <a:chOff x="5348307" y="5538470"/>
            <a:chExt cx="3291606" cy="1001329"/>
          </a:xfrm>
        </p:grpSpPr>
        <p:sp>
          <p:nvSpPr>
            <p:cNvPr id="54" name="问号">
              <a:extLst>
                <a:ext uri="{FF2B5EF4-FFF2-40B4-BE49-F238E27FC236}">
                  <a16:creationId xmlns:a16="http://schemas.microsoft.com/office/drawing/2014/main" id="{794AA9A6-FA07-C119-C434-DF85A535BB5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5" name="文本">
              <a:extLst>
                <a:ext uri="{FF2B5EF4-FFF2-40B4-BE49-F238E27FC236}">
                  <a16:creationId xmlns:a16="http://schemas.microsoft.com/office/drawing/2014/main" id="{8468293C-D7D3-C145-8A7A-EB611983D114}"/>
                </a:ext>
              </a:extLst>
            </p:cNvPr>
            <p:cNvSpPr txBox="1"/>
            <p:nvPr/>
          </p:nvSpPr>
          <p:spPr>
            <a:xfrm>
              <a:off x="6320700" y="5585692"/>
              <a:ext cx="231921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为什么仿真的差距这么大？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5" name="代码框">
            <a:extLst>
              <a:ext uri="{FF2B5EF4-FFF2-40B4-BE49-F238E27FC236}">
                <a16:creationId xmlns:a16="http://schemas.microsoft.com/office/drawing/2014/main" id="{2D7790C5-0757-8999-1456-CF7A5A512197}"/>
              </a:ext>
            </a:extLst>
          </p:cNvPr>
          <p:cNvGrpSpPr/>
          <p:nvPr/>
        </p:nvGrpSpPr>
        <p:grpSpPr>
          <a:xfrm>
            <a:off x="7476946" y="1868130"/>
            <a:ext cx="4352838" cy="2301224"/>
            <a:chOff x="2515563" y="3741795"/>
            <a:chExt cx="4352838" cy="2301224"/>
          </a:xfrm>
        </p:grpSpPr>
        <p:sp>
          <p:nvSpPr>
            <p:cNvPr id="6" name="代码">
              <a:extLst>
                <a:ext uri="{FF2B5EF4-FFF2-40B4-BE49-F238E27FC236}">
                  <a16:creationId xmlns:a16="http://schemas.microsoft.com/office/drawing/2014/main" id="{82545877-6067-8795-D2D4-ABEF6D8E290B}"/>
                </a:ext>
              </a:extLst>
            </p:cNvPr>
            <p:cNvSpPr txBox="1"/>
            <p:nvPr/>
          </p:nvSpPr>
          <p:spPr>
            <a:xfrm>
              <a:off x="2515563" y="4101629"/>
              <a:ext cx="4352838" cy="194139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400" dirty="0">
                  <a:latin typeface="Menlo" panose="020B0609030804020204" pitchFamily="49" charset="0"/>
                </a:rPr>
                <a:t>G = </a:t>
              </a:r>
              <a:r>
                <a:rPr lang="en" altLang="zh-CN" sz="2400" dirty="0" err="1">
                  <a:latin typeface="Menlo" panose="020B0609030804020204" pitchFamily="49" charset="0"/>
                </a:rPr>
                <a:t>zpk</a:t>
              </a:r>
              <a:r>
                <a:rPr lang="en" altLang="zh-CN" sz="2400" dirty="0">
                  <a:latin typeface="Menlo" panose="020B0609030804020204" pitchFamily="49" charset="0"/>
                </a:rPr>
                <a:t>(</a:t>
              </a:r>
              <a:r>
                <a:rPr lang="en-US" altLang="zh-CN" sz="2400" dirty="0">
                  <a:latin typeface="Menlo" panose="020B0609030804020204" pitchFamily="49" charset="0"/>
                </a:rPr>
                <a:t>-10</a:t>
              </a:r>
              <a:r>
                <a:rPr lang="en" altLang="zh-CN" sz="2400" dirty="0">
                  <a:latin typeface="Menlo" panose="020B0609030804020204" pitchFamily="49" charset="0"/>
                </a:rPr>
                <a:t>,[</a:t>
              </a:r>
              <a:r>
                <a:rPr lang="en-US" altLang="zh-CN" sz="2400" dirty="0">
                  <a:latin typeface="Menlo" panose="020B0609030804020204" pitchFamily="49" charset="0"/>
                </a:rPr>
                <a:t>0,</a:t>
              </a:r>
              <a:r>
                <a:rPr lang="en" altLang="zh-CN" sz="2400" dirty="0">
                  <a:latin typeface="Menlo" panose="020B0609030804020204" pitchFamily="49" charset="0"/>
                </a:rPr>
                <a:t>-2</a:t>
              </a:r>
              <a:r>
                <a:rPr lang="en-US" altLang="zh-CN" sz="2400" dirty="0">
                  <a:latin typeface="Menlo" panose="020B0609030804020204" pitchFamily="49" charset="0"/>
                </a:rPr>
                <a:t>0</a:t>
              </a:r>
              <a:r>
                <a:rPr lang="en" altLang="zh-CN" sz="2400" dirty="0">
                  <a:latin typeface="Menlo" panose="020B0609030804020204" pitchFamily="49" charset="0"/>
                </a:rPr>
                <a:t>,-10</a:t>
              </a:r>
              <a:r>
                <a:rPr lang="en-US" altLang="zh-CN" sz="2400" dirty="0">
                  <a:latin typeface="Menlo" panose="020B0609030804020204" pitchFamily="49" charset="0"/>
                </a:rPr>
                <a:t>0</a:t>
              </a:r>
              <a:r>
                <a:rPr lang="en" altLang="zh-CN" sz="2400" dirty="0">
                  <a:latin typeface="Menlo" panose="020B0609030804020204" pitchFamily="49" charset="0"/>
                </a:rPr>
                <a:t>],</a:t>
              </a:r>
              <a:r>
                <a:rPr lang="en-US" altLang="zh-CN" sz="2400" dirty="0">
                  <a:latin typeface="Menlo" panose="020B0609030804020204" pitchFamily="49" charset="0"/>
                </a:rPr>
                <a:t>48/10</a:t>
              </a:r>
              <a:r>
                <a:rPr lang="zh-CN" altLang="en-US" sz="2400" dirty="0">
                  <a:latin typeface="Menlo" panose="020B0609030804020204" pitchFamily="49" charset="0"/>
                </a:rPr>
                <a:t>*</a:t>
              </a:r>
              <a:r>
                <a:rPr lang="en-US" altLang="zh-CN" sz="2400" dirty="0">
                  <a:latin typeface="Menlo" panose="020B0609030804020204" pitchFamily="49" charset="0"/>
                </a:rPr>
                <a:t>20</a:t>
              </a:r>
              <a:r>
                <a:rPr lang="zh-CN" altLang="en-US" sz="2400" dirty="0">
                  <a:latin typeface="Menlo" panose="020B0609030804020204" pitchFamily="49" charset="0"/>
                </a:rPr>
                <a:t>*</a:t>
              </a:r>
              <a:r>
                <a:rPr lang="en-US" altLang="zh-CN" sz="2400" dirty="0">
                  <a:latin typeface="Menlo" panose="020B0609030804020204" pitchFamily="49" charset="0"/>
                </a:rPr>
                <a:t>100</a:t>
              </a:r>
              <a:r>
                <a:rPr lang="en" altLang="zh-CN" sz="2400" dirty="0">
                  <a:latin typeface="Menlo" panose="020B0609030804020204" pitchFamily="49" charset="0"/>
                </a:rPr>
                <a:t>); </a:t>
              </a:r>
            </a:p>
            <a:p>
              <a:r>
                <a:rPr lang="en-US" altLang="zh-CN" sz="2400" dirty="0">
                  <a:latin typeface="Menlo" panose="020B0609030804020204" pitchFamily="49" charset="0"/>
                </a:rPr>
                <a:t>margin(G);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-US" altLang="zh-CN" sz="2400" dirty="0">
                  <a:latin typeface="Menlo" panose="020B0609030804020204" pitchFamily="49" charset="0"/>
                </a:rPr>
                <a:t>step</a:t>
              </a:r>
              <a:r>
                <a:rPr lang="en" altLang="zh-CN" sz="2400" dirty="0">
                  <a:latin typeface="Menlo" panose="020B0609030804020204" pitchFamily="49" charset="0"/>
                </a:rPr>
                <a:t>(</a:t>
              </a:r>
              <a:r>
                <a:rPr lang="en-US" altLang="zh-CN" sz="2400" dirty="0">
                  <a:latin typeface="Menlo" panose="020B0609030804020204" pitchFamily="49" charset="0"/>
                </a:rPr>
                <a:t>feedback(</a:t>
              </a:r>
              <a:r>
                <a:rPr lang="en" altLang="zh-CN" sz="2400" dirty="0">
                  <a:latin typeface="Menlo" panose="020B0609030804020204" pitchFamily="49" charset="0"/>
                </a:rPr>
                <a:t>G</a:t>
              </a:r>
              <a:r>
                <a:rPr lang="en-US" altLang="zh-CN" sz="2400" dirty="0">
                  <a:latin typeface="Menlo" panose="020B0609030804020204" pitchFamily="49" charset="0"/>
                </a:rPr>
                <a:t>,1)</a:t>
              </a:r>
              <a:r>
                <a:rPr lang="en" altLang="zh-CN" sz="2400" dirty="0">
                  <a:latin typeface="Menlo" panose="020B0609030804020204" pitchFamily="49" charset="0"/>
                </a:rPr>
                <a:t>)</a:t>
              </a:r>
              <a:r>
                <a:rPr lang="en-US" altLang="zh-CN" sz="2400" dirty="0">
                  <a:latin typeface="Menlo" panose="020B0609030804020204" pitchFamily="49" charset="0"/>
                </a:rPr>
                <a:t>;</a:t>
              </a:r>
              <a:r>
                <a:rPr lang="en" altLang="zh-CN" sz="2400" dirty="0">
                  <a:latin typeface="Menlo" panose="020B0609030804020204" pitchFamily="49" charset="0"/>
                </a:rPr>
                <a:t> </a:t>
              </a:r>
              <a:endParaRPr lang="zh-CN" altLang="en-US" sz="2400" dirty="0">
                <a:latin typeface="Menlo" panose="020B0609030804020204" pitchFamily="49" charset="0"/>
              </a:endParaRPr>
            </a:p>
          </p:txBody>
        </p:sp>
        <p:sp>
          <p:nvSpPr>
            <p:cNvPr id="8" name="标题">
              <a:extLst>
                <a:ext uri="{FF2B5EF4-FFF2-40B4-BE49-F238E27FC236}">
                  <a16:creationId xmlns:a16="http://schemas.microsoft.com/office/drawing/2014/main" id="{1A48B1B7-8C66-6D98-C1BF-19EB17609D63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865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/>
              <p:nvPr/>
            </p:nvSpPr>
            <p:spPr bwMode="auto">
              <a:xfrm>
                <a:off x="252676" y="1044703"/>
                <a:ext cx="4793321" cy="1012845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已知最小相角系统 </a:t>
                </a:r>
                <a14:m>
                  <m:oMath xmlns:m="http://schemas.openxmlformats.org/officeDocument/2006/math"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zh-CN" sz="3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l-GR" altLang="zh-CN" sz="3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altLang="zh-CN" sz="3200" b="1" dirty="0">
                    <a:solidFill>
                      <a:schemeClr val="bg1"/>
                    </a:solidFill>
                    <a:latin typeface="+mn-ea"/>
                  </a:rPr>
                  <a:t> </a:t>
                </a:r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如图所示，试确定</a:t>
                </a:r>
              </a:p>
            </p:txBody>
          </p:sp>
        </mc:Choice>
        <mc:Fallback xmlns="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676" y="1044703"/>
                <a:ext cx="4793321" cy="101284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重要1">
            <a:extLst>
              <a:ext uri="{FF2B5EF4-FFF2-40B4-BE49-F238E27FC236}">
                <a16:creationId xmlns:a16="http://schemas.microsoft.com/office/drawing/2014/main" id="{43EC94E4-268F-CCF2-ABF2-824B4FC61978}"/>
              </a:ext>
            </a:extLst>
          </p:cNvPr>
          <p:cNvSpPr txBox="1"/>
          <p:nvPr/>
        </p:nvSpPr>
        <p:spPr>
          <a:xfrm>
            <a:off x="252676" y="5250351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解</a:t>
            </a:r>
          </a:p>
        </p:txBody>
      </p:sp>
      <p:grpSp>
        <p:nvGrpSpPr>
          <p:cNvPr id="114" name="坐标轴">
            <a:extLst>
              <a:ext uri="{FF2B5EF4-FFF2-40B4-BE49-F238E27FC236}">
                <a16:creationId xmlns:a16="http://schemas.microsoft.com/office/drawing/2014/main" id="{43362AE6-96BD-AE81-4F78-979FEC233DE9}"/>
              </a:ext>
            </a:extLst>
          </p:cNvPr>
          <p:cNvGrpSpPr/>
          <p:nvPr/>
        </p:nvGrpSpPr>
        <p:grpSpPr>
          <a:xfrm>
            <a:off x="6611292" y="116632"/>
            <a:ext cx="5224751" cy="2297860"/>
            <a:chOff x="6405302" y="2883413"/>
            <a:chExt cx="5224751" cy="2297860"/>
          </a:xfrm>
        </p:grpSpPr>
        <p:cxnSp>
          <p:nvCxnSpPr>
            <p:cNvPr id="116" name="实轴">
              <a:extLst>
                <a:ext uri="{FF2B5EF4-FFF2-40B4-BE49-F238E27FC236}">
                  <a16:creationId xmlns:a16="http://schemas.microsoft.com/office/drawing/2014/main" id="{10700849-5896-3046-9832-D0FB17D1EB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5302" y="4735640"/>
              <a:ext cx="483021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虚轴">
              <a:extLst>
                <a:ext uri="{FF2B5EF4-FFF2-40B4-BE49-F238E27FC236}">
                  <a16:creationId xmlns:a16="http://schemas.microsoft.com/office/drawing/2014/main" id="{885836FE-B28B-6C46-AA81-75E70EC7B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5302" y="3168145"/>
              <a:ext cx="0" cy="201312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Re">
                  <a:extLst>
                    <a:ext uri="{FF2B5EF4-FFF2-40B4-BE49-F238E27FC236}">
                      <a16:creationId xmlns:a16="http://schemas.microsoft.com/office/drawing/2014/main" id="{E0E0370D-4EDE-C301-A709-2552C075099C}"/>
                    </a:ext>
                  </a:extLst>
                </p:cNvPr>
                <p:cNvSpPr txBox="1"/>
                <p:nvPr/>
              </p:nvSpPr>
              <p:spPr>
                <a:xfrm>
                  <a:off x="11053517" y="421242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24" name="Re">
                  <a:extLst>
                    <a:ext uri="{FF2B5EF4-FFF2-40B4-BE49-F238E27FC236}">
                      <a16:creationId xmlns:a16="http://schemas.microsoft.com/office/drawing/2014/main" id="{E0E0370D-4EDE-C301-A709-2552C0750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3517" y="4212420"/>
                  <a:ext cx="576536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Im">
                  <a:extLst>
                    <a:ext uri="{FF2B5EF4-FFF2-40B4-BE49-F238E27FC236}">
                      <a16:creationId xmlns:a16="http://schemas.microsoft.com/office/drawing/2014/main" id="{0660DA49-5D07-C524-CBE8-E52EB8938471}"/>
                    </a:ext>
                  </a:extLst>
                </p:cNvPr>
                <p:cNvSpPr txBox="1"/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dB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25" name="Im">
                  <a:extLst>
                    <a:ext uri="{FF2B5EF4-FFF2-40B4-BE49-F238E27FC236}">
                      <a16:creationId xmlns:a16="http://schemas.microsoft.com/office/drawing/2014/main" id="{0660DA49-5D07-C524-CBE8-E52EB8938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6522" r="-152174" b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7" name="幅频">
            <a:extLst>
              <a:ext uri="{FF2B5EF4-FFF2-40B4-BE49-F238E27FC236}">
                <a16:creationId xmlns:a16="http://schemas.microsoft.com/office/drawing/2014/main" id="{8A6AB8B2-F4EA-42B9-42C2-6C3B71F11D3F}"/>
              </a:ext>
            </a:extLst>
          </p:cNvPr>
          <p:cNvSpPr/>
          <p:nvPr/>
        </p:nvSpPr>
        <p:spPr>
          <a:xfrm flipV="1">
            <a:off x="6583323" y="1009024"/>
            <a:ext cx="3841568" cy="227733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581571 w 2566115"/>
              <a:gd name="connsiteY3" fmla="*/ 1503889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186447 w 2566115"/>
              <a:gd name="connsiteY4" fmla="*/ 836884 h 3496696"/>
              <a:gd name="connsiteX5" fmla="*/ 2566115 w 2566115"/>
              <a:gd name="connsiteY5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298781 w 2566115"/>
              <a:gd name="connsiteY4" fmla="*/ 996384 h 3496696"/>
              <a:gd name="connsiteX5" fmla="*/ 2566115 w 2566115"/>
              <a:gd name="connsiteY5" fmla="*/ 0 h 3496696"/>
              <a:gd name="connsiteX0" fmla="*/ 0 w 2592039"/>
              <a:gd name="connsiteY0" fmla="*/ 3424195 h 3424195"/>
              <a:gd name="connsiteX1" fmla="*/ 546619 w 2592039"/>
              <a:gd name="connsiteY1" fmla="*/ 3102194 h 3424195"/>
              <a:gd name="connsiteX2" fmla="*/ 995597 w 2592039"/>
              <a:gd name="connsiteY2" fmla="*/ 2498626 h 3424195"/>
              <a:gd name="connsiteX3" fmla="*/ 1849446 w 2592039"/>
              <a:gd name="connsiteY3" fmla="*/ 1677891 h 3424195"/>
              <a:gd name="connsiteX4" fmla="*/ 2324705 w 2592039"/>
              <a:gd name="connsiteY4" fmla="*/ 996384 h 3424195"/>
              <a:gd name="connsiteX5" fmla="*/ 2592039 w 2592039"/>
              <a:gd name="connsiteY5" fmla="*/ 0 h 34241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498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480244 w 2592039"/>
              <a:gd name="connsiteY4" fmla="*/ 1141386 h 3322695"/>
              <a:gd name="connsiteX5" fmla="*/ 2592039 w 2592039"/>
              <a:gd name="connsiteY5" fmla="*/ 0 h 3322695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3603045"/>
              <a:gd name="connsiteY0" fmla="*/ 3047192 h 3047192"/>
              <a:gd name="connsiteX1" fmla="*/ 1376163 w 3603045"/>
              <a:gd name="connsiteY1" fmla="*/ 2710691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56012 w 3646250"/>
              <a:gd name="connsiteY2" fmla="*/ 1976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9921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327070"/>
              <a:gd name="connsiteY0" fmla="*/ 2195808 h 2195808"/>
              <a:gd name="connsiteX1" fmla="*/ 1099649 w 3327070"/>
              <a:gd name="connsiteY1" fmla="*/ 1888307 h 2195808"/>
              <a:gd name="connsiteX2" fmla="*/ 1816500 w 3327070"/>
              <a:gd name="connsiteY2" fmla="*/ 1197738 h 2195808"/>
              <a:gd name="connsiteX3" fmla="*/ 2817247 w 3327070"/>
              <a:gd name="connsiteY3" fmla="*/ 507504 h 2195808"/>
              <a:gd name="connsiteX4" fmla="*/ 3327070 w 3327070"/>
              <a:gd name="connsiteY4" fmla="*/ 0 h 2195808"/>
              <a:gd name="connsiteX0" fmla="*/ 0 w 2817247"/>
              <a:gd name="connsiteY0" fmla="*/ 1688304 h 1688304"/>
              <a:gd name="connsiteX1" fmla="*/ 1099649 w 2817247"/>
              <a:gd name="connsiteY1" fmla="*/ 1380803 h 1688304"/>
              <a:gd name="connsiteX2" fmla="*/ 1816500 w 2817247"/>
              <a:gd name="connsiteY2" fmla="*/ 690234 h 1688304"/>
              <a:gd name="connsiteX3" fmla="*/ 2817247 w 2817247"/>
              <a:gd name="connsiteY3" fmla="*/ 0 h 1688304"/>
              <a:gd name="connsiteX0" fmla="*/ 0 w 1816500"/>
              <a:gd name="connsiteY0" fmla="*/ 998070 h 998070"/>
              <a:gd name="connsiteX1" fmla="*/ 1099649 w 1816500"/>
              <a:gd name="connsiteY1" fmla="*/ 690569 h 998070"/>
              <a:gd name="connsiteX2" fmla="*/ 1816500 w 1816500"/>
              <a:gd name="connsiteY2" fmla="*/ 0 h 998070"/>
              <a:gd name="connsiteX0" fmla="*/ 0 w 2961238"/>
              <a:gd name="connsiteY0" fmla="*/ 2236792 h 2236792"/>
              <a:gd name="connsiteX1" fmla="*/ 1099649 w 2961238"/>
              <a:gd name="connsiteY1" fmla="*/ 1929291 h 2236792"/>
              <a:gd name="connsiteX2" fmla="*/ 2961238 w 2961238"/>
              <a:gd name="connsiteY2" fmla="*/ 0 h 2236792"/>
              <a:gd name="connsiteX0" fmla="*/ 0 w 2961238"/>
              <a:gd name="connsiteY0" fmla="*/ 2236792 h 2236792"/>
              <a:gd name="connsiteX1" fmla="*/ 1099649 w 2961238"/>
              <a:gd name="connsiteY1" fmla="*/ 1929291 h 2236792"/>
              <a:gd name="connsiteX2" fmla="*/ 2172631 w 2961238"/>
              <a:gd name="connsiteY2" fmla="*/ 849817 h 2236792"/>
              <a:gd name="connsiteX3" fmla="*/ 2961238 w 2961238"/>
              <a:gd name="connsiteY3" fmla="*/ 0 h 2236792"/>
              <a:gd name="connsiteX0" fmla="*/ 0 w 2797057"/>
              <a:gd name="connsiteY0" fmla="*/ 2657295 h 2657295"/>
              <a:gd name="connsiteX1" fmla="*/ 1099649 w 2797057"/>
              <a:gd name="connsiteY1" fmla="*/ 2349794 h 2657295"/>
              <a:gd name="connsiteX2" fmla="*/ 2172631 w 2797057"/>
              <a:gd name="connsiteY2" fmla="*/ 1270320 h 2657295"/>
              <a:gd name="connsiteX3" fmla="*/ 2797057 w 2797057"/>
              <a:gd name="connsiteY3" fmla="*/ 0 h 2657295"/>
              <a:gd name="connsiteX0" fmla="*/ 0 w 2797057"/>
              <a:gd name="connsiteY0" fmla="*/ 2657295 h 2657295"/>
              <a:gd name="connsiteX1" fmla="*/ 1099649 w 2797057"/>
              <a:gd name="connsiteY1" fmla="*/ 2349794 h 2657295"/>
              <a:gd name="connsiteX2" fmla="*/ 2172631 w 2797057"/>
              <a:gd name="connsiteY2" fmla="*/ 1270320 h 2657295"/>
              <a:gd name="connsiteX3" fmla="*/ 2797057 w 2797057"/>
              <a:gd name="connsiteY3" fmla="*/ 0 h 2657295"/>
              <a:gd name="connsiteX0" fmla="*/ 0 w 2797057"/>
              <a:gd name="connsiteY0" fmla="*/ 2657295 h 2657295"/>
              <a:gd name="connsiteX1" fmla="*/ 1099649 w 2797057"/>
              <a:gd name="connsiteY1" fmla="*/ 2349794 h 2657295"/>
              <a:gd name="connsiteX2" fmla="*/ 2172631 w 2797057"/>
              <a:gd name="connsiteY2" fmla="*/ 1270320 h 2657295"/>
              <a:gd name="connsiteX3" fmla="*/ 2797057 w 2797057"/>
              <a:gd name="connsiteY3" fmla="*/ 0 h 2657295"/>
              <a:gd name="connsiteX0" fmla="*/ 0 w 2797057"/>
              <a:gd name="connsiteY0" fmla="*/ 2657295 h 2657295"/>
              <a:gd name="connsiteX1" fmla="*/ 1099649 w 2797057"/>
              <a:gd name="connsiteY1" fmla="*/ 2349794 h 2657295"/>
              <a:gd name="connsiteX2" fmla="*/ 2172631 w 2797057"/>
              <a:gd name="connsiteY2" fmla="*/ 1270320 h 2657295"/>
              <a:gd name="connsiteX3" fmla="*/ 2797057 w 2797057"/>
              <a:gd name="connsiteY3" fmla="*/ 0 h 2657295"/>
              <a:gd name="connsiteX0" fmla="*/ 0 w 2805698"/>
              <a:gd name="connsiteY0" fmla="*/ 2976298 h 2976298"/>
              <a:gd name="connsiteX1" fmla="*/ 1108290 w 2805698"/>
              <a:gd name="connsiteY1" fmla="*/ 2349794 h 2976298"/>
              <a:gd name="connsiteX2" fmla="*/ 2181272 w 2805698"/>
              <a:gd name="connsiteY2" fmla="*/ 1270320 h 2976298"/>
              <a:gd name="connsiteX3" fmla="*/ 2805698 w 2805698"/>
              <a:gd name="connsiteY3" fmla="*/ 0 h 2976298"/>
              <a:gd name="connsiteX0" fmla="*/ 0 w 2805698"/>
              <a:gd name="connsiteY0" fmla="*/ 2976298 h 2976298"/>
              <a:gd name="connsiteX1" fmla="*/ 745364 w 2805698"/>
              <a:gd name="connsiteY1" fmla="*/ 2349794 h 2976298"/>
              <a:gd name="connsiteX2" fmla="*/ 2181272 w 2805698"/>
              <a:gd name="connsiteY2" fmla="*/ 1270320 h 2976298"/>
              <a:gd name="connsiteX3" fmla="*/ 2805698 w 2805698"/>
              <a:gd name="connsiteY3" fmla="*/ 0 h 2976298"/>
              <a:gd name="connsiteX0" fmla="*/ 0 w 2805698"/>
              <a:gd name="connsiteY0" fmla="*/ 2976298 h 2976298"/>
              <a:gd name="connsiteX1" fmla="*/ 745364 w 2805698"/>
              <a:gd name="connsiteY1" fmla="*/ 2349794 h 2976298"/>
              <a:gd name="connsiteX2" fmla="*/ 2475069 w 2805698"/>
              <a:gd name="connsiteY2" fmla="*/ 675816 h 2976298"/>
              <a:gd name="connsiteX3" fmla="*/ 2805698 w 2805698"/>
              <a:gd name="connsiteY3" fmla="*/ 0 h 2976298"/>
              <a:gd name="connsiteX0" fmla="*/ 0 w 2814340"/>
              <a:gd name="connsiteY0" fmla="*/ 2787797 h 2787797"/>
              <a:gd name="connsiteX1" fmla="*/ 754006 w 2814340"/>
              <a:gd name="connsiteY1" fmla="*/ 2349794 h 2787797"/>
              <a:gd name="connsiteX2" fmla="*/ 2483711 w 2814340"/>
              <a:gd name="connsiteY2" fmla="*/ 675816 h 2787797"/>
              <a:gd name="connsiteX3" fmla="*/ 2814340 w 2814340"/>
              <a:gd name="connsiteY3" fmla="*/ 0 h 2787797"/>
              <a:gd name="connsiteX0" fmla="*/ 0 w 2831623"/>
              <a:gd name="connsiteY0" fmla="*/ 2816798 h 2816798"/>
              <a:gd name="connsiteX1" fmla="*/ 771289 w 2831623"/>
              <a:gd name="connsiteY1" fmla="*/ 2349794 h 2816798"/>
              <a:gd name="connsiteX2" fmla="*/ 2500994 w 2831623"/>
              <a:gd name="connsiteY2" fmla="*/ 675816 h 2816798"/>
              <a:gd name="connsiteX3" fmla="*/ 2831623 w 2831623"/>
              <a:gd name="connsiteY3" fmla="*/ 0 h 2816798"/>
              <a:gd name="connsiteX0" fmla="*/ 0 w 2831623"/>
              <a:gd name="connsiteY0" fmla="*/ 2816798 h 2816798"/>
              <a:gd name="connsiteX1" fmla="*/ 771289 w 2831623"/>
              <a:gd name="connsiteY1" fmla="*/ 2349794 h 2816798"/>
              <a:gd name="connsiteX2" fmla="*/ 2500994 w 2831623"/>
              <a:gd name="connsiteY2" fmla="*/ 675816 h 2816798"/>
              <a:gd name="connsiteX3" fmla="*/ 2831623 w 2831623"/>
              <a:gd name="connsiteY3" fmla="*/ 0 h 2816798"/>
              <a:gd name="connsiteX0" fmla="*/ 0 w 2831623"/>
              <a:gd name="connsiteY0" fmla="*/ 2816798 h 2816798"/>
              <a:gd name="connsiteX1" fmla="*/ 771289 w 2831623"/>
              <a:gd name="connsiteY1" fmla="*/ 2349794 h 2816798"/>
              <a:gd name="connsiteX2" fmla="*/ 2500994 w 2831623"/>
              <a:gd name="connsiteY2" fmla="*/ 675816 h 2816798"/>
              <a:gd name="connsiteX3" fmla="*/ 2831623 w 2831623"/>
              <a:gd name="connsiteY3" fmla="*/ 0 h 2816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1623" h="2816798">
                <a:moveTo>
                  <a:pt x="0" y="2816798"/>
                </a:moveTo>
                <a:lnTo>
                  <a:pt x="771289" y="2349794"/>
                </a:lnTo>
                <a:cubicBezTo>
                  <a:pt x="1150676" y="2002633"/>
                  <a:pt x="2190729" y="997365"/>
                  <a:pt x="2500994" y="675816"/>
                </a:cubicBezTo>
                <a:cubicBezTo>
                  <a:pt x="2776694" y="165766"/>
                  <a:pt x="2579214" y="518639"/>
                  <a:pt x="2831623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-20">
                <a:extLst>
                  <a:ext uri="{FF2B5EF4-FFF2-40B4-BE49-F238E27FC236}">
                    <a16:creationId xmlns:a16="http://schemas.microsoft.com/office/drawing/2014/main" id="{7F88F23C-95C2-326C-EFCF-DB9EA0927FD4}"/>
                  </a:ext>
                </a:extLst>
              </p:cNvPr>
              <p:cNvSpPr txBox="1"/>
              <p:nvPr/>
            </p:nvSpPr>
            <p:spPr>
              <a:xfrm>
                <a:off x="6752255" y="651364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28" name="-20">
                <a:extLst>
                  <a:ext uri="{FF2B5EF4-FFF2-40B4-BE49-F238E27FC236}">
                    <a16:creationId xmlns:a16="http://schemas.microsoft.com/office/drawing/2014/main" id="{7F88F23C-95C2-326C-EFCF-DB9EA0927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55" y="651364"/>
                <a:ext cx="801224" cy="524695"/>
              </a:xfrm>
              <a:prstGeom prst="rect">
                <a:avLst/>
              </a:prstGeom>
              <a:blipFill>
                <a:blip r:embed="rId11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-60">
                <a:extLst>
                  <a:ext uri="{FF2B5EF4-FFF2-40B4-BE49-F238E27FC236}">
                    <a16:creationId xmlns:a16="http://schemas.microsoft.com/office/drawing/2014/main" id="{C71A60B9-6858-29EA-88F8-78D787E30F18}"/>
                  </a:ext>
                </a:extLst>
              </p:cNvPr>
              <p:cNvSpPr txBox="1"/>
              <p:nvPr/>
            </p:nvSpPr>
            <p:spPr>
              <a:xfrm>
                <a:off x="8971773" y="1910918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30" name="-60">
                <a:extLst>
                  <a:ext uri="{FF2B5EF4-FFF2-40B4-BE49-F238E27FC236}">
                    <a16:creationId xmlns:a16="http://schemas.microsoft.com/office/drawing/2014/main" id="{C71A60B9-6858-29EA-88F8-78D787E30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773" y="1910918"/>
                <a:ext cx="801224" cy="52469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wc2">
                <a:extLst>
                  <a:ext uri="{FF2B5EF4-FFF2-40B4-BE49-F238E27FC236}">
                    <a16:creationId xmlns:a16="http://schemas.microsoft.com/office/drawing/2014/main" id="{144E6731-73BB-3AB7-A387-11BB7435FE7F}"/>
                  </a:ext>
                </a:extLst>
              </p:cNvPr>
              <p:cNvSpPr txBox="1"/>
              <p:nvPr/>
            </p:nvSpPr>
            <p:spPr>
              <a:xfrm>
                <a:off x="8308658" y="188607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32" name="wc2">
                <a:extLst>
                  <a:ext uri="{FF2B5EF4-FFF2-40B4-BE49-F238E27FC236}">
                    <a16:creationId xmlns:a16="http://schemas.microsoft.com/office/drawing/2014/main" id="{144E6731-73BB-3AB7-A387-11BB7435F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658" y="1886079"/>
                <a:ext cx="80122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穿越频率辅助线">
            <a:extLst>
              <a:ext uri="{FF2B5EF4-FFF2-40B4-BE49-F238E27FC236}">
                <a16:creationId xmlns:a16="http://schemas.microsoft.com/office/drawing/2014/main" id="{AC03FE86-1B40-83F7-85CA-D2D7E180935E}"/>
              </a:ext>
            </a:extLst>
          </p:cNvPr>
          <p:cNvCxnSpPr>
            <a:cxnSpLocks/>
            <a:stCxn id="127" idx="1"/>
          </p:cNvCxnSpPr>
          <p:nvPr/>
        </p:nvCxnSpPr>
        <p:spPr>
          <a:xfrm flipH="1">
            <a:off x="7629704" y="1386588"/>
            <a:ext cx="1" cy="567125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-60">
                <a:extLst>
                  <a:ext uri="{FF2B5EF4-FFF2-40B4-BE49-F238E27FC236}">
                    <a16:creationId xmlns:a16="http://schemas.microsoft.com/office/drawing/2014/main" id="{D3383BD5-EA4A-8A89-E624-5B628C89A4E1}"/>
                  </a:ext>
                </a:extLst>
              </p:cNvPr>
              <p:cNvSpPr txBox="1"/>
              <p:nvPr/>
            </p:nvSpPr>
            <p:spPr>
              <a:xfrm>
                <a:off x="8772320" y="2422229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36" name="-60">
                <a:extLst>
                  <a:ext uri="{FF2B5EF4-FFF2-40B4-BE49-F238E27FC236}">
                    <a16:creationId xmlns:a16="http://schemas.microsoft.com/office/drawing/2014/main" id="{D3383BD5-EA4A-8A89-E624-5B628C89A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320" y="2422229"/>
                <a:ext cx="801224" cy="524695"/>
              </a:xfrm>
              <a:prstGeom prst="rect">
                <a:avLst/>
              </a:prstGeom>
              <a:blipFill>
                <a:blip r:embed="rId14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穿越频率辅助线">
            <a:extLst>
              <a:ext uri="{FF2B5EF4-FFF2-40B4-BE49-F238E27FC236}">
                <a16:creationId xmlns:a16="http://schemas.microsoft.com/office/drawing/2014/main" id="{DBF5DA20-0BAD-76B9-2316-B13B85F36041}"/>
              </a:ext>
            </a:extLst>
          </p:cNvPr>
          <p:cNvCxnSpPr>
            <a:cxnSpLocks/>
            <a:stCxn id="127" idx="1"/>
          </p:cNvCxnSpPr>
          <p:nvPr/>
        </p:nvCxnSpPr>
        <p:spPr>
          <a:xfrm>
            <a:off x="7629705" y="1386588"/>
            <a:ext cx="1706258" cy="567125"/>
          </a:xfrm>
          <a:prstGeom prst="line">
            <a:avLst/>
          </a:prstGeom>
          <a:ln w="38100">
            <a:solidFill>
              <a:srgbClr val="E4486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-60">
                <a:extLst>
                  <a:ext uri="{FF2B5EF4-FFF2-40B4-BE49-F238E27FC236}">
                    <a16:creationId xmlns:a16="http://schemas.microsoft.com/office/drawing/2014/main" id="{D102B25F-369C-E0C1-318F-EED6B5B6EB5B}"/>
                  </a:ext>
                </a:extLst>
              </p:cNvPr>
              <p:cNvSpPr txBox="1"/>
              <p:nvPr/>
            </p:nvSpPr>
            <p:spPr>
              <a:xfrm>
                <a:off x="7205276" y="1916832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" name="-60">
                <a:extLst>
                  <a:ext uri="{FF2B5EF4-FFF2-40B4-BE49-F238E27FC236}">
                    <a16:creationId xmlns:a16="http://schemas.microsoft.com/office/drawing/2014/main" id="{D102B25F-369C-E0C1-318F-EED6B5B6E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276" y="1916832"/>
                <a:ext cx="801224" cy="52469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穿越频率辅助线">
            <a:extLst>
              <a:ext uri="{FF2B5EF4-FFF2-40B4-BE49-F238E27FC236}">
                <a16:creationId xmlns:a16="http://schemas.microsoft.com/office/drawing/2014/main" id="{267D0B60-F68A-B0AA-D262-3C485FDAC9CD}"/>
              </a:ext>
            </a:extLst>
          </p:cNvPr>
          <p:cNvCxnSpPr>
            <a:cxnSpLocks/>
            <a:stCxn id="127" idx="2"/>
          </p:cNvCxnSpPr>
          <p:nvPr/>
        </p:nvCxnSpPr>
        <p:spPr>
          <a:xfrm flipV="1">
            <a:off x="9976338" y="1968109"/>
            <a:ext cx="0" cy="771861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-60">
                <a:extLst>
                  <a:ext uri="{FF2B5EF4-FFF2-40B4-BE49-F238E27FC236}">
                    <a16:creationId xmlns:a16="http://schemas.microsoft.com/office/drawing/2014/main" id="{BF9AAEF5-2325-494F-A65D-D1D8BAB3CAC9}"/>
                  </a:ext>
                </a:extLst>
              </p:cNvPr>
              <p:cNvSpPr txBox="1"/>
              <p:nvPr/>
            </p:nvSpPr>
            <p:spPr>
              <a:xfrm>
                <a:off x="9562532" y="1464722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4" name="-60">
                <a:extLst>
                  <a:ext uri="{FF2B5EF4-FFF2-40B4-BE49-F238E27FC236}">
                    <a16:creationId xmlns:a16="http://schemas.microsoft.com/office/drawing/2014/main" id="{BF9AAEF5-2325-494F-A65D-D1D8BAB3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532" y="1464722"/>
                <a:ext cx="801224" cy="52469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-60">
                <a:extLst>
                  <a:ext uri="{FF2B5EF4-FFF2-40B4-BE49-F238E27FC236}">
                    <a16:creationId xmlns:a16="http://schemas.microsoft.com/office/drawing/2014/main" id="{F4824FD4-1DF3-5A77-AA30-62FBF1C7FDE5}"/>
                  </a:ext>
                </a:extLst>
              </p:cNvPr>
              <p:cNvSpPr txBox="1"/>
              <p:nvPr/>
            </p:nvSpPr>
            <p:spPr>
              <a:xfrm>
                <a:off x="10334073" y="276166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−60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5" name="-60">
                <a:extLst>
                  <a:ext uri="{FF2B5EF4-FFF2-40B4-BE49-F238E27FC236}">
                    <a16:creationId xmlns:a16="http://schemas.microsoft.com/office/drawing/2014/main" id="{F4824FD4-1DF3-5A77-AA30-62FBF1C7F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4073" y="2761660"/>
                <a:ext cx="801224" cy="524695"/>
              </a:xfrm>
              <a:prstGeom prst="rect">
                <a:avLst/>
              </a:prstGeom>
              <a:blipFill>
                <a:blip r:embed="rId21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步骤3">
            <a:extLst>
              <a:ext uri="{FF2B5EF4-FFF2-40B4-BE49-F238E27FC236}">
                <a16:creationId xmlns:a16="http://schemas.microsoft.com/office/drawing/2014/main" id="{7603CF56-25C2-B96E-854F-63688736B680}"/>
              </a:ext>
            </a:extLst>
          </p:cNvPr>
          <p:cNvGrpSpPr/>
          <p:nvPr/>
        </p:nvGrpSpPr>
        <p:grpSpPr>
          <a:xfrm>
            <a:off x="314627" y="2336465"/>
            <a:ext cx="4572759" cy="725177"/>
            <a:chOff x="4943078" y="1700704"/>
            <a:chExt cx="4572759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标题">
                  <a:extLst>
                    <a:ext uri="{FF2B5EF4-FFF2-40B4-BE49-F238E27FC236}">
                      <a16:creationId xmlns:a16="http://schemas.microsoft.com/office/drawing/2014/main" id="{BB406888-0952-991C-E615-0801A5F5971D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4098147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开环传递函数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2800" b="1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7" name="标题">
                  <a:extLst>
                    <a:ext uri="{FF2B5EF4-FFF2-40B4-BE49-F238E27FC236}">
                      <a16:creationId xmlns:a16="http://schemas.microsoft.com/office/drawing/2014/main" id="{BB406888-0952-991C-E615-0801A5F597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4098147" cy="578882"/>
                </a:xfrm>
                <a:prstGeom prst="round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序号">
              <a:extLst>
                <a:ext uri="{FF2B5EF4-FFF2-40B4-BE49-F238E27FC236}">
                  <a16:creationId xmlns:a16="http://schemas.microsoft.com/office/drawing/2014/main" id="{6EA2FD65-DA51-C1E1-BC4A-25054CF37F6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9" name="步骤3">
            <a:extLst>
              <a:ext uri="{FF2B5EF4-FFF2-40B4-BE49-F238E27FC236}">
                <a16:creationId xmlns:a16="http://schemas.microsoft.com/office/drawing/2014/main" id="{6EB1D3BC-A902-7D01-64AF-A64C36CF05E5}"/>
              </a:ext>
            </a:extLst>
          </p:cNvPr>
          <p:cNvGrpSpPr/>
          <p:nvPr/>
        </p:nvGrpSpPr>
        <p:grpSpPr>
          <a:xfrm>
            <a:off x="334566" y="3093472"/>
            <a:ext cx="4552820" cy="725177"/>
            <a:chOff x="4943078" y="1700704"/>
            <a:chExt cx="4552820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标题">
                  <a:extLst>
                    <a:ext uri="{FF2B5EF4-FFF2-40B4-BE49-F238E27FC236}">
                      <a16:creationId xmlns:a16="http://schemas.microsoft.com/office/drawing/2014/main" id="{901D153F-4841-B113-2623-6ADC05AAD801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4078208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r>
                        <a:rPr lang="zh-CN" alt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</m:oMath>
                  </a14:m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确定系统的稳定性</a:t>
                  </a:r>
                </a:p>
              </p:txBody>
            </p:sp>
          </mc:Choice>
          <mc:Fallback xmlns="">
            <p:sp>
              <p:nvSpPr>
                <p:cNvPr id="20" name="标题">
                  <a:extLst>
                    <a:ext uri="{FF2B5EF4-FFF2-40B4-BE49-F238E27FC236}">
                      <a16:creationId xmlns:a16="http://schemas.microsoft.com/office/drawing/2014/main" id="{901D153F-4841-B113-2623-6ADC05AAD8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4078208" cy="578882"/>
                </a:xfrm>
                <a:prstGeom prst="round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8D689C8-60F5-53C9-4519-1F0CCB526DC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3">
            <a:extLst>
              <a:ext uri="{FF2B5EF4-FFF2-40B4-BE49-F238E27FC236}">
                <a16:creationId xmlns:a16="http://schemas.microsoft.com/office/drawing/2014/main" id="{7E704C0B-5507-A0DF-8D2B-7A18D5ED0226}"/>
              </a:ext>
            </a:extLst>
          </p:cNvPr>
          <p:cNvGrpSpPr/>
          <p:nvPr/>
        </p:nvGrpSpPr>
        <p:grpSpPr>
          <a:xfrm>
            <a:off x="322798" y="3885560"/>
            <a:ext cx="4582236" cy="1055608"/>
            <a:chOff x="4943078" y="1531786"/>
            <a:chExt cx="4582236" cy="1055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标题">
                  <a:extLst>
                    <a:ext uri="{FF2B5EF4-FFF2-40B4-BE49-F238E27FC236}">
                      <a16:creationId xmlns:a16="http://schemas.microsoft.com/office/drawing/2014/main" id="{71DA00FF-C7FF-8EC8-0A81-AB8BD414B05B}"/>
                    </a:ext>
                  </a:extLst>
                </p:cNvPr>
                <p:cNvSpPr/>
                <p:nvPr/>
              </p:nvSpPr>
              <p:spPr bwMode="auto">
                <a:xfrm>
                  <a:off x="5417690" y="1531786"/>
                  <a:ext cx="4107624" cy="1055608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将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a14:m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右移</a:t>
                  </a:r>
                  <a:r>
                    <a:rPr lang="en-US" altLang="zh-CN" sz="2800" b="1">
                      <a:solidFill>
                        <a:schemeClr val="bg1"/>
                      </a:solidFill>
                      <a:latin typeface="+mn-ea"/>
                    </a:rPr>
                    <a:t>10</a:t>
                  </a:r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倍频程，讨论对系统的影响</a:t>
                  </a:r>
                </a:p>
              </p:txBody>
            </p:sp>
          </mc:Choice>
          <mc:Fallback xmlns="">
            <p:sp>
              <p:nvSpPr>
                <p:cNvPr id="23" name="标题">
                  <a:extLst>
                    <a:ext uri="{FF2B5EF4-FFF2-40B4-BE49-F238E27FC236}">
                      <a16:creationId xmlns:a16="http://schemas.microsoft.com/office/drawing/2014/main" id="{71DA00FF-C7FF-8EC8-0A81-AB8BD414B0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531786"/>
                  <a:ext cx="4107624" cy="1055608"/>
                </a:xfrm>
                <a:prstGeom prst="round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526877D0-00E4-F3DC-D958-7EA8D578A27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D8434F4-3382-1A8E-3602-E2F6ACB65FDB}"/>
                  </a:ext>
                </a:extLst>
              </p:cNvPr>
              <p:cNvSpPr txBox="1"/>
              <p:nvPr/>
            </p:nvSpPr>
            <p:spPr>
              <a:xfrm>
                <a:off x="2177539" y="5095440"/>
                <a:ext cx="3338129" cy="885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D8434F4-3382-1A8E-3602-E2F6ACB65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539" y="5095440"/>
                <a:ext cx="3338129" cy="885820"/>
              </a:xfrm>
              <a:prstGeom prst="rect">
                <a:avLst/>
              </a:prstGeom>
              <a:blipFill>
                <a:blip r:embed="rId25"/>
                <a:stretch>
                  <a:fillRect l="-1136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序号">
            <a:extLst>
              <a:ext uri="{FF2B5EF4-FFF2-40B4-BE49-F238E27FC236}">
                <a16:creationId xmlns:a16="http://schemas.microsoft.com/office/drawing/2014/main" id="{428D3243-2901-EC06-0E93-F26F691E63FA}"/>
              </a:ext>
            </a:extLst>
          </p:cNvPr>
          <p:cNvSpPr/>
          <p:nvPr/>
        </p:nvSpPr>
        <p:spPr bwMode="auto">
          <a:xfrm>
            <a:off x="1225805" y="5175762"/>
            <a:ext cx="725177" cy="725177"/>
          </a:xfrm>
          <a:prstGeom prst="ellipse">
            <a:avLst/>
          </a:prstGeom>
          <a:solidFill>
            <a:srgbClr val="159F84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Stencil" panose="040409050D0802020404" pitchFamily="82" charset="0"/>
              </a:rPr>
              <a:t>1</a:t>
            </a:r>
            <a:endParaRPr lang="zh-CN" altLang="en-US" sz="32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11" name="序号">
            <a:extLst>
              <a:ext uri="{FF2B5EF4-FFF2-40B4-BE49-F238E27FC236}">
                <a16:creationId xmlns:a16="http://schemas.microsoft.com/office/drawing/2014/main" id="{57247ACC-32F2-B00D-596C-78360B989D35}"/>
              </a:ext>
            </a:extLst>
          </p:cNvPr>
          <p:cNvSpPr/>
          <p:nvPr/>
        </p:nvSpPr>
        <p:spPr bwMode="auto">
          <a:xfrm>
            <a:off x="5147595" y="3465193"/>
            <a:ext cx="725177" cy="725177"/>
          </a:xfrm>
          <a:prstGeom prst="ellipse">
            <a:avLst/>
          </a:prstGeom>
          <a:solidFill>
            <a:srgbClr val="159F84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zh-CN" altLang="en-US" sz="32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0E880AB-5EA8-DC6A-12CC-37CE31337263}"/>
                  </a:ext>
                </a:extLst>
              </p:cNvPr>
              <p:cNvSpPr txBox="1"/>
              <p:nvPr/>
            </p:nvSpPr>
            <p:spPr>
              <a:xfrm>
                <a:off x="6020451" y="3453812"/>
                <a:ext cx="6075079" cy="703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0.1</m:t>
                            </m:r>
                          </m:den>
                        </m:f>
                      </m:e>
                    </m:func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0E880AB-5EA8-DC6A-12CC-37CE31337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451" y="3453812"/>
                <a:ext cx="6075079" cy="703398"/>
              </a:xfrm>
              <a:prstGeom prst="rect">
                <a:avLst/>
              </a:prstGeom>
              <a:blipFill>
                <a:blip r:embed="rId26"/>
                <a:stretch>
                  <a:fillRect l="-626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1A3FF4A-14E7-E69B-9DA9-9ABF834D5295}"/>
                  </a:ext>
                </a:extLst>
              </p:cNvPr>
              <p:cNvSpPr txBox="1"/>
              <p:nvPr/>
            </p:nvSpPr>
            <p:spPr>
              <a:xfrm>
                <a:off x="6144343" y="4188264"/>
                <a:ext cx="54886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84.3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2.86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2.8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1A3FF4A-14E7-E69B-9DA9-9ABF834D5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343" y="4188264"/>
                <a:ext cx="5488621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小标题1">
            <a:extLst>
              <a:ext uri="{FF2B5EF4-FFF2-40B4-BE49-F238E27FC236}">
                <a16:creationId xmlns:a16="http://schemas.microsoft.com/office/drawing/2014/main" id="{76C49C17-1B14-C4F5-01BB-8C448F744FCA}"/>
              </a:ext>
            </a:extLst>
          </p:cNvPr>
          <p:cNvSpPr/>
          <p:nvPr/>
        </p:nvSpPr>
        <p:spPr bwMode="auto">
          <a:xfrm>
            <a:off x="10514862" y="4752166"/>
            <a:ext cx="1240870" cy="506423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r>
              <a:rPr lang="zh-CN" altLang="en-US" sz="3200" b="1">
                <a:solidFill>
                  <a:schemeClr val="bg1"/>
                </a:solidFill>
                <a:latin typeface="+mn-ea"/>
              </a:rPr>
              <a:t>稳定</a:t>
            </a:r>
          </a:p>
        </p:txBody>
      </p:sp>
    </p:spTree>
    <p:extLst>
      <p:ext uri="{BB962C8B-B14F-4D97-AF65-F5344CB8AC3E}">
        <p14:creationId xmlns:p14="http://schemas.microsoft.com/office/powerpoint/2010/main" val="3219925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5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1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6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" grpId="0" animBg="1"/>
      <p:bldP spid="3" grpId="0" animBg="1"/>
      <p:bldP spid="9" grpId="0"/>
      <p:bldP spid="10" grpId="0" animBg="1"/>
      <p:bldP spid="11" grpId="0" animBg="1"/>
      <p:bldP spid="13" grpId="0"/>
      <p:bldP spid="26" grpId="0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/>
              <p:nvPr/>
            </p:nvSpPr>
            <p:spPr bwMode="auto">
              <a:xfrm>
                <a:off x="252676" y="1044703"/>
                <a:ext cx="4793321" cy="1012845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已知最小相角系统 </a:t>
                </a:r>
                <a14:m>
                  <m:oMath xmlns:m="http://schemas.openxmlformats.org/officeDocument/2006/math"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zh-CN" sz="3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l-GR" altLang="zh-CN" sz="3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altLang="zh-CN" sz="3200" b="1">
                    <a:solidFill>
                      <a:schemeClr val="bg1"/>
                    </a:solidFill>
                    <a:latin typeface="+mn-ea"/>
                  </a:rPr>
                  <a:t> </a:t>
                </a:r>
                <a:r>
                  <a:rPr lang="zh-CN" altLang="en-US" sz="3200" b="1">
                    <a:solidFill>
                      <a:schemeClr val="bg1"/>
                    </a:solidFill>
                    <a:latin typeface="+mn-ea"/>
                  </a:rPr>
                  <a:t>如图所示，试确定</a:t>
                </a:r>
              </a:p>
            </p:txBody>
          </p:sp>
        </mc:Choice>
        <mc:Fallback xmlns="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F2512B74-6453-B002-30C0-6CB24340C5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676" y="1044703"/>
                <a:ext cx="4793321" cy="101284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重要1">
            <a:extLst>
              <a:ext uri="{FF2B5EF4-FFF2-40B4-BE49-F238E27FC236}">
                <a16:creationId xmlns:a16="http://schemas.microsoft.com/office/drawing/2014/main" id="{43EC94E4-268F-CCF2-ABF2-824B4FC61978}"/>
              </a:ext>
            </a:extLst>
          </p:cNvPr>
          <p:cNvSpPr txBox="1"/>
          <p:nvPr/>
        </p:nvSpPr>
        <p:spPr>
          <a:xfrm>
            <a:off x="252676" y="5250351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解</a:t>
            </a:r>
          </a:p>
        </p:txBody>
      </p:sp>
      <p:grpSp>
        <p:nvGrpSpPr>
          <p:cNvPr id="114" name="坐标轴">
            <a:extLst>
              <a:ext uri="{FF2B5EF4-FFF2-40B4-BE49-F238E27FC236}">
                <a16:creationId xmlns:a16="http://schemas.microsoft.com/office/drawing/2014/main" id="{43362AE6-96BD-AE81-4F78-979FEC233DE9}"/>
              </a:ext>
            </a:extLst>
          </p:cNvPr>
          <p:cNvGrpSpPr/>
          <p:nvPr/>
        </p:nvGrpSpPr>
        <p:grpSpPr>
          <a:xfrm>
            <a:off x="6611292" y="116632"/>
            <a:ext cx="5224751" cy="2297860"/>
            <a:chOff x="6405302" y="2883413"/>
            <a:chExt cx="5224751" cy="2297860"/>
          </a:xfrm>
        </p:grpSpPr>
        <p:cxnSp>
          <p:nvCxnSpPr>
            <p:cNvPr id="116" name="实轴">
              <a:extLst>
                <a:ext uri="{FF2B5EF4-FFF2-40B4-BE49-F238E27FC236}">
                  <a16:creationId xmlns:a16="http://schemas.microsoft.com/office/drawing/2014/main" id="{10700849-5896-3046-9832-D0FB17D1EB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5302" y="4735640"/>
              <a:ext cx="483021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虚轴">
              <a:extLst>
                <a:ext uri="{FF2B5EF4-FFF2-40B4-BE49-F238E27FC236}">
                  <a16:creationId xmlns:a16="http://schemas.microsoft.com/office/drawing/2014/main" id="{885836FE-B28B-6C46-AA81-75E70EC7B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5302" y="3168145"/>
              <a:ext cx="0" cy="201312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Re">
                  <a:extLst>
                    <a:ext uri="{FF2B5EF4-FFF2-40B4-BE49-F238E27FC236}">
                      <a16:creationId xmlns:a16="http://schemas.microsoft.com/office/drawing/2014/main" id="{E0E0370D-4EDE-C301-A709-2552C075099C}"/>
                    </a:ext>
                  </a:extLst>
                </p:cNvPr>
                <p:cNvSpPr txBox="1"/>
                <p:nvPr/>
              </p:nvSpPr>
              <p:spPr>
                <a:xfrm>
                  <a:off x="11053517" y="421242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24" name="Re">
                  <a:extLst>
                    <a:ext uri="{FF2B5EF4-FFF2-40B4-BE49-F238E27FC236}">
                      <a16:creationId xmlns:a16="http://schemas.microsoft.com/office/drawing/2014/main" id="{E0E0370D-4EDE-C301-A709-2552C0750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3517" y="4212420"/>
                  <a:ext cx="576536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Im">
                  <a:extLst>
                    <a:ext uri="{FF2B5EF4-FFF2-40B4-BE49-F238E27FC236}">
                      <a16:creationId xmlns:a16="http://schemas.microsoft.com/office/drawing/2014/main" id="{0660DA49-5D07-C524-CBE8-E52EB8938471}"/>
                    </a:ext>
                  </a:extLst>
                </p:cNvPr>
                <p:cNvSpPr txBox="1"/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dB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25" name="Im">
                  <a:extLst>
                    <a:ext uri="{FF2B5EF4-FFF2-40B4-BE49-F238E27FC236}">
                      <a16:creationId xmlns:a16="http://schemas.microsoft.com/office/drawing/2014/main" id="{0660DA49-5D07-C524-CBE8-E52EB8938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4229" y="2883413"/>
                  <a:ext cx="576536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6522" r="-152174" b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7" name="幅频">
            <a:extLst>
              <a:ext uri="{FF2B5EF4-FFF2-40B4-BE49-F238E27FC236}">
                <a16:creationId xmlns:a16="http://schemas.microsoft.com/office/drawing/2014/main" id="{8A6AB8B2-F4EA-42B9-42C2-6C3B71F11D3F}"/>
              </a:ext>
            </a:extLst>
          </p:cNvPr>
          <p:cNvSpPr/>
          <p:nvPr/>
        </p:nvSpPr>
        <p:spPr>
          <a:xfrm flipV="1">
            <a:off x="6583323" y="1009024"/>
            <a:ext cx="3841568" cy="227733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73366 w 2566115"/>
              <a:gd name="connsiteY2" fmla="*/ 1773622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185700 w 2566115"/>
              <a:gd name="connsiteY2" fmla="*/ 2295625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702158 w 2566115"/>
              <a:gd name="connsiteY1" fmla="*/ 2971693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1082007 w 2566115"/>
              <a:gd name="connsiteY2" fmla="*/ 23971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2566115 w 2566115"/>
              <a:gd name="connsiteY3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581571 w 2566115"/>
              <a:gd name="connsiteY3" fmla="*/ 1503889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566115 w 2566115"/>
              <a:gd name="connsiteY4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186447 w 2566115"/>
              <a:gd name="connsiteY4" fmla="*/ 836884 h 3496696"/>
              <a:gd name="connsiteX5" fmla="*/ 2566115 w 2566115"/>
              <a:gd name="connsiteY5" fmla="*/ 0 h 3496696"/>
              <a:gd name="connsiteX0" fmla="*/ 0 w 2566115"/>
              <a:gd name="connsiteY0" fmla="*/ 3496696 h 3496696"/>
              <a:gd name="connsiteX1" fmla="*/ 520695 w 2566115"/>
              <a:gd name="connsiteY1" fmla="*/ 3102194 h 3496696"/>
              <a:gd name="connsiteX2" fmla="*/ 969673 w 2566115"/>
              <a:gd name="connsiteY2" fmla="*/ 2498626 h 3496696"/>
              <a:gd name="connsiteX3" fmla="*/ 1823522 w 2566115"/>
              <a:gd name="connsiteY3" fmla="*/ 1677891 h 3496696"/>
              <a:gd name="connsiteX4" fmla="*/ 2298781 w 2566115"/>
              <a:gd name="connsiteY4" fmla="*/ 996384 h 3496696"/>
              <a:gd name="connsiteX5" fmla="*/ 2566115 w 2566115"/>
              <a:gd name="connsiteY5" fmla="*/ 0 h 3496696"/>
              <a:gd name="connsiteX0" fmla="*/ 0 w 2592039"/>
              <a:gd name="connsiteY0" fmla="*/ 3424195 h 3424195"/>
              <a:gd name="connsiteX1" fmla="*/ 546619 w 2592039"/>
              <a:gd name="connsiteY1" fmla="*/ 3102194 h 3424195"/>
              <a:gd name="connsiteX2" fmla="*/ 995597 w 2592039"/>
              <a:gd name="connsiteY2" fmla="*/ 2498626 h 3424195"/>
              <a:gd name="connsiteX3" fmla="*/ 1849446 w 2592039"/>
              <a:gd name="connsiteY3" fmla="*/ 1677891 h 3424195"/>
              <a:gd name="connsiteX4" fmla="*/ 2324705 w 2592039"/>
              <a:gd name="connsiteY4" fmla="*/ 996384 h 3424195"/>
              <a:gd name="connsiteX5" fmla="*/ 2592039 w 2592039"/>
              <a:gd name="connsiteY5" fmla="*/ 0 h 34241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498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995597 w 2592039"/>
              <a:gd name="connsiteY2" fmla="*/ 2614626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849446 w 2592039"/>
              <a:gd name="connsiteY3" fmla="*/ 1677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44498 w 2592039"/>
              <a:gd name="connsiteY3" fmla="*/ 17358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324705 w 2592039"/>
              <a:gd name="connsiteY4" fmla="*/ 996384 h 3322695"/>
              <a:gd name="connsiteX5" fmla="*/ 2592039 w 2592039"/>
              <a:gd name="connsiteY5" fmla="*/ 0 h 3322695"/>
              <a:gd name="connsiteX0" fmla="*/ 0 w 2592039"/>
              <a:gd name="connsiteY0" fmla="*/ 3322695 h 3322695"/>
              <a:gd name="connsiteX1" fmla="*/ 546619 w 2592039"/>
              <a:gd name="connsiteY1" fmla="*/ 3102194 h 3322695"/>
              <a:gd name="connsiteX2" fmla="*/ 1090649 w 2592039"/>
              <a:gd name="connsiteY2" fmla="*/ 2455125 h 3322695"/>
              <a:gd name="connsiteX3" fmla="*/ 1987703 w 2592039"/>
              <a:gd name="connsiteY3" fmla="*/ 1750391 h 3322695"/>
              <a:gd name="connsiteX4" fmla="*/ 2480244 w 2592039"/>
              <a:gd name="connsiteY4" fmla="*/ 1141386 h 3322695"/>
              <a:gd name="connsiteX5" fmla="*/ 2592039 w 2592039"/>
              <a:gd name="connsiteY5" fmla="*/ 0 h 3322695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2773501"/>
              <a:gd name="connsiteY0" fmla="*/ 2931192 h 2931192"/>
              <a:gd name="connsiteX1" fmla="*/ 546619 w 2773501"/>
              <a:gd name="connsiteY1" fmla="*/ 2710691 h 2931192"/>
              <a:gd name="connsiteX2" fmla="*/ 1090649 w 2773501"/>
              <a:gd name="connsiteY2" fmla="*/ 2063622 h 2931192"/>
              <a:gd name="connsiteX3" fmla="*/ 1987703 w 2773501"/>
              <a:gd name="connsiteY3" fmla="*/ 1358888 h 2931192"/>
              <a:gd name="connsiteX4" fmla="*/ 2480244 w 2773501"/>
              <a:gd name="connsiteY4" fmla="*/ 749883 h 2931192"/>
              <a:gd name="connsiteX5" fmla="*/ 2773501 w 2773501"/>
              <a:gd name="connsiteY5" fmla="*/ 0 h 2931192"/>
              <a:gd name="connsiteX0" fmla="*/ 0 w 3603045"/>
              <a:gd name="connsiteY0" fmla="*/ 3047192 h 3047192"/>
              <a:gd name="connsiteX1" fmla="*/ 1376163 w 3603045"/>
              <a:gd name="connsiteY1" fmla="*/ 2710691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920193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367163 w 3603045"/>
              <a:gd name="connsiteY2" fmla="*/ 21796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063622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09788 w 3603045"/>
              <a:gd name="connsiteY4" fmla="*/ 749883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03045"/>
              <a:gd name="connsiteY0" fmla="*/ 3047192 h 3047192"/>
              <a:gd name="connsiteX1" fmla="*/ 563901 w 3603045"/>
              <a:gd name="connsiteY1" fmla="*/ 2913692 h 3047192"/>
              <a:gd name="connsiteX2" fmla="*/ 1246188 w 3603045"/>
              <a:gd name="connsiteY2" fmla="*/ 2223123 h 3047192"/>
              <a:gd name="connsiteX3" fmla="*/ 2817247 w 3603045"/>
              <a:gd name="connsiteY3" fmla="*/ 1358888 h 3047192"/>
              <a:gd name="connsiteX4" fmla="*/ 3327070 w 3603045"/>
              <a:gd name="connsiteY4" fmla="*/ 851384 h 3047192"/>
              <a:gd name="connsiteX5" fmla="*/ 3603045 w 3603045"/>
              <a:gd name="connsiteY5" fmla="*/ 0 h 3047192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563901 w 3646250"/>
              <a:gd name="connsiteY1" fmla="*/ 2710691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24618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56012 w 3646250"/>
              <a:gd name="connsiteY2" fmla="*/ 1976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799218 w 3646250"/>
              <a:gd name="connsiteY2" fmla="*/ 20201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25141 w 3646250"/>
              <a:gd name="connsiteY2" fmla="*/ 2005622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646250"/>
              <a:gd name="connsiteY0" fmla="*/ 2844191 h 2844191"/>
              <a:gd name="connsiteX1" fmla="*/ 1099649 w 3646250"/>
              <a:gd name="connsiteY1" fmla="*/ 2536690 h 2844191"/>
              <a:gd name="connsiteX2" fmla="*/ 1816500 w 3646250"/>
              <a:gd name="connsiteY2" fmla="*/ 1846121 h 2844191"/>
              <a:gd name="connsiteX3" fmla="*/ 2817247 w 3646250"/>
              <a:gd name="connsiteY3" fmla="*/ 1155887 h 2844191"/>
              <a:gd name="connsiteX4" fmla="*/ 3327070 w 3646250"/>
              <a:gd name="connsiteY4" fmla="*/ 648383 h 2844191"/>
              <a:gd name="connsiteX5" fmla="*/ 3646250 w 3646250"/>
              <a:gd name="connsiteY5" fmla="*/ 0 h 2844191"/>
              <a:gd name="connsiteX0" fmla="*/ 0 w 3327070"/>
              <a:gd name="connsiteY0" fmla="*/ 2195808 h 2195808"/>
              <a:gd name="connsiteX1" fmla="*/ 1099649 w 3327070"/>
              <a:gd name="connsiteY1" fmla="*/ 1888307 h 2195808"/>
              <a:gd name="connsiteX2" fmla="*/ 1816500 w 3327070"/>
              <a:gd name="connsiteY2" fmla="*/ 1197738 h 2195808"/>
              <a:gd name="connsiteX3" fmla="*/ 2817247 w 3327070"/>
              <a:gd name="connsiteY3" fmla="*/ 507504 h 2195808"/>
              <a:gd name="connsiteX4" fmla="*/ 3327070 w 3327070"/>
              <a:gd name="connsiteY4" fmla="*/ 0 h 2195808"/>
              <a:gd name="connsiteX0" fmla="*/ 0 w 2817247"/>
              <a:gd name="connsiteY0" fmla="*/ 1688304 h 1688304"/>
              <a:gd name="connsiteX1" fmla="*/ 1099649 w 2817247"/>
              <a:gd name="connsiteY1" fmla="*/ 1380803 h 1688304"/>
              <a:gd name="connsiteX2" fmla="*/ 1816500 w 2817247"/>
              <a:gd name="connsiteY2" fmla="*/ 690234 h 1688304"/>
              <a:gd name="connsiteX3" fmla="*/ 2817247 w 2817247"/>
              <a:gd name="connsiteY3" fmla="*/ 0 h 1688304"/>
              <a:gd name="connsiteX0" fmla="*/ 0 w 1816500"/>
              <a:gd name="connsiteY0" fmla="*/ 998070 h 998070"/>
              <a:gd name="connsiteX1" fmla="*/ 1099649 w 1816500"/>
              <a:gd name="connsiteY1" fmla="*/ 690569 h 998070"/>
              <a:gd name="connsiteX2" fmla="*/ 1816500 w 1816500"/>
              <a:gd name="connsiteY2" fmla="*/ 0 h 998070"/>
              <a:gd name="connsiteX0" fmla="*/ 0 w 2961238"/>
              <a:gd name="connsiteY0" fmla="*/ 2236792 h 2236792"/>
              <a:gd name="connsiteX1" fmla="*/ 1099649 w 2961238"/>
              <a:gd name="connsiteY1" fmla="*/ 1929291 h 2236792"/>
              <a:gd name="connsiteX2" fmla="*/ 2961238 w 2961238"/>
              <a:gd name="connsiteY2" fmla="*/ 0 h 2236792"/>
              <a:gd name="connsiteX0" fmla="*/ 0 w 2961238"/>
              <a:gd name="connsiteY0" fmla="*/ 2236792 h 2236792"/>
              <a:gd name="connsiteX1" fmla="*/ 1099649 w 2961238"/>
              <a:gd name="connsiteY1" fmla="*/ 1929291 h 2236792"/>
              <a:gd name="connsiteX2" fmla="*/ 2172631 w 2961238"/>
              <a:gd name="connsiteY2" fmla="*/ 849817 h 2236792"/>
              <a:gd name="connsiteX3" fmla="*/ 2961238 w 2961238"/>
              <a:gd name="connsiteY3" fmla="*/ 0 h 2236792"/>
              <a:gd name="connsiteX0" fmla="*/ 0 w 2797057"/>
              <a:gd name="connsiteY0" fmla="*/ 2657295 h 2657295"/>
              <a:gd name="connsiteX1" fmla="*/ 1099649 w 2797057"/>
              <a:gd name="connsiteY1" fmla="*/ 2349794 h 2657295"/>
              <a:gd name="connsiteX2" fmla="*/ 2172631 w 2797057"/>
              <a:gd name="connsiteY2" fmla="*/ 1270320 h 2657295"/>
              <a:gd name="connsiteX3" fmla="*/ 2797057 w 2797057"/>
              <a:gd name="connsiteY3" fmla="*/ 0 h 2657295"/>
              <a:gd name="connsiteX0" fmla="*/ 0 w 2797057"/>
              <a:gd name="connsiteY0" fmla="*/ 2657295 h 2657295"/>
              <a:gd name="connsiteX1" fmla="*/ 1099649 w 2797057"/>
              <a:gd name="connsiteY1" fmla="*/ 2349794 h 2657295"/>
              <a:gd name="connsiteX2" fmla="*/ 2172631 w 2797057"/>
              <a:gd name="connsiteY2" fmla="*/ 1270320 h 2657295"/>
              <a:gd name="connsiteX3" fmla="*/ 2797057 w 2797057"/>
              <a:gd name="connsiteY3" fmla="*/ 0 h 2657295"/>
              <a:gd name="connsiteX0" fmla="*/ 0 w 2797057"/>
              <a:gd name="connsiteY0" fmla="*/ 2657295 h 2657295"/>
              <a:gd name="connsiteX1" fmla="*/ 1099649 w 2797057"/>
              <a:gd name="connsiteY1" fmla="*/ 2349794 h 2657295"/>
              <a:gd name="connsiteX2" fmla="*/ 2172631 w 2797057"/>
              <a:gd name="connsiteY2" fmla="*/ 1270320 h 2657295"/>
              <a:gd name="connsiteX3" fmla="*/ 2797057 w 2797057"/>
              <a:gd name="connsiteY3" fmla="*/ 0 h 2657295"/>
              <a:gd name="connsiteX0" fmla="*/ 0 w 2797057"/>
              <a:gd name="connsiteY0" fmla="*/ 2657295 h 2657295"/>
              <a:gd name="connsiteX1" fmla="*/ 1099649 w 2797057"/>
              <a:gd name="connsiteY1" fmla="*/ 2349794 h 2657295"/>
              <a:gd name="connsiteX2" fmla="*/ 2172631 w 2797057"/>
              <a:gd name="connsiteY2" fmla="*/ 1270320 h 2657295"/>
              <a:gd name="connsiteX3" fmla="*/ 2797057 w 2797057"/>
              <a:gd name="connsiteY3" fmla="*/ 0 h 2657295"/>
              <a:gd name="connsiteX0" fmla="*/ 0 w 2805698"/>
              <a:gd name="connsiteY0" fmla="*/ 2976298 h 2976298"/>
              <a:gd name="connsiteX1" fmla="*/ 1108290 w 2805698"/>
              <a:gd name="connsiteY1" fmla="*/ 2349794 h 2976298"/>
              <a:gd name="connsiteX2" fmla="*/ 2181272 w 2805698"/>
              <a:gd name="connsiteY2" fmla="*/ 1270320 h 2976298"/>
              <a:gd name="connsiteX3" fmla="*/ 2805698 w 2805698"/>
              <a:gd name="connsiteY3" fmla="*/ 0 h 2976298"/>
              <a:gd name="connsiteX0" fmla="*/ 0 w 2805698"/>
              <a:gd name="connsiteY0" fmla="*/ 2976298 h 2976298"/>
              <a:gd name="connsiteX1" fmla="*/ 745364 w 2805698"/>
              <a:gd name="connsiteY1" fmla="*/ 2349794 h 2976298"/>
              <a:gd name="connsiteX2" fmla="*/ 2181272 w 2805698"/>
              <a:gd name="connsiteY2" fmla="*/ 1270320 h 2976298"/>
              <a:gd name="connsiteX3" fmla="*/ 2805698 w 2805698"/>
              <a:gd name="connsiteY3" fmla="*/ 0 h 2976298"/>
              <a:gd name="connsiteX0" fmla="*/ 0 w 2805698"/>
              <a:gd name="connsiteY0" fmla="*/ 2976298 h 2976298"/>
              <a:gd name="connsiteX1" fmla="*/ 745364 w 2805698"/>
              <a:gd name="connsiteY1" fmla="*/ 2349794 h 2976298"/>
              <a:gd name="connsiteX2" fmla="*/ 2475069 w 2805698"/>
              <a:gd name="connsiteY2" fmla="*/ 675816 h 2976298"/>
              <a:gd name="connsiteX3" fmla="*/ 2805698 w 2805698"/>
              <a:gd name="connsiteY3" fmla="*/ 0 h 2976298"/>
              <a:gd name="connsiteX0" fmla="*/ 0 w 2814340"/>
              <a:gd name="connsiteY0" fmla="*/ 2787797 h 2787797"/>
              <a:gd name="connsiteX1" fmla="*/ 754006 w 2814340"/>
              <a:gd name="connsiteY1" fmla="*/ 2349794 h 2787797"/>
              <a:gd name="connsiteX2" fmla="*/ 2483711 w 2814340"/>
              <a:gd name="connsiteY2" fmla="*/ 675816 h 2787797"/>
              <a:gd name="connsiteX3" fmla="*/ 2814340 w 2814340"/>
              <a:gd name="connsiteY3" fmla="*/ 0 h 2787797"/>
              <a:gd name="connsiteX0" fmla="*/ 0 w 2831623"/>
              <a:gd name="connsiteY0" fmla="*/ 2816798 h 2816798"/>
              <a:gd name="connsiteX1" fmla="*/ 771289 w 2831623"/>
              <a:gd name="connsiteY1" fmla="*/ 2349794 h 2816798"/>
              <a:gd name="connsiteX2" fmla="*/ 2500994 w 2831623"/>
              <a:gd name="connsiteY2" fmla="*/ 675816 h 2816798"/>
              <a:gd name="connsiteX3" fmla="*/ 2831623 w 2831623"/>
              <a:gd name="connsiteY3" fmla="*/ 0 h 2816798"/>
              <a:gd name="connsiteX0" fmla="*/ 0 w 2831623"/>
              <a:gd name="connsiteY0" fmla="*/ 2816798 h 2816798"/>
              <a:gd name="connsiteX1" fmla="*/ 771289 w 2831623"/>
              <a:gd name="connsiteY1" fmla="*/ 2349794 h 2816798"/>
              <a:gd name="connsiteX2" fmla="*/ 2500994 w 2831623"/>
              <a:gd name="connsiteY2" fmla="*/ 675816 h 2816798"/>
              <a:gd name="connsiteX3" fmla="*/ 2831623 w 2831623"/>
              <a:gd name="connsiteY3" fmla="*/ 0 h 2816798"/>
              <a:gd name="connsiteX0" fmla="*/ 0 w 2831623"/>
              <a:gd name="connsiteY0" fmla="*/ 2816798 h 2816798"/>
              <a:gd name="connsiteX1" fmla="*/ 771289 w 2831623"/>
              <a:gd name="connsiteY1" fmla="*/ 2349794 h 2816798"/>
              <a:gd name="connsiteX2" fmla="*/ 2500994 w 2831623"/>
              <a:gd name="connsiteY2" fmla="*/ 675816 h 2816798"/>
              <a:gd name="connsiteX3" fmla="*/ 2831623 w 2831623"/>
              <a:gd name="connsiteY3" fmla="*/ 0 h 2816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1623" h="2816798">
                <a:moveTo>
                  <a:pt x="0" y="2816798"/>
                </a:moveTo>
                <a:lnTo>
                  <a:pt x="771289" y="2349794"/>
                </a:lnTo>
                <a:cubicBezTo>
                  <a:pt x="1150676" y="2002633"/>
                  <a:pt x="2190729" y="997365"/>
                  <a:pt x="2500994" y="675816"/>
                </a:cubicBezTo>
                <a:cubicBezTo>
                  <a:pt x="2776694" y="165766"/>
                  <a:pt x="2579214" y="518639"/>
                  <a:pt x="2831623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-20">
                <a:extLst>
                  <a:ext uri="{FF2B5EF4-FFF2-40B4-BE49-F238E27FC236}">
                    <a16:creationId xmlns:a16="http://schemas.microsoft.com/office/drawing/2014/main" id="{7F88F23C-95C2-326C-EFCF-DB9EA0927FD4}"/>
                  </a:ext>
                </a:extLst>
              </p:cNvPr>
              <p:cNvSpPr txBox="1"/>
              <p:nvPr/>
            </p:nvSpPr>
            <p:spPr>
              <a:xfrm>
                <a:off x="6752255" y="651364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28" name="-20">
                <a:extLst>
                  <a:ext uri="{FF2B5EF4-FFF2-40B4-BE49-F238E27FC236}">
                    <a16:creationId xmlns:a16="http://schemas.microsoft.com/office/drawing/2014/main" id="{7F88F23C-95C2-326C-EFCF-DB9EA0927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255" y="651364"/>
                <a:ext cx="801224" cy="524695"/>
              </a:xfrm>
              <a:prstGeom prst="rect">
                <a:avLst/>
              </a:prstGeom>
              <a:blipFill>
                <a:blip r:embed="rId11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-60">
                <a:extLst>
                  <a:ext uri="{FF2B5EF4-FFF2-40B4-BE49-F238E27FC236}">
                    <a16:creationId xmlns:a16="http://schemas.microsoft.com/office/drawing/2014/main" id="{C71A60B9-6858-29EA-88F8-78D787E30F18}"/>
                  </a:ext>
                </a:extLst>
              </p:cNvPr>
              <p:cNvSpPr txBox="1"/>
              <p:nvPr/>
            </p:nvSpPr>
            <p:spPr>
              <a:xfrm>
                <a:off x="8971773" y="1910918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30" name="-60">
                <a:extLst>
                  <a:ext uri="{FF2B5EF4-FFF2-40B4-BE49-F238E27FC236}">
                    <a16:creationId xmlns:a16="http://schemas.microsoft.com/office/drawing/2014/main" id="{C71A60B9-6858-29EA-88F8-78D787E30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773" y="1910918"/>
                <a:ext cx="801224" cy="52469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wc2">
                <a:extLst>
                  <a:ext uri="{FF2B5EF4-FFF2-40B4-BE49-F238E27FC236}">
                    <a16:creationId xmlns:a16="http://schemas.microsoft.com/office/drawing/2014/main" id="{144E6731-73BB-3AB7-A387-11BB7435FE7F}"/>
                  </a:ext>
                </a:extLst>
              </p:cNvPr>
              <p:cNvSpPr txBox="1"/>
              <p:nvPr/>
            </p:nvSpPr>
            <p:spPr>
              <a:xfrm>
                <a:off x="8308658" y="188607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32" name="wc2">
                <a:extLst>
                  <a:ext uri="{FF2B5EF4-FFF2-40B4-BE49-F238E27FC236}">
                    <a16:creationId xmlns:a16="http://schemas.microsoft.com/office/drawing/2014/main" id="{144E6731-73BB-3AB7-A387-11BB7435F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658" y="1886079"/>
                <a:ext cx="80122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穿越频率辅助线">
            <a:extLst>
              <a:ext uri="{FF2B5EF4-FFF2-40B4-BE49-F238E27FC236}">
                <a16:creationId xmlns:a16="http://schemas.microsoft.com/office/drawing/2014/main" id="{AC03FE86-1B40-83F7-85CA-D2D7E180935E}"/>
              </a:ext>
            </a:extLst>
          </p:cNvPr>
          <p:cNvCxnSpPr>
            <a:cxnSpLocks/>
            <a:stCxn id="127" idx="1"/>
          </p:cNvCxnSpPr>
          <p:nvPr/>
        </p:nvCxnSpPr>
        <p:spPr>
          <a:xfrm flipH="1">
            <a:off x="7629704" y="1386588"/>
            <a:ext cx="1" cy="567125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-60">
                <a:extLst>
                  <a:ext uri="{FF2B5EF4-FFF2-40B4-BE49-F238E27FC236}">
                    <a16:creationId xmlns:a16="http://schemas.microsoft.com/office/drawing/2014/main" id="{D3383BD5-EA4A-8A89-E624-5B628C89A4E1}"/>
                  </a:ext>
                </a:extLst>
              </p:cNvPr>
              <p:cNvSpPr txBox="1"/>
              <p:nvPr/>
            </p:nvSpPr>
            <p:spPr>
              <a:xfrm>
                <a:off x="8772320" y="2422229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36" name="-60">
                <a:extLst>
                  <a:ext uri="{FF2B5EF4-FFF2-40B4-BE49-F238E27FC236}">
                    <a16:creationId xmlns:a16="http://schemas.microsoft.com/office/drawing/2014/main" id="{D3383BD5-EA4A-8A89-E624-5B628C89A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320" y="2422229"/>
                <a:ext cx="801224" cy="524695"/>
              </a:xfrm>
              <a:prstGeom prst="rect">
                <a:avLst/>
              </a:prstGeom>
              <a:blipFill>
                <a:blip r:embed="rId14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穿越频率辅助线">
            <a:extLst>
              <a:ext uri="{FF2B5EF4-FFF2-40B4-BE49-F238E27FC236}">
                <a16:creationId xmlns:a16="http://schemas.microsoft.com/office/drawing/2014/main" id="{DBF5DA20-0BAD-76B9-2316-B13B85F36041}"/>
              </a:ext>
            </a:extLst>
          </p:cNvPr>
          <p:cNvCxnSpPr>
            <a:cxnSpLocks/>
            <a:stCxn id="127" idx="1"/>
          </p:cNvCxnSpPr>
          <p:nvPr/>
        </p:nvCxnSpPr>
        <p:spPr>
          <a:xfrm>
            <a:off x="7629705" y="1386588"/>
            <a:ext cx="1706258" cy="567125"/>
          </a:xfrm>
          <a:prstGeom prst="line">
            <a:avLst/>
          </a:prstGeom>
          <a:ln w="38100">
            <a:solidFill>
              <a:srgbClr val="E4486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-60">
                <a:extLst>
                  <a:ext uri="{FF2B5EF4-FFF2-40B4-BE49-F238E27FC236}">
                    <a16:creationId xmlns:a16="http://schemas.microsoft.com/office/drawing/2014/main" id="{D102B25F-369C-E0C1-318F-EED6B5B6EB5B}"/>
                  </a:ext>
                </a:extLst>
              </p:cNvPr>
              <p:cNvSpPr txBox="1"/>
              <p:nvPr/>
            </p:nvSpPr>
            <p:spPr>
              <a:xfrm>
                <a:off x="7205276" y="1916832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" name="-60">
                <a:extLst>
                  <a:ext uri="{FF2B5EF4-FFF2-40B4-BE49-F238E27FC236}">
                    <a16:creationId xmlns:a16="http://schemas.microsoft.com/office/drawing/2014/main" id="{D102B25F-369C-E0C1-318F-EED6B5B6E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276" y="1916832"/>
                <a:ext cx="801224" cy="52469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穿越频率辅助线">
            <a:extLst>
              <a:ext uri="{FF2B5EF4-FFF2-40B4-BE49-F238E27FC236}">
                <a16:creationId xmlns:a16="http://schemas.microsoft.com/office/drawing/2014/main" id="{267D0B60-F68A-B0AA-D262-3C485FDAC9CD}"/>
              </a:ext>
            </a:extLst>
          </p:cNvPr>
          <p:cNvCxnSpPr>
            <a:cxnSpLocks/>
            <a:stCxn id="127" idx="2"/>
          </p:cNvCxnSpPr>
          <p:nvPr/>
        </p:nvCxnSpPr>
        <p:spPr>
          <a:xfrm flipV="1">
            <a:off x="9976338" y="1968109"/>
            <a:ext cx="0" cy="771861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-60">
                <a:extLst>
                  <a:ext uri="{FF2B5EF4-FFF2-40B4-BE49-F238E27FC236}">
                    <a16:creationId xmlns:a16="http://schemas.microsoft.com/office/drawing/2014/main" id="{BF9AAEF5-2325-494F-A65D-D1D8BAB3CAC9}"/>
                  </a:ext>
                </a:extLst>
              </p:cNvPr>
              <p:cNvSpPr txBox="1"/>
              <p:nvPr/>
            </p:nvSpPr>
            <p:spPr>
              <a:xfrm>
                <a:off x="9562532" y="1464722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4" name="-60">
                <a:extLst>
                  <a:ext uri="{FF2B5EF4-FFF2-40B4-BE49-F238E27FC236}">
                    <a16:creationId xmlns:a16="http://schemas.microsoft.com/office/drawing/2014/main" id="{BF9AAEF5-2325-494F-A65D-D1D8BAB3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532" y="1464722"/>
                <a:ext cx="801224" cy="52469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-60">
                <a:extLst>
                  <a:ext uri="{FF2B5EF4-FFF2-40B4-BE49-F238E27FC236}">
                    <a16:creationId xmlns:a16="http://schemas.microsoft.com/office/drawing/2014/main" id="{F4824FD4-1DF3-5A77-AA30-62FBF1C7FDE5}"/>
                  </a:ext>
                </a:extLst>
              </p:cNvPr>
              <p:cNvSpPr txBox="1"/>
              <p:nvPr/>
            </p:nvSpPr>
            <p:spPr>
              <a:xfrm>
                <a:off x="10334073" y="276166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−60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5" name="-60">
                <a:extLst>
                  <a:ext uri="{FF2B5EF4-FFF2-40B4-BE49-F238E27FC236}">
                    <a16:creationId xmlns:a16="http://schemas.microsoft.com/office/drawing/2014/main" id="{F4824FD4-1DF3-5A77-AA30-62FBF1C7F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4073" y="2761660"/>
                <a:ext cx="801224" cy="524695"/>
              </a:xfrm>
              <a:prstGeom prst="rect">
                <a:avLst/>
              </a:prstGeom>
              <a:blipFill>
                <a:blip r:embed="rId21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步骤3">
            <a:extLst>
              <a:ext uri="{FF2B5EF4-FFF2-40B4-BE49-F238E27FC236}">
                <a16:creationId xmlns:a16="http://schemas.microsoft.com/office/drawing/2014/main" id="{7603CF56-25C2-B96E-854F-63688736B680}"/>
              </a:ext>
            </a:extLst>
          </p:cNvPr>
          <p:cNvGrpSpPr/>
          <p:nvPr/>
        </p:nvGrpSpPr>
        <p:grpSpPr>
          <a:xfrm>
            <a:off x="314627" y="2336465"/>
            <a:ext cx="4572759" cy="725177"/>
            <a:chOff x="4943078" y="1700704"/>
            <a:chExt cx="4572759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标题">
                  <a:extLst>
                    <a:ext uri="{FF2B5EF4-FFF2-40B4-BE49-F238E27FC236}">
                      <a16:creationId xmlns:a16="http://schemas.microsoft.com/office/drawing/2014/main" id="{BB406888-0952-991C-E615-0801A5F5971D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4098147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开环传递函数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2800" b="1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7" name="标题">
                  <a:extLst>
                    <a:ext uri="{FF2B5EF4-FFF2-40B4-BE49-F238E27FC236}">
                      <a16:creationId xmlns:a16="http://schemas.microsoft.com/office/drawing/2014/main" id="{BB406888-0952-991C-E615-0801A5F597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4098147" cy="578882"/>
                </a:xfrm>
                <a:prstGeom prst="round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序号">
              <a:extLst>
                <a:ext uri="{FF2B5EF4-FFF2-40B4-BE49-F238E27FC236}">
                  <a16:creationId xmlns:a16="http://schemas.microsoft.com/office/drawing/2014/main" id="{6EA2FD65-DA51-C1E1-BC4A-25054CF37F6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9" name="步骤3">
            <a:extLst>
              <a:ext uri="{FF2B5EF4-FFF2-40B4-BE49-F238E27FC236}">
                <a16:creationId xmlns:a16="http://schemas.microsoft.com/office/drawing/2014/main" id="{6EB1D3BC-A902-7D01-64AF-A64C36CF05E5}"/>
              </a:ext>
            </a:extLst>
          </p:cNvPr>
          <p:cNvGrpSpPr/>
          <p:nvPr/>
        </p:nvGrpSpPr>
        <p:grpSpPr>
          <a:xfrm>
            <a:off x="334566" y="3093472"/>
            <a:ext cx="4552820" cy="725177"/>
            <a:chOff x="4943078" y="1700704"/>
            <a:chExt cx="4552820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标题">
                  <a:extLst>
                    <a:ext uri="{FF2B5EF4-FFF2-40B4-BE49-F238E27FC236}">
                      <a16:creationId xmlns:a16="http://schemas.microsoft.com/office/drawing/2014/main" id="{901D153F-4841-B113-2623-6ADC05AAD801}"/>
                    </a:ext>
                  </a:extLst>
                </p:cNvPr>
                <p:cNvSpPr/>
                <p:nvPr/>
              </p:nvSpPr>
              <p:spPr bwMode="auto">
                <a:xfrm>
                  <a:off x="5417690" y="1770149"/>
                  <a:ext cx="4078208" cy="578882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r>
                        <a:rPr lang="zh-CN" alt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</m:oMath>
                  </a14:m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确定系统的稳定性</a:t>
                  </a:r>
                </a:p>
              </p:txBody>
            </p:sp>
          </mc:Choice>
          <mc:Fallback xmlns="">
            <p:sp>
              <p:nvSpPr>
                <p:cNvPr id="20" name="标题">
                  <a:extLst>
                    <a:ext uri="{FF2B5EF4-FFF2-40B4-BE49-F238E27FC236}">
                      <a16:creationId xmlns:a16="http://schemas.microsoft.com/office/drawing/2014/main" id="{901D153F-4841-B113-2623-6ADC05AAD8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70149"/>
                  <a:ext cx="4078208" cy="578882"/>
                </a:xfrm>
                <a:prstGeom prst="round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8D689C8-60F5-53C9-4519-1F0CCB526DC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3">
            <a:extLst>
              <a:ext uri="{FF2B5EF4-FFF2-40B4-BE49-F238E27FC236}">
                <a16:creationId xmlns:a16="http://schemas.microsoft.com/office/drawing/2014/main" id="{7E704C0B-5507-A0DF-8D2B-7A18D5ED0226}"/>
              </a:ext>
            </a:extLst>
          </p:cNvPr>
          <p:cNvGrpSpPr/>
          <p:nvPr/>
        </p:nvGrpSpPr>
        <p:grpSpPr>
          <a:xfrm>
            <a:off x="322798" y="3885560"/>
            <a:ext cx="4582236" cy="1055608"/>
            <a:chOff x="4943078" y="1531786"/>
            <a:chExt cx="4582236" cy="1055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标题">
                  <a:extLst>
                    <a:ext uri="{FF2B5EF4-FFF2-40B4-BE49-F238E27FC236}">
                      <a16:creationId xmlns:a16="http://schemas.microsoft.com/office/drawing/2014/main" id="{71DA00FF-C7FF-8EC8-0A81-AB8BD414B05B}"/>
                    </a:ext>
                  </a:extLst>
                </p:cNvPr>
                <p:cNvSpPr/>
                <p:nvPr/>
              </p:nvSpPr>
              <p:spPr bwMode="auto">
                <a:xfrm>
                  <a:off x="5417690" y="1531786"/>
                  <a:ext cx="4107624" cy="1055608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将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</m:oMath>
                  </a14:m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右移</a:t>
                  </a:r>
                  <a:r>
                    <a:rPr lang="en-US" altLang="zh-CN" sz="2800" b="1">
                      <a:solidFill>
                        <a:schemeClr val="bg1"/>
                      </a:solidFill>
                      <a:latin typeface="+mn-ea"/>
                    </a:rPr>
                    <a:t>10</a:t>
                  </a:r>
                  <a:r>
                    <a:rPr lang="zh-CN" altLang="en-US" sz="2800" b="1">
                      <a:solidFill>
                        <a:schemeClr val="bg1"/>
                      </a:solidFill>
                      <a:latin typeface="+mn-ea"/>
                    </a:rPr>
                    <a:t>倍频程，讨论对系统的影响</a:t>
                  </a:r>
                </a:p>
              </p:txBody>
            </p:sp>
          </mc:Choice>
          <mc:Fallback xmlns="">
            <p:sp>
              <p:nvSpPr>
                <p:cNvPr id="23" name="标题">
                  <a:extLst>
                    <a:ext uri="{FF2B5EF4-FFF2-40B4-BE49-F238E27FC236}">
                      <a16:creationId xmlns:a16="http://schemas.microsoft.com/office/drawing/2014/main" id="{71DA00FF-C7FF-8EC8-0A81-AB8BD414B0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531786"/>
                  <a:ext cx="4107624" cy="1055608"/>
                </a:xfrm>
                <a:prstGeom prst="round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526877D0-00E4-F3DC-D958-7EA8D578A277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6" name="序号">
            <a:extLst>
              <a:ext uri="{FF2B5EF4-FFF2-40B4-BE49-F238E27FC236}">
                <a16:creationId xmlns:a16="http://schemas.microsoft.com/office/drawing/2014/main" id="{E2DF5DCE-93CA-0F86-FB22-9EC8CEAF0A9B}"/>
              </a:ext>
            </a:extLst>
          </p:cNvPr>
          <p:cNvSpPr/>
          <p:nvPr/>
        </p:nvSpPr>
        <p:spPr bwMode="auto">
          <a:xfrm>
            <a:off x="1086134" y="5145958"/>
            <a:ext cx="725177" cy="725177"/>
          </a:xfrm>
          <a:prstGeom prst="ellipse">
            <a:avLst/>
          </a:prstGeom>
          <a:solidFill>
            <a:srgbClr val="159F84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5E9A6D2-19C5-762D-18D4-A75D886CA8DA}"/>
                  </a:ext>
                </a:extLst>
              </p:cNvPr>
              <p:cNvSpPr txBox="1"/>
              <p:nvPr/>
            </p:nvSpPr>
            <p:spPr>
              <a:xfrm>
                <a:off x="2134766" y="5084929"/>
                <a:ext cx="3312368" cy="885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5E9A6D2-19C5-762D-18D4-A75D886CA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766" y="5084929"/>
                <a:ext cx="3312368" cy="885820"/>
              </a:xfrm>
              <a:prstGeom prst="rect">
                <a:avLst/>
              </a:prstGeom>
              <a:blipFill>
                <a:blip r:embed="rId25"/>
                <a:stretch>
                  <a:fillRect l="-1145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5C8577A-002B-0285-7E58-633D532658D1}"/>
                  </a:ext>
                </a:extLst>
              </p:cNvPr>
              <p:cNvSpPr txBox="1"/>
              <p:nvPr/>
            </p:nvSpPr>
            <p:spPr>
              <a:xfrm>
                <a:off x="1282888" y="6116233"/>
                <a:ext cx="3735675" cy="57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1×100</m:t>
                          </m:r>
                        </m:e>
                      </m:rad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5C8577A-002B-0285-7E58-633D53265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888" y="6116233"/>
                <a:ext cx="3735675" cy="57394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82B2D52-761F-DAC7-2A2A-ECE1E5D5577F}"/>
                  </a:ext>
                </a:extLst>
              </p:cNvPr>
              <p:cNvSpPr txBox="1"/>
              <p:nvPr/>
            </p:nvSpPr>
            <p:spPr>
              <a:xfrm>
                <a:off x="5590893" y="3536673"/>
                <a:ext cx="6186311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func>
                      <m:func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func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endParaRPr lang="zh-CN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82B2D52-761F-DAC7-2A2A-ECE1E5D55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93" y="3536673"/>
                <a:ext cx="6186311" cy="714683"/>
              </a:xfrm>
              <a:prstGeom prst="rect">
                <a:avLst/>
              </a:prstGeom>
              <a:blipFill>
                <a:blip r:embed="rId27"/>
                <a:stretch>
                  <a:fillRect l="-410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8BD4AA2-2E05-CFA7-F539-D1F148ABCBDF}"/>
                  </a:ext>
                </a:extLst>
              </p:cNvPr>
              <p:cNvSpPr txBox="1"/>
              <p:nvPr/>
            </p:nvSpPr>
            <p:spPr>
              <a:xfrm>
                <a:off x="5702526" y="4240064"/>
                <a:ext cx="38543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84.3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2.86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8BD4AA2-2E05-CFA7-F539-D1F148ABC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526" y="4240064"/>
                <a:ext cx="3854355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FD4BD99-2257-3E4A-DA60-C997895D32E7}"/>
                  </a:ext>
                </a:extLst>
              </p:cNvPr>
              <p:cNvSpPr txBox="1"/>
              <p:nvPr/>
            </p:nvSpPr>
            <p:spPr>
              <a:xfrm>
                <a:off x="5447134" y="4779655"/>
                <a:ext cx="20380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2.8</m:t>
                          </m:r>
                        </m:e>
                        <m:sup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FD4BD99-2257-3E4A-DA60-C997895D3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134" y="4779655"/>
                <a:ext cx="2038020" cy="52322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说明3">
                <a:extLst>
                  <a:ext uri="{FF2B5EF4-FFF2-40B4-BE49-F238E27FC236}">
                    <a16:creationId xmlns:a16="http://schemas.microsoft.com/office/drawing/2014/main" id="{33458AEE-1308-49D0-BABA-B3E4F1F7F2B8}"/>
                  </a:ext>
                </a:extLst>
              </p:cNvPr>
              <p:cNvSpPr txBox="1"/>
              <p:nvPr/>
            </p:nvSpPr>
            <p:spPr>
              <a:xfrm>
                <a:off x="5504701" y="5627754"/>
                <a:ext cx="2251036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kumimoji="1" lang="en-US" altLang="zh-CN" sz="2800" i="1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800" i="1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kumimoji="1" lang="en-US" altLang="zh-CN" sz="2800" i="1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>
                    <a:solidFill>
                      <a:srgbClr val="2980B9"/>
                    </a:solidFill>
                  </a:rPr>
                  <a:t>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右移后</a:t>
                </a:r>
                <a:endParaRPr kumimoji="1" lang="en-US" altLang="zh-CN" sz="280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34" name="说明3">
                <a:extLst>
                  <a:ext uri="{FF2B5EF4-FFF2-40B4-BE49-F238E27FC236}">
                    <a16:creationId xmlns:a16="http://schemas.microsoft.com/office/drawing/2014/main" id="{33458AEE-1308-49D0-BABA-B3E4F1F7F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1" y="5627754"/>
                <a:ext cx="2251036" cy="578882"/>
              </a:xfrm>
              <a:prstGeom prst="flowChartAlternateProcess">
                <a:avLst/>
              </a:prstGeom>
              <a:blipFill>
                <a:blip r:embed="rId30"/>
                <a:stretch>
                  <a:fillRect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左大括号 34">
            <a:extLst>
              <a:ext uri="{FF2B5EF4-FFF2-40B4-BE49-F238E27FC236}">
                <a16:creationId xmlns:a16="http://schemas.microsoft.com/office/drawing/2014/main" id="{08B2D454-2EF0-73F8-39C6-9F2C19D00457}"/>
              </a:ext>
            </a:extLst>
          </p:cNvPr>
          <p:cNvSpPr/>
          <p:nvPr/>
        </p:nvSpPr>
        <p:spPr>
          <a:xfrm>
            <a:off x="7924701" y="5326381"/>
            <a:ext cx="392677" cy="1181627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EC6B56C-94CC-A85F-99F7-4180F4045745}"/>
                  </a:ext>
                </a:extLst>
              </p:cNvPr>
              <p:cNvSpPr txBox="1"/>
              <p:nvPr/>
            </p:nvSpPr>
            <p:spPr>
              <a:xfrm>
                <a:off x="8389063" y="5276741"/>
                <a:ext cx="31686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不变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不变</a:t>
                </a: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EC6B56C-94CC-A85F-99F7-4180F4045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063" y="5276741"/>
                <a:ext cx="3168634" cy="523220"/>
              </a:xfrm>
              <a:prstGeom prst="rect">
                <a:avLst/>
              </a:prstGeom>
              <a:blipFill>
                <a:blip r:embed="rId31"/>
                <a:stretch>
                  <a:fillRect l="-797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D2812C3-272F-4468-9917-4D1437189087}"/>
                  </a:ext>
                </a:extLst>
              </p:cNvPr>
              <p:cNvSpPr txBox="1"/>
              <p:nvPr/>
            </p:nvSpPr>
            <p:spPr>
              <a:xfrm>
                <a:off x="8378827" y="5917194"/>
                <a:ext cx="31686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8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增大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减小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D2812C3-272F-4468-9917-4D1437189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827" y="5917194"/>
                <a:ext cx="3168634" cy="523220"/>
              </a:xfrm>
              <a:prstGeom prst="rect">
                <a:avLst/>
              </a:prstGeom>
              <a:blipFill>
                <a:blip r:embed="rId32"/>
                <a:stretch>
                  <a:fillRect t="-17073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007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25" grpId="0"/>
      <p:bldP spid="29" grpId="0"/>
      <p:bldP spid="31" grpId="0"/>
      <p:bldP spid="33" grpId="0"/>
      <p:bldP spid="34" grpId="0" animBg="1"/>
      <p:bldP spid="35" grpId="0" animBg="1"/>
      <p:bldP spid="36" grpId="0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利用开环频率特性分析系统性能</a:t>
            </a:r>
          </a:p>
        </p:txBody>
      </p:sp>
      <p:sp>
        <p:nvSpPr>
          <p:cNvPr id="2" name="小标题1">
            <a:extLst>
              <a:ext uri="{FF2B5EF4-FFF2-40B4-BE49-F238E27FC236}">
                <a16:creationId xmlns:a16="http://schemas.microsoft.com/office/drawing/2014/main" id="{F2512B74-6453-B002-30C0-6CB24340C5E4}"/>
              </a:ext>
            </a:extLst>
          </p:cNvPr>
          <p:cNvSpPr/>
          <p:nvPr/>
        </p:nvSpPr>
        <p:spPr bwMode="auto">
          <a:xfrm>
            <a:off x="961069" y="6100242"/>
            <a:ext cx="2386146" cy="52322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r>
              <a:rPr lang="zh-CN" altLang="en-US" sz="3200" b="1">
                <a:solidFill>
                  <a:schemeClr val="bg1"/>
                </a:solidFill>
                <a:latin typeface="+mn-ea"/>
              </a:rPr>
              <a:t>原系统裕度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B938E2-C6E9-5FA3-24F3-1BB2B7FC1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862" y="2140121"/>
            <a:ext cx="4496236" cy="33721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F7D4E91-B91A-A7B9-8950-100021271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247" y="2060848"/>
            <a:ext cx="3787750" cy="35307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DD8CB6A-115C-E296-2E85-366D0D455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267" y="2060848"/>
            <a:ext cx="3787750" cy="3530724"/>
          </a:xfrm>
          <a:prstGeom prst="rect">
            <a:avLst/>
          </a:prstGeom>
        </p:spPr>
      </p:pic>
      <p:sp>
        <p:nvSpPr>
          <p:cNvPr id="13" name="小标题1">
            <a:extLst>
              <a:ext uri="{FF2B5EF4-FFF2-40B4-BE49-F238E27FC236}">
                <a16:creationId xmlns:a16="http://schemas.microsoft.com/office/drawing/2014/main" id="{71614258-C839-E208-AAA3-97D61AFDB73F}"/>
              </a:ext>
            </a:extLst>
          </p:cNvPr>
          <p:cNvSpPr/>
          <p:nvPr/>
        </p:nvSpPr>
        <p:spPr bwMode="auto">
          <a:xfrm>
            <a:off x="4666299" y="6100242"/>
            <a:ext cx="2857813" cy="52322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r>
              <a:rPr lang="zh-CN" altLang="en-US" sz="3200" b="1">
                <a:solidFill>
                  <a:schemeClr val="bg1"/>
                </a:solidFill>
                <a:latin typeface="+mn-ea"/>
              </a:rPr>
              <a:t>平移系统裕度</a:t>
            </a:r>
          </a:p>
        </p:txBody>
      </p:sp>
      <p:sp>
        <p:nvSpPr>
          <p:cNvPr id="26" name="小标题1">
            <a:extLst>
              <a:ext uri="{FF2B5EF4-FFF2-40B4-BE49-F238E27FC236}">
                <a16:creationId xmlns:a16="http://schemas.microsoft.com/office/drawing/2014/main" id="{242919A7-B077-E52B-7EC3-5A02CAF59066}"/>
              </a:ext>
            </a:extLst>
          </p:cNvPr>
          <p:cNvSpPr/>
          <p:nvPr/>
        </p:nvSpPr>
        <p:spPr bwMode="auto">
          <a:xfrm>
            <a:off x="9191550" y="6100241"/>
            <a:ext cx="1944216" cy="523221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r>
              <a:rPr lang="zh-CN" altLang="en-US" sz="3200" b="1">
                <a:solidFill>
                  <a:schemeClr val="bg1"/>
                </a:solidFill>
                <a:latin typeface="+mn-ea"/>
              </a:rPr>
              <a:t>时域响应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说明3">
                <a:extLst>
                  <a:ext uri="{FF2B5EF4-FFF2-40B4-BE49-F238E27FC236}">
                    <a16:creationId xmlns:a16="http://schemas.microsoft.com/office/drawing/2014/main" id="{228789B4-6C59-8AD7-5ECB-47ABCF290AA8}"/>
                  </a:ext>
                </a:extLst>
              </p:cNvPr>
              <p:cNvSpPr txBox="1"/>
              <p:nvPr/>
            </p:nvSpPr>
            <p:spPr>
              <a:xfrm>
                <a:off x="6023198" y="976987"/>
                <a:ext cx="2251036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kumimoji="1" lang="en-US" altLang="zh-CN" sz="2800" i="1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800" i="1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kumimoji="1" lang="en-US" altLang="zh-CN" sz="2800" i="1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800">
                    <a:solidFill>
                      <a:srgbClr val="2980B9"/>
                    </a:solidFill>
                  </a:rPr>
                  <a:t> </a:t>
                </a:r>
                <a:r>
                  <a:rPr kumimoji="1" lang="zh-CN" altLang="en-US" sz="2800">
                    <a:solidFill>
                      <a:srgbClr val="2980B9"/>
                    </a:solidFill>
                  </a:rPr>
                  <a:t>右移后</a:t>
                </a:r>
                <a:endParaRPr kumimoji="1" lang="en-US" altLang="zh-CN" sz="280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27" name="说明3">
                <a:extLst>
                  <a:ext uri="{FF2B5EF4-FFF2-40B4-BE49-F238E27FC236}">
                    <a16:creationId xmlns:a16="http://schemas.microsoft.com/office/drawing/2014/main" id="{228789B4-6C59-8AD7-5ECB-47ABCF290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198" y="976987"/>
                <a:ext cx="2251036" cy="578882"/>
              </a:xfrm>
              <a:prstGeom prst="flowChartAlternateProcess">
                <a:avLst/>
              </a:prstGeom>
              <a:blipFill>
                <a:blip r:embed="rId6"/>
                <a:stretch>
                  <a:fillRect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左大括号 27">
            <a:extLst>
              <a:ext uri="{FF2B5EF4-FFF2-40B4-BE49-F238E27FC236}">
                <a16:creationId xmlns:a16="http://schemas.microsoft.com/office/drawing/2014/main" id="{581455BA-29E4-B9B5-072F-D08EB9E67585}"/>
              </a:ext>
            </a:extLst>
          </p:cNvPr>
          <p:cNvSpPr/>
          <p:nvPr/>
        </p:nvSpPr>
        <p:spPr>
          <a:xfrm>
            <a:off x="8443198" y="675614"/>
            <a:ext cx="392677" cy="1181627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562B85E-1138-E539-BF06-D20C9568CF72}"/>
                  </a:ext>
                </a:extLst>
              </p:cNvPr>
              <p:cNvSpPr txBox="1"/>
              <p:nvPr/>
            </p:nvSpPr>
            <p:spPr>
              <a:xfrm>
                <a:off x="8907560" y="625974"/>
                <a:ext cx="31686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不变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不变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562B85E-1138-E539-BF06-D20C9568C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560" y="625974"/>
                <a:ext cx="3168634" cy="523220"/>
              </a:xfrm>
              <a:prstGeom prst="rect">
                <a:avLst/>
              </a:prstGeom>
              <a:blipFill>
                <a:blip r:embed="rId7"/>
                <a:stretch>
                  <a:fillRect l="-80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A600CB7-E296-CCBC-F684-D868EF5F9CDC}"/>
                  </a:ext>
                </a:extLst>
              </p:cNvPr>
              <p:cNvSpPr txBox="1"/>
              <p:nvPr/>
            </p:nvSpPr>
            <p:spPr>
              <a:xfrm>
                <a:off x="8897324" y="1266427"/>
                <a:ext cx="31686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80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增大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减小</a:t>
                </a: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A600CB7-E296-CCBC-F684-D868EF5F9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324" y="1266427"/>
                <a:ext cx="3168634" cy="523220"/>
              </a:xfrm>
              <a:prstGeom prst="rect">
                <a:avLst/>
              </a:prstGeom>
              <a:blipFill>
                <a:blip r:embed="rId8"/>
                <a:stretch>
                  <a:fillRect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370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三频段理论</a:t>
            </a: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B92AC066-1172-AF8A-6397-A31FED90E835}"/>
              </a:ext>
            </a:extLst>
          </p:cNvPr>
          <p:cNvSpPr/>
          <p:nvPr/>
        </p:nvSpPr>
        <p:spPr>
          <a:xfrm>
            <a:off x="1290356" y="2525300"/>
            <a:ext cx="392677" cy="2343860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FE3AF0B-BC7E-DA4E-3550-425D0C968369}"/>
                  </a:ext>
                </a:extLst>
              </p:cNvPr>
              <p:cNvSpPr txBox="1"/>
              <p:nvPr/>
            </p:nvSpPr>
            <p:spPr>
              <a:xfrm>
                <a:off x="190550" y="3199795"/>
                <a:ext cx="9361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FE3AF0B-BC7E-DA4E-3550-425D0C968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" y="3199795"/>
                <a:ext cx="936104" cy="523220"/>
              </a:xfrm>
              <a:prstGeom prst="rect">
                <a:avLst/>
              </a:prstGeom>
              <a:blipFill>
                <a:blip r:embed="rId3"/>
                <a:stretch>
                  <a:fillRect l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重要1">
            <a:extLst>
              <a:ext uri="{FF2B5EF4-FFF2-40B4-BE49-F238E27FC236}">
                <a16:creationId xmlns:a16="http://schemas.microsoft.com/office/drawing/2014/main" id="{255659AA-8941-6786-5FA8-93728376B446}"/>
              </a:ext>
            </a:extLst>
          </p:cNvPr>
          <p:cNvSpPr txBox="1"/>
          <p:nvPr/>
        </p:nvSpPr>
        <p:spPr>
          <a:xfrm>
            <a:off x="1859479" y="2256662"/>
            <a:ext cx="177584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低频段</a:t>
            </a:r>
          </a:p>
        </p:txBody>
      </p:sp>
      <p:sp>
        <p:nvSpPr>
          <p:cNvPr id="8" name="重要1">
            <a:extLst>
              <a:ext uri="{FF2B5EF4-FFF2-40B4-BE49-F238E27FC236}">
                <a16:creationId xmlns:a16="http://schemas.microsoft.com/office/drawing/2014/main" id="{FE4099FC-9C6D-453A-C44C-68E091E94054}"/>
              </a:ext>
            </a:extLst>
          </p:cNvPr>
          <p:cNvSpPr txBox="1"/>
          <p:nvPr/>
        </p:nvSpPr>
        <p:spPr>
          <a:xfrm>
            <a:off x="1885369" y="3511066"/>
            <a:ext cx="177584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中频段</a:t>
            </a:r>
          </a:p>
        </p:txBody>
      </p:sp>
      <p:sp>
        <p:nvSpPr>
          <p:cNvPr id="9" name="重要1">
            <a:extLst>
              <a:ext uri="{FF2B5EF4-FFF2-40B4-BE49-F238E27FC236}">
                <a16:creationId xmlns:a16="http://schemas.microsoft.com/office/drawing/2014/main" id="{5198FCCA-361C-DF37-3C4F-1AA38ACBF0A1}"/>
              </a:ext>
            </a:extLst>
          </p:cNvPr>
          <p:cNvSpPr txBox="1"/>
          <p:nvPr/>
        </p:nvSpPr>
        <p:spPr>
          <a:xfrm>
            <a:off x="1885369" y="4578310"/>
            <a:ext cx="1775848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</a:rPr>
              <a:t>高频段</a:t>
            </a: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BF135AB1-F974-F170-1CF1-545CEB8F64C4}"/>
              </a:ext>
            </a:extLst>
          </p:cNvPr>
          <p:cNvSpPr/>
          <p:nvPr/>
        </p:nvSpPr>
        <p:spPr>
          <a:xfrm>
            <a:off x="3847858" y="2099827"/>
            <a:ext cx="392677" cy="870359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说明3">
                <a:extLst>
                  <a:ext uri="{FF2B5EF4-FFF2-40B4-BE49-F238E27FC236}">
                    <a16:creationId xmlns:a16="http://schemas.microsoft.com/office/drawing/2014/main" id="{6959ECEC-1346-CB7C-C80E-1A428B2BC28E}"/>
                  </a:ext>
                </a:extLst>
              </p:cNvPr>
              <p:cNvSpPr txBox="1"/>
              <p:nvPr/>
            </p:nvSpPr>
            <p:spPr>
              <a:xfrm>
                <a:off x="4630568" y="1956125"/>
                <a:ext cx="2258371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>
                    <a:solidFill>
                      <a:srgbClr val="2980B9"/>
                    </a:solidFill>
                  </a:rPr>
                  <a:t>开环增益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kumimoji="1" lang="en-US" altLang="zh-CN" sz="280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12" name="说明3">
                <a:extLst>
                  <a:ext uri="{FF2B5EF4-FFF2-40B4-BE49-F238E27FC236}">
                    <a16:creationId xmlns:a16="http://schemas.microsoft.com/office/drawing/2014/main" id="{6959ECEC-1346-CB7C-C80E-1A428B2BC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568" y="1956125"/>
                <a:ext cx="2258371" cy="578882"/>
              </a:xfrm>
              <a:prstGeom prst="flowChartAlternateProcess">
                <a:avLst/>
              </a:prstGeom>
              <a:blipFill>
                <a:blip r:embed="rId4"/>
                <a:stretch>
                  <a:fillRect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说明3">
                <a:extLst>
                  <a:ext uri="{FF2B5EF4-FFF2-40B4-BE49-F238E27FC236}">
                    <a16:creationId xmlns:a16="http://schemas.microsoft.com/office/drawing/2014/main" id="{343073E0-FB4F-4E66-2D76-CE846B35885C}"/>
                  </a:ext>
                </a:extLst>
              </p:cNvPr>
              <p:cNvSpPr txBox="1"/>
              <p:nvPr/>
            </p:nvSpPr>
            <p:spPr>
              <a:xfrm>
                <a:off x="4630567" y="2579742"/>
                <a:ext cx="2258371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>
                    <a:solidFill>
                      <a:srgbClr val="2980B9"/>
                    </a:solidFill>
                  </a:rPr>
                  <a:t>系统型别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kumimoji="1" lang="en-US" altLang="zh-CN" sz="280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13" name="说明3">
                <a:extLst>
                  <a:ext uri="{FF2B5EF4-FFF2-40B4-BE49-F238E27FC236}">
                    <a16:creationId xmlns:a16="http://schemas.microsoft.com/office/drawing/2014/main" id="{343073E0-FB4F-4E66-2D76-CE846B358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567" y="2579742"/>
                <a:ext cx="2258371" cy="578882"/>
              </a:xfrm>
              <a:prstGeom prst="flowChartAlternateProcess">
                <a:avLst/>
              </a:prstGeom>
              <a:blipFill>
                <a:blip r:embed="rId5"/>
                <a:stretch>
                  <a:fillRect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说明3">
                <a:extLst>
                  <a:ext uri="{FF2B5EF4-FFF2-40B4-BE49-F238E27FC236}">
                    <a16:creationId xmlns:a16="http://schemas.microsoft.com/office/drawing/2014/main" id="{94B6A67C-C7DB-3211-7EA8-9EB2C2B099EE}"/>
                  </a:ext>
                </a:extLst>
              </p:cNvPr>
              <p:cNvSpPr txBox="1"/>
              <p:nvPr/>
            </p:nvSpPr>
            <p:spPr>
              <a:xfrm>
                <a:off x="7139013" y="2252855"/>
                <a:ext cx="2258371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>
                    <a:solidFill>
                      <a:srgbClr val="2980B9"/>
                    </a:solidFill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endParaRPr kumimoji="1" lang="en-US" altLang="zh-CN" sz="280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14" name="说明3">
                <a:extLst>
                  <a:ext uri="{FF2B5EF4-FFF2-40B4-BE49-F238E27FC236}">
                    <a16:creationId xmlns:a16="http://schemas.microsoft.com/office/drawing/2014/main" id="{94B6A67C-C7DB-3211-7EA8-9EB2C2B09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13" y="2252855"/>
                <a:ext cx="2258371" cy="578882"/>
              </a:xfrm>
              <a:prstGeom prst="flowChartAlternateProcess">
                <a:avLst/>
              </a:prstGeom>
              <a:blipFill>
                <a:blip r:embed="rId6"/>
                <a:stretch>
                  <a:fillRect l="-552"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小标题1">
            <a:extLst>
              <a:ext uri="{FF2B5EF4-FFF2-40B4-BE49-F238E27FC236}">
                <a16:creationId xmlns:a16="http://schemas.microsoft.com/office/drawing/2014/main" id="{322EE7EF-D903-C9A0-D6EF-A30A51D728E8}"/>
              </a:ext>
            </a:extLst>
          </p:cNvPr>
          <p:cNvSpPr/>
          <p:nvPr/>
        </p:nvSpPr>
        <p:spPr bwMode="auto">
          <a:xfrm>
            <a:off x="2152858" y="1094084"/>
            <a:ext cx="1240870" cy="506423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r>
              <a:rPr lang="zh-CN" altLang="en-US" sz="3200" b="1">
                <a:solidFill>
                  <a:schemeClr val="bg1"/>
                </a:solidFill>
                <a:latin typeface="+mn-ea"/>
              </a:rPr>
              <a:t>频段</a:t>
            </a:r>
          </a:p>
        </p:txBody>
      </p:sp>
      <p:sp>
        <p:nvSpPr>
          <p:cNvPr id="16" name="小标题1">
            <a:extLst>
              <a:ext uri="{FF2B5EF4-FFF2-40B4-BE49-F238E27FC236}">
                <a16:creationId xmlns:a16="http://schemas.microsoft.com/office/drawing/2014/main" id="{0BE8D9B5-8956-7B1D-3C27-E7B98D9D3C4E}"/>
              </a:ext>
            </a:extLst>
          </p:cNvPr>
          <p:cNvSpPr/>
          <p:nvPr/>
        </p:nvSpPr>
        <p:spPr bwMode="auto">
          <a:xfrm>
            <a:off x="5759752" y="1094084"/>
            <a:ext cx="1888942" cy="506423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对应性能</a:t>
            </a:r>
          </a:p>
        </p:txBody>
      </p:sp>
      <p:sp>
        <p:nvSpPr>
          <p:cNvPr id="18" name="小标题1">
            <a:extLst>
              <a:ext uri="{FF2B5EF4-FFF2-40B4-BE49-F238E27FC236}">
                <a16:creationId xmlns:a16="http://schemas.microsoft.com/office/drawing/2014/main" id="{068076E4-BCE0-C8C9-EC17-FD6FB19CC785}"/>
              </a:ext>
            </a:extLst>
          </p:cNvPr>
          <p:cNvSpPr/>
          <p:nvPr/>
        </p:nvSpPr>
        <p:spPr bwMode="auto">
          <a:xfrm>
            <a:off x="9715292" y="1094084"/>
            <a:ext cx="1888942" cy="506423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r>
              <a:rPr lang="zh-CN" altLang="en-US" sz="3200" b="1">
                <a:solidFill>
                  <a:schemeClr val="bg1"/>
                </a:solidFill>
                <a:latin typeface="+mn-ea"/>
              </a:rPr>
              <a:t>希望形状</a:t>
            </a:r>
          </a:p>
        </p:txBody>
      </p:sp>
      <p:sp>
        <p:nvSpPr>
          <p:cNvPr id="19" name="标题">
            <a:extLst>
              <a:ext uri="{FF2B5EF4-FFF2-40B4-BE49-F238E27FC236}">
                <a16:creationId xmlns:a16="http://schemas.microsoft.com/office/drawing/2014/main" id="{EAB54292-6A76-9C74-D6D4-88BA882790BE}"/>
              </a:ext>
            </a:extLst>
          </p:cNvPr>
          <p:cNvSpPr/>
          <p:nvPr/>
        </p:nvSpPr>
        <p:spPr bwMode="auto">
          <a:xfrm>
            <a:off x="9964208" y="2235858"/>
            <a:ext cx="615180" cy="578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陡</a:t>
            </a:r>
          </a:p>
        </p:txBody>
      </p:sp>
      <p:sp>
        <p:nvSpPr>
          <p:cNvPr id="20" name="标题">
            <a:extLst>
              <a:ext uri="{FF2B5EF4-FFF2-40B4-BE49-F238E27FC236}">
                <a16:creationId xmlns:a16="http://schemas.microsoft.com/office/drawing/2014/main" id="{271A2A6B-A41B-4CFA-F141-3289C77879D3}"/>
              </a:ext>
            </a:extLst>
          </p:cNvPr>
          <p:cNvSpPr/>
          <p:nvPr/>
        </p:nvSpPr>
        <p:spPr bwMode="auto">
          <a:xfrm>
            <a:off x="10795412" y="2235858"/>
            <a:ext cx="615180" cy="578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高</a:t>
            </a:r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7CEDB4F7-F57E-1DDB-FC5F-267A121CDDA3}"/>
              </a:ext>
            </a:extLst>
          </p:cNvPr>
          <p:cNvSpPr/>
          <p:nvPr/>
        </p:nvSpPr>
        <p:spPr>
          <a:xfrm>
            <a:off x="3847858" y="3361047"/>
            <a:ext cx="392677" cy="870359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说明3">
                <a:extLst>
                  <a:ext uri="{FF2B5EF4-FFF2-40B4-BE49-F238E27FC236}">
                    <a16:creationId xmlns:a16="http://schemas.microsoft.com/office/drawing/2014/main" id="{09E1794B-2EC2-10D5-65B9-6A0B1B4EA988}"/>
                  </a:ext>
                </a:extLst>
              </p:cNvPr>
              <p:cNvSpPr txBox="1"/>
              <p:nvPr/>
            </p:nvSpPr>
            <p:spPr>
              <a:xfrm>
                <a:off x="4613819" y="3252269"/>
                <a:ext cx="2258371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rgbClr val="2980B9"/>
                    </a:solidFill>
                  </a:rPr>
                  <a:t> 截止频率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kumimoji="1" lang="en-US" altLang="zh-CN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22" name="说明3">
                <a:extLst>
                  <a:ext uri="{FF2B5EF4-FFF2-40B4-BE49-F238E27FC236}">
                    <a16:creationId xmlns:a16="http://schemas.microsoft.com/office/drawing/2014/main" id="{09E1794B-2EC2-10D5-65B9-6A0B1B4EA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819" y="3252269"/>
                <a:ext cx="2258371" cy="578882"/>
              </a:xfrm>
              <a:prstGeom prst="flowChartAlternateProcess">
                <a:avLst/>
              </a:prstGeom>
              <a:blipFill>
                <a:blip r:embed="rId7"/>
                <a:stretch>
                  <a:fillRect t="-6250" b="-18750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说明3">
                <a:extLst>
                  <a:ext uri="{FF2B5EF4-FFF2-40B4-BE49-F238E27FC236}">
                    <a16:creationId xmlns:a16="http://schemas.microsoft.com/office/drawing/2014/main" id="{A9408682-6B93-39B4-89D5-781EA55B1D7E}"/>
                  </a:ext>
                </a:extLst>
              </p:cNvPr>
              <p:cNvSpPr txBox="1"/>
              <p:nvPr/>
            </p:nvSpPr>
            <p:spPr>
              <a:xfrm>
                <a:off x="4613819" y="3875886"/>
                <a:ext cx="2258371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rgbClr val="2980B9"/>
                    </a:solidFill>
                  </a:rPr>
                  <a:t>相角裕度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endParaRPr kumimoji="1" lang="en-US" altLang="zh-CN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23" name="说明3">
                <a:extLst>
                  <a:ext uri="{FF2B5EF4-FFF2-40B4-BE49-F238E27FC236}">
                    <a16:creationId xmlns:a16="http://schemas.microsoft.com/office/drawing/2014/main" id="{A9408682-6B93-39B4-89D5-781EA55B1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819" y="3875886"/>
                <a:ext cx="2258371" cy="578882"/>
              </a:xfrm>
              <a:prstGeom prst="flowChartAlternateProcess">
                <a:avLst/>
              </a:prstGeom>
              <a:blipFill>
                <a:blip r:embed="rId8"/>
                <a:stretch>
                  <a:fillRect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说明3">
                <a:extLst>
                  <a:ext uri="{FF2B5EF4-FFF2-40B4-BE49-F238E27FC236}">
                    <a16:creationId xmlns:a16="http://schemas.microsoft.com/office/drawing/2014/main" id="{D70BEC9D-45E3-0680-284E-588B1FEE481E}"/>
                  </a:ext>
                </a:extLst>
              </p:cNvPr>
              <p:cNvSpPr txBox="1"/>
              <p:nvPr/>
            </p:nvSpPr>
            <p:spPr>
              <a:xfrm>
                <a:off x="7139013" y="3303347"/>
                <a:ext cx="2258371" cy="105560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>
                    <a:solidFill>
                      <a:srgbClr val="2980B9"/>
                    </a:solidFill>
                  </a:rPr>
                  <a:t>动态性能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%,</m:t>
                        </m:r>
                        <m:r>
                          <a:rPr kumimoji="1"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zh-CN" sz="280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kumimoji="1" lang="en-US" altLang="zh-CN" sz="280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24" name="说明3">
                <a:extLst>
                  <a:ext uri="{FF2B5EF4-FFF2-40B4-BE49-F238E27FC236}">
                    <a16:creationId xmlns:a16="http://schemas.microsoft.com/office/drawing/2014/main" id="{D70BEC9D-45E3-0680-284E-588B1FEE4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13" y="3303347"/>
                <a:ext cx="2258371" cy="1055608"/>
              </a:xfrm>
              <a:prstGeom prst="flowChartAlternateProcess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标题">
            <a:extLst>
              <a:ext uri="{FF2B5EF4-FFF2-40B4-BE49-F238E27FC236}">
                <a16:creationId xmlns:a16="http://schemas.microsoft.com/office/drawing/2014/main" id="{84515CF1-A535-7920-A74E-CF6B4DA0FA16}"/>
              </a:ext>
            </a:extLst>
          </p:cNvPr>
          <p:cNvSpPr/>
          <p:nvPr/>
        </p:nvSpPr>
        <p:spPr bwMode="auto">
          <a:xfrm>
            <a:off x="9964208" y="3508184"/>
            <a:ext cx="615180" cy="578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缓</a:t>
            </a:r>
          </a:p>
        </p:txBody>
      </p:sp>
      <p:sp>
        <p:nvSpPr>
          <p:cNvPr id="26" name="标题">
            <a:extLst>
              <a:ext uri="{FF2B5EF4-FFF2-40B4-BE49-F238E27FC236}">
                <a16:creationId xmlns:a16="http://schemas.microsoft.com/office/drawing/2014/main" id="{89034B12-728B-418A-B025-2563A9486E5A}"/>
              </a:ext>
            </a:extLst>
          </p:cNvPr>
          <p:cNvSpPr/>
          <p:nvPr/>
        </p:nvSpPr>
        <p:spPr bwMode="auto">
          <a:xfrm>
            <a:off x="10795412" y="3508184"/>
            <a:ext cx="615180" cy="578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宽</a:t>
            </a:r>
          </a:p>
        </p:txBody>
      </p:sp>
      <p:sp>
        <p:nvSpPr>
          <p:cNvPr id="27" name="说明3">
            <a:extLst>
              <a:ext uri="{FF2B5EF4-FFF2-40B4-BE49-F238E27FC236}">
                <a16:creationId xmlns:a16="http://schemas.microsoft.com/office/drawing/2014/main" id="{6B45E7C0-AA38-71E0-2D43-0B32B5C29973}"/>
              </a:ext>
            </a:extLst>
          </p:cNvPr>
          <p:cNvSpPr txBox="1"/>
          <p:nvPr/>
        </p:nvSpPr>
        <p:spPr>
          <a:xfrm>
            <a:off x="4613819" y="4578310"/>
            <a:ext cx="3555974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>
                <a:solidFill>
                  <a:srgbClr val="2980B9"/>
                </a:solidFill>
              </a:rPr>
              <a:t>系统抗高频干扰能力</a:t>
            </a:r>
            <a:endParaRPr kumimoji="1" lang="en-US" altLang="zh-CN" sz="2800">
              <a:solidFill>
                <a:srgbClr val="2980B9"/>
              </a:solidFill>
            </a:endParaRPr>
          </a:p>
        </p:txBody>
      </p:sp>
      <p:sp>
        <p:nvSpPr>
          <p:cNvPr id="30" name="标题">
            <a:extLst>
              <a:ext uri="{FF2B5EF4-FFF2-40B4-BE49-F238E27FC236}">
                <a16:creationId xmlns:a16="http://schemas.microsoft.com/office/drawing/2014/main" id="{4D76FA19-5039-633A-169A-EA10BBD9F0ED}"/>
              </a:ext>
            </a:extLst>
          </p:cNvPr>
          <p:cNvSpPr/>
          <p:nvPr/>
        </p:nvSpPr>
        <p:spPr bwMode="auto">
          <a:xfrm>
            <a:off x="10795412" y="4491069"/>
            <a:ext cx="615180" cy="578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陡</a:t>
            </a:r>
          </a:p>
        </p:txBody>
      </p:sp>
      <p:sp>
        <p:nvSpPr>
          <p:cNvPr id="31" name="标题">
            <a:extLst>
              <a:ext uri="{FF2B5EF4-FFF2-40B4-BE49-F238E27FC236}">
                <a16:creationId xmlns:a16="http://schemas.microsoft.com/office/drawing/2014/main" id="{3703BBD4-099F-B4E4-EE5E-9562D21BD321}"/>
              </a:ext>
            </a:extLst>
          </p:cNvPr>
          <p:cNvSpPr/>
          <p:nvPr/>
        </p:nvSpPr>
        <p:spPr bwMode="auto">
          <a:xfrm>
            <a:off x="9964208" y="4491069"/>
            <a:ext cx="615180" cy="578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低</a:t>
            </a:r>
          </a:p>
        </p:txBody>
      </p:sp>
      <p:sp>
        <p:nvSpPr>
          <p:cNvPr id="33" name="标题">
            <a:extLst>
              <a:ext uri="{FF2B5EF4-FFF2-40B4-BE49-F238E27FC236}">
                <a16:creationId xmlns:a16="http://schemas.microsoft.com/office/drawing/2014/main" id="{3BCF9C24-5DA8-F8E4-E185-95A10C115BA7}"/>
              </a:ext>
            </a:extLst>
          </p:cNvPr>
          <p:cNvSpPr/>
          <p:nvPr/>
        </p:nvSpPr>
        <p:spPr bwMode="auto">
          <a:xfrm>
            <a:off x="1754862" y="5511865"/>
            <a:ext cx="8539111" cy="1055608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360000"/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三频段理论并没有提供设计系统的具体步骤，但它给出了调整系统结构改善系统性能的原则和方向</a:t>
            </a:r>
          </a:p>
        </p:txBody>
      </p:sp>
    </p:spTree>
    <p:extLst>
      <p:ext uri="{BB962C8B-B14F-4D97-AF65-F5344CB8AC3E}">
        <p14:creationId xmlns:p14="http://schemas.microsoft.com/office/powerpoint/2010/main" val="254128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关于三频段理论的说明</a:t>
            </a:r>
          </a:p>
        </p:txBody>
      </p:sp>
      <p:grpSp>
        <p:nvGrpSpPr>
          <p:cNvPr id="3" name="步骤3">
            <a:extLst>
              <a:ext uri="{FF2B5EF4-FFF2-40B4-BE49-F238E27FC236}">
                <a16:creationId xmlns:a16="http://schemas.microsoft.com/office/drawing/2014/main" id="{701BA4BB-287F-3D93-5BFA-9A871DE0BE42}"/>
              </a:ext>
            </a:extLst>
          </p:cNvPr>
          <p:cNvGrpSpPr/>
          <p:nvPr/>
        </p:nvGrpSpPr>
        <p:grpSpPr>
          <a:xfrm>
            <a:off x="406574" y="1196752"/>
            <a:ext cx="6624736" cy="725177"/>
            <a:chOff x="4943078" y="1700704"/>
            <a:chExt cx="6624736" cy="725177"/>
          </a:xfrm>
        </p:grpSpPr>
        <p:sp>
          <p:nvSpPr>
            <p:cNvPr id="5" name="标题">
              <a:extLst>
                <a:ext uri="{FF2B5EF4-FFF2-40B4-BE49-F238E27FC236}">
                  <a16:creationId xmlns:a16="http://schemas.microsoft.com/office/drawing/2014/main" id="{A0A7C5FE-3DFC-F0A4-2BC1-C9E022984FC6}"/>
                </a:ext>
              </a:extLst>
            </p:cNvPr>
            <p:cNvSpPr/>
            <p:nvPr/>
          </p:nvSpPr>
          <p:spPr bwMode="auto">
            <a:xfrm>
              <a:off x="5417690" y="1770149"/>
              <a:ext cx="6150124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+mn-ea"/>
                </a:rPr>
                <a:t>各频段分界线没有明确的划分标准；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45F04270-7291-0818-938B-A281FBAD7DE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0" name="步骤3">
            <a:extLst>
              <a:ext uri="{FF2B5EF4-FFF2-40B4-BE49-F238E27FC236}">
                <a16:creationId xmlns:a16="http://schemas.microsoft.com/office/drawing/2014/main" id="{8EEEADE8-0928-AEE3-E527-66A73D188168}"/>
              </a:ext>
            </a:extLst>
          </p:cNvPr>
          <p:cNvGrpSpPr/>
          <p:nvPr/>
        </p:nvGrpSpPr>
        <p:grpSpPr>
          <a:xfrm>
            <a:off x="406574" y="2060848"/>
            <a:ext cx="10081120" cy="725177"/>
            <a:chOff x="4943078" y="1700704"/>
            <a:chExt cx="10081120" cy="725177"/>
          </a:xfrm>
        </p:grpSpPr>
        <p:sp>
          <p:nvSpPr>
            <p:cNvPr id="17" name="标题">
              <a:extLst>
                <a:ext uri="{FF2B5EF4-FFF2-40B4-BE49-F238E27FC236}">
                  <a16:creationId xmlns:a16="http://schemas.microsoft.com/office/drawing/2014/main" id="{8F566200-7541-8BE3-FC47-9D701569CB1B}"/>
                </a:ext>
              </a:extLst>
            </p:cNvPr>
            <p:cNvSpPr/>
            <p:nvPr/>
          </p:nvSpPr>
          <p:spPr bwMode="auto">
            <a:xfrm>
              <a:off x="5417690" y="1770149"/>
              <a:ext cx="9606508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+mn-ea"/>
                </a:rPr>
                <a:t>与无线电学科中的“低”、“中”、“高”频概念不同；</a:t>
              </a:r>
            </a:p>
          </p:txBody>
        </p:sp>
        <p:sp>
          <p:nvSpPr>
            <p:cNvPr id="28" name="序号">
              <a:extLst>
                <a:ext uri="{FF2B5EF4-FFF2-40B4-BE49-F238E27FC236}">
                  <a16:creationId xmlns:a16="http://schemas.microsoft.com/office/drawing/2014/main" id="{B5CC4D7A-251C-8BF7-4D13-152E1DF870E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9" name="步骤3">
            <a:extLst>
              <a:ext uri="{FF2B5EF4-FFF2-40B4-BE49-F238E27FC236}">
                <a16:creationId xmlns:a16="http://schemas.microsoft.com/office/drawing/2014/main" id="{A67896CA-3228-75CF-CC10-66506DACEFD3}"/>
              </a:ext>
            </a:extLst>
          </p:cNvPr>
          <p:cNvGrpSpPr/>
          <p:nvPr/>
        </p:nvGrpSpPr>
        <p:grpSpPr>
          <a:xfrm>
            <a:off x="417200" y="3043726"/>
            <a:ext cx="11297178" cy="1055608"/>
            <a:chOff x="4943078" y="1531786"/>
            <a:chExt cx="11297178" cy="1055608"/>
          </a:xfrm>
        </p:grpSpPr>
        <p:sp>
          <p:nvSpPr>
            <p:cNvPr id="32" name="标题">
              <a:extLst>
                <a:ext uri="{FF2B5EF4-FFF2-40B4-BE49-F238E27FC236}">
                  <a16:creationId xmlns:a16="http://schemas.microsoft.com/office/drawing/2014/main" id="{D136F55D-4B77-4057-6236-7FE038DD53E4}"/>
                </a:ext>
              </a:extLst>
            </p:cNvPr>
            <p:cNvSpPr/>
            <p:nvPr/>
          </p:nvSpPr>
          <p:spPr bwMode="auto">
            <a:xfrm>
              <a:off x="5417690" y="1531786"/>
              <a:ext cx="10822566" cy="1055608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+mn-ea"/>
                </a:rPr>
                <a:t>不能用是否以</a:t>
              </a:r>
              <a:r>
                <a:rPr lang="en-US" altLang="zh-CN" sz="2800" b="1">
                  <a:solidFill>
                    <a:schemeClr val="bg1"/>
                  </a:solidFill>
                  <a:latin typeface="+mn-ea"/>
                </a:rPr>
                <a:t>-20</a:t>
              </a:r>
              <a:r>
                <a:rPr lang="en" altLang="zh-CN" sz="2800" b="1">
                  <a:solidFill>
                    <a:schemeClr val="bg1"/>
                  </a:solidFill>
                  <a:latin typeface="+mn-ea"/>
                </a:rPr>
                <a:t>dB/dec</a:t>
              </a:r>
              <a:r>
                <a:rPr lang="zh-CN" altLang="en-US" sz="2800" b="1">
                  <a:solidFill>
                    <a:schemeClr val="bg1"/>
                  </a:solidFill>
                  <a:latin typeface="+mn-ea"/>
                </a:rPr>
                <a:t>过</a:t>
              </a:r>
              <a:r>
                <a:rPr lang="en-US" altLang="zh-CN" sz="2800" b="1">
                  <a:solidFill>
                    <a:schemeClr val="bg1"/>
                  </a:solidFill>
                  <a:latin typeface="+mn-ea"/>
                </a:rPr>
                <a:t>0</a:t>
              </a:r>
              <a:r>
                <a:rPr lang="en" altLang="zh-CN" sz="2800" b="1">
                  <a:solidFill>
                    <a:schemeClr val="bg1"/>
                  </a:solidFill>
                  <a:latin typeface="+mn-ea"/>
                </a:rPr>
                <a:t>dB</a:t>
              </a:r>
              <a:r>
                <a:rPr lang="zh-CN" altLang="en-US" sz="2800" b="1">
                  <a:solidFill>
                    <a:schemeClr val="bg1"/>
                  </a:solidFill>
                  <a:latin typeface="+mn-ea"/>
                </a:rPr>
                <a:t>线作为判定闭环系统是否稳定的标准；</a:t>
              </a:r>
            </a:p>
          </p:txBody>
        </p:sp>
        <p:sp>
          <p:nvSpPr>
            <p:cNvPr id="34" name="序号">
              <a:extLst>
                <a:ext uri="{FF2B5EF4-FFF2-40B4-BE49-F238E27FC236}">
                  <a16:creationId xmlns:a16="http://schemas.microsoft.com/office/drawing/2014/main" id="{4B0E1427-02C3-FDFA-78C9-73F5C5F333F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5" name="步骤3">
            <a:extLst>
              <a:ext uri="{FF2B5EF4-FFF2-40B4-BE49-F238E27FC236}">
                <a16:creationId xmlns:a16="http://schemas.microsoft.com/office/drawing/2014/main" id="{2A8FADCF-ABC6-7C72-2D77-2BD683D6618B}"/>
              </a:ext>
            </a:extLst>
          </p:cNvPr>
          <p:cNvGrpSpPr/>
          <p:nvPr/>
        </p:nvGrpSpPr>
        <p:grpSpPr>
          <a:xfrm>
            <a:off x="417200" y="4364440"/>
            <a:ext cx="6614110" cy="725177"/>
            <a:chOff x="4943078" y="1700704"/>
            <a:chExt cx="6614110" cy="725177"/>
          </a:xfrm>
        </p:grpSpPr>
        <p:sp>
          <p:nvSpPr>
            <p:cNvPr id="36" name="标题">
              <a:extLst>
                <a:ext uri="{FF2B5EF4-FFF2-40B4-BE49-F238E27FC236}">
                  <a16:creationId xmlns:a16="http://schemas.microsoft.com/office/drawing/2014/main" id="{AD6E737D-6B5A-1DEF-8C53-039365CD54F3}"/>
                </a:ext>
              </a:extLst>
            </p:cNvPr>
            <p:cNvSpPr/>
            <p:nvPr/>
          </p:nvSpPr>
          <p:spPr bwMode="auto">
            <a:xfrm>
              <a:off x="5417690" y="1770149"/>
              <a:ext cx="6139498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+mn-ea"/>
                </a:rPr>
                <a:t>只适用于单位反馈的最小相角系统。</a:t>
              </a:r>
            </a:p>
          </p:txBody>
        </p:sp>
        <p:sp>
          <p:nvSpPr>
            <p:cNvPr id="37" name="序号">
              <a:extLst>
                <a:ext uri="{FF2B5EF4-FFF2-40B4-BE49-F238E27FC236}">
                  <a16:creationId xmlns:a16="http://schemas.microsoft.com/office/drawing/2014/main" id="{8B62996B-4227-E911-1556-A7CA2F63D67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4481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利用闭环频率特性分析系统性能</a:t>
            </a:r>
          </a:p>
        </p:txBody>
      </p:sp>
      <p:sp>
        <p:nvSpPr>
          <p:cNvPr id="2" name="小标题1">
            <a:extLst>
              <a:ext uri="{FF2B5EF4-FFF2-40B4-BE49-F238E27FC236}">
                <a16:creationId xmlns:a16="http://schemas.microsoft.com/office/drawing/2014/main" id="{9EFC66AB-1EA4-980D-51F5-B0530B5A8C0A}"/>
              </a:ext>
            </a:extLst>
          </p:cNvPr>
          <p:cNvSpPr/>
          <p:nvPr/>
        </p:nvSpPr>
        <p:spPr bwMode="auto">
          <a:xfrm>
            <a:off x="334962" y="1005076"/>
            <a:ext cx="525593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+mn-ea"/>
              </a:rPr>
              <a:t>研究闭环频率特性的必要性</a:t>
            </a:r>
          </a:p>
        </p:txBody>
      </p:sp>
      <p:grpSp>
        <p:nvGrpSpPr>
          <p:cNvPr id="4" name="步骤3">
            <a:extLst>
              <a:ext uri="{FF2B5EF4-FFF2-40B4-BE49-F238E27FC236}">
                <a16:creationId xmlns:a16="http://schemas.microsoft.com/office/drawing/2014/main" id="{FD9A91D2-25AC-BDCC-CA5C-08D2E003D0F9}"/>
              </a:ext>
            </a:extLst>
          </p:cNvPr>
          <p:cNvGrpSpPr/>
          <p:nvPr/>
        </p:nvGrpSpPr>
        <p:grpSpPr>
          <a:xfrm>
            <a:off x="252372" y="1886024"/>
            <a:ext cx="9897908" cy="725177"/>
            <a:chOff x="4943078" y="1700704"/>
            <a:chExt cx="9897908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AB630274-7B45-C261-C063-7062278D3E22}"/>
                </a:ext>
              </a:extLst>
            </p:cNvPr>
            <p:cNvSpPr/>
            <p:nvPr/>
          </p:nvSpPr>
          <p:spPr bwMode="auto">
            <a:xfrm>
              <a:off x="5417690" y="1770149"/>
              <a:ext cx="9423296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+mn-ea"/>
                </a:rPr>
                <a:t>闭环频率特性的一些特征量在实际工程中应用十分广泛；</a:t>
              </a:r>
            </a:p>
          </p:txBody>
        </p:sp>
        <p:sp>
          <p:nvSpPr>
            <p:cNvPr id="8" name="序号">
              <a:extLst>
                <a:ext uri="{FF2B5EF4-FFF2-40B4-BE49-F238E27FC236}">
                  <a16:creationId xmlns:a16="http://schemas.microsoft.com/office/drawing/2014/main" id="{1821ECFB-9F0E-B078-8BE1-CA440F83955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9" name="步骤3">
            <a:extLst>
              <a:ext uri="{FF2B5EF4-FFF2-40B4-BE49-F238E27FC236}">
                <a16:creationId xmlns:a16="http://schemas.microsoft.com/office/drawing/2014/main" id="{0580AEB6-C207-F91E-705D-3DEBBFA99731}"/>
              </a:ext>
            </a:extLst>
          </p:cNvPr>
          <p:cNvGrpSpPr/>
          <p:nvPr/>
        </p:nvGrpSpPr>
        <p:grpSpPr>
          <a:xfrm>
            <a:off x="252372" y="3077097"/>
            <a:ext cx="9868211" cy="725177"/>
            <a:chOff x="4943078" y="1700704"/>
            <a:chExt cx="9868211" cy="725177"/>
          </a:xfrm>
        </p:grpSpPr>
        <p:sp>
          <p:nvSpPr>
            <p:cNvPr id="11" name="标题">
              <a:extLst>
                <a:ext uri="{FF2B5EF4-FFF2-40B4-BE49-F238E27FC236}">
                  <a16:creationId xmlns:a16="http://schemas.microsoft.com/office/drawing/2014/main" id="{7DE89890-57E5-2155-7D97-9776E5891035}"/>
                </a:ext>
              </a:extLst>
            </p:cNvPr>
            <p:cNvSpPr/>
            <p:nvPr/>
          </p:nvSpPr>
          <p:spPr bwMode="auto">
            <a:xfrm>
              <a:off x="5417690" y="1770149"/>
              <a:ext cx="9393599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+mn-ea"/>
                </a:rPr>
                <a:t>通过实验方法很容易得到系统的闭环频率特性；</a:t>
              </a:r>
            </a:p>
          </p:txBody>
        </p:sp>
        <p:sp>
          <p:nvSpPr>
            <p:cNvPr id="12" name="序号">
              <a:extLst>
                <a:ext uri="{FF2B5EF4-FFF2-40B4-BE49-F238E27FC236}">
                  <a16:creationId xmlns:a16="http://schemas.microsoft.com/office/drawing/2014/main" id="{2746121D-F6DC-AA2F-A517-33F50942DDA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3" name="步骤3">
            <a:extLst>
              <a:ext uri="{FF2B5EF4-FFF2-40B4-BE49-F238E27FC236}">
                <a16:creationId xmlns:a16="http://schemas.microsoft.com/office/drawing/2014/main" id="{BC2DAA61-2DF8-6104-E91B-D0893E0D968C}"/>
              </a:ext>
            </a:extLst>
          </p:cNvPr>
          <p:cNvGrpSpPr/>
          <p:nvPr/>
        </p:nvGrpSpPr>
        <p:grpSpPr>
          <a:xfrm>
            <a:off x="252372" y="4317366"/>
            <a:ext cx="9868211" cy="725177"/>
            <a:chOff x="4943078" y="1700704"/>
            <a:chExt cx="9868211" cy="725177"/>
          </a:xfrm>
        </p:grpSpPr>
        <p:sp>
          <p:nvSpPr>
            <p:cNvPr id="14" name="标题">
              <a:extLst>
                <a:ext uri="{FF2B5EF4-FFF2-40B4-BE49-F238E27FC236}">
                  <a16:creationId xmlns:a16="http://schemas.microsoft.com/office/drawing/2014/main" id="{AF781C68-292B-37BF-8DB8-B9D539A8198C}"/>
                </a:ext>
              </a:extLst>
            </p:cNvPr>
            <p:cNvSpPr/>
            <p:nvPr/>
          </p:nvSpPr>
          <p:spPr bwMode="auto">
            <a:xfrm>
              <a:off x="5417690" y="1770149"/>
              <a:ext cx="9393599" cy="578882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>
                  <a:solidFill>
                    <a:schemeClr val="bg1"/>
                  </a:solidFill>
                  <a:latin typeface="+mn-ea"/>
                </a:rPr>
                <a:t>通过闭环频率特性可以估算系统的性能指标。</a:t>
              </a:r>
            </a:p>
          </p:txBody>
        </p:sp>
        <p:sp>
          <p:nvSpPr>
            <p:cNvPr id="15" name="序号">
              <a:extLst>
                <a:ext uri="{FF2B5EF4-FFF2-40B4-BE49-F238E27FC236}">
                  <a16:creationId xmlns:a16="http://schemas.microsoft.com/office/drawing/2014/main" id="{0A11016E-683F-E730-7408-A784DD90EDDD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5960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单位圆">
            <a:extLst>
              <a:ext uri="{FF2B5EF4-FFF2-40B4-BE49-F238E27FC236}">
                <a16:creationId xmlns:a16="http://schemas.microsoft.com/office/drawing/2014/main" id="{DECEE8DB-0C4A-64FB-A181-5406FD9645F6}"/>
              </a:ext>
            </a:extLst>
          </p:cNvPr>
          <p:cNvSpPr/>
          <p:nvPr/>
        </p:nvSpPr>
        <p:spPr>
          <a:xfrm rot="10800000">
            <a:off x="8101204" y="5229200"/>
            <a:ext cx="1234362" cy="1234362"/>
          </a:xfrm>
          <a:prstGeom prst="arc">
            <a:avLst>
              <a:gd name="adj1" fmla="val 3056016"/>
              <a:gd name="adj2" fmla="val 8309267"/>
            </a:avLst>
          </a:prstGeom>
          <a:ln w="25400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label2">
                <a:extLst>
                  <a:ext uri="{FF2B5EF4-FFF2-40B4-BE49-F238E27FC236}">
                    <a16:creationId xmlns:a16="http://schemas.microsoft.com/office/drawing/2014/main" id="{F971B43D-2E43-0CCF-4A21-010D10FA77AC}"/>
                  </a:ext>
                </a:extLst>
              </p:cNvPr>
              <p:cNvSpPr txBox="1"/>
              <p:nvPr/>
            </p:nvSpPr>
            <p:spPr>
              <a:xfrm>
                <a:off x="8680655" y="398610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7" name="label2">
                <a:extLst>
                  <a:ext uri="{FF2B5EF4-FFF2-40B4-BE49-F238E27FC236}">
                    <a16:creationId xmlns:a16="http://schemas.microsoft.com/office/drawing/2014/main" id="{F971B43D-2E43-0CCF-4A21-010D10FA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655" y="3986103"/>
                <a:ext cx="801225" cy="52322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单位圆">
            <a:extLst>
              <a:ext uri="{FF2B5EF4-FFF2-40B4-BE49-F238E27FC236}">
                <a16:creationId xmlns:a16="http://schemas.microsoft.com/office/drawing/2014/main" id="{6817ED52-A084-EB99-A9FC-D4F1BFADC2F9}"/>
              </a:ext>
            </a:extLst>
          </p:cNvPr>
          <p:cNvSpPr/>
          <p:nvPr/>
        </p:nvSpPr>
        <p:spPr>
          <a:xfrm rot="10800000">
            <a:off x="9335566" y="2852937"/>
            <a:ext cx="1234362" cy="1234362"/>
          </a:xfrm>
          <a:prstGeom prst="arc">
            <a:avLst>
              <a:gd name="adj1" fmla="val 20884242"/>
              <a:gd name="adj2" fmla="val 12267313"/>
            </a:avLst>
          </a:prstGeom>
          <a:ln w="25400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闭环频率特性曲线的绘制</a:t>
            </a:r>
          </a:p>
        </p:txBody>
      </p:sp>
      <p:sp>
        <p:nvSpPr>
          <p:cNvPr id="2" name="小标题1">
            <a:extLst>
              <a:ext uri="{FF2B5EF4-FFF2-40B4-BE49-F238E27FC236}">
                <a16:creationId xmlns:a16="http://schemas.microsoft.com/office/drawing/2014/main" id="{9EFC66AB-1EA4-980D-51F5-B0530B5A8C0A}"/>
              </a:ext>
            </a:extLst>
          </p:cNvPr>
          <p:cNvSpPr/>
          <p:nvPr/>
        </p:nvSpPr>
        <p:spPr bwMode="auto">
          <a:xfrm>
            <a:off x="334962" y="1005076"/>
            <a:ext cx="525593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+mn-ea"/>
              </a:rPr>
              <a:t>用向量法求闭环频率特性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733071C-8EE3-C181-D4E0-473889AC0796}"/>
                  </a:ext>
                </a:extLst>
              </p:cNvPr>
              <p:cNvSpPr txBox="1"/>
              <p:nvPr/>
            </p:nvSpPr>
            <p:spPr>
              <a:xfrm>
                <a:off x="406574" y="1717536"/>
                <a:ext cx="3672408" cy="7552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733071C-8EE3-C181-D4E0-473889AC0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4" y="1717536"/>
                <a:ext cx="3672408" cy="755271"/>
              </a:xfrm>
              <a:prstGeom prst="rect">
                <a:avLst/>
              </a:prstGeom>
              <a:blipFill>
                <a:blip r:embed="rId4"/>
                <a:stretch>
                  <a:fillRect l="-1034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F28431D-C1EE-27D6-4BD6-FBA7D4A2BC50}"/>
                  </a:ext>
                </a:extLst>
              </p:cNvPr>
              <p:cNvSpPr txBox="1"/>
              <p:nvPr/>
            </p:nvSpPr>
            <p:spPr>
              <a:xfrm>
                <a:off x="404001" y="2631629"/>
                <a:ext cx="5321917" cy="783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F28431D-C1EE-27D6-4BD6-FBA7D4A2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01" y="2631629"/>
                <a:ext cx="5321917" cy="783035"/>
              </a:xfrm>
              <a:prstGeom prst="rect">
                <a:avLst/>
              </a:prstGeom>
              <a:blipFill>
                <a:blip r:embed="rId5"/>
                <a:stretch>
                  <a:fillRect l="-476" b="-9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08A8340-EDC6-7AF0-7903-EEAE6C18AE2C}"/>
                  </a:ext>
                </a:extLst>
              </p:cNvPr>
              <p:cNvSpPr txBox="1"/>
              <p:nvPr/>
            </p:nvSpPr>
            <p:spPr>
              <a:xfrm>
                <a:off x="-14441" y="3686719"/>
                <a:ext cx="36724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08A8340-EDC6-7AF0-7903-EEAE6C18A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441" y="3686719"/>
                <a:ext cx="3672408" cy="52322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DDA189E-004C-BB55-0C1A-1C817192DB11}"/>
                  </a:ext>
                </a:extLst>
              </p:cNvPr>
              <p:cNvSpPr txBox="1"/>
              <p:nvPr/>
            </p:nvSpPr>
            <p:spPr>
              <a:xfrm>
                <a:off x="2950735" y="3659179"/>
                <a:ext cx="36724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=∠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DDA189E-004C-BB55-0C1A-1C817192D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735" y="3659179"/>
                <a:ext cx="3672408" cy="52322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3450BB1-E062-5B91-3F0F-21A6C64C275D}"/>
                  </a:ext>
                </a:extLst>
              </p:cNvPr>
              <p:cNvSpPr txBox="1"/>
              <p:nvPr/>
            </p:nvSpPr>
            <p:spPr>
              <a:xfrm>
                <a:off x="498616" y="4370499"/>
                <a:ext cx="2464311" cy="57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acc>
                        <m:accPr>
                          <m:chr m:val="⃗"/>
                          <m:ctrlPr>
                            <a:rPr lang="zh-CN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</m:oMath>
                  </m:oMathPara>
                </a14:m>
                <a:endParaRPr lang="zh-CN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3450BB1-E062-5B91-3F0F-21A6C64C2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16" y="4370499"/>
                <a:ext cx="2464311" cy="578300"/>
              </a:xfrm>
              <a:prstGeom prst="rect">
                <a:avLst/>
              </a:prstGeom>
              <a:blipFill>
                <a:blip r:embed="rId8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94A7973-B21B-CFBA-8616-3989B93E08ED}"/>
                  </a:ext>
                </a:extLst>
              </p:cNvPr>
              <p:cNvSpPr txBox="1"/>
              <p:nvPr/>
            </p:nvSpPr>
            <p:spPr>
              <a:xfrm>
                <a:off x="2898725" y="4339426"/>
                <a:ext cx="3672408" cy="57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𝐵𝐴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94A7973-B21B-CFBA-8616-3989B93E0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725" y="4339426"/>
                <a:ext cx="3672408" cy="578300"/>
              </a:xfrm>
              <a:prstGeom prst="rect">
                <a:avLst/>
              </a:prstGeom>
              <a:blipFill>
                <a:blip r:embed="rId9"/>
                <a:stretch>
                  <a:fillRect b="-19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2E1B684-6D0C-2AB9-3717-7230928652B7}"/>
                  </a:ext>
                </a:extLst>
              </p:cNvPr>
              <p:cNvSpPr txBox="1"/>
              <p:nvPr/>
            </p:nvSpPr>
            <p:spPr>
              <a:xfrm>
                <a:off x="462438" y="5149030"/>
                <a:ext cx="2464311" cy="787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𝑂𝐴</m:t>
                            </m:r>
                          </m:e>
                        </m:acc>
                      </m:num>
                      <m:den>
                        <m:acc>
                          <m:accPr>
                            <m:chr m:val="⃗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𝐵𝐴</m:t>
                            </m:r>
                          </m:e>
                        </m:acc>
                      </m:den>
                    </m:f>
                  </m:oMath>
                </a14:m>
                <a:r>
                  <a:rPr lang="zh-CN" altLang="en-US" sz="280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2E1B684-6D0C-2AB9-3717-723092865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38" y="5149030"/>
                <a:ext cx="2464311" cy="787716"/>
              </a:xfrm>
              <a:prstGeom prst="rect">
                <a:avLst/>
              </a:prstGeom>
              <a:blipFill>
                <a:blip r:embed="rId10"/>
                <a:stretch>
                  <a:fillRect l="-1026"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67B783F-DCAE-F077-B470-2B851BCA347B}"/>
                  </a:ext>
                </a:extLst>
              </p:cNvPr>
              <p:cNvSpPr txBox="1"/>
              <p:nvPr/>
            </p:nvSpPr>
            <p:spPr>
              <a:xfrm>
                <a:off x="3438965" y="5998892"/>
                <a:ext cx="4303856" cy="57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			</m:t>
                      </m:r>
                      <m:r>
                        <a:rPr lang="en-US" altLang="zh-CN" sz="2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𝜓</m:t>
                      </m:r>
                      <m:d>
                        <m:dPr>
                          <m:ctrlPr>
                            <a:rPr lang="zh-CN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ω</m:t>
                          </m:r>
                        </m:e>
                      </m:d>
                      <m:r>
                        <a:rPr lang="en-US" altLang="zh-CN" sz="2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r>
                        <a:rPr lang="zh-CN" altLang="zh-CN" sz="28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∠</m:t>
                      </m:r>
                      <m:acc>
                        <m:accPr>
                          <m:chr m:val="⃗"/>
                          <m:ctrlPr>
                            <a:rPr lang="zh-CN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accPr>
                        <m:e>
                          <m:r>
                            <a:rPr lang="en-US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𝑂𝐴</m:t>
                          </m:r>
                        </m:e>
                      </m:acc>
                      <m:r>
                        <a:rPr lang="en-US" altLang="zh-CN" sz="2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−</m:t>
                      </m:r>
                      <m:r>
                        <a:rPr lang="zh-CN" altLang="zh-CN" sz="28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∠</m:t>
                      </m:r>
                      <m:acc>
                        <m:accPr>
                          <m:chr m:val="⃗"/>
                          <m:ctrlPr>
                            <a:rPr lang="zh-CN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accPr>
                        <m:e>
                          <m:r>
                            <a:rPr lang="en-US" altLang="zh-CN" sz="28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  <m:t>𝐵</m:t>
                          </m:r>
                          <m:r>
                            <a:rPr lang="en-US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𝐴</m:t>
                          </m:r>
                        </m:e>
                      </m:acc>
                      <m:r>
                        <a:rPr lang="en-US" altLang="zh-CN" sz="2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α</m:t>
                      </m:r>
                    </m:oMath>
                  </m:oMathPara>
                </a14:m>
                <a:endParaRPr lang="zh-CN" altLang="zh-CN" sz="2800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67B783F-DCAE-F077-B470-2B851BCA3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965" y="5998892"/>
                <a:ext cx="4303856" cy="578300"/>
              </a:xfrm>
              <a:prstGeom prst="rect">
                <a:avLst/>
              </a:prstGeom>
              <a:blipFill>
                <a:blip r:embed="rId11"/>
                <a:stretch>
                  <a:fillRect l="-588" b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6C83E2A-8847-87BF-4905-C849E006A973}"/>
                  </a:ext>
                </a:extLst>
              </p:cNvPr>
              <p:cNvSpPr txBox="1"/>
              <p:nvPr/>
            </p:nvSpPr>
            <p:spPr>
              <a:xfrm>
                <a:off x="194459" y="5998892"/>
                <a:ext cx="3254607" cy="57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𝑀</m:t>
                      </m:r>
                      <m:d>
                        <m:dPr>
                          <m:ctrlPr>
                            <a:rPr lang="zh-CN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ω</m:t>
                          </m:r>
                        </m:e>
                      </m:d>
                      <m:r>
                        <a:rPr lang="en-US" altLang="zh-CN" sz="2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=|</m:t>
                      </m:r>
                      <m:acc>
                        <m:accPr>
                          <m:chr m:val="⃗"/>
                          <m:ctrlPr>
                            <a:rPr lang="zh-CN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accPr>
                        <m:e>
                          <m:r>
                            <a:rPr lang="en-US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𝑂𝐴</m:t>
                          </m:r>
                        </m:e>
                      </m:acc>
                      <m:r>
                        <a:rPr lang="en-US" altLang="zh-CN" sz="2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|/|</m:t>
                      </m:r>
                      <m:acc>
                        <m:accPr>
                          <m:chr m:val="⃗"/>
                          <m:ctrlPr>
                            <a:rPr lang="zh-CN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accPr>
                        <m:e>
                          <m:r>
                            <a:rPr lang="en-US" altLang="zh-CN" sz="2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𝐵𝐴</m:t>
                          </m:r>
                        </m:e>
                      </m:acc>
                      <m:r>
                        <a:rPr lang="en-US" altLang="zh-CN" sz="2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|</m:t>
                      </m:r>
                    </m:oMath>
                  </m:oMathPara>
                </a14:m>
                <a:endParaRPr lang="zh-CN" altLang="zh-CN" sz="2800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6C83E2A-8847-87BF-4905-C849E006A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59" y="5998892"/>
                <a:ext cx="3254607" cy="578300"/>
              </a:xfrm>
              <a:prstGeom prst="rect">
                <a:avLst/>
              </a:prstGeom>
              <a:blipFill>
                <a:blip r:embed="rId12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框图">
            <a:extLst>
              <a:ext uri="{FF2B5EF4-FFF2-40B4-BE49-F238E27FC236}">
                <a16:creationId xmlns:a16="http://schemas.microsoft.com/office/drawing/2014/main" id="{01052A68-128E-04B5-43D7-92ABAF6EF2C1}"/>
              </a:ext>
            </a:extLst>
          </p:cNvPr>
          <p:cNvGrpSpPr/>
          <p:nvPr/>
        </p:nvGrpSpPr>
        <p:grpSpPr>
          <a:xfrm>
            <a:off x="7113425" y="481856"/>
            <a:ext cx="4013452" cy="1079416"/>
            <a:chOff x="7113425" y="481856"/>
            <a:chExt cx="4013452" cy="10794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方框">
                  <a:extLst>
                    <a:ext uri="{FF2B5EF4-FFF2-40B4-BE49-F238E27FC236}">
                      <a16:creationId xmlns:a16="http://schemas.microsoft.com/office/drawing/2014/main" id="{4E482015-6FAC-F53D-D911-E9E067F7A4F0}"/>
                    </a:ext>
                  </a:extLst>
                </p:cNvPr>
                <p:cNvSpPr/>
                <p:nvPr/>
              </p:nvSpPr>
              <p:spPr>
                <a:xfrm>
                  <a:off x="8889135" y="645076"/>
                  <a:ext cx="112968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kumimoji="1"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方框">
                  <a:extLst>
                    <a:ext uri="{FF2B5EF4-FFF2-40B4-BE49-F238E27FC236}">
                      <a16:creationId xmlns:a16="http://schemas.microsoft.com/office/drawing/2014/main" id="{4E482015-6FAC-F53D-D911-E9E067F7A4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9135" y="645076"/>
                  <a:ext cx="1129686" cy="720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信号1">
              <a:extLst>
                <a:ext uri="{FF2B5EF4-FFF2-40B4-BE49-F238E27FC236}">
                  <a16:creationId xmlns:a16="http://schemas.microsoft.com/office/drawing/2014/main" id="{83145057-77F5-BF67-DF90-32674AF24B7B}"/>
                </a:ext>
              </a:extLst>
            </p:cNvPr>
            <p:cNvCxnSpPr>
              <a:cxnSpLocks/>
              <a:endCxn id="36" idx="2"/>
            </p:cNvCxnSpPr>
            <p:nvPr/>
          </p:nvCxnSpPr>
          <p:spPr>
            <a:xfrm>
              <a:off x="7303839" y="1003121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标签1">
                  <a:extLst>
                    <a:ext uri="{FF2B5EF4-FFF2-40B4-BE49-F238E27FC236}">
                      <a16:creationId xmlns:a16="http://schemas.microsoft.com/office/drawing/2014/main" id="{6D6637DA-77B1-F411-7845-14299A2BE81D}"/>
                    </a:ext>
                  </a:extLst>
                </p:cNvPr>
                <p:cNvSpPr txBox="1"/>
                <p:nvPr/>
              </p:nvSpPr>
              <p:spPr>
                <a:xfrm>
                  <a:off x="7113425" y="481856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3" name="标签1">
                  <a:extLst>
                    <a:ext uri="{FF2B5EF4-FFF2-40B4-BE49-F238E27FC236}">
                      <a16:creationId xmlns:a16="http://schemas.microsoft.com/office/drawing/2014/main" id="{6D6637DA-77B1-F411-7845-14299A2BE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3425" y="481856"/>
                  <a:ext cx="936104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信号3">
              <a:extLst>
                <a:ext uri="{FF2B5EF4-FFF2-40B4-BE49-F238E27FC236}">
                  <a16:creationId xmlns:a16="http://schemas.microsoft.com/office/drawing/2014/main" id="{33F3C675-7D0E-EBFE-AC0A-DAF51CD36E6A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10018821" y="1005076"/>
              <a:ext cx="1108056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标签2">
                  <a:extLst>
                    <a:ext uri="{FF2B5EF4-FFF2-40B4-BE49-F238E27FC236}">
                      <a16:creationId xmlns:a16="http://schemas.microsoft.com/office/drawing/2014/main" id="{B785F96A-8466-AF5A-48C2-B0CBCCD47CDC}"/>
                    </a:ext>
                  </a:extLst>
                </p:cNvPr>
                <p:cNvSpPr txBox="1"/>
                <p:nvPr/>
              </p:nvSpPr>
              <p:spPr>
                <a:xfrm>
                  <a:off x="10123883" y="489762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5" name="标签2">
                  <a:extLst>
                    <a:ext uri="{FF2B5EF4-FFF2-40B4-BE49-F238E27FC236}">
                      <a16:creationId xmlns:a16="http://schemas.microsoft.com/office/drawing/2014/main" id="{B785F96A-8466-AF5A-48C2-B0CBCCD47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3883" y="489762"/>
                  <a:ext cx="936104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sum">
              <a:extLst>
                <a:ext uri="{FF2B5EF4-FFF2-40B4-BE49-F238E27FC236}">
                  <a16:creationId xmlns:a16="http://schemas.microsoft.com/office/drawing/2014/main" id="{52118F3B-741B-2453-105B-1D75651E0DB1}"/>
                </a:ext>
              </a:extLst>
            </p:cNvPr>
            <p:cNvSpPr/>
            <p:nvPr/>
          </p:nvSpPr>
          <p:spPr>
            <a:xfrm>
              <a:off x="7902279" y="859121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负号">
                  <a:extLst>
                    <a:ext uri="{FF2B5EF4-FFF2-40B4-BE49-F238E27FC236}">
                      <a16:creationId xmlns:a16="http://schemas.microsoft.com/office/drawing/2014/main" id="{5F1786C5-1197-CE41-D8D9-7E9A9DCA1352}"/>
                    </a:ext>
                  </a:extLst>
                </p:cNvPr>
                <p:cNvSpPr txBox="1"/>
                <p:nvPr/>
              </p:nvSpPr>
              <p:spPr>
                <a:xfrm>
                  <a:off x="7505399" y="1038052"/>
                  <a:ext cx="59488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7" name="负号">
                  <a:extLst>
                    <a:ext uri="{FF2B5EF4-FFF2-40B4-BE49-F238E27FC236}">
                      <a16:creationId xmlns:a16="http://schemas.microsoft.com/office/drawing/2014/main" id="{5F1786C5-1197-CE41-D8D9-7E9A9DCA13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5399" y="1038052"/>
                  <a:ext cx="594882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信号4">
              <a:extLst>
                <a:ext uri="{FF2B5EF4-FFF2-40B4-BE49-F238E27FC236}">
                  <a16:creationId xmlns:a16="http://schemas.microsoft.com/office/drawing/2014/main" id="{1431E0E8-D7AA-9241-EA4D-806BA6726D48}"/>
                </a:ext>
              </a:extLst>
            </p:cNvPr>
            <p:cNvCxnSpPr>
              <a:cxnSpLocks/>
              <a:endCxn id="36" idx="4"/>
            </p:cNvCxnSpPr>
            <p:nvPr/>
          </p:nvCxnSpPr>
          <p:spPr>
            <a:xfrm rot="10800000" flipV="1">
              <a:off x="8046279" y="1025073"/>
              <a:ext cx="2513476" cy="122048"/>
            </a:xfrm>
            <a:prstGeom prst="bentConnector4">
              <a:avLst>
                <a:gd name="adj1" fmla="val 874"/>
                <a:gd name="adj2" fmla="val 40754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信号2">
              <a:extLst>
                <a:ext uri="{FF2B5EF4-FFF2-40B4-BE49-F238E27FC236}">
                  <a16:creationId xmlns:a16="http://schemas.microsoft.com/office/drawing/2014/main" id="{9E99D0FE-65BD-8E06-85DF-A69143BE0B5A}"/>
                </a:ext>
              </a:extLst>
            </p:cNvPr>
            <p:cNvCxnSpPr>
              <a:cxnSpLocks/>
              <a:stCxn id="36" idx="6"/>
              <a:endCxn id="31" idx="1"/>
            </p:cNvCxnSpPr>
            <p:nvPr/>
          </p:nvCxnSpPr>
          <p:spPr>
            <a:xfrm>
              <a:off x="8190279" y="1003121"/>
              <a:ext cx="698856" cy="195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幅相">
            <a:extLst>
              <a:ext uri="{FF2B5EF4-FFF2-40B4-BE49-F238E27FC236}">
                <a16:creationId xmlns:a16="http://schemas.microsoft.com/office/drawing/2014/main" id="{81FAB82E-47D9-EEFE-661A-3CBFAA8FC95C}"/>
              </a:ext>
            </a:extLst>
          </p:cNvPr>
          <p:cNvSpPr/>
          <p:nvPr/>
        </p:nvSpPr>
        <p:spPr>
          <a:xfrm flipV="1">
            <a:off x="8466783" y="3341021"/>
            <a:ext cx="2304659" cy="3246879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670476"/>
              <a:gd name="connsiteY0" fmla="*/ 0 h 2156069"/>
              <a:gd name="connsiteX1" fmla="*/ 670476 w 670476"/>
              <a:gd name="connsiteY1" fmla="*/ 1773487 h 2156069"/>
              <a:gd name="connsiteX0" fmla="*/ 0 w 670476"/>
              <a:gd name="connsiteY0" fmla="*/ 0 h 2284900"/>
              <a:gd name="connsiteX1" fmla="*/ 670476 w 670476"/>
              <a:gd name="connsiteY1" fmla="*/ 1773487 h 2284900"/>
              <a:gd name="connsiteX0" fmla="*/ 0 w 713682"/>
              <a:gd name="connsiteY0" fmla="*/ 0 h 2204099"/>
              <a:gd name="connsiteX1" fmla="*/ 713682 w 713682"/>
              <a:gd name="connsiteY1" fmla="*/ 1671986 h 2204099"/>
              <a:gd name="connsiteX0" fmla="*/ 0 w 1698765"/>
              <a:gd name="connsiteY0" fmla="*/ 0 h 3731810"/>
              <a:gd name="connsiteX1" fmla="*/ 1698765 w 1698765"/>
              <a:gd name="connsiteY1" fmla="*/ 3426497 h 3731810"/>
              <a:gd name="connsiteX0" fmla="*/ 0 w 1698765"/>
              <a:gd name="connsiteY0" fmla="*/ 0 h 4018958"/>
              <a:gd name="connsiteX1" fmla="*/ 1698765 w 1698765"/>
              <a:gd name="connsiteY1" fmla="*/ 3426497 h 4018958"/>
              <a:gd name="connsiteX0" fmla="*/ 0 w 1698765"/>
              <a:gd name="connsiteY0" fmla="*/ 0 h 4016015"/>
              <a:gd name="connsiteX1" fmla="*/ 1698765 w 1698765"/>
              <a:gd name="connsiteY1" fmla="*/ 3426497 h 4016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98765" h="4016015">
                <a:moveTo>
                  <a:pt x="0" y="0"/>
                </a:moveTo>
                <a:cubicBezTo>
                  <a:pt x="309867" y="1788174"/>
                  <a:pt x="1233467" y="5441539"/>
                  <a:pt x="1698765" y="3426497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wg1">
                <a:extLst>
                  <a:ext uri="{FF2B5EF4-FFF2-40B4-BE49-F238E27FC236}">
                    <a16:creationId xmlns:a16="http://schemas.microsoft.com/office/drawing/2014/main" id="{5622B5CE-7CA0-B562-BCA3-76DA23CC44A1}"/>
                  </a:ext>
                </a:extLst>
              </p:cNvPr>
              <p:cNvSpPr txBox="1"/>
              <p:nvPr/>
            </p:nvSpPr>
            <p:spPr>
              <a:xfrm>
                <a:off x="9142902" y="4536259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41" name="wg1">
                <a:extLst>
                  <a:ext uri="{FF2B5EF4-FFF2-40B4-BE49-F238E27FC236}">
                    <a16:creationId xmlns:a16="http://schemas.microsoft.com/office/drawing/2014/main" id="{5622B5CE-7CA0-B562-BCA3-76DA23CC4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902" y="4536259"/>
                <a:ext cx="545352" cy="523220"/>
              </a:xfrm>
              <a:prstGeom prst="rect">
                <a:avLst/>
              </a:prstGeom>
              <a:blipFill>
                <a:blip r:embed="rId17"/>
                <a:stretch>
                  <a:fillRect r="-9302"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wc1">
                <a:extLst>
                  <a:ext uri="{FF2B5EF4-FFF2-40B4-BE49-F238E27FC236}">
                    <a16:creationId xmlns:a16="http://schemas.microsoft.com/office/drawing/2014/main" id="{6219AEC9-517F-56B9-6B05-89BA5BEBE1EE}"/>
                  </a:ext>
                </a:extLst>
              </p:cNvPr>
              <p:cNvSpPr txBox="1"/>
              <p:nvPr/>
            </p:nvSpPr>
            <p:spPr>
              <a:xfrm>
                <a:off x="7848222" y="5564261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2" name="wc1">
                <a:extLst>
                  <a:ext uri="{FF2B5EF4-FFF2-40B4-BE49-F238E27FC236}">
                    <a16:creationId xmlns:a16="http://schemas.microsoft.com/office/drawing/2014/main" id="{6219AEC9-517F-56B9-6B05-89BA5BEBE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222" y="5564261"/>
                <a:ext cx="801225" cy="523220"/>
              </a:xfrm>
              <a:prstGeom prst="rect">
                <a:avLst/>
              </a:prstGeom>
              <a:blipFill>
                <a:blip r:embed="rId18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坐标轴">
            <a:extLst>
              <a:ext uri="{FF2B5EF4-FFF2-40B4-BE49-F238E27FC236}">
                <a16:creationId xmlns:a16="http://schemas.microsoft.com/office/drawing/2014/main" id="{CA5B9264-ABF2-3108-E683-C08EF1ECFC0D}"/>
              </a:ext>
            </a:extLst>
          </p:cNvPr>
          <p:cNvGrpSpPr/>
          <p:nvPr/>
        </p:nvGrpSpPr>
        <p:grpSpPr>
          <a:xfrm>
            <a:off x="7031310" y="2026940"/>
            <a:ext cx="4815334" cy="3959769"/>
            <a:chOff x="7031310" y="2026940"/>
            <a:chExt cx="4815334" cy="3959769"/>
          </a:xfrm>
        </p:grpSpPr>
        <p:cxnSp>
          <p:nvCxnSpPr>
            <p:cNvPr id="44" name="实轴">
              <a:extLst>
                <a:ext uri="{FF2B5EF4-FFF2-40B4-BE49-F238E27FC236}">
                  <a16:creationId xmlns:a16="http://schemas.microsoft.com/office/drawing/2014/main" id="{4A6F524F-0BE4-E979-A13A-40A4047EC0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1310" y="3850587"/>
              <a:ext cx="476628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虚轴">
              <a:extLst>
                <a:ext uri="{FF2B5EF4-FFF2-40B4-BE49-F238E27FC236}">
                  <a16:creationId xmlns:a16="http://schemas.microsoft.com/office/drawing/2014/main" id="{2DF5C60B-D043-BC6B-6F04-B01D091AA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75726" y="2289496"/>
              <a:ext cx="0" cy="3697213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">
                  <a:extLst>
                    <a:ext uri="{FF2B5EF4-FFF2-40B4-BE49-F238E27FC236}">
                      <a16:creationId xmlns:a16="http://schemas.microsoft.com/office/drawing/2014/main" id="{49BF492F-EAFA-D4C1-9503-739C853DB437}"/>
                    </a:ext>
                  </a:extLst>
                </p:cNvPr>
                <p:cNvSpPr txBox="1"/>
                <p:nvPr/>
              </p:nvSpPr>
              <p:spPr>
                <a:xfrm>
                  <a:off x="11270108" y="32882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" name="Re">
                  <a:extLst>
                    <a:ext uri="{FF2B5EF4-FFF2-40B4-BE49-F238E27FC236}">
                      <a16:creationId xmlns:a16="http://schemas.microsoft.com/office/drawing/2014/main" id="{49BF492F-EAFA-D4C1-9503-739C853DB4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0108" y="3288279"/>
                  <a:ext cx="576536" cy="523220"/>
                </a:xfrm>
                <a:prstGeom prst="rect">
                  <a:avLst/>
                </a:prstGeom>
                <a:blipFill>
                  <a:blip r:embed="rId19"/>
                  <a:stretch>
                    <a:fillRect l="-4348" r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Im">
                  <a:extLst>
                    <a:ext uri="{FF2B5EF4-FFF2-40B4-BE49-F238E27FC236}">
                      <a16:creationId xmlns:a16="http://schemas.microsoft.com/office/drawing/2014/main" id="{8376776B-F7BF-33FB-3546-626DAF986DEC}"/>
                    </a:ext>
                  </a:extLst>
                </p:cNvPr>
                <p:cNvSpPr txBox="1"/>
                <p:nvPr/>
              </p:nvSpPr>
              <p:spPr>
                <a:xfrm>
                  <a:off x="10933074" y="202694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8" name="Im">
                  <a:extLst>
                    <a:ext uri="{FF2B5EF4-FFF2-40B4-BE49-F238E27FC236}">
                      <a16:creationId xmlns:a16="http://schemas.microsoft.com/office/drawing/2014/main" id="{8376776B-F7BF-33FB-3546-626DAF986D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33074" y="2026940"/>
                  <a:ext cx="576536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255" r="-85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A2">
            <a:extLst>
              <a:ext uri="{FF2B5EF4-FFF2-40B4-BE49-F238E27FC236}">
                <a16:creationId xmlns:a16="http://schemas.microsoft.com/office/drawing/2014/main" id="{8F0EDDB5-462A-1514-AC08-5E020626916D}"/>
              </a:ext>
            </a:extLst>
          </p:cNvPr>
          <p:cNvSpPr/>
          <p:nvPr/>
        </p:nvSpPr>
        <p:spPr>
          <a:xfrm>
            <a:off x="9140806" y="4621474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A3">
            <a:extLst>
              <a:ext uri="{FF2B5EF4-FFF2-40B4-BE49-F238E27FC236}">
                <a16:creationId xmlns:a16="http://schemas.microsoft.com/office/drawing/2014/main" id="{5143B1D5-EDD8-2A66-87B8-4B4E4F6143BB}"/>
              </a:ext>
            </a:extLst>
          </p:cNvPr>
          <p:cNvSpPr/>
          <p:nvPr/>
        </p:nvSpPr>
        <p:spPr>
          <a:xfrm>
            <a:off x="9887754" y="3465020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label2">
                <a:extLst>
                  <a:ext uri="{FF2B5EF4-FFF2-40B4-BE49-F238E27FC236}">
                    <a16:creationId xmlns:a16="http://schemas.microsoft.com/office/drawing/2014/main" id="{AA9ACB3D-7CAD-D70D-0A8F-AA690440424E}"/>
                  </a:ext>
                </a:extLst>
              </p:cNvPr>
              <p:cNvSpPr txBox="1"/>
              <p:nvPr/>
            </p:nvSpPr>
            <p:spPr>
              <a:xfrm>
                <a:off x="8317772" y="4725875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3" name="label2">
                <a:extLst>
                  <a:ext uri="{FF2B5EF4-FFF2-40B4-BE49-F238E27FC236}">
                    <a16:creationId xmlns:a16="http://schemas.microsoft.com/office/drawing/2014/main" id="{AA9ACB3D-7CAD-D70D-0A8F-AA6904404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772" y="4725875"/>
                <a:ext cx="801225" cy="523220"/>
              </a:xfrm>
              <a:prstGeom prst="rect">
                <a:avLst/>
              </a:prstGeom>
              <a:blipFill>
                <a:blip r:embed="rId21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OA2">
            <a:extLst>
              <a:ext uri="{FF2B5EF4-FFF2-40B4-BE49-F238E27FC236}">
                <a16:creationId xmlns:a16="http://schemas.microsoft.com/office/drawing/2014/main" id="{3F7C0FF6-C465-1E8F-2447-444811DC067A}"/>
              </a:ext>
            </a:extLst>
          </p:cNvPr>
          <p:cNvCxnSpPr>
            <a:cxnSpLocks/>
            <a:endCxn id="51" idx="6"/>
          </p:cNvCxnSpPr>
          <p:nvPr/>
        </p:nvCxnSpPr>
        <p:spPr>
          <a:xfrm flipH="1">
            <a:off x="9263558" y="3858078"/>
            <a:ext cx="1498034" cy="8247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nePlusG">
                <a:extLst>
                  <a:ext uri="{FF2B5EF4-FFF2-40B4-BE49-F238E27FC236}">
                    <a16:creationId xmlns:a16="http://schemas.microsoft.com/office/drawing/2014/main" id="{A4DE7B73-D60A-23B4-FE1E-DE2D0A948954}"/>
                  </a:ext>
                </a:extLst>
              </p:cNvPr>
              <p:cNvSpPr txBox="1"/>
              <p:nvPr/>
            </p:nvSpPr>
            <p:spPr>
              <a:xfrm>
                <a:off x="7422624" y="4535747"/>
                <a:ext cx="1099860" cy="57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57" name="OnePlusG">
                <a:extLst>
                  <a:ext uri="{FF2B5EF4-FFF2-40B4-BE49-F238E27FC236}">
                    <a16:creationId xmlns:a16="http://schemas.microsoft.com/office/drawing/2014/main" id="{A4DE7B73-D60A-23B4-FE1E-DE2D0A948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624" y="4535747"/>
                <a:ext cx="1099860" cy="5783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Gjw">
                <a:extLst>
                  <a:ext uri="{FF2B5EF4-FFF2-40B4-BE49-F238E27FC236}">
                    <a16:creationId xmlns:a16="http://schemas.microsoft.com/office/drawing/2014/main" id="{921B4EB8-18A4-D6C2-308F-726C187B1011}"/>
                  </a:ext>
                </a:extLst>
              </p:cNvPr>
              <p:cNvSpPr txBox="1"/>
              <p:nvPr/>
            </p:nvSpPr>
            <p:spPr>
              <a:xfrm>
                <a:off x="6973953" y="3850587"/>
                <a:ext cx="52161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" name="Gjw">
                <a:extLst>
                  <a:ext uri="{FF2B5EF4-FFF2-40B4-BE49-F238E27FC236}">
                    <a16:creationId xmlns:a16="http://schemas.microsoft.com/office/drawing/2014/main" id="{921B4EB8-18A4-D6C2-308F-726C187B1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953" y="3850587"/>
                <a:ext cx="521617" cy="52469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A1">
            <a:extLst>
              <a:ext uri="{FF2B5EF4-FFF2-40B4-BE49-F238E27FC236}">
                <a16:creationId xmlns:a16="http://schemas.microsoft.com/office/drawing/2014/main" id="{1C464427-726E-73F6-AD4E-844CD513D3FF}"/>
              </a:ext>
            </a:extLst>
          </p:cNvPr>
          <p:cNvSpPr/>
          <p:nvPr/>
        </p:nvSpPr>
        <p:spPr>
          <a:xfrm>
            <a:off x="8647383" y="5806647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6" name="BA2">
            <a:extLst>
              <a:ext uri="{FF2B5EF4-FFF2-40B4-BE49-F238E27FC236}">
                <a16:creationId xmlns:a16="http://schemas.microsoft.com/office/drawing/2014/main" id="{6B7D0405-E417-9E04-AFA9-55B9BF7A59E8}"/>
              </a:ext>
            </a:extLst>
          </p:cNvPr>
          <p:cNvCxnSpPr>
            <a:cxnSpLocks/>
            <a:stCxn id="107" idx="6"/>
            <a:endCxn id="51" idx="2"/>
          </p:cNvCxnSpPr>
          <p:nvPr/>
        </p:nvCxnSpPr>
        <p:spPr>
          <a:xfrm>
            <a:off x="7535366" y="3847155"/>
            <a:ext cx="1605440" cy="83569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BA">
            <a:extLst>
              <a:ext uri="{FF2B5EF4-FFF2-40B4-BE49-F238E27FC236}">
                <a16:creationId xmlns:a16="http://schemas.microsoft.com/office/drawing/2014/main" id="{81D22C5A-5E20-D465-40F1-526604E21B05}"/>
              </a:ext>
            </a:extLst>
          </p:cNvPr>
          <p:cNvCxnSpPr>
            <a:cxnSpLocks/>
            <a:stCxn id="107" idx="5"/>
            <a:endCxn id="64" idx="2"/>
          </p:cNvCxnSpPr>
          <p:nvPr/>
        </p:nvCxnSpPr>
        <p:spPr>
          <a:xfrm>
            <a:off x="7517389" y="3890554"/>
            <a:ext cx="1129994" cy="197746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OA">
            <a:extLst>
              <a:ext uri="{FF2B5EF4-FFF2-40B4-BE49-F238E27FC236}">
                <a16:creationId xmlns:a16="http://schemas.microsoft.com/office/drawing/2014/main" id="{08CC3F35-E4A1-B927-4393-2CB6CC2DD38B}"/>
              </a:ext>
            </a:extLst>
          </p:cNvPr>
          <p:cNvCxnSpPr>
            <a:cxnSpLocks/>
            <a:endCxn id="64" idx="6"/>
          </p:cNvCxnSpPr>
          <p:nvPr/>
        </p:nvCxnSpPr>
        <p:spPr>
          <a:xfrm flipH="1">
            <a:off x="8770135" y="3858078"/>
            <a:ext cx="1991457" cy="200994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OA3">
            <a:extLst>
              <a:ext uri="{FF2B5EF4-FFF2-40B4-BE49-F238E27FC236}">
                <a16:creationId xmlns:a16="http://schemas.microsoft.com/office/drawing/2014/main" id="{12C3A1BA-BCE7-2526-1168-0532CF4A62E6}"/>
              </a:ext>
            </a:extLst>
          </p:cNvPr>
          <p:cNvCxnSpPr>
            <a:cxnSpLocks/>
            <a:endCxn id="52" idx="6"/>
          </p:cNvCxnSpPr>
          <p:nvPr/>
        </p:nvCxnSpPr>
        <p:spPr>
          <a:xfrm flipH="1" flipV="1">
            <a:off x="10010506" y="3526396"/>
            <a:ext cx="751086" cy="3165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BA3">
            <a:extLst>
              <a:ext uri="{FF2B5EF4-FFF2-40B4-BE49-F238E27FC236}">
                <a16:creationId xmlns:a16="http://schemas.microsoft.com/office/drawing/2014/main" id="{A6510DB6-ACB7-CE0D-553E-62237C800D6F}"/>
              </a:ext>
            </a:extLst>
          </p:cNvPr>
          <p:cNvCxnSpPr>
            <a:cxnSpLocks/>
            <a:stCxn id="107" idx="7"/>
            <a:endCxn id="52" idx="2"/>
          </p:cNvCxnSpPr>
          <p:nvPr/>
        </p:nvCxnSpPr>
        <p:spPr>
          <a:xfrm flipV="1">
            <a:off x="7517389" y="3526396"/>
            <a:ext cx="2370365" cy="2773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单位圆">
            <a:extLst>
              <a:ext uri="{FF2B5EF4-FFF2-40B4-BE49-F238E27FC236}">
                <a16:creationId xmlns:a16="http://schemas.microsoft.com/office/drawing/2014/main" id="{C0656950-8E13-ED31-68D5-F8936B8BFCE5}"/>
              </a:ext>
            </a:extLst>
          </p:cNvPr>
          <p:cNvSpPr/>
          <p:nvPr/>
        </p:nvSpPr>
        <p:spPr>
          <a:xfrm rot="10800000">
            <a:off x="8605260" y="4077072"/>
            <a:ext cx="1234362" cy="1234362"/>
          </a:xfrm>
          <a:prstGeom prst="arc">
            <a:avLst>
              <a:gd name="adj1" fmla="val 1367181"/>
              <a:gd name="adj2" fmla="val 9119910"/>
            </a:avLst>
          </a:prstGeom>
          <a:ln w="25400">
            <a:solidFill>
              <a:schemeClr val="tx2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wg1">
                <a:extLst>
                  <a:ext uri="{FF2B5EF4-FFF2-40B4-BE49-F238E27FC236}">
                    <a16:creationId xmlns:a16="http://schemas.microsoft.com/office/drawing/2014/main" id="{E5A7C6C3-9B15-0146-823A-C8BE82C21C21}"/>
                  </a:ext>
                </a:extLst>
              </p:cNvPr>
              <p:cNvSpPr txBox="1"/>
              <p:nvPr/>
            </p:nvSpPr>
            <p:spPr>
              <a:xfrm>
                <a:off x="9798326" y="3409836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" name="wg1">
                <a:extLst>
                  <a:ext uri="{FF2B5EF4-FFF2-40B4-BE49-F238E27FC236}">
                    <a16:creationId xmlns:a16="http://schemas.microsoft.com/office/drawing/2014/main" id="{E5A7C6C3-9B15-0146-823A-C8BE82C21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326" y="3409836"/>
                <a:ext cx="545352" cy="523220"/>
              </a:xfrm>
              <a:prstGeom prst="rect">
                <a:avLst/>
              </a:prstGeom>
              <a:blipFill>
                <a:blip r:embed="rId24"/>
                <a:stretch>
                  <a:fillRect r="-6818"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label2">
                <a:extLst>
                  <a:ext uri="{FF2B5EF4-FFF2-40B4-BE49-F238E27FC236}">
                    <a16:creationId xmlns:a16="http://schemas.microsoft.com/office/drawing/2014/main" id="{FA4DA963-C62D-08EE-FC21-217337054983}"/>
                  </a:ext>
                </a:extLst>
              </p:cNvPr>
              <p:cNvSpPr txBox="1"/>
              <p:nvPr/>
            </p:nvSpPr>
            <p:spPr>
              <a:xfrm>
                <a:off x="9571681" y="2754450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9" name="label2">
                <a:extLst>
                  <a:ext uri="{FF2B5EF4-FFF2-40B4-BE49-F238E27FC236}">
                    <a16:creationId xmlns:a16="http://schemas.microsoft.com/office/drawing/2014/main" id="{FA4DA963-C62D-08EE-FC21-217337054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681" y="2754450"/>
                <a:ext cx="801225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Gjw">
                <a:extLst>
                  <a:ext uri="{FF2B5EF4-FFF2-40B4-BE49-F238E27FC236}">
                    <a16:creationId xmlns:a16="http://schemas.microsoft.com/office/drawing/2014/main" id="{D82BB861-8524-7781-072E-B1B548053BD2}"/>
                  </a:ext>
                </a:extLst>
              </p:cNvPr>
              <p:cNvSpPr txBox="1"/>
              <p:nvPr/>
            </p:nvSpPr>
            <p:spPr>
              <a:xfrm>
                <a:off x="8685791" y="5958441"/>
                <a:ext cx="52161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0" name="Gjw">
                <a:extLst>
                  <a:ext uri="{FF2B5EF4-FFF2-40B4-BE49-F238E27FC236}">
                    <a16:creationId xmlns:a16="http://schemas.microsoft.com/office/drawing/2014/main" id="{D82BB861-8524-7781-072E-B1B548053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791" y="5958441"/>
                <a:ext cx="521617" cy="52469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v">
                <a:extLst>
                  <a:ext uri="{FF2B5EF4-FFF2-40B4-BE49-F238E27FC236}">
                    <a16:creationId xmlns:a16="http://schemas.microsoft.com/office/drawing/2014/main" id="{0F72FADA-F76F-268E-F74D-434ED64AAF18}"/>
                  </a:ext>
                </a:extLst>
              </p:cNvPr>
              <p:cNvSpPr txBox="1"/>
              <p:nvPr/>
            </p:nvSpPr>
            <p:spPr>
              <a:xfrm>
                <a:off x="9345239" y="4464488"/>
                <a:ext cx="1099860" cy="57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91" name="Gv">
                <a:extLst>
                  <a:ext uri="{FF2B5EF4-FFF2-40B4-BE49-F238E27FC236}">
                    <a16:creationId xmlns:a16="http://schemas.microsoft.com/office/drawing/2014/main" id="{0F72FADA-F76F-268E-F74D-434ED64AA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239" y="4464488"/>
                <a:ext cx="1099860" cy="578300"/>
              </a:xfrm>
              <a:prstGeom prst="rect">
                <a:avLst/>
              </a:prstGeom>
              <a:blipFill>
                <a:blip r:embed="rId27"/>
                <a:stretch>
                  <a:fillRect t="-2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OB">
            <a:extLst>
              <a:ext uri="{FF2B5EF4-FFF2-40B4-BE49-F238E27FC236}">
                <a16:creationId xmlns:a16="http://schemas.microsoft.com/office/drawing/2014/main" id="{4CD80FCE-F215-DACE-A2ED-DE5F85E2B9BB}"/>
              </a:ext>
            </a:extLst>
          </p:cNvPr>
          <p:cNvCxnSpPr>
            <a:cxnSpLocks/>
            <a:endCxn id="107" idx="6"/>
          </p:cNvCxnSpPr>
          <p:nvPr/>
        </p:nvCxnSpPr>
        <p:spPr>
          <a:xfrm flipH="1">
            <a:off x="7535366" y="3842992"/>
            <a:ext cx="3226226" cy="416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Gjw">
                <a:extLst>
                  <a:ext uri="{FF2B5EF4-FFF2-40B4-BE49-F238E27FC236}">
                    <a16:creationId xmlns:a16="http://schemas.microsoft.com/office/drawing/2014/main" id="{11C3A885-88D9-D5BF-49B8-2CF35D049629}"/>
                  </a:ext>
                </a:extLst>
              </p:cNvPr>
              <p:cNvSpPr txBox="1"/>
              <p:nvPr/>
            </p:nvSpPr>
            <p:spPr>
              <a:xfrm>
                <a:off x="6866374" y="3190384"/>
                <a:ext cx="521617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(−1,0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06" name="Gjw">
                <a:extLst>
                  <a:ext uri="{FF2B5EF4-FFF2-40B4-BE49-F238E27FC236}">
                    <a16:creationId xmlns:a16="http://schemas.microsoft.com/office/drawing/2014/main" id="{11C3A885-88D9-D5BF-49B8-2CF35D049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374" y="3190384"/>
                <a:ext cx="521617" cy="524695"/>
              </a:xfrm>
              <a:prstGeom prst="rect">
                <a:avLst/>
              </a:prstGeom>
              <a:blipFill>
                <a:blip r:embed="rId28"/>
                <a:stretch>
                  <a:fillRect l="-14286" r="-16904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B">
            <a:extLst>
              <a:ext uri="{FF2B5EF4-FFF2-40B4-BE49-F238E27FC236}">
                <a16:creationId xmlns:a16="http://schemas.microsoft.com/office/drawing/2014/main" id="{4F906F21-D2F9-DDF0-C080-C57FAEC427C5}"/>
              </a:ext>
            </a:extLst>
          </p:cNvPr>
          <p:cNvSpPr/>
          <p:nvPr/>
        </p:nvSpPr>
        <p:spPr>
          <a:xfrm>
            <a:off x="7412614" y="378577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Gjw">
                <a:extLst>
                  <a:ext uri="{FF2B5EF4-FFF2-40B4-BE49-F238E27FC236}">
                    <a16:creationId xmlns:a16="http://schemas.microsoft.com/office/drawing/2014/main" id="{06B95476-5F29-FE10-C7F5-71F5CF2B96C0}"/>
                  </a:ext>
                </a:extLst>
              </p:cNvPr>
              <p:cNvSpPr txBox="1"/>
              <p:nvPr/>
            </p:nvSpPr>
            <p:spPr>
              <a:xfrm>
                <a:off x="6384911" y="2204690"/>
                <a:ext cx="302954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4" name="Gjw">
                <a:extLst>
                  <a:ext uri="{FF2B5EF4-FFF2-40B4-BE49-F238E27FC236}">
                    <a16:creationId xmlns:a16="http://schemas.microsoft.com/office/drawing/2014/main" id="{06B95476-5F29-FE10-C7F5-71F5CF2B9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911" y="2204690"/>
                <a:ext cx="3029542" cy="52322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757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500"/>
                            </p:stCondLst>
                            <p:childTnLst>
                              <p:par>
                                <p:cTn id="1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500"/>
                            </p:stCondLst>
                            <p:childTnLst>
                              <p:par>
                                <p:cTn id="1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/>
      <p:bldP spid="50" grpId="0" animBg="1"/>
      <p:bldP spid="5" grpId="0"/>
      <p:bldP spid="10" grpId="0"/>
      <p:bldP spid="17" grpId="0"/>
      <p:bldP spid="19" grpId="0"/>
      <p:bldP spid="21" grpId="0"/>
      <p:bldP spid="23" grpId="0"/>
      <p:bldP spid="25" grpId="0"/>
      <p:bldP spid="26" grpId="0"/>
      <p:bldP spid="30" grpId="0"/>
      <p:bldP spid="40" grpId="1" animBg="1"/>
      <p:bldP spid="41" grpId="0"/>
      <p:bldP spid="42" grpId="0"/>
      <p:bldP spid="51" grpId="0" animBg="1"/>
      <p:bldP spid="52" grpId="0" animBg="1"/>
      <p:bldP spid="53" grpId="0"/>
      <p:bldP spid="57" grpId="0"/>
      <p:bldP spid="61" grpId="0"/>
      <p:bldP spid="64" grpId="0" animBg="1"/>
      <p:bldP spid="85" grpId="0" animBg="1"/>
      <p:bldP spid="88" grpId="0"/>
      <p:bldP spid="89" grpId="0"/>
      <p:bldP spid="90" grpId="0"/>
      <p:bldP spid="91" grpId="0"/>
      <p:bldP spid="106" grpId="0"/>
      <p:bldP spid="107" grpId="0" animBg="1"/>
      <p:bldP spid="1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7A946F2C-E8BC-5D48-A58D-9A42774B1E5F}"/>
              </a:ext>
            </a:extLst>
          </p:cNvPr>
          <p:cNvGrpSpPr/>
          <p:nvPr/>
        </p:nvGrpSpPr>
        <p:grpSpPr>
          <a:xfrm>
            <a:off x="-23356066" y="-12412760"/>
            <a:ext cx="65022147" cy="32474127"/>
            <a:chOff x="-23356066" y="-12412760"/>
            <a:chExt cx="65022147" cy="32474127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6C72C255-C1F3-3854-982D-72210B0B1401}"/>
                </a:ext>
              </a:extLst>
            </p:cNvPr>
            <p:cNvGrpSpPr/>
            <p:nvPr/>
          </p:nvGrpSpPr>
          <p:grpSpPr>
            <a:xfrm>
              <a:off x="-23356066" y="-12412760"/>
              <a:ext cx="65022147" cy="32474127"/>
              <a:chOff x="-23356066" y="-12412760"/>
              <a:chExt cx="65022147" cy="32474127"/>
            </a:xfrm>
          </p:grpSpPr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FA038923-7442-ACF6-A20D-15D6CF4A5BAC}"/>
                  </a:ext>
                </a:extLst>
              </p:cNvPr>
              <p:cNvGrpSpPr/>
              <p:nvPr/>
            </p:nvGrpSpPr>
            <p:grpSpPr>
              <a:xfrm>
                <a:off x="-23356066" y="-12412760"/>
                <a:ext cx="65022147" cy="32474127"/>
                <a:chOff x="-23376364" y="-12396587"/>
                <a:chExt cx="65022147" cy="32474127"/>
              </a:xfrm>
            </p:grpSpPr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id="{CA7AA50A-66FB-EF54-4A32-2A9D70684EBD}"/>
                    </a:ext>
                  </a:extLst>
                </p:cNvPr>
                <p:cNvGrpSpPr/>
                <p:nvPr/>
              </p:nvGrpSpPr>
              <p:grpSpPr>
                <a:xfrm>
                  <a:off x="5858884" y="1140917"/>
                  <a:ext cx="5780938" cy="5501276"/>
                  <a:chOff x="6594782" y="1131767"/>
                  <a:chExt cx="5780938" cy="5501276"/>
                </a:xfrm>
              </p:grpSpPr>
              <p:cxnSp>
                <p:nvCxnSpPr>
                  <p:cNvPr id="44" name="实轴">
                    <a:extLst>
                      <a:ext uri="{FF2B5EF4-FFF2-40B4-BE49-F238E27FC236}">
                        <a16:creationId xmlns:a16="http://schemas.microsoft.com/office/drawing/2014/main" id="{4A6F524F-0BE4-E979-A13A-40A4047EC0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94782" y="3850587"/>
                    <a:ext cx="5780938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prstDash val="solid"/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虚轴">
                    <a:extLst>
                      <a:ext uri="{FF2B5EF4-FFF2-40B4-BE49-F238E27FC236}">
                        <a16:creationId xmlns:a16="http://schemas.microsoft.com/office/drawing/2014/main" id="{2DF5C60B-D043-BC6B-6F04-B01D091AA6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775726" y="1131767"/>
                    <a:ext cx="0" cy="550127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8DAB9017-E735-12A7-1964-8121BF955A69}"/>
                    </a:ext>
                  </a:extLst>
                </p:cNvPr>
                <p:cNvGrpSpPr/>
                <p:nvPr/>
              </p:nvGrpSpPr>
              <p:grpSpPr>
                <a:xfrm>
                  <a:off x="-23376364" y="-12396587"/>
                  <a:ext cx="32465783" cy="32465783"/>
                  <a:chOff x="-23376364" y="-12396587"/>
                  <a:chExt cx="32465783" cy="32465783"/>
                </a:xfrm>
              </p:grpSpPr>
              <p:sp>
                <p:nvSpPr>
                  <p:cNvPr id="12" name="椭圆 11">
                    <a:extLst>
                      <a:ext uri="{FF2B5EF4-FFF2-40B4-BE49-F238E27FC236}">
                        <a16:creationId xmlns:a16="http://schemas.microsoft.com/office/drawing/2014/main" id="{22133F29-9B4F-D9BD-0FB7-4B15A0377B78}"/>
                      </a:ext>
                    </a:extLst>
                  </p:cNvPr>
                  <p:cNvSpPr/>
                  <p:nvPr/>
                </p:nvSpPr>
                <p:spPr>
                  <a:xfrm>
                    <a:off x="7978318" y="3595859"/>
                    <a:ext cx="509456" cy="509456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14" name="椭圆 13">
                    <a:extLst>
                      <a:ext uri="{FF2B5EF4-FFF2-40B4-BE49-F238E27FC236}">
                        <a16:creationId xmlns:a16="http://schemas.microsoft.com/office/drawing/2014/main" id="{7C783AE3-1782-E2AF-0D77-73EDD4F97558}"/>
                      </a:ext>
                    </a:extLst>
                  </p:cNvPr>
                  <p:cNvSpPr/>
                  <p:nvPr/>
                </p:nvSpPr>
                <p:spPr>
                  <a:xfrm>
                    <a:off x="7522008" y="3303848"/>
                    <a:ext cx="1093478" cy="1093478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15" name="椭圆 14">
                    <a:extLst>
                      <a:ext uri="{FF2B5EF4-FFF2-40B4-BE49-F238E27FC236}">
                        <a16:creationId xmlns:a16="http://schemas.microsoft.com/office/drawing/2014/main" id="{C009DC98-2467-B361-0491-B9E37E365B6C}"/>
                      </a:ext>
                    </a:extLst>
                  </p:cNvPr>
                  <p:cNvSpPr/>
                  <p:nvPr/>
                </p:nvSpPr>
                <p:spPr>
                  <a:xfrm>
                    <a:off x="7200000" y="3076849"/>
                    <a:ext cx="1518912" cy="1518912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16" name="椭圆 15">
                    <a:extLst>
                      <a:ext uri="{FF2B5EF4-FFF2-40B4-BE49-F238E27FC236}">
                        <a16:creationId xmlns:a16="http://schemas.microsoft.com/office/drawing/2014/main" id="{D507D0C7-F0B8-378B-CAA0-EF8574319A6F}"/>
                      </a:ext>
                    </a:extLst>
                  </p:cNvPr>
                  <p:cNvSpPr/>
                  <p:nvPr/>
                </p:nvSpPr>
                <p:spPr>
                  <a:xfrm>
                    <a:off x="6840000" y="2834521"/>
                    <a:ext cx="1957234" cy="1957234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18" name="椭圆 17">
                    <a:extLst>
                      <a:ext uri="{FF2B5EF4-FFF2-40B4-BE49-F238E27FC236}">
                        <a16:creationId xmlns:a16="http://schemas.microsoft.com/office/drawing/2014/main" id="{77DAEEFD-BA92-0617-C728-3234FE60C2D6}"/>
                      </a:ext>
                    </a:extLst>
                  </p:cNvPr>
                  <p:cNvSpPr/>
                  <p:nvPr/>
                </p:nvSpPr>
                <p:spPr>
                  <a:xfrm>
                    <a:off x="6300000" y="2505332"/>
                    <a:ext cx="2579853" cy="2579853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0" name="椭圆 19">
                    <a:extLst>
                      <a:ext uri="{FF2B5EF4-FFF2-40B4-BE49-F238E27FC236}">
                        <a16:creationId xmlns:a16="http://schemas.microsoft.com/office/drawing/2014/main" id="{039A93E8-7261-31F2-8383-45C563E77340}"/>
                      </a:ext>
                    </a:extLst>
                  </p:cNvPr>
                  <p:cNvSpPr/>
                  <p:nvPr/>
                </p:nvSpPr>
                <p:spPr>
                  <a:xfrm>
                    <a:off x="5101200" y="1892635"/>
                    <a:ext cx="3841005" cy="3841005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2" name="椭圆 21">
                    <a:extLst>
                      <a:ext uri="{FF2B5EF4-FFF2-40B4-BE49-F238E27FC236}">
                        <a16:creationId xmlns:a16="http://schemas.microsoft.com/office/drawing/2014/main" id="{E1EA087C-C9B2-D88E-88B9-93ED7741DDD7}"/>
                      </a:ext>
                    </a:extLst>
                  </p:cNvPr>
                  <p:cNvSpPr/>
                  <p:nvPr/>
                </p:nvSpPr>
                <p:spPr>
                  <a:xfrm>
                    <a:off x="3384000" y="1041504"/>
                    <a:ext cx="5618161" cy="5618161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" name="椭圆 4">
                    <a:extLst>
                      <a:ext uri="{FF2B5EF4-FFF2-40B4-BE49-F238E27FC236}">
                        <a16:creationId xmlns:a16="http://schemas.microsoft.com/office/drawing/2014/main" id="{3A999261-43C1-4CB0-569B-64645755D209}"/>
                      </a:ext>
                    </a:extLst>
                  </p:cNvPr>
                  <p:cNvSpPr/>
                  <p:nvPr/>
                </p:nvSpPr>
                <p:spPr>
                  <a:xfrm>
                    <a:off x="-2031890" y="-1589272"/>
                    <a:ext cx="11085705" cy="10879715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10" name="椭圆 9">
                    <a:extLst>
                      <a:ext uri="{FF2B5EF4-FFF2-40B4-BE49-F238E27FC236}">
                        <a16:creationId xmlns:a16="http://schemas.microsoft.com/office/drawing/2014/main" id="{5EFF8BE9-9FEB-2A6D-B21A-6DD726FC56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-23376364" y="-12396587"/>
                    <a:ext cx="32465783" cy="32465783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E675DB37-D4F8-4AE3-64B5-47D94DD711E5}"/>
                    </a:ext>
                  </a:extLst>
                </p:cNvPr>
                <p:cNvGrpSpPr/>
                <p:nvPr/>
              </p:nvGrpSpPr>
              <p:grpSpPr>
                <a:xfrm flipH="1">
                  <a:off x="9180000" y="-12388243"/>
                  <a:ext cx="32465783" cy="32465783"/>
                  <a:chOff x="-23376364" y="-12396587"/>
                  <a:chExt cx="32465783" cy="32465783"/>
                </a:xfrm>
              </p:grpSpPr>
              <p:sp>
                <p:nvSpPr>
                  <p:cNvPr id="19" name="椭圆 18">
                    <a:extLst>
                      <a:ext uri="{FF2B5EF4-FFF2-40B4-BE49-F238E27FC236}">
                        <a16:creationId xmlns:a16="http://schemas.microsoft.com/office/drawing/2014/main" id="{F8ED67BE-C34B-C958-DE28-D690AA9D3374}"/>
                      </a:ext>
                    </a:extLst>
                  </p:cNvPr>
                  <p:cNvSpPr/>
                  <p:nvPr/>
                </p:nvSpPr>
                <p:spPr>
                  <a:xfrm>
                    <a:off x="7978318" y="3595859"/>
                    <a:ext cx="509456" cy="509456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1" name="椭圆 20">
                    <a:extLst>
                      <a:ext uri="{FF2B5EF4-FFF2-40B4-BE49-F238E27FC236}">
                        <a16:creationId xmlns:a16="http://schemas.microsoft.com/office/drawing/2014/main" id="{222190E1-3267-6132-6EC1-CD41E6AE927D}"/>
                      </a:ext>
                    </a:extLst>
                  </p:cNvPr>
                  <p:cNvSpPr/>
                  <p:nvPr/>
                </p:nvSpPr>
                <p:spPr>
                  <a:xfrm>
                    <a:off x="7522008" y="3303848"/>
                    <a:ext cx="1093478" cy="1093478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3" name="椭圆 22">
                    <a:extLst>
                      <a:ext uri="{FF2B5EF4-FFF2-40B4-BE49-F238E27FC236}">
                        <a16:creationId xmlns:a16="http://schemas.microsoft.com/office/drawing/2014/main" id="{3334B898-59F2-C01A-015B-C3BB2C8E79A4}"/>
                      </a:ext>
                    </a:extLst>
                  </p:cNvPr>
                  <p:cNvSpPr/>
                  <p:nvPr/>
                </p:nvSpPr>
                <p:spPr>
                  <a:xfrm>
                    <a:off x="7200000" y="3076849"/>
                    <a:ext cx="1518912" cy="1518912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4" name="椭圆 23">
                    <a:extLst>
                      <a:ext uri="{FF2B5EF4-FFF2-40B4-BE49-F238E27FC236}">
                        <a16:creationId xmlns:a16="http://schemas.microsoft.com/office/drawing/2014/main" id="{4E83A870-2A87-3855-D262-96E6D6368057}"/>
                      </a:ext>
                    </a:extLst>
                  </p:cNvPr>
                  <p:cNvSpPr/>
                  <p:nvPr/>
                </p:nvSpPr>
                <p:spPr>
                  <a:xfrm>
                    <a:off x="6840000" y="2834521"/>
                    <a:ext cx="1957234" cy="1957234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5" name="椭圆 24">
                    <a:extLst>
                      <a:ext uri="{FF2B5EF4-FFF2-40B4-BE49-F238E27FC236}">
                        <a16:creationId xmlns:a16="http://schemas.microsoft.com/office/drawing/2014/main" id="{E9AA9950-FD33-CC65-C566-F6BD421B2743}"/>
                      </a:ext>
                    </a:extLst>
                  </p:cNvPr>
                  <p:cNvSpPr/>
                  <p:nvPr/>
                </p:nvSpPr>
                <p:spPr>
                  <a:xfrm>
                    <a:off x="6300000" y="2505332"/>
                    <a:ext cx="2579853" cy="2579853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6" name="椭圆 25">
                    <a:extLst>
                      <a:ext uri="{FF2B5EF4-FFF2-40B4-BE49-F238E27FC236}">
                        <a16:creationId xmlns:a16="http://schemas.microsoft.com/office/drawing/2014/main" id="{05C82755-6967-AC7B-3601-9F7702DCCAB5}"/>
                      </a:ext>
                    </a:extLst>
                  </p:cNvPr>
                  <p:cNvSpPr/>
                  <p:nvPr/>
                </p:nvSpPr>
                <p:spPr>
                  <a:xfrm>
                    <a:off x="5101200" y="1892635"/>
                    <a:ext cx="3841005" cy="3841005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7" name="椭圆 26">
                    <a:extLst>
                      <a:ext uri="{FF2B5EF4-FFF2-40B4-BE49-F238E27FC236}">
                        <a16:creationId xmlns:a16="http://schemas.microsoft.com/office/drawing/2014/main" id="{FB1746EB-E610-CA7B-C5C0-497E82AA0E62}"/>
                      </a:ext>
                    </a:extLst>
                  </p:cNvPr>
                  <p:cNvSpPr/>
                  <p:nvPr/>
                </p:nvSpPr>
                <p:spPr>
                  <a:xfrm>
                    <a:off x="3384000" y="1041504"/>
                    <a:ext cx="5618161" cy="5618161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8" name="椭圆 27">
                    <a:extLst>
                      <a:ext uri="{FF2B5EF4-FFF2-40B4-BE49-F238E27FC236}">
                        <a16:creationId xmlns:a16="http://schemas.microsoft.com/office/drawing/2014/main" id="{D054282E-183D-2980-3DB3-2BF4212C6976}"/>
                      </a:ext>
                    </a:extLst>
                  </p:cNvPr>
                  <p:cNvSpPr/>
                  <p:nvPr/>
                </p:nvSpPr>
                <p:spPr>
                  <a:xfrm>
                    <a:off x="-2031890" y="-1589272"/>
                    <a:ext cx="11085705" cy="10879715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29" name="椭圆 28">
                    <a:extLst>
                      <a:ext uri="{FF2B5EF4-FFF2-40B4-BE49-F238E27FC236}">
                        <a16:creationId xmlns:a16="http://schemas.microsoft.com/office/drawing/2014/main" id="{E74EAE45-F9D7-0ADA-3E01-641013ECC91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-23376364" y="-12396587"/>
                    <a:ext cx="32465783" cy="32465783"/>
                  </a:xfrm>
                  <a:prstGeom prst="ellipse">
                    <a:avLst/>
                  </a:prstGeom>
                  <a:noFill/>
                  <a:ln>
                    <a:solidFill>
                      <a:srgbClr val="2980B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  <p:cxnSp>
              <p:nvCxnSpPr>
                <p:cNvPr id="31" name="虚轴">
                  <a:extLst>
                    <a:ext uri="{FF2B5EF4-FFF2-40B4-BE49-F238E27FC236}">
                      <a16:creationId xmlns:a16="http://schemas.microsoft.com/office/drawing/2014/main" id="{14FF5EDA-FBF6-1E43-8FEE-8A88A289A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40806" y="1041504"/>
                  <a:ext cx="0" cy="5626505"/>
                </a:xfrm>
                <a:prstGeom prst="straightConnector1">
                  <a:avLst/>
                </a:prstGeom>
                <a:ln w="25400">
                  <a:solidFill>
                    <a:srgbClr val="2980B9"/>
                  </a:solidFill>
                  <a:prstDash val="solid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幅相">
                  <a:extLst>
                    <a:ext uri="{FF2B5EF4-FFF2-40B4-BE49-F238E27FC236}">
                      <a16:creationId xmlns:a16="http://schemas.microsoft.com/office/drawing/2014/main" id="{81FAB82E-47D9-EEFE-661A-3CBFAA8FC95C}"/>
                    </a:ext>
                  </a:extLst>
                </p:cNvPr>
                <p:cNvSpPr/>
                <p:nvPr/>
              </p:nvSpPr>
              <p:spPr>
                <a:xfrm flipV="1">
                  <a:off x="7724181" y="3395314"/>
                  <a:ext cx="2304659" cy="3246879"/>
                </a:xfrm>
                <a:custGeom>
                  <a:avLst/>
                  <a:gdLst>
                    <a:gd name="connsiteX0" fmla="*/ 2311400 w 2311400"/>
                    <a:gd name="connsiteY0" fmla="*/ 2806700 h 2914873"/>
                    <a:gd name="connsiteX1" fmla="*/ 1936750 w 2311400"/>
                    <a:gd name="connsiteY1" fmla="*/ 2813050 h 2914873"/>
                    <a:gd name="connsiteX2" fmla="*/ 1974850 w 2311400"/>
                    <a:gd name="connsiteY2" fmla="*/ 1733550 h 2914873"/>
                    <a:gd name="connsiteX3" fmla="*/ 0 w 2311400"/>
                    <a:gd name="connsiteY3" fmla="*/ 0 h 2914873"/>
                    <a:gd name="connsiteX0" fmla="*/ 2311400 w 2311400"/>
                    <a:gd name="connsiteY0" fmla="*/ 2806700 h 2893131"/>
                    <a:gd name="connsiteX1" fmla="*/ 1936750 w 2311400"/>
                    <a:gd name="connsiteY1" fmla="*/ 2813050 h 2893131"/>
                    <a:gd name="connsiteX2" fmla="*/ 1974850 w 2311400"/>
                    <a:gd name="connsiteY2" fmla="*/ 1733550 h 2893131"/>
                    <a:gd name="connsiteX3" fmla="*/ 0 w 2311400"/>
                    <a:gd name="connsiteY3" fmla="*/ 0 h 2893131"/>
                    <a:gd name="connsiteX0" fmla="*/ 2311400 w 2311400"/>
                    <a:gd name="connsiteY0" fmla="*/ 2806700 h 2813083"/>
                    <a:gd name="connsiteX1" fmla="*/ 1936750 w 2311400"/>
                    <a:gd name="connsiteY1" fmla="*/ 2813050 h 2813083"/>
                    <a:gd name="connsiteX2" fmla="*/ 1974850 w 2311400"/>
                    <a:gd name="connsiteY2" fmla="*/ 1733550 h 2813083"/>
                    <a:gd name="connsiteX3" fmla="*/ 0 w 2311400"/>
                    <a:gd name="connsiteY3" fmla="*/ 0 h 2813083"/>
                    <a:gd name="connsiteX0" fmla="*/ 2311400 w 2311400"/>
                    <a:gd name="connsiteY0" fmla="*/ 2806700 h 2876198"/>
                    <a:gd name="connsiteX1" fmla="*/ 1936750 w 2311400"/>
                    <a:gd name="connsiteY1" fmla="*/ 2813050 h 2876198"/>
                    <a:gd name="connsiteX2" fmla="*/ 1974850 w 2311400"/>
                    <a:gd name="connsiteY2" fmla="*/ 1733550 h 2876198"/>
                    <a:gd name="connsiteX3" fmla="*/ 0 w 2311400"/>
                    <a:gd name="connsiteY3" fmla="*/ 0 h 2876198"/>
                    <a:gd name="connsiteX0" fmla="*/ 2311400 w 2311400"/>
                    <a:gd name="connsiteY0" fmla="*/ 2806700 h 2876198"/>
                    <a:gd name="connsiteX1" fmla="*/ 1936750 w 2311400"/>
                    <a:gd name="connsiteY1" fmla="*/ 2813050 h 2876198"/>
                    <a:gd name="connsiteX2" fmla="*/ 1974850 w 2311400"/>
                    <a:gd name="connsiteY2" fmla="*/ 1733550 h 2876198"/>
                    <a:gd name="connsiteX3" fmla="*/ 0 w 2311400"/>
                    <a:gd name="connsiteY3" fmla="*/ 0 h 2876198"/>
                    <a:gd name="connsiteX0" fmla="*/ 2311400 w 2311400"/>
                    <a:gd name="connsiteY0" fmla="*/ 2806700 h 2813050"/>
                    <a:gd name="connsiteX1" fmla="*/ 1936750 w 2311400"/>
                    <a:gd name="connsiteY1" fmla="*/ 2813050 h 2813050"/>
                    <a:gd name="connsiteX2" fmla="*/ 1974850 w 2311400"/>
                    <a:gd name="connsiteY2" fmla="*/ 1733550 h 2813050"/>
                    <a:gd name="connsiteX3" fmla="*/ 0 w 2311400"/>
                    <a:gd name="connsiteY3" fmla="*/ 0 h 2813050"/>
                    <a:gd name="connsiteX0" fmla="*/ 2311400 w 2311400"/>
                    <a:gd name="connsiteY0" fmla="*/ 2806700 h 2819765"/>
                    <a:gd name="connsiteX1" fmla="*/ 1936750 w 2311400"/>
                    <a:gd name="connsiteY1" fmla="*/ 2813050 h 2819765"/>
                    <a:gd name="connsiteX2" fmla="*/ 1974850 w 2311400"/>
                    <a:gd name="connsiteY2" fmla="*/ 1733550 h 2819765"/>
                    <a:gd name="connsiteX3" fmla="*/ 0 w 2311400"/>
                    <a:gd name="connsiteY3" fmla="*/ 0 h 2819765"/>
                    <a:gd name="connsiteX0" fmla="*/ 2311400 w 2311400"/>
                    <a:gd name="connsiteY0" fmla="*/ 2806700 h 2819765"/>
                    <a:gd name="connsiteX1" fmla="*/ 1936750 w 2311400"/>
                    <a:gd name="connsiteY1" fmla="*/ 2813050 h 2819765"/>
                    <a:gd name="connsiteX2" fmla="*/ 1974850 w 2311400"/>
                    <a:gd name="connsiteY2" fmla="*/ 1733550 h 2819765"/>
                    <a:gd name="connsiteX3" fmla="*/ 0 w 2311400"/>
                    <a:gd name="connsiteY3" fmla="*/ 0 h 2819765"/>
                    <a:gd name="connsiteX0" fmla="*/ 2311400 w 2311400"/>
                    <a:gd name="connsiteY0" fmla="*/ 2806700 h 2819765"/>
                    <a:gd name="connsiteX1" fmla="*/ 1968500 w 2311400"/>
                    <a:gd name="connsiteY1" fmla="*/ 2813050 h 2819765"/>
                    <a:gd name="connsiteX2" fmla="*/ 1974850 w 2311400"/>
                    <a:gd name="connsiteY2" fmla="*/ 1733550 h 2819765"/>
                    <a:gd name="connsiteX3" fmla="*/ 0 w 2311400"/>
                    <a:gd name="connsiteY3" fmla="*/ 0 h 2819765"/>
                    <a:gd name="connsiteX0" fmla="*/ 2311400 w 2311400"/>
                    <a:gd name="connsiteY0" fmla="*/ 2806700 h 2819765"/>
                    <a:gd name="connsiteX1" fmla="*/ 1968500 w 2311400"/>
                    <a:gd name="connsiteY1" fmla="*/ 2813050 h 2819765"/>
                    <a:gd name="connsiteX2" fmla="*/ 1974850 w 2311400"/>
                    <a:gd name="connsiteY2" fmla="*/ 1733550 h 2819765"/>
                    <a:gd name="connsiteX3" fmla="*/ 0 w 2311400"/>
                    <a:gd name="connsiteY3" fmla="*/ 0 h 2819765"/>
                    <a:gd name="connsiteX0" fmla="*/ 2311400 w 2311400"/>
                    <a:gd name="connsiteY0" fmla="*/ 2806700 h 2819765"/>
                    <a:gd name="connsiteX1" fmla="*/ 1968500 w 2311400"/>
                    <a:gd name="connsiteY1" fmla="*/ 2813050 h 2819765"/>
                    <a:gd name="connsiteX2" fmla="*/ 1974850 w 2311400"/>
                    <a:gd name="connsiteY2" fmla="*/ 1733550 h 2819765"/>
                    <a:gd name="connsiteX3" fmla="*/ 0 w 2311400"/>
                    <a:gd name="connsiteY3" fmla="*/ 0 h 2819765"/>
                    <a:gd name="connsiteX0" fmla="*/ 2311400 w 2311400"/>
                    <a:gd name="connsiteY0" fmla="*/ 2806700 h 2819765"/>
                    <a:gd name="connsiteX1" fmla="*/ 1968500 w 2311400"/>
                    <a:gd name="connsiteY1" fmla="*/ 2813050 h 2819765"/>
                    <a:gd name="connsiteX2" fmla="*/ 1974850 w 2311400"/>
                    <a:gd name="connsiteY2" fmla="*/ 1733550 h 2819765"/>
                    <a:gd name="connsiteX3" fmla="*/ 0 w 2311400"/>
                    <a:gd name="connsiteY3" fmla="*/ 0 h 2819765"/>
                    <a:gd name="connsiteX0" fmla="*/ 2311400 w 2311400"/>
                    <a:gd name="connsiteY0" fmla="*/ 2806700 h 2819765"/>
                    <a:gd name="connsiteX1" fmla="*/ 1968500 w 2311400"/>
                    <a:gd name="connsiteY1" fmla="*/ 2813050 h 2819765"/>
                    <a:gd name="connsiteX2" fmla="*/ 1974850 w 2311400"/>
                    <a:gd name="connsiteY2" fmla="*/ 1733550 h 2819765"/>
                    <a:gd name="connsiteX3" fmla="*/ 0 w 2311400"/>
                    <a:gd name="connsiteY3" fmla="*/ 0 h 2819765"/>
                    <a:gd name="connsiteX0" fmla="*/ 2311400 w 2315757"/>
                    <a:gd name="connsiteY0" fmla="*/ 2806700 h 2813050"/>
                    <a:gd name="connsiteX1" fmla="*/ 1968500 w 2315757"/>
                    <a:gd name="connsiteY1" fmla="*/ 2813050 h 2813050"/>
                    <a:gd name="connsiteX2" fmla="*/ 1974850 w 2315757"/>
                    <a:gd name="connsiteY2" fmla="*/ 1733550 h 2813050"/>
                    <a:gd name="connsiteX3" fmla="*/ 0 w 2315757"/>
                    <a:gd name="connsiteY3" fmla="*/ 0 h 2813050"/>
                    <a:gd name="connsiteX0" fmla="*/ 2311400 w 2311400"/>
                    <a:gd name="connsiteY0" fmla="*/ 2806700 h 2814522"/>
                    <a:gd name="connsiteX1" fmla="*/ 1968500 w 2311400"/>
                    <a:gd name="connsiteY1" fmla="*/ 2813050 h 2814522"/>
                    <a:gd name="connsiteX2" fmla="*/ 1974850 w 2311400"/>
                    <a:gd name="connsiteY2" fmla="*/ 1733550 h 2814522"/>
                    <a:gd name="connsiteX3" fmla="*/ 0 w 2311400"/>
                    <a:gd name="connsiteY3" fmla="*/ 0 h 2814522"/>
                    <a:gd name="connsiteX0" fmla="*/ 2311400 w 2311400"/>
                    <a:gd name="connsiteY0" fmla="*/ 2806700 h 2814522"/>
                    <a:gd name="connsiteX1" fmla="*/ 1968500 w 2311400"/>
                    <a:gd name="connsiteY1" fmla="*/ 2813050 h 2814522"/>
                    <a:gd name="connsiteX2" fmla="*/ 1974850 w 2311400"/>
                    <a:gd name="connsiteY2" fmla="*/ 1733550 h 2814522"/>
                    <a:gd name="connsiteX3" fmla="*/ 0 w 2311400"/>
                    <a:gd name="connsiteY3" fmla="*/ 0 h 2814522"/>
                    <a:gd name="connsiteX0" fmla="*/ 2311400 w 2311400"/>
                    <a:gd name="connsiteY0" fmla="*/ 2806700 h 2819056"/>
                    <a:gd name="connsiteX1" fmla="*/ 1968500 w 2311400"/>
                    <a:gd name="connsiteY1" fmla="*/ 2813050 h 2819056"/>
                    <a:gd name="connsiteX2" fmla="*/ 1974850 w 2311400"/>
                    <a:gd name="connsiteY2" fmla="*/ 1733550 h 2819056"/>
                    <a:gd name="connsiteX3" fmla="*/ 0 w 2311400"/>
                    <a:gd name="connsiteY3" fmla="*/ 0 h 2819056"/>
                    <a:gd name="connsiteX0" fmla="*/ 2328984 w 2328984"/>
                    <a:gd name="connsiteY0" fmla="*/ 2824284 h 2830615"/>
                    <a:gd name="connsiteX1" fmla="*/ 1968500 w 2328984"/>
                    <a:gd name="connsiteY1" fmla="*/ 2813050 h 2830615"/>
                    <a:gd name="connsiteX2" fmla="*/ 1974850 w 2328984"/>
                    <a:gd name="connsiteY2" fmla="*/ 1733550 h 2830615"/>
                    <a:gd name="connsiteX3" fmla="*/ 0 w 2328984"/>
                    <a:gd name="connsiteY3" fmla="*/ 0 h 2830615"/>
                    <a:gd name="connsiteX0" fmla="*/ 2328984 w 2328984"/>
                    <a:gd name="connsiteY0" fmla="*/ 2824284 h 2824284"/>
                    <a:gd name="connsiteX1" fmla="*/ 1968500 w 2328984"/>
                    <a:gd name="connsiteY1" fmla="*/ 2813050 h 2824284"/>
                    <a:gd name="connsiteX2" fmla="*/ 1974850 w 2328984"/>
                    <a:gd name="connsiteY2" fmla="*/ 1733550 h 2824284"/>
                    <a:gd name="connsiteX3" fmla="*/ 0 w 2328984"/>
                    <a:gd name="connsiteY3" fmla="*/ 0 h 2824284"/>
                    <a:gd name="connsiteX0" fmla="*/ 2328984 w 2328984"/>
                    <a:gd name="connsiteY0" fmla="*/ 2824284 h 2824284"/>
                    <a:gd name="connsiteX1" fmla="*/ 1968500 w 2328984"/>
                    <a:gd name="connsiteY1" fmla="*/ 2813050 h 2824284"/>
                    <a:gd name="connsiteX2" fmla="*/ 1974850 w 2328984"/>
                    <a:gd name="connsiteY2" fmla="*/ 1733550 h 2824284"/>
                    <a:gd name="connsiteX3" fmla="*/ 0 w 2328984"/>
                    <a:gd name="connsiteY3" fmla="*/ 0 h 2824284"/>
                    <a:gd name="connsiteX0" fmla="*/ 2328984 w 2328984"/>
                    <a:gd name="connsiteY0" fmla="*/ 2824284 h 2825119"/>
                    <a:gd name="connsiteX1" fmla="*/ 1968500 w 2328984"/>
                    <a:gd name="connsiteY1" fmla="*/ 2813050 h 2825119"/>
                    <a:gd name="connsiteX2" fmla="*/ 1974850 w 2328984"/>
                    <a:gd name="connsiteY2" fmla="*/ 1733550 h 2825119"/>
                    <a:gd name="connsiteX3" fmla="*/ 0 w 2328984"/>
                    <a:gd name="connsiteY3" fmla="*/ 0 h 2825119"/>
                    <a:gd name="connsiteX0" fmla="*/ 2328984 w 2328984"/>
                    <a:gd name="connsiteY0" fmla="*/ 2824284 h 3129746"/>
                    <a:gd name="connsiteX1" fmla="*/ 1968500 w 2328984"/>
                    <a:gd name="connsiteY1" fmla="*/ 2813050 h 3129746"/>
                    <a:gd name="connsiteX2" fmla="*/ 1974850 w 2328984"/>
                    <a:gd name="connsiteY2" fmla="*/ 1733550 h 3129746"/>
                    <a:gd name="connsiteX3" fmla="*/ 0 w 2328984"/>
                    <a:gd name="connsiteY3" fmla="*/ 0 h 3129746"/>
                    <a:gd name="connsiteX0" fmla="*/ 2328984 w 2328984"/>
                    <a:gd name="connsiteY0" fmla="*/ 2824284 h 3258925"/>
                    <a:gd name="connsiteX1" fmla="*/ 1968500 w 2328984"/>
                    <a:gd name="connsiteY1" fmla="*/ 2813050 h 3258925"/>
                    <a:gd name="connsiteX2" fmla="*/ 1974850 w 2328984"/>
                    <a:gd name="connsiteY2" fmla="*/ 1733550 h 3258925"/>
                    <a:gd name="connsiteX3" fmla="*/ 0 w 2328984"/>
                    <a:gd name="connsiteY3" fmla="*/ 0 h 3258925"/>
                    <a:gd name="connsiteX0" fmla="*/ 2328984 w 2328984"/>
                    <a:gd name="connsiteY0" fmla="*/ 2824284 h 2856935"/>
                    <a:gd name="connsiteX1" fmla="*/ 1968500 w 2328984"/>
                    <a:gd name="connsiteY1" fmla="*/ 2813050 h 2856935"/>
                    <a:gd name="connsiteX2" fmla="*/ 1974850 w 2328984"/>
                    <a:gd name="connsiteY2" fmla="*/ 1733550 h 2856935"/>
                    <a:gd name="connsiteX3" fmla="*/ 0 w 2328984"/>
                    <a:gd name="connsiteY3" fmla="*/ 0 h 2856935"/>
                    <a:gd name="connsiteX0" fmla="*/ 2328984 w 2331488"/>
                    <a:gd name="connsiteY0" fmla="*/ 2824284 h 3113169"/>
                    <a:gd name="connsiteX1" fmla="*/ 1968500 w 2331488"/>
                    <a:gd name="connsiteY1" fmla="*/ 2813050 h 3113169"/>
                    <a:gd name="connsiteX2" fmla="*/ 1974850 w 2331488"/>
                    <a:gd name="connsiteY2" fmla="*/ 1733550 h 3113169"/>
                    <a:gd name="connsiteX3" fmla="*/ 0 w 2331488"/>
                    <a:gd name="connsiteY3" fmla="*/ 0 h 3113169"/>
                    <a:gd name="connsiteX0" fmla="*/ 2328984 w 2330716"/>
                    <a:gd name="connsiteY0" fmla="*/ 2824284 h 3049414"/>
                    <a:gd name="connsiteX1" fmla="*/ 1700335 w 2330716"/>
                    <a:gd name="connsiteY1" fmla="*/ 2531696 h 3049414"/>
                    <a:gd name="connsiteX2" fmla="*/ 1974850 w 2330716"/>
                    <a:gd name="connsiteY2" fmla="*/ 1733550 h 3049414"/>
                    <a:gd name="connsiteX3" fmla="*/ 0 w 2330716"/>
                    <a:gd name="connsiteY3" fmla="*/ 0 h 3049414"/>
                    <a:gd name="connsiteX0" fmla="*/ 2328984 w 2331175"/>
                    <a:gd name="connsiteY0" fmla="*/ 2824284 h 3066634"/>
                    <a:gd name="connsiteX1" fmla="*/ 1700335 w 2331175"/>
                    <a:gd name="connsiteY1" fmla="*/ 2531696 h 3066634"/>
                    <a:gd name="connsiteX2" fmla="*/ 1974850 w 2331175"/>
                    <a:gd name="connsiteY2" fmla="*/ 1733550 h 3066634"/>
                    <a:gd name="connsiteX3" fmla="*/ 0 w 2331175"/>
                    <a:gd name="connsiteY3" fmla="*/ 0 h 3066634"/>
                    <a:gd name="connsiteX0" fmla="*/ 2328984 w 2332424"/>
                    <a:gd name="connsiteY0" fmla="*/ 2824284 h 3145437"/>
                    <a:gd name="connsiteX1" fmla="*/ 1950916 w 2332424"/>
                    <a:gd name="connsiteY1" fmla="*/ 2830634 h 3145437"/>
                    <a:gd name="connsiteX2" fmla="*/ 1974850 w 2332424"/>
                    <a:gd name="connsiteY2" fmla="*/ 1733550 h 3145437"/>
                    <a:gd name="connsiteX3" fmla="*/ 0 w 2332424"/>
                    <a:gd name="connsiteY3" fmla="*/ 0 h 3145437"/>
                    <a:gd name="connsiteX0" fmla="*/ 2328984 w 2332300"/>
                    <a:gd name="connsiteY0" fmla="*/ 2824284 h 3145571"/>
                    <a:gd name="connsiteX1" fmla="*/ 1950916 w 2332300"/>
                    <a:gd name="connsiteY1" fmla="*/ 2830634 h 3145571"/>
                    <a:gd name="connsiteX2" fmla="*/ 1974850 w 2332300"/>
                    <a:gd name="connsiteY2" fmla="*/ 1733550 h 3145571"/>
                    <a:gd name="connsiteX3" fmla="*/ 0 w 2332300"/>
                    <a:gd name="connsiteY3" fmla="*/ 0 h 3145571"/>
                    <a:gd name="connsiteX0" fmla="*/ 2328984 w 2332300"/>
                    <a:gd name="connsiteY0" fmla="*/ 2824284 h 3145571"/>
                    <a:gd name="connsiteX1" fmla="*/ 1950916 w 2332300"/>
                    <a:gd name="connsiteY1" fmla="*/ 2830634 h 3145571"/>
                    <a:gd name="connsiteX2" fmla="*/ 1974850 w 2332300"/>
                    <a:gd name="connsiteY2" fmla="*/ 1733550 h 3145571"/>
                    <a:gd name="connsiteX3" fmla="*/ 0 w 2332300"/>
                    <a:gd name="connsiteY3" fmla="*/ 0 h 3145571"/>
                    <a:gd name="connsiteX0" fmla="*/ 2328984 w 2337414"/>
                    <a:gd name="connsiteY0" fmla="*/ 2824284 h 3094860"/>
                    <a:gd name="connsiteX1" fmla="*/ 1950916 w 2337414"/>
                    <a:gd name="connsiteY1" fmla="*/ 2830634 h 3094860"/>
                    <a:gd name="connsiteX2" fmla="*/ 1974850 w 2337414"/>
                    <a:gd name="connsiteY2" fmla="*/ 1733550 h 3094860"/>
                    <a:gd name="connsiteX3" fmla="*/ 0 w 2337414"/>
                    <a:gd name="connsiteY3" fmla="*/ 0 h 3094860"/>
                    <a:gd name="connsiteX0" fmla="*/ 2328984 w 2337414"/>
                    <a:gd name="connsiteY0" fmla="*/ 2824284 h 3094860"/>
                    <a:gd name="connsiteX1" fmla="*/ 1950916 w 2337414"/>
                    <a:gd name="connsiteY1" fmla="*/ 2830634 h 3094860"/>
                    <a:gd name="connsiteX2" fmla="*/ 1974850 w 2337414"/>
                    <a:gd name="connsiteY2" fmla="*/ 1733550 h 3094860"/>
                    <a:gd name="connsiteX3" fmla="*/ 0 w 2337414"/>
                    <a:gd name="connsiteY3" fmla="*/ 0 h 3094860"/>
                    <a:gd name="connsiteX0" fmla="*/ 2328984 w 2337608"/>
                    <a:gd name="connsiteY0" fmla="*/ 2824284 h 3091488"/>
                    <a:gd name="connsiteX1" fmla="*/ 1955312 w 2337608"/>
                    <a:gd name="connsiteY1" fmla="*/ 2817446 h 3091488"/>
                    <a:gd name="connsiteX2" fmla="*/ 1974850 w 2337608"/>
                    <a:gd name="connsiteY2" fmla="*/ 1733550 h 3091488"/>
                    <a:gd name="connsiteX3" fmla="*/ 0 w 2337608"/>
                    <a:gd name="connsiteY3" fmla="*/ 0 h 3091488"/>
                    <a:gd name="connsiteX0" fmla="*/ 2328984 w 2337608"/>
                    <a:gd name="connsiteY0" fmla="*/ 2824284 h 3091488"/>
                    <a:gd name="connsiteX1" fmla="*/ 1955312 w 2337608"/>
                    <a:gd name="connsiteY1" fmla="*/ 2817446 h 3091488"/>
                    <a:gd name="connsiteX2" fmla="*/ 1974850 w 2337608"/>
                    <a:gd name="connsiteY2" fmla="*/ 1733550 h 3091488"/>
                    <a:gd name="connsiteX3" fmla="*/ 0 w 2337608"/>
                    <a:gd name="connsiteY3" fmla="*/ 0 h 3091488"/>
                    <a:gd name="connsiteX0" fmla="*/ 2328984 w 2337608"/>
                    <a:gd name="connsiteY0" fmla="*/ 2824284 h 3091488"/>
                    <a:gd name="connsiteX1" fmla="*/ 1955312 w 2337608"/>
                    <a:gd name="connsiteY1" fmla="*/ 2817446 h 3091488"/>
                    <a:gd name="connsiteX2" fmla="*/ 1952869 w 2337608"/>
                    <a:gd name="connsiteY2" fmla="*/ 1737946 h 3091488"/>
                    <a:gd name="connsiteX3" fmla="*/ 0 w 2337608"/>
                    <a:gd name="connsiteY3" fmla="*/ 0 h 3091488"/>
                    <a:gd name="connsiteX0" fmla="*/ 2328984 w 2337608"/>
                    <a:gd name="connsiteY0" fmla="*/ 2824284 h 3091488"/>
                    <a:gd name="connsiteX1" fmla="*/ 1955312 w 2337608"/>
                    <a:gd name="connsiteY1" fmla="*/ 2817446 h 3091488"/>
                    <a:gd name="connsiteX2" fmla="*/ 1952869 w 2337608"/>
                    <a:gd name="connsiteY2" fmla="*/ 1737946 h 3091488"/>
                    <a:gd name="connsiteX3" fmla="*/ 0 w 2337608"/>
                    <a:gd name="connsiteY3" fmla="*/ 0 h 3091488"/>
                    <a:gd name="connsiteX0" fmla="*/ 2328984 w 2328984"/>
                    <a:gd name="connsiteY0" fmla="*/ 2824284 h 2825799"/>
                    <a:gd name="connsiteX1" fmla="*/ 1955312 w 2328984"/>
                    <a:gd name="connsiteY1" fmla="*/ 2817446 h 2825799"/>
                    <a:gd name="connsiteX2" fmla="*/ 1952869 w 2328984"/>
                    <a:gd name="connsiteY2" fmla="*/ 1737946 h 2825799"/>
                    <a:gd name="connsiteX3" fmla="*/ 0 w 2328984"/>
                    <a:gd name="connsiteY3" fmla="*/ 0 h 2825799"/>
                    <a:gd name="connsiteX0" fmla="*/ 2328984 w 2328984"/>
                    <a:gd name="connsiteY0" fmla="*/ 2824284 h 2824284"/>
                    <a:gd name="connsiteX1" fmla="*/ 1955312 w 2328984"/>
                    <a:gd name="connsiteY1" fmla="*/ 2817446 h 2824284"/>
                    <a:gd name="connsiteX2" fmla="*/ 1952869 w 2328984"/>
                    <a:gd name="connsiteY2" fmla="*/ 1737946 h 2824284"/>
                    <a:gd name="connsiteX3" fmla="*/ 0 w 2328984"/>
                    <a:gd name="connsiteY3" fmla="*/ 0 h 2824284"/>
                    <a:gd name="connsiteX0" fmla="*/ 2320192 w 2320192"/>
                    <a:gd name="connsiteY0" fmla="*/ 2819888 h 2819888"/>
                    <a:gd name="connsiteX1" fmla="*/ 1955312 w 2320192"/>
                    <a:gd name="connsiteY1" fmla="*/ 2817446 h 2819888"/>
                    <a:gd name="connsiteX2" fmla="*/ 1952869 w 2320192"/>
                    <a:gd name="connsiteY2" fmla="*/ 1737946 h 2819888"/>
                    <a:gd name="connsiteX3" fmla="*/ 0 w 2320192"/>
                    <a:gd name="connsiteY3" fmla="*/ 0 h 2819888"/>
                    <a:gd name="connsiteX0" fmla="*/ 2320192 w 2320192"/>
                    <a:gd name="connsiteY0" fmla="*/ 2819888 h 2819888"/>
                    <a:gd name="connsiteX1" fmla="*/ 1955312 w 2320192"/>
                    <a:gd name="connsiteY1" fmla="*/ 2817446 h 2819888"/>
                    <a:gd name="connsiteX2" fmla="*/ 1952869 w 2320192"/>
                    <a:gd name="connsiteY2" fmla="*/ 1737946 h 2819888"/>
                    <a:gd name="connsiteX3" fmla="*/ 0 w 2320192"/>
                    <a:gd name="connsiteY3" fmla="*/ 0 h 2819888"/>
                    <a:gd name="connsiteX0" fmla="*/ 2320192 w 2320192"/>
                    <a:gd name="connsiteY0" fmla="*/ 2819888 h 2819888"/>
                    <a:gd name="connsiteX1" fmla="*/ 1955312 w 2320192"/>
                    <a:gd name="connsiteY1" fmla="*/ 2817446 h 2819888"/>
                    <a:gd name="connsiteX2" fmla="*/ 1952869 w 2320192"/>
                    <a:gd name="connsiteY2" fmla="*/ 1737946 h 2819888"/>
                    <a:gd name="connsiteX3" fmla="*/ 0 w 2320192"/>
                    <a:gd name="connsiteY3" fmla="*/ 0 h 2819888"/>
                    <a:gd name="connsiteX0" fmla="*/ 2320192 w 2320192"/>
                    <a:gd name="connsiteY0" fmla="*/ 2819888 h 2819888"/>
                    <a:gd name="connsiteX1" fmla="*/ 1955312 w 2320192"/>
                    <a:gd name="connsiteY1" fmla="*/ 2817446 h 2819888"/>
                    <a:gd name="connsiteX2" fmla="*/ 1952869 w 2320192"/>
                    <a:gd name="connsiteY2" fmla="*/ 2239108 h 2819888"/>
                    <a:gd name="connsiteX3" fmla="*/ 0 w 2320192"/>
                    <a:gd name="connsiteY3" fmla="*/ 0 h 2819888"/>
                    <a:gd name="connsiteX0" fmla="*/ 2320192 w 2320192"/>
                    <a:gd name="connsiteY0" fmla="*/ 2819888 h 2819888"/>
                    <a:gd name="connsiteX1" fmla="*/ 1955312 w 2320192"/>
                    <a:gd name="connsiteY1" fmla="*/ 2817446 h 2819888"/>
                    <a:gd name="connsiteX2" fmla="*/ 1952869 w 2320192"/>
                    <a:gd name="connsiteY2" fmla="*/ 2239108 h 2819888"/>
                    <a:gd name="connsiteX3" fmla="*/ 0 w 2320192"/>
                    <a:gd name="connsiteY3" fmla="*/ 0 h 2819888"/>
                    <a:gd name="connsiteX0" fmla="*/ 2320192 w 2320192"/>
                    <a:gd name="connsiteY0" fmla="*/ 2819888 h 2819888"/>
                    <a:gd name="connsiteX1" fmla="*/ 1955312 w 2320192"/>
                    <a:gd name="connsiteY1" fmla="*/ 2817446 h 2819888"/>
                    <a:gd name="connsiteX2" fmla="*/ 1952869 w 2320192"/>
                    <a:gd name="connsiteY2" fmla="*/ 2239108 h 2819888"/>
                    <a:gd name="connsiteX3" fmla="*/ 0 w 2320192"/>
                    <a:gd name="connsiteY3" fmla="*/ 0 h 2819888"/>
                    <a:gd name="connsiteX0" fmla="*/ 2320192 w 2320192"/>
                    <a:gd name="connsiteY0" fmla="*/ 2819888 h 2819888"/>
                    <a:gd name="connsiteX1" fmla="*/ 1955312 w 2320192"/>
                    <a:gd name="connsiteY1" fmla="*/ 2817446 h 2819888"/>
                    <a:gd name="connsiteX2" fmla="*/ 1952869 w 2320192"/>
                    <a:gd name="connsiteY2" fmla="*/ 2239108 h 2819888"/>
                    <a:gd name="connsiteX3" fmla="*/ 0 w 2320192"/>
                    <a:gd name="connsiteY3" fmla="*/ 0 h 2819888"/>
                    <a:gd name="connsiteX0" fmla="*/ 2320192 w 2320192"/>
                    <a:gd name="connsiteY0" fmla="*/ 2819888 h 2819888"/>
                    <a:gd name="connsiteX1" fmla="*/ 1955312 w 2320192"/>
                    <a:gd name="connsiteY1" fmla="*/ 2817446 h 2819888"/>
                    <a:gd name="connsiteX2" fmla="*/ 0 w 2320192"/>
                    <a:gd name="connsiteY2" fmla="*/ 0 h 2819888"/>
                    <a:gd name="connsiteX0" fmla="*/ 2320192 w 2320192"/>
                    <a:gd name="connsiteY0" fmla="*/ 2819888 h 2819888"/>
                    <a:gd name="connsiteX1" fmla="*/ 0 w 2320192"/>
                    <a:gd name="connsiteY1" fmla="*/ 0 h 2819888"/>
                    <a:gd name="connsiteX0" fmla="*/ 2320192 w 2320192"/>
                    <a:gd name="connsiteY0" fmla="*/ 2819888 h 2819888"/>
                    <a:gd name="connsiteX1" fmla="*/ 0 w 2320192"/>
                    <a:gd name="connsiteY1" fmla="*/ 0 h 2819888"/>
                    <a:gd name="connsiteX0" fmla="*/ 2320192 w 2320192"/>
                    <a:gd name="connsiteY0" fmla="*/ 2819888 h 2819888"/>
                    <a:gd name="connsiteX1" fmla="*/ 0 w 2320192"/>
                    <a:gd name="connsiteY1" fmla="*/ 0 h 2819888"/>
                    <a:gd name="connsiteX0" fmla="*/ 3647342 w 3647342"/>
                    <a:gd name="connsiteY0" fmla="*/ 3073888 h 3073888"/>
                    <a:gd name="connsiteX1" fmla="*/ 0 w 3647342"/>
                    <a:gd name="connsiteY1" fmla="*/ 0 h 3073888"/>
                    <a:gd name="connsiteX0" fmla="*/ 256471 w 1264588"/>
                    <a:gd name="connsiteY0" fmla="*/ 2210288 h 2210288"/>
                    <a:gd name="connsiteX1" fmla="*/ 1123979 w 1264588"/>
                    <a:gd name="connsiteY1" fmla="*/ 0 h 2210288"/>
                    <a:gd name="connsiteX0" fmla="*/ 374863 w 1242371"/>
                    <a:gd name="connsiteY0" fmla="*/ 2210288 h 2210288"/>
                    <a:gd name="connsiteX1" fmla="*/ 1242371 w 1242371"/>
                    <a:gd name="connsiteY1" fmla="*/ 0 h 2210288"/>
                    <a:gd name="connsiteX0" fmla="*/ 339658 w 1454816"/>
                    <a:gd name="connsiteY0" fmla="*/ 2146788 h 2146788"/>
                    <a:gd name="connsiteX1" fmla="*/ 1454816 w 1454816"/>
                    <a:gd name="connsiteY1" fmla="*/ 0 h 2146788"/>
                    <a:gd name="connsiteX0" fmla="*/ 0 w 1115158"/>
                    <a:gd name="connsiteY0" fmla="*/ 2146788 h 2146788"/>
                    <a:gd name="connsiteX1" fmla="*/ 1115158 w 1115158"/>
                    <a:gd name="connsiteY1" fmla="*/ 0 h 2146788"/>
                    <a:gd name="connsiteX0" fmla="*/ 0 w 1115158"/>
                    <a:gd name="connsiteY0" fmla="*/ 2146788 h 2146788"/>
                    <a:gd name="connsiteX1" fmla="*/ 1115158 w 1115158"/>
                    <a:gd name="connsiteY1" fmla="*/ 0 h 2146788"/>
                    <a:gd name="connsiteX0" fmla="*/ 0 w 848458"/>
                    <a:gd name="connsiteY0" fmla="*/ 2146788 h 2146788"/>
                    <a:gd name="connsiteX1" fmla="*/ 848458 w 848458"/>
                    <a:gd name="connsiteY1" fmla="*/ 0 h 2146788"/>
                    <a:gd name="connsiteX0" fmla="*/ 0 w 848458"/>
                    <a:gd name="connsiteY0" fmla="*/ 2146788 h 2146788"/>
                    <a:gd name="connsiteX1" fmla="*/ 848458 w 848458"/>
                    <a:gd name="connsiteY1" fmla="*/ 0 h 2146788"/>
                    <a:gd name="connsiteX0" fmla="*/ 0 w 848458"/>
                    <a:gd name="connsiteY0" fmla="*/ 2146788 h 2146788"/>
                    <a:gd name="connsiteX1" fmla="*/ 848458 w 848458"/>
                    <a:gd name="connsiteY1" fmla="*/ 0 h 2146788"/>
                    <a:gd name="connsiteX0" fmla="*/ 1965 w 850423"/>
                    <a:gd name="connsiteY0" fmla="*/ 2146788 h 2146788"/>
                    <a:gd name="connsiteX1" fmla="*/ 850423 w 850423"/>
                    <a:gd name="connsiteY1" fmla="*/ 0 h 2146788"/>
                    <a:gd name="connsiteX0" fmla="*/ 1777 w 888335"/>
                    <a:gd name="connsiteY0" fmla="*/ 2140438 h 2140438"/>
                    <a:gd name="connsiteX1" fmla="*/ 888335 w 888335"/>
                    <a:gd name="connsiteY1" fmla="*/ 0 h 2140438"/>
                    <a:gd name="connsiteX0" fmla="*/ 275 w 886833"/>
                    <a:gd name="connsiteY0" fmla="*/ 2140438 h 2140438"/>
                    <a:gd name="connsiteX1" fmla="*/ 886833 w 886833"/>
                    <a:gd name="connsiteY1" fmla="*/ 0 h 2140438"/>
                    <a:gd name="connsiteX0" fmla="*/ 0 w 886558"/>
                    <a:gd name="connsiteY0" fmla="*/ 2140438 h 2140438"/>
                    <a:gd name="connsiteX1" fmla="*/ 886558 w 886558"/>
                    <a:gd name="connsiteY1" fmla="*/ 0 h 2140438"/>
                    <a:gd name="connsiteX0" fmla="*/ 0 w 886558"/>
                    <a:gd name="connsiteY0" fmla="*/ 2140438 h 2140438"/>
                    <a:gd name="connsiteX1" fmla="*/ 886558 w 886558"/>
                    <a:gd name="connsiteY1" fmla="*/ 0 h 2140438"/>
                    <a:gd name="connsiteX0" fmla="*/ 0 w 721458"/>
                    <a:gd name="connsiteY0" fmla="*/ 2172188 h 2172188"/>
                    <a:gd name="connsiteX1" fmla="*/ 721458 w 721458"/>
                    <a:gd name="connsiteY1" fmla="*/ 0 h 2172188"/>
                    <a:gd name="connsiteX0" fmla="*/ 0 w 721458"/>
                    <a:gd name="connsiteY0" fmla="*/ 2172188 h 2172188"/>
                    <a:gd name="connsiteX1" fmla="*/ 721458 w 721458"/>
                    <a:gd name="connsiteY1" fmla="*/ 0 h 2172188"/>
                    <a:gd name="connsiteX0" fmla="*/ 0 w 886558"/>
                    <a:gd name="connsiteY0" fmla="*/ 2108688 h 2108688"/>
                    <a:gd name="connsiteX1" fmla="*/ 886558 w 886558"/>
                    <a:gd name="connsiteY1" fmla="*/ 0 h 2108688"/>
                    <a:gd name="connsiteX0" fmla="*/ 0 w 886558"/>
                    <a:gd name="connsiteY0" fmla="*/ 2108688 h 2108688"/>
                    <a:gd name="connsiteX1" fmla="*/ 886558 w 886558"/>
                    <a:gd name="connsiteY1" fmla="*/ 0 h 2108688"/>
                    <a:gd name="connsiteX0" fmla="*/ 115 w 886673"/>
                    <a:gd name="connsiteY0" fmla="*/ 2108688 h 2108688"/>
                    <a:gd name="connsiteX1" fmla="*/ 886673 w 886673"/>
                    <a:gd name="connsiteY1" fmla="*/ 0 h 2108688"/>
                    <a:gd name="connsiteX0" fmla="*/ 117 w 886675"/>
                    <a:gd name="connsiteY0" fmla="*/ 2108688 h 2108688"/>
                    <a:gd name="connsiteX1" fmla="*/ 886675 w 886675"/>
                    <a:gd name="connsiteY1" fmla="*/ 0 h 2108688"/>
                    <a:gd name="connsiteX0" fmla="*/ 188597 w 188597"/>
                    <a:gd name="connsiteY0" fmla="*/ 1375957 h 1375957"/>
                    <a:gd name="connsiteX1" fmla="*/ 15420 w 188597"/>
                    <a:gd name="connsiteY1" fmla="*/ 0 h 1375957"/>
                    <a:gd name="connsiteX0" fmla="*/ 179891 w 301071"/>
                    <a:gd name="connsiteY0" fmla="*/ 1375957 h 1585789"/>
                    <a:gd name="connsiteX1" fmla="*/ 6714 w 301071"/>
                    <a:gd name="connsiteY1" fmla="*/ 0 h 1585789"/>
                    <a:gd name="connsiteX0" fmla="*/ 0 w 1219617"/>
                    <a:gd name="connsiteY0" fmla="*/ 1067120 h 1383642"/>
                    <a:gd name="connsiteX1" fmla="*/ 1219617 w 1219617"/>
                    <a:gd name="connsiteY1" fmla="*/ 0 h 1383642"/>
                    <a:gd name="connsiteX0" fmla="*/ 0 w 1219617"/>
                    <a:gd name="connsiteY0" fmla="*/ 1067120 h 1144709"/>
                    <a:gd name="connsiteX1" fmla="*/ 1219617 w 1219617"/>
                    <a:gd name="connsiteY1" fmla="*/ 0 h 1144709"/>
                    <a:gd name="connsiteX0" fmla="*/ 0 w 1219617"/>
                    <a:gd name="connsiteY0" fmla="*/ 1067120 h 1106481"/>
                    <a:gd name="connsiteX1" fmla="*/ 1219617 w 1219617"/>
                    <a:gd name="connsiteY1" fmla="*/ 0 h 1106481"/>
                    <a:gd name="connsiteX0" fmla="*/ 0 w 1219617"/>
                    <a:gd name="connsiteY0" fmla="*/ 1067120 h 1067360"/>
                    <a:gd name="connsiteX1" fmla="*/ 1219617 w 1219617"/>
                    <a:gd name="connsiteY1" fmla="*/ 0 h 1067360"/>
                    <a:gd name="connsiteX0" fmla="*/ 0 w 1219617"/>
                    <a:gd name="connsiteY0" fmla="*/ 1067120 h 1067215"/>
                    <a:gd name="connsiteX1" fmla="*/ 1219617 w 1219617"/>
                    <a:gd name="connsiteY1" fmla="*/ 0 h 1067215"/>
                    <a:gd name="connsiteX0" fmla="*/ 0 w 1219617"/>
                    <a:gd name="connsiteY0" fmla="*/ 1008849 h 1008950"/>
                    <a:gd name="connsiteX1" fmla="*/ 1219617 w 1219617"/>
                    <a:gd name="connsiteY1" fmla="*/ 0 h 1008950"/>
                    <a:gd name="connsiteX0" fmla="*/ 0 w 1219617"/>
                    <a:gd name="connsiteY0" fmla="*/ 1008849 h 1008941"/>
                    <a:gd name="connsiteX1" fmla="*/ 1219617 w 1219617"/>
                    <a:gd name="connsiteY1" fmla="*/ 0 h 1008941"/>
                    <a:gd name="connsiteX0" fmla="*/ 0 w 3104310"/>
                    <a:gd name="connsiteY0" fmla="*/ 329015 h 329300"/>
                    <a:gd name="connsiteX1" fmla="*/ 3104310 w 3104310"/>
                    <a:gd name="connsiteY1" fmla="*/ 0 h 329300"/>
                    <a:gd name="connsiteX0" fmla="*/ 0 w 3104310"/>
                    <a:gd name="connsiteY0" fmla="*/ 330476 h 330724"/>
                    <a:gd name="connsiteX1" fmla="*/ 3104310 w 3104310"/>
                    <a:gd name="connsiteY1" fmla="*/ 1461 h 330724"/>
                    <a:gd name="connsiteX0" fmla="*/ 0 w 3104310"/>
                    <a:gd name="connsiteY0" fmla="*/ 330552 h 330553"/>
                    <a:gd name="connsiteX1" fmla="*/ 3104310 w 3104310"/>
                    <a:gd name="connsiteY1" fmla="*/ 1537 h 330553"/>
                    <a:gd name="connsiteX0" fmla="*/ 0 w 3104310"/>
                    <a:gd name="connsiteY0" fmla="*/ 330514 h 330518"/>
                    <a:gd name="connsiteX1" fmla="*/ 3104310 w 3104310"/>
                    <a:gd name="connsiteY1" fmla="*/ 1499 h 330518"/>
                    <a:gd name="connsiteX0" fmla="*/ 0 w 3097047"/>
                    <a:gd name="connsiteY0" fmla="*/ 747339 h 747341"/>
                    <a:gd name="connsiteX1" fmla="*/ 3097047 w 3097047"/>
                    <a:gd name="connsiteY1" fmla="*/ 711 h 747341"/>
                    <a:gd name="connsiteX0" fmla="*/ 0 w 3097047"/>
                    <a:gd name="connsiteY0" fmla="*/ 746628 h 746630"/>
                    <a:gd name="connsiteX1" fmla="*/ 3097047 w 3097047"/>
                    <a:gd name="connsiteY1" fmla="*/ 0 h 746630"/>
                    <a:gd name="connsiteX0" fmla="*/ 0 w 3097047"/>
                    <a:gd name="connsiteY0" fmla="*/ 746628 h 746630"/>
                    <a:gd name="connsiteX1" fmla="*/ 3097047 w 3097047"/>
                    <a:gd name="connsiteY1" fmla="*/ 0 h 746630"/>
                    <a:gd name="connsiteX0" fmla="*/ 0 w 3097047"/>
                    <a:gd name="connsiteY0" fmla="*/ 746628 h 746628"/>
                    <a:gd name="connsiteX1" fmla="*/ 3097047 w 3097047"/>
                    <a:gd name="connsiteY1" fmla="*/ 0 h 746628"/>
                    <a:gd name="connsiteX0" fmla="*/ 0 w 3097047"/>
                    <a:gd name="connsiteY0" fmla="*/ 746938 h 746938"/>
                    <a:gd name="connsiteX1" fmla="*/ 3097047 w 3097047"/>
                    <a:gd name="connsiteY1" fmla="*/ 310 h 746938"/>
                    <a:gd name="connsiteX0" fmla="*/ 0 w 3097047"/>
                    <a:gd name="connsiteY0" fmla="*/ 746930 h 746932"/>
                    <a:gd name="connsiteX1" fmla="*/ 3097047 w 3097047"/>
                    <a:gd name="connsiteY1" fmla="*/ 302 h 746932"/>
                    <a:gd name="connsiteX0" fmla="*/ 0 w 3100678"/>
                    <a:gd name="connsiteY0" fmla="*/ 0 h 787857"/>
                    <a:gd name="connsiteX1" fmla="*/ 3100678 w 3100678"/>
                    <a:gd name="connsiteY1" fmla="*/ 787857 h 787857"/>
                    <a:gd name="connsiteX0" fmla="*/ 0 w 3100678"/>
                    <a:gd name="connsiteY0" fmla="*/ 0 h 787857"/>
                    <a:gd name="connsiteX1" fmla="*/ 3100678 w 3100678"/>
                    <a:gd name="connsiteY1" fmla="*/ 787857 h 787857"/>
                    <a:gd name="connsiteX0" fmla="*/ 0 w 3100678"/>
                    <a:gd name="connsiteY0" fmla="*/ 64 h 787921"/>
                    <a:gd name="connsiteX1" fmla="*/ 3100678 w 3100678"/>
                    <a:gd name="connsiteY1" fmla="*/ 787921 h 787921"/>
                    <a:gd name="connsiteX0" fmla="*/ 0 w 3100678"/>
                    <a:gd name="connsiteY0" fmla="*/ 64 h 787923"/>
                    <a:gd name="connsiteX1" fmla="*/ 3100678 w 3100678"/>
                    <a:gd name="connsiteY1" fmla="*/ 787921 h 787923"/>
                    <a:gd name="connsiteX0" fmla="*/ 0 w 3328991"/>
                    <a:gd name="connsiteY0" fmla="*/ 64 h 845795"/>
                    <a:gd name="connsiteX1" fmla="*/ 3100678 w 3328991"/>
                    <a:gd name="connsiteY1" fmla="*/ 787921 h 845795"/>
                    <a:gd name="connsiteX2" fmla="*/ 3095901 w 3328991"/>
                    <a:gd name="connsiteY2" fmla="*/ 786225 h 845795"/>
                    <a:gd name="connsiteX0" fmla="*/ 0 w 3346010"/>
                    <a:gd name="connsiteY0" fmla="*/ 64 h 820441"/>
                    <a:gd name="connsiteX1" fmla="*/ 3100678 w 3346010"/>
                    <a:gd name="connsiteY1" fmla="*/ 787921 h 820441"/>
                    <a:gd name="connsiteX2" fmla="*/ 3157635 w 3346010"/>
                    <a:gd name="connsiteY2" fmla="*/ 611410 h 820441"/>
                    <a:gd name="connsiteX0" fmla="*/ 96605 w 3254241"/>
                    <a:gd name="connsiteY0" fmla="*/ 66 h 802690"/>
                    <a:gd name="connsiteX1" fmla="*/ 2227701 w 3254241"/>
                    <a:gd name="connsiteY1" fmla="*/ 768499 h 802690"/>
                    <a:gd name="connsiteX2" fmla="*/ 3254240 w 3254241"/>
                    <a:gd name="connsiteY2" fmla="*/ 611412 h 802690"/>
                    <a:gd name="connsiteX0" fmla="*/ 0 w 3157636"/>
                    <a:gd name="connsiteY0" fmla="*/ 78 h 802704"/>
                    <a:gd name="connsiteX1" fmla="*/ 2131096 w 3157636"/>
                    <a:gd name="connsiteY1" fmla="*/ 768511 h 802704"/>
                    <a:gd name="connsiteX2" fmla="*/ 3157635 w 3157636"/>
                    <a:gd name="connsiteY2" fmla="*/ 611424 h 802704"/>
                    <a:gd name="connsiteX0" fmla="*/ 0 w 3088640"/>
                    <a:gd name="connsiteY0" fmla="*/ 78 h 835624"/>
                    <a:gd name="connsiteX1" fmla="*/ 2131096 w 3088640"/>
                    <a:gd name="connsiteY1" fmla="*/ 768511 h 835624"/>
                    <a:gd name="connsiteX2" fmla="*/ 3088639 w 3088640"/>
                    <a:gd name="connsiteY2" fmla="*/ 795950 h 835624"/>
                    <a:gd name="connsiteX0" fmla="*/ 0 w 3088639"/>
                    <a:gd name="connsiteY0" fmla="*/ 106 h 795978"/>
                    <a:gd name="connsiteX1" fmla="*/ 798375 w 3088639"/>
                    <a:gd name="connsiteY1" fmla="*/ 603436 h 795978"/>
                    <a:gd name="connsiteX2" fmla="*/ 3088639 w 3088639"/>
                    <a:gd name="connsiteY2" fmla="*/ 795978 h 795978"/>
                    <a:gd name="connsiteX0" fmla="*/ 0 w 3088639"/>
                    <a:gd name="connsiteY0" fmla="*/ 100 h 795973"/>
                    <a:gd name="connsiteX1" fmla="*/ 798375 w 3088639"/>
                    <a:gd name="connsiteY1" fmla="*/ 603430 h 795973"/>
                    <a:gd name="connsiteX2" fmla="*/ 3088639 w 3088639"/>
                    <a:gd name="connsiteY2" fmla="*/ 795972 h 795973"/>
                    <a:gd name="connsiteX0" fmla="*/ 0 w 3088639"/>
                    <a:gd name="connsiteY0" fmla="*/ 86 h 795982"/>
                    <a:gd name="connsiteX1" fmla="*/ 932736 w 3088639"/>
                    <a:gd name="connsiteY1" fmla="*/ 690824 h 795982"/>
                    <a:gd name="connsiteX2" fmla="*/ 3088639 w 3088639"/>
                    <a:gd name="connsiteY2" fmla="*/ 795958 h 795982"/>
                    <a:gd name="connsiteX0" fmla="*/ 0 w 3088639"/>
                    <a:gd name="connsiteY0" fmla="*/ 0 h 795896"/>
                    <a:gd name="connsiteX1" fmla="*/ 932736 w 3088639"/>
                    <a:gd name="connsiteY1" fmla="*/ 690738 h 795896"/>
                    <a:gd name="connsiteX2" fmla="*/ 3088639 w 3088639"/>
                    <a:gd name="connsiteY2" fmla="*/ 795872 h 795896"/>
                    <a:gd name="connsiteX0" fmla="*/ 0 w 3085008"/>
                    <a:gd name="connsiteY0" fmla="*/ 0 h 690740"/>
                    <a:gd name="connsiteX1" fmla="*/ 932736 w 3085008"/>
                    <a:gd name="connsiteY1" fmla="*/ 690738 h 690740"/>
                    <a:gd name="connsiteX2" fmla="*/ 3085008 w 3085008"/>
                    <a:gd name="connsiteY2" fmla="*/ 9206 h 690740"/>
                    <a:gd name="connsiteX0" fmla="*/ 0 w 3085008"/>
                    <a:gd name="connsiteY0" fmla="*/ 0 h 593622"/>
                    <a:gd name="connsiteX1" fmla="*/ 932736 w 3085008"/>
                    <a:gd name="connsiteY1" fmla="*/ 593619 h 593622"/>
                    <a:gd name="connsiteX2" fmla="*/ 3085008 w 3085008"/>
                    <a:gd name="connsiteY2" fmla="*/ 9206 h 593622"/>
                    <a:gd name="connsiteX0" fmla="*/ 0 w 3085008"/>
                    <a:gd name="connsiteY0" fmla="*/ 0 h 595369"/>
                    <a:gd name="connsiteX1" fmla="*/ 932736 w 3085008"/>
                    <a:gd name="connsiteY1" fmla="*/ 593619 h 595369"/>
                    <a:gd name="connsiteX2" fmla="*/ 3085008 w 3085008"/>
                    <a:gd name="connsiteY2" fmla="*/ 9206 h 595369"/>
                    <a:gd name="connsiteX0" fmla="*/ 0 w 3085008"/>
                    <a:gd name="connsiteY0" fmla="*/ 0 h 595367"/>
                    <a:gd name="connsiteX1" fmla="*/ 932736 w 3085008"/>
                    <a:gd name="connsiteY1" fmla="*/ 593619 h 595367"/>
                    <a:gd name="connsiteX2" fmla="*/ 3085008 w 3085008"/>
                    <a:gd name="connsiteY2" fmla="*/ 9206 h 595367"/>
                    <a:gd name="connsiteX0" fmla="*/ 0 w 3245462"/>
                    <a:gd name="connsiteY0" fmla="*/ 31441 h 626809"/>
                    <a:gd name="connsiteX1" fmla="*/ 932736 w 3245462"/>
                    <a:gd name="connsiteY1" fmla="*/ 625060 h 626809"/>
                    <a:gd name="connsiteX2" fmla="*/ 3085008 w 3245462"/>
                    <a:gd name="connsiteY2" fmla="*/ 40647 h 626809"/>
                    <a:gd name="connsiteX3" fmla="*/ 3088575 w 3245462"/>
                    <a:gd name="connsiteY3" fmla="*/ 50186 h 626809"/>
                    <a:gd name="connsiteX0" fmla="*/ 0 w 3253437"/>
                    <a:gd name="connsiteY0" fmla="*/ 4355 h 599723"/>
                    <a:gd name="connsiteX1" fmla="*/ 932736 w 3253437"/>
                    <a:gd name="connsiteY1" fmla="*/ 597974 h 599723"/>
                    <a:gd name="connsiteX2" fmla="*/ 3085008 w 3253437"/>
                    <a:gd name="connsiteY2" fmla="*/ 13561 h 599723"/>
                    <a:gd name="connsiteX3" fmla="*/ 3117626 w 3253437"/>
                    <a:gd name="connsiteY3" fmla="*/ 363017 h 599723"/>
                    <a:gd name="connsiteX0" fmla="*/ 0 w 3253437"/>
                    <a:gd name="connsiteY0" fmla="*/ 4353 h 599721"/>
                    <a:gd name="connsiteX1" fmla="*/ 932736 w 3253437"/>
                    <a:gd name="connsiteY1" fmla="*/ 597972 h 599721"/>
                    <a:gd name="connsiteX2" fmla="*/ 3085008 w 3253437"/>
                    <a:gd name="connsiteY2" fmla="*/ 13559 h 599721"/>
                    <a:gd name="connsiteX3" fmla="*/ 3117626 w 3253437"/>
                    <a:gd name="connsiteY3" fmla="*/ 363015 h 599721"/>
                    <a:gd name="connsiteX0" fmla="*/ 0 w 3085008"/>
                    <a:gd name="connsiteY0" fmla="*/ 0 h 595368"/>
                    <a:gd name="connsiteX1" fmla="*/ 932736 w 3085008"/>
                    <a:gd name="connsiteY1" fmla="*/ 593619 h 595368"/>
                    <a:gd name="connsiteX2" fmla="*/ 3085008 w 3085008"/>
                    <a:gd name="connsiteY2" fmla="*/ 9206 h 595368"/>
                    <a:gd name="connsiteX0" fmla="*/ 0 w 3085008"/>
                    <a:gd name="connsiteY0" fmla="*/ 0 h 595368"/>
                    <a:gd name="connsiteX1" fmla="*/ 932736 w 3085008"/>
                    <a:gd name="connsiteY1" fmla="*/ 593619 h 595368"/>
                    <a:gd name="connsiteX2" fmla="*/ 3085008 w 3085008"/>
                    <a:gd name="connsiteY2" fmla="*/ 9206 h 595368"/>
                    <a:gd name="connsiteX0" fmla="*/ 0 w 3085008"/>
                    <a:gd name="connsiteY0" fmla="*/ 0 h 537285"/>
                    <a:gd name="connsiteX1" fmla="*/ 772955 w 3085008"/>
                    <a:gd name="connsiteY1" fmla="*/ 535347 h 537285"/>
                    <a:gd name="connsiteX2" fmla="*/ 3085008 w 3085008"/>
                    <a:gd name="connsiteY2" fmla="*/ 9206 h 537285"/>
                    <a:gd name="connsiteX0" fmla="*/ 0 w 3085008"/>
                    <a:gd name="connsiteY0" fmla="*/ 0 h 537285"/>
                    <a:gd name="connsiteX1" fmla="*/ 772955 w 3085008"/>
                    <a:gd name="connsiteY1" fmla="*/ 535347 h 537285"/>
                    <a:gd name="connsiteX2" fmla="*/ 3085008 w 3085008"/>
                    <a:gd name="connsiteY2" fmla="*/ 9206 h 537285"/>
                    <a:gd name="connsiteX0" fmla="*/ 0 w 3085008"/>
                    <a:gd name="connsiteY0" fmla="*/ 0 h 535350"/>
                    <a:gd name="connsiteX1" fmla="*/ 772955 w 3085008"/>
                    <a:gd name="connsiteY1" fmla="*/ 535347 h 535350"/>
                    <a:gd name="connsiteX2" fmla="*/ 3085008 w 3085008"/>
                    <a:gd name="connsiteY2" fmla="*/ 9206 h 535350"/>
                    <a:gd name="connsiteX0" fmla="*/ 1207605 w 2346186"/>
                    <a:gd name="connsiteY0" fmla="*/ 0 h 972386"/>
                    <a:gd name="connsiteX1" fmla="*/ 34133 w 2346186"/>
                    <a:gd name="connsiteY1" fmla="*/ 972383 h 972386"/>
                    <a:gd name="connsiteX2" fmla="*/ 2346186 w 2346186"/>
                    <a:gd name="connsiteY2" fmla="*/ 446242 h 972386"/>
                    <a:gd name="connsiteX0" fmla="*/ 41748 w 1180329"/>
                    <a:gd name="connsiteY0" fmla="*/ 0 h 545080"/>
                    <a:gd name="connsiteX1" fmla="*/ 230049 w 1180329"/>
                    <a:gd name="connsiteY1" fmla="*/ 545059 h 545080"/>
                    <a:gd name="connsiteX2" fmla="*/ 1180329 w 1180329"/>
                    <a:gd name="connsiteY2" fmla="*/ 446242 h 545080"/>
                    <a:gd name="connsiteX0" fmla="*/ 232937 w 1070112"/>
                    <a:gd name="connsiteY0" fmla="*/ 0 h 1077954"/>
                    <a:gd name="connsiteX1" fmla="*/ 421238 w 1070112"/>
                    <a:gd name="connsiteY1" fmla="*/ 545059 h 1077954"/>
                    <a:gd name="connsiteX2" fmla="*/ 1070112 w 1070112"/>
                    <a:gd name="connsiteY2" fmla="*/ 1077516 h 1077954"/>
                    <a:gd name="connsiteX0" fmla="*/ 0 w 837175"/>
                    <a:gd name="connsiteY0" fmla="*/ 0 h 1077517"/>
                    <a:gd name="connsiteX1" fmla="*/ 188301 w 837175"/>
                    <a:gd name="connsiteY1" fmla="*/ 545059 h 1077517"/>
                    <a:gd name="connsiteX2" fmla="*/ 837175 w 837175"/>
                    <a:gd name="connsiteY2" fmla="*/ 1077516 h 1077517"/>
                    <a:gd name="connsiteX0" fmla="*/ 0 w 837175"/>
                    <a:gd name="connsiteY0" fmla="*/ 0 h 1077515"/>
                    <a:gd name="connsiteX1" fmla="*/ 188301 w 837175"/>
                    <a:gd name="connsiteY1" fmla="*/ 545059 h 1077515"/>
                    <a:gd name="connsiteX2" fmla="*/ 837175 w 837175"/>
                    <a:gd name="connsiteY2" fmla="*/ 1077516 h 1077515"/>
                    <a:gd name="connsiteX0" fmla="*/ 0 w 782704"/>
                    <a:gd name="connsiteY0" fmla="*/ 0 h 1145500"/>
                    <a:gd name="connsiteX1" fmla="*/ 133830 w 782704"/>
                    <a:gd name="connsiteY1" fmla="*/ 613042 h 1145500"/>
                    <a:gd name="connsiteX2" fmla="*/ 782704 w 782704"/>
                    <a:gd name="connsiteY2" fmla="*/ 1145499 h 1145500"/>
                    <a:gd name="connsiteX0" fmla="*/ 31539 w 814243"/>
                    <a:gd name="connsiteY0" fmla="*/ 0 h 1145498"/>
                    <a:gd name="connsiteX1" fmla="*/ 165369 w 814243"/>
                    <a:gd name="connsiteY1" fmla="*/ 613042 h 1145498"/>
                    <a:gd name="connsiteX2" fmla="*/ 814243 w 814243"/>
                    <a:gd name="connsiteY2" fmla="*/ 1145499 h 1145498"/>
                    <a:gd name="connsiteX0" fmla="*/ 31539 w 389370"/>
                    <a:gd name="connsiteY0" fmla="*/ 0 h 1232907"/>
                    <a:gd name="connsiteX1" fmla="*/ 165369 w 389370"/>
                    <a:gd name="connsiteY1" fmla="*/ 613042 h 1232907"/>
                    <a:gd name="connsiteX2" fmla="*/ 389370 w 389370"/>
                    <a:gd name="connsiteY2" fmla="*/ 1232907 h 1232907"/>
                    <a:gd name="connsiteX0" fmla="*/ 23934 w 381765"/>
                    <a:gd name="connsiteY0" fmla="*/ 0 h 1232907"/>
                    <a:gd name="connsiteX1" fmla="*/ 157764 w 381765"/>
                    <a:gd name="connsiteY1" fmla="*/ 613042 h 1232907"/>
                    <a:gd name="connsiteX2" fmla="*/ 381765 w 381765"/>
                    <a:gd name="connsiteY2" fmla="*/ 1232907 h 1232907"/>
                    <a:gd name="connsiteX0" fmla="*/ 23934 w 381765"/>
                    <a:gd name="connsiteY0" fmla="*/ 0 h 1232907"/>
                    <a:gd name="connsiteX1" fmla="*/ 157764 w 381765"/>
                    <a:gd name="connsiteY1" fmla="*/ 613042 h 1232907"/>
                    <a:gd name="connsiteX2" fmla="*/ 381765 w 381765"/>
                    <a:gd name="connsiteY2" fmla="*/ 1232907 h 1232907"/>
                    <a:gd name="connsiteX0" fmla="*/ 23934 w 157764"/>
                    <a:gd name="connsiteY0" fmla="*/ 0 h 613042"/>
                    <a:gd name="connsiteX1" fmla="*/ 157764 w 157764"/>
                    <a:gd name="connsiteY1" fmla="*/ 613042 h 613042"/>
                    <a:gd name="connsiteX0" fmla="*/ 0 w 246403"/>
                    <a:gd name="connsiteY0" fmla="*/ 0 h 1108350"/>
                    <a:gd name="connsiteX1" fmla="*/ 246403 w 246403"/>
                    <a:gd name="connsiteY1" fmla="*/ 1108350 h 1108350"/>
                    <a:gd name="connsiteX0" fmla="*/ 0 w 246403"/>
                    <a:gd name="connsiteY0" fmla="*/ 0 h 1108350"/>
                    <a:gd name="connsiteX1" fmla="*/ 246403 w 246403"/>
                    <a:gd name="connsiteY1" fmla="*/ 1108350 h 1108350"/>
                    <a:gd name="connsiteX0" fmla="*/ 0 w 268191"/>
                    <a:gd name="connsiteY0" fmla="*/ 0 h 1224893"/>
                    <a:gd name="connsiteX1" fmla="*/ 268191 w 268191"/>
                    <a:gd name="connsiteY1" fmla="*/ 1224893 h 1224893"/>
                    <a:gd name="connsiteX0" fmla="*/ 0 w 268191"/>
                    <a:gd name="connsiteY0" fmla="*/ 0 h 1224893"/>
                    <a:gd name="connsiteX1" fmla="*/ 268191 w 268191"/>
                    <a:gd name="connsiteY1" fmla="*/ 1224893 h 1224893"/>
                    <a:gd name="connsiteX0" fmla="*/ 0 w 300874"/>
                    <a:gd name="connsiteY0" fmla="*/ 0 h 1700777"/>
                    <a:gd name="connsiteX1" fmla="*/ 300874 w 300874"/>
                    <a:gd name="connsiteY1" fmla="*/ 1700777 h 1700777"/>
                    <a:gd name="connsiteX0" fmla="*/ 0 w 319031"/>
                    <a:gd name="connsiteY0" fmla="*/ 0 h 1749337"/>
                    <a:gd name="connsiteX1" fmla="*/ 319031 w 319031"/>
                    <a:gd name="connsiteY1" fmla="*/ 1749337 h 1749337"/>
                    <a:gd name="connsiteX0" fmla="*/ 0 w 319031"/>
                    <a:gd name="connsiteY0" fmla="*/ 0 h 1749337"/>
                    <a:gd name="connsiteX1" fmla="*/ 319031 w 319031"/>
                    <a:gd name="connsiteY1" fmla="*/ 1749337 h 1749337"/>
                    <a:gd name="connsiteX0" fmla="*/ 0 w 366239"/>
                    <a:gd name="connsiteY0" fmla="*/ 0 h 1875592"/>
                    <a:gd name="connsiteX1" fmla="*/ 366239 w 366239"/>
                    <a:gd name="connsiteY1" fmla="*/ 1875592 h 1875592"/>
                    <a:gd name="connsiteX0" fmla="*/ 0 w 408364"/>
                    <a:gd name="connsiteY0" fmla="*/ 0 h 1679236"/>
                    <a:gd name="connsiteX1" fmla="*/ 408364 w 408364"/>
                    <a:gd name="connsiteY1" fmla="*/ 1679236 h 1679236"/>
                    <a:gd name="connsiteX0" fmla="*/ 0 w 408364"/>
                    <a:gd name="connsiteY0" fmla="*/ 0 h 1776726"/>
                    <a:gd name="connsiteX1" fmla="*/ 408364 w 408364"/>
                    <a:gd name="connsiteY1" fmla="*/ 1679236 h 1776726"/>
                    <a:gd name="connsiteX0" fmla="*/ 0 w 459850"/>
                    <a:gd name="connsiteY0" fmla="*/ 0 h 1681277"/>
                    <a:gd name="connsiteX1" fmla="*/ 459850 w 459850"/>
                    <a:gd name="connsiteY1" fmla="*/ 1577131 h 1681277"/>
                    <a:gd name="connsiteX0" fmla="*/ 0 w 459850"/>
                    <a:gd name="connsiteY0" fmla="*/ 0 h 1917866"/>
                    <a:gd name="connsiteX1" fmla="*/ 459850 w 459850"/>
                    <a:gd name="connsiteY1" fmla="*/ 1577131 h 1917866"/>
                    <a:gd name="connsiteX0" fmla="*/ 0 w 773449"/>
                    <a:gd name="connsiteY0" fmla="*/ 0 h 1590845"/>
                    <a:gd name="connsiteX1" fmla="*/ 773449 w 773449"/>
                    <a:gd name="connsiteY1" fmla="*/ 1192274 h 1590845"/>
                    <a:gd name="connsiteX0" fmla="*/ 0 w 773449"/>
                    <a:gd name="connsiteY0" fmla="*/ 0 h 1582461"/>
                    <a:gd name="connsiteX1" fmla="*/ 773449 w 773449"/>
                    <a:gd name="connsiteY1" fmla="*/ 1192274 h 1582461"/>
                    <a:gd name="connsiteX0" fmla="*/ 0 w 810894"/>
                    <a:gd name="connsiteY0" fmla="*/ 0 h 1802302"/>
                    <a:gd name="connsiteX1" fmla="*/ 810894 w 810894"/>
                    <a:gd name="connsiteY1" fmla="*/ 1451463 h 1802302"/>
                    <a:gd name="connsiteX0" fmla="*/ 0 w 1166618"/>
                    <a:gd name="connsiteY0" fmla="*/ 0 h 2176080"/>
                    <a:gd name="connsiteX1" fmla="*/ 1166618 w 1166618"/>
                    <a:gd name="connsiteY1" fmla="*/ 1875591 h 2176080"/>
                    <a:gd name="connsiteX0" fmla="*/ 0 w 1166618"/>
                    <a:gd name="connsiteY0" fmla="*/ 0 h 2368755"/>
                    <a:gd name="connsiteX1" fmla="*/ 1166618 w 1166618"/>
                    <a:gd name="connsiteY1" fmla="*/ 1875591 h 2368755"/>
                    <a:gd name="connsiteX0" fmla="*/ 0 w 1016839"/>
                    <a:gd name="connsiteY0" fmla="*/ 0 h 2736089"/>
                    <a:gd name="connsiteX1" fmla="*/ 1016839 w 1016839"/>
                    <a:gd name="connsiteY1" fmla="*/ 2291865 h 2736089"/>
                    <a:gd name="connsiteX0" fmla="*/ 0 w 998117"/>
                    <a:gd name="connsiteY0" fmla="*/ 0 h 2540793"/>
                    <a:gd name="connsiteX1" fmla="*/ 998117 w 998117"/>
                    <a:gd name="connsiteY1" fmla="*/ 2071947 h 2540793"/>
                    <a:gd name="connsiteX0" fmla="*/ 0 w 932589"/>
                    <a:gd name="connsiteY0" fmla="*/ 0 h 2375590"/>
                    <a:gd name="connsiteX1" fmla="*/ 932589 w 932589"/>
                    <a:gd name="connsiteY1" fmla="*/ 1883446 h 2375590"/>
                    <a:gd name="connsiteX0" fmla="*/ 0 w 932589"/>
                    <a:gd name="connsiteY0" fmla="*/ 0 h 2253150"/>
                    <a:gd name="connsiteX1" fmla="*/ 932589 w 932589"/>
                    <a:gd name="connsiteY1" fmla="*/ 1883446 h 2253150"/>
                    <a:gd name="connsiteX0" fmla="*/ 0 w 890464"/>
                    <a:gd name="connsiteY0" fmla="*/ 0 h 2046209"/>
                    <a:gd name="connsiteX1" fmla="*/ 890464 w 890464"/>
                    <a:gd name="connsiteY1" fmla="*/ 1647819 h 2046209"/>
                    <a:gd name="connsiteX0" fmla="*/ 0 w 867061"/>
                    <a:gd name="connsiteY0" fmla="*/ 0 h 2066714"/>
                    <a:gd name="connsiteX1" fmla="*/ 867061 w 867061"/>
                    <a:gd name="connsiteY1" fmla="*/ 1671382 h 2066714"/>
                    <a:gd name="connsiteX0" fmla="*/ 0 w 670476"/>
                    <a:gd name="connsiteY0" fmla="*/ 0 h 2156069"/>
                    <a:gd name="connsiteX1" fmla="*/ 670476 w 670476"/>
                    <a:gd name="connsiteY1" fmla="*/ 1773487 h 2156069"/>
                    <a:gd name="connsiteX0" fmla="*/ 0 w 670476"/>
                    <a:gd name="connsiteY0" fmla="*/ 0 h 2284900"/>
                    <a:gd name="connsiteX1" fmla="*/ 670476 w 670476"/>
                    <a:gd name="connsiteY1" fmla="*/ 1773487 h 2284900"/>
                    <a:gd name="connsiteX0" fmla="*/ 0 w 713682"/>
                    <a:gd name="connsiteY0" fmla="*/ 0 h 2204099"/>
                    <a:gd name="connsiteX1" fmla="*/ 713682 w 713682"/>
                    <a:gd name="connsiteY1" fmla="*/ 1671986 h 2204099"/>
                    <a:gd name="connsiteX0" fmla="*/ 0 w 1698765"/>
                    <a:gd name="connsiteY0" fmla="*/ 0 h 3731810"/>
                    <a:gd name="connsiteX1" fmla="*/ 1698765 w 1698765"/>
                    <a:gd name="connsiteY1" fmla="*/ 3426497 h 3731810"/>
                    <a:gd name="connsiteX0" fmla="*/ 0 w 1698765"/>
                    <a:gd name="connsiteY0" fmla="*/ 0 h 4018958"/>
                    <a:gd name="connsiteX1" fmla="*/ 1698765 w 1698765"/>
                    <a:gd name="connsiteY1" fmla="*/ 3426497 h 4018958"/>
                    <a:gd name="connsiteX0" fmla="*/ 0 w 1698765"/>
                    <a:gd name="connsiteY0" fmla="*/ 0 h 4016015"/>
                    <a:gd name="connsiteX1" fmla="*/ 1698765 w 1698765"/>
                    <a:gd name="connsiteY1" fmla="*/ 3426497 h 40160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698765" h="4016015">
                      <a:moveTo>
                        <a:pt x="0" y="0"/>
                      </a:moveTo>
                      <a:cubicBezTo>
                        <a:pt x="309867" y="1788174"/>
                        <a:pt x="1233467" y="5441539"/>
                        <a:pt x="1698765" y="3426497"/>
                      </a:cubicBezTo>
                    </a:path>
                  </a:pathLst>
                </a:custGeom>
                <a:noFill/>
                <a:ln w="38100">
                  <a:solidFill>
                    <a:srgbClr val="E44860"/>
                  </a:solidFill>
                  <a:tailEnd type="triangle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5D85092A-AA23-58BF-CA06-5E93F295D907}"/>
                      </a:ext>
                    </a:extLst>
                  </p:cNvPr>
                  <p:cNvSpPr txBox="1"/>
                  <p:nvPr/>
                </p:nvSpPr>
                <p:spPr>
                  <a:xfrm>
                    <a:off x="7969142" y="3771598"/>
                    <a:ext cx="53893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kumimoji="1" lang="zh-CN" altLang="en-US"/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5D85092A-AA23-58BF-CA06-5E93F295D9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9142" y="3771598"/>
                    <a:ext cx="53893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A660ECD4-04DC-ACE1-592A-4FA3A967905A}"/>
                      </a:ext>
                    </a:extLst>
                  </p:cNvPr>
                  <p:cNvSpPr txBox="1"/>
                  <p:nvPr/>
                </p:nvSpPr>
                <p:spPr>
                  <a:xfrm>
                    <a:off x="8736345" y="3787429"/>
                    <a:ext cx="7152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−0.5</m:t>
                          </m:r>
                        </m:oMath>
                      </m:oMathPara>
                    </a14:m>
                    <a:endParaRPr kumimoji="1" lang="zh-CN" altLang="en-US"/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A660ECD4-04DC-ACE1-592A-4FA3A96790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36345" y="3787429"/>
                    <a:ext cx="71526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8322293E-8C5B-58B5-CD6C-47B7DB74186A}"/>
                      </a:ext>
                    </a:extLst>
                  </p:cNvPr>
                  <p:cNvSpPr txBox="1"/>
                  <p:nvPr/>
                </p:nvSpPr>
                <p:spPr>
                  <a:xfrm>
                    <a:off x="9989425" y="377159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kumimoji="1" lang="zh-CN" altLang="en-US"/>
                  </a:p>
                </p:txBody>
              </p:sp>
            </mc:Choice>
            <mc:Fallback xmlns="">
              <p:sp>
                <p:nvSpPr>
                  <p:cNvPr id="43" name="文本框 42">
                    <a:extLst>
                      <a:ext uri="{FF2B5EF4-FFF2-40B4-BE49-F238E27FC236}">
                        <a16:creationId xmlns:a16="http://schemas.microsoft.com/office/drawing/2014/main" id="{8322293E-8C5B-58B5-CD6C-47B7DB7418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89425" y="3771598"/>
                    <a:ext cx="36580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2E39CA3C-1DE5-7490-FE1E-57F1B282B545}"/>
                      </a:ext>
                    </a:extLst>
                  </p:cNvPr>
                  <p:cNvSpPr txBox="1"/>
                  <p:nvPr/>
                </p:nvSpPr>
                <p:spPr>
                  <a:xfrm>
                    <a:off x="10755422" y="3771598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oMath>
                      </m:oMathPara>
                    </a14:m>
                    <a:endParaRPr kumimoji="1" lang="zh-CN" altLang="en-US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2E39CA3C-1DE5-7490-FE1E-57F1B282B5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55422" y="3771598"/>
                    <a:ext cx="54213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3A249090-2AEC-C994-C5FC-75D4D6A3D26B}"/>
                      </a:ext>
                    </a:extLst>
                  </p:cNvPr>
                  <p:cNvSpPr txBox="1"/>
                  <p:nvPr/>
                </p:nvSpPr>
                <p:spPr>
                  <a:xfrm>
                    <a:off x="6890701" y="3771598"/>
                    <a:ext cx="7152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−0.5</m:t>
                          </m:r>
                        </m:oMath>
                      </m:oMathPara>
                    </a14:m>
                    <a:endParaRPr kumimoji="1" lang="zh-CN" altLang="en-US"/>
                  </a:p>
                </p:txBody>
              </p:sp>
            </mc:Choice>
            <mc:Fallback xmlns=""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3A249090-2AEC-C994-C5FC-75D4D6A3D2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90701" y="3771598"/>
                    <a:ext cx="71526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602008DD-FF9D-6519-CED0-A8A42548EB0C}"/>
                      </a:ext>
                    </a:extLst>
                  </p:cNvPr>
                  <p:cNvSpPr txBox="1"/>
                  <p:nvPr/>
                </p:nvSpPr>
                <p:spPr>
                  <a:xfrm>
                    <a:off x="7835575" y="3306159"/>
                    <a:ext cx="49404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602008DD-FF9D-6519-CED0-A8A42548EB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35575" y="3306159"/>
                    <a:ext cx="494046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AB69D288-9200-75DF-C81E-7B5746DE56DF}"/>
                      </a:ext>
                    </a:extLst>
                  </p:cNvPr>
                  <p:cNvSpPr txBox="1"/>
                  <p:nvPr/>
                </p:nvSpPr>
                <p:spPr>
                  <a:xfrm>
                    <a:off x="7942343" y="3077193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AB69D288-9200-75DF-C81E-7B5746DE56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42343" y="3077193"/>
                    <a:ext cx="365806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D82CCAE6-4251-A402-4358-57CB91C0E234}"/>
                      </a:ext>
                    </a:extLst>
                  </p:cNvPr>
                  <p:cNvSpPr txBox="1"/>
                  <p:nvPr/>
                </p:nvSpPr>
                <p:spPr>
                  <a:xfrm>
                    <a:off x="7934192" y="2892527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3.3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D82CCAE6-4251-A402-4358-57CB91C0E2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4192" y="2892527"/>
                    <a:ext cx="542136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2D9C2EFD-A83C-F747-2A0E-201ED25FCEE0}"/>
                      </a:ext>
                    </a:extLst>
                  </p:cNvPr>
                  <p:cNvSpPr txBox="1"/>
                  <p:nvPr/>
                </p:nvSpPr>
                <p:spPr>
                  <a:xfrm>
                    <a:off x="7934192" y="2671561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2.5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2D9C2EFD-A83C-F747-2A0E-201ED25FCE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34192" y="2671561"/>
                    <a:ext cx="542136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F5530565-9C27-D390-D52A-4C93720F9CA9}"/>
                      </a:ext>
                    </a:extLst>
                  </p:cNvPr>
                  <p:cNvSpPr txBox="1"/>
                  <p:nvPr/>
                </p:nvSpPr>
                <p:spPr>
                  <a:xfrm>
                    <a:off x="7968784" y="2451947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文本框 53">
                    <a:extLst>
                      <a:ext uri="{FF2B5EF4-FFF2-40B4-BE49-F238E27FC236}">
                        <a16:creationId xmlns:a16="http://schemas.microsoft.com/office/drawing/2014/main" id="{F5530565-9C27-D390-D52A-4C93720F9C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8784" y="2451947"/>
                    <a:ext cx="365806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D021D0E2-9BCF-3045-824A-7653B09E9696}"/>
                      </a:ext>
                    </a:extLst>
                  </p:cNvPr>
                  <p:cNvSpPr txBox="1"/>
                  <p:nvPr/>
                </p:nvSpPr>
                <p:spPr>
                  <a:xfrm>
                    <a:off x="7848202" y="2114307"/>
                    <a:ext cx="6703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1.67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D021D0E2-9BCF-3045-824A-7653B09E96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8202" y="2114307"/>
                    <a:ext cx="670376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B80B8497-8550-9F46-EFC3-D73053DAF5E0}"/>
                      </a:ext>
                    </a:extLst>
                  </p:cNvPr>
                  <p:cNvSpPr txBox="1"/>
                  <p:nvPr/>
                </p:nvSpPr>
                <p:spPr>
                  <a:xfrm>
                    <a:off x="8082598" y="1782052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1.4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B80B8497-8550-9F46-EFC3-D73053DAF5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82598" y="1782052"/>
                    <a:ext cx="542136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6DA7F196-DCE3-76BA-F8E6-895074DB1E62}"/>
                      </a:ext>
                    </a:extLst>
                  </p:cNvPr>
                  <p:cNvSpPr txBox="1"/>
                  <p:nvPr/>
                </p:nvSpPr>
                <p:spPr>
                  <a:xfrm>
                    <a:off x="8310730" y="1573029"/>
                    <a:ext cx="6703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1.25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6DA7F196-DCE3-76BA-F8E6-895074DB1E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0730" y="1573029"/>
                    <a:ext cx="670376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D1973F8B-333F-6E7F-42F8-852CF464AB63}"/>
                      </a:ext>
                    </a:extLst>
                  </p:cNvPr>
                  <p:cNvSpPr txBox="1"/>
                  <p:nvPr/>
                </p:nvSpPr>
                <p:spPr>
                  <a:xfrm>
                    <a:off x="8658162" y="1302986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1.1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D1973F8B-333F-6E7F-42F8-852CF464AB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58162" y="1302986"/>
                    <a:ext cx="542136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6822C864-145E-3243-B7AA-5A94CBF05B52}"/>
                      </a:ext>
                    </a:extLst>
                  </p:cNvPr>
                  <p:cNvSpPr txBox="1"/>
                  <p:nvPr/>
                </p:nvSpPr>
                <p:spPr>
                  <a:xfrm>
                    <a:off x="8972105" y="1014594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6822C864-145E-3243-B7AA-5A94CBF05B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72105" y="1014594"/>
                    <a:ext cx="365806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51582903-2238-9125-29B9-6F6FEC59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9119463" y="1302986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0.9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51582903-2238-9125-29B9-6F6FEC595D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19463" y="1302986"/>
                    <a:ext cx="542136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DD33EADE-6388-1F04-0FE2-A53152E40675}"/>
                      </a:ext>
                    </a:extLst>
                  </p:cNvPr>
                  <p:cNvSpPr txBox="1"/>
                  <p:nvPr/>
                </p:nvSpPr>
                <p:spPr>
                  <a:xfrm>
                    <a:off x="9409864" y="1550647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0.8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DD33EADE-6388-1F04-0FE2-A53152E406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09864" y="1550647"/>
                    <a:ext cx="542136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9DAC568F-E6C4-6DEC-793E-A9DA77CB8C5C}"/>
                      </a:ext>
                    </a:extLst>
                  </p:cNvPr>
                  <p:cNvSpPr txBox="1"/>
                  <p:nvPr/>
                </p:nvSpPr>
                <p:spPr>
                  <a:xfrm>
                    <a:off x="9571040" y="1977641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0.7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9DAC568F-E6C4-6DEC-793E-A9DA77CB8C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71040" y="1977641"/>
                    <a:ext cx="542136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E7C697B4-D5D8-7D05-B323-BF0F9FC23D3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905" y="2302193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0.6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E7C697B4-D5D8-7D05-B323-BF0F9FC23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04905" y="2302193"/>
                    <a:ext cx="542136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1A849D09-8940-EFA5-E56A-524A2D4C805C}"/>
                      </a:ext>
                    </a:extLst>
                  </p:cNvPr>
                  <p:cNvSpPr txBox="1"/>
                  <p:nvPr/>
                </p:nvSpPr>
                <p:spPr>
                  <a:xfrm>
                    <a:off x="9631741" y="2615652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1A849D09-8940-EFA5-E56A-524A2D4C80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31741" y="2615652"/>
                    <a:ext cx="542136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4BA47BBC-838A-5D71-ED73-690D07AF8387}"/>
                      </a:ext>
                    </a:extLst>
                  </p:cNvPr>
                  <p:cNvSpPr txBox="1"/>
                  <p:nvPr/>
                </p:nvSpPr>
                <p:spPr>
                  <a:xfrm>
                    <a:off x="9622196" y="2830957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0.4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4BA47BBC-838A-5D71-ED73-690D07AF83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22196" y="2830957"/>
                    <a:ext cx="542136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BC599E54-CA73-6428-DE0F-AF36D9B38C73}"/>
                      </a:ext>
                    </a:extLst>
                  </p:cNvPr>
                  <p:cNvSpPr txBox="1"/>
                  <p:nvPr/>
                </p:nvSpPr>
                <p:spPr>
                  <a:xfrm>
                    <a:off x="9665730" y="3053739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0.3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BC599E54-CA73-6428-DE0F-AF36D9B38C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65730" y="3053739"/>
                    <a:ext cx="542136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820CE189-8865-1273-6D44-5CFC951C8DD3}"/>
                      </a:ext>
                    </a:extLst>
                  </p:cNvPr>
                  <p:cNvSpPr txBox="1"/>
                  <p:nvPr/>
                </p:nvSpPr>
                <p:spPr>
                  <a:xfrm>
                    <a:off x="9669345" y="3238617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0.2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820CE189-8865-1273-6D44-5CFC951C8D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69345" y="3238617"/>
                    <a:ext cx="542136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0D6CB758-371C-399C-8FEF-F26B173CABEA}"/>
                      </a:ext>
                    </a:extLst>
                  </p:cNvPr>
                  <p:cNvSpPr txBox="1"/>
                  <p:nvPr/>
                </p:nvSpPr>
                <p:spPr>
                  <a:xfrm>
                    <a:off x="10002211" y="3471237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</m:oMath>
                      </m:oMathPara>
                    </a14:m>
                    <a:endParaRPr kumimoji="1" lang="zh-CN" altLang="en-US">
                      <a:solidFill>
                        <a:srgbClr val="E448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0D6CB758-371C-399C-8FEF-F26B173CAB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02211" y="3471237"/>
                    <a:ext cx="542136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C924F5E4-3E79-A83C-5795-64CA73E90CD3}"/>
                </a:ext>
              </a:extLst>
            </p:cNvPr>
            <p:cNvGrpSpPr/>
            <p:nvPr/>
          </p:nvGrpSpPr>
          <p:grpSpPr>
            <a:xfrm>
              <a:off x="6163793" y="1269494"/>
              <a:ext cx="5625625" cy="5390018"/>
              <a:chOff x="6163793" y="1269494"/>
              <a:chExt cx="5625625" cy="5390018"/>
            </a:xfrm>
          </p:grpSpPr>
          <p:cxnSp>
            <p:nvCxnSpPr>
              <p:cNvPr id="83" name="虚轴">
                <a:extLst>
                  <a:ext uri="{FF2B5EF4-FFF2-40B4-BE49-F238E27FC236}">
                    <a16:creationId xmlns:a16="http://schemas.microsoft.com/office/drawing/2014/main" id="{BBA24E78-4AFB-69E6-5BE3-4C827F6D88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2794" y="4381153"/>
                <a:ext cx="561662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虚轴">
                <a:extLst>
                  <a:ext uri="{FF2B5EF4-FFF2-40B4-BE49-F238E27FC236}">
                    <a16:creationId xmlns:a16="http://schemas.microsoft.com/office/drawing/2014/main" id="{11B7CF03-FD25-67D7-E8EB-68002DCD06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2794" y="4903862"/>
                <a:ext cx="561662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虚轴">
                <a:extLst>
                  <a:ext uri="{FF2B5EF4-FFF2-40B4-BE49-F238E27FC236}">
                    <a16:creationId xmlns:a16="http://schemas.microsoft.com/office/drawing/2014/main" id="{DDFE2FDC-E667-B122-E8D7-D52D051410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2794" y="5426571"/>
                <a:ext cx="561662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虚轴">
                <a:extLst>
                  <a:ext uri="{FF2B5EF4-FFF2-40B4-BE49-F238E27FC236}">
                    <a16:creationId xmlns:a16="http://schemas.microsoft.com/office/drawing/2014/main" id="{1E84D0D7-5FF1-7587-7CA4-AE342AD7CA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72794" y="5949280"/>
                <a:ext cx="561662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虚轴">
                <a:extLst>
                  <a:ext uri="{FF2B5EF4-FFF2-40B4-BE49-F238E27FC236}">
                    <a16:creationId xmlns:a16="http://schemas.microsoft.com/office/drawing/2014/main" id="{08B22A5E-7BA7-BC8E-BA3B-A3FFEE2B3D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3793" y="1716857"/>
                <a:ext cx="561662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虚轴">
                <a:extLst>
                  <a:ext uri="{FF2B5EF4-FFF2-40B4-BE49-F238E27FC236}">
                    <a16:creationId xmlns:a16="http://schemas.microsoft.com/office/drawing/2014/main" id="{D82AB518-2AD8-8BFC-D12F-51383F2364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3793" y="2239566"/>
                <a:ext cx="561662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虚轴">
                <a:extLst>
                  <a:ext uri="{FF2B5EF4-FFF2-40B4-BE49-F238E27FC236}">
                    <a16:creationId xmlns:a16="http://schemas.microsoft.com/office/drawing/2014/main" id="{79514AD1-49BC-32F2-6473-693C220E55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3793" y="2762275"/>
                <a:ext cx="561662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虚轴">
                <a:extLst>
                  <a:ext uri="{FF2B5EF4-FFF2-40B4-BE49-F238E27FC236}">
                    <a16:creationId xmlns:a16="http://schemas.microsoft.com/office/drawing/2014/main" id="{F6BC07AA-EAC2-5B7E-FAE8-208AD4F43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3793" y="3284984"/>
                <a:ext cx="561662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虚轴">
                <a:extLst>
                  <a:ext uri="{FF2B5EF4-FFF2-40B4-BE49-F238E27FC236}">
                    <a16:creationId xmlns:a16="http://schemas.microsoft.com/office/drawing/2014/main" id="{79EE6978-1B2F-0470-78D2-6F9AAAE093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5446" y="1269494"/>
                <a:ext cx="0" cy="5356526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虚轴">
                <a:extLst>
                  <a:ext uri="{FF2B5EF4-FFF2-40B4-BE49-F238E27FC236}">
                    <a16:creationId xmlns:a16="http://schemas.microsoft.com/office/drawing/2014/main" id="{C20B9556-5698-7071-E74C-075E5AF5F7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26490" y="1286966"/>
                <a:ext cx="0" cy="5356526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虚轴">
                <a:extLst>
                  <a:ext uri="{FF2B5EF4-FFF2-40B4-BE49-F238E27FC236}">
                    <a16:creationId xmlns:a16="http://schemas.microsoft.com/office/drawing/2014/main" id="{06D4D48E-3F84-9D97-63F3-DE2BDB65F3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2000" y="1302986"/>
                <a:ext cx="0" cy="5356526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C5D8C33B-0737-6837-C250-29DCD9FF27E7}"/>
                      </a:ext>
                    </a:extLst>
                  </p:cNvPr>
                  <p:cNvSpPr txBox="1"/>
                  <p:nvPr/>
                </p:nvSpPr>
                <p:spPr>
                  <a:xfrm>
                    <a:off x="10370604" y="1637157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0.8</m:t>
                          </m:r>
                        </m:oMath>
                      </m:oMathPara>
                    </a14:m>
                    <a:endParaRPr kumimoji="1" lang="zh-CN" altLang="en-US" dirty="0">
                      <a:solidFill>
                        <a:schemeClr val="bg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3" name="文本框 102">
                    <a:extLst>
                      <a:ext uri="{FF2B5EF4-FFF2-40B4-BE49-F238E27FC236}">
                        <a16:creationId xmlns:a16="http://schemas.microsoft.com/office/drawing/2014/main" id="{C5D8C33B-0737-6837-C250-29DCD9FF27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70604" y="1637157"/>
                    <a:ext cx="542136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82BCA3A5-E4C2-084C-85CD-14973320CEBA}"/>
                      </a:ext>
                    </a:extLst>
                  </p:cNvPr>
                  <p:cNvSpPr txBox="1"/>
                  <p:nvPr/>
                </p:nvSpPr>
                <p:spPr>
                  <a:xfrm>
                    <a:off x="10361687" y="2204981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0.6</m:t>
                          </m:r>
                        </m:oMath>
                      </m:oMathPara>
                    </a14:m>
                    <a:endParaRPr kumimoji="1" lang="zh-CN" altLang="en-US" dirty="0">
                      <a:solidFill>
                        <a:schemeClr val="bg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4" name="文本框 103">
                    <a:extLst>
                      <a:ext uri="{FF2B5EF4-FFF2-40B4-BE49-F238E27FC236}">
                        <a16:creationId xmlns:a16="http://schemas.microsoft.com/office/drawing/2014/main" id="{82BCA3A5-E4C2-084C-85CD-14973320CE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61687" y="2204981"/>
                    <a:ext cx="542136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9261A89B-2483-123A-9D27-8B40E952AA30}"/>
                      </a:ext>
                    </a:extLst>
                  </p:cNvPr>
                  <p:cNvSpPr txBox="1"/>
                  <p:nvPr/>
                </p:nvSpPr>
                <p:spPr>
                  <a:xfrm>
                    <a:off x="10352190" y="2736752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0.4</m:t>
                          </m:r>
                        </m:oMath>
                      </m:oMathPara>
                    </a14:m>
                    <a:endParaRPr kumimoji="1" lang="zh-CN" altLang="en-US" dirty="0">
                      <a:solidFill>
                        <a:schemeClr val="bg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9261A89B-2483-123A-9D27-8B40E952AA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52190" y="2736752"/>
                    <a:ext cx="542136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A43DBA51-A440-D6DE-CC8A-5A59FF60BCCE}"/>
                      </a:ext>
                    </a:extLst>
                  </p:cNvPr>
                  <p:cNvSpPr txBox="1"/>
                  <p:nvPr/>
                </p:nvSpPr>
                <p:spPr>
                  <a:xfrm>
                    <a:off x="10354179" y="3245173"/>
                    <a:ext cx="542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0.2</m:t>
                          </m:r>
                        </m:oMath>
                      </m:oMathPara>
                    </a14:m>
                    <a:endParaRPr kumimoji="1" lang="zh-CN" altLang="en-US" dirty="0">
                      <a:solidFill>
                        <a:schemeClr val="bg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A43DBA51-A440-D6DE-CC8A-5A59FF60BC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54179" y="3245173"/>
                    <a:ext cx="542136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8DB579D5-6D54-D735-C5E8-92B1EF21FD94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1598" y="4349178"/>
                    <a:ext cx="7152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−0.2</m:t>
                          </m:r>
                        </m:oMath>
                      </m:oMathPara>
                    </a14:m>
                    <a:endParaRPr kumimoji="1" lang="zh-CN" altLang="en-US" dirty="0">
                      <a:solidFill>
                        <a:schemeClr val="bg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8DB579D5-6D54-D735-C5E8-92B1EF21FD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81598" y="4349178"/>
                    <a:ext cx="715260" cy="369332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08E8D757-4CD0-5182-101E-238F7211809D}"/>
                      </a:ext>
                    </a:extLst>
                  </p:cNvPr>
                  <p:cNvSpPr txBox="1"/>
                  <p:nvPr/>
                </p:nvSpPr>
                <p:spPr>
                  <a:xfrm>
                    <a:off x="10175291" y="4863138"/>
                    <a:ext cx="7152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−0.4</m:t>
                          </m:r>
                        </m:oMath>
                      </m:oMathPara>
                    </a14:m>
                    <a:endParaRPr kumimoji="1" lang="zh-CN" altLang="en-US" dirty="0">
                      <a:solidFill>
                        <a:schemeClr val="bg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08E8D757-4CD0-5182-101E-238F721180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75291" y="4863138"/>
                    <a:ext cx="715260" cy="369332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1B34C7EC-03E1-1A61-CE40-155B1EACDC1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4779" y="5404381"/>
                    <a:ext cx="7152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−0.6</m:t>
                          </m:r>
                        </m:oMath>
                      </m:oMathPara>
                    </a14:m>
                    <a:endParaRPr kumimoji="1" lang="zh-CN" altLang="en-US" dirty="0">
                      <a:solidFill>
                        <a:schemeClr val="bg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1B34C7EC-03E1-1A61-CE40-155B1EACDC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84779" y="5404381"/>
                    <a:ext cx="715260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24915CAB-1D2D-D108-CD32-29803AE720C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75291" y="5927089"/>
                    <a:ext cx="7152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−0.8</m:t>
                          </m:r>
                        </m:oMath>
                      </m:oMathPara>
                    </a14:m>
                    <a:endParaRPr kumimoji="1" lang="zh-CN" altLang="en-US" dirty="0">
                      <a:solidFill>
                        <a:schemeClr val="bg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24915CAB-1D2D-D108-CD32-29803AE720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75291" y="5927089"/>
                    <a:ext cx="715260" cy="369332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 useBgFill="1">
        <p:nvSpPr>
          <p:cNvPr id="75" name="遮罩">
            <a:extLst>
              <a:ext uri="{FF2B5EF4-FFF2-40B4-BE49-F238E27FC236}">
                <a16:creationId xmlns:a16="http://schemas.microsoft.com/office/drawing/2014/main" id="{60275158-C9DF-94F7-F754-DAEB519C3D81}"/>
              </a:ext>
            </a:extLst>
          </p:cNvPr>
          <p:cNvSpPr/>
          <p:nvPr/>
        </p:nvSpPr>
        <p:spPr>
          <a:xfrm>
            <a:off x="-1" y="0"/>
            <a:ext cx="12190414" cy="6858000"/>
          </a:xfrm>
          <a:custGeom>
            <a:avLst/>
            <a:gdLst>
              <a:gd name="connsiteX0" fmla="*/ 6527255 w 12190414"/>
              <a:gd name="connsiteY0" fmla="*/ 1033674 h 6858000"/>
              <a:gd name="connsiteX1" fmla="*/ 6527255 w 12190414"/>
              <a:gd name="connsiteY1" fmla="*/ 6643492 h 6858000"/>
              <a:gd name="connsiteX2" fmla="*/ 11783838 w 12190414"/>
              <a:gd name="connsiteY2" fmla="*/ 6643492 h 6858000"/>
              <a:gd name="connsiteX3" fmla="*/ 11783838 w 12190414"/>
              <a:gd name="connsiteY3" fmla="*/ 1033674 h 6858000"/>
              <a:gd name="connsiteX4" fmla="*/ 1 w 12190414"/>
              <a:gd name="connsiteY4" fmla="*/ 214508 h 6858000"/>
              <a:gd name="connsiteX5" fmla="*/ 1 w 12190414"/>
              <a:gd name="connsiteY5" fmla="*/ 950437 h 6858000"/>
              <a:gd name="connsiteX6" fmla="*/ 5887138 w 12190414"/>
              <a:gd name="connsiteY6" fmla="*/ 950437 h 6858000"/>
              <a:gd name="connsiteX7" fmla="*/ 5887138 w 12190414"/>
              <a:gd name="connsiteY7" fmla="*/ 214508 h 6858000"/>
              <a:gd name="connsiteX8" fmla="*/ 0 w 12190414"/>
              <a:gd name="connsiteY8" fmla="*/ 0 h 6858000"/>
              <a:gd name="connsiteX9" fmla="*/ 12190414 w 12190414"/>
              <a:gd name="connsiteY9" fmla="*/ 0 h 6858000"/>
              <a:gd name="connsiteX10" fmla="*/ 12190414 w 12190414"/>
              <a:gd name="connsiteY10" fmla="*/ 6858000 h 6858000"/>
              <a:gd name="connsiteX11" fmla="*/ 0 w 12190414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0414" h="6858000">
                <a:moveTo>
                  <a:pt x="6527255" y="1033674"/>
                </a:moveTo>
                <a:lnTo>
                  <a:pt x="6527255" y="6643492"/>
                </a:lnTo>
                <a:lnTo>
                  <a:pt x="11783838" y="6643492"/>
                </a:lnTo>
                <a:lnTo>
                  <a:pt x="11783838" y="1033674"/>
                </a:lnTo>
                <a:close/>
                <a:moveTo>
                  <a:pt x="1" y="214508"/>
                </a:moveTo>
                <a:lnTo>
                  <a:pt x="1" y="950437"/>
                </a:lnTo>
                <a:lnTo>
                  <a:pt x="5887138" y="950437"/>
                </a:lnTo>
                <a:lnTo>
                  <a:pt x="5887138" y="214508"/>
                </a:lnTo>
                <a:close/>
                <a:moveTo>
                  <a:pt x="0" y="0"/>
                </a:moveTo>
                <a:lnTo>
                  <a:pt x="12190414" y="0"/>
                </a:lnTo>
                <a:lnTo>
                  <a:pt x="1219041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闭环频率特性曲线的绘制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4EDDAF5-D2B1-8792-E676-5FC09EF28F4B}"/>
                  </a:ext>
                </a:extLst>
              </p:cNvPr>
              <p:cNvSpPr txBox="1"/>
              <p:nvPr/>
            </p:nvSpPr>
            <p:spPr>
              <a:xfrm>
                <a:off x="364511" y="1939866"/>
                <a:ext cx="29718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kern="100">
                    <a:latin typeface="+mn-ea"/>
                    <a:cs typeface="Times New Roman (正文 CS 字体)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i="1" kern="100" smtClean="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𝐺</m:t>
                    </m:r>
                    <m:d>
                      <m:d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altLang="zh-CN" sz="2800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ω</m:t>
                        </m:r>
                      </m:e>
                    </m:d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=</m:t>
                    </m:r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𝑋</m:t>
                    </m:r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+</m:t>
                    </m:r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𝑗𝑌</m:t>
                    </m:r>
                  </m:oMath>
                </a14:m>
                <a:endParaRPr lang="zh-CN" altLang="zh-CN" sz="2800" kern="100">
                  <a:effectLst/>
                  <a:latin typeface="+mn-ea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4EDDAF5-D2B1-8792-E676-5FC09EF28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11" y="1939866"/>
                <a:ext cx="2971839" cy="523220"/>
              </a:xfrm>
              <a:prstGeom prst="rect">
                <a:avLst/>
              </a:prstGeom>
              <a:blipFill>
                <a:blip r:embed="rId35"/>
                <a:stretch>
                  <a:fillRect l="-4255" t="-11905" r="-127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62B0280C-BB82-A9AF-E2C5-9F6465A73332}"/>
                  </a:ext>
                </a:extLst>
              </p:cNvPr>
              <p:cNvSpPr txBox="1"/>
              <p:nvPr/>
            </p:nvSpPr>
            <p:spPr>
              <a:xfrm>
                <a:off x="118542" y="2463086"/>
                <a:ext cx="39276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		</m:t>
                      </m:r>
                      <m:r>
                        <m:rPr>
                          <m:sty m:val="p"/>
                        </m:rPr>
                        <a:rPr lang="zh-CN" altLang="zh-CN" sz="28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Φ</m:t>
                      </m:r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(</m:t>
                      </m:r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𝑗</m:t>
                      </m:r>
                      <m:r>
                        <m:rPr>
                          <m:sty m:val="p"/>
                        </m:rPr>
                        <a:rPr lang="en-US" altLang="zh-CN" sz="28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ω</m:t>
                      </m:r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) = </m:t>
                      </m:r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𝑀</m:t>
                      </m:r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ω</m:t>
                      </m:r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)</m:t>
                      </m:r>
                      <m:r>
                        <a:rPr lang="zh-CN" altLang="zh-CN" sz="28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∠</m:t>
                      </m:r>
                      <m:r>
                        <m:rPr>
                          <m:sty m:val="p"/>
                        </m:rPr>
                        <a:rPr lang="en-US" altLang="zh-CN" sz="28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α</m:t>
                      </m:r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ω</m:t>
                      </m:r>
                      <m:r>
                        <a:rPr lang="en-US" altLang="zh-CN" sz="28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)</m:t>
                      </m:r>
                    </m:oMath>
                  </m:oMathPara>
                </a14:m>
                <a:endParaRPr lang="zh-CN" altLang="zh-CN" sz="2800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62B0280C-BB82-A9AF-E2C5-9F6465A73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2463086"/>
                <a:ext cx="3927614" cy="523220"/>
              </a:xfrm>
              <a:prstGeom prst="rect">
                <a:avLst/>
              </a:prstGeom>
              <a:blipFill>
                <a:blip r:embed="rId36"/>
                <a:stretch>
                  <a:fillRect l="-645" r="-323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A974D77E-DEBC-55AB-873A-53C18052E917}"/>
                  </a:ext>
                </a:extLst>
              </p:cNvPr>
              <p:cNvSpPr txBox="1"/>
              <p:nvPr/>
            </p:nvSpPr>
            <p:spPr>
              <a:xfrm>
                <a:off x="30893" y="3076849"/>
                <a:ext cx="4188454" cy="773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		|</m:t>
                    </m:r>
                    <m:r>
                      <m:rPr>
                        <m:sty m:val="p"/>
                      </m:rPr>
                      <a:rPr lang="zh-CN" altLang="zh-CN" sz="2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Φ</m:t>
                    </m:r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| =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fPr>
                          <m:num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𝐺</m:t>
                            </m:r>
                          </m:num>
                          <m:den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1+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𝐺</m:t>
                            </m:r>
                          </m:den>
                        </m:f>
                      </m:e>
                    </m:d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 =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fPr>
                          <m:num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𝑋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𝑗𝑌</m:t>
                            </m:r>
                          </m:num>
                          <m:den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1+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𝑋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𝑗𝑌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800" kern="1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 (正文 CS 字体)"/>
                  </a:rPr>
                  <a:t> </a:t>
                </a:r>
                <a:endParaRPr lang="zh-CN" altLang="zh-CN" sz="2800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A974D77E-DEBC-55AB-873A-53C18052E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3" y="3076849"/>
                <a:ext cx="4188454" cy="773738"/>
              </a:xfrm>
              <a:prstGeom prst="rect">
                <a:avLst/>
              </a:prstGeom>
              <a:blipFill>
                <a:blip r:embed="rId37"/>
                <a:stretch>
                  <a:fillRect l="-2115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7461013-C03C-A282-06A9-A0935B328D8A}"/>
                  </a:ext>
                </a:extLst>
              </p:cNvPr>
              <p:cNvSpPr txBox="1"/>
              <p:nvPr/>
            </p:nvSpPr>
            <p:spPr>
              <a:xfrm>
                <a:off x="670844" y="3914787"/>
                <a:ext cx="3735061" cy="8941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		=</m:t>
                    </m:r>
                    <m:f>
                      <m:f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zh-CN" altLang="zh-CN" sz="2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2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zh-CN" altLang="zh-CN" sz="2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𝑋</m:t>
                                    </m:r>
                                    <m:r>
                                      <a:rPr lang="en-US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+1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2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𝑀</m:t>
                    </m:r>
                    <m:d>
                      <m:d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ω</m:t>
                        </m:r>
                      </m:e>
                    </m:d>
                  </m:oMath>
                </a14:m>
                <a:r>
                  <a:rPr lang="zh-CN" altLang="en-US" sz="2800" kern="1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 (正文 CS 字体)"/>
                  </a:rPr>
                  <a:t> </a:t>
                </a:r>
                <a:endParaRPr lang="zh-CN" altLang="zh-CN" sz="2800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7461013-C03C-A282-06A9-A0935B328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44" y="3914787"/>
                <a:ext cx="3735061" cy="894156"/>
              </a:xfrm>
              <a:prstGeom prst="rect">
                <a:avLst/>
              </a:prstGeom>
              <a:blipFill>
                <a:blip r:embed="rId38"/>
                <a:stretch>
                  <a:fillRect l="-23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0EADB2F-A757-A377-642E-A6743405BBE2}"/>
                  </a:ext>
                </a:extLst>
              </p:cNvPr>
              <p:cNvSpPr txBox="1"/>
              <p:nvPr/>
            </p:nvSpPr>
            <p:spPr>
              <a:xfrm>
                <a:off x="113759" y="5570111"/>
                <a:ext cx="5058290" cy="859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266700"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dPr>
                          <m:e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𝑋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2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zh-CN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2</m:t>
                        </m:r>
                      </m:sup>
                    </m:sSup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+</m:t>
                    </m:r>
                    <m:sSup>
                      <m:sSup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sSupPr>
                      <m:e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𝑌</m:t>
                        </m:r>
                      </m:e>
                      <m:sup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2</m:t>
                        </m:r>
                      </m:sup>
                    </m:sSup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sSup>
                      <m:sSup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 (正文 CS 字体)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lang="en-US" altLang="zh-CN" sz="28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zh-CN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 (正文 CS 字体)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altLang="zh-CN" sz="2800" i="1" kern="1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 (正文 CS 字体)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800" kern="10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 (正文 CS 字体)"/>
                  </a:rPr>
                  <a:t> </a:t>
                </a:r>
                <a:endParaRPr lang="zh-CN" altLang="zh-CN" sz="2800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0EADB2F-A757-A377-642E-A6743405B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59" y="5570111"/>
                <a:ext cx="5058290" cy="859979"/>
              </a:xfrm>
              <a:prstGeom prst="rect">
                <a:avLst/>
              </a:prstGeom>
              <a:blipFill>
                <a:blip r:embed="rId39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7FA110EA-0632-BE3D-FC4B-E0C3902658A7}"/>
                  </a:ext>
                </a:extLst>
              </p:cNvPr>
              <p:cNvSpPr txBox="1"/>
              <p:nvPr/>
            </p:nvSpPr>
            <p:spPr>
              <a:xfrm>
                <a:off x="176906" y="4894118"/>
                <a:ext cx="35170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266700" algn="just"/>
                <a:r>
                  <a:rPr lang="zh-CN" altLang="en-US" sz="2800" kern="100">
                    <a:effectLst/>
                    <a:latin typeface="+mn-ea"/>
                    <a:cs typeface="Times New Roman (正文 CS 字体)"/>
                  </a:rPr>
                  <a:t>整理得等</a:t>
                </a:r>
                <a14:m>
                  <m:oMath xmlns:m="http://schemas.openxmlformats.org/officeDocument/2006/math">
                    <m:r>
                      <a:rPr lang="en-US" altLang="zh-CN" sz="2800" i="1" kern="100" smtClean="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𝑀</m:t>
                    </m:r>
                  </m:oMath>
                </a14:m>
                <a:r>
                  <a:rPr lang="zh-CN" altLang="en-US" sz="2800" kern="100">
                    <a:effectLst/>
                    <a:latin typeface="+mn-ea"/>
                    <a:cs typeface="Times New Roman (正文 CS 字体)"/>
                  </a:rPr>
                  <a:t>圆方程</a:t>
                </a:r>
                <a:endParaRPr lang="zh-CN" altLang="zh-CN" sz="2800" kern="100">
                  <a:effectLst/>
                  <a:latin typeface="+mn-ea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7FA110EA-0632-BE3D-FC4B-E0C390265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06" y="4894118"/>
                <a:ext cx="3517029" cy="523220"/>
              </a:xfrm>
              <a:prstGeom prst="rect">
                <a:avLst/>
              </a:prstGeom>
              <a:blipFill>
                <a:blip r:embed="rId40"/>
                <a:stretch>
                  <a:fillRect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小标题1">
                <a:extLst>
                  <a:ext uri="{FF2B5EF4-FFF2-40B4-BE49-F238E27FC236}">
                    <a16:creationId xmlns:a16="http://schemas.microsoft.com/office/drawing/2014/main" id="{301B3A03-0C8D-8340-C601-FDD70306B058}"/>
                  </a:ext>
                </a:extLst>
              </p:cNvPr>
              <p:cNvSpPr/>
              <p:nvPr/>
            </p:nvSpPr>
            <p:spPr bwMode="auto">
              <a:xfrm>
                <a:off x="334962" y="1005076"/>
                <a:ext cx="6393610" cy="76774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等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圆：</a:t>
                </a:r>
                <a14:m>
                  <m:oMath xmlns:m="http://schemas.openxmlformats.org/officeDocument/2006/math">
                    <m:r>
                      <a:rPr lang="el-GR" altLang="zh-CN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𝚽</m:t>
                    </m:r>
                    <m:d>
                      <m:dPr>
                        <m:ctrlPr>
                          <a:rPr lang="el-GR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d>
                    <m:r>
                      <a:rPr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𝑶𝑨</m:t>
                        </m:r>
                      </m:num>
                      <m:den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𝑩𝑨</m:t>
                        </m:r>
                      </m:den>
                    </m:f>
                  </m:oMath>
                </a14:m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为常数的轨迹</a:t>
                </a:r>
              </a:p>
            </p:txBody>
          </p:sp>
        </mc:Choice>
        <mc:Fallback xmlns="">
          <p:sp>
            <p:nvSpPr>
              <p:cNvPr id="76" name="小标题1">
                <a:extLst>
                  <a:ext uri="{FF2B5EF4-FFF2-40B4-BE49-F238E27FC236}">
                    <a16:creationId xmlns:a16="http://schemas.microsoft.com/office/drawing/2014/main" id="{301B3A03-0C8D-8340-C601-FDD70306B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62" y="1005076"/>
                <a:ext cx="6393610" cy="767740"/>
              </a:xfrm>
              <a:prstGeom prst="roundRect">
                <a:avLst/>
              </a:prstGeom>
              <a:blipFill>
                <a:blip r:embed="rId41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191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幅相">
            <a:extLst>
              <a:ext uri="{FF2B5EF4-FFF2-40B4-BE49-F238E27FC236}">
                <a16:creationId xmlns:a16="http://schemas.microsoft.com/office/drawing/2014/main" id="{8AA8AA12-9FCF-9E50-9A5A-815E4D9944E6}"/>
              </a:ext>
            </a:extLst>
          </p:cNvPr>
          <p:cNvSpPr/>
          <p:nvPr/>
        </p:nvSpPr>
        <p:spPr>
          <a:xfrm flipV="1">
            <a:off x="7744479" y="3379141"/>
            <a:ext cx="2304659" cy="3246879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670476"/>
              <a:gd name="connsiteY0" fmla="*/ 0 h 2156069"/>
              <a:gd name="connsiteX1" fmla="*/ 670476 w 670476"/>
              <a:gd name="connsiteY1" fmla="*/ 1773487 h 2156069"/>
              <a:gd name="connsiteX0" fmla="*/ 0 w 670476"/>
              <a:gd name="connsiteY0" fmla="*/ 0 h 2284900"/>
              <a:gd name="connsiteX1" fmla="*/ 670476 w 670476"/>
              <a:gd name="connsiteY1" fmla="*/ 1773487 h 2284900"/>
              <a:gd name="connsiteX0" fmla="*/ 0 w 713682"/>
              <a:gd name="connsiteY0" fmla="*/ 0 h 2204099"/>
              <a:gd name="connsiteX1" fmla="*/ 713682 w 713682"/>
              <a:gd name="connsiteY1" fmla="*/ 1671986 h 2204099"/>
              <a:gd name="connsiteX0" fmla="*/ 0 w 1698765"/>
              <a:gd name="connsiteY0" fmla="*/ 0 h 3731810"/>
              <a:gd name="connsiteX1" fmla="*/ 1698765 w 1698765"/>
              <a:gd name="connsiteY1" fmla="*/ 3426497 h 3731810"/>
              <a:gd name="connsiteX0" fmla="*/ 0 w 1698765"/>
              <a:gd name="connsiteY0" fmla="*/ 0 h 4018958"/>
              <a:gd name="connsiteX1" fmla="*/ 1698765 w 1698765"/>
              <a:gd name="connsiteY1" fmla="*/ 3426497 h 4018958"/>
              <a:gd name="connsiteX0" fmla="*/ 0 w 1698765"/>
              <a:gd name="connsiteY0" fmla="*/ 0 h 4016015"/>
              <a:gd name="connsiteX1" fmla="*/ 1698765 w 1698765"/>
              <a:gd name="connsiteY1" fmla="*/ 3426497 h 4016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98765" h="4016015">
                <a:moveTo>
                  <a:pt x="0" y="0"/>
                </a:moveTo>
                <a:cubicBezTo>
                  <a:pt x="309867" y="1788174"/>
                  <a:pt x="1233467" y="5441539"/>
                  <a:pt x="1698765" y="3426497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E7996C3E-7886-F73F-BE12-C0A82A5E1AF0}"/>
              </a:ext>
            </a:extLst>
          </p:cNvPr>
          <p:cNvGrpSpPr/>
          <p:nvPr/>
        </p:nvGrpSpPr>
        <p:grpSpPr>
          <a:xfrm>
            <a:off x="3364888" y="-6455942"/>
            <a:ext cx="10538436" cy="20614305"/>
            <a:chOff x="3364888" y="-6455942"/>
            <a:chExt cx="10538436" cy="206143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F4F9C895-351B-5C52-42EB-E60944DDE33D}"/>
                    </a:ext>
                  </a:extLst>
                </p:cNvPr>
                <p:cNvSpPr txBox="1"/>
                <p:nvPr/>
              </p:nvSpPr>
              <p:spPr>
                <a:xfrm>
                  <a:off x="6159875" y="3407882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kumimoji="1" lang="en-US" altLang="zh-CN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kumimoji="1" lang="zh-CN" altLang="en-US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F4F9C895-351B-5C52-42EB-E60944DDE3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9875" y="3407882"/>
                  <a:ext cx="58060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925DD4C7-EBCF-7AC5-8F19-E0B682D581ED}"/>
                </a:ext>
              </a:extLst>
            </p:cNvPr>
            <p:cNvGrpSpPr/>
            <p:nvPr/>
          </p:nvGrpSpPr>
          <p:grpSpPr>
            <a:xfrm>
              <a:off x="3364888" y="-6455942"/>
              <a:ext cx="10538436" cy="20614305"/>
              <a:chOff x="3364888" y="-6455942"/>
              <a:chExt cx="10538436" cy="20614305"/>
            </a:xfrm>
          </p:grpSpPr>
          <p:grpSp>
            <p:nvGrpSpPr>
              <p:cNvPr id="167" name="组合 166">
                <a:extLst>
                  <a:ext uri="{FF2B5EF4-FFF2-40B4-BE49-F238E27FC236}">
                    <a16:creationId xmlns:a16="http://schemas.microsoft.com/office/drawing/2014/main" id="{C0D417A3-FAF7-ACF9-F827-C0550A625AB7}"/>
                  </a:ext>
                </a:extLst>
              </p:cNvPr>
              <p:cNvGrpSpPr/>
              <p:nvPr/>
            </p:nvGrpSpPr>
            <p:grpSpPr>
              <a:xfrm>
                <a:off x="5879182" y="1124744"/>
                <a:ext cx="5780938" cy="5501276"/>
                <a:chOff x="5879182" y="1124744"/>
                <a:chExt cx="5780938" cy="5501276"/>
              </a:xfrm>
            </p:grpSpPr>
            <p:grpSp>
              <p:nvGrpSpPr>
                <p:cNvPr id="112" name="组合 111">
                  <a:extLst>
                    <a:ext uri="{FF2B5EF4-FFF2-40B4-BE49-F238E27FC236}">
                      <a16:creationId xmlns:a16="http://schemas.microsoft.com/office/drawing/2014/main" id="{D84937BC-F1D3-60C3-4750-0E81F6CAA682}"/>
                    </a:ext>
                  </a:extLst>
                </p:cNvPr>
                <p:cNvGrpSpPr/>
                <p:nvPr/>
              </p:nvGrpSpPr>
              <p:grpSpPr>
                <a:xfrm>
                  <a:off x="5879182" y="1124744"/>
                  <a:ext cx="5780938" cy="5501276"/>
                  <a:chOff x="6594782" y="1131767"/>
                  <a:chExt cx="5780938" cy="5501276"/>
                </a:xfrm>
              </p:grpSpPr>
              <p:cxnSp>
                <p:nvCxnSpPr>
                  <p:cNvPr id="135" name="实轴">
                    <a:extLst>
                      <a:ext uri="{FF2B5EF4-FFF2-40B4-BE49-F238E27FC236}">
                        <a16:creationId xmlns:a16="http://schemas.microsoft.com/office/drawing/2014/main" id="{D6CF84A7-16B7-2D59-EA2F-04D6D92E36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94782" y="3850587"/>
                    <a:ext cx="5780938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prstDash val="solid"/>
                    <a:headEnd type="triangl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虚轴">
                    <a:extLst>
                      <a:ext uri="{FF2B5EF4-FFF2-40B4-BE49-F238E27FC236}">
                        <a16:creationId xmlns:a16="http://schemas.microsoft.com/office/drawing/2014/main" id="{6C4A6E2D-FADE-9F3A-6805-751A00F8A5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775726" y="1131767"/>
                    <a:ext cx="0" cy="5501276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文本框 87">
                      <a:extLst>
                        <a:ext uri="{FF2B5EF4-FFF2-40B4-BE49-F238E27FC236}">
                          <a16:creationId xmlns:a16="http://schemas.microsoft.com/office/drawing/2014/main" id="{36CEB75A-F4DC-CD8E-A98D-F67F7DDF65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69142" y="3771598"/>
                      <a:ext cx="53893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kumimoji="1" lang="zh-CN" altLang="en-US"/>
                    </a:p>
                  </p:txBody>
                </p:sp>
              </mc:Choice>
              <mc:Fallback xmlns="">
                <p:sp>
                  <p:nvSpPr>
                    <p:cNvPr id="88" name="文本框 87">
                      <a:extLst>
                        <a:ext uri="{FF2B5EF4-FFF2-40B4-BE49-F238E27FC236}">
                          <a16:creationId xmlns:a16="http://schemas.microsoft.com/office/drawing/2014/main" id="{36CEB75A-F4DC-CD8E-A98D-F67F7DDF657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69142" y="3771598"/>
                      <a:ext cx="538930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文本框 88">
                      <a:extLst>
                        <a:ext uri="{FF2B5EF4-FFF2-40B4-BE49-F238E27FC236}">
                          <a16:creationId xmlns:a16="http://schemas.microsoft.com/office/drawing/2014/main" id="{62F986FD-4E4A-6BC9-11D1-FCB94FE9D9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36345" y="3787429"/>
                      <a:ext cx="7152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−0.5</m:t>
                            </m:r>
                          </m:oMath>
                        </m:oMathPara>
                      </a14:m>
                      <a:endParaRPr kumimoji="1" lang="zh-CN" altLang="en-US"/>
                    </a:p>
                  </p:txBody>
                </p:sp>
              </mc:Choice>
              <mc:Fallback xmlns="">
                <p:sp>
                  <p:nvSpPr>
                    <p:cNvPr id="89" name="文本框 88">
                      <a:extLst>
                        <a:ext uri="{FF2B5EF4-FFF2-40B4-BE49-F238E27FC236}">
                          <a16:creationId xmlns:a16="http://schemas.microsoft.com/office/drawing/2014/main" id="{62F986FD-4E4A-6BC9-11D1-FCB94FE9D9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36345" y="3787429"/>
                      <a:ext cx="715260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文本框 89">
                      <a:extLst>
                        <a:ext uri="{FF2B5EF4-FFF2-40B4-BE49-F238E27FC236}">
                          <a16:creationId xmlns:a16="http://schemas.microsoft.com/office/drawing/2014/main" id="{DA47AD21-C2E8-4001-B6DF-BE9C89D6426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989425" y="3771598"/>
                      <a:ext cx="36580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kumimoji="1" lang="zh-CN" altLang="en-US"/>
                    </a:p>
                  </p:txBody>
                </p:sp>
              </mc:Choice>
              <mc:Fallback xmlns="">
                <p:sp>
                  <p:nvSpPr>
                    <p:cNvPr id="90" name="文本框 89">
                      <a:extLst>
                        <a:ext uri="{FF2B5EF4-FFF2-40B4-BE49-F238E27FC236}">
                          <a16:creationId xmlns:a16="http://schemas.microsoft.com/office/drawing/2014/main" id="{DA47AD21-C2E8-4001-B6DF-BE9C89D6426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989425" y="3771598"/>
                      <a:ext cx="365806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1" name="文本框 90">
                      <a:extLst>
                        <a:ext uri="{FF2B5EF4-FFF2-40B4-BE49-F238E27FC236}">
                          <a16:creationId xmlns:a16="http://schemas.microsoft.com/office/drawing/2014/main" id="{D1E3FF1C-F2D7-9DB1-94BA-56EEC3C291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55422" y="3771598"/>
                      <a:ext cx="54213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oMath>
                        </m:oMathPara>
                      </a14:m>
                      <a:endParaRPr kumimoji="1" lang="zh-CN" altLang="en-US" dirty="0"/>
                    </a:p>
                  </p:txBody>
                </p:sp>
              </mc:Choice>
              <mc:Fallback xmlns="">
                <p:sp>
                  <p:nvSpPr>
                    <p:cNvPr id="91" name="文本框 90">
                      <a:extLst>
                        <a:ext uri="{FF2B5EF4-FFF2-40B4-BE49-F238E27FC236}">
                          <a16:creationId xmlns:a16="http://schemas.microsoft.com/office/drawing/2014/main" id="{D1E3FF1C-F2D7-9DB1-94BA-56EEC3C291E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55422" y="3771598"/>
                      <a:ext cx="542136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文本框 91">
                      <a:extLst>
                        <a:ext uri="{FF2B5EF4-FFF2-40B4-BE49-F238E27FC236}">
                          <a16:creationId xmlns:a16="http://schemas.microsoft.com/office/drawing/2014/main" id="{9B76B9D5-B455-E864-AF35-25D977CEED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90701" y="3771598"/>
                      <a:ext cx="7152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−0.5</m:t>
                            </m:r>
                          </m:oMath>
                        </m:oMathPara>
                      </a14:m>
                      <a:endParaRPr kumimoji="1" lang="zh-CN" altLang="en-US"/>
                    </a:p>
                  </p:txBody>
                </p:sp>
              </mc:Choice>
              <mc:Fallback xmlns="">
                <p:sp>
                  <p:nvSpPr>
                    <p:cNvPr id="92" name="文本框 91">
                      <a:extLst>
                        <a:ext uri="{FF2B5EF4-FFF2-40B4-BE49-F238E27FC236}">
                          <a16:creationId xmlns:a16="http://schemas.microsoft.com/office/drawing/2014/main" id="{9B76B9D5-B455-E864-AF35-25D977CEEDA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90701" y="3771598"/>
                      <a:ext cx="715260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8" name="组合 147">
                <a:extLst>
                  <a:ext uri="{FF2B5EF4-FFF2-40B4-BE49-F238E27FC236}">
                    <a16:creationId xmlns:a16="http://schemas.microsoft.com/office/drawing/2014/main" id="{3A818A07-C890-81C3-1D1E-BB5AE5D44687}"/>
                  </a:ext>
                </a:extLst>
              </p:cNvPr>
              <p:cNvGrpSpPr/>
              <p:nvPr/>
            </p:nvGrpSpPr>
            <p:grpSpPr>
              <a:xfrm>
                <a:off x="3364888" y="-6455942"/>
                <a:ext cx="10538436" cy="20614305"/>
                <a:chOff x="3364888" y="-6455942"/>
                <a:chExt cx="10538436" cy="20614305"/>
              </a:xfrm>
            </p:grpSpPr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EB6B7899-136A-78F0-CDFA-EA63A89CAF27}"/>
                    </a:ext>
                  </a:extLst>
                </p:cNvPr>
                <p:cNvSpPr/>
                <p:nvPr/>
              </p:nvSpPr>
              <p:spPr>
                <a:xfrm>
                  <a:off x="7269583" y="2456886"/>
                  <a:ext cx="2787057" cy="2787057"/>
                </a:xfrm>
                <a:prstGeom prst="ellipse">
                  <a:avLst/>
                </a:prstGeom>
                <a:noFill/>
                <a:ln>
                  <a:solidFill>
                    <a:srgbClr val="2980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31AEC091-F553-1304-8A0D-E685E7B191F2}"/>
                    </a:ext>
                  </a:extLst>
                </p:cNvPr>
                <p:cNvSpPr/>
                <p:nvPr/>
              </p:nvSpPr>
              <p:spPr>
                <a:xfrm>
                  <a:off x="7200120" y="2828947"/>
                  <a:ext cx="2937704" cy="2937704"/>
                </a:xfrm>
                <a:prstGeom prst="ellipse">
                  <a:avLst/>
                </a:prstGeom>
                <a:noFill/>
                <a:ln>
                  <a:solidFill>
                    <a:srgbClr val="2980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8BC21981-026A-EE73-FC4B-608F82D627F2}"/>
                    </a:ext>
                  </a:extLst>
                </p:cNvPr>
                <p:cNvSpPr/>
                <p:nvPr/>
              </p:nvSpPr>
              <p:spPr>
                <a:xfrm>
                  <a:off x="7187019" y="1925434"/>
                  <a:ext cx="2937704" cy="2937704"/>
                </a:xfrm>
                <a:prstGeom prst="ellipse">
                  <a:avLst/>
                </a:prstGeom>
                <a:noFill/>
                <a:ln>
                  <a:solidFill>
                    <a:srgbClr val="2980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71645EEA-E909-BBA9-3EDD-9562D21A57FE}"/>
                    </a:ext>
                  </a:extLst>
                </p:cNvPr>
                <p:cNvSpPr/>
                <p:nvPr/>
              </p:nvSpPr>
              <p:spPr>
                <a:xfrm>
                  <a:off x="6940398" y="3130023"/>
                  <a:ext cx="3474933" cy="3474933"/>
                </a:xfrm>
                <a:prstGeom prst="ellipse">
                  <a:avLst/>
                </a:prstGeom>
                <a:noFill/>
                <a:ln>
                  <a:solidFill>
                    <a:srgbClr val="2980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546FE77A-05C8-C36C-A0A2-071923881E0B}"/>
                    </a:ext>
                  </a:extLst>
                </p:cNvPr>
                <p:cNvSpPr/>
                <p:nvPr/>
              </p:nvSpPr>
              <p:spPr>
                <a:xfrm>
                  <a:off x="6914983" y="1069235"/>
                  <a:ext cx="3474933" cy="3474933"/>
                </a:xfrm>
                <a:prstGeom prst="ellipse">
                  <a:avLst/>
                </a:prstGeom>
                <a:noFill/>
                <a:ln>
                  <a:solidFill>
                    <a:srgbClr val="2980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1E70B029-7F14-E206-5FFA-25EEEB3EFF2D}"/>
                    </a:ext>
                  </a:extLst>
                </p:cNvPr>
                <p:cNvSpPr/>
                <p:nvPr/>
              </p:nvSpPr>
              <p:spPr>
                <a:xfrm>
                  <a:off x="3406309" y="3661348"/>
                  <a:ext cx="10497015" cy="10497015"/>
                </a:xfrm>
                <a:prstGeom prst="ellipse">
                  <a:avLst/>
                </a:prstGeom>
                <a:noFill/>
                <a:ln>
                  <a:solidFill>
                    <a:srgbClr val="2980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0F40C39B-2ADA-A0E6-34A2-886D684FFF43}"/>
                    </a:ext>
                  </a:extLst>
                </p:cNvPr>
                <p:cNvSpPr/>
                <p:nvPr/>
              </p:nvSpPr>
              <p:spPr>
                <a:xfrm>
                  <a:off x="3364888" y="-6455942"/>
                  <a:ext cx="10497015" cy="10497015"/>
                </a:xfrm>
                <a:prstGeom prst="ellipse">
                  <a:avLst/>
                </a:prstGeom>
                <a:noFill/>
                <a:ln>
                  <a:solidFill>
                    <a:srgbClr val="2980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6" name="椭圆 145">
                  <a:extLst>
                    <a:ext uri="{FF2B5EF4-FFF2-40B4-BE49-F238E27FC236}">
                      <a16:creationId xmlns:a16="http://schemas.microsoft.com/office/drawing/2014/main" id="{ADDCA7F8-FF97-8502-55BB-383F2E40F32A}"/>
                    </a:ext>
                  </a:extLst>
                </p:cNvPr>
                <p:cNvSpPr/>
                <p:nvPr/>
              </p:nvSpPr>
              <p:spPr>
                <a:xfrm>
                  <a:off x="5939575" y="3458676"/>
                  <a:ext cx="5447072" cy="5447072"/>
                </a:xfrm>
                <a:prstGeom prst="ellipse">
                  <a:avLst/>
                </a:prstGeom>
                <a:noFill/>
                <a:ln>
                  <a:solidFill>
                    <a:srgbClr val="2980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985FE08E-FCDD-D3AD-6780-CAEADE9402C9}"/>
                    </a:ext>
                  </a:extLst>
                </p:cNvPr>
                <p:cNvSpPr/>
                <p:nvPr/>
              </p:nvSpPr>
              <p:spPr>
                <a:xfrm>
                  <a:off x="5934102" y="-1198619"/>
                  <a:ext cx="5447072" cy="5447072"/>
                </a:xfrm>
                <a:prstGeom prst="ellipse">
                  <a:avLst/>
                </a:prstGeom>
                <a:noFill/>
                <a:ln>
                  <a:solidFill>
                    <a:srgbClr val="2980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138" name="组合 137">
                <a:extLst>
                  <a:ext uri="{FF2B5EF4-FFF2-40B4-BE49-F238E27FC236}">
                    <a16:creationId xmlns:a16="http://schemas.microsoft.com/office/drawing/2014/main" id="{525B1071-1DFA-279C-3123-BDE996798429}"/>
                  </a:ext>
                </a:extLst>
              </p:cNvPr>
              <p:cNvGrpSpPr/>
              <p:nvPr/>
            </p:nvGrpSpPr>
            <p:grpSpPr>
              <a:xfrm>
                <a:off x="6163793" y="1269494"/>
                <a:ext cx="5625625" cy="5390018"/>
                <a:chOff x="6163793" y="1269494"/>
                <a:chExt cx="5625625" cy="5390018"/>
              </a:xfrm>
            </p:grpSpPr>
            <p:cxnSp>
              <p:nvCxnSpPr>
                <p:cNvPr id="9" name="虚轴">
                  <a:extLst>
                    <a:ext uri="{FF2B5EF4-FFF2-40B4-BE49-F238E27FC236}">
                      <a16:creationId xmlns:a16="http://schemas.microsoft.com/office/drawing/2014/main" id="{D8D870FC-4205-D502-4013-D30D76168B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72794" y="4381153"/>
                  <a:ext cx="5616624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虚轴">
                  <a:extLst>
                    <a:ext uri="{FF2B5EF4-FFF2-40B4-BE49-F238E27FC236}">
                      <a16:creationId xmlns:a16="http://schemas.microsoft.com/office/drawing/2014/main" id="{A737BE29-A663-E476-ADD9-F06AF9D096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72794" y="4903862"/>
                  <a:ext cx="5616624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虚轴">
                  <a:extLst>
                    <a:ext uri="{FF2B5EF4-FFF2-40B4-BE49-F238E27FC236}">
                      <a16:creationId xmlns:a16="http://schemas.microsoft.com/office/drawing/2014/main" id="{3768096B-FDAD-0096-0A14-4144E326A3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72794" y="5426571"/>
                  <a:ext cx="5616624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虚轴">
                  <a:extLst>
                    <a:ext uri="{FF2B5EF4-FFF2-40B4-BE49-F238E27FC236}">
                      <a16:creationId xmlns:a16="http://schemas.microsoft.com/office/drawing/2014/main" id="{48E7ADB2-87E0-3B44-F633-0C8B6862D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72794" y="5949280"/>
                  <a:ext cx="5616624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虚轴">
                  <a:extLst>
                    <a:ext uri="{FF2B5EF4-FFF2-40B4-BE49-F238E27FC236}">
                      <a16:creationId xmlns:a16="http://schemas.microsoft.com/office/drawing/2014/main" id="{298E2D99-9B66-0C8D-0C57-6C035EAB6E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63793" y="1716857"/>
                  <a:ext cx="5616624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虚轴">
                  <a:extLst>
                    <a:ext uri="{FF2B5EF4-FFF2-40B4-BE49-F238E27FC236}">
                      <a16:creationId xmlns:a16="http://schemas.microsoft.com/office/drawing/2014/main" id="{4D36C51B-506E-B7B8-0884-F8B3B0B146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63793" y="2239566"/>
                  <a:ext cx="5616624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虚轴">
                  <a:extLst>
                    <a:ext uri="{FF2B5EF4-FFF2-40B4-BE49-F238E27FC236}">
                      <a16:creationId xmlns:a16="http://schemas.microsoft.com/office/drawing/2014/main" id="{79C7D49A-5329-9A1F-BCDC-91E4327D96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63793" y="2762275"/>
                  <a:ext cx="5616624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虚轴">
                  <a:extLst>
                    <a:ext uri="{FF2B5EF4-FFF2-40B4-BE49-F238E27FC236}">
                      <a16:creationId xmlns:a16="http://schemas.microsoft.com/office/drawing/2014/main" id="{B609C294-4FF3-0D71-A064-C7B625A991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63793" y="3284984"/>
                  <a:ext cx="5616624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虚轴">
                  <a:extLst>
                    <a:ext uri="{FF2B5EF4-FFF2-40B4-BE49-F238E27FC236}">
                      <a16:creationId xmlns:a16="http://schemas.microsoft.com/office/drawing/2014/main" id="{0DB11B40-262C-8563-9FE4-A17B55E84D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55446" y="1269494"/>
                  <a:ext cx="0" cy="5356526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虚轴">
                  <a:extLst>
                    <a:ext uri="{FF2B5EF4-FFF2-40B4-BE49-F238E27FC236}">
                      <a16:creationId xmlns:a16="http://schemas.microsoft.com/office/drawing/2014/main" id="{5D9F9D6B-5071-9753-A511-1DB68AC696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26490" y="1286966"/>
                  <a:ext cx="0" cy="5356526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虚轴">
                  <a:extLst>
                    <a:ext uri="{FF2B5EF4-FFF2-40B4-BE49-F238E27FC236}">
                      <a16:creationId xmlns:a16="http://schemas.microsoft.com/office/drawing/2014/main" id="{C6A94ED5-3DE5-F6E4-8D72-24FAF15AB2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72000" y="1302986"/>
                  <a:ext cx="0" cy="5356526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文本框 70">
                      <a:extLst>
                        <a:ext uri="{FF2B5EF4-FFF2-40B4-BE49-F238E27FC236}">
                          <a16:creationId xmlns:a16="http://schemas.microsoft.com/office/drawing/2014/main" id="{CABFFAAD-E724-5BB6-70AF-BF44340233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70604" y="1637157"/>
                      <a:ext cx="54213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0.8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1" name="文本框 70">
                      <a:extLst>
                        <a:ext uri="{FF2B5EF4-FFF2-40B4-BE49-F238E27FC236}">
                          <a16:creationId xmlns:a16="http://schemas.microsoft.com/office/drawing/2014/main" id="{CABFFAAD-E724-5BB6-70AF-BF443402337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70604" y="1637157"/>
                      <a:ext cx="542136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4538F683-2953-5E31-3707-4D533B8CB0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61687" y="2204981"/>
                      <a:ext cx="54213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0.6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4538F683-2953-5E31-3707-4D533B8CB0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61687" y="2204981"/>
                      <a:ext cx="542136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E0FDEE2F-1601-79E0-8B0A-CEFE349992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52190" y="2736752"/>
                      <a:ext cx="54213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0.4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E0FDEE2F-1601-79E0-8B0A-CEFE349992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52190" y="2736752"/>
                      <a:ext cx="542136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文本框 73">
                      <a:extLst>
                        <a:ext uri="{FF2B5EF4-FFF2-40B4-BE49-F238E27FC236}">
                          <a16:creationId xmlns:a16="http://schemas.microsoft.com/office/drawing/2014/main" id="{12F7AF87-8D6D-25EE-3AF6-03CB64973F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54179" y="3245173"/>
                      <a:ext cx="54213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0.2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4" name="文本框 73">
                      <a:extLst>
                        <a:ext uri="{FF2B5EF4-FFF2-40B4-BE49-F238E27FC236}">
                          <a16:creationId xmlns:a16="http://schemas.microsoft.com/office/drawing/2014/main" id="{12F7AF87-8D6D-25EE-3AF6-03CB64973FD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54179" y="3245173"/>
                      <a:ext cx="542136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文本框 82">
                      <a:extLst>
                        <a:ext uri="{FF2B5EF4-FFF2-40B4-BE49-F238E27FC236}">
                          <a16:creationId xmlns:a16="http://schemas.microsoft.com/office/drawing/2014/main" id="{AB8BAC58-1B82-5C46-1D09-03CFF3211A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81598" y="4349178"/>
                      <a:ext cx="7152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−0.2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3" name="文本框 82">
                      <a:extLst>
                        <a:ext uri="{FF2B5EF4-FFF2-40B4-BE49-F238E27FC236}">
                          <a16:creationId xmlns:a16="http://schemas.microsoft.com/office/drawing/2014/main" id="{AB8BAC58-1B82-5C46-1D09-03CFF3211A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81598" y="4349178"/>
                      <a:ext cx="715260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4" name="文本框 83">
                      <a:extLst>
                        <a:ext uri="{FF2B5EF4-FFF2-40B4-BE49-F238E27FC236}">
                          <a16:creationId xmlns:a16="http://schemas.microsoft.com/office/drawing/2014/main" id="{1FB5AF4C-6874-EB2C-87A5-F4D3F6633B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75291" y="4863138"/>
                      <a:ext cx="7152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−0.4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4" name="文本框 83">
                      <a:extLst>
                        <a:ext uri="{FF2B5EF4-FFF2-40B4-BE49-F238E27FC236}">
                          <a16:creationId xmlns:a16="http://schemas.microsoft.com/office/drawing/2014/main" id="{1FB5AF4C-6874-EB2C-87A5-F4D3F6633B3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75291" y="4863138"/>
                      <a:ext cx="715260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5" name="文本框 84">
                      <a:extLst>
                        <a:ext uri="{FF2B5EF4-FFF2-40B4-BE49-F238E27FC236}">
                          <a16:creationId xmlns:a16="http://schemas.microsoft.com/office/drawing/2014/main" id="{ADA2BCEA-10D7-F4F2-CD09-D528FF42EB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84779" y="5404381"/>
                      <a:ext cx="7152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−0.6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5" name="文本框 84">
                      <a:extLst>
                        <a:ext uri="{FF2B5EF4-FFF2-40B4-BE49-F238E27FC236}">
                          <a16:creationId xmlns:a16="http://schemas.microsoft.com/office/drawing/2014/main" id="{ADA2BCEA-10D7-F4F2-CD09-D528FF42EB1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84779" y="5404381"/>
                      <a:ext cx="715260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" name="文本框 85">
                      <a:extLst>
                        <a:ext uri="{FF2B5EF4-FFF2-40B4-BE49-F238E27FC236}">
                          <a16:creationId xmlns:a16="http://schemas.microsoft.com/office/drawing/2014/main" id="{F2644BB5-39F7-B3B4-23F6-EBA5956CA1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75291" y="5927089"/>
                      <a:ext cx="7152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−0.8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6" name="文本框 85">
                      <a:extLst>
                        <a:ext uri="{FF2B5EF4-FFF2-40B4-BE49-F238E27FC236}">
                          <a16:creationId xmlns:a16="http://schemas.microsoft.com/office/drawing/2014/main" id="{F2644BB5-39F7-B3B4-23F6-EBA5956CA17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75291" y="5927089"/>
                      <a:ext cx="715260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7" name="虚轴">
                  <a:extLst>
                    <a:ext uri="{FF2B5EF4-FFF2-40B4-BE49-F238E27FC236}">
                      <a16:creationId xmlns:a16="http://schemas.microsoft.com/office/drawing/2014/main" id="{7A15B2DE-FC06-BC18-A0A1-7C6F29EC29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17842" y="1278001"/>
                  <a:ext cx="0" cy="5356526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50000"/>
                    </a:schemeClr>
                  </a:solidFill>
                  <a:prstDash val="sysDot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组合 165">
                <a:extLst>
                  <a:ext uri="{FF2B5EF4-FFF2-40B4-BE49-F238E27FC236}">
                    <a16:creationId xmlns:a16="http://schemas.microsoft.com/office/drawing/2014/main" id="{97FEB6E9-6EB6-8A42-CAEF-1C466E54D900}"/>
                  </a:ext>
                </a:extLst>
              </p:cNvPr>
              <p:cNvGrpSpPr/>
              <p:nvPr/>
            </p:nvGrpSpPr>
            <p:grpSpPr>
              <a:xfrm>
                <a:off x="6083154" y="2552086"/>
                <a:ext cx="2955379" cy="2605236"/>
                <a:chOff x="6083154" y="2552086"/>
                <a:chExt cx="2955379" cy="260523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9" name="文本框 148">
                      <a:extLst>
                        <a:ext uri="{FF2B5EF4-FFF2-40B4-BE49-F238E27FC236}">
                          <a16:creationId xmlns:a16="http://schemas.microsoft.com/office/drawing/2014/main" id="{06B23E89-B6DA-FC31-1F1A-5F750B4C6C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39617" y="3121976"/>
                      <a:ext cx="58060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9" name="文本框 148">
                      <a:extLst>
                        <a:ext uri="{FF2B5EF4-FFF2-40B4-BE49-F238E27FC236}">
                          <a16:creationId xmlns:a16="http://schemas.microsoft.com/office/drawing/2014/main" id="{06B23E89-B6DA-FC31-1F1A-5F750B4C6C7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39617" y="3121976"/>
                      <a:ext cx="580608" cy="36933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文本框 149">
                      <a:extLst>
                        <a:ext uri="{FF2B5EF4-FFF2-40B4-BE49-F238E27FC236}">
                          <a16:creationId xmlns:a16="http://schemas.microsoft.com/office/drawing/2014/main" id="{33E3555A-0E5A-B57F-628C-347680D248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84451" y="2698623"/>
                      <a:ext cx="58060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0" name="文本框 149">
                      <a:extLst>
                        <a:ext uri="{FF2B5EF4-FFF2-40B4-BE49-F238E27FC236}">
                          <a16:creationId xmlns:a16="http://schemas.microsoft.com/office/drawing/2014/main" id="{33E3555A-0E5A-B57F-628C-347680D248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84451" y="2698623"/>
                      <a:ext cx="580608" cy="36933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1" name="文本框 150">
                      <a:extLst>
                        <a:ext uri="{FF2B5EF4-FFF2-40B4-BE49-F238E27FC236}">
                          <a16:creationId xmlns:a16="http://schemas.microsoft.com/office/drawing/2014/main" id="{501B08B1-AEF8-6565-0763-17A1390083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86417" y="2607162"/>
                      <a:ext cx="58060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1" name="文本框 150">
                      <a:extLst>
                        <a:ext uri="{FF2B5EF4-FFF2-40B4-BE49-F238E27FC236}">
                          <a16:creationId xmlns:a16="http://schemas.microsoft.com/office/drawing/2014/main" id="{501B08B1-AEF8-6565-0763-17A1390083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86417" y="2607162"/>
                      <a:ext cx="580608" cy="369332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2" name="文本框 151">
                      <a:extLst>
                        <a:ext uri="{FF2B5EF4-FFF2-40B4-BE49-F238E27FC236}">
                          <a16:creationId xmlns:a16="http://schemas.microsoft.com/office/drawing/2014/main" id="{D2D6008F-07E5-EF0F-63B4-061303A394C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63176" y="2552086"/>
                      <a:ext cx="58060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2" name="文本框 151">
                      <a:extLst>
                        <a:ext uri="{FF2B5EF4-FFF2-40B4-BE49-F238E27FC236}">
                          <a16:creationId xmlns:a16="http://schemas.microsoft.com/office/drawing/2014/main" id="{D2D6008F-07E5-EF0F-63B4-061303A394C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63176" y="2552086"/>
                      <a:ext cx="580608" cy="369332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3" name="文本框 152">
                      <a:extLst>
                        <a:ext uri="{FF2B5EF4-FFF2-40B4-BE49-F238E27FC236}">
                          <a16:creationId xmlns:a16="http://schemas.microsoft.com/office/drawing/2014/main" id="{ED016AA5-8632-7E7F-EE3D-A190EEFB07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00786" y="2807628"/>
                      <a:ext cx="7088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3" name="文本框 152">
                      <a:extLst>
                        <a:ext uri="{FF2B5EF4-FFF2-40B4-BE49-F238E27FC236}">
                          <a16:creationId xmlns:a16="http://schemas.microsoft.com/office/drawing/2014/main" id="{ED016AA5-8632-7E7F-EE3D-A190EEFB075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00786" y="2807628"/>
                      <a:ext cx="708848" cy="369332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4" name="文本框 153">
                      <a:extLst>
                        <a:ext uri="{FF2B5EF4-FFF2-40B4-BE49-F238E27FC236}">
                          <a16:creationId xmlns:a16="http://schemas.microsoft.com/office/drawing/2014/main" id="{1E9790D0-53D1-1A09-6F4D-755AF5BC8C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65487" y="2999179"/>
                      <a:ext cx="7088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4" name="文本框 153">
                      <a:extLst>
                        <a:ext uri="{FF2B5EF4-FFF2-40B4-BE49-F238E27FC236}">
                          <a16:creationId xmlns:a16="http://schemas.microsoft.com/office/drawing/2014/main" id="{1E9790D0-53D1-1A09-6F4D-755AF5BC8C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65487" y="2999179"/>
                      <a:ext cx="708848" cy="3693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文本框 154">
                      <a:extLst>
                        <a:ext uri="{FF2B5EF4-FFF2-40B4-BE49-F238E27FC236}">
                          <a16:creationId xmlns:a16="http://schemas.microsoft.com/office/drawing/2014/main" id="{17143DA7-142B-082F-2AFD-BEC159FA46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6790" y="3245836"/>
                      <a:ext cx="7088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5" name="文本框 154">
                      <a:extLst>
                        <a:ext uri="{FF2B5EF4-FFF2-40B4-BE49-F238E27FC236}">
                          <a16:creationId xmlns:a16="http://schemas.microsoft.com/office/drawing/2014/main" id="{17143DA7-142B-082F-2AFD-BEC159FA460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6790" y="3245836"/>
                      <a:ext cx="708848" cy="369332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6" name="文本框 155">
                      <a:extLst>
                        <a:ext uri="{FF2B5EF4-FFF2-40B4-BE49-F238E27FC236}">
                          <a16:creationId xmlns:a16="http://schemas.microsoft.com/office/drawing/2014/main" id="{76611D14-0F74-E27B-844C-B41849C8B3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29685" y="3466932"/>
                      <a:ext cx="70884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6" name="文本框 155">
                      <a:extLst>
                        <a:ext uri="{FF2B5EF4-FFF2-40B4-BE49-F238E27FC236}">
                          <a16:creationId xmlns:a16="http://schemas.microsoft.com/office/drawing/2014/main" id="{76611D14-0F74-E27B-844C-B41849C8B3E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29685" y="3466932"/>
                      <a:ext cx="708848" cy="369332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文本框 156">
                      <a:extLst>
                        <a:ext uri="{FF2B5EF4-FFF2-40B4-BE49-F238E27FC236}">
                          <a16:creationId xmlns:a16="http://schemas.microsoft.com/office/drawing/2014/main" id="{0F92B78E-07C6-4B95-3D13-3A41FB7036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83154" y="3951087"/>
                      <a:ext cx="75373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−10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7" name="文本框 156">
                      <a:extLst>
                        <a:ext uri="{FF2B5EF4-FFF2-40B4-BE49-F238E27FC236}">
                          <a16:creationId xmlns:a16="http://schemas.microsoft.com/office/drawing/2014/main" id="{0F92B78E-07C6-4B95-3D13-3A41FB7036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83154" y="3951087"/>
                      <a:ext cx="753732" cy="3693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8" name="文本框 157">
                      <a:extLst>
                        <a:ext uri="{FF2B5EF4-FFF2-40B4-BE49-F238E27FC236}">
                          <a16:creationId xmlns:a16="http://schemas.microsoft.com/office/drawing/2014/main" id="{484A6E82-BC9D-C2BA-FA7F-F347884E5D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37078" y="4262081"/>
                      <a:ext cx="75373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8" name="文本框 157">
                      <a:extLst>
                        <a:ext uri="{FF2B5EF4-FFF2-40B4-BE49-F238E27FC236}">
                          <a16:creationId xmlns:a16="http://schemas.microsoft.com/office/drawing/2014/main" id="{484A6E82-BC9D-C2BA-FA7F-F347884E5D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37078" y="4262081"/>
                      <a:ext cx="753732" cy="369332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9" name="文本框 158">
                      <a:extLst>
                        <a:ext uri="{FF2B5EF4-FFF2-40B4-BE49-F238E27FC236}">
                          <a16:creationId xmlns:a16="http://schemas.microsoft.com/office/drawing/2014/main" id="{ACA2F78F-C4AB-7702-FFCC-79ED60DD24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6631" y="4533844"/>
                      <a:ext cx="75373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9" name="文本框 158">
                      <a:extLst>
                        <a:ext uri="{FF2B5EF4-FFF2-40B4-BE49-F238E27FC236}">
                          <a16:creationId xmlns:a16="http://schemas.microsoft.com/office/drawing/2014/main" id="{ACA2F78F-C4AB-7702-FFCC-79ED60DD24A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6631" y="4533844"/>
                      <a:ext cx="753732" cy="369332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0" name="文本框 159">
                      <a:extLst>
                        <a:ext uri="{FF2B5EF4-FFF2-40B4-BE49-F238E27FC236}">
                          <a16:creationId xmlns:a16="http://schemas.microsoft.com/office/drawing/2014/main" id="{574DE798-B7A3-47DA-8E28-58440EA2A2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92135" y="4787990"/>
                      <a:ext cx="75373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0" name="文本框 159">
                      <a:extLst>
                        <a:ext uri="{FF2B5EF4-FFF2-40B4-BE49-F238E27FC236}">
                          <a16:creationId xmlns:a16="http://schemas.microsoft.com/office/drawing/2014/main" id="{574DE798-B7A3-47DA-8E28-58440EA2A2E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92135" y="4787990"/>
                      <a:ext cx="753732" cy="369332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1" name="文本框 160">
                      <a:extLst>
                        <a:ext uri="{FF2B5EF4-FFF2-40B4-BE49-F238E27FC236}">
                          <a16:creationId xmlns:a16="http://schemas.microsoft.com/office/drawing/2014/main" id="{BE59A8B1-7704-82DD-59B4-EBAB102E67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69001" y="4617950"/>
                      <a:ext cx="75373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1" name="文本框 160">
                      <a:extLst>
                        <a:ext uri="{FF2B5EF4-FFF2-40B4-BE49-F238E27FC236}">
                          <a16:creationId xmlns:a16="http://schemas.microsoft.com/office/drawing/2014/main" id="{BE59A8B1-7704-82DD-59B4-EBAB102E67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9001" y="4617950"/>
                      <a:ext cx="753732" cy="369332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2" name="文本框 161">
                      <a:extLst>
                        <a:ext uri="{FF2B5EF4-FFF2-40B4-BE49-F238E27FC236}">
                          <a16:creationId xmlns:a16="http://schemas.microsoft.com/office/drawing/2014/main" id="{6EBE3167-20A7-A10F-EEF3-A64DD1CE46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50137" y="4460166"/>
                      <a:ext cx="88197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2" name="文本框 161">
                      <a:extLst>
                        <a:ext uri="{FF2B5EF4-FFF2-40B4-BE49-F238E27FC236}">
                          <a16:creationId xmlns:a16="http://schemas.microsoft.com/office/drawing/2014/main" id="{6EBE3167-20A7-A10F-EEF3-A64DD1CE46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50137" y="4460166"/>
                      <a:ext cx="881973" cy="369332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5B82A802-75C1-F761-DC0D-5AD44F2F7E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23772" y="4240183"/>
                      <a:ext cx="88197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kumimoji="1" lang="en-US" altLang="zh-CN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5B82A802-75C1-F761-DC0D-5AD44F2F7E5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23772" y="4240183"/>
                      <a:ext cx="881973" cy="369332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1E0B6E1-4BC2-6DC5-CDDF-F89DE81263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79010" y="4038859"/>
                      <a:ext cx="88197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1E0B6E1-4BC2-6DC5-CDDF-F89DE81263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79010" y="4038859"/>
                      <a:ext cx="881973" cy="369332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5" name="文本框 164">
                      <a:extLst>
                        <a:ext uri="{FF2B5EF4-FFF2-40B4-BE49-F238E27FC236}">
                          <a16:creationId xmlns:a16="http://schemas.microsoft.com/office/drawing/2014/main" id="{CA56086A-F133-B7D0-4B28-B124C7D2C5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78439" y="3848102"/>
                      <a:ext cx="88197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  <m:r>
                              <a:rPr kumimoji="1" lang="en-US" altLang="zh-CN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kumimoji="1" lang="zh-CN" altLang="en-US" dirty="0">
                        <a:solidFill>
                          <a:srgbClr val="E448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5" name="文本框 164">
                      <a:extLst>
                        <a:ext uri="{FF2B5EF4-FFF2-40B4-BE49-F238E27FC236}">
                          <a16:creationId xmlns:a16="http://schemas.microsoft.com/office/drawing/2014/main" id="{CA56086A-F133-B7D0-4B28-B124C7D2C5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78439" y="3848102"/>
                      <a:ext cx="881973" cy="369332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 useBgFill="1">
        <p:nvSpPr>
          <p:cNvPr id="75" name="遮罩">
            <a:extLst>
              <a:ext uri="{FF2B5EF4-FFF2-40B4-BE49-F238E27FC236}">
                <a16:creationId xmlns:a16="http://schemas.microsoft.com/office/drawing/2014/main" id="{60275158-C9DF-94F7-F754-DAEB519C3D81}"/>
              </a:ext>
            </a:extLst>
          </p:cNvPr>
          <p:cNvSpPr/>
          <p:nvPr/>
        </p:nvSpPr>
        <p:spPr>
          <a:xfrm>
            <a:off x="-1" y="0"/>
            <a:ext cx="12190414" cy="6858000"/>
          </a:xfrm>
          <a:custGeom>
            <a:avLst/>
            <a:gdLst>
              <a:gd name="connsiteX0" fmla="*/ 6527255 w 12190414"/>
              <a:gd name="connsiteY0" fmla="*/ 1033674 h 6858000"/>
              <a:gd name="connsiteX1" fmla="*/ 6527255 w 12190414"/>
              <a:gd name="connsiteY1" fmla="*/ 6643492 h 6858000"/>
              <a:gd name="connsiteX2" fmla="*/ 11783838 w 12190414"/>
              <a:gd name="connsiteY2" fmla="*/ 6643492 h 6858000"/>
              <a:gd name="connsiteX3" fmla="*/ 11783838 w 12190414"/>
              <a:gd name="connsiteY3" fmla="*/ 1033674 h 6858000"/>
              <a:gd name="connsiteX4" fmla="*/ 1 w 12190414"/>
              <a:gd name="connsiteY4" fmla="*/ 214508 h 6858000"/>
              <a:gd name="connsiteX5" fmla="*/ 1 w 12190414"/>
              <a:gd name="connsiteY5" fmla="*/ 950437 h 6858000"/>
              <a:gd name="connsiteX6" fmla="*/ 5887138 w 12190414"/>
              <a:gd name="connsiteY6" fmla="*/ 950437 h 6858000"/>
              <a:gd name="connsiteX7" fmla="*/ 5887138 w 12190414"/>
              <a:gd name="connsiteY7" fmla="*/ 214508 h 6858000"/>
              <a:gd name="connsiteX8" fmla="*/ 0 w 12190414"/>
              <a:gd name="connsiteY8" fmla="*/ 0 h 6858000"/>
              <a:gd name="connsiteX9" fmla="*/ 12190414 w 12190414"/>
              <a:gd name="connsiteY9" fmla="*/ 0 h 6858000"/>
              <a:gd name="connsiteX10" fmla="*/ 12190414 w 12190414"/>
              <a:gd name="connsiteY10" fmla="*/ 6858000 h 6858000"/>
              <a:gd name="connsiteX11" fmla="*/ 0 w 12190414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0414" h="6858000">
                <a:moveTo>
                  <a:pt x="6527255" y="1033674"/>
                </a:moveTo>
                <a:lnTo>
                  <a:pt x="6527255" y="6643492"/>
                </a:lnTo>
                <a:lnTo>
                  <a:pt x="11783838" y="6643492"/>
                </a:lnTo>
                <a:lnTo>
                  <a:pt x="11783838" y="1033674"/>
                </a:lnTo>
                <a:close/>
                <a:moveTo>
                  <a:pt x="1" y="214508"/>
                </a:moveTo>
                <a:lnTo>
                  <a:pt x="1" y="950437"/>
                </a:lnTo>
                <a:lnTo>
                  <a:pt x="5887138" y="950437"/>
                </a:lnTo>
                <a:lnTo>
                  <a:pt x="5887138" y="214508"/>
                </a:lnTo>
                <a:close/>
                <a:moveTo>
                  <a:pt x="0" y="0"/>
                </a:moveTo>
                <a:lnTo>
                  <a:pt x="12190414" y="0"/>
                </a:lnTo>
                <a:lnTo>
                  <a:pt x="1219041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闭环频率特性曲线的绘制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小标题1">
                <a:extLst>
                  <a:ext uri="{FF2B5EF4-FFF2-40B4-BE49-F238E27FC236}">
                    <a16:creationId xmlns:a16="http://schemas.microsoft.com/office/drawing/2014/main" id="{301B3A03-0C8D-8340-C601-FDD70306B058}"/>
                  </a:ext>
                </a:extLst>
              </p:cNvPr>
              <p:cNvSpPr/>
              <p:nvPr/>
            </p:nvSpPr>
            <p:spPr bwMode="auto">
              <a:xfrm>
                <a:off x="334962" y="1005076"/>
                <a:ext cx="5470698" cy="76774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等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圆：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𝑶𝑨𝑩</m:t>
                    </m:r>
                  </m:oMath>
                </a14:m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为常数的轨迹</a:t>
                </a:r>
              </a:p>
            </p:txBody>
          </p:sp>
        </mc:Choice>
        <mc:Fallback xmlns="">
          <p:sp>
            <p:nvSpPr>
              <p:cNvPr id="76" name="小标题1">
                <a:extLst>
                  <a:ext uri="{FF2B5EF4-FFF2-40B4-BE49-F238E27FC236}">
                    <a16:creationId xmlns:a16="http://schemas.microsoft.com/office/drawing/2014/main" id="{301B3A03-0C8D-8340-C601-FDD70306B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62" y="1005076"/>
                <a:ext cx="5470698" cy="767740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4EDDAF5-D2B1-8792-E676-5FC09EF28F4B}"/>
                  </a:ext>
                </a:extLst>
              </p:cNvPr>
              <p:cNvSpPr txBox="1"/>
              <p:nvPr/>
            </p:nvSpPr>
            <p:spPr>
              <a:xfrm>
                <a:off x="364511" y="1939866"/>
                <a:ext cx="29718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kern="100">
                    <a:latin typeface="+mn-ea"/>
                    <a:cs typeface="Times New Roman (正文 CS 字体)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i="1" kern="100" smtClean="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𝐺</m:t>
                    </m:r>
                    <m:d>
                      <m:d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</m:ctrlPr>
                      </m:dPr>
                      <m:e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altLang="zh-CN" sz="2800" kern="100"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ω</m:t>
                        </m:r>
                      </m:e>
                    </m:d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=</m:t>
                    </m:r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𝑋</m:t>
                    </m:r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+</m:t>
                    </m:r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𝑗𝑌</m:t>
                    </m:r>
                  </m:oMath>
                </a14:m>
                <a:endParaRPr lang="zh-CN" altLang="zh-CN" sz="2800" kern="100">
                  <a:effectLst/>
                  <a:latin typeface="+mn-ea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4EDDAF5-D2B1-8792-E676-5FC09EF28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11" y="1939866"/>
                <a:ext cx="2971839" cy="523220"/>
              </a:xfrm>
              <a:prstGeom prst="rect">
                <a:avLst/>
              </a:prstGeom>
              <a:blipFill>
                <a:blip r:embed="rId35"/>
                <a:stretch>
                  <a:fillRect l="-4255" t="-11905" r="-127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A974D77E-DEBC-55AB-873A-53C18052E917}"/>
                  </a:ext>
                </a:extLst>
              </p:cNvPr>
              <p:cNvSpPr txBox="1"/>
              <p:nvPr/>
            </p:nvSpPr>
            <p:spPr>
              <a:xfrm>
                <a:off x="156218" y="2595326"/>
                <a:ext cx="3883307" cy="7679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		</m:t>
                    </m:r>
                    <m:r>
                      <m:rPr>
                        <m:sty m:val="p"/>
                      </m:rPr>
                      <a:rPr lang="zh-CN" altLang="zh-CN" sz="28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Φ</m:t>
                    </m:r>
                    <m:r>
                      <a:rPr lang="en-US" altLang="zh-CN" sz="28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(</m:t>
                    </m:r>
                    <m:r>
                      <a:rPr lang="en-US" altLang="zh-CN" sz="28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𝑗</m:t>
                    </m:r>
                    <m:r>
                      <m:rPr>
                        <m:sty m:val="p"/>
                      </m:rPr>
                      <a:rPr lang="en-US" altLang="zh-CN" sz="2800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ω</m:t>
                    </m:r>
                    <m:r>
                      <a:rPr lang="en-US" altLang="zh-CN" sz="2800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)=</m:t>
                    </m:r>
                    <m:f>
                      <m:fPr>
                        <m:ctrlPr>
                          <a:rPr lang="zh-CN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fPr>
                      <m:num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𝐺</m:t>
                        </m:r>
                      </m:num>
                      <m:den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1+</m:t>
                        </m:r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𝐺</m:t>
                        </m:r>
                      </m:den>
                    </m:f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fPr>
                      <m:num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𝑋</m:t>
                        </m:r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+</m:t>
                        </m:r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𝑗𝑌</m:t>
                        </m:r>
                      </m:num>
                      <m:den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1+</m:t>
                        </m:r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𝑋</m:t>
                        </m:r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+</m:t>
                        </m:r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𝑗𝑌</m:t>
                        </m:r>
                      </m:den>
                    </m:f>
                  </m:oMath>
                </a14:m>
                <a:r>
                  <a:rPr lang="zh-CN" altLang="en-US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 (正文 CS 字体)"/>
                  </a:rPr>
                  <a:t> 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A974D77E-DEBC-55AB-873A-53C18052E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8" y="2595326"/>
                <a:ext cx="3883307" cy="767903"/>
              </a:xfrm>
              <a:prstGeom prst="rect">
                <a:avLst/>
              </a:prstGeom>
              <a:blipFill>
                <a:blip r:embed="rId36"/>
                <a:stretch>
                  <a:fillRect l="-2280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7461013-C03C-A282-06A9-A0935B328D8A}"/>
                  </a:ext>
                </a:extLst>
              </p:cNvPr>
              <p:cNvSpPr txBox="1"/>
              <p:nvPr/>
            </p:nvSpPr>
            <p:spPr>
              <a:xfrm>
                <a:off x="3896974" y="2554574"/>
                <a:ext cx="2264402" cy="8236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𝑗𝑌</m:t>
                        </m:r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  <a:endParaRPr lang="zh-CN" altLang="zh-CN" sz="2800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7461013-C03C-A282-06A9-A0935B328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974" y="2554574"/>
                <a:ext cx="2264402" cy="823687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0EADB2F-A757-A377-642E-A6743405BBE2}"/>
                  </a:ext>
                </a:extLst>
              </p:cNvPr>
              <p:cNvSpPr txBox="1"/>
              <p:nvPr/>
            </p:nvSpPr>
            <p:spPr>
              <a:xfrm>
                <a:off x="113759" y="5570111"/>
                <a:ext cx="5058290" cy="833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266700" algn="just"/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 (正文 CS 字体)"/>
                  </a:rPr>
                  <a:t> </a:t>
                </a:r>
                <a:endParaRPr lang="zh-CN" altLang="zh-CN" sz="2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0EADB2F-A757-A377-642E-A6743405B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59" y="5570111"/>
                <a:ext cx="5058290" cy="833305"/>
              </a:xfrm>
              <a:prstGeom prst="rect">
                <a:avLst/>
              </a:prstGeom>
              <a:blipFill>
                <a:blip r:embed="rId38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7FA110EA-0632-BE3D-FC4B-E0C3902658A7}"/>
                  </a:ext>
                </a:extLst>
              </p:cNvPr>
              <p:cNvSpPr txBox="1"/>
              <p:nvPr/>
            </p:nvSpPr>
            <p:spPr>
              <a:xfrm>
                <a:off x="176906" y="4894118"/>
                <a:ext cx="35170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266700" algn="just"/>
                <a:r>
                  <a:rPr lang="zh-CN" altLang="en-US" sz="2800" kern="100" dirty="0">
                    <a:effectLst/>
                    <a:latin typeface="+mn-ea"/>
                    <a:cs typeface="Times New Roman (正文 CS 字体)"/>
                  </a:rPr>
                  <a:t>整理得等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𝑁</m:t>
                    </m:r>
                  </m:oMath>
                </a14:m>
                <a:r>
                  <a:rPr lang="zh-CN" altLang="en-US" sz="2800" kern="100" dirty="0">
                    <a:effectLst/>
                    <a:latin typeface="+mn-ea"/>
                    <a:cs typeface="Times New Roman (正文 CS 字体)"/>
                  </a:rPr>
                  <a:t>圆方程</a:t>
                </a:r>
                <a:endParaRPr lang="zh-CN" altLang="zh-CN" sz="2800" kern="100" dirty="0">
                  <a:effectLst/>
                  <a:latin typeface="+mn-ea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7FA110EA-0632-BE3D-FC4B-E0C390265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06" y="4894118"/>
                <a:ext cx="3517029" cy="523220"/>
              </a:xfrm>
              <a:prstGeom prst="rect">
                <a:avLst/>
              </a:prstGeom>
              <a:blipFill>
                <a:blip r:embed="rId39"/>
                <a:stretch>
                  <a:fillRect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608DC6-15D3-13A5-11BB-1DA62AA6EBEE}"/>
                  </a:ext>
                </a:extLst>
              </p:cNvPr>
              <p:cNvSpPr txBox="1"/>
              <p:nvPr/>
            </p:nvSpPr>
            <p:spPr>
              <a:xfrm>
                <a:off x="383806" y="3355604"/>
                <a:ext cx="4771998" cy="704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arctan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608DC6-15D3-13A5-11BB-1DA62AA6E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06" y="3355604"/>
                <a:ext cx="4771998" cy="704039"/>
              </a:xfrm>
              <a:prstGeom prst="rect">
                <a:avLst/>
              </a:prstGeom>
              <a:blipFill>
                <a:blip r:embed="rId40"/>
                <a:stretch>
                  <a:fillRect l="-265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BB9E8FC-D2DB-B6F7-8724-4CC8649E1011}"/>
                  </a:ext>
                </a:extLst>
              </p:cNvPr>
              <p:cNvSpPr txBox="1"/>
              <p:nvPr/>
            </p:nvSpPr>
            <p:spPr>
              <a:xfrm>
                <a:off x="284500" y="4115241"/>
                <a:ext cx="4771998" cy="717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		 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tanα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 = 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  <a:endParaRPr lang="zh-CN" altLang="zh-CN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BB9E8FC-D2DB-B6F7-8724-4CC8649E1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00" y="4115241"/>
                <a:ext cx="4771998" cy="717889"/>
              </a:xfrm>
              <a:prstGeom prst="rect">
                <a:avLst/>
              </a:prstGeom>
              <a:blipFill>
                <a:blip r:embed="rId41"/>
                <a:stretch>
                  <a:fillRect l="-1862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140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闭环频率特性曲线的绘制</a:t>
            </a:r>
          </a:p>
        </p:txBody>
      </p:sp>
      <p:sp>
        <p:nvSpPr>
          <p:cNvPr id="76" name="小标题1">
            <a:extLst>
              <a:ext uri="{FF2B5EF4-FFF2-40B4-BE49-F238E27FC236}">
                <a16:creationId xmlns:a16="http://schemas.microsoft.com/office/drawing/2014/main" id="{301B3A03-0C8D-8340-C601-FDD70306B058}"/>
              </a:ext>
            </a:extLst>
          </p:cNvPr>
          <p:cNvSpPr/>
          <p:nvPr/>
        </p:nvSpPr>
        <p:spPr bwMode="auto">
          <a:xfrm>
            <a:off x="334962" y="1005076"/>
            <a:ext cx="4320084" cy="184786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将等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M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圆和等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N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圆变换到对数幅相特性上，得到尼克尔斯图</a:t>
            </a:r>
          </a:p>
        </p:txBody>
      </p:sp>
      <p:pic>
        <p:nvPicPr>
          <p:cNvPr id="5" name="图片 4" descr="图表, 散点图&#10;&#10;描述已自动生成">
            <a:extLst>
              <a:ext uri="{FF2B5EF4-FFF2-40B4-BE49-F238E27FC236}">
                <a16:creationId xmlns:a16="http://schemas.microsoft.com/office/drawing/2014/main" id="{195BC174-5C02-1BDA-D666-7F4C55D59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914" y="1167370"/>
            <a:ext cx="6981956" cy="550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55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闭环频率特性曲线的绘制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1567F3D-9DB9-6F2A-FD2E-522EECD1FCBE}"/>
                  </a:ext>
                </a:extLst>
              </p:cNvPr>
              <p:cNvSpPr txBox="1"/>
              <p:nvPr/>
            </p:nvSpPr>
            <p:spPr>
              <a:xfrm>
                <a:off x="336046" y="980728"/>
                <a:ext cx="5187775" cy="884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sz="2800" i="0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11.7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zh-CN" altLang="en-US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zh-CN" altLang="en-US" sz="2800" i="0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den>
                            </m:f>
                            <m:r>
                              <a:rPr lang="zh-CN" altLang="en-US" sz="2800" i="0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>
                    <a:solidFill>
                      <a:srgbClr val="1C1C1C"/>
                    </a:solidFill>
                  </a:rPr>
                  <a:t>，求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 smtClean="0">
                        <a:solidFill>
                          <a:srgbClr val="1C1C1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zh-CN" altLang="en-US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1567F3D-9DB9-6F2A-FD2E-522EECD1F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46" y="980728"/>
                <a:ext cx="5187775" cy="884922"/>
              </a:xfrm>
              <a:prstGeom prst="rect">
                <a:avLst/>
              </a:prstGeom>
              <a:blipFill>
                <a:blip r:embed="rId3"/>
                <a:stretch>
                  <a:fillRect l="-489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图表, 折线图, 散点图&#10;&#10;描述已自动生成">
            <a:extLst>
              <a:ext uri="{FF2B5EF4-FFF2-40B4-BE49-F238E27FC236}">
                <a16:creationId xmlns:a16="http://schemas.microsoft.com/office/drawing/2014/main" id="{E12166B9-BDDA-3B9C-3443-EAC943D08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38" y="1967468"/>
            <a:ext cx="3619649" cy="4613569"/>
          </a:xfrm>
          <a:prstGeom prst="rect">
            <a:avLst/>
          </a:prstGeom>
        </p:spPr>
      </p:pic>
      <p:pic>
        <p:nvPicPr>
          <p:cNvPr id="10" name="图片 9" descr="图表&#10;&#10;描述已自动生成">
            <a:extLst>
              <a:ext uri="{FF2B5EF4-FFF2-40B4-BE49-F238E27FC236}">
                <a16:creationId xmlns:a16="http://schemas.microsoft.com/office/drawing/2014/main" id="{D6AED627-13D3-27CF-8865-03619DB8D80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"/>
          <a:stretch/>
        </p:blipFill>
        <p:spPr>
          <a:xfrm>
            <a:off x="6239222" y="2222344"/>
            <a:ext cx="5404343" cy="46135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1">
                <a:extLst>
                  <a:ext uri="{FF2B5EF4-FFF2-40B4-BE49-F238E27FC236}">
                    <a16:creationId xmlns:a16="http://schemas.microsoft.com/office/drawing/2014/main" id="{9E810EBD-A762-5142-D234-D8F587030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519595"/>
                  </p:ext>
                </p:extLst>
              </p:nvPr>
            </p:nvGraphicFramePr>
            <p:xfrm>
              <a:off x="5951190" y="192998"/>
              <a:ext cx="6070955" cy="201168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112540">
                      <a:extLst>
                        <a:ext uri="{9D8B030D-6E8A-4147-A177-3AD203B41FA5}">
                          <a16:colId xmlns:a16="http://schemas.microsoft.com/office/drawing/2014/main" val="1976998757"/>
                        </a:ext>
                      </a:extLst>
                    </a:gridCol>
                    <a:gridCol w="764871">
                      <a:extLst>
                        <a:ext uri="{9D8B030D-6E8A-4147-A177-3AD203B41FA5}">
                          <a16:colId xmlns:a16="http://schemas.microsoft.com/office/drawing/2014/main" val="594490529"/>
                        </a:ext>
                      </a:extLst>
                    </a:gridCol>
                    <a:gridCol w="903939">
                      <a:extLst>
                        <a:ext uri="{9D8B030D-6E8A-4147-A177-3AD203B41FA5}">
                          <a16:colId xmlns:a16="http://schemas.microsoft.com/office/drawing/2014/main" val="3579812432"/>
                        </a:ext>
                      </a:extLst>
                    </a:gridCol>
                    <a:gridCol w="834405">
                      <a:extLst>
                        <a:ext uri="{9D8B030D-6E8A-4147-A177-3AD203B41FA5}">
                          <a16:colId xmlns:a16="http://schemas.microsoft.com/office/drawing/2014/main" val="1538662707"/>
                        </a:ext>
                      </a:extLst>
                    </a:gridCol>
                    <a:gridCol w="834405">
                      <a:extLst>
                        <a:ext uri="{9D8B030D-6E8A-4147-A177-3AD203B41FA5}">
                          <a16:colId xmlns:a16="http://schemas.microsoft.com/office/drawing/2014/main" val="1012800387"/>
                        </a:ext>
                      </a:extLst>
                    </a:gridCol>
                    <a:gridCol w="834405">
                      <a:extLst>
                        <a:ext uri="{9D8B030D-6E8A-4147-A177-3AD203B41FA5}">
                          <a16:colId xmlns:a16="http://schemas.microsoft.com/office/drawing/2014/main" val="3908138410"/>
                        </a:ext>
                      </a:extLst>
                    </a:gridCol>
                    <a:gridCol w="786390">
                      <a:extLst>
                        <a:ext uri="{9D8B030D-6E8A-4147-A177-3AD203B41FA5}">
                          <a16:colId xmlns:a16="http://schemas.microsoft.com/office/drawing/2014/main" val="2274180384"/>
                        </a:ext>
                      </a:extLst>
                    </a:gridCol>
                  </a:tblGrid>
                  <a:tr h="2787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zh-CN" altLang="en-US" sz="1600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oMath>
                          </a14:m>
                          <a:r>
                            <a:rPr lang="zh-CN" altLang="en-US" sz="1600" b="0" dirty="0"/>
                            <a:t> </a:t>
                          </a:r>
                          <a:r>
                            <a:rPr lang="en-US" altLang="zh-CN" sz="1600" b="0" dirty="0"/>
                            <a:t>rad/s</a:t>
                          </a:r>
                          <a:endParaRPr lang="zh-CN" alt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11.7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zh-CN" altLang="en-US" sz="16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3276501"/>
                      </a:ext>
                    </a:extLst>
                  </a:tr>
                  <a:tr h="2787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600" b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oMath>
                          </a14:m>
                          <a:r>
                            <a:rPr lang="zh-CN" altLang="en-US" sz="1600" dirty="0"/>
                            <a:t> </a:t>
                          </a:r>
                          <a:r>
                            <a:rPr lang="en-US" altLang="zh-CN" sz="1600" dirty="0"/>
                            <a:t>dB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21.3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11.5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6.3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−5.2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−14.5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1871040"/>
                      </a:ext>
                    </a:extLst>
                  </a:tr>
                  <a:tr h="2787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  <m:r>
                                  <a:rPr lang="zh-CN" altLang="en-US" sz="16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smtClean="0">
                                        <a:latin typeface="Cambria Math" panose="02040503050406030204" pitchFamily="18" charset="0"/>
                                      </a:rPr>
                                      <m:t>°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−99°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−115°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−130°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−157°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−170°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−198°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910152"/>
                      </a:ext>
                    </a:extLst>
                  </a:tr>
                  <a:tr h="2787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600" b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oMath>
                          </a14:m>
                          <a:r>
                            <a:rPr lang="zh-CN" altLang="en-US" sz="1600" dirty="0"/>
                            <a:t> </a:t>
                          </a:r>
                          <a:r>
                            <a:rPr lang="en-US" altLang="zh-CN" sz="1600" dirty="0"/>
                            <a:t>dB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6.9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−12.8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8986486"/>
                      </a:ext>
                    </a:extLst>
                  </a:tr>
                  <a:tr h="2787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  <m:r>
                                  <a:rPr lang="zh-CN" altLang="en-US" sz="16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smtClean="0">
                                        <a:latin typeface="Cambria Math" panose="02040503050406030204" pitchFamily="18" charset="0"/>
                                      </a:rPr>
                                      <m:t>°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−5°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−14°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−28°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−95°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−158°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−202°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924495"/>
                      </a:ext>
                    </a:extLst>
                  </a:tr>
                  <a:tr h="2787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1.01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1.08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1.29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2.21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1.19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dirty="0" smtClean="0">
                                    <a:latin typeface="Cambria Math" panose="02040503050406030204" pitchFamily="18" charset="0"/>
                                  </a:rPr>
                                  <m:t>0.23</m:t>
                                </m:r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50582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1">
                <a:extLst>
                  <a:ext uri="{FF2B5EF4-FFF2-40B4-BE49-F238E27FC236}">
                    <a16:creationId xmlns:a16="http://schemas.microsoft.com/office/drawing/2014/main" id="{9E810EBD-A762-5142-D234-D8F587030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6519595"/>
                  </p:ext>
                </p:extLst>
              </p:nvPr>
            </p:nvGraphicFramePr>
            <p:xfrm>
              <a:off x="5951190" y="192998"/>
              <a:ext cx="6070955" cy="2011680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112540">
                      <a:extLst>
                        <a:ext uri="{9D8B030D-6E8A-4147-A177-3AD203B41FA5}">
                          <a16:colId xmlns:a16="http://schemas.microsoft.com/office/drawing/2014/main" val="1976998757"/>
                        </a:ext>
                      </a:extLst>
                    </a:gridCol>
                    <a:gridCol w="764871">
                      <a:extLst>
                        <a:ext uri="{9D8B030D-6E8A-4147-A177-3AD203B41FA5}">
                          <a16:colId xmlns:a16="http://schemas.microsoft.com/office/drawing/2014/main" val="594490529"/>
                        </a:ext>
                      </a:extLst>
                    </a:gridCol>
                    <a:gridCol w="903939">
                      <a:extLst>
                        <a:ext uri="{9D8B030D-6E8A-4147-A177-3AD203B41FA5}">
                          <a16:colId xmlns:a16="http://schemas.microsoft.com/office/drawing/2014/main" val="3579812432"/>
                        </a:ext>
                      </a:extLst>
                    </a:gridCol>
                    <a:gridCol w="834405">
                      <a:extLst>
                        <a:ext uri="{9D8B030D-6E8A-4147-A177-3AD203B41FA5}">
                          <a16:colId xmlns:a16="http://schemas.microsoft.com/office/drawing/2014/main" val="1538662707"/>
                        </a:ext>
                      </a:extLst>
                    </a:gridCol>
                    <a:gridCol w="834405">
                      <a:extLst>
                        <a:ext uri="{9D8B030D-6E8A-4147-A177-3AD203B41FA5}">
                          <a16:colId xmlns:a16="http://schemas.microsoft.com/office/drawing/2014/main" val="1012800387"/>
                        </a:ext>
                      </a:extLst>
                    </a:gridCol>
                    <a:gridCol w="834405">
                      <a:extLst>
                        <a:ext uri="{9D8B030D-6E8A-4147-A177-3AD203B41FA5}">
                          <a16:colId xmlns:a16="http://schemas.microsoft.com/office/drawing/2014/main" val="3908138410"/>
                        </a:ext>
                      </a:extLst>
                    </a:gridCol>
                    <a:gridCol w="786390">
                      <a:extLst>
                        <a:ext uri="{9D8B030D-6E8A-4147-A177-3AD203B41FA5}">
                          <a16:colId xmlns:a16="http://schemas.microsoft.com/office/drawing/2014/main" val="2274180384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t="-7407" r="-446591" b="-492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46667" t="-7407" r="-555000" b="-492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8451" t="-7407" r="-369014" b="-492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31818" t="-7407" r="-296970" b="-492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1818" t="-7407" r="-196970" b="-492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31818" t="-7407" r="-96970" b="-492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672581" t="-7407" r="-3226" b="-4925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327650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t="-111538" r="-446591" b="-4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46667" t="-111538" r="-555000" b="-4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8451" t="-111538" r="-369014" b="-4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31818" t="-111538" r="-296970" b="-4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1818" t="-111538" r="-196970" b="-4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31818" t="-111538" r="-96970" b="-4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672581" t="-111538" r="-3226" b="-41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187104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t="-203704" r="-446591" b="-29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46667" t="-203704" r="-555000" b="-29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8451" t="-203704" r="-369014" b="-29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31818" t="-203704" r="-296970" b="-29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1818" t="-203704" r="-196970" b="-29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31818" t="-203704" r="-96970" b="-29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672581" t="-203704" r="-3226" b="-2962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991015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t="-315385" r="-446591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46667" t="-315385" r="-555000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8451" t="-315385" r="-369014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31818" t="-315385" r="-296970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1818" t="-315385" r="-196970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31818" t="-315385" r="-96970" b="-2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672581" t="-315385" r="-3226" b="-2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98648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t="-400000" r="-44659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46667" t="-400000" r="-555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8451" t="-400000" r="-36901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31818" t="-400000" r="-29697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1818" t="-400000" r="-19697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31818" t="-400000" r="-9697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672581" t="-400000" r="-322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59244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t="-519231" r="-446591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46667" t="-519231" r="-55500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8451" t="-519231" r="-369014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31818" t="-519231" r="-29697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1818" t="-519231" r="-19697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31818" t="-519231" r="-9697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672581" t="-519231" r="-3226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50582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52928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闭环频率特性的特征量</a:t>
            </a:r>
          </a:p>
        </p:txBody>
      </p:sp>
      <p:grpSp>
        <p:nvGrpSpPr>
          <p:cNvPr id="64" name="坐标轴">
            <a:extLst>
              <a:ext uri="{FF2B5EF4-FFF2-40B4-BE49-F238E27FC236}">
                <a16:creationId xmlns:a16="http://schemas.microsoft.com/office/drawing/2014/main" id="{857598FC-ED6A-1874-7FB0-EA238ADF6AAE}"/>
              </a:ext>
            </a:extLst>
          </p:cNvPr>
          <p:cNvGrpSpPr/>
          <p:nvPr/>
        </p:nvGrpSpPr>
        <p:grpSpPr>
          <a:xfrm>
            <a:off x="7283136" y="165522"/>
            <a:ext cx="4788734" cy="2774885"/>
            <a:chOff x="7059016" y="2751270"/>
            <a:chExt cx="4788734" cy="2774885"/>
          </a:xfrm>
        </p:grpSpPr>
        <p:cxnSp>
          <p:nvCxnSpPr>
            <p:cNvPr id="65" name="实轴">
              <a:extLst>
                <a:ext uri="{FF2B5EF4-FFF2-40B4-BE49-F238E27FC236}">
                  <a16:creationId xmlns:a16="http://schemas.microsoft.com/office/drawing/2014/main" id="{1D152970-D949-43AB-9499-4DE84E3195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4813" y="5294668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虚轴">
              <a:extLst>
                <a:ext uri="{FF2B5EF4-FFF2-40B4-BE49-F238E27FC236}">
                  <a16:creationId xmlns:a16="http://schemas.microsoft.com/office/drawing/2014/main" id="{0FAA4D59-90C5-47EB-DB44-21621CE6C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3105" y="3097540"/>
              <a:ext cx="0" cy="219712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">
                  <a:extLst>
                    <a:ext uri="{FF2B5EF4-FFF2-40B4-BE49-F238E27FC236}">
                      <a16:creationId xmlns:a16="http://schemas.microsoft.com/office/drawing/2014/main" id="{693AC27B-2E65-BD0C-4A8F-CF8D03692E01}"/>
                    </a:ext>
                  </a:extLst>
                </p:cNvPr>
                <p:cNvSpPr txBox="1"/>
                <p:nvPr/>
              </p:nvSpPr>
              <p:spPr>
                <a:xfrm>
                  <a:off x="11271214" y="5002935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Re">
                  <a:extLst>
                    <a:ext uri="{FF2B5EF4-FFF2-40B4-BE49-F238E27FC236}">
                      <a16:creationId xmlns:a16="http://schemas.microsoft.com/office/drawing/2014/main" id="{693AC27B-2E65-BD0C-4A8F-CF8D03692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1214" y="5002935"/>
                  <a:ext cx="576536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Im">
                  <a:extLst>
                    <a:ext uri="{FF2B5EF4-FFF2-40B4-BE49-F238E27FC236}">
                      <a16:creationId xmlns:a16="http://schemas.microsoft.com/office/drawing/2014/main" id="{57E5C753-54BF-8847-0E92-B2AA4014E4AA}"/>
                    </a:ext>
                  </a:extLst>
                </p:cNvPr>
                <p:cNvSpPr txBox="1"/>
                <p:nvPr/>
              </p:nvSpPr>
              <p:spPr>
                <a:xfrm>
                  <a:off x="7602767" y="2751270"/>
                  <a:ext cx="576536" cy="10016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5" name="Im">
                  <a:extLst>
                    <a:ext uri="{FF2B5EF4-FFF2-40B4-BE49-F238E27FC236}">
                      <a16:creationId xmlns:a16="http://schemas.microsoft.com/office/drawing/2014/main" id="{57E5C753-54BF-8847-0E92-B2AA4014E4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2767" y="2751270"/>
                  <a:ext cx="576536" cy="1001684"/>
                </a:xfrm>
                <a:prstGeom prst="rect">
                  <a:avLst/>
                </a:prstGeom>
                <a:blipFill>
                  <a:blip r:embed="rId4"/>
                  <a:stretch>
                    <a:fillRect l="-4348" r="-67391" b="-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原点">
                  <a:extLst>
                    <a:ext uri="{FF2B5EF4-FFF2-40B4-BE49-F238E27FC236}">
                      <a16:creationId xmlns:a16="http://schemas.microsoft.com/office/drawing/2014/main" id="{A8824208-32CD-4896-8CBA-1B0F139E8C91}"/>
                    </a:ext>
                  </a:extLst>
                </p:cNvPr>
                <p:cNvSpPr txBox="1"/>
                <p:nvPr/>
              </p:nvSpPr>
              <p:spPr>
                <a:xfrm>
                  <a:off x="7059016" y="3458337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9" name="原点">
                  <a:extLst>
                    <a:ext uri="{FF2B5EF4-FFF2-40B4-BE49-F238E27FC236}">
                      <a16:creationId xmlns:a16="http://schemas.microsoft.com/office/drawing/2014/main" id="{A8824208-32CD-4896-8CBA-1B0F139E8C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9016" y="3458337"/>
                  <a:ext cx="545352" cy="5246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-90">
                <a:extLst>
                  <a:ext uri="{FF2B5EF4-FFF2-40B4-BE49-F238E27FC236}">
                    <a16:creationId xmlns:a16="http://schemas.microsoft.com/office/drawing/2014/main" id="{57C64AEB-B2FE-06CF-2F6F-E5746E815166}"/>
                  </a:ext>
                </a:extLst>
              </p:cNvPr>
              <p:cNvSpPr txBox="1"/>
              <p:nvPr/>
            </p:nvSpPr>
            <p:spPr>
              <a:xfrm>
                <a:off x="6722839" y="1581076"/>
                <a:ext cx="54535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0.707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0" name="-90">
                <a:extLst>
                  <a:ext uri="{FF2B5EF4-FFF2-40B4-BE49-F238E27FC236}">
                    <a16:creationId xmlns:a16="http://schemas.microsoft.com/office/drawing/2014/main" id="{57C64AEB-B2FE-06CF-2F6F-E5746E815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839" y="1581076"/>
                <a:ext cx="545352" cy="524695"/>
              </a:xfrm>
              <a:prstGeom prst="rect">
                <a:avLst/>
              </a:prstGeom>
              <a:blipFill>
                <a:blip r:embed="rId6"/>
                <a:stretch>
                  <a:fillRect l="-4545" r="-93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幅频">
            <a:extLst>
              <a:ext uri="{FF2B5EF4-FFF2-40B4-BE49-F238E27FC236}">
                <a16:creationId xmlns:a16="http://schemas.microsoft.com/office/drawing/2014/main" id="{F7105A78-0FDF-4F23-1F1F-996341FF3EAA}"/>
              </a:ext>
            </a:extLst>
          </p:cNvPr>
          <p:cNvSpPr/>
          <p:nvPr/>
        </p:nvSpPr>
        <p:spPr>
          <a:xfrm flipV="1">
            <a:off x="7823875" y="987215"/>
            <a:ext cx="3102192" cy="147489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76646"/>
              <a:gd name="connsiteY0" fmla="*/ 3107912 h 3107912"/>
              <a:gd name="connsiteX1" fmla="*/ 781818 w 2576646"/>
              <a:gd name="connsiteY1" fmla="*/ 2957193 h 3107912"/>
              <a:gd name="connsiteX2" fmla="*/ 1844313 w 2576646"/>
              <a:gd name="connsiteY2" fmla="*/ 1614121 h 3107912"/>
              <a:gd name="connsiteX3" fmla="*/ 2576646 w 2576646"/>
              <a:gd name="connsiteY3" fmla="*/ 0 h 3107912"/>
              <a:gd name="connsiteX0" fmla="*/ 0 w 2576646"/>
              <a:gd name="connsiteY0" fmla="*/ 3107912 h 3313271"/>
              <a:gd name="connsiteX1" fmla="*/ 1076695 w 2576646"/>
              <a:gd name="connsiteY1" fmla="*/ 3275289 h 3313271"/>
              <a:gd name="connsiteX2" fmla="*/ 1844313 w 2576646"/>
              <a:gd name="connsiteY2" fmla="*/ 1614121 h 3313271"/>
              <a:gd name="connsiteX3" fmla="*/ 2576646 w 2576646"/>
              <a:gd name="connsiteY3" fmla="*/ 0 h 3313271"/>
              <a:gd name="connsiteX0" fmla="*/ 0 w 1844313"/>
              <a:gd name="connsiteY0" fmla="*/ 1493791 h 1699150"/>
              <a:gd name="connsiteX1" fmla="*/ 1076695 w 1844313"/>
              <a:gd name="connsiteY1" fmla="*/ 1661168 h 1699150"/>
              <a:gd name="connsiteX2" fmla="*/ 1844313 w 1844313"/>
              <a:gd name="connsiteY2" fmla="*/ 0 h 1699150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851968"/>
              <a:gd name="connsiteX1" fmla="*/ 1129351 w 2307691"/>
              <a:gd name="connsiteY1" fmla="*/ 1820216 h 1851968"/>
              <a:gd name="connsiteX2" fmla="*/ 2307691 w 2307691"/>
              <a:gd name="connsiteY2" fmla="*/ 0 h 1851968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23493"/>
              <a:gd name="connsiteX1" fmla="*/ 1108288 w 2286628"/>
              <a:gd name="connsiteY1" fmla="*/ 1820216 h 1823493"/>
              <a:gd name="connsiteX2" fmla="*/ 2286628 w 2286628"/>
              <a:gd name="connsiteY2" fmla="*/ 0 h 1823493"/>
              <a:gd name="connsiteX0" fmla="*/ 0 w 2286628"/>
              <a:gd name="connsiteY0" fmla="*/ 1370086 h 1824278"/>
              <a:gd name="connsiteX1" fmla="*/ 1108288 w 2286628"/>
              <a:gd name="connsiteY1" fmla="*/ 1820216 h 1824278"/>
              <a:gd name="connsiteX2" fmla="*/ 2286628 w 2286628"/>
              <a:gd name="connsiteY2" fmla="*/ 0 h 182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628" h="1824278">
                <a:moveTo>
                  <a:pt x="0" y="1370086"/>
                </a:moveTo>
                <a:cubicBezTo>
                  <a:pt x="394003" y="1331628"/>
                  <a:pt x="830129" y="1876346"/>
                  <a:pt x="1108288" y="1820216"/>
                </a:cubicBezTo>
                <a:cubicBezTo>
                  <a:pt x="1409238" y="1711972"/>
                  <a:pt x="1577548" y="471921"/>
                  <a:pt x="2286628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/>
              <p:nvPr/>
            </p:nvSpPr>
            <p:spPr>
              <a:xfrm>
                <a:off x="9774555" y="2669305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555" y="2669305"/>
                <a:ext cx="545352" cy="523220"/>
              </a:xfrm>
              <a:prstGeom prst="rect">
                <a:avLst/>
              </a:prstGeom>
              <a:blipFill>
                <a:blip r:embed="rId7"/>
                <a:stretch>
                  <a:fillRect r="-9091"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4963" y="1005076"/>
            <a:ext cx="18718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零频值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m">
                <a:extLst>
                  <a:ext uri="{FF2B5EF4-FFF2-40B4-BE49-F238E27FC236}">
                    <a16:creationId xmlns:a16="http://schemas.microsoft.com/office/drawing/2014/main" id="{4AE0F520-E7E9-7338-0EB9-B3DB2E68D62F}"/>
                  </a:ext>
                </a:extLst>
              </p:cNvPr>
              <p:cNvSpPr txBox="1"/>
              <p:nvPr/>
            </p:nvSpPr>
            <p:spPr>
              <a:xfrm>
                <a:off x="2566814" y="1030728"/>
                <a:ext cx="2016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Im">
                <a:extLst>
                  <a:ext uri="{FF2B5EF4-FFF2-40B4-BE49-F238E27FC236}">
                    <a16:creationId xmlns:a16="http://schemas.microsoft.com/office/drawing/2014/main" id="{4AE0F520-E7E9-7338-0EB9-B3DB2E68D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814" y="1030728"/>
                <a:ext cx="2016224" cy="524695"/>
              </a:xfrm>
              <a:prstGeom prst="rect">
                <a:avLst/>
              </a:prstGeom>
              <a:blipFill>
                <a:blip r:embed="rId8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小标题1">
            <a:extLst>
              <a:ext uri="{FF2B5EF4-FFF2-40B4-BE49-F238E27FC236}">
                <a16:creationId xmlns:a16="http://schemas.microsoft.com/office/drawing/2014/main" id="{D01CA5FE-85E2-2F4C-3A96-BF3D36C646FB}"/>
              </a:ext>
            </a:extLst>
          </p:cNvPr>
          <p:cNvSpPr/>
          <p:nvPr/>
        </p:nvSpPr>
        <p:spPr bwMode="auto">
          <a:xfrm>
            <a:off x="334963" y="1717536"/>
            <a:ext cx="18718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谐振频率</a:t>
            </a:r>
          </a:p>
        </p:txBody>
      </p:sp>
      <p:sp>
        <p:nvSpPr>
          <p:cNvPr id="6" name="小标题1">
            <a:extLst>
              <a:ext uri="{FF2B5EF4-FFF2-40B4-BE49-F238E27FC236}">
                <a16:creationId xmlns:a16="http://schemas.microsoft.com/office/drawing/2014/main" id="{8247D901-1E6F-6FAD-1FF7-60B303A87341}"/>
              </a:ext>
            </a:extLst>
          </p:cNvPr>
          <p:cNvSpPr/>
          <p:nvPr/>
        </p:nvSpPr>
        <p:spPr bwMode="auto">
          <a:xfrm>
            <a:off x="3311454" y="1680629"/>
            <a:ext cx="18718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谐振峰值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m">
                <a:extLst>
                  <a:ext uri="{FF2B5EF4-FFF2-40B4-BE49-F238E27FC236}">
                    <a16:creationId xmlns:a16="http://schemas.microsoft.com/office/drawing/2014/main" id="{12A3510F-62F1-BDF3-96A2-CABF05BA728A}"/>
                  </a:ext>
                </a:extLst>
              </p:cNvPr>
              <p:cNvSpPr txBox="1"/>
              <p:nvPr/>
            </p:nvSpPr>
            <p:spPr>
              <a:xfrm>
                <a:off x="2540149" y="1706282"/>
                <a:ext cx="602729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Im">
                <a:extLst>
                  <a:ext uri="{FF2B5EF4-FFF2-40B4-BE49-F238E27FC236}">
                    <a16:creationId xmlns:a16="http://schemas.microsoft.com/office/drawing/2014/main" id="{12A3510F-62F1-BDF3-96A2-CABF05BA7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149" y="1706282"/>
                <a:ext cx="602729" cy="5246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Im">
                <a:extLst>
                  <a:ext uri="{FF2B5EF4-FFF2-40B4-BE49-F238E27FC236}">
                    <a16:creationId xmlns:a16="http://schemas.microsoft.com/office/drawing/2014/main" id="{14D684EB-EAAC-0E9D-8BD0-7E0C3082AB4B}"/>
                  </a:ext>
                </a:extLst>
              </p:cNvPr>
              <p:cNvSpPr txBox="1"/>
              <p:nvPr/>
            </p:nvSpPr>
            <p:spPr>
              <a:xfrm>
                <a:off x="5352037" y="1731934"/>
                <a:ext cx="602729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Im">
                <a:extLst>
                  <a:ext uri="{FF2B5EF4-FFF2-40B4-BE49-F238E27FC236}">
                    <a16:creationId xmlns:a16="http://schemas.microsoft.com/office/drawing/2014/main" id="{14D684EB-EAAC-0E9D-8BD0-7E0C3082A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037" y="1731934"/>
                <a:ext cx="602729" cy="524695"/>
              </a:xfrm>
              <a:prstGeom prst="rect">
                <a:avLst/>
              </a:prstGeom>
              <a:blipFill>
                <a:blip r:embed="rId10"/>
                <a:stretch>
                  <a:fillRect l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说明3">
            <a:extLst>
              <a:ext uri="{FF2B5EF4-FFF2-40B4-BE49-F238E27FC236}">
                <a16:creationId xmlns:a16="http://schemas.microsoft.com/office/drawing/2014/main" id="{3AF59B0C-5B64-995B-5D5A-06DEF46FCA68}"/>
              </a:ext>
            </a:extLst>
          </p:cNvPr>
          <p:cNvSpPr txBox="1"/>
          <p:nvPr/>
        </p:nvSpPr>
        <p:spPr>
          <a:xfrm>
            <a:off x="375993" y="2467489"/>
            <a:ext cx="3215916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对二阶欠阻尼系统</a:t>
            </a:r>
            <a:endParaRPr kumimoji="1" lang="zh-CN" altLang="en-US" sz="2800" dirty="0">
              <a:solidFill>
                <a:srgbClr val="2980B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CC12C0C-C924-AC8B-53F8-6546E67B36F1}"/>
                  </a:ext>
                </a:extLst>
              </p:cNvPr>
              <p:cNvSpPr txBox="1"/>
              <p:nvPr/>
            </p:nvSpPr>
            <p:spPr>
              <a:xfrm>
                <a:off x="321528" y="3114817"/>
                <a:ext cx="3195783" cy="614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CC12C0C-C924-AC8B-53F8-6546E67B3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28" y="3114817"/>
                <a:ext cx="3195783" cy="614142"/>
              </a:xfrm>
              <a:prstGeom prst="rect">
                <a:avLst/>
              </a:prstGeom>
              <a:blipFill>
                <a:blip r:embed="rId1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69893AC-745D-DB0F-CA10-13DC99D55A78}"/>
                  </a:ext>
                </a:extLst>
              </p:cNvPr>
              <p:cNvSpPr txBox="1"/>
              <p:nvPr/>
            </p:nvSpPr>
            <p:spPr>
              <a:xfrm>
                <a:off x="3671819" y="3021262"/>
                <a:ext cx="2732511" cy="795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69893AC-745D-DB0F-CA10-13DC99D55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819" y="3021262"/>
                <a:ext cx="2732511" cy="795026"/>
              </a:xfrm>
              <a:prstGeom prst="rect">
                <a:avLst/>
              </a:prstGeom>
              <a:blipFill>
                <a:blip r:embed="rId12"/>
                <a:stretch>
                  <a:fillRect l="-922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小标题1">
            <a:extLst>
              <a:ext uri="{FF2B5EF4-FFF2-40B4-BE49-F238E27FC236}">
                <a16:creationId xmlns:a16="http://schemas.microsoft.com/office/drawing/2014/main" id="{FF6506F1-B4CC-415E-ACEE-9983F7466EDF}"/>
              </a:ext>
            </a:extLst>
          </p:cNvPr>
          <p:cNvSpPr/>
          <p:nvPr/>
        </p:nvSpPr>
        <p:spPr bwMode="auto">
          <a:xfrm>
            <a:off x="345357" y="3863592"/>
            <a:ext cx="18718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带宽频率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Im">
                <a:extLst>
                  <a:ext uri="{FF2B5EF4-FFF2-40B4-BE49-F238E27FC236}">
                    <a16:creationId xmlns:a16="http://schemas.microsoft.com/office/drawing/2014/main" id="{C9BF8CDF-995A-E7C7-27A7-B9048E8EBEFB}"/>
                  </a:ext>
                </a:extLst>
              </p:cNvPr>
              <p:cNvSpPr txBox="1"/>
              <p:nvPr/>
            </p:nvSpPr>
            <p:spPr>
              <a:xfrm>
                <a:off x="2522216" y="3845134"/>
                <a:ext cx="602729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Im">
                <a:extLst>
                  <a:ext uri="{FF2B5EF4-FFF2-40B4-BE49-F238E27FC236}">
                    <a16:creationId xmlns:a16="http://schemas.microsoft.com/office/drawing/2014/main" id="{C9BF8CDF-995A-E7C7-27A7-B9048E8E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216" y="3845134"/>
                <a:ext cx="602729" cy="5246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说明3">
                <a:extLst>
                  <a:ext uri="{FF2B5EF4-FFF2-40B4-BE49-F238E27FC236}">
                    <a16:creationId xmlns:a16="http://schemas.microsoft.com/office/drawing/2014/main" id="{618B831D-A56A-EB94-8BCB-28A035DE332E}"/>
                  </a:ext>
                </a:extLst>
              </p:cNvPr>
              <p:cNvSpPr txBox="1"/>
              <p:nvPr/>
            </p:nvSpPr>
            <p:spPr>
              <a:xfrm>
                <a:off x="345357" y="4621449"/>
                <a:ext cx="6282839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2980B9"/>
                    </a:solidFill>
                  </a:rPr>
                  <a:t>下降到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0.707</m:t>
                    </m:r>
                  </m:oMath>
                </a14:m>
                <a:r>
                  <a:rPr lang="en-US" altLang="zh-CN" sz="2800" dirty="0">
                    <a:solidFill>
                      <a:srgbClr val="2980B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2980B9"/>
                    </a:solidFill>
                  </a:rPr>
                  <a:t>时对应的频率值</a:t>
                </a:r>
              </a:p>
            </p:txBody>
          </p:sp>
        </mc:Choice>
        <mc:Fallback xmlns="">
          <p:sp>
            <p:nvSpPr>
              <p:cNvPr id="20" name="说明3">
                <a:extLst>
                  <a:ext uri="{FF2B5EF4-FFF2-40B4-BE49-F238E27FC236}">
                    <a16:creationId xmlns:a16="http://schemas.microsoft.com/office/drawing/2014/main" id="{618B831D-A56A-EB94-8BCB-28A035DE3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57" y="4621449"/>
                <a:ext cx="6282839" cy="578882"/>
              </a:xfrm>
              <a:prstGeom prst="flowChartAlternateProcess">
                <a:avLst/>
              </a:prstGeom>
              <a:blipFill>
                <a:blip r:embed="rId14"/>
                <a:stretch>
                  <a:fillRect t="-4082" b="-20408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wg2">
                <a:extLst>
                  <a:ext uri="{FF2B5EF4-FFF2-40B4-BE49-F238E27FC236}">
                    <a16:creationId xmlns:a16="http://schemas.microsoft.com/office/drawing/2014/main" id="{5F4A1080-28B9-6682-F54F-54248820E162}"/>
                  </a:ext>
                </a:extLst>
              </p:cNvPr>
              <p:cNvSpPr txBox="1"/>
              <p:nvPr/>
            </p:nvSpPr>
            <p:spPr>
              <a:xfrm>
                <a:off x="9063778" y="2678797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wg2">
                <a:extLst>
                  <a:ext uri="{FF2B5EF4-FFF2-40B4-BE49-F238E27FC236}">
                    <a16:creationId xmlns:a16="http://schemas.microsoft.com/office/drawing/2014/main" id="{5F4A1080-28B9-6682-F54F-54248820E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3778" y="2678797"/>
                <a:ext cx="545352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虚线3">
            <a:extLst>
              <a:ext uri="{FF2B5EF4-FFF2-40B4-BE49-F238E27FC236}">
                <a16:creationId xmlns:a16="http://schemas.microsoft.com/office/drawing/2014/main" id="{6690078A-00C7-E959-81E4-A7D728E32345}"/>
              </a:ext>
            </a:extLst>
          </p:cNvPr>
          <p:cNvCxnSpPr>
            <a:cxnSpLocks/>
          </p:cNvCxnSpPr>
          <p:nvPr/>
        </p:nvCxnSpPr>
        <p:spPr>
          <a:xfrm>
            <a:off x="7787878" y="1771312"/>
            <a:ext cx="2195760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虚线3">
            <a:extLst>
              <a:ext uri="{FF2B5EF4-FFF2-40B4-BE49-F238E27FC236}">
                <a16:creationId xmlns:a16="http://schemas.microsoft.com/office/drawing/2014/main" id="{16FD9593-B7CB-C516-3DDF-396DA4BD03EF}"/>
              </a:ext>
            </a:extLst>
          </p:cNvPr>
          <p:cNvCxnSpPr>
            <a:cxnSpLocks/>
            <a:stCxn id="86" idx="1"/>
          </p:cNvCxnSpPr>
          <p:nvPr/>
        </p:nvCxnSpPr>
        <p:spPr>
          <a:xfrm>
            <a:off x="9327452" y="990499"/>
            <a:ext cx="0" cy="1718421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虚线3">
            <a:extLst>
              <a:ext uri="{FF2B5EF4-FFF2-40B4-BE49-F238E27FC236}">
                <a16:creationId xmlns:a16="http://schemas.microsoft.com/office/drawing/2014/main" id="{10C9C06E-6051-82D3-EBC2-411DD9BCAD70}"/>
              </a:ext>
            </a:extLst>
          </p:cNvPr>
          <p:cNvCxnSpPr>
            <a:cxnSpLocks/>
          </p:cNvCxnSpPr>
          <p:nvPr/>
        </p:nvCxnSpPr>
        <p:spPr>
          <a:xfrm>
            <a:off x="10019452" y="1771312"/>
            <a:ext cx="0" cy="907485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幅值裕度双箭头2">
            <a:extLst>
              <a:ext uri="{FF2B5EF4-FFF2-40B4-BE49-F238E27FC236}">
                <a16:creationId xmlns:a16="http://schemas.microsoft.com/office/drawing/2014/main" id="{39F152AD-C565-134D-7B55-647DC0EB88A6}"/>
              </a:ext>
            </a:extLst>
          </p:cNvPr>
          <p:cNvCxnSpPr>
            <a:cxnSpLocks/>
          </p:cNvCxnSpPr>
          <p:nvPr/>
        </p:nvCxnSpPr>
        <p:spPr>
          <a:xfrm>
            <a:off x="11091407" y="1005076"/>
            <a:ext cx="0" cy="1696680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虚线3">
            <a:extLst>
              <a:ext uri="{FF2B5EF4-FFF2-40B4-BE49-F238E27FC236}">
                <a16:creationId xmlns:a16="http://schemas.microsoft.com/office/drawing/2014/main" id="{9A994B11-BCE0-AA6E-562F-E01FEC8FECBD}"/>
              </a:ext>
            </a:extLst>
          </p:cNvPr>
          <p:cNvCxnSpPr>
            <a:cxnSpLocks/>
          </p:cNvCxnSpPr>
          <p:nvPr/>
        </p:nvCxnSpPr>
        <p:spPr>
          <a:xfrm>
            <a:off x="9327452" y="982765"/>
            <a:ext cx="1952330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07977311-A3E1-E509-D463-1C1694169C52}"/>
                  </a:ext>
                </a:extLst>
              </p:cNvPr>
              <p:cNvSpPr txBox="1"/>
              <p:nvPr/>
            </p:nvSpPr>
            <p:spPr>
              <a:xfrm>
                <a:off x="11111005" y="1446171"/>
                <a:ext cx="6732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07977311-A3E1-E509-D463-1C1694169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1005" y="1446171"/>
                <a:ext cx="673250" cy="523220"/>
              </a:xfrm>
              <a:prstGeom prst="rect">
                <a:avLst/>
              </a:prstGeom>
              <a:blipFill>
                <a:blip r:embed="rId16"/>
                <a:stretch>
                  <a:fillRect l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坐标轴">
            <a:extLst>
              <a:ext uri="{FF2B5EF4-FFF2-40B4-BE49-F238E27FC236}">
                <a16:creationId xmlns:a16="http://schemas.microsoft.com/office/drawing/2014/main" id="{89A33F89-8795-0EE8-FAED-482F645C2656}"/>
              </a:ext>
            </a:extLst>
          </p:cNvPr>
          <p:cNvGrpSpPr/>
          <p:nvPr/>
        </p:nvGrpSpPr>
        <p:grpSpPr>
          <a:xfrm>
            <a:off x="7787878" y="3192525"/>
            <a:ext cx="4284645" cy="2951960"/>
            <a:chOff x="7563105" y="2996931"/>
            <a:chExt cx="4284645" cy="2951960"/>
          </a:xfrm>
        </p:grpSpPr>
        <p:cxnSp>
          <p:nvCxnSpPr>
            <p:cNvPr id="51" name="实轴">
              <a:extLst>
                <a:ext uri="{FF2B5EF4-FFF2-40B4-BE49-F238E27FC236}">
                  <a16:creationId xmlns:a16="http://schemas.microsoft.com/office/drawing/2014/main" id="{813650B8-53EA-C2A2-8982-69B5CCAF2B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9102" y="4673566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虚轴">
              <a:extLst>
                <a:ext uri="{FF2B5EF4-FFF2-40B4-BE49-F238E27FC236}">
                  <a16:creationId xmlns:a16="http://schemas.microsoft.com/office/drawing/2014/main" id="{177637D8-3C01-EF82-AC21-E87A4C5D8B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3105" y="3097540"/>
              <a:ext cx="0" cy="2851351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">
                  <a:extLst>
                    <a:ext uri="{FF2B5EF4-FFF2-40B4-BE49-F238E27FC236}">
                      <a16:creationId xmlns:a16="http://schemas.microsoft.com/office/drawing/2014/main" id="{E0603BDF-319A-6396-A220-94D9B1D32F14}"/>
                    </a:ext>
                  </a:extLst>
                </p:cNvPr>
                <p:cNvSpPr txBox="1"/>
                <p:nvPr/>
              </p:nvSpPr>
              <p:spPr>
                <a:xfrm>
                  <a:off x="11271214" y="5002935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7" name="Re">
                  <a:extLst>
                    <a:ext uri="{FF2B5EF4-FFF2-40B4-BE49-F238E27FC236}">
                      <a16:creationId xmlns:a16="http://schemas.microsoft.com/office/drawing/2014/main" id="{E0603BDF-319A-6396-A220-94D9B1D32F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1214" y="5002935"/>
                  <a:ext cx="576536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Im">
                  <a:extLst>
                    <a:ext uri="{FF2B5EF4-FFF2-40B4-BE49-F238E27FC236}">
                      <a16:creationId xmlns:a16="http://schemas.microsoft.com/office/drawing/2014/main" id="{8EF5AE73-4D68-409C-65A3-3B4D0A77A278}"/>
                    </a:ext>
                  </a:extLst>
                </p:cNvPr>
                <p:cNvSpPr txBox="1"/>
                <p:nvPr/>
              </p:nvSpPr>
              <p:spPr>
                <a:xfrm>
                  <a:off x="7615872" y="2996931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dB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" name="Im">
                  <a:extLst>
                    <a:ext uri="{FF2B5EF4-FFF2-40B4-BE49-F238E27FC236}">
                      <a16:creationId xmlns:a16="http://schemas.microsoft.com/office/drawing/2014/main" id="{8EF5AE73-4D68-409C-65A3-3B4D0A77A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5872" y="2996931"/>
                  <a:ext cx="576536" cy="523220"/>
                </a:xfrm>
                <a:prstGeom prst="rect">
                  <a:avLst/>
                </a:prstGeom>
                <a:blipFill>
                  <a:blip r:embed="rId17"/>
                  <a:stretch>
                    <a:fillRect l="-6522" r="-154348" b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2" name="幅频">
            <a:extLst>
              <a:ext uri="{FF2B5EF4-FFF2-40B4-BE49-F238E27FC236}">
                <a16:creationId xmlns:a16="http://schemas.microsoft.com/office/drawing/2014/main" id="{A8ADEDFE-7E03-AFED-3DFB-C986D4F35BBB}"/>
              </a:ext>
            </a:extLst>
          </p:cNvPr>
          <p:cNvSpPr/>
          <p:nvPr/>
        </p:nvSpPr>
        <p:spPr>
          <a:xfrm flipV="1">
            <a:off x="7787444" y="4869160"/>
            <a:ext cx="3159342" cy="97910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76646"/>
              <a:gd name="connsiteY0" fmla="*/ 3107912 h 3107912"/>
              <a:gd name="connsiteX1" fmla="*/ 781818 w 2576646"/>
              <a:gd name="connsiteY1" fmla="*/ 2957193 h 3107912"/>
              <a:gd name="connsiteX2" fmla="*/ 1844313 w 2576646"/>
              <a:gd name="connsiteY2" fmla="*/ 1614121 h 3107912"/>
              <a:gd name="connsiteX3" fmla="*/ 2576646 w 2576646"/>
              <a:gd name="connsiteY3" fmla="*/ 0 h 3107912"/>
              <a:gd name="connsiteX0" fmla="*/ 0 w 2576646"/>
              <a:gd name="connsiteY0" fmla="*/ 3107912 h 3313271"/>
              <a:gd name="connsiteX1" fmla="*/ 1076695 w 2576646"/>
              <a:gd name="connsiteY1" fmla="*/ 3275289 h 3313271"/>
              <a:gd name="connsiteX2" fmla="*/ 1844313 w 2576646"/>
              <a:gd name="connsiteY2" fmla="*/ 1614121 h 3313271"/>
              <a:gd name="connsiteX3" fmla="*/ 2576646 w 2576646"/>
              <a:gd name="connsiteY3" fmla="*/ 0 h 3313271"/>
              <a:gd name="connsiteX0" fmla="*/ 0 w 1844313"/>
              <a:gd name="connsiteY0" fmla="*/ 1493791 h 1699150"/>
              <a:gd name="connsiteX1" fmla="*/ 1076695 w 1844313"/>
              <a:gd name="connsiteY1" fmla="*/ 1661168 h 1699150"/>
              <a:gd name="connsiteX2" fmla="*/ 1844313 w 1844313"/>
              <a:gd name="connsiteY2" fmla="*/ 0 h 1699150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851968"/>
              <a:gd name="connsiteX1" fmla="*/ 1129351 w 2307691"/>
              <a:gd name="connsiteY1" fmla="*/ 1820216 h 1851968"/>
              <a:gd name="connsiteX2" fmla="*/ 2307691 w 2307691"/>
              <a:gd name="connsiteY2" fmla="*/ 0 h 1851968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23493"/>
              <a:gd name="connsiteX1" fmla="*/ 1108288 w 2286628"/>
              <a:gd name="connsiteY1" fmla="*/ 1820216 h 1823493"/>
              <a:gd name="connsiteX2" fmla="*/ 2286628 w 2286628"/>
              <a:gd name="connsiteY2" fmla="*/ 0 h 1823493"/>
              <a:gd name="connsiteX0" fmla="*/ 0 w 2286628"/>
              <a:gd name="connsiteY0" fmla="*/ 1370086 h 1824278"/>
              <a:gd name="connsiteX1" fmla="*/ 1108288 w 2286628"/>
              <a:gd name="connsiteY1" fmla="*/ 1820216 h 1824278"/>
              <a:gd name="connsiteX2" fmla="*/ 2286628 w 2286628"/>
              <a:gd name="connsiteY2" fmla="*/ 0 h 1824278"/>
              <a:gd name="connsiteX0" fmla="*/ 0 w 2297159"/>
              <a:gd name="connsiteY0" fmla="*/ 574847 h 1821930"/>
              <a:gd name="connsiteX1" fmla="*/ 1118819 w 2297159"/>
              <a:gd name="connsiteY1" fmla="*/ 1820216 h 1821930"/>
              <a:gd name="connsiteX2" fmla="*/ 2297159 w 2297159"/>
              <a:gd name="connsiteY2" fmla="*/ 0 h 1821930"/>
              <a:gd name="connsiteX0" fmla="*/ 0 w 2297159"/>
              <a:gd name="connsiteY0" fmla="*/ 574847 h 574847"/>
              <a:gd name="connsiteX1" fmla="*/ 1203069 w 2297159"/>
              <a:gd name="connsiteY1" fmla="*/ 547832 h 574847"/>
              <a:gd name="connsiteX2" fmla="*/ 2297159 w 2297159"/>
              <a:gd name="connsiteY2" fmla="*/ 0 h 574847"/>
              <a:gd name="connsiteX0" fmla="*/ 0 w 2328753"/>
              <a:gd name="connsiteY0" fmla="*/ 1175695 h 1175695"/>
              <a:gd name="connsiteX1" fmla="*/ 1203069 w 2328753"/>
              <a:gd name="connsiteY1" fmla="*/ 1148680 h 1175695"/>
              <a:gd name="connsiteX2" fmla="*/ 2328753 w 2328753"/>
              <a:gd name="connsiteY2" fmla="*/ 0 h 1175695"/>
              <a:gd name="connsiteX0" fmla="*/ 0 w 2328753"/>
              <a:gd name="connsiteY0" fmla="*/ 1175695 h 1175695"/>
              <a:gd name="connsiteX1" fmla="*/ 1203069 w 2328753"/>
              <a:gd name="connsiteY1" fmla="*/ 1148680 h 1175695"/>
              <a:gd name="connsiteX2" fmla="*/ 2328753 w 2328753"/>
              <a:gd name="connsiteY2" fmla="*/ 0 h 1175695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11041 h 1211041"/>
              <a:gd name="connsiteX1" fmla="*/ 1203069 w 2328753"/>
              <a:gd name="connsiteY1" fmla="*/ 1201697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203069 w 2328753"/>
              <a:gd name="connsiteY1" fmla="*/ 1201697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087224 w 2328753"/>
              <a:gd name="connsiteY1" fmla="*/ 1166354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129349 w 2328753"/>
              <a:gd name="connsiteY1" fmla="*/ 1166354 h 1211041"/>
              <a:gd name="connsiteX2" fmla="*/ 2328753 w 2328753"/>
              <a:gd name="connsiteY2" fmla="*/ 0 h 121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8753" h="1211041">
                <a:moveTo>
                  <a:pt x="0" y="1211041"/>
                </a:moveTo>
                <a:cubicBezTo>
                  <a:pt x="478254" y="1172583"/>
                  <a:pt x="756410" y="1169469"/>
                  <a:pt x="1129349" y="1166354"/>
                </a:cubicBezTo>
                <a:cubicBezTo>
                  <a:pt x="1430299" y="1058110"/>
                  <a:pt x="1756580" y="577953"/>
                  <a:pt x="2328753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幅频">
            <a:extLst>
              <a:ext uri="{FF2B5EF4-FFF2-40B4-BE49-F238E27FC236}">
                <a16:creationId xmlns:a16="http://schemas.microsoft.com/office/drawing/2014/main" id="{56FE22F1-1AAB-E7D3-F6A2-FCEAD603DBE1}"/>
              </a:ext>
            </a:extLst>
          </p:cNvPr>
          <p:cNvSpPr/>
          <p:nvPr/>
        </p:nvSpPr>
        <p:spPr>
          <a:xfrm flipV="1">
            <a:off x="7796968" y="3778547"/>
            <a:ext cx="3130767" cy="199351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76646"/>
              <a:gd name="connsiteY0" fmla="*/ 3107912 h 3107912"/>
              <a:gd name="connsiteX1" fmla="*/ 781818 w 2576646"/>
              <a:gd name="connsiteY1" fmla="*/ 2957193 h 3107912"/>
              <a:gd name="connsiteX2" fmla="*/ 1844313 w 2576646"/>
              <a:gd name="connsiteY2" fmla="*/ 1614121 h 3107912"/>
              <a:gd name="connsiteX3" fmla="*/ 2576646 w 2576646"/>
              <a:gd name="connsiteY3" fmla="*/ 0 h 3107912"/>
              <a:gd name="connsiteX0" fmla="*/ 0 w 2576646"/>
              <a:gd name="connsiteY0" fmla="*/ 3107912 h 3313271"/>
              <a:gd name="connsiteX1" fmla="*/ 1076695 w 2576646"/>
              <a:gd name="connsiteY1" fmla="*/ 3275289 h 3313271"/>
              <a:gd name="connsiteX2" fmla="*/ 1844313 w 2576646"/>
              <a:gd name="connsiteY2" fmla="*/ 1614121 h 3313271"/>
              <a:gd name="connsiteX3" fmla="*/ 2576646 w 2576646"/>
              <a:gd name="connsiteY3" fmla="*/ 0 h 3313271"/>
              <a:gd name="connsiteX0" fmla="*/ 0 w 1844313"/>
              <a:gd name="connsiteY0" fmla="*/ 1493791 h 1699150"/>
              <a:gd name="connsiteX1" fmla="*/ 1076695 w 1844313"/>
              <a:gd name="connsiteY1" fmla="*/ 1661168 h 1699150"/>
              <a:gd name="connsiteX2" fmla="*/ 1844313 w 1844313"/>
              <a:gd name="connsiteY2" fmla="*/ 0 h 1699150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851968"/>
              <a:gd name="connsiteX1" fmla="*/ 1129351 w 2307691"/>
              <a:gd name="connsiteY1" fmla="*/ 1820216 h 1851968"/>
              <a:gd name="connsiteX2" fmla="*/ 2307691 w 2307691"/>
              <a:gd name="connsiteY2" fmla="*/ 0 h 1851968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23493"/>
              <a:gd name="connsiteX1" fmla="*/ 1108288 w 2286628"/>
              <a:gd name="connsiteY1" fmla="*/ 1820216 h 1823493"/>
              <a:gd name="connsiteX2" fmla="*/ 2286628 w 2286628"/>
              <a:gd name="connsiteY2" fmla="*/ 0 h 1823493"/>
              <a:gd name="connsiteX0" fmla="*/ 0 w 2286628"/>
              <a:gd name="connsiteY0" fmla="*/ 1370086 h 1824278"/>
              <a:gd name="connsiteX1" fmla="*/ 1108288 w 2286628"/>
              <a:gd name="connsiteY1" fmla="*/ 1820216 h 1824278"/>
              <a:gd name="connsiteX2" fmla="*/ 2286628 w 2286628"/>
              <a:gd name="connsiteY2" fmla="*/ 0 h 1824278"/>
              <a:gd name="connsiteX0" fmla="*/ 0 w 2297159"/>
              <a:gd name="connsiteY0" fmla="*/ 574847 h 1821930"/>
              <a:gd name="connsiteX1" fmla="*/ 1118819 w 2297159"/>
              <a:gd name="connsiteY1" fmla="*/ 1820216 h 1821930"/>
              <a:gd name="connsiteX2" fmla="*/ 2297159 w 2297159"/>
              <a:gd name="connsiteY2" fmla="*/ 0 h 1821930"/>
              <a:gd name="connsiteX0" fmla="*/ 0 w 2297159"/>
              <a:gd name="connsiteY0" fmla="*/ 574847 h 574847"/>
              <a:gd name="connsiteX1" fmla="*/ 1203069 w 2297159"/>
              <a:gd name="connsiteY1" fmla="*/ 547832 h 574847"/>
              <a:gd name="connsiteX2" fmla="*/ 2297159 w 2297159"/>
              <a:gd name="connsiteY2" fmla="*/ 0 h 574847"/>
              <a:gd name="connsiteX0" fmla="*/ 0 w 2328753"/>
              <a:gd name="connsiteY0" fmla="*/ 1175695 h 1175695"/>
              <a:gd name="connsiteX1" fmla="*/ 1203069 w 2328753"/>
              <a:gd name="connsiteY1" fmla="*/ 1148680 h 1175695"/>
              <a:gd name="connsiteX2" fmla="*/ 2328753 w 2328753"/>
              <a:gd name="connsiteY2" fmla="*/ 0 h 1175695"/>
              <a:gd name="connsiteX0" fmla="*/ 0 w 2328753"/>
              <a:gd name="connsiteY0" fmla="*/ 1175695 h 1175695"/>
              <a:gd name="connsiteX1" fmla="*/ 1203069 w 2328753"/>
              <a:gd name="connsiteY1" fmla="*/ 1148680 h 1175695"/>
              <a:gd name="connsiteX2" fmla="*/ 2328753 w 2328753"/>
              <a:gd name="connsiteY2" fmla="*/ 0 h 1175695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11041 h 1211041"/>
              <a:gd name="connsiteX1" fmla="*/ 1203069 w 2328753"/>
              <a:gd name="connsiteY1" fmla="*/ 1201697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203069 w 2328753"/>
              <a:gd name="connsiteY1" fmla="*/ 1201697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2328753 w 2328753"/>
              <a:gd name="connsiteY1" fmla="*/ 0 h 1211041"/>
              <a:gd name="connsiteX0" fmla="*/ 0 w 2434066"/>
              <a:gd name="connsiteY0" fmla="*/ 2748506 h 2748506"/>
              <a:gd name="connsiteX1" fmla="*/ 2434066 w 2434066"/>
              <a:gd name="connsiteY1" fmla="*/ 0 h 2748506"/>
              <a:gd name="connsiteX0" fmla="*/ 0 w 2307690"/>
              <a:gd name="connsiteY0" fmla="*/ 2465754 h 2465754"/>
              <a:gd name="connsiteX1" fmla="*/ 2307690 w 2307690"/>
              <a:gd name="connsiteY1" fmla="*/ 0 h 246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07690" h="2465754">
                <a:moveTo>
                  <a:pt x="0" y="2465754"/>
                </a:moveTo>
                <a:lnTo>
                  <a:pt x="2307690" y="0"/>
                </a:ln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Im">
                <a:extLst>
                  <a:ext uri="{FF2B5EF4-FFF2-40B4-BE49-F238E27FC236}">
                    <a16:creationId xmlns:a16="http://schemas.microsoft.com/office/drawing/2014/main" id="{201B32EF-85DA-FEFB-4063-19BDF9DB05F0}"/>
                  </a:ext>
                </a:extLst>
              </p:cNvPr>
              <p:cNvSpPr txBox="1"/>
              <p:nvPr/>
            </p:nvSpPr>
            <p:spPr>
              <a:xfrm>
                <a:off x="8801056" y="4016572"/>
                <a:ext cx="19469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−20</m:t>
                    </m:r>
                  </m:oMath>
                </a14:m>
                <a:r>
                  <a:rPr lang="en-US" altLang="zh-CN" sz="2800" dirty="0"/>
                  <a:t>dB/dec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68" name="Im">
                <a:extLst>
                  <a:ext uri="{FF2B5EF4-FFF2-40B4-BE49-F238E27FC236}">
                    <a16:creationId xmlns:a16="http://schemas.microsoft.com/office/drawing/2014/main" id="{201B32EF-85DA-FEFB-4063-19BDF9DB0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056" y="4016572"/>
                <a:ext cx="1946997" cy="523220"/>
              </a:xfrm>
              <a:prstGeom prst="rect">
                <a:avLst/>
              </a:prstGeom>
              <a:blipFill>
                <a:blip r:embed="rId19"/>
                <a:stretch>
                  <a:fillRect t="-11905" r="-2597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虚线3">
            <a:extLst>
              <a:ext uri="{FF2B5EF4-FFF2-40B4-BE49-F238E27FC236}">
                <a16:creationId xmlns:a16="http://schemas.microsoft.com/office/drawing/2014/main" id="{7E442BE9-F054-95B7-0BC7-4AE02E1B7814}"/>
              </a:ext>
            </a:extLst>
          </p:cNvPr>
          <p:cNvCxnSpPr>
            <a:cxnSpLocks/>
          </p:cNvCxnSpPr>
          <p:nvPr/>
        </p:nvCxnSpPr>
        <p:spPr>
          <a:xfrm>
            <a:off x="7771854" y="5040936"/>
            <a:ext cx="1837276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重要1">
            <a:extLst>
              <a:ext uri="{FF2B5EF4-FFF2-40B4-BE49-F238E27FC236}">
                <a16:creationId xmlns:a16="http://schemas.microsoft.com/office/drawing/2014/main" id="{CF2CC92D-A570-B470-0D8A-2F4583DB149C}"/>
              </a:ext>
            </a:extLst>
          </p:cNvPr>
          <p:cNvSpPr txBox="1"/>
          <p:nvPr/>
        </p:nvSpPr>
        <p:spPr>
          <a:xfrm>
            <a:off x="321528" y="5399160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8DEA61DB-6AA0-8B9E-FB90-A736073D754A}"/>
                  </a:ext>
                </a:extLst>
              </p:cNvPr>
              <p:cNvSpPr txBox="1"/>
              <p:nvPr/>
            </p:nvSpPr>
            <p:spPr>
              <a:xfrm>
                <a:off x="1101569" y="5359402"/>
                <a:ext cx="3841502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𝑇𝑠</m:t>
                        </m:r>
                      </m:den>
                    </m:f>
                  </m:oMath>
                </a14:m>
                <a:r>
                  <a:rPr lang="zh-CN" altLang="en-US" sz="28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8DEA61DB-6AA0-8B9E-FB90-A736073D7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69" y="5359402"/>
                <a:ext cx="3841502" cy="703013"/>
              </a:xfrm>
              <a:prstGeom prst="rect">
                <a:avLst/>
              </a:prstGeom>
              <a:blipFill>
                <a:blip r:embed="rId20"/>
                <a:stretch>
                  <a:fillRect l="-658" b="-8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A2BB0C7A-9998-2FFF-A45A-D7D438BF4ED8}"/>
                  </a:ext>
                </a:extLst>
              </p:cNvPr>
              <p:cNvSpPr txBox="1"/>
              <p:nvPr/>
            </p:nvSpPr>
            <p:spPr>
              <a:xfrm>
                <a:off x="1092479" y="6045676"/>
                <a:ext cx="4642677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𝑇𝑠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zh-CN" altLang="en-US" sz="28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A2BB0C7A-9998-2FFF-A45A-D7D438BF4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479" y="6045676"/>
                <a:ext cx="4642677" cy="703013"/>
              </a:xfrm>
              <a:prstGeom prst="rect">
                <a:avLst/>
              </a:prstGeom>
              <a:blipFill>
                <a:blip r:embed="rId21"/>
                <a:stretch>
                  <a:fillRect l="-545"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3E6A6C25-CB22-1B66-991E-152CDE1D6ED3}"/>
                  </a:ext>
                </a:extLst>
              </p:cNvPr>
              <p:cNvSpPr txBox="1"/>
              <p:nvPr/>
            </p:nvSpPr>
            <p:spPr>
              <a:xfrm>
                <a:off x="5484076" y="6003303"/>
                <a:ext cx="3346533" cy="758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3E6A6C25-CB22-1B66-991E-152CDE1D6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076" y="6003303"/>
                <a:ext cx="3346533" cy="758413"/>
              </a:xfrm>
              <a:prstGeom prst="rect">
                <a:avLst/>
              </a:prstGeom>
              <a:blipFill>
                <a:blip r:embed="rId22"/>
                <a:stretch>
                  <a:fillRect l="-758"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AD6AE01C-C184-6497-B7DB-EDD829FE90FC}"/>
                  </a:ext>
                </a:extLst>
              </p:cNvPr>
              <p:cNvSpPr txBox="1"/>
              <p:nvPr/>
            </p:nvSpPr>
            <p:spPr>
              <a:xfrm>
                <a:off x="9338920" y="4309808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AD6AE01C-C184-6497-B7DB-EDD829FE9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920" y="4309808"/>
                <a:ext cx="545352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1BA398B2-0D94-9EDC-5ECD-7724037B9CE6}"/>
                  </a:ext>
                </a:extLst>
              </p:cNvPr>
              <p:cNvSpPr txBox="1"/>
              <p:nvPr/>
            </p:nvSpPr>
            <p:spPr>
              <a:xfrm>
                <a:off x="9333328" y="5076155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1BA398B2-0D94-9EDC-5ECD-7724037B9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328" y="5076155"/>
                <a:ext cx="545352" cy="523220"/>
              </a:xfrm>
              <a:prstGeom prst="rect">
                <a:avLst/>
              </a:prstGeom>
              <a:blipFill>
                <a:blip r:embed="rId24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原点">
                <a:extLst>
                  <a:ext uri="{FF2B5EF4-FFF2-40B4-BE49-F238E27FC236}">
                    <a16:creationId xmlns:a16="http://schemas.microsoft.com/office/drawing/2014/main" id="{8338F75B-3F86-8C50-6DF2-35D565ADC712}"/>
                  </a:ext>
                </a:extLst>
              </p:cNvPr>
              <p:cNvSpPr txBox="1"/>
              <p:nvPr/>
            </p:nvSpPr>
            <p:spPr>
              <a:xfrm>
                <a:off x="7084587" y="4817118"/>
                <a:ext cx="54535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原点">
                <a:extLst>
                  <a:ext uri="{FF2B5EF4-FFF2-40B4-BE49-F238E27FC236}">
                    <a16:creationId xmlns:a16="http://schemas.microsoft.com/office/drawing/2014/main" id="{8338F75B-3F86-8C50-6DF2-35D565ADC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587" y="4817118"/>
                <a:ext cx="545352" cy="524695"/>
              </a:xfrm>
              <a:prstGeom prst="rect">
                <a:avLst/>
              </a:prstGeom>
              <a:blipFill>
                <a:blip r:embed="rId25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535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6" grpId="0" animBg="1"/>
      <p:bldP spid="98" grpId="1"/>
      <p:bldP spid="32" grpId="0" animBg="1"/>
      <p:bldP spid="2" grpId="0"/>
      <p:bldP spid="4" grpId="0" animBg="1"/>
      <p:bldP spid="6" grpId="0" animBg="1"/>
      <p:bldP spid="8" grpId="0"/>
      <p:bldP spid="9" grpId="0"/>
      <p:bldP spid="11" grpId="0" animBg="1"/>
      <p:bldP spid="13" grpId="0"/>
      <p:bldP spid="15" grpId="0"/>
      <p:bldP spid="16" grpId="0" animBg="1"/>
      <p:bldP spid="17" grpId="0"/>
      <p:bldP spid="20" grpId="0" animBg="1"/>
      <p:bldP spid="23" grpId="0"/>
      <p:bldP spid="42" grpId="0"/>
      <p:bldP spid="62" grpId="0" animBg="1"/>
      <p:bldP spid="66" grpId="0" animBg="1"/>
      <p:bldP spid="68" grpId="0"/>
      <p:bldP spid="71" grpId="0" animBg="1"/>
      <p:bldP spid="72" grpId="0"/>
      <p:bldP spid="106" grpId="0"/>
      <p:bldP spid="107" grpId="0"/>
      <p:bldP spid="109" grpId="0"/>
      <p:bldP spid="110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68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闭环频率特性的特征量：二阶系统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3E6A6C25-CB22-1B66-991E-152CDE1D6ED3}"/>
                  </a:ext>
                </a:extLst>
              </p:cNvPr>
              <p:cNvSpPr txBox="1"/>
              <p:nvPr/>
            </p:nvSpPr>
            <p:spPr>
              <a:xfrm>
                <a:off x="397688" y="836712"/>
                <a:ext cx="4368567" cy="8364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zh-CN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ζ</m:t>
                        </m:r>
                        <m:sSub>
                          <m:sSub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zh-CN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  <a:endParaRPr lang="zh-CN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3E6A6C25-CB22-1B66-991E-152CDE1D6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88" y="836712"/>
                <a:ext cx="4368567" cy="836447"/>
              </a:xfrm>
              <a:prstGeom prst="rect">
                <a:avLst/>
              </a:prstGeom>
              <a:blipFill>
                <a:blip r:embed="rId3"/>
                <a:stretch>
                  <a:fillRect l="-870" b="-5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13A6A00-5838-29D7-1E8C-995B1772362B}"/>
                  </a:ext>
                </a:extLst>
              </p:cNvPr>
              <p:cNvSpPr txBox="1"/>
              <p:nvPr/>
            </p:nvSpPr>
            <p:spPr>
              <a:xfrm>
                <a:off x="-296730" y="1662730"/>
                <a:ext cx="4511683" cy="6141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1−2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13A6A00-5838-29D7-1E8C-995B17723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6730" y="1662730"/>
                <a:ext cx="4511683" cy="614142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09B745-15E6-044B-ED70-62F70A3DB731}"/>
                  </a:ext>
                </a:extLst>
              </p:cNvPr>
              <p:cNvSpPr txBox="1"/>
              <p:nvPr/>
            </p:nvSpPr>
            <p:spPr>
              <a:xfrm>
                <a:off x="478935" y="2348880"/>
                <a:ext cx="2384026" cy="795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09B745-15E6-044B-ED70-62F70A3DB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35" y="2348880"/>
                <a:ext cx="2384026" cy="795026"/>
              </a:xfrm>
              <a:prstGeom prst="rect">
                <a:avLst/>
              </a:prstGeom>
              <a:blipFill>
                <a:blip r:embed="rId5"/>
                <a:stretch>
                  <a:fillRect l="-1058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A3D48C4-8349-15E9-7814-A4EBB8F0DD6E}"/>
                  </a:ext>
                </a:extLst>
              </p:cNvPr>
              <p:cNvSpPr txBox="1"/>
              <p:nvPr/>
            </p:nvSpPr>
            <p:spPr>
              <a:xfrm>
                <a:off x="3632850" y="2132856"/>
                <a:ext cx="26975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ζ</m:t>
                      </m:r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≤0.707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A3D48C4-8349-15E9-7814-A4EBB8F0D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850" y="2132856"/>
                <a:ext cx="2697560" cy="52322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483AE36-B68B-CFBE-0340-C90A920DFDF2}"/>
                  </a:ext>
                </a:extLst>
              </p:cNvPr>
              <p:cNvSpPr txBox="1"/>
              <p:nvPr/>
            </p:nvSpPr>
            <p:spPr>
              <a:xfrm>
                <a:off x="320817" y="3140968"/>
                <a:ext cx="5745397" cy="1115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zh-CN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  <m:sup>
                                        <m:r>
                                          <a:rPr lang="zh-CN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ζ</m:t>
                                    </m:r>
                                    <m:sSub>
                                      <m:sSub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ω</m:t>
                                        </m:r>
                                      </m:e>
                                      <m:sub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483AE36-B68B-CFBE-0340-C90A920DF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17" y="3140968"/>
                <a:ext cx="5745397" cy="1115370"/>
              </a:xfrm>
              <a:prstGeom prst="rect">
                <a:avLst/>
              </a:prstGeom>
              <a:blipFill>
                <a:blip r:embed="rId7"/>
                <a:stretch>
                  <a:fillRect l="-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00B1B-A08E-E3D9-2742-010FEBC3B6EA}"/>
                  </a:ext>
                </a:extLst>
              </p:cNvPr>
              <p:cNvSpPr txBox="1"/>
              <p:nvPr/>
            </p:nvSpPr>
            <p:spPr>
              <a:xfrm>
                <a:off x="4865739" y="3284984"/>
                <a:ext cx="18877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0.707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00B1B-A08E-E3D9-2742-010FEBC3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739" y="3284984"/>
                <a:ext cx="188776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E40BFDE-BF6D-AF66-6B8A-757C1D1F8040}"/>
                  </a:ext>
                </a:extLst>
              </p:cNvPr>
              <p:cNvSpPr txBox="1"/>
              <p:nvPr/>
            </p:nvSpPr>
            <p:spPr>
              <a:xfrm>
                <a:off x="327411" y="4293096"/>
                <a:ext cx="6050507" cy="969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1−2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2−4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+4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ra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E40BFDE-BF6D-AF66-6B8A-757C1D1F8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11" y="4293096"/>
                <a:ext cx="6050507" cy="9691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BB82091-E82A-8373-4303-285C2DB4373E}"/>
                  </a:ext>
                </a:extLst>
              </p:cNvPr>
              <p:cNvSpPr txBox="1"/>
              <p:nvPr/>
            </p:nvSpPr>
            <p:spPr>
              <a:xfrm>
                <a:off x="268976" y="5301208"/>
                <a:ext cx="24637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ζ</m:t>
                          </m:r>
                        </m:den>
                      </m:f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BB82091-E82A-8373-4303-285C2DB43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5301208"/>
                <a:ext cx="2463750" cy="523220"/>
              </a:xfrm>
              <a:prstGeom prst="rect">
                <a:avLst/>
              </a:prstGeom>
              <a:blipFill>
                <a:blip r:embed="rId10"/>
                <a:stretch>
                  <a:fillRect t="-128571" b="-1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A1DCCD0-B63F-B675-541F-BB48050117CD}"/>
                  </a:ext>
                </a:extLst>
              </p:cNvPr>
              <p:cNvSpPr txBox="1"/>
              <p:nvPr/>
            </p:nvSpPr>
            <p:spPr>
              <a:xfrm>
                <a:off x="347358" y="5733256"/>
                <a:ext cx="6010612" cy="969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ζ</m:t>
                        </m:r>
                      </m:den>
                    </m:f>
                    <m:rad>
                      <m:radPr>
                        <m:degHide m:val="on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1−2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ζ</m:t>
                            </m:r>
                          </m:e>
                          <m: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2−4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ζ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+4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ζ</m:t>
                                </m:r>
                              </m:e>
                              <m:sup>
                                <m: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ra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A1DCCD0-B63F-B675-541F-BB4805011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58" y="5733256"/>
                <a:ext cx="6010612" cy="969176"/>
              </a:xfrm>
              <a:prstGeom prst="rect">
                <a:avLst/>
              </a:prstGeom>
              <a:blipFill>
                <a:blip r:embed="rId11"/>
                <a:stretch>
                  <a:fillRect b="-5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图片 35" descr="图表&#10;&#10;描述已自动生成">
            <a:extLst>
              <a:ext uri="{FF2B5EF4-FFF2-40B4-BE49-F238E27FC236}">
                <a16:creationId xmlns:a16="http://schemas.microsoft.com/office/drawing/2014/main" id="{7269FEF5-CF6B-1528-36E7-06AE41BF77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538" y="497876"/>
            <a:ext cx="4872003" cy="586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36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68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闭环频率特性的特征量：二阶系统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63434325-1DCC-D901-E77A-80258078D9B5}"/>
                  </a:ext>
                </a:extLst>
              </p:cNvPr>
              <p:cNvSpPr/>
              <p:nvPr/>
            </p:nvSpPr>
            <p:spPr bwMode="auto">
              <a:xfrm>
                <a:off x="334963" y="1005075"/>
                <a:ext cx="5904255" cy="1567149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实验测得某闭环系统的对数幅频特性如图所示，试确定系统的动态性能 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l-GR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%, </m:t>
                    </m:r>
                    <m:sSub>
                      <m:sSubPr>
                        <m:ctrlPr>
                          <a:rPr lang="en-US" altLang="zh-CN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3200" b="1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" altLang="zh-CN" sz="3200" b="1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63434325-1DCC-D901-E77A-80258078D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63" y="1005075"/>
                <a:ext cx="5904255" cy="156714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重要1">
            <a:extLst>
              <a:ext uri="{FF2B5EF4-FFF2-40B4-BE49-F238E27FC236}">
                <a16:creationId xmlns:a16="http://schemas.microsoft.com/office/drawing/2014/main" id="{9408B4B3-3426-A86E-2FF0-B652D79658C1}"/>
              </a:ext>
            </a:extLst>
          </p:cNvPr>
          <p:cNvSpPr txBox="1"/>
          <p:nvPr/>
        </p:nvSpPr>
        <p:spPr>
          <a:xfrm>
            <a:off x="334963" y="2780992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F705F6-2688-F1D4-38FA-40E8D5D67D70}"/>
              </a:ext>
            </a:extLst>
          </p:cNvPr>
          <p:cNvSpPr txBox="1"/>
          <p:nvPr/>
        </p:nvSpPr>
        <p:spPr>
          <a:xfrm>
            <a:off x="1264415" y="2825293"/>
            <a:ext cx="576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依图，可确定使欠阻尼二阶系统</a:t>
            </a:r>
            <a:endParaRPr lang="zh-CN" altLang="zh-CN" sz="2800" dirty="0">
              <a:solidFill>
                <a:schemeClr val="tx1"/>
              </a:solidFill>
            </a:endParaRPr>
          </a:p>
        </p:txBody>
      </p:sp>
      <p:grpSp>
        <p:nvGrpSpPr>
          <p:cNvPr id="6" name="坐标轴">
            <a:extLst>
              <a:ext uri="{FF2B5EF4-FFF2-40B4-BE49-F238E27FC236}">
                <a16:creationId xmlns:a16="http://schemas.microsoft.com/office/drawing/2014/main" id="{3E3CC84D-9A38-4E2E-5B57-601ACC54EBDF}"/>
              </a:ext>
            </a:extLst>
          </p:cNvPr>
          <p:cNvGrpSpPr/>
          <p:nvPr/>
        </p:nvGrpSpPr>
        <p:grpSpPr>
          <a:xfrm>
            <a:off x="7971143" y="334556"/>
            <a:ext cx="3884703" cy="2951960"/>
            <a:chOff x="7563105" y="2996931"/>
            <a:chExt cx="3884703" cy="2951960"/>
          </a:xfrm>
        </p:grpSpPr>
        <p:cxnSp>
          <p:nvCxnSpPr>
            <p:cNvPr id="7" name="实轴">
              <a:extLst>
                <a:ext uri="{FF2B5EF4-FFF2-40B4-BE49-F238E27FC236}">
                  <a16:creationId xmlns:a16="http://schemas.microsoft.com/office/drawing/2014/main" id="{E1042D9D-1962-27DF-DC1D-BF99E7163C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9102" y="4673566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虚轴">
              <a:extLst>
                <a:ext uri="{FF2B5EF4-FFF2-40B4-BE49-F238E27FC236}">
                  <a16:creationId xmlns:a16="http://schemas.microsoft.com/office/drawing/2014/main" id="{281EF3B2-73D3-9FD2-1AE1-50CE4A1B37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3105" y="3097540"/>
              <a:ext cx="0" cy="2851351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">
                  <a:extLst>
                    <a:ext uri="{FF2B5EF4-FFF2-40B4-BE49-F238E27FC236}">
                      <a16:creationId xmlns:a16="http://schemas.microsoft.com/office/drawing/2014/main" id="{09267B66-98AC-97ED-6830-A3935E3209BA}"/>
                    </a:ext>
                  </a:extLst>
                </p:cNvPr>
                <p:cNvSpPr txBox="1"/>
                <p:nvPr/>
              </p:nvSpPr>
              <p:spPr>
                <a:xfrm>
                  <a:off x="10871272" y="4039651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Re">
                  <a:extLst>
                    <a:ext uri="{FF2B5EF4-FFF2-40B4-BE49-F238E27FC236}">
                      <a16:creationId xmlns:a16="http://schemas.microsoft.com/office/drawing/2014/main" id="{09267B66-98AC-97ED-6830-A3935E320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1272" y="4039651"/>
                  <a:ext cx="576536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Im">
                  <a:extLst>
                    <a:ext uri="{FF2B5EF4-FFF2-40B4-BE49-F238E27FC236}">
                      <a16:creationId xmlns:a16="http://schemas.microsoft.com/office/drawing/2014/main" id="{AC8AE64C-8182-527D-4CB0-1AE09FBB7957}"/>
                    </a:ext>
                  </a:extLst>
                </p:cNvPr>
                <p:cNvSpPr txBox="1"/>
                <p:nvPr/>
              </p:nvSpPr>
              <p:spPr>
                <a:xfrm>
                  <a:off x="7615872" y="2996931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dB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" name="Im">
                  <a:extLst>
                    <a:ext uri="{FF2B5EF4-FFF2-40B4-BE49-F238E27FC236}">
                      <a16:creationId xmlns:a16="http://schemas.microsoft.com/office/drawing/2014/main" id="{AC8AE64C-8182-527D-4CB0-1AE09FBB7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5872" y="2996931"/>
                  <a:ext cx="576536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4255" r="-168085" b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幅频">
            <a:extLst>
              <a:ext uri="{FF2B5EF4-FFF2-40B4-BE49-F238E27FC236}">
                <a16:creationId xmlns:a16="http://schemas.microsoft.com/office/drawing/2014/main" id="{81A0FFA7-6D64-EAF7-13CB-FBF980E76ABE}"/>
              </a:ext>
            </a:extLst>
          </p:cNvPr>
          <p:cNvSpPr/>
          <p:nvPr/>
        </p:nvSpPr>
        <p:spPr>
          <a:xfrm flipV="1">
            <a:off x="7970709" y="1547258"/>
            <a:ext cx="3259354" cy="144303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76646"/>
              <a:gd name="connsiteY0" fmla="*/ 3107912 h 3107912"/>
              <a:gd name="connsiteX1" fmla="*/ 781818 w 2576646"/>
              <a:gd name="connsiteY1" fmla="*/ 2957193 h 3107912"/>
              <a:gd name="connsiteX2" fmla="*/ 1844313 w 2576646"/>
              <a:gd name="connsiteY2" fmla="*/ 1614121 h 3107912"/>
              <a:gd name="connsiteX3" fmla="*/ 2576646 w 2576646"/>
              <a:gd name="connsiteY3" fmla="*/ 0 h 3107912"/>
              <a:gd name="connsiteX0" fmla="*/ 0 w 2576646"/>
              <a:gd name="connsiteY0" fmla="*/ 3107912 h 3313271"/>
              <a:gd name="connsiteX1" fmla="*/ 1076695 w 2576646"/>
              <a:gd name="connsiteY1" fmla="*/ 3275289 h 3313271"/>
              <a:gd name="connsiteX2" fmla="*/ 1844313 w 2576646"/>
              <a:gd name="connsiteY2" fmla="*/ 1614121 h 3313271"/>
              <a:gd name="connsiteX3" fmla="*/ 2576646 w 2576646"/>
              <a:gd name="connsiteY3" fmla="*/ 0 h 3313271"/>
              <a:gd name="connsiteX0" fmla="*/ 0 w 1844313"/>
              <a:gd name="connsiteY0" fmla="*/ 1493791 h 1699150"/>
              <a:gd name="connsiteX1" fmla="*/ 1076695 w 1844313"/>
              <a:gd name="connsiteY1" fmla="*/ 1661168 h 1699150"/>
              <a:gd name="connsiteX2" fmla="*/ 1844313 w 1844313"/>
              <a:gd name="connsiteY2" fmla="*/ 0 h 1699150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851968"/>
              <a:gd name="connsiteX1" fmla="*/ 1129351 w 2307691"/>
              <a:gd name="connsiteY1" fmla="*/ 1820216 h 1851968"/>
              <a:gd name="connsiteX2" fmla="*/ 2307691 w 2307691"/>
              <a:gd name="connsiteY2" fmla="*/ 0 h 1851968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23493"/>
              <a:gd name="connsiteX1" fmla="*/ 1108288 w 2286628"/>
              <a:gd name="connsiteY1" fmla="*/ 1820216 h 1823493"/>
              <a:gd name="connsiteX2" fmla="*/ 2286628 w 2286628"/>
              <a:gd name="connsiteY2" fmla="*/ 0 h 1823493"/>
              <a:gd name="connsiteX0" fmla="*/ 0 w 2286628"/>
              <a:gd name="connsiteY0" fmla="*/ 1370086 h 1824278"/>
              <a:gd name="connsiteX1" fmla="*/ 1108288 w 2286628"/>
              <a:gd name="connsiteY1" fmla="*/ 1820216 h 1824278"/>
              <a:gd name="connsiteX2" fmla="*/ 2286628 w 2286628"/>
              <a:gd name="connsiteY2" fmla="*/ 0 h 1824278"/>
              <a:gd name="connsiteX0" fmla="*/ 0 w 2297159"/>
              <a:gd name="connsiteY0" fmla="*/ 574847 h 1821930"/>
              <a:gd name="connsiteX1" fmla="*/ 1118819 w 2297159"/>
              <a:gd name="connsiteY1" fmla="*/ 1820216 h 1821930"/>
              <a:gd name="connsiteX2" fmla="*/ 2297159 w 2297159"/>
              <a:gd name="connsiteY2" fmla="*/ 0 h 1821930"/>
              <a:gd name="connsiteX0" fmla="*/ 0 w 2297159"/>
              <a:gd name="connsiteY0" fmla="*/ 574847 h 574847"/>
              <a:gd name="connsiteX1" fmla="*/ 1203069 w 2297159"/>
              <a:gd name="connsiteY1" fmla="*/ 547832 h 574847"/>
              <a:gd name="connsiteX2" fmla="*/ 2297159 w 2297159"/>
              <a:gd name="connsiteY2" fmla="*/ 0 h 574847"/>
              <a:gd name="connsiteX0" fmla="*/ 0 w 2328753"/>
              <a:gd name="connsiteY0" fmla="*/ 1175695 h 1175695"/>
              <a:gd name="connsiteX1" fmla="*/ 1203069 w 2328753"/>
              <a:gd name="connsiteY1" fmla="*/ 1148680 h 1175695"/>
              <a:gd name="connsiteX2" fmla="*/ 2328753 w 2328753"/>
              <a:gd name="connsiteY2" fmla="*/ 0 h 1175695"/>
              <a:gd name="connsiteX0" fmla="*/ 0 w 2328753"/>
              <a:gd name="connsiteY0" fmla="*/ 1175695 h 1175695"/>
              <a:gd name="connsiteX1" fmla="*/ 1203069 w 2328753"/>
              <a:gd name="connsiteY1" fmla="*/ 1148680 h 1175695"/>
              <a:gd name="connsiteX2" fmla="*/ 2328753 w 2328753"/>
              <a:gd name="connsiteY2" fmla="*/ 0 h 1175695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11041 h 1211041"/>
              <a:gd name="connsiteX1" fmla="*/ 1203069 w 2328753"/>
              <a:gd name="connsiteY1" fmla="*/ 1201697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203069 w 2328753"/>
              <a:gd name="connsiteY1" fmla="*/ 1201697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087224 w 2328753"/>
              <a:gd name="connsiteY1" fmla="*/ 1166354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129349 w 2328753"/>
              <a:gd name="connsiteY1" fmla="*/ 1166354 h 1211041"/>
              <a:gd name="connsiteX2" fmla="*/ 2328753 w 2328753"/>
              <a:gd name="connsiteY2" fmla="*/ 0 h 1211041"/>
              <a:gd name="connsiteX0" fmla="*/ 0 w 2328753"/>
              <a:gd name="connsiteY0" fmla="*/ 1211041 h 2049962"/>
              <a:gd name="connsiteX1" fmla="*/ 1255725 w 2328753"/>
              <a:gd name="connsiteY1" fmla="*/ 2049954 h 2049962"/>
              <a:gd name="connsiteX2" fmla="*/ 2328753 w 2328753"/>
              <a:gd name="connsiteY2" fmla="*/ 0 h 2049962"/>
              <a:gd name="connsiteX0" fmla="*/ 0 w 2328753"/>
              <a:gd name="connsiteY0" fmla="*/ 1211041 h 2049962"/>
              <a:gd name="connsiteX1" fmla="*/ 1255725 w 2328753"/>
              <a:gd name="connsiteY1" fmla="*/ 2049954 h 2049962"/>
              <a:gd name="connsiteX2" fmla="*/ 2328753 w 2328753"/>
              <a:gd name="connsiteY2" fmla="*/ 0 h 2049962"/>
              <a:gd name="connsiteX0" fmla="*/ 0 w 2328753"/>
              <a:gd name="connsiteY0" fmla="*/ 1211041 h 2049962"/>
              <a:gd name="connsiteX1" fmla="*/ 1255725 w 2328753"/>
              <a:gd name="connsiteY1" fmla="*/ 2049954 h 2049962"/>
              <a:gd name="connsiteX2" fmla="*/ 2328753 w 2328753"/>
              <a:gd name="connsiteY2" fmla="*/ 0 h 2049962"/>
              <a:gd name="connsiteX0" fmla="*/ 0 w 2328753"/>
              <a:gd name="connsiteY0" fmla="*/ 1211041 h 2049955"/>
              <a:gd name="connsiteX1" fmla="*/ 1255725 w 2328753"/>
              <a:gd name="connsiteY1" fmla="*/ 2049954 h 2049955"/>
              <a:gd name="connsiteX2" fmla="*/ 2328753 w 2328753"/>
              <a:gd name="connsiteY2" fmla="*/ 0 h 2049955"/>
              <a:gd name="connsiteX0" fmla="*/ 0 w 2328753"/>
              <a:gd name="connsiteY0" fmla="*/ 1211041 h 1784873"/>
              <a:gd name="connsiteX1" fmla="*/ 1276788 w 2328753"/>
              <a:gd name="connsiteY1" fmla="*/ 1784873 h 1784873"/>
              <a:gd name="connsiteX2" fmla="*/ 2328753 w 2328753"/>
              <a:gd name="connsiteY2" fmla="*/ 0 h 1784873"/>
              <a:gd name="connsiteX0" fmla="*/ 0 w 2402472"/>
              <a:gd name="connsiteY0" fmla="*/ 1211041 h 1784873"/>
              <a:gd name="connsiteX1" fmla="*/ 1276788 w 2402472"/>
              <a:gd name="connsiteY1" fmla="*/ 1784873 h 1784873"/>
              <a:gd name="connsiteX2" fmla="*/ 2402472 w 2402472"/>
              <a:gd name="connsiteY2" fmla="*/ 0 h 1784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2472" h="1784873">
                <a:moveTo>
                  <a:pt x="0" y="1211041"/>
                </a:moveTo>
                <a:cubicBezTo>
                  <a:pt x="478254" y="1172583"/>
                  <a:pt x="988100" y="1734973"/>
                  <a:pt x="1276788" y="1784873"/>
                </a:cubicBezTo>
                <a:cubicBezTo>
                  <a:pt x="1588269" y="1464565"/>
                  <a:pt x="1904018" y="807689"/>
                  <a:pt x="2402472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虚线3">
            <a:extLst>
              <a:ext uri="{FF2B5EF4-FFF2-40B4-BE49-F238E27FC236}">
                <a16:creationId xmlns:a16="http://schemas.microsoft.com/office/drawing/2014/main" id="{355458D8-A5BB-F486-5E99-F180334D706E}"/>
              </a:ext>
            </a:extLst>
          </p:cNvPr>
          <p:cNvCxnSpPr>
            <a:cxnSpLocks/>
          </p:cNvCxnSpPr>
          <p:nvPr/>
        </p:nvCxnSpPr>
        <p:spPr>
          <a:xfrm>
            <a:off x="7970709" y="2337539"/>
            <a:ext cx="2640373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F3C1FB-69B1-D04C-4AD9-A01B37B41FFB}"/>
                  </a:ext>
                </a:extLst>
              </p:cNvPr>
              <p:cNvSpPr txBox="1"/>
              <p:nvPr/>
            </p:nvSpPr>
            <p:spPr>
              <a:xfrm>
                <a:off x="10330021" y="1466260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F3C1FB-69B1-D04C-4AD9-A01B37B41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0021" y="1466260"/>
                <a:ext cx="54535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BC65CEE-BDD7-625F-E59E-6E95F11BE374}"/>
                  </a:ext>
                </a:extLst>
              </p:cNvPr>
              <p:cNvSpPr txBox="1"/>
              <p:nvPr/>
            </p:nvSpPr>
            <p:spPr>
              <a:xfrm>
                <a:off x="10777599" y="2206191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BC65CEE-BDD7-625F-E59E-6E95F11BE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599" y="2206191"/>
                <a:ext cx="545352" cy="523220"/>
              </a:xfrm>
              <a:prstGeom prst="rect">
                <a:avLst/>
              </a:prstGeom>
              <a:blipFill>
                <a:blip r:embed="rId8"/>
                <a:stretch>
                  <a:fillRect r="-5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虚线3">
            <a:extLst>
              <a:ext uri="{FF2B5EF4-FFF2-40B4-BE49-F238E27FC236}">
                <a16:creationId xmlns:a16="http://schemas.microsoft.com/office/drawing/2014/main" id="{72E69478-C6A9-B0C5-25DB-F03A50C09E18}"/>
              </a:ext>
            </a:extLst>
          </p:cNvPr>
          <p:cNvCxnSpPr>
            <a:cxnSpLocks/>
          </p:cNvCxnSpPr>
          <p:nvPr/>
        </p:nvCxnSpPr>
        <p:spPr>
          <a:xfrm>
            <a:off x="10561265" y="2002777"/>
            <a:ext cx="0" cy="321465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原点">
                <a:extLst>
                  <a:ext uri="{FF2B5EF4-FFF2-40B4-BE49-F238E27FC236}">
                    <a16:creationId xmlns:a16="http://schemas.microsoft.com/office/drawing/2014/main" id="{3C6EF636-E861-1080-FA72-BC0E98C68CE5}"/>
                  </a:ext>
                </a:extLst>
              </p:cNvPr>
              <p:cNvSpPr txBox="1"/>
              <p:nvPr/>
            </p:nvSpPr>
            <p:spPr>
              <a:xfrm>
                <a:off x="7478558" y="1312913"/>
                <a:ext cx="54535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原点">
                <a:extLst>
                  <a:ext uri="{FF2B5EF4-FFF2-40B4-BE49-F238E27FC236}">
                    <a16:creationId xmlns:a16="http://schemas.microsoft.com/office/drawing/2014/main" id="{3C6EF636-E861-1080-FA72-BC0E98C68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558" y="1312913"/>
                <a:ext cx="545352" cy="5246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虚线3">
            <a:extLst>
              <a:ext uri="{FF2B5EF4-FFF2-40B4-BE49-F238E27FC236}">
                <a16:creationId xmlns:a16="http://schemas.microsoft.com/office/drawing/2014/main" id="{623F3989-3907-83F9-C4A0-F6922CD1937E}"/>
              </a:ext>
            </a:extLst>
          </p:cNvPr>
          <p:cNvCxnSpPr>
            <a:cxnSpLocks/>
          </p:cNvCxnSpPr>
          <p:nvPr/>
        </p:nvCxnSpPr>
        <p:spPr>
          <a:xfrm>
            <a:off x="7962324" y="1575260"/>
            <a:ext cx="1758053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F1E91A0-ECDC-C9AA-06AD-CD02F96CF01B}"/>
                  </a:ext>
                </a:extLst>
              </p:cNvPr>
              <p:cNvSpPr txBox="1"/>
              <p:nvPr/>
            </p:nvSpPr>
            <p:spPr>
              <a:xfrm>
                <a:off x="371919" y="3555475"/>
                <a:ext cx="25097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20</m:t>
                    </m:r>
                    <m:func>
                      <m:funcPr>
                        <m:ctrlPr>
                          <a:rPr lang="zh-CN" altLang="zh-CN" sz="2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lg</m:t>
                        </m:r>
                      </m:fName>
                      <m:e>
                        <m:sSub>
                          <m:sSubPr>
                            <m:ctrlPr>
                              <a:rPr lang="zh-CN" altLang="zh-CN" sz="2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sSubPr>
                          <m:e>
                            <m:r>
                              <a:rPr lang="en-US" altLang="zh-CN" sz="2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 (正文 CS 字体)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 (正文 CS 字体)"/>
                              </a:rPr>
                              <m:t>𝑟</m:t>
                            </m:r>
                          </m:sub>
                        </m:sSub>
                      </m:e>
                    </m:func>
                    <m:r>
                      <a:rPr lang="en-US" altLang="zh-CN" sz="28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=3</m:t>
                    </m:r>
                  </m:oMath>
                </a14:m>
                <a:r>
                  <a:rPr lang="en-US" altLang="zh-CN" sz="2800" kern="100" dirty="0"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dB</a:t>
                </a:r>
                <a:endParaRPr lang="zh-CN" altLang="zh-CN" sz="2800" kern="100" dirty="0">
                  <a:solidFill>
                    <a:schemeClr val="tx1"/>
                  </a:solidFill>
                  <a:effectLst/>
                  <a:latin typeface="+mn-ea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F1E91A0-ECDC-C9AA-06AD-CD02F96CF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19" y="3555475"/>
                <a:ext cx="2509726" cy="523220"/>
              </a:xfrm>
              <a:prstGeom prst="rect">
                <a:avLst/>
              </a:prstGeom>
              <a:blipFill>
                <a:blip r:embed="rId10"/>
                <a:stretch>
                  <a:fillRect l="-1508" t="-9302" r="-4523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8C1E70B-ACE2-E160-08F5-F6172415BD86}"/>
                  </a:ext>
                </a:extLst>
              </p:cNvPr>
              <p:cNvSpPr txBox="1"/>
              <p:nvPr/>
            </p:nvSpPr>
            <p:spPr>
              <a:xfrm>
                <a:off x="0" y="3980272"/>
                <a:ext cx="3954688" cy="719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=1.4125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8C1E70B-ACE2-E160-08F5-F6172415B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80272"/>
                <a:ext cx="3954688" cy="7199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AB49686-4BA6-C645-309C-8F97E761591B}"/>
                  </a:ext>
                </a:extLst>
              </p:cNvPr>
              <p:cNvSpPr txBox="1"/>
              <p:nvPr/>
            </p:nvSpPr>
            <p:spPr>
              <a:xfrm>
                <a:off x="4592751" y="4177900"/>
                <a:ext cx="21707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 = 25%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AB49686-4BA6-C645-309C-8F97E7615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751" y="4177900"/>
                <a:ext cx="2170794" cy="523220"/>
              </a:xfrm>
              <a:prstGeom prst="rect">
                <a:avLst/>
              </a:prstGeom>
              <a:blipFill>
                <a:blip r:embed="rId12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燕尾形 39">
            <a:extLst>
              <a:ext uri="{FF2B5EF4-FFF2-40B4-BE49-F238E27FC236}">
                <a16:creationId xmlns:a16="http://schemas.microsoft.com/office/drawing/2014/main" id="{62398FC2-54CF-6EAA-7920-154D0D1C0908}"/>
              </a:ext>
            </a:extLst>
          </p:cNvPr>
          <p:cNvSpPr/>
          <p:nvPr/>
        </p:nvSpPr>
        <p:spPr>
          <a:xfrm>
            <a:off x="4020604" y="4240924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42" name="图片 41" descr="图表, 折线图&#10;&#10;描述已自动生成">
            <a:extLst>
              <a:ext uri="{FF2B5EF4-FFF2-40B4-BE49-F238E27FC236}">
                <a16:creationId xmlns:a16="http://schemas.microsoft.com/office/drawing/2014/main" id="{9A1FFD27-9777-6649-A731-A77794A61E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830" y="3385571"/>
            <a:ext cx="4865883" cy="3060797"/>
          </a:xfrm>
          <a:prstGeom prst="rect">
            <a:avLst/>
          </a:prstGeom>
        </p:spPr>
      </p:pic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D179A1FC-BC9A-FFF9-A06B-8B942D4453E4}"/>
              </a:ext>
            </a:extLst>
          </p:cNvPr>
          <p:cNvCxnSpPr>
            <a:cxnSpLocks/>
          </p:cNvCxnSpPr>
          <p:nvPr/>
        </p:nvCxnSpPr>
        <p:spPr>
          <a:xfrm flipV="1">
            <a:off x="9623598" y="5373216"/>
            <a:ext cx="0" cy="576064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F314C7FB-A027-4C9C-DCB9-7BF36F483860}"/>
              </a:ext>
            </a:extLst>
          </p:cNvPr>
          <p:cNvCxnSpPr>
            <a:cxnSpLocks/>
          </p:cNvCxnSpPr>
          <p:nvPr/>
        </p:nvCxnSpPr>
        <p:spPr>
          <a:xfrm flipH="1">
            <a:off x="8327454" y="5949280"/>
            <a:ext cx="1296144" cy="0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DAD964B8-B8A9-246B-D175-6833D2A85897}"/>
              </a:ext>
            </a:extLst>
          </p:cNvPr>
          <p:cNvCxnSpPr>
            <a:cxnSpLocks/>
          </p:cNvCxnSpPr>
          <p:nvPr/>
        </p:nvCxnSpPr>
        <p:spPr>
          <a:xfrm>
            <a:off x="8327454" y="5373216"/>
            <a:ext cx="1296144" cy="0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原点">
                <a:extLst>
                  <a:ext uri="{FF2B5EF4-FFF2-40B4-BE49-F238E27FC236}">
                    <a16:creationId xmlns:a16="http://schemas.microsoft.com/office/drawing/2014/main" id="{9DC264FB-0201-368C-D63B-59C3BEEE360F}"/>
                  </a:ext>
                </a:extLst>
              </p:cNvPr>
              <p:cNvSpPr txBox="1"/>
              <p:nvPr/>
            </p:nvSpPr>
            <p:spPr>
              <a:xfrm>
                <a:off x="7273388" y="2075191"/>
                <a:ext cx="54535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原点">
                <a:extLst>
                  <a:ext uri="{FF2B5EF4-FFF2-40B4-BE49-F238E27FC236}">
                    <a16:creationId xmlns:a16="http://schemas.microsoft.com/office/drawing/2014/main" id="{9DC264FB-0201-368C-D63B-59C3BEEE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88" y="2075191"/>
                <a:ext cx="545352" cy="524695"/>
              </a:xfrm>
              <a:prstGeom prst="rect">
                <a:avLst/>
              </a:prstGeom>
              <a:blipFill>
                <a:blip r:embed="rId14"/>
                <a:stretch>
                  <a:fillRect r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16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3" grpId="1" animBg="1"/>
      <p:bldP spid="18" grpId="0"/>
      <p:bldP spid="20" grpId="0"/>
      <p:bldP spid="30" grpId="0"/>
      <p:bldP spid="34" grpId="0"/>
      <p:bldP spid="37" grpId="0"/>
      <p:bldP spid="39" grpId="0"/>
      <p:bldP spid="40" grpId="0" animBg="1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68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闭环频率特性的特征量：二阶系统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63434325-1DCC-D901-E77A-80258078D9B5}"/>
                  </a:ext>
                </a:extLst>
              </p:cNvPr>
              <p:cNvSpPr/>
              <p:nvPr/>
            </p:nvSpPr>
            <p:spPr bwMode="auto">
              <a:xfrm>
                <a:off x="334963" y="1005075"/>
                <a:ext cx="5904255" cy="1567149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实验测得某闭环系统的对数幅频特性如图所示，试确定系统的动态性能 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l-GR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%, </m:t>
                    </m:r>
                    <m:sSub>
                      <m:sSubPr>
                        <m:ctrlPr>
                          <a:rPr lang="en-US" altLang="zh-CN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3200" b="1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" altLang="zh-CN" sz="3200" b="1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63434325-1DCC-D901-E77A-80258078D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63" y="1005075"/>
                <a:ext cx="5904255" cy="156714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重要1">
            <a:extLst>
              <a:ext uri="{FF2B5EF4-FFF2-40B4-BE49-F238E27FC236}">
                <a16:creationId xmlns:a16="http://schemas.microsoft.com/office/drawing/2014/main" id="{9408B4B3-3426-A86E-2FF0-B652D79658C1}"/>
              </a:ext>
            </a:extLst>
          </p:cNvPr>
          <p:cNvSpPr txBox="1"/>
          <p:nvPr/>
        </p:nvSpPr>
        <p:spPr>
          <a:xfrm>
            <a:off x="334963" y="2780992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F705F6-2688-F1D4-38FA-40E8D5D67D70}"/>
              </a:ext>
            </a:extLst>
          </p:cNvPr>
          <p:cNvSpPr txBox="1"/>
          <p:nvPr/>
        </p:nvSpPr>
        <p:spPr>
          <a:xfrm>
            <a:off x="1270869" y="2779306"/>
            <a:ext cx="576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依图，可确定使欠阻尼二阶系统</a:t>
            </a:r>
            <a:endParaRPr lang="zh-CN" altLang="zh-CN" sz="2800" dirty="0">
              <a:solidFill>
                <a:schemeClr val="tx1"/>
              </a:solidFill>
            </a:endParaRPr>
          </a:p>
        </p:txBody>
      </p:sp>
      <p:grpSp>
        <p:nvGrpSpPr>
          <p:cNvPr id="6" name="坐标轴">
            <a:extLst>
              <a:ext uri="{FF2B5EF4-FFF2-40B4-BE49-F238E27FC236}">
                <a16:creationId xmlns:a16="http://schemas.microsoft.com/office/drawing/2014/main" id="{3E3CC84D-9A38-4E2E-5B57-601ACC54EBDF}"/>
              </a:ext>
            </a:extLst>
          </p:cNvPr>
          <p:cNvGrpSpPr/>
          <p:nvPr/>
        </p:nvGrpSpPr>
        <p:grpSpPr>
          <a:xfrm>
            <a:off x="7332469" y="334556"/>
            <a:ext cx="4523377" cy="2951960"/>
            <a:chOff x="6924431" y="2996931"/>
            <a:chExt cx="4523377" cy="2951960"/>
          </a:xfrm>
        </p:grpSpPr>
        <p:cxnSp>
          <p:nvCxnSpPr>
            <p:cNvPr id="7" name="实轴">
              <a:extLst>
                <a:ext uri="{FF2B5EF4-FFF2-40B4-BE49-F238E27FC236}">
                  <a16:creationId xmlns:a16="http://schemas.microsoft.com/office/drawing/2014/main" id="{E1042D9D-1962-27DF-DC1D-BF99E7163C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9102" y="4673566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虚轴">
              <a:extLst>
                <a:ext uri="{FF2B5EF4-FFF2-40B4-BE49-F238E27FC236}">
                  <a16:creationId xmlns:a16="http://schemas.microsoft.com/office/drawing/2014/main" id="{281EF3B2-73D3-9FD2-1AE1-50CE4A1B37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3105" y="3097540"/>
              <a:ext cx="0" cy="2851351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">
                  <a:extLst>
                    <a:ext uri="{FF2B5EF4-FFF2-40B4-BE49-F238E27FC236}">
                      <a16:creationId xmlns:a16="http://schemas.microsoft.com/office/drawing/2014/main" id="{09267B66-98AC-97ED-6830-A3935E3209BA}"/>
                    </a:ext>
                  </a:extLst>
                </p:cNvPr>
                <p:cNvSpPr txBox="1"/>
                <p:nvPr/>
              </p:nvSpPr>
              <p:spPr>
                <a:xfrm>
                  <a:off x="10871272" y="4039651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Re">
                  <a:extLst>
                    <a:ext uri="{FF2B5EF4-FFF2-40B4-BE49-F238E27FC236}">
                      <a16:creationId xmlns:a16="http://schemas.microsoft.com/office/drawing/2014/main" id="{09267B66-98AC-97ED-6830-A3935E3209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1272" y="4039651"/>
                  <a:ext cx="576536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Im">
                  <a:extLst>
                    <a:ext uri="{FF2B5EF4-FFF2-40B4-BE49-F238E27FC236}">
                      <a16:creationId xmlns:a16="http://schemas.microsoft.com/office/drawing/2014/main" id="{AC8AE64C-8182-527D-4CB0-1AE09FBB7957}"/>
                    </a:ext>
                  </a:extLst>
                </p:cNvPr>
                <p:cNvSpPr txBox="1"/>
                <p:nvPr/>
              </p:nvSpPr>
              <p:spPr>
                <a:xfrm>
                  <a:off x="7615872" y="2996931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dB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" name="Im">
                  <a:extLst>
                    <a:ext uri="{FF2B5EF4-FFF2-40B4-BE49-F238E27FC236}">
                      <a16:creationId xmlns:a16="http://schemas.microsoft.com/office/drawing/2014/main" id="{AC8AE64C-8182-527D-4CB0-1AE09FBB7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5872" y="2996931"/>
                  <a:ext cx="576536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4255" r="-168085" b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原点">
                  <a:extLst>
                    <a:ext uri="{FF2B5EF4-FFF2-40B4-BE49-F238E27FC236}">
                      <a16:creationId xmlns:a16="http://schemas.microsoft.com/office/drawing/2014/main" id="{DCF511EA-8077-6815-5187-DC3433D6A481}"/>
                    </a:ext>
                  </a:extLst>
                </p:cNvPr>
                <p:cNvSpPr txBox="1"/>
                <p:nvPr/>
              </p:nvSpPr>
              <p:spPr>
                <a:xfrm>
                  <a:off x="6924431" y="4709904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原点">
                  <a:extLst>
                    <a:ext uri="{FF2B5EF4-FFF2-40B4-BE49-F238E27FC236}">
                      <a16:creationId xmlns:a16="http://schemas.microsoft.com/office/drawing/2014/main" id="{DCF511EA-8077-6815-5187-DC3433D6A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4431" y="4709904"/>
                  <a:ext cx="54535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2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幅频">
            <a:extLst>
              <a:ext uri="{FF2B5EF4-FFF2-40B4-BE49-F238E27FC236}">
                <a16:creationId xmlns:a16="http://schemas.microsoft.com/office/drawing/2014/main" id="{81A0FFA7-6D64-EAF7-13CB-FBF980E76ABE}"/>
              </a:ext>
            </a:extLst>
          </p:cNvPr>
          <p:cNvSpPr/>
          <p:nvPr/>
        </p:nvSpPr>
        <p:spPr>
          <a:xfrm flipV="1">
            <a:off x="7970709" y="1547258"/>
            <a:ext cx="3259354" cy="144303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76646"/>
              <a:gd name="connsiteY0" fmla="*/ 3107912 h 3107912"/>
              <a:gd name="connsiteX1" fmla="*/ 781818 w 2576646"/>
              <a:gd name="connsiteY1" fmla="*/ 2957193 h 3107912"/>
              <a:gd name="connsiteX2" fmla="*/ 1844313 w 2576646"/>
              <a:gd name="connsiteY2" fmla="*/ 1614121 h 3107912"/>
              <a:gd name="connsiteX3" fmla="*/ 2576646 w 2576646"/>
              <a:gd name="connsiteY3" fmla="*/ 0 h 3107912"/>
              <a:gd name="connsiteX0" fmla="*/ 0 w 2576646"/>
              <a:gd name="connsiteY0" fmla="*/ 3107912 h 3313271"/>
              <a:gd name="connsiteX1" fmla="*/ 1076695 w 2576646"/>
              <a:gd name="connsiteY1" fmla="*/ 3275289 h 3313271"/>
              <a:gd name="connsiteX2" fmla="*/ 1844313 w 2576646"/>
              <a:gd name="connsiteY2" fmla="*/ 1614121 h 3313271"/>
              <a:gd name="connsiteX3" fmla="*/ 2576646 w 2576646"/>
              <a:gd name="connsiteY3" fmla="*/ 0 h 3313271"/>
              <a:gd name="connsiteX0" fmla="*/ 0 w 1844313"/>
              <a:gd name="connsiteY0" fmla="*/ 1493791 h 1699150"/>
              <a:gd name="connsiteX1" fmla="*/ 1076695 w 1844313"/>
              <a:gd name="connsiteY1" fmla="*/ 1661168 h 1699150"/>
              <a:gd name="connsiteX2" fmla="*/ 1844313 w 1844313"/>
              <a:gd name="connsiteY2" fmla="*/ 0 h 1699150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734494"/>
              <a:gd name="connsiteX1" fmla="*/ 1076695 w 2307691"/>
              <a:gd name="connsiteY1" fmla="*/ 1696512 h 1734494"/>
              <a:gd name="connsiteX2" fmla="*/ 2307691 w 2307691"/>
              <a:gd name="connsiteY2" fmla="*/ 0 h 1734494"/>
              <a:gd name="connsiteX0" fmla="*/ 0 w 2307691"/>
              <a:gd name="connsiteY0" fmla="*/ 1529135 h 1851968"/>
              <a:gd name="connsiteX1" fmla="*/ 1129351 w 2307691"/>
              <a:gd name="connsiteY1" fmla="*/ 1820216 h 1851968"/>
              <a:gd name="connsiteX2" fmla="*/ 2307691 w 2307691"/>
              <a:gd name="connsiteY2" fmla="*/ 0 h 1851968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46459"/>
              <a:gd name="connsiteX1" fmla="*/ 1108288 w 2286628"/>
              <a:gd name="connsiteY1" fmla="*/ 1820216 h 1846459"/>
              <a:gd name="connsiteX2" fmla="*/ 2286628 w 2286628"/>
              <a:gd name="connsiteY2" fmla="*/ 0 h 1846459"/>
              <a:gd name="connsiteX0" fmla="*/ 0 w 2286628"/>
              <a:gd name="connsiteY0" fmla="*/ 1370086 h 1823493"/>
              <a:gd name="connsiteX1" fmla="*/ 1108288 w 2286628"/>
              <a:gd name="connsiteY1" fmla="*/ 1820216 h 1823493"/>
              <a:gd name="connsiteX2" fmla="*/ 2286628 w 2286628"/>
              <a:gd name="connsiteY2" fmla="*/ 0 h 1823493"/>
              <a:gd name="connsiteX0" fmla="*/ 0 w 2286628"/>
              <a:gd name="connsiteY0" fmla="*/ 1370086 h 1824278"/>
              <a:gd name="connsiteX1" fmla="*/ 1108288 w 2286628"/>
              <a:gd name="connsiteY1" fmla="*/ 1820216 h 1824278"/>
              <a:gd name="connsiteX2" fmla="*/ 2286628 w 2286628"/>
              <a:gd name="connsiteY2" fmla="*/ 0 h 1824278"/>
              <a:gd name="connsiteX0" fmla="*/ 0 w 2297159"/>
              <a:gd name="connsiteY0" fmla="*/ 574847 h 1821930"/>
              <a:gd name="connsiteX1" fmla="*/ 1118819 w 2297159"/>
              <a:gd name="connsiteY1" fmla="*/ 1820216 h 1821930"/>
              <a:gd name="connsiteX2" fmla="*/ 2297159 w 2297159"/>
              <a:gd name="connsiteY2" fmla="*/ 0 h 1821930"/>
              <a:gd name="connsiteX0" fmla="*/ 0 w 2297159"/>
              <a:gd name="connsiteY0" fmla="*/ 574847 h 574847"/>
              <a:gd name="connsiteX1" fmla="*/ 1203069 w 2297159"/>
              <a:gd name="connsiteY1" fmla="*/ 547832 h 574847"/>
              <a:gd name="connsiteX2" fmla="*/ 2297159 w 2297159"/>
              <a:gd name="connsiteY2" fmla="*/ 0 h 574847"/>
              <a:gd name="connsiteX0" fmla="*/ 0 w 2328753"/>
              <a:gd name="connsiteY0" fmla="*/ 1175695 h 1175695"/>
              <a:gd name="connsiteX1" fmla="*/ 1203069 w 2328753"/>
              <a:gd name="connsiteY1" fmla="*/ 1148680 h 1175695"/>
              <a:gd name="connsiteX2" fmla="*/ 2328753 w 2328753"/>
              <a:gd name="connsiteY2" fmla="*/ 0 h 1175695"/>
              <a:gd name="connsiteX0" fmla="*/ 0 w 2328753"/>
              <a:gd name="connsiteY0" fmla="*/ 1175695 h 1175695"/>
              <a:gd name="connsiteX1" fmla="*/ 1203069 w 2328753"/>
              <a:gd name="connsiteY1" fmla="*/ 1148680 h 1175695"/>
              <a:gd name="connsiteX2" fmla="*/ 2328753 w 2328753"/>
              <a:gd name="connsiteY2" fmla="*/ 0 h 1175695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28712 h 1228712"/>
              <a:gd name="connsiteX1" fmla="*/ 1203069 w 2328753"/>
              <a:gd name="connsiteY1" fmla="*/ 1201697 h 1228712"/>
              <a:gd name="connsiteX2" fmla="*/ 2328753 w 2328753"/>
              <a:gd name="connsiteY2" fmla="*/ 0 h 1228712"/>
              <a:gd name="connsiteX0" fmla="*/ 0 w 2328753"/>
              <a:gd name="connsiteY0" fmla="*/ 1211041 h 1211041"/>
              <a:gd name="connsiteX1" fmla="*/ 1203069 w 2328753"/>
              <a:gd name="connsiteY1" fmla="*/ 1201697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203069 w 2328753"/>
              <a:gd name="connsiteY1" fmla="*/ 1201697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087224 w 2328753"/>
              <a:gd name="connsiteY1" fmla="*/ 1166354 h 1211041"/>
              <a:gd name="connsiteX2" fmla="*/ 2328753 w 2328753"/>
              <a:gd name="connsiteY2" fmla="*/ 0 h 1211041"/>
              <a:gd name="connsiteX0" fmla="*/ 0 w 2328753"/>
              <a:gd name="connsiteY0" fmla="*/ 1211041 h 1211041"/>
              <a:gd name="connsiteX1" fmla="*/ 1129349 w 2328753"/>
              <a:gd name="connsiteY1" fmla="*/ 1166354 h 1211041"/>
              <a:gd name="connsiteX2" fmla="*/ 2328753 w 2328753"/>
              <a:gd name="connsiteY2" fmla="*/ 0 h 1211041"/>
              <a:gd name="connsiteX0" fmla="*/ 0 w 2328753"/>
              <a:gd name="connsiteY0" fmla="*/ 1211041 h 2049962"/>
              <a:gd name="connsiteX1" fmla="*/ 1255725 w 2328753"/>
              <a:gd name="connsiteY1" fmla="*/ 2049954 h 2049962"/>
              <a:gd name="connsiteX2" fmla="*/ 2328753 w 2328753"/>
              <a:gd name="connsiteY2" fmla="*/ 0 h 2049962"/>
              <a:gd name="connsiteX0" fmla="*/ 0 w 2328753"/>
              <a:gd name="connsiteY0" fmla="*/ 1211041 h 2049962"/>
              <a:gd name="connsiteX1" fmla="*/ 1255725 w 2328753"/>
              <a:gd name="connsiteY1" fmla="*/ 2049954 h 2049962"/>
              <a:gd name="connsiteX2" fmla="*/ 2328753 w 2328753"/>
              <a:gd name="connsiteY2" fmla="*/ 0 h 2049962"/>
              <a:gd name="connsiteX0" fmla="*/ 0 w 2328753"/>
              <a:gd name="connsiteY0" fmla="*/ 1211041 h 2049962"/>
              <a:gd name="connsiteX1" fmla="*/ 1255725 w 2328753"/>
              <a:gd name="connsiteY1" fmla="*/ 2049954 h 2049962"/>
              <a:gd name="connsiteX2" fmla="*/ 2328753 w 2328753"/>
              <a:gd name="connsiteY2" fmla="*/ 0 h 2049962"/>
              <a:gd name="connsiteX0" fmla="*/ 0 w 2328753"/>
              <a:gd name="connsiteY0" fmla="*/ 1211041 h 2049955"/>
              <a:gd name="connsiteX1" fmla="*/ 1255725 w 2328753"/>
              <a:gd name="connsiteY1" fmla="*/ 2049954 h 2049955"/>
              <a:gd name="connsiteX2" fmla="*/ 2328753 w 2328753"/>
              <a:gd name="connsiteY2" fmla="*/ 0 h 2049955"/>
              <a:gd name="connsiteX0" fmla="*/ 0 w 2328753"/>
              <a:gd name="connsiteY0" fmla="*/ 1211041 h 1784873"/>
              <a:gd name="connsiteX1" fmla="*/ 1276788 w 2328753"/>
              <a:gd name="connsiteY1" fmla="*/ 1784873 h 1784873"/>
              <a:gd name="connsiteX2" fmla="*/ 2328753 w 2328753"/>
              <a:gd name="connsiteY2" fmla="*/ 0 h 1784873"/>
              <a:gd name="connsiteX0" fmla="*/ 0 w 2402472"/>
              <a:gd name="connsiteY0" fmla="*/ 1211041 h 1784873"/>
              <a:gd name="connsiteX1" fmla="*/ 1276788 w 2402472"/>
              <a:gd name="connsiteY1" fmla="*/ 1784873 h 1784873"/>
              <a:gd name="connsiteX2" fmla="*/ 2402472 w 2402472"/>
              <a:gd name="connsiteY2" fmla="*/ 0 h 1784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2472" h="1784873">
                <a:moveTo>
                  <a:pt x="0" y="1211041"/>
                </a:moveTo>
                <a:cubicBezTo>
                  <a:pt x="478254" y="1172583"/>
                  <a:pt x="988100" y="1734973"/>
                  <a:pt x="1276788" y="1784873"/>
                </a:cubicBezTo>
                <a:cubicBezTo>
                  <a:pt x="1588269" y="1464565"/>
                  <a:pt x="1904018" y="807689"/>
                  <a:pt x="2402472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虚线3">
            <a:extLst>
              <a:ext uri="{FF2B5EF4-FFF2-40B4-BE49-F238E27FC236}">
                <a16:creationId xmlns:a16="http://schemas.microsoft.com/office/drawing/2014/main" id="{355458D8-A5BB-F486-5E99-F180334D706E}"/>
              </a:ext>
            </a:extLst>
          </p:cNvPr>
          <p:cNvCxnSpPr>
            <a:cxnSpLocks/>
          </p:cNvCxnSpPr>
          <p:nvPr/>
        </p:nvCxnSpPr>
        <p:spPr>
          <a:xfrm>
            <a:off x="7970709" y="2337539"/>
            <a:ext cx="2640373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F3C1FB-69B1-D04C-4AD9-A01B37B41FFB}"/>
                  </a:ext>
                </a:extLst>
              </p:cNvPr>
              <p:cNvSpPr txBox="1"/>
              <p:nvPr/>
            </p:nvSpPr>
            <p:spPr>
              <a:xfrm>
                <a:off x="10330021" y="1466260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8F3C1FB-69B1-D04C-4AD9-A01B37B41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0021" y="1466260"/>
                <a:ext cx="54535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BC65CEE-BDD7-625F-E59E-6E95F11BE374}"/>
                  </a:ext>
                </a:extLst>
              </p:cNvPr>
              <p:cNvSpPr txBox="1"/>
              <p:nvPr/>
            </p:nvSpPr>
            <p:spPr>
              <a:xfrm>
                <a:off x="10777599" y="2206191"/>
                <a:ext cx="545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BC65CEE-BDD7-625F-E59E-6E95F11BE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7599" y="2206191"/>
                <a:ext cx="545352" cy="523220"/>
              </a:xfrm>
              <a:prstGeom prst="rect">
                <a:avLst/>
              </a:prstGeom>
              <a:blipFill>
                <a:blip r:embed="rId8"/>
                <a:stretch>
                  <a:fillRect r="-5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虚线3">
            <a:extLst>
              <a:ext uri="{FF2B5EF4-FFF2-40B4-BE49-F238E27FC236}">
                <a16:creationId xmlns:a16="http://schemas.microsoft.com/office/drawing/2014/main" id="{72E69478-C6A9-B0C5-25DB-F03A50C09E18}"/>
              </a:ext>
            </a:extLst>
          </p:cNvPr>
          <p:cNvCxnSpPr>
            <a:cxnSpLocks/>
          </p:cNvCxnSpPr>
          <p:nvPr/>
        </p:nvCxnSpPr>
        <p:spPr>
          <a:xfrm>
            <a:off x="10561265" y="2002777"/>
            <a:ext cx="0" cy="321465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原点">
                <a:extLst>
                  <a:ext uri="{FF2B5EF4-FFF2-40B4-BE49-F238E27FC236}">
                    <a16:creationId xmlns:a16="http://schemas.microsoft.com/office/drawing/2014/main" id="{3C6EF636-E861-1080-FA72-BC0E98C68CE5}"/>
                  </a:ext>
                </a:extLst>
              </p:cNvPr>
              <p:cNvSpPr txBox="1"/>
              <p:nvPr/>
            </p:nvSpPr>
            <p:spPr>
              <a:xfrm>
                <a:off x="7478558" y="1312913"/>
                <a:ext cx="545352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" name="原点">
                <a:extLst>
                  <a:ext uri="{FF2B5EF4-FFF2-40B4-BE49-F238E27FC236}">
                    <a16:creationId xmlns:a16="http://schemas.microsoft.com/office/drawing/2014/main" id="{3C6EF636-E861-1080-FA72-BC0E98C68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558" y="1312913"/>
                <a:ext cx="545352" cy="5246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虚线3">
            <a:extLst>
              <a:ext uri="{FF2B5EF4-FFF2-40B4-BE49-F238E27FC236}">
                <a16:creationId xmlns:a16="http://schemas.microsoft.com/office/drawing/2014/main" id="{623F3989-3907-83F9-C4A0-F6922CD1937E}"/>
              </a:ext>
            </a:extLst>
          </p:cNvPr>
          <p:cNvCxnSpPr>
            <a:cxnSpLocks/>
          </p:cNvCxnSpPr>
          <p:nvPr/>
        </p:nvCxnSpPr>
        <p:spPr>
          <a:xfrm>
            <a:off x="7962324" y="1575260"/>
            <a:ext cx="1758053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F1E91A0-ECDC-C9AA-06AD-CD02F96CF01B}"/>
                  </a:ext>
                </a:extLst>
              </p:cNvPr>
              <p:cNvSpPr txBox="1"/>
              <p:nvPr/>
            </p:nvSpPr>
            <p:spPr>
              <a:xfrm>
                <a:off x="371919" y="3555475"/>
                <a:ext cx="25097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20</m:t>
                    </m:r>
                    <m:func>
                      <m:funcPr>
                        <m:ctrlPr>
                          <a:rPr lang="zh-CN" altLang="zh-CN" sz="2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 (正文 CS 字体)"/>
                          </a:rPr>
                          <m:t>lg</m:t>
                        </m:r>
                      </m:fName>
                      <m:e>
                        <m:sSub>
                          <m:sSubPr>
                            <m:ctrlPr>
                              <a:rPr lang="zh-CN" altLang="zh-CN" sz="2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sSubPr>
                          <m:e>
                            <m:r>
                              <a:rPr lang="en-US" altLang="zh-CN" sz="2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 (正文 CS 字体)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2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 (正文 CS 字体)"/>
                              </a:rPr>
                              <m:t>𝑟</m:t>
                            </m:r>
                          </m:sub>
                        </m:sSub>
                      </m:e>
                    </m:func>
                    <m:r>
                      <a:rPr lang="en-US" altLang="zh-CN" sz="28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 (正文 CS 字体)"/>
                      </a:rPr>
                      <m:t>=3</m:t>
                    </m:r>
                  </m:oMath>
                </a14:m>
                <a:r>
                  <a:rPr lang="en-US" altLang="zh-CN" sz="2800" kern="100" dirty="0">
                    <a:solidFill>
                      <a:schemeClr val="tx1"/>
                    </a:solidFill>
                    <a:effectLst/>
                    <a:latin typeface="+mn-ea"/>
                    <a:cs typeface="Times New Roman (正文 CS 字体)"/>
                  </a:rPr>
                  <a:t>dB</a:t>
                </a:r>
                <a:endParaRPr lang="zh-CN" altLang="zh-CN" sz="2800" kern="100" dirty="0">
                  <a:solidFill>
                    <a:schemeClr val="tx1"/>
                  </a:solidFill>
                  <a:effectLst/>
                  <a:latin typeface="+mn-ea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F1E91A0-ECDC-C9AA-06AD-CD02F96CF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19" y="3555475"/>
                <a:ext cx="2509726" cy="523220"/>
              </a:xfrm>
              <a:prstGeom prst="rect">
                <a:avLst/>
              </a:prstGeom>
              <a:blipFill>
                <a:blip r:embed="rId10"/>
                <a:stretch>
                  <a:fillRect l="-1508" t="-9302" r="-4523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8C1E70B-ACE2-E160-08F5-F6172415BD86}"/>
                  </a:ext>
                </a:extLst>
              </p:cNvPr>
              <p:cNvSpPr txBox="1"/>
              <p:nvPr/>
            </p:nvSpPr>
            <p:spPr>
              <a:xfrm>
                <a:off x="0" y="3980272"/>
                <a:ext cx="3954688" cy="719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sup>
                      </m:sSup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=1.4125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8C1E70B-ACE2-E160-08F5-F6172415B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80272"/>
                <a:ext cx="3954688" cy="7199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AB49686-4BA6-C645-309C-8F97E761591B}"/>
                  </a:ext>
                </a:extLst>
              </p:cNvPr>
              <p:cNvSpPr txBox="1"/>
              <p:nvPr/>
            </p:nvSpPr>
            <p:spPr>
              <a:xfrm>
                <a:off x="4592751" y="4177900"/>
                <a:ext cx="21707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 = 25%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FAB49686-4BA6-C645-309C-8F97E7615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751" y="4177900"/>
                <a:ext cx="2170794" cy="523220"/>
              </a:xfrm>
              <a:prstGeom prst="rect">
                <a:avLst/>
              </a:prstGeom>
              <a:blipFill>
                <a:blip r:embed="rId12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燕尾形 39">
            <a:extLst>
              <a:ext uri="{FF2B5EF4-FFF2-40B4-BE49-F238E27FC236}">
                <a16:creationId xmlns:a16="http://schemas.microsoft.com/office/drawing/2014/main" id="{62398FC2-54CF-6EAA-7920-154D0D1C0908}"/>
              </a:ext>
            </a:extLst>
          </p:cNvPr>
          <p:cNvSpPr/>
          <p:nvPr/>
        </p:nvSpPr>
        <p:spPr>
          <a:xfrm>
            <a:off x="4020604" y="4240924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wg2">
                <a:extLst>
                  <a:ext uri="{FF2B5EF4-FFF2-40B4-BE49-F238E27FC236}">
                    <a16:creationId xmlns:a16="http://schemas.microsoft.com/office/drawing/2014/main" id="{BE81523E-464D-8F23-C90A-25DC01877D86}"/>
                  </a:ext>
                </a:extLst>
              </p:cNvPr>
              <p:cNvSpPr txBox="1"/>
              <p:nvPr/>
            </p:nvSpPr>
            <p:spPr>
              <a:xfrm>
                <a:off x="26398" y="4710574"/>
                <a:ext cx="16003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wg2">
                <a:extLst>
                  <a:ext uri="{FF2B5EF4-FFF2-40B4-BE49-F238E27FC236}">
                    <a16:creationId xmlns:a16="http://schemas.microsoft.com/office/drawing/2014/main" id="{BE81523E-464D-8F23-C90A-25DC01877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8" y="4710574"/>
                <a:ext cx="160038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燕尾形 46">
            <a:extLst>
              <a:ext uri="{FF2B5EF4-FFF2-40B4-BE49-F238E27FC236}">
                <a16:creationId xmlns:a16="http://schemas.microsoft.com/office/drawing/2014/main" id="{43C3A006-5A5B-DD47-9569-8F23E615215B}"/>
              </a:ext>
            </a:extLst>
          </p:cNvPr>
          <p:cNvSpPr/>
          <p:nvPr/>
        </p:nvSpPr>
        <p:spPr>
          <a:xfrm>
            <a:off x="1577014" y="4756441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8A5993B-4F83-4892-F3F0-528D7DD37BE7}"/>
                  </a:ext>
                </a:extLst>
              </p:cNvPr>
              <p:cNvSpPr txBox="1"/>
              <p:nvPr/>
            </p:nvSpPr>
            <p:spPr>
              <a:xfrm>
                <a:off x="1867735" y="4580089"/>
                <a:ext cx="5464734" cy="653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limUpp>
                        <m:limUpp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=1.4</m:t>
                          </m:r>
                        </m:lim>
                      </m:limUpp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9 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=1.8</m:t>
                      </m:r>
                    </m:oMath>
                  </m:oMathPara>
                </a14:m>
                <a:endParaRPr lang="zh-CN" altLang="en-US" sz="28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8A5993B-4F83-4892-F3F0-528D7DD37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735" y="4580089"/>
                <a:ext cx="5464734" cy="653705"/>
              </a:xfrm>
              <a:prstGeom prst="rect">
                <a:avLst/>
              </a:prstGeom>
              <a:blipFill>
                <a:blip r:embed="rId14"/>
                <a:stretch>
                  <a:fillRect t="-83019" b="-1509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2A50DA02-52FA-E89A-9DF5-AE176E264A98}"/>
              </a:ext>
            </a:extLst>
          </p:cNvPr>
          <p:cNvGrpSpPr/>
          <p:nvPr/>
        </p:nvGrpSpPr>
        <p:grpSpPr>
          <a:xfrm>
            <a:off x="7459790" y="3555475"/>
            <a:ext cx="4256821" cy="2714936"/>
            <a:chOff x="7459790" y="3555475"/>
            <a:chExt cx="4256821" cy="2714936"/>
          </a:xfrm>
        </p:grpSpPr>
        <p:pic>
          <p:nvPicPr>
            <p:cNvPr id="10" name="图片 9" descr="图表, 折线图&#10;&#10;描述已自动生成">
              <a:extLst>
                <a:ext uri="{FF2B5EF4-FFF2-40B4-BE49-F238E27FC236}">
                  <a16:creationId xmlns:a16="http://schemas.microsoft.com/office/drawing/2014/main" id="{EE6CC6A2-7237-A4AD-A7FA-79294D8D8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9790" y="3561525"/>
              <a:ext cx="4256821" cy="2708886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785216E-C5D0-5F82-F3DA-CDB7275C1627}"/>
                </a:ext>
              </a:extLst>
            </p:cNvPr>
            <p:cNvSpPr/>
            <p:nvPr/>
          </p:nvSpPr>
          <p:spPr>
            <a:xfrm>
              <a:off x="9437899" y="3555475"/>
              <a:ext cx="405445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说明3">
                <a:extLst>
                  <a:ext uri="{FF2B5EF4-FFF2-40B4-BE49-F238E27FC236}">
                    <a16:creationId xmlns:a16="http://schemas.microsoft.com/office/drawing/2014/main" id="{6748ACAD-184F-4315-3AD4-45426D7CFFCD}"/>
                  </a:ext>
                </a:extLst>
              </p:cNvPr>
              <p:cNvSpPr txBox="1"/>
              <p:nvPr/>
            </p:nvSpPr>
            <p:spPr>
              <a:xfrm>
                <a:off x="262899" y="5491312"/>
                <a:ext cx="6264355" cy="105560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rgbClr val="2980B9"/>
                    </a:solidFill>
                  </a:rPr>
                  <a:t>或使用谐振峰和带宽频率公式求解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zh-CN" altLang="en-US" sz="2800" dirty="0">
                    <a:solidFill>
                      <a:srgbClr val="2980B9"/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dirty="0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b="0" i="1" dirty="0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2980B9"/>
                    </a:solidFill>
                  </a:rPr>
                  <a:t>，进一步确定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zh-CN" sz="2800" i="1" dirty="0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%, </m:t>
                    </m:r>
                    <m:sSub>
                      <m:sSubPr>
                        <m:ctrlPr>
                          <a:rPr lang="en-US" altLang="zh-CN" sz="2800" i="1" dirty="0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2800" i="1" dirty="0" smtClean="0">
                            <a:solidFill>
                              <a:srgbClr val="2980B9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altLang="zh-CN" sz="2800" i="1" dirty="0" smtClean="0">
                        <a:solidFill>
                          <a:srgbClr val="2980B9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19" name="说明3">
                <a:extLst>
                  <a:ext uri="{FF2B5EF4-FFF2-40B4-BE49-F238E27FC236}">
                    <a16:creationId xmlns:a16="http://schemas.microsoft.com/office/drawing/2014/main" id="{6748ACAD-184F-4315-3AD4-45426D7C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9" y="5491312"/>
                <a:ext cx="6264355" cy="1055608"/>
              </a:xfrm>
              <a:prstGeom prst="flowChartAlternateProcess">
                <a:avLst/>
              </a:prstGeom>
              <a:blipFill>
                <a:blip r:embed="rId16"/>
                <a:stretch>
                  <a:fillRect l="-1006" b="-9302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63BE1EFA-9FF9-408A-355E-B2E073FDEAB0}"/>
              </a:ext>
            </a:extLst>
          </p:cNvPr>
          <p:cNvCxnSpPr>
            <a:cxnSpLocks/>
          </p:cNvCxnSpPr>
          <p:nvPr/>
        </p:nvCxnSpPr>
        <p:spPr>
          <a:xfrm flipV="1">
            <a:off x="8255446" y="5491312"/>
            <a:ext cx="0" cy="327573"/>
          </a:xfrm>
          <a:prstGeom prst="line">
            <a:avLst/>
          </a:prstGeom>
          <a:ln w="25400">
            <a:solidFill>
              <a:srgbClr val="F6973B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494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 animBg="1"/>
      <p:bldP spid="49" grpId="0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68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估算系统动态性能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63434325-1DCC-D901-E77A-80258078D9B5}"/>
                  </a:ext>
                </a:extLst>
              </p:cNvPr>
              <p:cNvSpPr/>
              <p:nvPr/>
            </p:nvSpPr>
            <p:spPr bwMode="auto">
              <a:xfrm>
                <a:off x="118541" y="1005075"/>
                <a:ext cx="11881317" cy="1723917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一台笔录仪的传递函数为 </a:t>
                </a:r>
                <a14:m>
                  <m:oMath xmlns:m="http://schemas.openxmlformats.org/officeDocument/2006/math">
                    <m:r>
                      <a:rPr lang="el-GR" altLang="zh-CN" sz="32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𝚽</m:t>
                    </m:r>
                    <m:d>
                      <m:dPr>
                        <m:ctrlPr>
                          <a:rPr lang="el-GR" altLang="zh-CN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altLang="zh-CN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" altLang="zh-CN" sz="32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" altLang="zh-CN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𝑻𝒔</m:t>
                        </m:r>
                        <m:r>
                          <a:rPr lang="en-US" altLang="zh-CN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" altLang="zh-CN" sz="3200" b="1" dirty="0">
                    <a:solidFill>
                      <a:schemeClr val="bg1"/>
                    </a:solidFill>
                    <a:latin typeface="+mn-ea"/>
                  </a:rPr>
                  <a:t> </a:t>
                </a:r>
                <a:r>
                  <a:rPr lang="zh-CN" altLang="en" sz="3200" b="1" dirty="0">
                    <a:solidFill>
                      <a:schemeClr val="bg1"/>
                    </a:solidFill>
                    <a:latin typeface="+mn-ea"/>
                  </a:rPr>
                  <a:t>，</a:t>
                </a:r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要求在 </a:t>
                </a:r>
                <a:r>
                  <a:rPr lang="en-US" altLang="zh-CN" sz="3200" b="1" dirty="0">
                    <a:solidFill>
                      <a:srgbClr val="E44860"/>
                    </a:solidFill>
                    <a:latin typeface="+mn-ea"/>
                  </a:rPr>
                  <a:t>5</a:t>
                </a:r>
                <a:r>
                  <a:rPr lang="en" altLang="zh-CN" sz="3200" b="1" dirty="0">
                    <a:solidFill>
                      <a:srgbClr val="E44860"/>
                    </a:solidFill>
                    <a:latin typeface="+mn-ea"/>
                  </a:rPr>
                  <a:t>Hz</a:t>
                </a:r>
                <a:r>
                  <a:rPr lang="en" altLang="zh-CN" sz="3200" b="1" dirty="0">
                    <a:solidFill>
                      <a:schemeClr val="bg1"/>
                    </a:solidFill>
                    <a:latin typeface="+mn-ea"/>
                  </a:rPr>
                  <a:t> </a:t>
                </a:r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以内时，记录仪的振幅误差不大于被测信号的 </a:t>
                </a:r>
                <a:r>
                  <a:rPr lang="en-US" altLang="zh-CN" sz="3200" b="1" dirty="0">
                    <a:solidFill>
                      <a:schemeClr val="bg1"/>
                    </a:solidFill>
                    <a:latin typeface="+mn-ea"/>
                  </a:rPr>
                  <a:t>10%</a:t>
                </a:r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，试确定记录仪应有的带宽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32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" altLang="zh-CN" sz="32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" altLang="zh-CN" sz="32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" altLang="zh-CN" sz="3200" b="1" dirty="0">
                    <a:solidFill>
                      <a:schemeClr val="bg1"/>
                    </a:solidFill>
                    <a:latin typeface="+mn-ea"/>
                  </a:rPr>
                  <a:t>?</a:t>
                </a:r>
                <a:endParaRPr lang="zh-CN" altLang="en-US" sz="3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" name="小标题1">
                <a:extLst>
                  <a:ext uri="{FF2B5EF4-FFF2-40B4-BE49-F238E27FC236}">
                    <a16:creationId xmlns:a16="http://schemas.microsoft.com/office/drawing/2014/main" id="{63434325-1DCC-D901-E77A-80258078D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541" y="1005075"/>
                <a:ext cx="11881317" cy="172391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重要1">
            <a:extLst>
              <a:ext uri="{FF2B5EF4-FFF2-40B4-BE49-F238E27FC236}">
                <a16:creationId xmlns:a16="http://schemas.microsoft.com/office/drawing/2014/main" id="{9408B4B3-3426-A86E-2FF0-B652D79658C1}"/>
              </a:ext>
            </a:extLst>
          </p:cNvPr>
          <p:cNvSpPr txBox="1"/>
          <p:nvPr/>
        </p:nvSpPr>
        <p:spPr>
          <a:xfrm>
            <a:off x="334962" y="2931908"/>
            <a:ext cx="74657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EF705F6-2688-F1D4-38FA-40E8D5D67D70}"/>
                  </a:ext>
                </a:extLst>
              </p:cNvPr>
              <p:cNvSpPr txBox="1"/>
              <p:nvPr/>
            </p:nvSpPr>
            <p:spPr>
              <a:xfrm>
                <a:off x="1140283" y="2935300"/>
                <a:ext cx="74751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</a:rPr>
                  <a:t>依题意，当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</a:rPr>
                  <a:t>(rad/s)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时，要求</a:t>
                </a:r>
                <a:endParaRPr lang="zh-CN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EF705F6-2688-F1D4-38FA-40E8D5D67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283" y="2935300"/>
                <a:ext cx="7475195" cy="523220"/>
              </a:xfrm>
              <a:prstGeom prst="rect">
                <a:avLst/>
              </a:prstGeom>
              <a:blipFill>
                <a:blip r:embed="rId4"/>
                <a:stretch>
                  <a:fillRect l="-1695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B5BDF6A1-68F8-6AD9-B22F-634A4676DC5A}"/>
              </a:ext>
            </a:extLst>
          </p:cNvPr>
          <p:cNvGrpSpPr/>
          <p:nvPr/>
        </p:nvGrpSpPr>
        <p:grpSpPr>
          <a:xfrm>
            <a:off x="7284522" y="3661899"/>
            <a:ext cx="4523377" cy="2052588"/>
            <a:chOff x="7332469" y="1233928"/>
            <a:chExt cx="4523377" cy="2052588"/>
          </a:xfrm>
        </p:grpSpPr>
        <p:grpSp>
          <p:nvGrpSpPr>
            <p:cNvPr id="6" name="坐标轴">
              <a:extLst>
                <a:ext uri="{FF2B5EF4-FFF2-40B4-BE49-F238E27FC236}">
                  <a16:creationId xmlns:a16="http://schemas.microsoft.com/office/drawing/2014/main" id="{3E3CC84D-9A38-4E2E-5B57-601ACC54EBDF}"/>
                </a:ext>
              </a:extLst>
            </p:cNvPr>
            <p:cNvGrpSpPr/>
            <p:nvPr/>
          </p:nvGrpSpPr>
          <p:grpSpPr>
            <a:xfrm>
              <a:off x="7332469" y="1233928"/>
              <a:ext cx="4523377" cy="2052588"/>
              <a:chOff x="6924431" y="3896303"/>
              <a:chExt cx="4523377" cy="2052588"/>
            </a:xfrm>
          </p:grpSpPr>
          <p:cxnSp>
            <p:nvCxnSpPr>
              <p:cNvPr id="7" name="实轴">
                <a:extLst>
                  <a:ext uri="{FF2B5EF4-FFF2-40B4-BE49-F238E27FC236}">
                    <a16:creationId xmlns:a16="http://schemas.microsoft.com/office/drawing/2014/main" id="{E1042D9D-1962-27DF-DC1D-BF99E7163C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9102" y="4673566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虚轴">
                <a:extLst>
                  <a:ext uri="{FF2B5EF4-FFF2-40B4-BE49-F238E27FC236}">
                    <a16:creationId xmlns:a16="http://schemas.microsoft.com/office/drawing/2014/main" id="{281EF3B2-73D3-9FD2-1AE1-50CE4A1B37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63105" y="4039651"/>
                <a:ext cx="0" cy="19092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">
                    <a:extLst>
                      <a:ext uri="{FF2B5EF4-FFF2-40B4-BE49-F238E27FC236}">
                        <a16:creationId xmlns:a16="http://schemas.microsoft.com/office/drawing/2014/main" id="{09267B66-98AC-97ED-6830-A3935E3209BA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1272" y="4039651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9" name="Re">
                    <a:extLst>
                      <a:ext uri="{FF2B5EF4-FFF2-40B4-BE49-F238E27FC236}">
                        <a16:creationId xmlns:a16="http://schemas.microsoft.com/office/drawing/2014/main" id="{09267B66-98AC-97ED-6830-A3935E3209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1272" y="4039651"/>
                    <a:ext cx="576536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Im">
                    <a:extLst>
                      <a:ext uri="{FF2B5EF4-FFF2-40B4-BE49-F238E27FC236}">
                        <a16:creationId xmlns:a16="http://schemas.microsoft.com/office/drawing/2014/main" id="{AC8AE64C-8182-527D-4CB0-1AE09FBB7957}"/>
                      </a:ext>
                    </a:extLst>
                  </p:cNvPr>
                  <p:cNvSpPr txBox="1"/>
                  <p:nvPr/>
                </p:nvSpPr>
                <p:spPr>
                  <a:xfrm>
                    <a:off x="7684942" y="3896303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dB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11" name="Im">
                    <a:extLst>
                      <a:ext uri="{FF2B5EF4-FFF2-40B4-BE49-F238E27FC236}">
                        <a16:creationId xmlns:a16="http://schemas.microsoft.com/office/drawing/2014/main" id="{AC8AE64C-8182-527D-4CB0-1AE09FBB79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4942" y="3896303"/>
                    <a:ext cx="576536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522" r="-173913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原点">
                    <a:extLst>
                      <a:ext uri="{FF2B5EF4-FFF2-40B4-BE49-F238E27FC236}">
                        <a16:creationId xmlns:a16="http://schemas.microsoft.com/office/drawing/2014/main" id="{DCF511EA-8077-6815-5187-DC3433D6A481}"/>
                      </a:ext>
                    </a:extLst>
                  </p:cNvPr>
                  <p:cNvSpPr txBox="1"/>
                  <p:nvPr/>
                </p:nvSpPr>
                <p:spPr>
                  <a:xfrm>
                    <a:off x="6924431" y="4461922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12" name="原点">
                    <a:extLst>
                      <a:ext uri="{FF2B5EF4-FFF2-40B4-BE49-F238E27FC236}">
                        <a16:creationId xmlns:a16="http://schemas.microsoft.com/office/drawing/2014/main" id="{DCF511EA-8077-6815-5187-DC3433D6A4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4431" y="4461922"/>
                    <a:ext cx="545352" cy="52469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幅频">
              <a:extLst>
                <a:ext uri="{FF2B5EF4-FFF2-40B4-BE49-F238E27FC236}">
                  <a16:creationId xmlns:a16="http://schemas.microsoft.com/office/drawing/2014/main" id="{81A0FFA7-6D64-EAF7-13CB-FBF980E76ABE}"/>
                </a:ext>
              </a:extLst>
            </p:cNvPr>
            <p:cNvSpPr/>
            <p:nvPr/>
          </p:nvSpPr>
          <p:spPr>
            <a:xfrm flipV="1">
              <a:off x="7970709" y="2011191"/>
              <a:ext cx="3259354" cy="979105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3104310"/>
                <a:gd name="connsiteY0" fmla="*/ 329015 h 329300"/>
                <a:gd name="connsiteX1" fmla="*/ 3104310 w 3104310"/>
                <a:gd name="connsiteY1" fmla="*/ 0 h 329300"/>
                <a:gd name="connsiteX0" fmla="*/ 0 w 3104310"/>
                <a:gd name="connsiteY0" fmla="*/ 330476 h 330724"/>
                <a:gd name="connsiteX1" fmla="*/ 3104310 w 3104310"/>
                <a:gd name="connsiteY1" fmla="*/ 1461 h 330724"/>
                <a:gd name="connsiteX0" fmla="*/ 0 w 3104310"/>
                <a:gd name="connsiteY0" fmla="*/ 330552 h 330553"/>
                <a:gd name="connsiteX1" fmla="*/ 3104310 w 3104310"/>
                <a:gd name="connsiteY1" fmla="*/ 1537 h 330553"/>
                <a:gd name="connsiteX0" fmla="*/ 0 w 3104310"/>
                <a:gd name="connsiteY0" fmla="*/ 330514 h 330518"/>
                <a:gd name="connsiteX1" fmla="*/ 3104310 w 3104310"/>
                <a:gd name="connsiteY1" fmla="*/ 1499 h 330518"/>
                <a:gd name="connsiteX0" fmla="*/ 0 w 3097047"/>
                <a:gd name="connsiteY0" fmla="*/ 747339 h 747341"/>
                <a:gd name="connsiteX1" fmla="*/ 3097047 w 3097047"/>
                <a:gd name="connsiteY1" fmla="*/ 711 h 747341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30"/>
                <a:gd name="connsiteX1" fmla="*/ 3097047 w 3097047"/>
                <a:gd name="connsiteY1" fmla="*/ 0 h 746630"/>
                <a:gd name="connsiteX0" fmla="*/ 0 w 3097047"/>
                <a:gd name="connsiteY0" fmla="*/ 746628 h 746628"/>
                <a:gd name="connsiteX1" fmla="*/ 3097047 w 3097047"/>
                <a:gd name="connsiteY1" fmla="*/ 0 h 746628"/>
                <a:gd name="connsiteX0" fmla="*/ 0 w 3097047"/>
                <a:gd name="connsiteY0" fmla="*/ 746938 h 746938"/>
                <a:gd name="connsiteX1" fmla="*/ 3097047 w 3097047"/>
                <a:gd name="connsiteY1" fmla="*/ 310 h 746938"/>
                <a:gd name="connsiteX0" fmla="*/ 0 w 3097047"/>
                <a:gd name="connsiteY0" fmla="*/ 746930 h 746932"/>
                <a:gd name="connsiteX1" fmla="*/ 3097047 w 3097047"/>
                <a:gd name="connsiteY1" fmla="*/ 302 h 746932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0 h 787857"/>
                <a:gd name="connsiteX1" fmla="*/ 3100678 w 3100678"/>
                <a:gd name="connsiteY1" fmla="*/ 787857 h 787857"/>
                <a:gd name="connsiteX0" fmla="*/ 0 w 3100678"/>
                <a:gd name="connsiteY0" fmla="*/ 64 h 787921"/>
                <a:gd name="connsiteX1" fmla="*/ 3100678 w 3100678"/>
                <a:gd name="connsiteY1" fmla="*/ 787921 h 787921"/>
                <a:gd name="connsiteX0" fmla="*/ 0 w 3100678"/>
                <a:gd name="connsiteY0" fmla="*/ 64 h 787923"/>
                <a:gd name="connsiteX1" fmla="*/ 3100678 w 3100678"/>
                <a:gd name="connsiteY1" fmla="*/ 787921 h 787923"/>
                <a:gd name="connsiteX0" fmla="*/ 0 w 3328991"/>
                <a:gd name="connsiteY0" fmla="*/ 64 h 845795"/>
                <a:gd name="connsiteX1" fmla="*/ 3100678 w 3328991"/>
                <a:gd name="connsiteY1" fmla="*/ 787921 h 845795"/>
                <a:gd name="connsiteX2" fmla="*/ 3095901 w 3328991"/>
                <a:gd name="connsiteY2" fmla="*/ 786225 h 845795"/>
                <a:gd name="connsiteX0" fmla="*/ 0 w 3346010"/>
                <a:gd name="connsiteY0" fmla="*/ 64 h 820441"/>
                <a:gd name="connsiteX1" fmla="*/ 3100678 w 3346010"/>
                <a:gd name="connsiteY1" fmla="*/ 787921 h 820441"/>
                <a:gd name="connsiteX2" fmla="*/ 3157635 w 3346010"/>
                <a:gd name="connsiteY2" fmla="*/ 611410 h 820441"/>
                <a:gd name="connsiteX0" fmla="*/ 96605 w 3254241"/>
                <a:gd name="connsiteY0" fmla="*/ 66 h 802690"/>
                <a:gd name="connsiteX1" fmla="*/ 2227701 w 3254241"/>
                <a:gd name="connsiteY1" fmla="*/ 768499 h 802690"/>
                <a:gd name="connsiteX2" fmla="*/ 3254240 w 3254241"/>
                <a:gd name="connsiteY2" fmla="*/ 611412 h 802690"/>
                <a:gd name="connsiteX0" fmla="*/ 0 w 3157636"/>
                <a:gd name="connsiteY0" fmla="*/ 78 h 802704"/>
                <a:gd name="connsiteX1" fmla="*/ 2131096 w 3157636"/>
                <a:gd name="connsiteY1" fmla="*/ 768511 h 802704"/>
                <a:gd name="connsiteX2" fmla="*/ 3157635 w 3157636"/>
                <a:gd name="connsiteY2" fmla="*/ 611424 h 802704"/>
                <a:gd name="connsiteX0" fmla="*/ 0 w 3088640"/>
                <a:gd name="connsiteY0" fmla="*/ 78 h 835624"/>
                <a:gd name="connsiteX1" fmla="*/ 2131096 w 3088640"/>
                <a:gd name="connsiteY1" fmla="*/ 768511 h 835624"/>
                <a:gd name="connsiteX2" fmla="*/ 3088639 w 3088640"/>
                <a:gd name="connsiteY2" fmla="*/ 795950 h 835624"/>
                <a:gd name="connsiteX0" fmla="*/ 0 w 3088639"/>
                <a:gd name="connsiteY0" fmla="*/ 106 h 795978"/>
                <a:gd name="connsiteX1" fmla="*/ 798375 w 3088639"/>
                <a:gd name="connsiteY1" fmla="*/ 603436 h 795978"/>
                <a:gd name="connsiteX2" fmla="*/ 3088639 w 3088639"/>
                <a:gd name="connsiteY2" fmla="*/ 795978 h 795978"/>
                <a:gd name="connsiteX0" fmla="*/ 0 w 3088639"/>
                <a:gd name="connsiteY0" fmla="*/ 100 h 795973"/>
                <a:gd name="connsiteX1" fmla="*/ 798375 w 3088639"/>
                <a:gd name="connsiteY1" fmla="*/ 603430 h 795973"/>
                <a:gd name="connsiteX2" fmla="*/ 3088639 w 3088639"/>
                <a:gd name="connsiteY2" fmla="*/ 795972 h 795973"/>
                <a:gd name="connsiteX0" fmla="*/ 0 w 3088639"/>
                <a:gd name="connsiteY0" fmla="*/ 86 h 795982"/>
                <a:gd name="connsiteX1" fmla="*/ 932736 w 3088639"/>
                <a:gd name="connsiteY1" fmla="*/ 690824 h 795982"/>
                <a:gd name="connsiteX2" fmla="*/ 3088639 w 3088639"/>
                <a:gd name="connsiteY2" fmla="*/ 795958 h 795982"/>
                <a:gd name="connsiteX0" fmla="*/ 0 w 3088639"/>
                <a:gd name="connsiteY0" fmla="*/ 0 h 795896"/>
                <a:gd name="connsiteX1" fmla="*/ 932736 w 3088639"/>
                <a:gd name="connsiteY1" fmla="*/ 690738 h 795896"/>
                <a:gd name="connsiteX2" fmla="*/ 3088639 w 3088639"/>
                <a:gd name="connsiteY2" fmla="*/ 795872 h 795896"/>
                <a:gd name="connsiteX0" fmla="*/ 0 w 3085008"/>
                <a:gd name="connsiteY0" fmla="*/ 0 h 690740"/>
                <a:gd name="connsiteX1" fmla="*/ 932736 w 3085008"/>
                <a:gd name="connsiteY1" fmla="*/ 690738 h 690740"/>
                <a:gd name="connsiteX2" fmla="*/ 3085008 w 3085008"/>
                <a:gd name="connsiteY2" fmla="*/ 9206 h 690740"/>
                <a:gd name="connsiteX0" fmla="*/ 0 w 3085008"/>
                <a:gd name="connsiteY0" fmla="*/ 0 h 593622"/>
                <a:gd name="connsiteX1" fmla="*/ 932736 w 3085008"/>
                <a:gd name="connsiteY1" fmla="*/ 593619 h 593622"/>
                <a:gd name="connsiteX2" fmla="*/ 3085008 w 3085008"/>
                <a:gd name="connsiteY2" fmla="*/ 9206 h 593622"/>
                <a:gd name="connsiteX0" fmla="*/ 0 w 3085008"/>
                <a:gd name="connsiteY0" fmla="*/ 0 h 595369"/>
                <a:gd name="connsiteX1" fmla="*/ 932736 w 3085008"/>
                <a:gd name="connsiteY1" fmla="*/ 593619 h 595369"/>
                <a:gd name="connsiteX2" fmla="*/ 3085008 w 3085008"/>
                <a:gd name="connsiteY2" fmla="*/ 9206 h 595369"/>
                <a:gd name="connsiteX0" fmla="*/ 0 w 3085008"/>
                <a:gd name="connsiteY0" fmla="*/ 0 h 595367"/>
                <a:gd name="connsiteX1" fmla="*/ 932736 w 3085008"/>
                <a:gd name="connsiteY1" fmla="*/ 593619 h 595367"/>
                <a:gd name="connsiteX2" fmla="*/ 3085008 w 3085008"/>
                <a:gd name="connsiteY2" fmla="*/ 9206 h 595367"/>
                <a:gd name="connsiteX0" fmla="*/ 0 w 3245462"/>
                <a:gd name="connsiteY0" fmla="*/ 31441 h 626809"/>
                <a:gd name="connsiteX1" fmla="*/ 932736 w 3245462"/>
                <a:gd name="connsiteY1" fmla="*/ 625060 h 626809"/>
                <a:gd name="connsiteX2" fmla="*/ 3085008 w 3245462"/>
                <a:gd name="connsiteY2" fmla="*/ 40647 h 626809"/>
                <a:gd name="connsiteX3" fmla="*/ 3088575 w 3245462"/>
                <a:gd name="connsiteY3" fmla="*/ 50186 h 626809"/>
                <a:gd name="connsiteX0" fmla="*/ 0 w 3253437"/>
                <a:gd name="connsiteY0" fmla="*/ 4355 h 599723"/>
                <a:gd name="connsiteX1" fmla="*/ 932736 w 3253437"/>
                <a:gd name="connsiteY1" fmla="*/ 597974 h 599723"/>
                <a:gd name="connsiteX2" fmla="*/ 3085008 w 3253437"/>
                <a:gd name="connsiteY2" fmla="*/ 13561 h 599723"/>
                <a:gd name="connsiteX3" fmla="*/ 3117626 w 3253437"/>
                <a:gd name="connsiteY3" fmla="*/ 363017 h 599723"/>
                <a:gd name="connsiteX0" fmla="*/ 0 w 3253437"/>
                <a:gd name="connsiteY0" fmla="*/ 4353 h 599721"/>
                <a:gd name="connsiteX1" fmla="*/ 932736 w 3253437"/>
                <a:gd name="connsiteY1" fmla="*/ 597972 h 599721"/>
                <a:gd name="connsiteX2" fmla="*/ 3085008 w 3253437"/>
                <a:gd name="connsiteY2" fmla="*/ 13559 h 599721"/>
                <a:gd name="connsiteX3" fmla="*/ 3117626 w 3253437"/>
                <a:gd name="connsiteY3" fmla="*/ 363015 h 599721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95368"/>
                <a:gd name="connsiteX1" fmla="*/ 932736 w 3085008"/>
                <a:gd name="connsiteY1" fmla="*/ 593619 h 595368"/>
                <a:gd name="connsiteX2" fmla="*/ 3085008 w 3085008"/>
                <a:gd name="connsiteY2" fmla="*/ 9206 h 595368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7285"/>
                <a:gd name="connsiteX1" fmla="*/ 772955 w 3085008"/>
                <a:gd name="connsiteY1" fmla="*/ 535347 h 537285"/>
                <a:gd name="connsiteX2" fmla="*/ 3085008 w 3085008"/>
                <a:gd name="connsiteY2" fmla="*/ 9206 h 537285"/>
                <a:gd name="connsiteX0" fmla="*/ 0 w 3085008"/>
                <a:gd name="connsiteY0" fmla="*/ 0 h 535350"/>
                <a:gd name="connsiteX1" fmla="*/ 772955 w 3085008"/>
                <a:gd name="connsiteY1" fmla="*/ 535347 h 535350"/>
                <a:gd name="connsiteX2" fmla="*/ 3085008 w 3085008"/>
                <a:gd name="connsiteY2" fmla="*/ 9206 h 535350"/>
                <a:gd name="connsiteX0" fmla="*/ 1207605 w 2346186"/>
                <a:gd name="connsiteY0" fmla="*/ 0 h 972386"/>
                <a:gd name="connsiteX1" fmla="*/ 34133 w 2346186"/>
                <a:gd name="connsiteY1" fmla="*/ 972383 h 972386"/>
                <a:gd name="connsiteX2" fmla="*/ 2346186 w 2346186"/>
                <a:gd name="connsiteY2" fmla="*/ 446242 h 972386"/>
                <a:gd name="connsiteX0" fmla="*/ 41748 w 1180329"/>
                <a:gd name="connsiteY0" fmla="*/ 0 h 545080"/>
                <a:gd name="connsiteX1" fmla="*/ 230049 w 1180329"/>
                <a:gd name="connsiteY1" fmla="*/ 545059 h 545080"/>
                <a:gd name="connsiteX2" fmla="*/ 1180329 w 1180329"/>
                <a:gd name="connsiteY2" fmla="*/ 446242 h 545080"/>
                <a:gd name="connsiteX0" fmla="*/ 232937 w 1070112"/>
                <a:gd name="connsiteY0" fmla="*/ 0 h 1077954"/>
                <a:gd name="connsiteX1" fmla="*/ 421238 w 1070112"/>
                <a:gd name="connsiteY1" fmla="*/ 545059 h 1077954"/>
                <a:gd name="connsiteX2" fmla="*/ 1070112 w 1070112"/>
                <a:gd name="connsiteY2" fmla="*/ 1077516 h 1077954"/>
                <a:gd name="connsiteX0" fmla="*/ 0 w 837175"/>
                <a:gd name="connsiteY0" fmla="*/ 0 h 1077517"/>
                <a:gd name="connsiteX1" fmla="*/ 188301 w 837175"/>
                <a:gd name="connsiteY1" fmla="*/ 545059 h 1077517"/>
                <a:gd name="connsiteX2" fmla="*/ 837175 w 837175"/>
                <a:gd name="connsiteY2" fmla="*/ 1077516 h 1077517"/>
                <a:gd name="connsiteX0" fmla="*/ 0 w 837175"/>
                <a:gd name="connsiteY0" fmla="*/ 0 h 1077515"/>
                <a:gd name="connsiteX1" fmla="*/ 188301 w 837175"/>
                <a:gd name="connsiteY1" fmla="*/ 545059 h 1077515"/>
                <a:gd name="connsiteX2" fmla="*/ 837175 w 837175"/>
                <a:gd name="connsiteY2" fmla="*/ 1077516 h 1077515"/>
                <a:gd name="connsiteX0" fmla="*/ 0 w 782704"/>
                <a:gd name="connsiteY0" fmla="*/ 0 h 1145500"/>
                <a:gd name="connsiteX1" fmla="*/ 133830 w 782704"/>
                <a:gd name="connsiteY1" fmla="*/ 613042 h 1145500"/>
                <a:gd name="connsiteX2" fmla="*/ 782704 w 782704"/>
                <a:gd name="connsiteY2" fmla="*/ 1145499 h 1145500"/>
                <a:gd name="connsiteX0" fmla="*/ 31539 w 814243"/>
                <a:gd name="connsiteY0" fmla="*/ 0 h 1145498"/>
                <a:gd name="connsiteX1" fmla="*/ 165369 w 814243"/>
                <a:gd name="connsiteY1" fmla="*/ 613042 h 1145498"/>
                <a:gd name="connsiteX2" fmla="*/ 814243 w 814243"/>
                <a:gd name="connsiteY2" fmla="*/ 1145499 h 1145498"/>
                <a:gd name="connsiteX0" fmla="*/ 31539 w 389370"/>
                <a:gd name="connsiteY0" fmla="*/ 0 h 1232907"/>
                <a:gd name="connsiteX1" fmla="*/ 165369 w 389370"/>
                <a:gd name="connsiteY1" fmla="*/ 613042 h 1232907"/>
                <a:gd name="connsiteX2" fmla="*/ 389370 w 389370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381765"/>
                <a:gd name="connsiteY0" fmla="*/ 0 h 1232907"/>
                <a:gd name="connsiteX1" fmla="*/ 157764 w 381765"/>
                <a:gd name="connsiteY1" fmla="*/ 613042 h 1232907"/>
                <a:gd name="connsiteX2" fmla="*/ 381765 w 381765"/>
                <a:gd name="connsiteY2" fmla="*/ 1232907 h 1232907"/>
                <a:gd name="connsiteX0" fmla="*/ 23934 w 157764"/>
                <a:gd name="connsiteY0" fmla="*/ 0 h 613042"/>
                <a:gd name="connsiteX1" fmla="*/ 157764 w 157764"/>
                <a:gd name="connsiteY1" fmla="*/ 613042 h 613042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46403"/>
                <a:gd name="connsiteY0" fmla="*/ 0 h 1108350"/>
                <a:gd name="connsiteX1" fmla="*/ 246403 w 246403"/>
                <a:gd name="connsiteY1" fmla="*/ 1108350 h 1108350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268191"/>
                <a:gd name="connsiteY0" fmla="*/ 0 h 1224893"/>
                <a:gd name="connsiteX1" fmla="*/ 268191 w 268191"/>
                <a:gd name="connsiteY1" fmla="*/ 1224893 h 1224893"/>
                <a:gd name="connsiteX0" fmla="*/ 0 w 300874"/>
                <a:gd name="connsiteY0" fmla="*/ 0 h 1700777"/>
                <a:gd name="connsiteX1" fmla="*/ 300874 w 300874"/>
                <a:gd name="connsiteY1" fmla="*/ 1700777 h 170077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19031"/>
                <a:gd name="connsiteY0" fmla="*/ 0 h 1749337"/>
                <a:gd name="connsiteX1" fmla="*/ 319031 w 319031"/>
                <a:gd name="connsiteY1" fmla="*/ 1749337 h 1749337"/>
                <a:gd name="connsiteX0" fmla="*/ 0 w 366239"/>
                <a:gd name="connsiteY0" fmla="*/ 0 h 1875592"/>
                <a:gd name="connsiteX1" fmla="*/ 366239 w 366239"/>
                <a:gd name="connsiteY1" fmla="*/ 1875592 h 1875592"/>
                <a:gd name="connsiteX0" fmla="*/ 0 w 408364"/>
                <a:gd name="connsiteY0" fmla="*/ 0 h 1679236"/>
                <a:gd name="connsiteX1" fmla="*/ 408364 w 408364"/>
                <a:gd name="connsiteY1" fmla="*/ 1679236 h 1679236"/>
                <a:gd name="connsiteX0" fmla="*/ 0 w 408364"/>
                <a:gd name="connsiteY0" fmla="*/ 0 h 1776726"/>
                <a:gd name="connsiteX1" fmla="*/ 408364 w 408364"/>
                <a:gd name="connsiteY1" fmla="*/ 1679236 h 1776726"/>
                <a:gd name="connsiteX0" fmla="*/ 0 w 459850"/>
                <a:gd name="connsiteY0" fmla="*/ 0 h 1681277"/>
                <a:gd name="connsiteX1" fmla="*/ 459850 w 459850"/>
                <a:gd name="connsiteY1" fmla="*/ 1577131 h 1681277"/>
                <a:gd name="connsiteX0" fmla="*/ 0 w 459850"/>
                <a:gd name="connsiteY0" fmla="*/ 0 h 1917866"/>
                <a:gd name="connsiteX1" fmla="*/ 459850 w 459850"/>
                <a:gd name="connsiteY1" fmla="*/ 1577131 h 1917866"/>
                <a:gd name="connsiteX0" fmla="*/ 0 w 773449"/>
                <a:gd name="connsiteY0" fmla="*/ 0 h 1590845"/>
                <a:gd name="connsiteX1" fmla="*/ 773449 w 773449"/>
                <a:gd name="connsiteY1" fmla="*/ 1192274 h 1590845"/>
                <a:gd name="connsiteX0" fmla="*/ 0 w 773449"/>
                <a:gd name="connsiteY0" fmla="*/ 0 h 1582461"/>
                <a:gd name="connsiteX1" fmla="*/ 773449 w 773449"/>
                <a:gd name="connsiteY1" fmla="*/ 1192274 h 1582461"/>
                <a:gd name="connsiteX0" fmla="*/ 0 w 810894"/>
                <a:gd name="connsiteY0" fmla="*/ 0 h 1802302"/>
                <a:gd name="connsiteX1" fmla="*/ 810894 w 810894"/>
                <a:gd name="connsiteY1" fmla="*/ 1451463 h 1802302"/>
                <a:gd name="connsiteX0" fmla="*/ 0 w 1166618"/>
                <a:gd name="connsiteY0" fmla="*/ 0 h 2176080"/>
                <a:gd name="connsiteX1" fmla="*/ 1166618 w 1166618"/>
                <a:gd name="connsiteY1" fmla="*/ 1875591 h 2176080"/>
                <a:gd name="connsiteX0" fmla="*/ 0 w 1166618"/>
                <a:gd name="connsiteY0" fmla="*/ 0 h 2368755"/>
                <a:gd name="connsiteX1" fmla="*/ 1166618 w 1166618"/>
                <a:gd name="connsiteY1" fmla="*/ 1875591 h 2368755"/>
                <a:gd name="connsiteX0" fmla="*/ 0 w 1016839"/>
                <a:gd name="connsiteY0" fmla="*/ 0 h 2736089"/>
                <a:gd name="connsiteX1" fmla="*/ 1016839 w 1016839"/>
                <a:gd name="connsiteY1" fmla="*/ 2291865 h 2736089"/>
                <a:gd name="connsiteX0" fmla="*/ 0 w 998117"/>
                <a:gd name="connsiteY0" fmla="*/ 0 h 2540793"/>
                <a:gd name="connsiteX1" fmla="*/ 998117 w 998117"/>
                <a:gd name="connsiteY1" fmla="*/ 2071947 h 2540793"/>
                <a:gd name="connsiteX0" fmla="*/ 0 w 932589"/>
                <a:gd name="connsiteY0" fmla="*/ 0 h 2375590"/>
                <a:gd name="connsiteX1" fmla="*/ 932589 w 932589"/>
                <a:gd name="connsiteY1" fmla="*/ 1883446 h 2375590"/>
                <a:gd name="connsiteX0" fmla="*/ 0 w 932589"/>
                <a:gd name="connsiteY0" fmla="*/ 0 h 2253150"/>
                <a:gd name="connsiteX1" fmla="*/ 932589 w 932589"/>
                <a:gd name="connsiteY1" fmla="*/ 1883446 h 2253150"/>
                <a:gd name="connsiteX0" fmla="*/ 0 w 890464"/>
                <a:gd name="connsiteY0" fmla="*/ 0 h 2046209"/>
                <a:gd name="connsiteX1" fmla="*/ 890464 w 890464"/>
                <a:gd name="connsiteY1" fmla="*/ 1647819 h 2046209"/>
                <a:gd name="connsiteX0" fmla="*/ 0 w 867061"/>
                <a:gd name="connsiteY0" fmla="*/ 0 h 2066714"/>
                <a:gd name="connsiteX1" fmla="*/ 867061 w 867061"/>
                <a:gd name="connsiteY1" fmla="*/ 1671382 h 2066714"/>
                <a:gd name="connsiteX0" fmla="*/ 0 w 1629997"/>
                <a:gd name="connsiteY0" fmla="*/ 378570 h 1000909"/>
                <a:gd name="connsiteX1" fmla="*/ 1629997 w 1629997"/>
                <a:gd name="connsiteY1" fmla="*/ 0 h 1000909"/>
                <a:gd name="connsiteX0" fmla="*/ 0 w 1629997"/>
                <a:gd name="connsiteY0" fmla="*/ 378570 h 576075"/>
                <a:gd name="connsiteX1" fmla="*/ 1629997 w 1629997"/>
                <a:gd name="connsiteY1" fmla="*/ 0 h 576075"/>
                <a:gd name="connsiteX0" fmla="*/ 0 w 1756373"/>
                <a:gd name="connsiteY0" fmla="*/ 519946 h 620688"/>
                <a:gd name="connsiteX1" fmla="*/ 1756373 w 1756373"/>
                <a:gd name="connsiteY1" fmla="*/ 0 h 620688"/>
                <a:gd name="connsiteX0" fmla="*/ 0 w 1756373"/>
                <a:gd name="connsiteY0" fmla="*/ 519946 h 582777"/>
                <a:gd name="connsiteX1" fmla="*/ 1756373 w 1756373"/>
                <a:gd name="connsiteY1" fmla="*/ 0 h 582777"/>
                <a:gd name="connsiteX0" fmla="*/ 0 w 2556754"/>
                <a:gd name="connsiteY0" fmla="*/ 2884066 h 2884066"/>
                <a:gd name="connsiteX1" fmla="*/ 2556754 w 2556754"/>
                <a:gd name="connsiteY1" fmla="*/ 0 h 2884066"/>
                <a:gd name="connsiteX0" fmla="*/ 0 w 2556754"/>
                <a:gd name="connsiteY0" fmla="*/ 2884066 h 2884066"/>
                <a:gd name="connsiteX1" fmla="*/ 1421889 w 2556754"/>
                <a:gd name="connsiteY1" fmla="*/ 1669100 h 2884066"/>
                <a:gd name="connsiteX2" fmla="*/ 2556754 w 2556754"/>
                <a:gd name="connsiteY2" fmla="*/ 0 h 2884066"/>
                <a:gd name="connsiteX0" fmla="*/ 0 w 2556754"/>
                <a:gd name="connsiteY0" fmla="*/ 2884066 h 2884066"/>
                <a:gd name="connsiteX1" fmla="*/ 2175464 w 2556754"/>
                <a:gd name="connsiteY1" fmla="*/ 1661246 h 2884066"/>
                <a:gd name="connsiteX2" fmla="*/ 2556754 w 2556754"/>
                <a:gd name="connsiteY2" fmla="*/ 0 h 2884066"/>
                <a:gd name="connsiteX0" fmla="*/ 0 w 2556754"/>
                <a:gd name="connsiteY0" fmla="*/ 2884066 h 2884066"/>
                <a:gd name="connsiteX1" fmla="*/ 2175464 w 2556754"/>
                <a:gd name="connsiteY1" fmla="*/ 1661246 h 2884066"/>
                <a:gd name="connsiteX2" fmla="*/ 2556754 w 2556754"/>
                <a:gd name="connsiteY2" fmla="*/ 0 h 2884066"/>
                <a:gd name="connsiteX0" fmla="*/ 0 w 2556754"/>
                <a:gd name="connsiteY0" fmla="*/ 2884066 h 2884066"/>
                <a:gd name="connsiteX1" fmla="*/ 1183179 w 2556754"/>
                <a:gd name="connsiteY1" fmla="*/ 1818330 h 2884066"/>
                <a:gd name="connsiteX2" fmla="*/ 2556754 w 2556754"/>
                <a:gd name="connsiteY2" fmla="*/ 0 h 2884066"/>
                <a:gd name="connsiteX0" fmla="*/ 0 w 2556754"/>
                <a:gd name="connsiteY0" fmla="*/ 2884066 h 2884066"/>
                <a:gd name="connsiteX1" fmla="*/ 766607 w 2556754"/>
                <a:gd name="connsiteY1" fmla="*/ 2195333 h 2884066"/>
                <a:gd name="connsiteX2" fmla="*/ 2556754 w 2556754"/>
                <a:gd name="connsiteY2" fmla="*/ 0 h 2884066"/>
                <a:gd name="connsiteX0" fmla="*/ 0 w 2556754"/>
                <a:gd name="connsiteY0" fmla="*/ 2884066 h 2884066"/>
                <a:gd name="connsiteX1" fmla="*/ 766607 w 2556754"/>
                <a:gd name="connsiteY1" fmla="*/ 2195333 h 2884066"/>
                <a:gd name="connsiteX2" fmla="*/ 1426570 w 2556754"/>
                <a:gd name="connsiteY2" fmla="*/ 1386348 h 2884066"/>
                <a:gd name="connsiteX3" fmla="*/ 2556754 w 2556754"/>
                <a:gd name="connsiteY3" fmla="*/ 0 h 2884066"/>
                <a:gd name="connsiteX0" fmla="*/ 0 w 2556754"/>
                <a:gd name="connsiteY0" fmla="*/ 2884066 h 2884066"/>
                <a:gd name="connsiteX1" fmla="*/ 766607 w 2556754"/>
                <a:gd name="connsiteY1" fmla="*/ 2195333 h 2884066"/>
                <a:gd name="connsiteX2" fmla="*/ 1852504 w 2556754"/>
                <a:gd name="connsiteY2" fmla="*/ 1166430 h 2884066"/>
                <a:gd name="connsiteX3" fmla="*/ 2556754 w 2556754"/>
                <a:gd name="connsiteY3" fmla="*/ 0 h 2884066"/>
                <a:gd name="connsiteX0" fmla="*/ 0 w 2556754"/>
                <a:gd name="connsiteY0" fmla="*/ 2884066 h 2884066"/>
                <a:gd name="connsiteX1" fmla="*/ 771287 w 2556754"/>
                <a:gd name="connsiteY1" fmla="*/ 2344563 h 2884066"/>
                <a:gd name="connsiteX2" fmla="*/ 1852504 w 2556754"/>
                <a:gd name="connsiteY2" fmla="*/ 1166430 h 2884066"/>
                <a:gd name="connsiteX3" fmla="*/ 2556754 w 2556754"/>
                <a:gd name="connsiteY3" fmla="*/ 0 h 2884066"/>
                <a:gd name="connsiteX0" fmla="*/ 0 w 2556754"/>
                <a:gd name="connsiteY0" fmla="*/ 2884066 h 2884066"/>
                <a:gd name="connsiteX1" fmla="*/ 771287 w 2556754"/>
                <a:gd name="connsiteY1" fmla="*/ 2344563 h 2884066"/>
                <a:gd name="connsiteX2" fmla="*/ 1833782 w 2556754"/>
                <a:gd name="connsiteY2" fmla="*/ 1001491 h 2884066"/>
                <a:gd name="connsiteX3" fmla="*/ 2556754 w 2556754"/>
                <a:gd name="connsiteY3" fmla="*/ 0 h 2884066"/>
                <a:gd name="connsiteX0" fmla="*/ 0 w 2556754"/>
                <a:gd name="connsiteY0" fmla="*/ 3331757 h 3331757"/>
                <a:gd name="connsiteX1" fmla="*/ 771287 w 2556754"/>
                <a:gd name="connsiteY1" fmla="*/ 2792254 h 3331757"/>
                <a:gd name="connsiteX2" fmla="*/ 1833782 w 2556754"/>
                <a:gd name="connsiteY2" fmla="*/ 1449182 h 3331757"/>
                <a:gd name="connsiteX3" fmla="*/ 2556754 w 2556754"/>
                <a:gd name="connsiteY3" fmla="*/ 0 h 3331757"/>
                <a:gd name="connsiteX0" fmla="*/ 0 w 2566115"/>
                <a:gd name="connsiteY0" fmla="*/ 3496696 h 3496696"/>
                <a:gd name="connsiteX1" fmla="*/ 771287 w 2566115"/>
                <a:gd name="connsiteY1" fmla="*/ 2957193 h 3496696"/>
                <a:gd name="connsiteX2" fmla="*/ 1833782 w 2566115"/>
                <a:gd name="connsiteY2" fmla="*/ 1614121 h 3496696"/>
                <a:gd name="connsiteX3" fmla="*/ 2566115 w 2566115"/>
                <a:gd name="connsiteY3" fmla="*/ 0 h 3496696"/>
                <a:gd name="connsiteX0" fmla="*/ 0 w 2576646"/>
                <a:gd name="connsiteY0" fmla="*/ 3107912 h 3107912"/>
                <a:gd name="connsiteX1" fmla="*/ 781818 w 2576646"/>
                <a:gd name="connsiteY1" fmla="*/ 2957193 h 3107912"/>
                <a:gd name="connsiteX2" fmla="*/ 1844313 w 2576646"/>
                <a:gd name="connsiteY2" fmla="*/ 1614121 h 3107912"/>
                <a:gd name="connsiteX3" fmla="*/ 2576646 w 2576646"/>
                <a:gd name="connsiteY3" fmla="*/ 0 h 3107912"/>
                <a:gd name="connsiteX0" fmla="*/ 0 w 2576646"/>
                <a:gd name="connsiteY0" fmla="*/ 3107912 h 3313271"/>
                <a:gd name="connsiteX1" fmla="*/ 1076695 w 2576646"/>
                <a:gd name="connsiteY1" fmla="*/ 3275289 h 3313271"/>
                <a:gd name="connsiteX2" fmla="*/ 1844313 w 2576646"/>
                <a:gd name="connsiteY2" fmla="*/ 1614121 h 3313271"/>
                <a:gd name="connsiteX3" fmla="*/ 2576646 w 2576646"/>
                <a:gd name="connsiteY3" fmla="*/ 0 h 3313271"/>
                <a:gd name="connsiteX0" fmla="*/ 0 w 1844313"/>
                <a:gd name="connsiteY0" fmla="*/ 1493791 h 1699150"/>
                <a:gd name="connsiteX1" fmla="*/ 1076695 w 1844313"/>
                <a:gd name="connsiteY1" fmla="*/ 1661168 h 1699150"/>
                <a:gd name="connsiteX2" fmla="*/ 1844313 w 1844313"/>
                <a:gd name="connsiteY2" fmla="*/ 0 h 1699150"/>
                <a:gd name="connsiteX0" fmla="*/ 0 w 2307691"/>
                <a:gd name="connsiteY0" fmla="*/ 1529135 h 1734494"/>
                <a:gd name="connsiteX1" fmla="*/ 1076695 w 2307691"/>
                <a:gd name="connsiteY1" fmla="*/ 1696512 h 1734494"/>
                <a:gd name="connsiteX2" fmla="*/ 2307691 w 2307691"/>
                <a:gd name="connsiteY2" fmla="*/ 0 h 1734494"/>
                <a:gd name="connsiteX0" fmla="*/ 0 w 2307691"/>
                <a:gd name="connsiteY0" fmla="*/ 1529135 h 1734494"/>
                <a:gd name="connsiteX1" fmla="*/ 1076695 w 2307691"/>
                <a:gd name="connsiteY1" fmla="*/ 1696512 h 1734494"/>
                <a:gd name="connsiteX2" fmla="*/ 2307691 w 2307691"/>
                <a:gd name="connsiteY2" fmla="*/ 0 h 1734494"/>
                <a:gd name="connsiteX0" fmla="*/ 0 w 2307691"/>
                <a:gd name="connsiteY0" fmla="*/ 1529135 h 1851968"/>
                <a:gd name="connsiteX1" fmla="*/ 1129351 w 2307691"/>
                <a:gd name="connsiteY1" fmla="*/ 1820216 h 1851968"/>
                <a:gd name="connsiteX2" fmla="*/ 2307691 w 2307691"/>
                <a:gd name="connsiteY2" fmla="*/ 0 h 1851968"/>
                <a:gd name="connsiteX0" fmla="*/ 0 w 2286628"/>
                <a:gd name="connsiteY0" fmla="*/ 1370086 h 1846459"/>
                <a:gd name="connsiteX1" fmla="*/ 1108288 w 2286628"/>
                <a:gd name="connsiteY1" fmla="*/ 1820216 h 1846459"/>
                <a:gd name="connsiteX2" fmla="*/ 2286628 w 2286628"/>
                <a:gd name="connsiteY2" fmla="*/ 0 h 1846459"/>
                <a:gd name="connsiteX0" fmla="*/ 0 w 2286628"/>
                <a:gd name="connsiteY0" fmla="*/ 1370086 h 1846459"/>
                <a:gd name="connsiteX1" fmla="*/ 1108288 w 2286628"/>
                <a:gd name="connsiteY1" fmla="*/ 1820216 h 1846459"/>
                <a:gd name="connsiteX2" fmla="*/ 2286628 w 2286628"/>
                <a:gd name="connsiteY2" fmla="*/ 0 h 1846459"/>
                <a:gd name="connsiteX0" fmla="*/ 0 w 2286628"/>
                <a:gd name="connsiteY0" fmla="*/ 1370086 h 1823493"/>
                <a:gd name="connsiteX1" fmla="*/ 1108288 w 2286628"/>
                <a:gd name="connsiteY1" fmla="*/ 1820216 h 1823493"/>
                <a:gd name="connsiteX2" fmla="*/ 2286628 w 2286628"/>
                <a:gd name="connsiteY2" fmla="*/ 0 h 1823493"/>
                <a:gd name="connsiteX0" fmla="*/ 0 w 2286628"/>
                <a:gd name="connsiteY0" fmla="*/ 1370086 h 1824278"/>
                <a:gd name="connsiteX1" fmla="*/ 1108288 w 2286628"/>
                <a:gd name="connsiteY1" fmla="*/ 1820216 h 1824278"/>
                <a:gd name="connsiteX2" fmla="*/ 2286628 w 2286628"/>
                <a:gd name="connsiteY2" fmla="*/ 0 h 1824278"/>
                <a:gd name="connsiteX0" fmla="*/ 0 w 2297159"/>
                <a:gd name="connsiteY0" fmla="*/ 574847 h 1821930"/>
                <a:gd name="connsiteX1" fmla="*/ 1118819 w 2297159"/>
                <a:gd name="connsiteY1" fmla="*/ 1820216 h 1821930"/>
                <a:gd name="connsiteX2" fmla="*/ 2297159 w 2297159"/>
                <a:gd name="connsiteY2" fmla="*/ 0 h 1821930"/>
                <a:gd name="connsiteX0" fmla="*/ 0 w 2297159"/>
                <a:gd name="connsiteY0" fmla="*/ 574847 h 574847"/>
                <a:gd name="connsiteX1" fmla="*/ 1203069 w 2297159"/>
                <a:gd name="connsiteY1" fmla="*/ 547832 h 574847"/>
                <a:gd name="connsiteX2" fmla="*/ 2297159 w 2297159"/>
                <a:gd name="connsiteY2" fmla="*/ 0 h 574847"/>
                <a:gd name="connsiteX0" fmla="*/ 0 w 2328753"/>
                <a:gd name="connsiteY0" fmla="*/ 1175695 h 1175695"/>
                <a:gd name="connsiteX1" fmla="*/ 1203069 w 2328753"/>
                <a:gd name="connsiteY1" fmla="*/ 1148680 h 1175695"/>
                <a:gd name="connsiteX2" fmla="*/ 2328753 w 2328753"/>
                <a:gd name="connsiteY2" fmla="*/ 0 h 1175695"/>
                <a:gd name="connsiteX0" fmla="*/ 0 w 2328753"/>
                <a:gd name="connsiteY0" fmla="*/ 1175695 h 1175695"/>
                <a:gd name="connsiteX1" fmla="*/ 1203069 w 2328753"/>
                <a:gd name="connsiteY1" fmla="*/ 1148680 h 1175695"/>
                <a:gd name="connsiteX2" fmla="*/ 2328753 w 2328753"/>
                <a:gd name="connsiteY2" fmla="*/ 0 h 1175695"/>
                <a:gd name="connsiteX0" fmla="*/ 0 w 2328753"/>
                <a:gd name="connsiteY0" fmla="*/ 1228712 h 1228712"/>
                <a:gd name="connsiteX1" fmla="*/ 1203069 w 2328753"/>
                <a:gd name="connsiteY1" fmla="*/ 1201697 h 1228712"/>
                <a:gd name="connsiteX2" fmla="*/ 2328753 w 2328753"/>
                <a:gd name="connsiteY2" fmla="*/ 0 h 1228712"/>
                <a:gd name="connsiteX0" fmla="*/ 0 w 2328753"/>
                <a:gd name="connsiteY0" fmla="*/ 1228712 h 1228712"/>
                <a:gd name="connsiteX1" fmla="*/ 1203069 w 2328753"/>
                <a:gd name="connsiteY1" fmla="*/ 1201697 h 1228712"/>
                <a:gd name="connsiteX2" fmla="*/ 2328753 w 2328753"/>
                <a:gd name="connsiteY2" fmla="*/ 0 h 1228712"/>
                <a:gd name="connsiteX0" fmla="*/ 0 w 2328753"/>
                <a:gd name="connsiteY0" fmla="*/ 1228712 h 1228712"/>
                <a:gd name="connsiteX1" fmla="*/ 1203069 w 2328753"/>
                <a:gd name="connsiteY1" fmla="*/ 1201697 h 1228712"/>
                <a:gd name="connsiteX2" fmla="*/ 2328753 w 2328753"/>
                <a:gd name="connsiteY2" fmla="*/ 0 h 1228712"/>
                <a:gd name="connsiteX0" fmla="*/ 0 w 2328753"/>
                <a:gd name="connsiteY0" fmla="*/ 1228712 h 1228712"/>
                <a:gd name="connsiteX1" fmla="*/ 1203069 w 2328753"/>
                <a:gd name="connsiteY1" fmla="*/ 1201697 h 1228712"/>
                <a:gd name="connsiteX2" fmla="*/ 2328753 w 2328753"/>
                <a:gd name="connsiteY2" fmla="*/ 0 h 1228712"/>
                <a:gd name="connsiteX0" fmla="*/ 0 w 2328753"/>
                <a:gd name="connsiteY0" fmla="*/ 1211041 h 1211041"/>
                <a:gd name="connsiteX1" fmla="*/ 1203069 w 2328753"/>
                <a:gd name="connsiteY1" fmla="*/ 1201697 h 1211041"/>
                <a:gd name="connsiteX2" fmla="*/ 2328753 w 2328753"/>
                <a:gd name="connsiteY2" fmla="*/ 0 h 1211041"/>
                <a:gd name="connsiteX0" fmla="*/ 0 w 2328753"/>
                <a:gd name="connsiteY0" fmla="*/ 1211041 h 1211041"/>
                <a:gd name="connsiteX1" fmla="*/ 1203069 w 2328753"/>
                <a:gd name="connsiteY1" fmla="*/ 1201697 h 1211041"/>
                <a:gd name="connsiteX2" fmla="*/ 2328753 w 2328753"/>
                <a:gd name="connsiteY2" fmla="*/ 0 h 1211041"/>
                <a:gd name="connsiteX0" fmla="*/ 0 w 2328753"/>
                <a:gd name="connsiteY0" fmla="*/ 1211041 h 1211041"/>
                <a:gd name="connsiteX1" fmla="*/ 1087224 w 2328753"/>
                <a:gd name="connsiteY1" fmla="*/ 1166354 h 1211041"/>
                <a:gd name="connsiteX2" fmla="*/ 2328753 w 2328753"/>
                <a:gd name="connsiteY2" fmla="*/ 0 h 1211041"/>
                <a:gd name="connsiteX0" fmla="*/ 0 w 2328753"/>
                <a:gd name="connsiteY0" fmla="*/ 1211041 h 1211041"/>
                <a:gd name="connsiteX1" fmla="*/ 1129349 w 2328753"/>
                <a:gd name="connsiteY1" fmla="*/ 1166354 h 1211041"/>
                <a:gd name="connsiteX2" fmla="*/ 2328753 w 2328753"/>
                <a:gd name="connsiteY2" fmla="*/ 0 h 1211041"/>
                <a:gd name="connsiteX0" fmla="*/ 0 w 2328753"/>
                <a:gd name="connsiteY0" fmla="*/ 1211041 h 2049962"/>
                <a:gd name="connsiteX1" fmla="*/ 1255725 w 2328753"/>
                <a:gd name="connsiteY1" fmla="*/ 2049954 h 2049962"/>
                <a:gd name="connsiteX2" fmla="*/ 2328753 w 2328753"/>
                <a:gd name="connsiteY2" fmla="*/ 0 h 2049962"/>
                <a:gd name="connsiteX0" fmla="*/ 0 w 2328753"/>
                <a:gd name="connsiteY0" fmla="*/ 1211041 h 2049962"/>
                <a:gd name="connsiteX1" fmla="*/ 1255725 w 2328753"/>
                <a:gd name="connsiteY1" fmla="*/ 2049954 h 2049962"/>
                <a:gd name="connsiteX2" fmla="*/ 2328753 w 2328753"/>
                <a:gd name="connsiteY2" fmla="*/ 0 h 2049962"/>
                <a:gd name="connsiteX0" fmla="*/ 0 w 2328753"/>
                <a:gd name="connsiteY0" fmla="*/ 1211041 h 2049962"/>
                <a:gd name="connsiteX1" fmla="*/ 1255725 w 2328753"/>
                <a:gd name="connsiteY1" fmla="*/ 2049954 h 2049962"/>
                <a:gd name="connsiteX2" fmla="*/ 2328753 w 2328753"/>
                <a:gd name="connsiteY2" fmla="*/ 0 h 2049962"/>
                <a:gd name="connsiteX0" fmla="*/ 0 w 2328753"/>
                <a:gd name="connsiteY0" fmla="*/ 1211041 h 2049955"/>
                <a:gd name="connsiteX1" fmla="*/ 1255725 w 2328753"/>
                <a:gd name="connsiteY1" fmla="*/ 2049954 h 2049955"/>
                <a:gd name="connsiteX2" fmla="*/ 2328753 w 2328753"/>
                <a:gd name="connsiteY2" fmla="*/ 0 h 2049955"/>
                <a:gd name="connsiteX0" fmla="*/ 0 w 2328753"/>
                <a:gd name="connsiteY0" fmla="*/ 1211041 h 1784873"/>
                <a:gd name="connsiteX1" fmla="*/ 1276788 w 2328753"/>
                <a:gd name="connsiteY1" fmla="*/ 1784873 h 1784873"/>
                <a:gd name="connsiteX2" fmla="*/ 2328753 w 2328753"/>
                <a:gd name="connsiteY2" fmla="*/ 0 h 1784873"/>
                <a:gd name="connsiteX0" fmla="*/ 0 w 2402472"/>
                <a:gd name="connsiteY0" fmla="*/ 1211041 h 1784873"/>
                <a:gd name="connsiteX1" fmla="*/ 1276788 w 2402472"/>
                <a:gd name="connsiteY1" fmla="*/ 1784873 h 1784873"/>
                <a:gd name="connsiteX2" fmla="*/ 2402472 w 2402472"/>
                <a:gd name="connsiteY2" fmla="*/ 0 h 1784873"/>
                <a:gd name="connsiteX0" fmla="*/ 0 w 2402472"/>
                <a:gd name="connsiteY0" fmla="*/ 1211041 h 1219369"/>
                <a:gd name="connsiteX1" fmla="*/ 1339976 w 2402472"/>
                <a:gd name="connsiteY1" fmla="*/ 1219369 h 1219369"/>
                <a:gd name="connsiteX2" fmla="*/ 2402472 w 2402472"/>
                <a:gd name="connsiteY2" fmla="*/ 0 h 1219369"/>
                <a:gd name="connsiteX0" fmla="*/ 0 w 2402472"/>
                <a:gd name="connsiteY0" fmla="*/ 1211041 h 1219369"/>
                <a:gd name="connsiteX1" fmla="*/ 1339976 w 2402472"/>
                <a:gd name="connsiteY1" fmla="*/ 1219369 h 1219369"/>
                <a:gd name="connsiteX2" fmla="*/ 2402472 w 2402472"/>
                <a:gd name="connsiteY2" fmla="*/ 0 h 1219369"/>
                <a:gd name="connsiteX0" fmla="*/ 0 w 2402472"/>
                <a:gd name="connsiteY0" fmla="*/ 1211041 h 1211041"/>
                <a:gd name="connsiteX1" fmla="*/ 1329445 w 2402472"/>
                <a:gd name="connsiteY1" fmla="*/ 1166352 h 1211041"/>
                <a:gd name="connsiteX2" fmla="*/ 2402472 w 2402472"/>
                <a:gd name="connsiteY2" fmla="*/ 0 h 1211041"/>
                <a:gd name="connsiteX0" fmla="*/ 0 w 2402472"/>
                <a:gd name="connsiteY0" fmla="*/ 1211041 h 1211041"/>
                <a:gd name="connsiteX1" fmla="*/ 1329445 w 2402472"/>
                <a:gd name="connsiteY1" fmla="*/ 1166352 h 1211041"/>
                <a:gd name="connsiteX2" fmla="*/ 2402472 w 2402472"/>
                <a:gd name="connsiteY2" fmla="*/ 0 h 1211041"/>
                <a:gd name="connsiteX0" fmla="*/ 0 w 2402472"/>
                <a:gd name="connsiteY0" fmla="*/ 1211041 h 1211041"/>
                <a:gd name="connsiteX1" fmla="*/ 1329445 w 2402472"/>
                <a:gd name="connsiteY1" fmla="*/ 1166352 h 1211041"/>
                <a:gd name="connsiteX2" fmla="*/ 2402472 w 2402472"/>
                <a:gd name="connsiteY2" fmla="*/ 0 h 121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02472" h="1211041">
                  <a:moveTo>
                    <a:pt x="0" y="1211041"/>
                  </a:moveTo>
                  <a:cubicBezTo>
                    <a:pt x="478254" y="1172583"/>
                    <a:pt x="1030226" y="1204812"/>
                    <a:pt x="1329445" y="1166352"/>
                  </a:cubicBezTo>
                  <a:cubicBezTo>
                    <a:pt x="1640926" y="846044"/>
                    <a:pt x="1830299" y="683985"/>
                    <a:pt x="2402472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7" name="虚线3">
              <a:extLst>
                <a:ext uri="{FF2B5EF4-FFF2-40B4-BE49-F238E27FC236}">
                  <a16:creationId xmlns:a16="http://schemas.microsoft.com/office/drawing/2014/main" id="{355458D8-A5BB-F486-5E99-F180334D706E}"/>
                </a:ext>
              </a:extLst>
            </p:cNvPr>
            <p:cNvCxnSpPr>
              <a:cxnSpLocks/>
            </p:cNvCxnSpPr>
            <p:nvPr/>
          </p:nvCxnSpPr>
          <p:spPr>
            <a:xfrm>
              <a:off x="7962324" y="2225066"/>
              <a:ext cx="2098064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BC65CEE-BDD7-625F-E59E-6E95F11BE374}"/>
                    </a:ext>
                  </a:extLst>
                </p:cNvPr>
                <p:cNvSpPr txBox="1"/>
                <p:nvPr/>
              </p:nvSpPr>
              <p:spPr>
                <a:xfrm>
                  <a:off x="9787712" y="2286954"/>
                  <a:ext cx="545352" cy="7007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a14:m>
                  <a:r>
                    <a:rPr lang="zh-CN" altLang="en-US" sz="2800" dirty="0"/>
                    <a:t> </a:t>
                  </a: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BC65CEE-BDD7-625F-E59E-6E95F11BE3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7712" y="2286954"/>
                  <a:ext cx="545352" cy="700705"/>
                </a:xfrm>
                <a:prstGeom prst="rect">
                  <a:avLst/>
                </a:prstGeom>
                <a:blipFill>
                  <a:blip r:embed="rId8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F1E91A0-ECDC-C9AA-06AD-CD02F96CF01B}"/>
                  </a:ext>
                </a:extLst>
              </p:cNvPr>
              <p:cNvSpPr txBox="1"/>
              <p:nvPr/>
            </p:nvSpPr>
            <p:spPr>
              <a:xfrm>
                <a:off x="367754" y="3650352"/>
                <a:ext cx="3876574" cy="779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sz="2800" i="1" smtClean="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𝑗𝑇</m:t>
                            </m:r>
                            <m:r>
                              <a:rPr lang="en-US" altLang="zh-CN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</m:e>
                    </m:d>
                    <m:r>
                      <a:rPr lang="en-US" altLang="zh-CN" sz="2800" i="1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zh-CN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2800" i="1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≥0.9</m:t>
                    </m:r>
                  </m:oMath>
                </a14:m>
                <a:r>
                  <a:rPr lang="zh-CN" altLang="en-US" sz="2800" dirty="0">
                    <a:solidFill>
                      <a:srgbClr val="1C1C1C"/>
                    </a:solidFill>
                  </a:rPr>
                  <a:t> </a:t>
                </a:r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F1E91A0-ECDC-C9AA-06AD-CD02F96CF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54" y="3650352"/>
                <a:ext cx="3876574" cy="779829"/>
              </a:xfrm>
              <a:prstGeom prst="rect">
                <a:avLst/>
              </a:prstGeom>
              <a:blipFill>
                <a:blip r:embed="rId9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60CA5F0-0987-9CB2-EB4D-CA45A4F6C95B}"/>
                  </a:ext>
                </a:extLst>
              </p:cNvPr>
              <p:cNvSpPr txBox="1"/>
              <p:nvPr/>
            </p:nvSpPr>
            <p:spPr>
              <a:xfrm>
                <a:off x="550590" y="4889073"/>
                <a:ext cx="3068196" cy="703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rgbClr val="1C1C1C"/>
                    </a:solidFill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 kern="100" smtClean="0">
                            <a:solidFill>
                              <a:srgbClr val="1C1C1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sSupPr>
                      <m:e>
                        <m:r>
                          <a:rPr lang="en-US" altLang="zh-CN" sz="2800" i="1" kern="100">
                            <a:solidFill>
                              <a:srgbClr val="1C1C1C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𝑇</m:t>
                        </m:r>
                      </m:e>
                      <m:sup>
                        <m:r>
                          <a:rPr lang="en-US" altLang="zh-CN" sz="2800" i="1" kern="100">
                            <a:solidFill>
                              <a:srgbClr val="1C1C1C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zh-CN" sz="2800" i="1" kern="100">
                            <a:solidFill>
                              <a:srgbClr val="1C1C1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kern="100">
                            <a:solidFill>
                              <a:srgbClr val="1C1C1C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ω</m:t>
                        </m:r>
                      </m:e>
                      <m:sup>
                        <m:r>
                          <a:rPr lang="en-US" altLang="zh-CN" sz="2800" i="1" kern="100">
                            <a:solidFill>
                              <a:srgbClr val="1C1C1C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2</m:t>
                        </m:r>
                      </m:sup>
                    </m:sSup>
                    <m:r>
                      <a:rPr lang="en-US" altLang="zh-CN" sz="2800" i="1" kern="100">
                        <a:solidFill>
                          <a:srgbClr val="1C1C1C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+1</m:t>
                    </m:r>
                    <m:r>
                      <a:rPr lang="zh-CN" altLang="zh-CN" sz="2800" kern="100">
                        <a:solidFill>
                          <a:srgbClr val="1C1C1C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≤</m:t>
                    </m:r>
                    <m:f>
                      <m:fPr>
                        <m:ctrlPr>
                          <a:rPr lang="zh-CN" altLang="zh-CN" sz="2800" i="1" kern="100">
                            <a:solidFill>
                              <a:srgbClr val="1C1C1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 (正文 CS 字体)"/>
                          </a:rPr>
                        </m:ctrlPr>
                      </m:fPr>
                      <m:num>
                        <m:r>
                          <a:rPr lang="en-US" altLang="zh-CN" sz="2800" i="1" kern="100">
                            <a:solidFill>
                              <a:srgbClr val="1C1C1C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zh-CN" altLang="zh-CN" sz="2800" i="1" kern="100">
                                <a:solidFill>
                                  <a:srgbClr val="1C1C1C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 (正文 CS 字体)"/>
                              </a:rPr>
                            </m:ctrlPr>
                          </m:sSupPr>
                          <m:e>
                            <m:r>
                              <a:rPr lang="en-US" altLang="zh-CN" sz="2800" i="1" kern="100">
                                <a:solidFill>
                                  <a:srgbClr val="1C1C1C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0.9</m:t>
                            </m:r>
                          </m:e>
                          <m:sup>
                            <m:r>
                              <a:rPr lang="en-US" altLang="zh-CN" sz="2800" i="1" kern="100">
                                <a:solidFill>
                                  <a:srgbClr val="1C1C1C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zh-CN" sz="2800" kern="100" dirty="0">
                  <a:solidFill>
                    <a:srgbClr val="1C1C1C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60CA5F0-0987-9CB2-EB4D-CA45A4F6C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90" y="4889073"/>
                <a:ext cx="3068196" cy="703398"/>
              </a:xfrm>
              <a:prstGeom prst="rect">
                <a:avLst/>
              </a:prstGeom>
              <a:blipFill>
                <a:blip r:embed="rId10"/>
                <a:stretch>
                  <a:fillRect l="-4115" b="-8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5C21E15-4A92-B588-1072-9B8C0731E0BC}"/>
                  </a:ext>
                </a:extLst>
              </p:cNvPr>
              <p:cNvSpPr txBox="1"/>
              <p:nvPr/>
            </p:nvSpPr>
            <p:spPr>
              <a:xfrm>
                <a:off x="708247" y="5649464"/>
                <a:ext cx="5398377" cy="1109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zh-CN" sz="2800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zh-CN" altLang="zh-CN" sz="2800" i="1">
                                <a:solidFill>
                                  <a:srgbClr val="1C1C1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zh-CN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zh-CN" altLang="zh-CN" sz="2800" i="1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i="1">
                                        <a:solidFill>
                                          <a:srgbClr val="1C1C1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zh-CN" altLang="zh-CN" sz="2800" i="1">
                                            <a:solidFill>
                                              <a:srgbClr val="1C1C1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800" i="1">
                                            <a:solidFill>
                                              <a:srgbClr val="1C1C1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0.9</m:t>
                                        </m:r>
                                      </m:e>
                                      <m:sup>
                                        <m:r>
                                          <a:rPr lang="en-US" altLang="zh-CN" sz="2800" i="1">
                                            <a:solidFill>
                                              <a:srgbClr val="1C1C1C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altLang="zh-CN" sz="2800" i="1">
                                    <a:solidFill>
                                      <a:srgbClr val="1C1C1C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ra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=10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=0.0154</m:t>
                    </m:r>
                  </m:oMath>
                </a14:m>
                <a:r>
                  <a:rPr lang="zh-CN" altLang="en-US" sz="2800" dirty="0">
                    <a:solidFill>
                      <a:srgbClr val="1C1C1C"/>
                    </a:solidFill>
                  </a:rPr>
                  <a:t> </a:t>
                </a:r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5C21E15-4A92-B588-1072-9B8C0731E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47" y="5649464"/>
                <a:ext cx="5398377" cy="1109791"/>
              </a:xfrm>
              <a:prstGeom prst="rect">
                <a:avLst/>
              </a:prstGeom>
              <a:blipFill>
                <a:blip r:embed="rId11"/>
                <a:stretch>
                  <a:fillRect l="-469" t="-189888" b="-269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2171BBD-42AA-4A1C-BE1E-A2DFB740B2EA}"/>
                  </a:ext>
                </a:extLst>
              </p:cNvPr>
              <p:cNvSpPr txBox="1"/>
              <p:nvPr/>
            </p:nvSpPr>
            <p:spPr>
              <a:xfrm>
                <a:off x="6106624" y="5816238"/>
                <a:ext cx="5159665" cy="703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zh-CN" altLang="zh-CN" sz="2800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  <m:t>0.0154</m:t>
                        </m:r>
                      </m:den>
                    </m:f>
                    <m:r>
                      <a:rPr lang="en-US" altLang="zh-CN" sz="2800" i="1">
                        <a:solidFill>
                          <a:srgbClr val="1C1C1C"/>
                        </a:solidFill>
                        <a:latin typeface="Cambria Math" panose="02040503050406030204" pitchFamily="18" charset="0"/>
                      </a:rPr>
                      <m:t>=64.833</m:t>
                    </m:r>
                    <m:d>
                      <m:dPr>
                        <m:ctrlPr>
                          <a:rPr lang="zh-CN" altLang="zh-CN" sz="2800" i="1">
                            <a:solidFill>
                              <a:srgbClr val="1C1C1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1C1C1C"/>
                            </a:solidFill>
                          </a:rPr>
                          <m:t>rad</m:t>
                        </m:r>
                        <m:r>
                          <m:rPr>
                            <m:lit/>
                            <m:nor/>
                          </m:rPr>
                          <a:rPr lang="en-US" altLang="zh-CN" sz="2800">
                            <a:solidFill>
                              <a:srgbClr val="1C1C1C"/>
                            </a:solidFill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1C1C1C"/>
                            </a:solidFill>
                          </a:rPr>
                          <m:t>s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1C1C1C"/>
                    </a:solidFill>
                  </a:rPr>
                  <a:t> </a:t>
                </a:r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2171BBD-42AA-4A1C-BE1E-A2DFB740B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624" y="5816238"/>
                <a:ext cx="5159665" cy="703398"/>
              </a:xfrm>
              <a:prstGeom prst="rect">
                <a:avLst/>
              </a:prstGeom>
              <a:blipFill>
                <a:blip r:embed="rId12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9831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34" grpId="0"/>
      <p:bldP spid="14" grpId="0"/>
      <p:bldP spid="26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68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课程小结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09C3799-4311-E565-1B37-45D0F1965FFB}"/>
                  </a:ext>
                </a:extLst>
              </p:cNvPr>
              <p:cNvSpPr txBox="1"/>
              <p:nvPr/>
            </p:nvSpPr>
            <p:spPr>
              <a:xfrm>
                <a:off x="579503" y="1900555"/>
                <a:ext cx="9788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09C3799-4311-E565-1B37-45D0F1965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03" y="1900555"/>
                <a:ext cx="97885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EFF451A-3474-56CD-6FC4-CFEA664DF01E}"/>
                  </a:ext>
                </a:extLst>
              </p:cNvPr>
              <p:cNvSpPr txBox="1"/>
              <p:nvPr/>
            </p:nvSpPr>
            <p:spPr>
              <a:xfrm>
                <a:off x="2920775" y="1900555"/>
                <a:ext cx="12052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EFF451A-3474-56CD-6FC4-CFEA664D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775" y="1900555"/>
                <a:ext cx="1205266" cy="523220"/>
              </a:xfrm>
              <a:prstGeom prst="rect">
                <a:avLst/>
              </a:prstGeom>
              <a:blipFill>
                <a:blip r:embed="rId4"/>
                <a:stretch>
                  <a:fillRect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2231CD0-C041-8D31-DC90-CAB59F92AD22}"/>
                  </a:ext>
                </a:extLst>
              </p:cNvPr>
              <p:cNvSpPr txBox="1"/>
              <p:nvPr/>
            </p:nvSpPr>
            <p:spPr>
              <a:xfrm>
                <a:off x="2880444" y="5027424"/>
                <a:ext cx="12455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2231CD0-C041-8D31-DC90-CAB59F92A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444" y="5027424"/>
                <a:ext cx="1245597" cy="52322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AF91F5E-D2D5-A281-A312-B624EC2754DC}"/>
                  </a:ext>
                </a:extLst>
              </p:cNvPr>
              <p:cNvSpPr txBox="1"/>
              <p:nvPr/>
            </p:nvSpPr>
            <p:spPr>
              <a:xfrm>
                <a:off x="8307124" y="3250413"/>
                <a:ext cx="13695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AF91F5E-D2D5-A281-A312-B624EC275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124" y="3250413"/>
                <a:ext cx="1369542" cy="523220"/>
              </a:xfrm>
              <a:prstGeom prst="rect">
                <a:avLst/>
              </a:prstGeom>
              <a:blipFill>
                <a:blip r:embed="rId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2F8AFC4-7710-205B-19E1-1EE9B41C4A39}"/>
                  </a:ext>
                </a:extLst>
              </p:cNvPr>
              <p:cNvSpPr txBox="1"/>
              <p:nvPr/>
            </p:nvSpPr>
            <p:spPr>
              <a:xfrm>
                <a:off x="8307124" y="3830438"/>
                <a:ext cx="1396664" cy="5582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2F8AFC4-7710-205B-19E1-1EE9B41C4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124" y="3830438"/>
                <a:ext cx="1396664" cy="558230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F67FEAF-7112-07D9-F068-45C4C11F1D40}"/>
                  </a:ext>
                </a:extLst>
              </p:cNvPr>
              <p:cNvSpPr txBox="1"/>
              <p:nvPr/>
            </p:nvSpPr>
            <p:spPr>
              <a:xfrm>
                <a:off x="6591386" y="4442619"/>
                <a:ext cx="7187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F67FEAF-7112-07D9-F068-45C4C11F1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86" y="4442619"/>
                <a:ext cx="71872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25AB801-E494-FA84-9F5A-90574CB99AFA}"/>
                  </a:ext>
                </a:extLst>
              </p:cNvPr>
              <p:cNvSpPr txBox="1"/>
              <p:nvPr/>
            </p:nvSpPr>
            <p:spPr>
              <a:xfrm>
                <a:off x="6591386" y="4978202"/>
                <a:ext cx="67627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225AB801-E494-FA84-9F5A-90574CB99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86" y="4978202"/>
                <a:ext cx="67627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839A7A9-C8D2-46F8-C66C-1EBFCD53E1D1}"/>
                  </a:ext>
                </a:extLst>
              </p:cNvPr>
              <p:cNvSpPr txBox="1"/>
              <p:nvPr/>
            </p:nvSpPr>
            <p:spPr>
              <a:xfrm>
                <a:off x="6612610" y="5570076"/>
                <a:ext cx="7067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839A7A9-C8D2-46F8-C66C-1EBFCD53E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610" y="5570076"/>
                <a:ext cx="70673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3525DE8-9EA6-32FA-D6FB-600313EA9160}"/>
                  </a:ext>
                </a:extLst>
              </p:cNvPr>
              <p:cNvSpPr txBox="1"/>
              <p:nvPr/>
            </p:nvSpPr>
            <p:spPr>
              <a:xfrm>
                <a:off x="7361477" y="5017694"/>
                <a:ext cx="7141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3525DE8-9EA6-32FA-D6FB-600313EA9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477" y="5017694"/>
                <a:ext cx="71417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F0D7867-B9F5-17F0-05F5-DF84822F81DC}"/>
                  </a:ext>
                </a:extLst>
              </p:cNvPr>
              <p:cNvSpPr txBox="1"/>
              <p:nvPr/>
            </p:nvSpPr>
            <p:spPr>
              <a:xfrm>
                <a:off x="10178698" y="4520188"/>
                <a:ext cx="7954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b="0" i="1" smtClean="0">
                          <a:solidFill>
                            <a:srgbClr val="1C1C1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F0D7867-B9F5-17F0-05F5-DF84822F8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8698" y="4520188"/>
                <a:ext cx="795411" cy="523220"/>
              </a:xfrm>
              <a:prstGeom prst="rect">
                <a:avLst/>
              </a:prstGeom>
              <a:blipFill>
                <a:blip r:embed="rId12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733E5E2-BEBE-61E4-7467-9B82D4251E4B}"/>
                  </a:ext>
                </a:extLst>
              </p:cNvPr>
              <p:cNvSpPr txBox="1"/>
              <p:nvPr/>
            </p:nvSpPr>
            <p:spPr>
              <a:xfrm>
                <a:off x="10301840" y="5340289"/>
                <a:ext cx="5491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1C1C1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zh-CN" sz="2800" dirty="0">
                  <a:solidFill>
                    <a:srgbClr val="1C1C1C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733E5E2-BEBE-61E4-7467-9B82D4251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1840" y="5340289"/>
                <a:ext cx="54912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说明3">
            <a:extLst>
              <a:ext uri="{FF2B5EF4-FFF2-40B4-BE49-F238E27FC236}">
                <a16:creationId xmlns:a16="http://schemas.microsoft.com/office/drawing/2014/main" id="{9047BA85-6992-AD73-533C-8850130FF25C}"/>
              </a:ext>
            </a:extLst>
          </p:cNvPr>
          <p:cNvSpPr txBox="1"/>
          <p:nvPr/>
        </p:nvSpPr>
        <p:spPr>
          <a:xfrm>
            <a:off x="478582" y="4774787"/>
            <a:ext cx="1079779" cy="105560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980B9"/>
                </a:solidFill>
              </a:rPr>
              <a:t>实验测试</a:t>
            </a:r>
          </a:p>
        </p:txBody>
      </p:sp>
      <p:sp>
        <p:nvSpPr>
          <p:cNvPr id="31" name="下箭头 30">
            <a:extLst>
              <a:ext uri="{FF2B5EF4-FFF2-40B4-BE49-F238E27FC236}">
                <a16:creationId xmlns:a16="http://schemas.microsoft.com/office/drawing/2014/main" id="{18749EEE-1A39-BF09-4549-D2F454BBC8E1}"/>
              </a:ext>
            </a:extLst>
          </p:cNvPr>
          <p:cNvSpPr/>
          <p:nvPr/>
        </p:nvSpPr>
        <p:spPr>
          <a:xfrm rot="16200000">
            <a:off x="2058096" y="4866467"/>
            <a:ext cx="432048" cy="872248"/>
          </a:xfrm>
          <a:prstGeom prst="down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说明3">
            <a:extLst>
              <a:ext uri="{FF2B5EF4-FFF2-40B4-BE49-F238E27FC236}">
                <a16:creationId xmlns:a16="http://schemas.microsoft.com/office/drawing/2014/main" id="{4917C25E-FDAC-1593-B8CF-2C4CB7F35A95}"/>
              </a:ext>
            </a:extLst>
          </p:cNvPr>
          <p:cNvSpPr txBox="1"/>
          <p:nvPr/>
        </p:nvSpPr>
        <p:spPr>
          <a:xfrm>
            <a:off x="4244586" y="4774787"/>
            <a:ext cx="1827029" cy="105560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980B9"/>
                </a:solidFill>
              </a:rPr>
              <a:t>闭环频率特征量</a:t>
            </a:r>
          </a:p>
        </p:txBody>
      </p:sp>
      <p:sp>
        <p:nvSpPr>
          <p:cNvPr id="33" name="下箭头 32">
            <a:extLst>
              <a:ext uri="{FF2B5EF4-FFF2-40B4-BE49-F238E27FC236}">
                <a16:creationId xmlns:a16="http://schemas.microsoft.com/office/drawing/2014/main" id="{DCAD0505-F3CC-21BB-9F15-9A651675020A}"/>
              </a:ext>
            </a:extLst>
          </p:cNvPr>
          <p:cNvSpPr/>
          <p:nvPr/>
        </p:nvSpPr>
        <p:spPr>
          <a:xfrm rot="16200000">
            <a:off x="8879652" y="4866467"/>
            <a:ext cx="432048" cy="872248"/>
          </a:xfrm>
          <a:prstGeom prst="down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下箭头 34">
            <a:extLst>
              <a:ext uri="{FF2B5EF4-FFF2-40B4-BE49-F238E27FC236}">
                <a16:creationId xmlns:a16="http://schemas.microsoft.com/office/drawing/2014/main" id="{A9017E40-DD7B-FC84-FC5D-C13EF0DAB58C}"/>
              </a:ext>
            </a:extLst>
          </p:cNvPr>
          <p:cNvSpPr/>
          <p:nvPr/>
        </p:nvSpPr>
        <p:spPr>
          <a:xfrm>
            <a:off x="3289352" y="2564903"/>
            <a:ext cx="432048" cy="2400936"/>
          </a:xfrm>
          <a:prstGeom prst="down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下箭头 35">
            <a:extLst>
              <a:ext uri="{FF2B5EF4-FFF2-40B4-BE49-F238E27FC236}">
                <a16:creationId xmlns:a16="http://schemas.microsoft.com/office/drawing/2014/main" id="{F7DFC913-0C39-EFB7-D363-86F7356874A2}"/>
              </a:ext>
            </a:extLst>
          </p:cNvPr>
          <p:cNvSpPr/>
          <p:nvPr/>
        </p:nvSpPr>
        <p:spPr>
          <a:xfrm rot="16200000">
            <a:off x="2058096" y="1726041"/>
            <a:ext cx="432048" cy="872248"/>
          </a:xfrm>
          <a:prstGeom prst="down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说明3">
            <a:extLst>
              <a:ext uri="{FF2B5EF4-FFF2-40B4-BE49-F238E27FC236}">
                <a16:creationId xmlns:a16="http://schemas.microsoft.com/office/drawing/2014/main" id="{7B3632D2-CAF6-0701-E2AC-7716B52238A2}"/>
              </a:ext>
            </a:extLst>
          </p:cNvPr>
          <p:cNvSpPr txBox="1"/>
          <p:nvPr/>
        </p:nvSpPr>
        <p:spPr>
          <a:xfrm>
            <a:off x="5591503" y="1519164"/>
            <a:ext cx="1827029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980B9"/>
                </a:solidFill>
              </a:rPr>
              <a:t>奈氏判据</a:t>
            </a:r>
          </a:p>
        </p:txBody>
      </p:sp>
      <p:sp>
        <p:nvSpPr>
          <p:cNvPr id="38" name="说明3">
            <a:extLst>
              <a:ext uri="{FF2B5EF4-FFF2-40B4-BE49-F238E27FC236}">
                <a16:creationId xmlns:a16="http://schemas.microsoft.com/office/drawing/2014/main" id="{86572D6B-06EB-EAF4-C214-BEC3DF4C8F15}"/>
              </a:ext>
            </a:extLst>
          </p:cNvPr>
          <p:cNvSpPr txBox="1"/>
          <p:nvPr/>
        </p:nvSpPr>
        <p:spPr>
          <a:xfrm>
            <a:off x="5606612" y="2191281"/>
            <a:ext cx="1827029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980B9"/>
                </a:solidFill>
              </a:rPr>
              <a:t>对数判据</a:t>
            </a:r>
          </a:p>
        </p:txBody>
      </p:sp>
      <p:sp>
        <p:nvSpPr>
          <p:cNvPr id="39" name="下箭头 38">
            <a:extLst>
              <a:ext uri="{FF2B5EF4-FFF2-40B4-BE49-F238E27FC236}">
                <a16:creationId xmlns:a16="http://schemas.microsoft.com/office/drawing/2014/main" id="{04EF5FA1-96D3-C6B1-D11B-E585FFC604DF}"/>
              </a:ext>
            </a:extLst>
          </p:cNvPr>
          <p:cNvSpPr/>
          <p:nvPr/>
        </p:nvSpPr>
        <p:spPr>
          <a:xfrm rot="16200000">
            <a:off x="4470336" y="1708167"/>
            <a:ext cx="432048" cy="872248"/>
          </a:xfrm>
          <a:prstGeom prst="down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左大括号 39">
            <a:extLst>
              <a:ext uri="{FF2B5EF4-FFF2-40B4-BE49-F238E27FC236}">
                <a16:creationId xmlns:a16="http://schemas.microsoft.com/office/drawing/2014/main" id="{1C66FCBC-9C83-F8CA-41F2-82D1D5C28E49}"/>
              </a:ext>
            </a:extLst>
          </p:cNvPr>
          <p:cNvSpPr/>
          <p:nvPr/>
        </p:nvSpPr>
        <p:spPr>
          <a:xfrm>
            <a:off x="5219714" y="1583553"/>
            <a:ext cx="330355" cy="1152127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下箭头 40">
            <a:extLst>
              <a:ext uri="{FF2B5EF4-FFF2-40B4-BE49-F238E27FC236}">
                <a16:creationId xmlns:a16="http://schemas.microsoft.com/office/drawing/2014/main" id="{BAF63BF0-DA35-46ED-A6AA-5B4A2DABCFDC}"/>
              </a:ext>
            </a:extLst>
          </p:cNvPr>
          <p:cNvSpPr/>
          <p:nvPr/>
        </p:nvSpPr>
        <p:spPr>
          <a:xfrm rot="16200000">
            <a:off x="7955389" y="1733379"/>
            <a:ext cx="432048" cy="872248"/>
          </a:xfrm>
          <a:prstGeom prst="down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说明3">
            <a:extLst>
              <a:ext uri="{FF2B5EF4-FFF2-40B4-BE49-F238E27FC236}">
                <a16:creationId xmlns:a16="http://schemas.microsoft.com/office/drawing/2014/main" id="{F8E11AA8-36D5-227E-CB9B-8058ED68E938}"/>
              </a:ext>
            </a:extLst>
          </p:cNvPr>
          <p:cNvSpPr txBox="1"/>
          <p:nvPr/>
        </p:nvSpPr>
        <p:spPr>
          <a:xfrm>
            <a:off x="8749373" y="1880061"/>
            <a:ext cx="1827029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980B9"/>
                </a:solidFill>
              </a:rPr>
              <a:t>稳定性</a:t>
            </a:r>
          </a:p>
        </p:txBody>
      </p:sp>
      <p:sp>
        <p:nvSpPr>
          <p:cNvPr id="44" name="说明3">
            <a:extLst>
              <a:ext uri="{FF2B5EF4-FFF2-40B4-BE49-F238E27FC236}">
                <a16:creationId xmlns:a16="http://schemas.microsoft.com/office/drawing/2014/main" id="{D66816EA-D2BE-A351-4549-C71290C30691}"/>
              </a:ext>
            </a:extLst>
          </p:cNvPr>
          <p:cNvSpPr txBox="1"/>
          <p:nvPr/>
        </p:nvSpPr>
        <p:spPr>
          <a:xfrm>
            <a:off x="5966380" y="3522170"/>
            <a:ext cx="1827029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2980B9"/>
                </a:solidFill>
              </a:rPr>
              <a:t>稳定裕度</a:t>
            </a:r>
          </a:p>
        </p:txBody>
      </p:sp>
      <p:sp>
        <p:nvSpPr>
          <p:cNvPr id="46" name="左大括号 45">
            <a:extLst>
              <a:ext uri="{FF2B5EF4-FFF2-40B4-BE49-F238E27FC236}">
                <a16:creationId xmlns:a16="http://schemas.microsoft.com/office/drawing/2014/main" id="{9E54AA33-88E5-75B4-33BA-3F0F7CE734F8}"/>
              </a:ext>
            </a:extLst>
          </p:cNvPr>
          <p:cNvSpPr/>
          <p:nvPr/>
        </p:nvSpPr>
        <p:spPr>
          <a:xfrm>
            <a:off x="7935803" y="3284985"/>
            <a:ext cx="330355" cy="1152127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左大括号 46">
            <a:extLst>
              <a:ext uri="{FF2B5EF4-FFF2-40B4-BE49-F238E27FC236}">
                <a16:creationId xmlns:a16="http://schemas.microsoft.com/office/drawing/2014/main" id="{80FED72D-1257-6EB6-F186-F01D0B0F4921}"/>
              </a:ext>
            </a:extLst>
          </p:cNvPr>
          <p:cNvSpPr/>
          <p:nvPr/>
        </p:nvSpPr>
        <p:spPr>
          <a:xfrm>
            <a:off x="6167214" y="4704229"/>
            <a:ext cx="330355" cy="1152127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F2DF6E4-1FED-16B0-DDDD-C3FE7E217C8C}"/>
              </a:ext>
            </a:extLst>
          </p:cNvPr>
          <p:cNvGrpSpPr/>
          <p:nvPr/>
        </p:nvGrpSpPr>
        <p:grpSpPr>
          <a:xfrm>
            <a:off x="4655046" y="2564904"/>
            <a:ext cx="895023" cy="1445490"/>
            <a:chOff x="4655046" y="2564904"/>
            <a:chExt cx="895023" cy="1445490"/>
          </a:xfrm>
        </p:grpSpPr>
        <p:sp>
          <p:nvSpPr>
            <p:cNvPr id="43" name="下箭头 42">
              <a:extLst>
                <a:ext uri="{FF2B5EF4-FFF2-40B4-BE49-F238E27FC236}">
                  <a16:creationId xmlns:a16="http://schemas.microsoft.com/office/drawing/2014/main" id="{78378F5D-874F-6EA1-091D-C062BFA4474C}"/>
                </a:ext>
              </a:extLst>
            </p:cNvPr>
            <p:cNvSpPr/>
            <p:nvPr/>
          </p:nvSpPr>
          <p:spPr>
            <a:xfrm rot="16200000">
              <a:off x="4897921" y="3358246"/>
              <a:ext cx="432048" cy="872248"/>
            </a:xfrm>
            <a:prstGeom prst="downArrow">
              <a:avLst/>
            </a:prstGeom>
            <a:solidFill>
              <a:srgbClr val="2980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2E7CA561-9525-FFE7-8487-094910808B40}"/>
                </a:ext>
              </a:extLst>
            </p:cNvPr>
            <p:cNvSpPr/>
            <p:nvPr/>
          </p:nvSpPr>
          <p:spPr>
            <a:xfrm>
              <a:off x="4655046" y="2564904"/>
              <a:ext cx="237023" cy="1330889"/>
            </a:xfrm>
            <a:prstGeom prst="rect">
              <a:avLst/>
            </a:prstGeom>
            <a:solidFill>
              <a:srgbClr val="2980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9" name="左大括号 48">
            <a:extLst>
              <a:ext uri="{FF2B5EF4-FFF2-40B4-BE49-F238E27FC236}">
                <a16:creationId xmlns:a16="http://schemas.microsoft.com/office/drawing/2014/main" id="{10456E3E-C759-AD0D-DFE4-2BCC370D774D}"/>
              </a:ext>
            </a:extLst>
          </p:cNvPr>
          <p:cNvSpPr/>
          <p:nvPr/>
        </p:nvSpPr>
        <p:spPr>
          <a:xfrm>
            <a:off x="9676666" y="4726527"/>
            <a:ext cx="330355" cy="1152127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6227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19" grpId="0"/>
      <p:bldP spid="21" grpId="0"/>
      <p:bldP spid="22" grpId="0"/>
      <p:bldP spid="25" grpId="0"/>
      <p:bldP spid="27" grpId="0"/>
      <p:bldP spid="28" grpId="0"/>
      <p:bldP spid="29" grpId="0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6" grpId="0" animBg="1"/>
      <p:bldP spid="47" grpId="0" animBg="1"/>
      <p:bldP spid="4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937646" cy="725177"/>
            <a:chOff x="4943078" y="1700704"/>
            <a:chExt cx="2937646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377906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稳定裕度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937646" cy="725177"/>
            <a:chOff x="4943078" y="1700704"/>
            <a:chExt cx="2937646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89" y="1750121"/>
              <a:ext cx="246303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相角裕度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949820" cy="725177"/>
            <a:chOff x="4943078" y="1700704"/>
            <a:chExt cx="2949820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1" y="1739799"/>
              <a:ext cx="2433037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单位圆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2937647" cy="725177"/>
            <a:chOff x="4943078" y="1700704"/>
            <a:chExt cx="2937647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90" y="1736097"/>
              <a:ext cx="246303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幅值裕度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574926" y="1053704"/>
            <a:ext cx="7996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/>
              <a:t>系统在幅值和相角方面的稳定储备量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/>
              <p:nvPr/>
            </p:nvSpPr>
            <p:spPr>
              <a:xfrm>
                <a:off x="3574926" y="1856692"/>
                <a:ext cx="8313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/>
                  <a:t>截止频率处相角与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−180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800"/>
                  <a:t>的距离</a:t>
                </a:r>
              </a:p>
            </p:txBody>
          </p:sp>
        </mc:Choice>
        <mc:Fallback xmlns="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926" y="1856692"/>
                <a:ext cx="8313658" cy="523220"/>
              </a:xfrm>
              <a:prstGeom prst="rect">
                <a:avLst/>
              </a:prstGeom>
              <a:blipFill>
                <a:blip r:embed="rId3"/>
                <a:stretch>
                  <a:fillRect l="-1524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3574927" y="2703727"/>
            <a:ext cx="7201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/>
              <a:t>穿越频率处幅值与</a:t>
            </a:r>
            <a:r>
              <a:rPr lang="en-US" altLang="zh-CN" sz="2800"/>
              <a:t>1</a:t>
            </a:r>
            <a:r>
              <a:rPr lang="zh-CN" altLang="en-US" sz="2800"/>
              <a:t>（或者</a:t>
            </a:r>
            <a:r>
              <a:rPr lang="en-US" altLang="zh-CN" sz="2800"/>
              <a:t>0dB</a:t>
            </a:r>
            <a:r>
              <a:rPr lang="zh-CN" altLang="en-US" sz="2800"/>
              <a:t>）的距离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574927" y="3550762"/>
            <a:ext cx="4330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/>
              <a:t>极坐标中的稳定边界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2" y="5099056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资源分配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552030" y="5099056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宽备窄用</a:t>
            </a:r>
          </a:p>
        </p:txBody>
      </p:sp>
    </p:spTree>
    <p:extLst>
      <p:ext uri="{BB962C8B-B14F-4D97-AF65-F5344CB8AC3E}">
        <p14:creationId xmlns:p14="http://schemas.microsoft.com/office/powerpoint/2010/main" val="33220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533842" y="1124744"/>
            <a:ext cx="5059798" cy="1001329"/>
            <a:chOff x="5348307" y="5538470"/>
            <a:chExt cx="5059798" cy="1001329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20700" y="5585692"/>
              <a:ext cx="408740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试从频率响应角度分析惯性系统的响应。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D6BA7D0-E0A4-505F-CEA2-D6D721083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640" y="1916832"/>
            <a:ext cx="6048672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85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6C1CC1-A6C9-150F-FF22-08DDEAC65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20" y="1088493"/>
            <a:ext cx="5956267" cy="4467200"/>
          </a:xfrm>
          <a:prstGeom prst="rect">
            <a:avLst/>
          </a:prstGeom>
        </p:spPr>
      </p:pic>
      <p:sp>
        <p:nvSpPr>
          <p:cNvPr id="7" name="小标题1">
            <a:extLst>
              <a:ext uri="{FF2B5EF4-FFF2-40B4-BE49-F238E27FC236}">
                <a16:creationId xmlns:a16="http://schemas.microsoft.com/office/drawing/2014/main" id="{FF7BEF32-B728-F6ED-1FD5-440A20D6AE7E}"/>
              </a:ext>
            </a:extLst>
          </p:cNvPr>
          <p:cNvSpPr/>
          <p:nvPr/>
        </p:nvSpPr>
        <p:spPr bwMode="auto">
          <a:xfrm>
            <a:off x="1377126" y="5805264"/>
            <a:ext cx="41044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方波的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11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次谐波分解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B93320-3BE9-02E2-5592-402D778D0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085" y="1106187"/>
            <a:ext cx="5956267" cy="4467200"/>
          </a:xfrm>
          <a:prstGeom prst="rect">
            <a:avLst/>
          </a:prstGeom>
        </p:spPr>
      </p:pic>
      <p:sp>
        <p:nvSpPr>
          <p:cNvPr id="9" name="小标题1">
            <a:extLst>
              <a:ext uri="{FF2B5EF4-FFF2-40B4-BE49-F238E27FC236}">
                <a16:creationId xmlns:a16="http://schemas.microsoft.com/office/drawing/2014/main" id="{AA5F4F6E-27E2-8CAC-7BC6-DAAD4BEA452C}"/>
              </a:ext>
            </a:extLst>
          </p:cNvPr>
          <p:cNvSpPr/>
          <p:nvPr/>
        </p:nvSpPr>
        <p:spPr bwMode="auto">
          <a:xfrm>
            <a:off x="7019990" y="5789185"/>
            <a:ext cx="41044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各次谐波的频率响应</a:t>
            </a:r>
          </a:p>
        </p:txBody>
      </p:sp>
    </p:spTree>
    <p:extLst>
      <p:ext uri="{BB962C8B-B14F-4D97-AF65-F5344CB8AC3E}">
        <p14:creationId xmlns:p14="http://schemas.microsoft.com/office/powerpoint/2010/main" val="981988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C9C664-8D1C-6E69-3332-6BC13F6B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60" y="918498"/>
            <a:ext cx="3868035" cy="290102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96D1CD8-288F-A584-671A-0C12BE19E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835" y="826359"/>
            <a:ext cx="3868035" cy="29010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7558BDA-E7D5-22AC-FA2C-B111BEF86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42" y="3798529"/>
            <a:ext cx="3868035" cy="29010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651DF2-952F-5B04-BFBF-EDB42CB34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217" y="3817042"/>
            <a:ext cx="3868035" cy="2901026"/>
          </a:xfrm>
          <a:prstGeom prst="rect">
            <a:avLst/>
          </a:prstGeom>
        </p:spPr>
      </p:pic>
      <p:sp>
        <p:nvSpPr>
          <p:cNvPr id="11" name="小标题1">
            <a:extLst>
              <a:ext uri="{FF2B5EF4-FFF2-40B4-BE49-F238E27FC236}">
                <a16:creationId xmlns:a16="http://schemas.microsoft.com/office/drawing/2014/main" id="{78E32EDE-9064-B330-F62D-9391DBD69625}"/>
              </a:ext>
            </a:extLst>
          </p:cNvPr>
          <p:cNvSpPr/>
          <p:nvPr/>
        </p:nvSpPr>
        <p:spPr bwMode="auto">
          <a:xfrm>
            <a:off x="3834177" y="1846094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  <p:sp>
        <p:nvSpPr>
          <p:cNvPr id="12" name="小标题1">
            <a:extLst>
              <a:ext uri="{FF2B5EF4-FFF2-40B4-BE49-F238E27FC236}">
                <a16:creationId xmlns:a16="http://schemas.microsoft.com/office/drawing/2014/main" id="{4F36484D-BAE1-AA01-CAD6-D68C009EE39B}"/>
              </a:ext>
            </a:extLst>
          </p:cNvPr>
          <p:cNvSpPr/>
          <p:nvPr/>
        </p:nvSpPr>
        <p:spPr bwMode="auto">
          <a:xfrm>
            <a:off x="6311230" y="1846094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  <p:sp>
        <p:nvSpPr>
          <p:cNvPr id="13" name="小标题1">
            <a:extLst>
              <a:ext uri="{FF2B5EF4-FFF2-40B4-BE49-F238E27FC236}">
                <a16:creationId xmlns:a16="http://schemas.microsoft.com/office/drawing/2014/main" id="{23E69C10-952B-3AAE-3A84-122455C8B6F3}"/>
              </a:ext>
            </a:extLst>
          </p:cNvPr>
          <p:cNvSpPr/>
          <p:nvPr/>
        </p:nvSpPr>
        <p:spPr bwMode="auto">
          <a:xfrm>
            <a:off x="3834177" y="4691967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5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  <p:sp>
        <p:nvSpPr>
          <p:cNvPr id="14" name="小标题1">
            <a:extLst>
              <a:ext uri="{FF2B5EF4-FFF2-40B4-BE49-F238E27FC236}">
                <a16:creationId xmlns:a16="http://schemas.microsoft.com/office/drawing/2014/main" id="{47D87455-3042-9CF5-EE36-9393CD0819A7}"/>
              </a:ext>
            </a:extLst>
          </p:cNvPr>
          <p:cNvSpPr/>
          <p:nvPr/>
        </p:nvSpPr>
        <p:spPr bwMode="auto">
          <a:xfrm>
            <a:off x="6311230" y="4691967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7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</p:spTree>
    <p:extLst>
      <p:ext uri="{BB962C8B-B14F-4D97-AF65-F5344CB8AC3E}">
        <p14:creationId xmlns:p14="http://schemas.microsoft.com/office/powerpoint/2010/main" val="182876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Ziegler J G, Nichols N B. Optimum settings for automatic controllers[J]. Transactions of the American society of mechanical engineers, 1942, 64(8): 759-765.</a:t>
            </a:r>
          </a:p>
          <a:p>
            <a:r>
              <a:rPr lang="en-US" altLang="zh-CN" sz="2800" dirty="0"/>
              <a:t>[2]</a:t>
            </a:r>
            <a:r>
              <a:rPr lang="en" altLang="zh-CN" sz="2800" dirty="0"/>
              <a:t> Nichols N B. Control revisited[C]//1977 IEEE Conference on Decision and Control including the 16th Symposium on Adaptive Processes and A Special Symposium on Fuzzy Set Theory and Applications. IEEE, 1977: 615-619.</a:t>
            </a:r>
          </a:p>
        </p:txBody>
      </p:sp>
      <p:sp>
        <p:nvSpPr>
          <p:cNvPr id="3" name="说明4">
            <a:extLst>
              <a:ext uri="{FF2B5EF4-FFF2-40B4-BE49-F238E27FC236}">
                <a16:creationId xmlns:a16="http://schemas.microsoft.com/office/drawing/2014/main" id="{6A9078A1-B8A5-3E58-79B2-6A6A74BEE34F}"/>
              </a:ext>
            </a:extLst>
          </p:cNvPr>
          <p:cNvSpPr txBox="1"/>
          <p:nvPr/>
        </p:nvSpPr>
        <p:spPr>
          <a:xfrm>
            <a:off x="3935413" y="1268413"/>
            <a:ext cx="82089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dirty="0"/>
              <a:t>ZN</a:t>
            </a:r>
            <a:r>
              <a:rPr lang="zh-CN" altLang="en-US" sz="2800" dirty="0"/>
              <a:t>公式整定</a:t>
            </a:r>
            <a:r>
              <a:rPr lang="en" altLang="zh-CN" sz="2800" dirty="0"/>
              <a:t>PID</a:t>
            </a:r>
            <a:r>
              <a:rPr lang="zh-CN" altLang="en-US" sz="2800" dirty="0"/>
              <a:t>参数：</a:t>
            </a:r>
            <a:r>
              <a:rPr lang="en" altLang="zh-CN" sz="2800" dirty="0"/>
              <a:t> https://</a:t>
            </a:r>
            <a:r>
              <a:rPr lang="en" altLang="zh-CN" sz="2800" dirty="0" err="1"/>
              <a:t>www.bilibili.com</a:t>
            </a:r>
            <a:r>
              <a:rPr lang="en" altLang="zh-CN" sz="2800" dirty="0"/>
              <a:t>/video/BV1ua4y1L7Vs?share_source=</a:t>
            </a:r>
            <a:r>
              <a:rPr lang="en" altLang="zh-CN" sz="2800" dirty="0" err="1"/>
              <a:t>copy_web</a:t>
            </a:r>
            <a:endParaRPr lang="zh-CN" altLang="en-US" sz="28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5873238-2320-4264-36D8-D6172F70D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54" y="3931874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 descr="图片包含 建筑, 游戏机&#10;&#10;描述已自动生成">
            <a:extLst>
              <a:ext uri="{FF2B5EF4-FFF2-40B4-BE49-F238E27FC236}">
                <a16:creationId xmlns:a16="http://schemas.microsoft.com/office/drawing/2014/main" id="{4EF3DBAA-1A0C-C5C2-24C6-FE4AB4342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26" y="1456087"/>
            <a:ext cx="3035632" cy="171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84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/>
                <a:t>控制之美，王天威著，清华大学出版社，</a:t>
              </a:r>
              <a:r>
                <a:rPr lang="en-US" altLang="zh-CN" sz="2800"/>
                <a:t>2022</a:t>
              </a:r>
              <a:endParaRPr lang="zh-CN" altLang="en-US" sz="280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AE0A6D-EDCF-576C-D5EA-A937A8A649EB}"/>
              </a:ext>
            </a:extLst>
          </p:cNvPr>
          <p:cNvGrpSpPr/>
          <p:nvPr/>
        </p:nvGrpSpPr>
        <p:grpSpPr>
          <a:xfrm>
            <a:off x="4654550" y="3681329"/>
            <a:ext cx="7190928" cy="2755900"/>
            <a:chOff x="4654550" y="3681329"/>
            <a:chExt cx="7190928" cy="27559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/>
                <a:t>在线视频</a:t>
              </a:r>
              <a:r>
                <a:rPr lang="en-US" altLang="zh-CN" sz="2800"/>
                <a:t>108</a:t>
              </a:r>
              <a:r>
                <a:rPr lang="zh-CN" altLang="en-US" sz="2800"/>
                <a:t>，</a:t>
              </a:r>
              <a:r>
                <a:rPr lang="en-US" altLang="zh-CN" sz="2800"/>
                <a:t>109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3466EC6D-703A-8970-26FE-D06458893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3478" y="3681329"/>
              <a:ext cx="3302000" cy="275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30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cxnSp>
        <p:nvCxnSpPr>
          <p:cNvPr id="112" name="实轴根轨迹2" hidden="1">
            <a:extLst>
              <a:ext uri="{FF2B5EF4-FFF2-40B4-BE49-F238E27FC236}">
                <a16:creationId xmlns:a16="http://schemas.microsoft.com/office/drawing/2014/main" id="{E3BFF0B5-75EB-88CB-D2B8-45B1CB7B3820}"/>
              </a:ext>
            </a:extLst>
          </p:cNvPr>
          <p:cNvCxnSpPr>
            <a:cxnSpLocks/>
          </p:cNvCxnSpPr>
          <p:nvPr/>
        </p:nvCxnSpPr>
        <p:spPr>
          <a:xfrm flipH="1" flipV="1">
            <a:off x="6781576" y="3495280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实轴根轨迹1" hidden="1">
            <a:extLst>
              <a:ext uri="{FF2B5EF4-FFF2-40B4-BE49-F238E27FC236}">
                <a16:creationId xmlns:a16="http://schemas.microsoft.com/office/drawing/2014/main" id="{D3BFAEBF-E730-5646-6B89-280B20B81EF2}"/>
              </a:ext>
            </a:extLst>
          </p:cNvPr>
          <p:cNvCxnSpPr>
            <a:cxnSpLocks/>
          </p:cNvCxnSpPr>
          <p:nvPr/>
        </p:nvCxnSpPr>
        <p:spPr>
          <a:xfrm flipH="1">
            <a:off x="10351817" y="3501653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说明4">
            <a:extLst>
              <a:ext uri="{FF2B5EF4-FFF2-40B4-BE49-F238E27FC236}">
                <a16:creationId xmlns:a16="http://schemas.microsoft.com/office/drawing/2014/main" id="{FF9092E9-A68F-6B74-6B3C-534889219293}"/>
              </a:ext>
            </a:extLst>
          </p:cNvPr>
          <p:cNvSpPr txBox="1"/>
          <p:nvPr/>
        </p:nvSpPr>
        <p:spPr>
          <a:xfrm>
            <a:off x="7574645" y="5013176"/>
            <a:ext cx="34359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Nathaniel Nichols</a:t>
            </a:r>
          </a:p>
          <a:p>
            <a:pPr algn="ctr"/>
            <a:r>
              <a:rPr lang="en-US" altLang="zh-CN" sz="2800" dirty="0"/>
              <a:t>1914-1997</a:t>
            </a:r>
            <a:endParaRPr lang="zh-CN" altLang="en-US" sz="2800" dirty="0"/>
          </a:p>
        </p:txBody>
      </p:sp>
      <p:sp>
        <p:nvSpPr>
          <p:cNvPr id="4" name="节段20">
            <a:extLst>
              <a:ext uri="{FF2B5EF4-FFF2-40B4-BE49-F238E27FC236}">
                <a16:creationId xmlns:a16="http://schemas.microsoft.com/office/drawing/2014/main" id="{D55F41B1-9E49-C478-12E4-FF8B3E7D9DA8}"/>
              </a:ext>
            </a:extLst>
          </p:cNvPr>
          <p:cNvSpPr/>
          <p:nvPr/>
        </p:nvSpPr>
        <p:spPr bwMode="auto">
          <a:xfrm>
            <a:off x="562387" y="128134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21.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三频段：各司其职</a:t>
            </a:r>
          </a:p>
        </p:txBody>
      </p:sp>
      <p:pic>
        <p:nvPicPr>
          <p:cNvPr id="1028" name="Picture 4" descr="Nathaniel Nichols">
            <a:extLst>
              <a:ext uri="{FF2B5EF4-FFF2-40B4-BE49-F238E27FC236}">
                <a16:creationId xmlns:a16="http://schemas.microsoft.com/office/drawing/2014/main" id="{5F1A11D0-3367-FB55-7C50-A2A9524F3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350" y="745358"/>
            <a:ext cx="3064502" cy="382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704177"/>
      </p:ext>
    </p:extLst>
  </p:cSld>
  <p:clrMapOvr>
    <a:masterClrMapping/>
  </p:clrMapOvr>
  <p:transition spd="slow"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26918</TotalTime>
  <Words>2980</Words>
  <Application>Microsoft Macintosh PowerPoint</Application>
  <PresentationFormat>自定义</PresentationFormat>
  <Paragraphs>783</Paragraphs>
  <Slides>39</Slides>
  <Notes>38</Notes>
  <HiddenSlides>3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1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651</cp:revision>
  <dcterms:created xsi:type="dcterms:W3CDTF">2012-09-21T08:06:35Z</dcterms:created>
  <dcterms:modified xsi:type="dcterms:W3CDTF">2025-05-16T04:18:43Z</dcterms:modified>
  <cp:category/>
</cp:coreProperties>
</file>