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353" r:id="rId2"/>
    <p:sldId id="522" r:id="rId3"/>
    <p:sldId id="523" r:id="rId4"/>
    <p:sldId id="568" r:id="rId5"/>
    <p:sldId id="569" r:id="rId6"/>
    <p:sldId id="529" r:id="rId7"/>
    <p:sldId id="602" r:id="rId8"/>
    <p:sldId id="605" r:id="rId9"/>
    <p:sldId id="606" r:id="rId10"/>
    <p:sldId id="616" r:id="rId11"/>
    <p:sldId id="617" r:id="rId12"/>
    <p:sldId id="618" r:id="rId13"/>
    <p:sldId id="619" r:id="rId14"/>
    <p:sldId id="620" r:id="rId15"/>
    <p:sldId id="621" r:id="rId16"/>
    <p:sldId id="622" r:id="rId17"/>
    <p:sldId id="623" r:id="rId18"/>
    <p:sldId id="624" r:id="rId19"/>
    <p:sldId id="625" r:id="rId20"/>
    <p:sldId id="565" r:id="rId21"/>
    <p:sldId id="566" r:id="rId22"/>
    <p:sldId id="596" r:id="rId23"/>
    <p:sldId id="597" r:id="rId24"/>
    <p:sldId id="556" r:id="rId25"/>
    <p:sldId id="567" r:id="rId26"/>
    <p:sldId id="558" r:id="rId27"/>
  </p:sldIdLst>
  <p:sldSz cx="12190413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15EF9F2-8EA0-DF4B-B42A-9E3BA9F18F4C}">
          <p14:sldIdLst>
            <p14:sldId id="353"/>
            <p14:sldId id="522"/>
            <p14:sldId id="523"/>
            <p14:sldId id="568"/>
            <p14:sldId id="569"/>
            <p14:sldId id="529"/>
            <p14:sldId id="602"/>
            <p14:sldId id="605"/>
            <p14:sldId id="606"/>
            <p14:sldId id="616"/>
            <p14:sldId id="617"/>
            <p14:sldId id="618"/>
            <p14:sldId id="619"/>
            <p14:sldId id="620"/>
            <p14:sldId id="621"/>
            <p14:sldId id="622"/>
            <p14:sldId id="623"/>
            <p14:sldId id="624"/>
            <p14:sldId id="625"/>
            <p14:sldId id="565"/>
            <p14:sldId id="566"/>
            <p14:sldId id="596"/>
            <p14:sldId id="597"/>
            <p14:sldId id="556"/>
            <p14:sldId id="567"/>
            <p14:sldId id="5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67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pos="3840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6788" userDrawn="1">
          <p15:clr>
            <a:srgbClr val="A4A3A4"/>
          </p15:clr>
        </p15:guide>
        <p15:guide id="6" pos="3613" userDrawn="1">
          <p15:clr>
            <a:srgbClr val="A4A3A4"/>
          </p15:clr>
        </p15:guide>
        <p15:guide id="7" pos="5881" userDrawn="1">
          <p15:clr>
            <a:srgbClr val="A4A3A4"/>
          </p15:clr>
        </p15:guide>
        <p15:guide id="8" orient="horz" pos="2614" userDrawn="1">
          <p15:clr>
            <a:srgbClr val="A4A3A4"/>
          </p15:clr>
        </p15:guide>
        <p15:guide id="9" pos="6334" userDrawn="1">
          <p15:clr>
            <a:srgbClr val="A4A3A4"/>
          </p15:clr>
        </p15:guide>
        <p15:guide id="11" orient="horz" pos="1706" userDrawn="1">
          <p15:clr>
            <a:srgbClr val="A4A3A4"/>
          </p15:clr>
        </p15:guide>
        <p15:guide id="13" pos="5427" userDrawn="1">
          <p15:clr>
            <a:srgbClr val="A4A3A4"/>
          </p15:clr>
        </p15:guide>
        <p15:guide id="14" pos="4973" userDrawn="1">
          <p15:clr>
            <a:srgbClr val="A4A3A4"/>
          </p15:clr>
        </p15:guide>
        <p15:guide id="15" orient="horz" pos="1253" userDrawn="1">
          <p15:clr>
            <a:srgbClr val="A4A3A4"/>
          </p15:clr>
        </p15:guide>
        <p15:guide id="16" orient="horz" pos="3521" userDrawn="1">
          <p15:clr>
            <a:srgbClr val="A4A3A4"/>
          </p15:clr>
        </p15:guide>
        <p15:guide id="17" orient="horz" pos="799" userDrawn="1">
          <p15:clr>
            <a:srgbClr val="A4A3A4"/>
          </p15:clr>
        </p15:guide>
        <p15:guide id="18" orient="horz" pos="3974" userDrawn="1">
          <p15:clr>
            <a:srgbClr val="A4A3A4"/>
          </p15:clr>
        </p15:guide>
        <p15:guide id="19" orient="horz" pos="346" userDrawn="1">
          <p15:clr>
            <a:srgbClr val="A4A3A4"/>
          </p15:clr>
        </p15:guide>
        <p15:guide id="20" pos="4520" userDrawn="1">
          <p15:clr>
            <a:srgbClr val="A4A3A4"/>
          </p15:clr>
        </p15:guide>
        <p15:guide id="21" pos="4066" userDrawn="1">
          <p15:clr>
            <a:srgbClr val="A4A3A4"/>
          </p15:clr>
        </p15:guide>
        <p15:guide id="22" pos="72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9F84"/>
    <a:srgbClr val="1C1C1C"/>
    <a:srgbClr val="E44860"/>
    <a:srgbClr val="2980B9"/>
    <a:srgbClr val="F6973B"/>
    <a:srgbClr val="159F84"/>
    <a:srgbClr val="F29B11"/>
    <a:srgbClr val="768395"/>
    <a:srgbClr val="9BBB5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21" autoAdjust="0"/>
    <p:restoredTop sz="92411" autoAdjust="0"/>
  </p:normalViewPr>
  <p:slideViewPr>
    <p:cSldViewPr>
      <p:cViewPr varScale="1">
        <p:scale>
          <a:sx n="94" d="100"/>
          <a:sy n="94" d="100"/>
        </p:scale>
        <p:origin x="808" y="496"/>
      </p:cViewPr>
      <p:guideLst>
        <p:guide orient="horz" pos="3067"/>
        <p:guide orient="horz" pos="2160"/>
        <p:guide pos="3840"/>
        <p:guide pos="211"/>
        <p:guide pos="6788"/>
        <p:guide pos="3613"/>
        <p:guide pos="5881"/>
        <p:guide orient="horz" pos="2614"/>
        <p:guide pos="6334"/>
        <p:guide orient="horz" pos="1706"/>
        <p:guide pos="5427"/>
        <p:guide pos="4973"/>
        <p:guide orient="horz" pos="1253"/>
        <p:guide orient="horz" pos="3521"/>
        <p:guide orient="horz" pos="799"/>
        <p:guide orient="horz" pos="3974"/>
        <p:guide orient="horz" pos="346"/>
        <p:guide pos="4520"/>
        <p:guide pos="4066"/>
        <p:guide pos="72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336"/>
    </p:cViewPr>
  </p:sorterViewPr>
  <p:notesViewPr>
    <p:cSldViewPr>
      <p:cViewPr varScale="1">
        <p:scale>
          <a:sx n="118" d="100"/>
          <a:sy n="118" d="100"/>
        </p:scale>
        <p:origin x="375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8805445-DD02-4A4D-85F2-00571D19ED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41B0AF-3333-FD46-B79E-50FD8A79D1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A9F75-F87F-124E-A6E0-5AA7D52145C2}" type="datetimeFigureOut">
              <a:rPr kumimoji="1" lang="zh-CN" altLang="en-US" smtClean="0"/>
              <a:t>2025/5/27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BF8CD6C-5D36-1743-972A-01D811956D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92A2E0-40E1-5149-9E4A-F475CD689D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A3159-7C85-5C48-9D59-18AED36800E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6331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CC928-7A32-4383-8C66-886F513D06F6}" type="datetimeFigureOut">
              <a:rPr lang="zh-CN" altLang="en-US" smtClean="0"/>
              <a:t>2025/5/27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36B7B-B83E-48FC-9145-C5D7D2DAF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40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31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01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4920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9022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853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35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9462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227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4134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09876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524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5605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6576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4803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7500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05025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8627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8055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5671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6475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2101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4844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45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5877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74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442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7CCF719-0B4D-4198-B5BC-2D0F73DC26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141282B4-7D1A-4CA4-B97C-AECB47C3A3B9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chemeClr val="bg1"/>
                </a:solidFill>
                <a:latin typeface="+mj-ea"/>
                <a:ea typeface="+mj-ea"/>
              </a:rPr>
              <a:t>基本情况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7453" y="356166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8175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DAD0CA0-9EB6-46FD-A5D1-35CBE479CB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4869" y="353986"/>
            <a:ext cx="5059282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36B85F6-A5BC-46DF-8D38-ACEA958A78FA}"/>
              </a:ext>
            </a:extLst>
          </p:cNvPr>
          <p:cNvSpPr/>
          <p:nvPr userDrawn="1"/>
        </p:nvSpPr>
        <p:spPr>
          <a:xfrm>
            <a:off x="129898" y="356166"/>
            <a:ext cx="1512168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chemeClr val="bg1"/>
                </a:solidFill>
                <a:latin typeface="+mj-ea"/>
                <a:ea typeface="+mj-ea"/>
              </a:rPr>
              <a:t>创新设计</a:t>
            </a:r>
          </a:p>
        </p:txBody>
      </p:sp>
      <p:sp>
        <p:nvSpPr>
          <p:cNvPr id="8" name="矩形: 圆角 17">
            <a:extLst>
              <a:ext uri="{FF2B5EF4-FFF2-40B4-BE49-F238E27FC236}">
                <a16:creationId xmlns:a16="http://schemas.microsoft.com/office/drawing/2014/main" id="{2C7DE445-257D-1547-A5A3-2C9ECB3DCED5}"/>
              </a:ext>
            </a:extLst>
          </p:cNvPr>
          <p:cNvSpPr/>
          <p:nvPr userDrawn="1"/>
        </p:nvSpPr>
        <p:spPr>
          <a:xfrm>
            <a:off x="6773974" y="353986"/>
            <a:ext cx="5286541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36408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8FC1B26-5F6B-454B-B6A7-6C43341F2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9234"/>
            <a:ext cx="5616623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4C1D17-F9AA-4AA7-B29E-EA7C89094028}"/>
              </a:ext>
            </a:extLst>
          </p:cNvPr>
          <p:cNvSpPr/>
          <p:nvPr userDrawn="1"/>
        </p:nvSpPr>
        <p:spPr>
          <a:xfrm>
            <a:off x="121965" y="359235"/>
            <a:ext cx="1512168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chemeClr val="bg1"/>
                </a:solidFill>
                <a:latin typeface="+mj-ea"/>
                <a:ea typeface="+mj-ea"/>
              </a:rPr>
              <a:t>创新效果</a:t>
            </a:r>
          </a:p>
        </p:txBody>
      </p:sp>
    </p:spTree>
    <p:extLst>
      <p:ext uri="{BB962C8B-B14F-4D97-AF65-F5344CB8AC3E}">
        <p14:creationId xmlns:p14="http://schemas.microsoft.com/office/powerpoint/2010/main" val="2005898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E375F02-5481-4F79-8E14-2A5CA78A8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1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6166"/>
            <a:ext cx="5616623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3C5F6E7-E625-494B-89C2-3D62A6B97957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>
                <a:solidFill>
                  <a:schemeClr val="bg1"/>
                </a:solidFill>
                <a:latin typeface="+mj-ea"/>
                <a:ea typeface="+mj-ea"/>
              </a:rPr>
              <a:t>教学成果</a:t>
            </a:r>
          </a:p>
        </p:txBody>
      </p:sp>
    </p:spTree>
    <p:extLst>
      <p:ext uri="{BB962C8B-B14F-4D97-AF65-F5344CB8AC3E}">
        <p14:creationId xmlns:p14="http://schemas.microsoft.com/office/powerpoint/2010/main" val="2493030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003EC96-1FAD-E241-A4B7-1ED9CE341E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4" name="矩形: 圆角 17">
            <a:extLst>
              <a:ext uri="{FF2B5EF4-FFF2-40B4-BE49-F238E27FC236}">
                <a16:creationId xmlns:a16="http://schemas.microsoft.com/office/drawing/2014/main" id="{1EA45D98-DEC5-264D-BA21-59DABF9CB484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71413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91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1863972"/>
      </p:ext>
    </p:extLst>
  </p:cSld>
  <p:clrMapOvr>
    <a:masterClrMapping/>
  </p:clrMapOvr>
  <p:transition spd="slow">
    <p:strips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840991"/>
      </p:ext>
    </p:extLst>
  </p:cSld>
  <p:clrMapOvr>
    <a:masterClrMapping/>
  </p:clrMapOvr>
  <p:transition spd="slow">
    <p:strips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152828"/>
      </p:ext>
    </p:extLst>
  </p:cSld>
  <p:clrMapOvr>
    <a:masterClrMapping/>
  </p:clrMapOvr>
  <p:transition spd="slow">
    <p:strips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1762767"/>
      </p:ext>
    </p:extLst>
  </p:cSld>
  <p:clrMapOvr>
    <a:masterClrMapping/>
  </p:clrMapOvr>
  <p:transition spd="slow">
    <p:strips dir="r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231392"/>
      </p:ext>
    </p:extLst>
  </p:cSld>
  <p:clrMapOvr>
    <a:masterClrMapping/>
  </p:clrMapOvr>
  <p:transition spd="slow">
    <p:strips dir="r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435023"/>
      </p:ext>
    </p:extLst>
  </p:cSld>
  <p:clrMapOvr>
    <a:masterClrMapping/>
  </p:clrMapOvr>
  <p:transition spd="slow">
    <p:strips dir="r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532170"/>
      </p:ext>
    </p:extLst>
  </p:cSld>
  <p:clrMapOvr>
    <a:masterClrMapping/>
  </p:clrMapOvr>
  <p:transition spd="slow">
    <p:strips dir="r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634117"/>
      </p:ext>
    </p:extLst>
  </p:cSld>
  <p:clrMapOvr>
    <a:masterClrMapping/>
  </p:clrMapOvr>
  <p:transition spd="slow">
    <p:strips dir="r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617031"/>
      </p:ext>
    </p:extLst>
  </p:cSld>
  <p:clrMapOvr>
    <a:masterClrMapping/>
  </p:clrMapOvr>
  <p:transition spd="slow">
    <p:strips dir="r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4A263-5145-4800-9735-38896831F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93926514"/>
      </p:ext>
    </p:extLst>
  </p:cSld>
  <p:clrMapOvr>
    <a:masterClrMapping/>
  </p:clrMapOvr>
  <p:transition spd="slow">
    <p:strips dir="r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516710"/>
      </p:ext>
    </p:extLst>
  </p:cSld>
  <p:clrMapOvr>
    <a:masterClrMapping/>
  </p:clrMapOvr>
  <p:transition spd="slow">
    <p:strips dir="r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地图背景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073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绿条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056751184"/>
      </p:ext>
    </p:extLst>
  </p:cSld>
  <p:clrMapOvr>
    <a:masterClrMapping/>
  </p:clrMapOvr>
  <p:transition spd="slow"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4" y="-14371"/>
            <a:ext cx="2299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>
              <a:solidFill>
                <a:srgbClr val="333333"/>
              </a:solidFill>
              <a:latin typeface="Gill Sans Ultra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50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8" r:id="rId2"/>
    <p:sldLayoutId id="2147483671" r:id="rId3"/>
    <p:sldLayoutId id="2147483669" r:id="rId4"/>
    <p:sldLayoutId id="2147483670" r:id="rId5"/>
    <p:sldLayoutId id="2147483654" r:id="rId6"/>
    <p:sldLayoutId id="2147483663" r:id="rId7"/>
    <p:sldLayoutId id="2147483659" r:id="rId8"/>
    <p:sldLayoutId id="2147483667" r:id="rId9"/>
    <p:sldLayoutId id="2147483655" r:id="rId10"/>
    <p:sldLayoutId id="2147483651" r:id="rId11"/>
    <p:sldLayoutId id="2147483656" r:id="rId12"/>
    <p:sldLayoutId id="2147483652" r:id="rId13"/>
    <p:sldLayoutId id="2147483657" r:id="rId14"/>
    <p:sldLayoutId id="2147483653" r:id="rId15"/>
    <p:sldLayoutId id="2147483666" r:id="rId16"/>
    <p:sldLayoutId id="2147483665" r:id="rId17"/>
    <p:sldLayoutId id="2147483658" r:id="rId18"/>
    <p:sldLayoutId id="2147483672" r:id="rId19"/>
    <p:sldLayoutId id="2147483673" r:id="rId20"/>
  </p:sldLayoutIdLst>
  <p:transition spd="slow">
    <p:strips dir="r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1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1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23.png"/><Relationship Id="rId21" Type="http://schemas.openxmlformats.org/officeDocument/2006/relationships/image" Target="../media/image36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0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8.xml"/><Relationship Id="rId11" Type="http://schemas.openxmlformats.org/officeDocument/2006/relationships/image" Target="../media/image25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9" Type="http://schemas.openxmlformats.org/officeDocument/2006/relationships/image" Target="../media/image34.png"/><Relationship Id="rId1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8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0.png"/><Relationship Id="rId9" Type="http://schemas.openxmlformats.org/officeDocument/2006/relationships/image" Target="../media/image6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9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1.png"/><Relationship Id="rId3" Type="http://schemas.openxmlformats.org/officeDocument/2006/relationships/image" Target="../media/image70.png"/><Relationship Id="rId12" Type="http://schemas.openxmlformats.org/officeDocument/2006/relationships/image" Target="../media/image26.png"/><Relationship Id="rId17" Type="http://schemas.openxmlformats.org/officeDocument/2006/relationships/image" Target="../media/image75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8.xml"/><Relationship Id="rId11" Type="http://schemas.openxmlformats.org/officeDocument/2006/relationships/image" Target="../media/image25.png"/><Relationship Id="rId15" Type="http://schemas.openxmlformats.org/officeDocument/2006/relationships/image" Target="../media/image73.png"/><Relationship Id="rId10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34.png"/><Relationship Id="rId14" Type="http://schemas.openxmlformats.org/officeDocument/2006/relationships/image" Target="../media/image7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76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1.png"/><Relationship Id="rId5" Type="http://schemas.openxmlformats.org/officeDocument/2006/relationships/image" Target="../media/image68.emf"/><Relationship Id="rId4" Type="http://schemas.openxmlformats.org/officeDocument/2006/relationships/image" Target="../media/image8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emf"/><Relationship Id="rId3" Type="http://schemas.openxmlformats.org/officeDocument/2006/relationships/image" Target="../media/image88.png"/><Relationship Id="rId7" Type="http://schemas.openxmlformats.org/officeDocument/2006/relationships/image" Target="../media/image9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88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Relationship Id="rId9" Type="http://schemas.openxmlformats.org/officeDocument/2006/relationships/image" Target="../media/image70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88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10" Type="http://schemas.openxmlformats.org/officeDocument/2006/relationships/image" Target="../media/image104.png"/><Relationship Id="rId4" Type="http://schemas.openxmlformats.org/officeDocument/2006/relationships/image" Target="../media/image93.png"/><Relationship Id="rId9" Type="http://schemas.openxmlformats.org/officeDocument/2006/relationships/image" Target="../media/image71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9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93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97.emf"/><Relationship Id="rId5" Type="http://schemas.openxmlformats.org/officeDocument/2006/relationships/image" Target="../media/image96.emf"/><Relationship Id="rId4" Type="http://schemas.openxmlformats.org/officeDocument/2006/relationships/image" Target="../media/image95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0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B897A1C7-629A-B247-B7B1-EA7AC3797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44" y="828695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E323DC9A-B9F0-664E-8D8B-4D4B3CB163A9}"/>
              </a:ext>
            </a:extLst>
          </p:cNvPr>
          <p:cNvGrpSpPr/>
          <p:nvPr/>
        </p:nvGrpSpPr>
        <p:grpSpPr>
          <a:xfrm>
            <a:off x="3386174" y="828695"/>
            <a:ext cx="9221717" cy="3766808"/>
            <a:chOff x="1559098" y="1196752"/>
            <a:chExt cx="9221717" cy="3766808"/>
          </a:xfrm>
        </p:grpSpPr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6C5D6197-A7EB-4453-845C-A17502C9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59098" y="1196752"/>
              <a:ext cx="9221717" cy="3766808"/>
            </a:xfrm>
            <a:prstGeom prst="rect">
              <a:avLst/>
            </a:prstGeom>
          </p:spPr>
        </p:pic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FD70EB58-BC11-49B8-8525-EF7D1AAA3845}"/>
                </a:ext>
              </a:extLst>
            </p:cNvPr>
            <p:cNvSpPr/>
            <p:nvPr/>
          </p:nvSpPr>
          <p:spPr>
            <a:xfrm>
              <a:off x="3186339" y="2802637"/>
              <a:ext cx="5818976" cy="1015663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6000">
                  <a:solidFill>
                    <a:schemeClr val="bg1"/>
                  </a:solidFill>
                  <a:effectLst/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自动控制</a:t>
              </a:r>
              <a:r>
                <a:rPr lang="zh-CN" altLang="en-US" sz="6000">
                  <a:solidFill>
                    <a:schemeClr val="bg1"/>
                  </a:solidFill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原理</a:t>
              </a:r>
              <a:endParaRPr lang="zh-CN" altLang="en-US" sz="6000">
                <a:solidFill>
                  <a:schemeClr val="bg1"/>
                </a:solidFill>
                <a:effectLst/>
                <a:latin typeface="汉仪菱心体简" panose="02010609000101010101" pitchFamily="49" charset="-122"/>
                <a:ea typeface="汉仪菱心体简" panose="02010609000101010101" pitchFamily="49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F4AFD571-840D-952F-75A6-6D63BF5E3168}"/>
              </a:ext>
            </a:extLst>
          </p:cNvPr>
          <p:cNvGrpSpPr/>
          <p:nvPr/>
        </p:nvGrpSpPr>
        <p:grpSpPr>
          <a:xfrm>
            <a:off x="6454025" y="320863"/>
            <a:ext cx="5300128" cy="1015663"/>
            <a:chOff x="6454025" y="320863"/>
            <a:chExt cx="5300128" cy="1015663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924B88B-80B8-D71F-7454-C8FDC76DECD4}"/>
                </a:ext>
              </a:extLst>
            </p:cNvPr>
            <p:cNvGrpSpPr/>
            <p:nvPr/>
          </p:nvGrpSpPr>
          <p:grpSpPr>
            <a:xfrm>
              <a:off x="6454025" y="320863"/>
              <a:ext cx="4143411" cy="1015663"/>
              <a:chOff x="8681781" y="504363"/>
              <a:chExt cx="3090550" cy="757578"/>
            </a:xfrm>
          </p:grpSpPr>
          <p:cxnSp>
            <p:nvCxnSpPr>
              <p:cNvPr id="5" name="直接连接符 12">
                <a:extLst>
                  <a:ext uri="{FF2B5EF4-FFF2-40B4-BE49-F238E27FC236}">
                    <a16:creationId xmlns:a16="http://schemas.microsoft.com/office/drawing/2014/main" id="{0756419B-1BFE-45B5-7355-4F956B2212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4041" y="528966"/>
                <a:ext cx="0" cy="702644"/>
              </a:xfrm>
              <a:prstGeom prst="line">
                <a:avLst/>
              </a:prstGeom>
              <a:ln w="76200">
                <a:solidFill>
                  <a:srgbClr val="F095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778FF045-E97D-A976-BA2B-CEEAE742FD38}"/>
                  </a:ext>
                </a:extLst>
              </p:cNvPr>
              <p:cNvGrpSpPr/>
              <p:nvPr/>
            </p:nvGrpSpPr>
            <p:grpSpPr>
              <a:xfrm>
                <a:off x="8681781" y="504363"/>
                <a:ext cx="763836" cy="757578"/>
                <a:chOff x="8364926" y="513787"/>
                <a:chExt cx="817174" cy="810479"/>
              </a:xfrm>
            </p:grpSpPr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180CA4F3-EF2C-194F-1224-E2B41B07BB65}"/>
                    </a:ext>
                  </a:extLst>
                </p:cNvPr>
                <p:cNvSpPr/>
                <p:nvPr/>
              </p:nvSpPr>
              <p:spPr>
                <a:xfrm>
                  <a:off x="8400771" y="544432"/>
                  <a:ext cx="756000" cy="756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EC13B3E8-ABA7-DAF8-54B0-8859A1598509}"/>
                    </a:ext>
                  </a:extLst>
                </p:cNvPr>
                <p:cNvSpPr/>
                <p:nvPr/>
              </p:nvSpPr>
              <p:spPr>
                <a:xfrm>
                  <a:off x="8364926" y="513787"/>
                  <a:ext cx="817174" cy="810479"/>
                </a:xfrm>
                <a:prstGeom prst="rect">
                  <a:avLst/>
                </a:prstGeom>
                <a:blipFill>
                  <a:blip r:embed="rId5" cstate="print"/>
                  <a:stretch>
                    <a:fillRect l="-73502" t="-34930" r="-66194" b="-35851"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0A27B8CC-4ADF-893C-3D08-A6B4E256D8E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80"/>
              <a:stretch/>
            </p:blipFill>
            <p:spPr>
              <a:xfrm>
                <a:off x="9632991" y="593311"/>
                <a:ext cx="2139340" cy="571505"/>
              </a:xfrm>
              <a:prstGeom prst="rect">
                <a:avLst/>
              </a:prstGeom>
            </p:spPr>
          </p:pic>
        </p:grpSp>
        <p:pic>
          <p:nvPicPr>
            <p:cNvPr id="4" name="图片 3" descr="图片包含 房间, 标志, 桌子, 游戏机&#10;&#10;描述已自动生成">
              <a:extLst>
                <a:ext uri="{FF2B5EF4-FFF2-40B4-BE49-F238E27FC236}">
                  <a16:creationId xmlns:a16="http://schemas.microsoft.com/office/drawing/2014/main" id="{D9F6DF85-3C14-4AE4-CE1F-9061569BB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9775" y="338055"/>
              <a:ext cx="1024378" cy="998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3650723"/>
      </p:ext>
    </p:extLst>
  </p:cSld>
  <p:clrMapOvr>
    <a:masterClrMapping/>
  </p:clrMapOvr>
  <p:transition spd="slow">
    <p:strips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节段1">
            <a:extLst>
              <a:ext uri="{FF2B5EF4-FFF2-40B4-BE49-F238E27FC236}">
                <a16:creationId xmlns:a16="http://schemas.microsoft.com/office/drawing/2014/main" id="{326390C7-593C-216D-15DE-BC137E98C6F2}"/>
              </a:ext>
            </a:extLst>
          </p:cNvPr>
          <p:cNvSpPr/>
          <p:nvPr/>
        </p:nvSpPr>
        <p:spPr bwMode="auto">
          <a:xfrm>
            <a:off x="334963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  反馈：控制原理的核心思想</a:t>
            </a:r>
          </a:p>
        </p:txBody>
      </p:sp>
      <p:sp>
        <p:nvSpPr>
          <p:cNvPr id="3" name="节段2">
            <a:extLst>
              <a:ext uri="{FF2B5EF4-FFF2-40B4-BE49-F238E27FC236}">
                <a16:creationId xmlns:a16="http://schemas.microsoft.com/office/drawing/2014/main" id="{6D0DC964-4888-22F0-0529-3ADBE19BCAC7}"/>
              </a:ext>
            </a:extLst>
          </p:cNvPr>
          <p:cNvSpPr/>
          <p:nvPr/>
        </p:nvSpPr>
        <p:spPr bwMode="auto">
          <a:xfrm>
            <a:off x="334963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  传递函数：控制系统数学模型</a:t>
            </a:r>
          </a:p>
        </p:txBody>
      </p:sp>
      <p:sp>
        <p:nvSpPr>
          <p:cNvPr id="4" name="节段3">
            <a:extLst>
              <a:ext uri="{FF2B5EF4-FFF2-40B4-BE49-F238E27FC236}">
                <a16:creationId xmlns:a16="http://schemas.microsoft.com/office/drawing/2014/main" id="{2ED134D8-4396-5957-E553-8ABF4E57D6EF}"/>
              </a:ext>
            </a:extLst>
          </p:cNvPr>
          <p:cNvSpPr/>
          <p:nvPr/>
        </p:nvSpPr>
        <p:spPr bwMode="auto">
          <a:xfrm>
            <a:off x="334965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3.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  方框图：控制系统结构</a:t>
            </a:r>
          </a:p>
        </p:txBody>
      </p:sp>
      <p:sp>
        <p:nvSpPr>
          <p:cNvPr id="5" name="节段4">
            <a:extLst>
              <a:ext uri="{FF2B5EF4-FFF2-40B4-BE49-F238E27FC236}">
                <a16:creationId xmlns:a16="http://schemas.microsoft.com/office/drawing/2014/main" id="{4C7CB016-BBEE-BDEA-03F5-5613FC7FAF97}"/>
              </a:ext>
            </a:extLst>
          </p:cNvPr>
          <p:cNvSpPr/>
          <p:nvPr/>
        </p:nvSpPr>
        <p:spPr bwMode="auto">
          <a:xfrm>
            <a:off x="334965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4.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  信号流图：控制系统拓扑结</a:t>
            </a:r>
          </a:p>
        </p:txBody>
      </p:sp>
      <p:sp>
        <p:nvSpPr>
          <p:cNvPr id="6" name="节段5">
            <a:extLst>
              <a:ext uri="{FF2B5EF4-FFF2-40B4-BE49-F238E27FC236}">
                <a16:creationId xmlns:a16="http://schemas.microsoft.com/office/drawing/2014/main" id="{9B528F5E-5B56-04D6-8D5E-5117B2A82704}"/>
              </a:ext>
            </a:extLst>
          </p:cNvPr>
          <p:cNvSpPr/>
          <p:nvPr/>
        </p:nvSpPr>
        <p:spPr bwMode="auto">
          <a:xfrm>
            <a:off x="334965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5.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  梅森公式：数圈圈与消消乐</a:t>
            </a:r>
          </a:p>
        </p:txBody>
      </p:sp>
      <p:sp>
        <p:nvSpPr>
          <p:cNvPr id="7" name="节段6">
            <a:extLst>
              <a:ext uri="{FF2B5EF4-FFF2-40B4-BE49-F238E27FC236}">
                <a16:creationId xmlns:a16="http://schemas.microsoft.com/office/drawing/2014/main" id="{90E00070-848F-4C0E-5B96-BFE9A9C47D9C}"/>
              </a:ext>
            </a:extLst>
          </p:cNvPr>
          <p:cNvSpPr/>
          <p:nvPr/>
        </p:nvSpPr>
        <p:spPr bwMode="auto">
          <a:xfrm>
            <a:off x="334965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6.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  性能指标：控制效果评价</a:t>
            </a:r>
          </a:p>
        </p:txBody>
      </p:sp>
      <p:sp>
        <p:nvSpPr>
          <p:cNvPr id="8" name="节段7">
            <a:extLst>
              <a:ext uri="{FF2B5EF4-FFF2-40B4-BE49-F238E27FC236}">
                <a16:creationId xmlns:a16="http://schemas.microsoft.com/office/drawing/2014/main" id="{B1007742-24A6-63C8-03B7-1F283F0F1CF9}"/>
              </a:ext>
            </a:extLst>
          </p:cNvPr>
          <p:cNvSpPr/>
          <p:nvPr/>
        </p:nvSpPr>
        <p:spPr bwMode="auto">
          <a:xfrm>
            <a:off x="334965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7.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  衰减振荡：欠阻尼二阶系统</a:t>
            </a:r>
          </a:p>
        </p:txBody>
      </p:sp>
      <p:sp>
        <p:nvSpPr>
          <p:cNvPr id="9" name="节段8">
            <a:extLst>
              <a:ext uri="{FF2B5EF4-FFF2-40B4-BE49-F238E27FC236}">
                <a16:creationId xmlns:a16="http://schemas.microsoft.com/office/drawing/2014/main" id="{B78CDD92-DB86-441A-13AD-955229A45886}"/>
              </a:ext>
            </a:extLst>
          </p:cNvPr>
          <p:cNvSpPr/>
          <p:nvPr/>
        </p:nvSpPr>
        <p:spPr bwMode="auto">
          <a:xfrm>
            <a:off x="334965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8.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  稳定：控制系统首要任务</a:t>
            </a:r>
          </a:p>
        </p:txBody>
      </p:sp>
      <p:sp>
        <p:nvSpPr>
          <p:cNvPr id="10" name="节段9">
            <a:extLst>
              <a:ext uri="{FF2B5EF4-FFF2-40B4-BE49-F238E27FC236}">
                <a16:creationId xmlns:a16="http://schemas.microsoft.com/office/drawing/2014/main" id="{0F46DBF7-59DB-8E9C-851E-C9935EA9B4C8}"/>
              </a:ext>
            </a:extLst>
          </p:cNvPr>
          <p:cNvSpPr/>
          <p:nvPr/>
        </p:nvSpPr>
        <p:spPr bwMode="auto">
          <a:xfrm>
            <a:off x="334965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9.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  稳态误差：准确性的度量</a:t>
            </a:r>
          </a:p>
        </p:txBody>
      </p:sp>
      <p:sp>
        <p:nvSpPr>
          <p:cNvPr id="11" name="节段10">
            <a:extLst>
              <a:ext uri="{FF2B5EF4-FFF2-40B4-BE49-F238E27FC236}">
                <a16:creationId xmlns:a16="http://schemas.microsoft.com/office/drawing/2014/main" id="{557367C6-4C24-FCB2-4C28-DA0D4AAC94D9}"/>
              </a:ext>
            </a:extLst>
          </p:cNvPr>
          <p:cNvSpPr/>
          <p:nvPr/>
        </p:nvSpPr>
        <p:spPr bwMode="auto">
          <a:xfrm>
            <a:off x="334965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10.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校正：实现控制的手段</a:t>
            </a:r>
          </a:p>
        </p:txBody>
      </p:sp>
      <p:sp>
        <p:nvSpPr>
          <p:cNvPr id="12" name="节段11">
            <a:extLst>
              <a:ext uri="{FF2B5EF4-FFF2-40B4-BE49-F238E27FC236}">
                <a16:creationId xmlns:a16="http://schemas.microsoft.com/office/drawing/2014/main" id="{4730885B-C9BD-725C-5B54-A3B36C6A83E6}"/>
              </a:ext>
            </a:extLst>
          </p:cNvPr>
          <p:cNvSpPr/>
          <p:nvPr/>
        </p:nvSpPr>
        <p:spPr bwMode="auto">
          <a:xfrm>
            <a:off x="6304250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11.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放眼大局：根轨迹法</a:t>
            </a:r>
          </a:p>
        </p:txBody>
      </p:sp>
      <p:sp>
        <p:nvSpPr>
          <p:cNvPr id="13" name="节段12">
            <a:extLst>
              <a:ext uri="{FF2B5EF4-FFF2-40B4-BE49-F238E27FC236}">
                <a16:creationId xmlns:a16="http://schemas.microsoft.com/office/drawing/2014/main" id="{05520C60-051F-B4C9-EB2A-308DC70F4BFA}"/>
              </a:ext>
            </a:extLst>
          </p:cNvPr>
          <p:cNvSpPr/>
          <p:nvPr/>
        </p:nvSpPr>
        <p:spPr bwMode="auto">
          <a:xfrm>
            <a:off x="6304250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12.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根轨迹：基本形态</a:t>
            </a:r>
          </a:p>
        </p:txBody>
      </p:sp>
      <p:sp>
        <p:nvSpPr>
          <p:cNvPr id="14" name="节段13">
            <a:extLst>
              <a:ext uri="{FF2B5EF4-FFF2-40B4-BE49-F238E27FC236}">
                <a16:creationId xmlns:a16="http://schemas.microsoft.com/office/drawing/2014/main" id="{27219438-65AD-FDC9-1DA8-7FFE9BA859DA}"/>
              </a:ext>
            </a:extLst>
          </p:cNvPr>
          <p:cNvSpPr/>
          <p:nvPr/>
        </p:nvSpPr>
        <p:spPr bwMode="auto">
          <a:xfrm>
            <a:off x="6304250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13.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根轨迹：细节修正</a:t>
            </a:r>
          </a:p>
        </p:txBody>
      </p:sp>
      <p:sp>
        <p:nvSpPr>
          <p:cNvPr id="15" name="节段14">
            <a:extLst>
              <a:ext uri="{FF2B5EF4-FFF2-40B4-BE49-F238E27FC236}">
                <a16:creationId xmlns:a16="http://schemas.microsoft.com/office/drawing/2014/main" id="{3FE30DB7-AAE2-AC3E-BDA2-5E92E22FCAFC}"/>
              </a:ext>
            </a:extLst>
          </p:cNvPr>
          <p:cNvSpPr/>
          <p:nvPr/>
        </p:nvSpPr>
        <p:spPr bwMode="auto">
          <a:xfrm>
            <a:off x="6304250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14.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参数根轨迹：广义定义</a:t>
            </a:r>
          </a:p>
        </p:txBody>
      </p:sp>
      <p:sp>
        <p:nvSpPr>
          <p:cNvPr id="16" name="节段15">
            <a:extLst>
              <a:ext uri="{FF2B5EF4-FFF2-40B4-BE49-F238E27FC236}">
                <a16:creationId xmlns:a16="http://schemas.microsoft.com/office/drawing/2014/main" id="{44E77EBF-CB85-6E3D-429B-345397FD531D}"/>
              </a:ext>
            </a:extLst>
          </p:cNvPr>
          <p:cNvSpPr/>
          <p:nvPr/>
        </p:nvSpPr>
        <p:spPr bwMode="auto">
          <a:xfrm>
            <a:off x="6304250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15.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根轨迹法：图形化思考</a:t>
            </a:r>
          </a:p>
        </p:txBody>
      </p:sp>
      <p:sp>
        <p:nvSpPr>
          <p:cNvPr id="17" name="节段16">
            <a:extLst>
              <a:ext uri="{FF2B5EF4-FFF2-40B4-BE49-F238E27FC236}">
                <a16:creationId xmlns:a16="http://schemas.microsoft.com/office/drawing/2014/main" id="{4FFAB4B2-AD9B-7207-955C-82823BE1A7DC}"/>
              </a:ext>
            </a:extLst>
          </p:cNvPr>
          <p:cNvSpPr/>
          <p:nvPr/>
        </p:nvSpPr>
        <p:spPr bwMode="auto">
          <a:xfrm>
            <a:off x="6304250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16.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频率特性：换个角度看控制</a:t>
            </a:r>
          </a:p>
        </p:txBody>
      </p:sp>
      <p:sp>
        <p:nvSpPr>
          <p:cNvPr id="18" name="节段17">
            <a:extLst>
              <a:ext uri="{FF2B5EF4-FFF2-40B4-BE49-F238E27FC236}">
                <a16:creationId xmlns:a16="http://schemas.microsoft.com/office/drawing/2014/main" id="{2AB691DA-CCE3-3AC9-8BC7-F7DDC8B4E416}"/>
              </a:ext>
            </a:extLst>
          </p:cNvPr>
          <p:cNvSpPr/>
          <p:nvPr/>
        </p:nvSpPr>
        <p:spPr bwMode="auto">
          <a:xfrm>
            <a:off x="6304250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17.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近似叠加：绘制伯德图</a:t>
            </a:r>
          </a:p>
        </p:txBody>
      </p:sp>
      <p:sp>
        <p:nvSpPr>
          <p:cNvPr id="19" name="节段18">
            <a:extLst>
              <a:ext uri="{FF2B5EF4-FFF2-40B4-BE49-F238E27FC236}">
                <a16:creationId xmlns:a16="http://schemas.microsoft.com/office/drawing/2014/main" id="{DF446F78-25D4-B970-C8AF-750C9ADE0345}"/>
              </a:ext>
            </a:extLst>
          </p:cNvPr>
          <p:cNvSpPr/>
          <p:nvPr/>
        </p:nvSpPr>
        <p:spPr bwMode="auto">
          <a:xfrm>
            <a:off x="6304250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18.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按图索骥：伯德图求传递函数</a:t>
            </a:r>
          </a:p>
        </p:txBody>
      </p:sp>
      <p:sp>
        <p:nvSpPr>
          <p:cNvPr id="20" name="节段19">
            <a:extLst>
              <a:ext uri="{FF2B5EF4-FFF2-40B4-BE49-F238E27FC236}">
                <a16:creationId xmlns:a16="http://schemas.microsoft.com/office/drawing/2014/main" id="{DF2ADB47-5AEA-CD80-150C-0162DF80BE07}"/>
              </a:ext>
            </a:extLst>
          </p:cNvPr>
          <p:cNvSpPr/>
          <p:nvPr/>
        </p:nvSpPr>
        <p:spPr bwMode="auto">
          <a:xfrm>
            <a:off x="6304250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19.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幅相特性：换个角度看频域</a:t>
            </a:r>
          </a:p>
        </p:txBody>
      </p:sp>
      <p:sp>
        <p:nvSpPr>
          <p:cNvPr id="21" name="节段20">
            <a:extLst>
              <a:ext uri="{FF2B5EF4-FFF2-40B4-BE49-F238E27FC236}">
                <a16:creationId xmlns:a16="http://schemas.microsoft.com/office/drawing/2014/main" id="{F9A31E65-9F86-1A47-9B88-A7D69C156BFC}"/>
              </a:ext>
            </a:extLst>
          </p:cNvPr>
          <p:cNvSpPr/>
          <p:nvPr/>
        </p:nvSpPr>
        <p:spPr bwMode="auto">
          <a:xfrm>
            <a:off x="6304250" y="6065848"/>
            <a:ext cx="5551200" cy="578882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20.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 宽备窄用：稳定裕度</a:t>
            </a:r>
          </a:p>
        </p:txBody>
      </p:sp>
      <p:pic>
        <p:nvPicPr>
          <p:cNvPr id="22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CB8E2FDB-E3D1-C271-FF75-70A28B3C0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68928" y="1579946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8458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DF15CB57-691D-80E9-32D3-AD4DADA3F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77" y="1592972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步骤1">
            <a:extLst>
              <a:ext uri="{FF2B5EF4-FFF2-40B4-BE49-F238E27FC236}">
                <a16:creationId xmlns:a16="http://schemas.microsoft.com/office/drawing/2014/main" id="{2334E117-E373-0616-6D0E-DD1101F13686}"/>
              </a:ext>
            </a:extLst>
          </p:cNvPr>
          <p:cNvGrpSpPr/>
          <p:nvPr/>
        </p:nvGrpSpPr>
        <p:grpSpPr>
          <a:xfrm>
            <a:off x="5735166" y="2516366"/>
            <a:ext cx="6120284" cy="725177"/>
            <a:chOff x="4943078" y="1700704"/>
            <a:chExt cx="6120284" cy="725177"/>
          </a:xfrm>
        </p:grpSpPr>
        <p:sp>
          <p:nvSpPr>
            <p:cNvPr id="6" name="标题">
              <a:extLst>
                <a:ext uri="{FF2B5EF4-FFF2-40B4-BE49-F238E27FC236}">
                  <a16:creationId xmlns:a16="http://schemas.microsoft.com/office/drawing/2014/main" id="{DCCBC4C8-E173-BC5A-8A28-F389626E647F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能解释滞后超前网络典型特性</a:t>
              </a:r>
            </a:p>
          </p:txBody>
        </p:sp>
        <p:sp>
          <p:nvSpPr>
            <p:cNvPr id="7" name="序号">
              <a:extLst>
                <a:ext uri="{FF2B5EF4-FFF2-40B4-BE49-F238E27FC236}">
                  <a16:creationId xmlns:a16="http://schemas.microsoft.com/office/drawing/2014/main" id="{232BA269-03F5-04FE-0B57-13EFF01505B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1" name="步骤2">
            <a:extLst>
              <a:ext uri="{FF2B5EF4-FFF2-40B4-BE49-F238E27FC236}">
                <a16:creationId xmlns:a16="http://schemas.microsoft.com/office/drawing/2014/main" id="{25C68FF5-996A-6B65-D290-8429DAC47274}"/>
              </a:ext>
            </a:extLst>
          </p:cNvPr>
          <p:cNvGrpSpPr/>
          <p:nvPr/>
        </p:nvGrpSpPr>
        <p:grpSpPr>
          <a:xfrm>
            <a:off x="5735166" y="3498606"/>
            <a:ext cx="6120284" cy="725177"/>
            <a:chOff x="4943078" y="1700704"/>
            <a:chExt cx="6120284" cy="725177"/>
          </a:xfrm>
        </p:grpSpPr>
        <p:sp>
          <p:nvSpPr>
            <p:cNvPr id="12" name="标题">
              <a:extLst>
                <a:ext uri="{FF2B5EF4-FFF2-40B4-BE49-F238E27FC236}">
                  <a16:creationId xmlns:a16="http://schemas.microsoft.com/office/drawing/2014/main" id="{173CCDD5-9C46-591E-DB05-E8BCD41337D0}"/>
                </a:ext>
              </a:extLst>
            </p:cNvPr>
            <p:cNvSpPr/>
            <p:nvPr/>
          </p:nvSpPr>
          <p:spPr bwMode="auto">
            <a:xfrm>
              <a:off x="5459860" y="1807903"/>
              <a:ext cx="5603502" cy="510778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能运用滞后超前校正设计控制器</a:t>
              </a:r>
            </a:p>
          </p:txBody>
        </p:sp>
        <p:sp>
          <p:nvSpPr>
            <p:cNvPr id="13" name="序号">
              <a:extLst>
                <a:ext uri="{FF2B5EF4-FFF2-40B4-BE49-F238E27FC236}">
                  <a16:creationId xmlns:a16="http://schemas.microsoft.com/office/drawing/2014/main" id="{4512248E-BA27-4F3B-BB37-D47B514523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4" name="步骤3">
            <a:extLst>
              <a:ext uri="{FF2B5EF4-FFF2-40B4-BE49-F238E27FC236}">
                <a16:creationId xmlns:a16="http://schemas.microsoft.com/office/drawing/2014/main" id="{B96B03B9-B2AB-DA88-5522-8E71F1F384AA}"/>
              </a:ext>
            </a:extLst>
          </p:cNvPr>
          <p:cNvGrpSpPr/>
          <p:nvPr/>
        </p:nvGrpSpPr>
        <p:grpSpPr>
          <a:xfrm>
            <a:off x="5735166" y="4480846"/>
            <a:ext cx="6120284" cy="725177"/>
            <a:chOff x="4943078" y="1700704"/>
            <a:chExt cx="6120284" cy="725177"/>
          </a:xfrm>
        </p:grpSpPr>
        <p:sp>
          <p:nvSpPr>
            <p:cNvPr id="15" name="标题">
              <a:extLst>
                <a:ext uri="{FF2B5EF4-FFF2-40B4-BE49-F238E27FC236}">
                  <a16:creationId xmlns:a16="http://schemas.microsoft.com/office/drawing/2014/main" id="{EB9E02EF-7D2B-02DA-3C74-5B28CE440FEB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能综合运用计算机辅助分析系统</a:t>
              </a:r>
            </a:p>
          </p:txBody>
        </p:sp>
        <p:sp>
          <p:nvSpPr>
            <p:cNvPr id="16" name="序号">
              <a:extLst>
                <a:ext uri="{FF2B5EF4-FFF2-40B4-BE49-F238E27FC236}">
                  <a16:creationId xmlns:a16="http://schemas.microsoft.com/office/drawing/2014/main" id="{E749324C-E86E-7EF5-6347-DDC3A7346693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17" name="步骤4">
            <a:extLst>
              <a:ext uri="{FF2B5EF4-FFF2-40B4-BE49-F238E27FC236}">
                <a16:creationId xmlns:a16="http://schemas.microsoft.com/office/drawing/2014/main" id="{74A91B15-9FD5-97BB-0766-BB3812A25282}"/>
              </a:ext>
            </a:extLst>
          </p:cNvPr>
          <p:cNvGrpSpPr/>
          <p:nvPr/>
        </p:nvGrpSpPr>
        <p:grpSpPr>
          <a:xfrm>
            <a:off x="5735166" y="5463087"/>
            <a:ext cx="6120284" cy="725177"/>
            <a:chOff x="4943078" y="1700704"/>
            <a:chExt cx="6120284" cy="725177"/>
          </a:xfrm>
        </p:grpSpPr>
        <p:sp>
          <p:nvSpPr>
            <p:cNvPr id="18" name="标题">
              <a:extLst>
                <a:ext uri="{FF2B5EF4-FFF2-40B4-BE49-F238E27FC236}">
                  <a16:creationId xmlns:a16="http://schemas.microsoft.com/office/drawing/2014/main" id="{8DEA9CB0-0441-88E1-21D6-8155790CAB78}"/>
                </a:ext>
              </a:extLst>
            </p:cNvPr>
            <p:cNvSpPr/>
            <p:nvPr/>
          </p:nvSpPr>
          <p:spPr bwMode="auto">
            <a:xfrm>
              <a:off x="5459860" y="1773850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能了解滞后超前的运用场景</a:t>
              </a:r>
            </a:p>
          </p:txBody>
        </p:sp>
        <p:sp>
          <p:nvSpPr>
            <p:cNvPr id="19" name="序号">
              <a:extLst>
                <a:ext uri="{FF2B5EF4-FFF2-40B4-BE49-F238E27FC236}">
                  <a16:creationId xmlns:a16="http://schemas.microsoft.com/office/drawing/2014/main" id="{8221103E-E915-9992-911C-50C0B81E40C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26" name="学习目标">
            <a:extLst>
              <a:ext uri="{FF2B5EF4-FFF2-40B4-BE49-F238E27FC236}">
                <a16:creationId xmlns:a16="http://schemas.microsoft.com/office/drawing/2014/main" id="{75F2FD80-C54D-CDC7-7E54-494CB4F6BFF0}"/>
              </a:ext>
            </a:extLst>
          </p:cNvPr>
          <p:cNvSpPr/>
          <p:nvPr/>
        </p:nvSpPr>
        <p:spPr bwMode="auto">
          <a:xfrm>
            <a:off x="8257290" y="1279325"/>
            <a:ext cx="188803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3200" b="1">
                <a:solidFill>
                  <a:schemeClr val="bg1"/>
                </a:solidFill>
                <a:latin typeface="Stencil" panose="040409050D0802020404" pitchFamily="82" charset="0"/>
              </a:rPr>
              <a:t>学习目标</a:t>
            </a:r>
          </a:p>
        </p:txBody>
      </p:sp>
      <p:sp>
        <p:nvSpPr>
          <p:cNvPr id="2" name="燕尾形 1">
            <a:extLst>
              <a:ext uri="{FF2B5EF4-FFF2-40B4-BE49-F238E27FC236}">
                <a16:creationId xmlns:a16="http://schemas.microsoft.com/office/drawing/2014/main" id="{870C4953-2275-A95B-BFD3-F6796FC19636}"/>
              </a:ext>
            </a:extLst>
          </p:cNvPr>
          <p:cNvSpPr/>
          <p:nvPr/>
        </p:nvSpPr>
        <p:spPr>
          <a:xfrm>
            <a:off x="7097877" y="1350973"/>
            <a:ext cx="316556" cy="503689"/>
          </a:xfrm>
          <a:prstGeom prst="chevron">
            <a:avLst>
              <a:gd name="adj" fmla="val 4803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3" name="章节">
            <a:extLst>
              <a:ext uri="{FF2B5EF4-FFF2-40B4-BE49-F238E27FC236}">
                <a16:creationId xmlns:a16="http://schemas.microsoft.com/office/drawing/2014/main" id="{6816B119-56A5-89AC-69AF-B75726CA019A}"/>
              </a:ext>
            </a:extLst>
          </p:cNvPr>
          <p:cNvGraphicFramePr>
            <a:graphicFrameLocks noGrp="1"/>
          </p:cNvGraphicFramePr>
          <p:nvPr/>
        </p:nvGraphicFramePr>
        <p:xfrm>
          <a:off x="-1" y="0"/>
          <a:ext cx="12190416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1736">
                  <a:extLst>
                    <a:ext uri="{9D8B030D-6E8A-4147-A177-3AD203B41FA5}">
                      <a16:colId xmlns:a16="http://schemas.microsoft.com/office/drawing/2014/main" val="393247685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820694549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121986950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3167948240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4246396411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527655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第一章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第二章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第三章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第四章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第五章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第六章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99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基本概念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数学模型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时域分析法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根轨迹法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频域分析法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>
                          <a:solidFill>
                            <a:srgbClr val="002060"/>
                          </a:solidFill>
                        </a:rPr>
                        <a:t>校正方法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605781"/>
                  </a:ext>
                </a:extLst>
              </a:tr>
            </a:tbl>
          </a:graphicData>
        </a:graphic>
      </p:graphicFrame>
      <p:sp>
        <p:nvSpPr>
          <p:cNvPr id="25" name="强调">
            <a:extLst>
              <a:ext uri="{FF2B5EF4-FFF2-40B4-BE49-F238E27FC236}">
                <a16:creationId xmlns:a16="http://schemas.microsoft.com/office/drawing/2014/main" id="{7A050445-FC6D-0973-47D8-556F335924C5}"/>
              </a:ext>
            </a:extLst>
          </p:cNvPr>
          <p:cNvSpPr/>
          <p:nvPr/>
        </p:nvSpPr>
        <p:spPr>
          <a:xfrm>
            <a:off x="10163613" y="0"/>
            <a:ext cx="2026800" cy="103632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重点">
            <a:extLst>
              <a:ext uri="{FF2B5EF4-FFF2-40B4-BE49-F238E27FC236}">
                <a16:creationId xmlns:a16="http://schemas.microsoft.com/office/drawing/2014/main" id="{E7AF913B-94CD-0D9E-9D1E-15E41E75B3A9}"/>
              </a:ext>
            </a:extLst>
          </p:cNvPr>
          <p:cNvSpPr/>
          <p:nvPr/>
        </p:nvSpPr>
        <p:spPr bwMode="auto">
          <a:xfrm>
            <a:off x="5735166" y="3498606"/>
            <a:ext cx="725177" cy="725177"/>
          </a:xfrm>
          <a:prstGeom prst="ellipse">
            <a:avLst/>
          </a:prstGeom>
          <a:solidFill>
            <a:srgbClr val="E44860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Stencil" panose="040409050D0802020404" pitchFamily="82" charset="0"/>
              </a:rPr>
              <a:t>重</a:t>
            </a:r>
          </a:p>
        </p:txBody>
      </p:sp>
      <p:sp>
        <p:nvSpPr>
          <p:cNvPr id="30" name="难点">
            <a:extLst>
              <a:ext uri="{FF2B5EF4-FFF2-40B4-BE49-F238E27FC236}">
                <a16:creationId xmlns:a16="http://schemas.microsoft.com/office/drawing/2014/main" id="{76867F75-98E0-71CE-4432-9B760E5E57B4}"/>
              </a:ext>
            </a:extLst>
          </p:cNvPr>
          <p:cNvSpPr/>
          <p:nvPr/>
        </p:nvSpPr>
        <p:spPr bwMode="auto">
          <a:xfrm>
            <a:off x="5736746" y="4486278"/>
            <a:ext cx="725177" cy="725177"/>
          </a:xfrm>
          <a:prstGeom prst="ellipse">
            <a:avLst/>
          </a:prstGeom>
          <a:solidFill>
            <a:schemeClr val="tx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b">
            <a:normAutofit fontScale="92500" lnSpcReduction="10000"/>
          </a:bodyPr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Stencil" panose="040409050D0802020404" pitchFamily="82" charset="0"/>
              </a:rPr>
              <a:t>难</a:t>
            </a:r>
          </a:p>
        </p:txBody>
      </p:sp>
      <p:sp>
        <p:nvSpPr>
          <p:cNvPr id="28" name="节段20">
            <a:extLst>
              <a:ext uri="{FF2B5EF4-FFF2-40B4-BE49-F238E27FC236}">
                <a16:creationId xmlns:a16="http://schemas.microsoft.com/office/drawing/2014/main" id="{512DBACE-FB71-DF1D-FAF4-E8E348567407}"/>
              </a:ext>
            </a:extLst>
          </p:cNvPr>
          <p:cNvSpPr/>
          <p:nvPr/>
        </p:nvSpPr>
        <p:spPr bwMode="auto">
          <a:xfrm>
            <a:off x="562387" y="1281349"/>
            <a:ext cx="5551200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23.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滞后超前：双管齐下</a:t>
            </a:r>
          </a:p>
        </p:txBody>
      </p:sp>
    </p:spTree>
    <p:extLst>
      <p:ext uri="{BB962C8B-B14F-4D97-AF65-F5344CB8AC3E}">
        <p14:creationId xmlns:p14="http://schemas.microsoft.com/office/powerpoint/2010/main" val="2826082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" grpId="0" animBg="1"/>
      <p:bldP spid="25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商务人士指向低处">
            <a:extLst>
              <a:ext uri="{FF2B5EF4-FFF2-40B4-BE49-F238E27FC236}">
                <a16:creationId xmlns:a16="http://schemas.microsoft.com/office/drawing/2014/main" id="{672FBDAF-49E0-FB07-F642-44E50CFBFF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798" y="2653655"/>
            <a:ext cx="1667325" cy="3645024"/>
          </a:xfrm>
          <a:prstGeom prst="rect">
            <a:avLst/>
          </a:prstGeom>
        </p:spPr>
      </p:pic>
      <p:pic>
        <p:nvPicPr>
          <p:cNvPr id="11" name="图片 10" descr="拿着标牌的青年商务人士">
            <a:extLst>
              <a:ext uri="{FF2B5EF4-FFF2-40B4-BE49-F238E27FC236}">
                <a16:creationId xmlns:a16="http://schemas.microsoft.com/office/drawing/2014/main" id="{8F4791D3-2E60-2B61-5543-C589E88E49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6198" y="2271873"/>
            <a:ext cx="2592288" cy="40268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频率特性">
                <a:extLst>
                  <a:ext uri="{FF2B5EF4-FFF2-40B4-BE49-F238E27FC236}">
                    <a16:creationId xmlns:a16="http://schemas.microsoft.com/office/drawing/2014/main" id="{708CFEF8-A2FE-C444-D3BB-D21C0814AEAE}"/>
                  </a:ext>
                </a:extLst>
              </p:cNvPr>
              <p:cNvSpPr txBox="1"/>
              <p:nvPr/>
            </p:nvSpPr>
            <p:spPr>
              <a:xfrm>
                <a:off x="3070870" y="2564904"/>
                <a:ext cx="4181808" cy="1015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100</m:t>
                          </m:r>
                        </m:num>
                        <m:den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(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+2)(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+10)</m:t>
                          </m:r>
                        </m:den>
                      </m:f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12" name="频率特性">
                <a:extLst>
                  <a:ext uri="{FF2B5EF4-FFF2-40B4-BE49-F238E27FC236}">
                    <a16:creationId xmlns:a16="http://schemas.microsoft.com/office/drawing/2014/main" id="{708CFEF8-A2FE-C444-D3BB-D21C0814A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0870" y="2564904"/>
                <a:ext cx="4181808" cy="1015406"/>
              </a:xfrm>
              <a:prstGeom prst="rect">
                <a:avLst/>
              </a:prstGeom>
              <a:blipFill>
                <a:blip r:embed="rId5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487EA601-61B8-B935-870E-79FC5897BCB5}"/>
              </a:ext>
            </a:extLst>
          </p:cNvPr>
          <p:cNvSpPr txBox="1"/>
          <p:nvPr/>
        </p:nvSpPr>
        <p:spPr>
          <a:xfrm>
            <a:off x="2392243" y="620688"/>
            <a:ext cx="2622843" cy="1055608"/>
          </a:xfrm>
          <a:prstGeom prst="wedgeRoundRectCallout">
            <a:avLst>
              <a:gd name="adj1" fmla="val -37504"/>
              <a:gd name="adj2" fmla="val 103660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/>
              <a:t>请分析这个</a:t>
            </a:r>
            <a:endParaRPr kumimoji="1" lang="en-US" altLang="zh-CN" sz="2800" dirty="0"/>
          </a:p>
          <a:p>
            <a:pPr algn="ctr"/>
            <a:r>
              <a:rPr kumimoji="1" lang="zh-CN" altLang="en-US" sz="2800"/>
              <a:t>系统的稳定性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3544037-31E8-7CD3-A5FB-DAAB1C2A3C43}"/>
              </a:ext>
            </a:extLst>
          </p:cNvPr>
          <p:cNvSpPr txBox="1"/>
          <p:nvPr/>
        </p:nvSpPr>
        <p:spPr>
          <a:xfrm>
            <a:off x="7607896" y="1386855"/>
            <a:ext cx="1728192" cy="578882"/>
          </a:xfrm>
          <a:prstGeom prst="wedgeRoundRectCallout">
            <a:avLst>
              <a:gd name="adj1" fmla="val 40114"/>
              <a:gd name="adj2" fmla="val 82283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227361"/>
                      <a:gd name="connsiteY0" fmla="*/ 175938 h 1055608"/>
                      <a:gd name="connsiteX1" fmla="*/ 175938 w 2227361"/>
                      <a:gd name="connsiteY1" fmla="*/ 0 h 1055608"/>
                      <a:gd name="connsiteX2" fmla="*/ 760083 w 2227361"/>
                      <a:gd name="connsiteY2" fmla="*/ 0 h 1055608"/>
                      <a:gd name="connsiteX3" fmla="*/ 1299294 w 2227361"/>
                      <a:gd name="connsiteY3" fmla="*/ 0 h 1055608"/>
                      <a:gd name="connsiteX4" fmla="*/ 1299294 w 2227361"/>
                      <a:gd name="connsiteY4" fmla="*/ 0 h 1055608"/>
                      <a:gd name="connsiteX5" fmla="*/ 1856134 w 2227361"/>
                      <a:gd name="connsiteY5" fmla="*/ 0 h 1055608"/>
                      <a:gd name="connsiteX6" fmla="*/ 2051423 w 2227361"/>
                      <a:gd name="connsiteY6" fmla="*/ 0 h 1055608"/>
                      <a:gd name="connsiteX7" fmla="*/ 2227361 w 2227361"/>
                      <a:gd name="connsiteY7" fmla="*/ 175938 h 1055608"/>
                      <a:gd name="connsiteX8" fmla="*/ 2227361 w 2227361"/>
                      <a:gd name="connsiteY8" fmla="*/ 615771 h 1055608"/>
                      <a:gd name="connsiteX9" fmla="*/ 2227361 w 2227361"/>
                      <a:gd name="connsiteY9" fmla="*/ 615771 h 1055608"/>
                      <a:gd name="connsiteX10" fmla="*/ 2227361 w 2227361"/>
                      <a:gd name="connsiteY10" fmla="*/ 879673 h 1055608"/>
                      <a:gd name="connsiteX11" fmla="*/ 2227361 w 2227361"/>
                      <a:gd name="connsiteY11" fmla="*/ 879670 h 1055608"/>
                      <a:gd name="connsiteX12" fmla="*/ 2051423 w 2227361"/>
                      <a:gd name="connsiteY12" fmla="*/ 1055608 h 1055608"/>
                      <a:gd name="connsiteX13" fmla="*/ 1856134 w 2227361"/>
                      <a:gd name="connsiteY13" fmla="*/ 1055608 h 1055608"/>
                      <a:gd name="connsiteX14" fmla="*/ 1894482 w 2227361"/>
                      <a:gd name="connsiteY14" fmla="*/ 1384229 h 1055608"/>
                      <a:gd name="connsiteX15" fmla="*/ 1584984 w 2227361"/>
                      <a:gd name="connsiteY15" fmla="*/ 1213346 h 1055608"/>
                      <a:gd name="connsiteX16" fmla="*/ 1299294 w 2227361"/>
                      <a:gd name="connsiteY16" fmla="*/ 1055608 h 1055608"/>
                      <a:gd name="connsiteX17" fmla="*/ 726382 w 2227361"/>
                      <a:gd name="connsiteY17" fmla="*/ 1055608 h 1055608"/>
                      <a:gd name="connsiteX18" fmla="*/ 175938 w 2227361"/>
                      <a:gd name="connsiteY18" fmla="*/ 1055608 h 1055608"/>
                      <a:gd name="connsiteX19" fmla="*/ 0 w 2227361"/>
                      <a:gd name="connsiteY19" fmla="*/ 879670 h 1055608"/>
                      <a:gd name="connsiteX20" fmla="*/ 0 w 2227361"/>
                      <a:gd name="connsiteY20" fmla="*/ 879673 h 1055608"/>
                      <a:gd name="connsiteX21" fmla="*/ 0 w 2227361"/>
                      <a:gd name="connsiteY21" fmla="*/ 615771 h 1055608"/>
                      <a:gd name="connsiteX22" fmla="*/ 0 w 2227361"/>
                      <a:gd name="connsiteY22" fmla="*/ 615771 h 1055608"/>
                      <a:gd name="connsiteX23" fmla="*/ 0 w 2227361"/>
                      <a:gd name="connsiteY23" fmla="*/ 175938 h 10556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2227361" h="1055608" extrusionOk="0">
                        <a:moveTo>
                          <a:pt x="0" y="175938"/>
                        </a:moveTo>
                        <a:cubicBezTo>
                          <a:pt x="-8379" y="73602"/>
                          <a:pt x="74941" y="1437"/>
                          <a:pt x="175938" y="0"/>
                        </a:cubicBezTo>
                        <a:cubicBezTo>
                          <a:pt x="327942" y="-64131"/>
                          <a:pt x="628761" y="41756"/>
                          <a:pt x="760083" y="0"/>
                        </a:cubicBezTo>
                        <a:cubicBezTo>
                          <a:pt x="891406" y="-41756"/>
                          <a:pt x="1042745" y="60515"/>
                          <a:pt x="1299294" y="0"/>
                        </a:cubicBezTo>
                        <a:lnTo>
                          <a:pt x="1299294" y="0"/>
                        </a:lnTo>
                        <a:cubicBezTo>
                          <a:pt x="1576136" y="-45227"/>
                          <a:pt x="1593192" y="37244"/>
                          <a:pt x="1856134" y="0"/>
                        </a:cubicBezTo>
                        <a:cubicBezTo>
                          <a:pt x="1944353" y="-22208"/>
                          <a:pt x="1965301" y="19537"/>
                          <a:pt x="2051423" y="0"/>
                        </a:cubicBezTo>
                        <a:cubicBezTo>
                          <a:pt x="2140350" y="7759"/>
                          <a:pt x="2224796" y="54311"/>
                          <a:pt x="2227361" y="175938"/>
                        </a:cubicBezTo>
                        <a:cubicBezTo>
                          <a:pt x="2276524" y="390928"/>
                          <a:pt x="2184921" y="466368"/>
                          <a:pt x="2227361" y="615771"/>
                        </a:cubicBezTo>
                        <a:lnTo>
                          <a:pt x="2227361" y="615771"/>
                        </a:lnTo>
                        <a:cubicBezTo>
                          <a:pt x="2248827" y="706418"/>
                          <a:pt x="2221537" y="783229"/>
                          <a:pt x="2227361" y="879673"/>
                        </a:cubicBezTo>
                        <a:lnTo>
                          <a:pt x="2227361" y="879670"/>
                        </a:lnTo>
                        <a:cubicBezTo>
                          <a:pt x="2240230" y="995995"/>
                          <a:pt x="2150225" y="1072535"/>
                          <a:pt x="2051423" y="1055608"/>
                        </a:cubicBezTo>
                        <a:cubicBezTo>
                          <a:pt x="1982194" y="1076160"/>
                          <a:pt x="1952681" y="1047161"/>
                          <a:pt x="1856134" y="1055608"/>
                        </a:cubicBezTo>
                        <a:cubicBezTo>
                          <a:pt x="1899636" y="1208407"/>
                          <a:pt x="1851762" y="1302045"/>
                          <a:pt x="1894482" y="1384229"/>
                        </a:cubicBezTo>
                        <a:cubicBezTo>
                          <a:pt x="1776915" y="1359032"/>
                          <a:pt x="1745915" y="1276643"/>
                          <a:pt x="1584984" y="1213346"/>
                        </a:cubicBezTo>
                        <a:cubicBezTo>
                          <a:pt x="1424053" y="1150049"/>
                          <a:pt x="1375528" y="1079930"/>
                          <a:pt x="1299294" y="1055608"/>
                        </a:cubicBezTo>
                        <a:cubicBezTo>
                          <a:pt x="1044726" y="1111011"/>
                          <a:pt x="1004272" y="1046688"/>
                          <a:pt x="726382" y="1055608"/>
                        </a:cubicBezTo>
                        <a:cubicBezTo>
                          <a:pt x="448492" y="1064528"/>
                          <a:pt x="349480" y="1055509"/>
                          <a:pt x="175938" y="1055608"/>
                        </a:cubicBezTo>
                        <a:cubicBezTo>
                          <a:pt x="90421" y="1048697"/>
                          <a:pt x="-14062" y="999163"/>
                          <a:pt x="0" y="879670"/>
                        </a:cubicBezTo>
                        <a:lnTo>
                          <a:pt x="0" y="879673"/>
                        </a:lnTo>
                        <a:cubicBezTo>
                          <a:pt x="-20358" y="791123"/>
                          <a:pt x="15951" y="681439"/>
                          <a:pt x="0" y="615771"/>
                        </a:cubicBezTo>
                        <a:lnTo>
                          <a:pt x="0" y="615771"/>
                        </a:lnTo>
                        <a:cubicBezTo>
                          <a:pt x="-48458" y="437856"/>
                          <a:pt x="23737" y="277093"/>
                          <a:pt x="0" y="17593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kumimoji="1" lang="zh-CN" altLang="en-US" sz="2800"/>
              <a:t>没问题！</a:t>
            </a:r>
          </a:p>
        </p:txBody>
      </p:sp>
      <p:sp>
        <p:nvSpPr>
          <p:cNvPr id="15" name="说明4">
            <a:extLst>
              <a:ext uri="{FF2B5EF4-FFF2-40B4-BE49-F238E27FC236}">
                <a16:creationId xmlns:a16="http://schemas.microsoft.com/office/drawing/2014/main" id="{F7DA6526-FD02-836B-BA8F-8D25ADC8E647}"/>
              </a:ext>
            </a:extLst>
          </p:cNvPr>
          <p:cNvSpPr txBox="1"/>
          <p:nvPr/>
        </p:nvSpPr>
        <p:spPr>
          <a:xfrm>
            <a:off x="7559861" y="3084947"/>
            <a:ext cx="20157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>
                <a:solidFill>
                  <a:srgbClr val="2980B9"/>
                </a:solidFill>
              </a:rPr>
              <a:t>劳斯判据</a:t>
            </a:r>
            <a:endParaRPr lang="en-US" altLang="zh-CN" sz="2400" dirty="0">
              <a:solidFill>
                <a:srgbClr val="2980B9"/>
              </a:solidFill>
            </a:endParaRPr>
          </a:p>
          <a:p>
            <a:r>
              <a:rPr lang="zh-CN" altLang="en-US" sz="2400">
                <a:solidFill>
                  <a:srgbClr val="2980B9"/>
                </a:solidFill>
              </a:rPr>
              <a:t>奈奎斯特判据</a:t>
            </a:r>
            <a:endParaRPr lang="en-US" altLang="zh-CN" sz="2400" dirty="0">
              <a:solidFill>
                <a:srgbClr val="2980B9"/>
              </a:solidFill>
            </a:endParaRPr>
          </a:p>
          <a:p>
            <a:r>
              <a:rPr lang="zh-CN" altLang="en-US" sz="2400">
                <a:solidFill>
                  <a:srgbClr val="2980B9"/>
                </a:solidFill>
              </a:rPr>
              <a:t>对数判据</a:t>
            </a:r>
          </a:p>
        </p:txBody>
      </p:sp>
    </p:spTree>
    <p:extLst>
      <p:ext uri="{BB962C8B-B14F-4D97-AF65-F5344CB8AC3E}">
        <p14:creationId xmlns:p14="http://schemas.microsoft.com/office/powerpoint/2010/main" val="3323924899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 animBg="1"/>
      <p:bldP spid="1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商务人士指向低处">
            <a:extLst>
              <a:ext uri="{FF2B5EF4-FFF2-40B4-BE49-F238E27FC236}">
                <a16:creationId xmlns:a16="http://schemas.microsoft.com/office/drawing/2014/main" id="{672FBDAF-49E0-FB07-F642-44E50CFBFF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798" y="2653655"/>
            <a:ext cx="1667325" cy="3645024"/>
          </a:xfrm>
          <a:prstGeom prst="rect">
            <a:avLst/>
          </a:prstGeom>
        </p:spPr>
      </p:pic>
      <p:pic>
        <p:nvPicPr>
          <p:cNvPr id="9" name="图片 8" descr="手托下巴的年轻商务人士">
            <a:extLst>
              <a:ext uri="{FF2B5EF4-FFF2-40B4-BE49-F238E27FC236}">
                <a16:creationId xmlns:a16="http://schemas.microsoft.com/office/drawing/2014/main" id="{80E6D990-6091-E291-2D05-5D36408761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454" y="2379766"/>
            <a:ext cx="1212997" cy="39189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频率特性">
                <a:extLst>
                  <a:ext uri="{FF2B5EF4-FFF2-40B4-BE49-F238E27FC236}">
                    <a16:creationId xmlns:a16="http://schemas.microsoft.com/office/drawing/2014/main" id="{708CFEF8-A2FE-C444-D3BB-D21C0814AEAE}"/>
                  </a:ext>
                </a:extLst>
              </p:cNvPr>
              <p:cNvSpPr txBox="1"/>
              <p:nvPr/>
            </p:nvSpPr>
            <p:spPr>
              <a:xfrm>
                <a:off x="3070870" y="2564904"/>
                <a:ext cx="4181808" cy="1015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𝐺</m:t>
                      </m:r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100</m:t>
                          </m:r>
                        </m:num>
                        <m:den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(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+2)(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+10)</m:t>
                          </m:r>
                        </m:den>
                      </m:f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12" name="频率特性">
                <a:extLst>
                  <a:ext uri="{FF2B5EF4-FFF2-40B4-BE49-F238E27FC236}">
                    <a16:creationId xmlns:a16="http://schemas.microsoft.com/office/drawing/2014/main" id="{708CFEF8-A2FE-C444-D3BB-D21C0814A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0870" y="2564904"/>
                <a:ext cx="4181808" cy="1015406"/>
              </a:xfrm>
              <a:prstGeom prst="rect">
                <a:avLst/>
              </a:prstGeom>
              <a:blipFill>
                <a:blip r:embed="rId5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487EA601-61B8-B935-870E-79FC5897BCB5}"/>
              </a:ext>
            </a:extLst>
          </p:cNvPr>
          <p:cNvSpPr txBox="1"/>
          <p:nvPr/>
        </p:nvSpPr>
        <p:spPr>
          <a:xfrm>
            <a:off x="2392243" y="620688"/>
            <a:ext cx="2622843" cy="1055608"/>
          </a:xfrm>
          <a:prstGeom prst="wedgeRoundRectCallout">
            <a:avLst>
              <a:gd name="adj1" fmla="val -37504"/>
              <a:gd name="adj2" fmla="val 103660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/>
              <a:t>那这个系统有多稳定？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3544037-31E8-7CD3-A5FB-DAAB1C2A3C43}"/>
              </a:ext>
            </a:extLst>
          </p:cNvPr>
          <p:cNvSpPr txBox="1"/>
          <p:nvPr/>
        </p:nvSpPr>
        <p:spPr>
          <a:xfrm>
            <a:off x="7823137" y="1419682"/>
            <a:ext cx="1008634" cy="578882"/>
          </a:xfrm>
          <a:prstGeom prst="wedgeRoundRectCallout">
            <a:avLst>
              <a:gd name="adj1" fmla="val 27523"/>
              <a:gd name="adj2" fmla="val 88865"/>
              <a:gd name="adj3" fmla="val 16667"/>
            </a:avLst>
          </a:prstGeom>
          <a:noFill/>
          <a:ln w="25400">
            <a:solidFill>
              <a:schemeClr val="accent1">
                <a:shade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227361"/>
                      <a:gd name="connsiteY0" fmla="*/ 175938 h 1055608"/>
                      <a:gd name="connsiteX1" fmla="*/ 175938 w 2227361"/>
                      <a:gd name="connsiteY1" fmla="*/ 0 h 1055608"/>
                      <a:gd name="connsiteX2" fmla="*/ 760083 w 2227361"/>
                      <a:gd name="connsiteY2" fmla="*/ 0 h 1055608"/>
                      <a:gd name="connsiteX3" fmla="*/ 1299294 w 2227361"/>
                      <a:gd name="connsiteY3" fmla="*/ 0 h 1055608"/>
                      <a:gd name="connsiteX4" fmla="*/ 1299294 w 2227361"/>
                      <a:gd name="connsiteY4" fmla="*/ 0 h 1055608"/>
                      <a:gd name="connsiteX5" fmla="*/ 1856134 w 2227361"/>
                      <a:gd name="connsiteY5" fmla="*/ 0 h 1055608"/>
                      <a:gd name="connsiteX6" fmla="*/ 2051423 w 2227361"/>
                      <a:gd name="connsiteY6" fmla="*/ 0 h 1055608"/>
                      <a:gd name="connsiteX7" fmla="*/ 2227361 w 2227361"/>
                      <a:gd name="connsiteY7" fmla="*/ 175938 h 1055608"/>
                      <a:gd name="connsiteX8" fmla="*/ 2227361 w 2227361"/>
                      <a:gd name="connsiteY8" fmla="*/ 615771 h 1055608"/>
                      <a:gd name="connsiteX9" fmla="*/ 2227361 w 2227361"/>
                      <a:gd name="connsiteY9" fmla="*/ 615771 h 1055608"/>
                      <a:gd name="connsiteX10" fmla="*/ 2227361 w 2227361"/>
                      <a:gd name="connsiteY10" fmla="*/ 879673 h 1055608"/>
                      <a:gd name="connsiteX11" fmla="*/ 2227361 w 2227361"/>
                      <a:gd name="connsiteY11" fmla="*/ 879670 h 1055608"/>
                      <a:gd name="connsiteX12" fmla="*/ 2051423 w 2227361"/>
                      <a:gd name="connsiteY12" fmla="*/ 1055608 h 1055608"/>
                      <a:gd name="connsiteX13" fmla="*/ 1856134 w 2227361"/>
                      <a:gd name="connsiteY13" fmla="*/ 1055608 h 1055608"/>
                      <a:gd name="connsiteX14" fmla="*/ 1894482 w 2227361"/>
                      <a:gd name="connsiteY14" fmla="*/ 1384229 h 1055608"/>
                      <a:gd name="connsiteX15" fmla="*/ 1584984 w 2227361"/>
                      <a:gd name="connsiteY15" fmla="*/ 1213346 h 1055608"/>
                      <a:gd name="connsiteX16" fmla="*/ 1299294 w 2227361"/>
                      <a:gd name="connsiteY16" fmla="*/ 1055608 h 1055608"/>
                      <a:gd name="connsiteX17" fmla="*/ 726382 w 2227361"/>
                      <a:gd name="connsiteY17" fmla="*/ 1055608 h 1055608"/>
                      <a:gd name="connsiteX18" fmla="*/ 175938 w 2227361"/>
                      <a:gd name="connsiteY18" fmla="*/ 1055608 h 1055608"/>
                      <a:gd name="connsiteX19" fmla="*/ 0 w 2227361"/>
                      <a:gd name="connsiteY19" fmla="*/ 879670 h 1055608"/>
                      <a:gd name="connsiteX20" fmla="*/ 0 w 2227361"/>
                      <a:gd name="connsiteY20" fmla="*/ 879673 h 1055608"/>
                      <a:gd name="connsiteX21" fmla="*/ 0 w 2227361"/>
                      <a:gd name="connsiteY21" fmla="*/ 615771 h 1055608"/>
                      <a:gd name="connsiteX22" fmla="*/ 0 w 2227361"/>
                      <a:gd name="connsiteY22" fmla="*/ 615771 h 1055608"/>
                      <a:gd name="connsiteX23" fmla="*/ 0 w 2227361"/>
                      <a:gd name="connsiteY23" fmla="*/ 175938 h 10556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2227361" h="1055608" extrusionOk="0">
                        <a:moveTo>
                          <a:pt x="0" y="175938"/>
                        </a:moveTo>
                        <a:cubicBezTo>
                          <a:pt x="-8379" y="73602"/>
                          <a:pt x="74941" y="1437"/>
                          <a:pt x="175938" y="0"/>
                        </a:cubicBezTo>
                        <a:cubicBezTo>
                          <a:pt x="327942" y="-64131"/>
                          <a:pt x="628761" y="41756"/>
                          <a:pt x="760083" y="0"/>
                        </a:cubicBezTo>
                        <a:cubicBezTo>
                          <a:pt x="891406" y="-41756"/>
                          <a:pt x="1042745" y="60515"/>
                          <a:pt x="1299294" y="0"/>
                        </a:cubicBezTo>
                        <a:lnTo>
                          <a:pt x="1299294" y="0"/>
                        </a:lnTo>
                        <a:cubicBezTo>
                          <a:pt x="1576136" y="-45227"/>
                          <a:pt x="1593192" y="37244"/>
                          <a:pt x="1856134" y="0"/>
                        </a:cubicBezTo>
                        <a:cubicBezTo>
                          <a:pt x="1944353" y="-22208"/>
                          <a:pt x="1965301" y="19537"/>
                          <a:pt x="2051423" y="0"/>
                        </a:cubicBezTo>
                        <a:cubicBezTo>
                          <a:pt x="2140350" y="7759"/>
                          <a:pt x="2224796" y="54311"/>
                          <a:pt x="2227361" y="175938"/>
                        </a:cubicBezTo>
                        <a:cubicBezTo>
                          <a:pt x="2276524" y="390928"/>
                          <a:pt x="2184921" y="466368"/>
                          <a:pt x="2227361" y="615771"/>
                        </a:cubicBezTo>
                        <a:lnTo>
                          <a:pt x="2227361" y="615771"/>
                        </a:lnTo>
                        <a:cubicBezTo>
                          <a:pt x="2248827" y="706418"/>
                          <a:pt x="2221537" y="783229"/>
                          <a:pt x="2227361" y="879673"/>
                        </a:cubicBezTo>
                        <a:lnTo>
                          <a:pt x="2227361" y="879670"/>
                        </a:lnTo>
                        <a:cubicBezTo>
                          <a:pt x="2240230" y="995995"/>
                          <a:pt x="2150225" y="1072535"/>
                          <a:pt x="2051423" y="1055608"/>
                        </a:cubicBezTo>
                        <a:cubicBezTo>
                          <a:pt x="1982194" y="1076160"/>
                          <a:pt x="1952681" y="1047161"/>
                          <a:pt x="1856134" y="1055608"/>
                        </a:cubicBezTo>
                        <a:cubicBezTo>
                          <a:pt x="1899636" y="1208407"/>
                          <a:pt x="1851762" y="1302045"/>
                          <a:pt x="1894482" y="1384229"/>
                        </a:cubicBezTo>
                        <a:cubicBezTo>
                          <a:pt x="1776915" y="1359032"/>
                          <a:pt x="1745915" y="1276643"/>
                          <a:pt x="1584984" y="1213346"/>
                        </a:cubicBezTo>
                        <a:cubicBezTo>
                          <a:pt x="1424053" y="1150049"/>
                          <a:pt x="1375528" y="1079930"/>
                          <a:pt x="1299294" y="1055608"/>
                        </a:cubicBezTo>
                        <a:cubicBezTo>
                          <a:pt x="1044726" y="1111011"/>
                          <a:pt x="1004272" y="1046688"/>
                          <a:pt x="726382" y="1055608"/>
                        </a:cubicBezTo>
                        <a:cubicBezTo>
                          <a:pt x="448492" y="1064528"/>
                          <a:pt x="349480" y="1055509"/>
                          <a:pt x="175938" y="1055608"/>
                        </a:cubicBezTo>
                        <a:cubicBezTo>
                          <a:pt x="90421" y="1048697"/>
                          <a:pt x="-14062" y="999163"/>
                          <a:pt x="0" y="879670"/>
                        </a:cubicBezTo>
                        <a:lnTo>
                          <a:pt x="0" y="879673"/>
                        </a:lnTo>
                        <a:cubicBezTo>
                          <a:pt x="-20358" y="791123"/>
                          <a:pt x="15951" y="681439"/>
                          <a:pt x="0" y="615771"/>
                        </a:cubicBezTo>
                        <a:lnTo>
                          <a:pt x="0" y="615771"/>
                        </a:lnTo>
                        <a:cubicBezTo>
                          <a:pt x="-48458" y="437856"/>
                          <a:pt x="23737" y="277093"/>
                          <a:pt x="0" y="17593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kumimoji="1" lang="en-US" altLang="zh-CN" sz="2800" dirty="0"/>
              <a:t>……</a:t>
            </a:r>
            <a:endParaRPr kumimoji="1"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4098105389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滞后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超前网络特性</a:t>
            </a:r>
          </a:p>
        </p:txBody>
      </p:sp>
      <p:sp>
        <p:nvSpPr>
          <p:cNvPr id="4" name="重要1">
            <a:extLst>
              <a:ext uri="{FF2B5EF4-FFF2-40B4-BE49-F238E27FC236}">
                <a16:creationId xmlns:a16="http://schemas.microsoft.com/office/drawing/2014/main" id="{FF757A52-8AA5-1E91-B850-9409B8343916}"/>
              </a:ext>
            </a:extLst>
          </p:cNvPr>
          <p:cNvSpPr txBox="1"/>
          <p:nvPr/>
        </p:nvSpPr>
        <p:spPr>
          <a:xfrm>
            <a:off x="8111430" y="980728"/>
            <a:ext cx="3960440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</a:rPr>
              <a:t>滞后</a:t>
            </a:r>
            <a:r>
              <a:rPr kumimoji="1" lang="en-US" altLang="zh-CN" sz="3200" b="1" dirty="0">
                <a:solidFill>
                  <a:schemeClr val="bg1"/>
                </a:solidFill>
              </a:rPr>
              <a:t>-</a:t>
            </a:r>
            <a:r>
              <a:rPr kumimoji="1" lang="zh-CN" altLang="en-US" sz="3200" b="1" dirty="0">
                <a:solidFill>
                  <a:schemeClr val="bg1"/>
                </a:solidFill>
              </a:rPr>
              <a:t>超前联合校正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DD79E3B-2986-E81E-D955-524B62C37408}"/>
              </a:ext>
            </a:extLst>
          </p:cNvPr>
          <p:cNvSpPr txBox="1"/>
          <p:nvPr/>
        </p:nvSpPr>
        <p:spPr>
          <a:xfrm>
            <a:off x="216387" y="1039370"/>
            <a:ext cx="7725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/>
              <a:t>单独使用超前或滞后网络均无法达成设计目标时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E9CFE224-DE4A-1945-5C89-1682BEE9195A}"/>
              </a:ext>
            </a:extLst>
          </p:cNvPr>
          <p:cNvGrpSpPr/>
          <p:nvPr/>
        </p:nvGrpSpPr>
        <p:grpSpPr>
          <a:xfrm>
            <a:off x="7369766" y="2362246"/>
            <a:ext cx="4702104" cy="3456384"/>
            <a:chOff x="6815286" y="2420888"/>
            <a:chExt cx="4702104" cy="3456384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6FD6A62-1A47-D4C5-0064-73B8678F8588}"/>
                </a:ext>
              </a:extLst>
            </p:cNvPr>
            <p:cNvSpPr/>
            <p:nvPr/>
          </p:nvSpPr>
          <p:spPr>
            <a:xfrm>
              <a:off x="7044748" y="3718071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F82AA5B0-BB51-C520-23E7-D37881E84338}"/>
                </a:ext>
              </a:extLst>
            </p:cNvPr>
            <p:cNvSpPr/>
            <p:nvPr/>
          </p:nvSpPr>
          <p:spPr>
            <a:xfrm>
              <a:off x="7044748" y="564110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1877AA8E-AC7E-2DE6-EB19-9C8A611001FA}"/>
                </a:ext>
              </a:extLst>
            </p:cNvPr>
            <p:cNvSpPr/>
            <p:nvPr/>
          </p:nvSpPr>
          <p:spPr>
            <a:xfrm>
              <a:off x="11053221" y="3718071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E2F772B0-E41F-1F38-5C75-AC0F2D093000}"/>
                </a:ext>
              </a:extLst>
            </p:cNvPr>
            <p:cNvSpPr/>
            <p:nvPr/>
          </p:nvSpPr>
          <p:spPr>
            <a:xfrm>
              <a:off x="11053221" y="5641102"/>
              <a:ext cx="236170" cy="23617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1" name="电阻R1">
              <a:extLst>
                <a:ext uri="{FF2B5EF4-FFF2-40B4-BE49-F238E27FC236}">
                  <a16:creationId xmlns:a16="http://schemas.microsoft.com/office/drawing/2014/main" id="{B0E388B4-74BD-E16A-5450-AB1D98BB37FC}"/>
                </a:ext>
              </a:extLst>
            </p:cNvPr>
            <p:cNvSpPr/>
            <p:nvPr/>
          </p:nvSpPr>
          <p:spPr>
            <a:xfrm>
              <a:off x="8940612" y="3727426"/>
              <a:ext cx="648072" cy="21602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grpSp>
          <p:nvGrpSpPr>
            <p:cNvPr id="12" name="电容">
              <a:extLst>
                <a:ext uri="{FF2B5EF4-FFF2-40B4-BE49-F238E27FC236}">
                  <a16:creationId xmlns:a16="http://schemas.microsoft.com/office/drawing/2014/main" id="{C67F75FF-AFEE-33FE-4FC4-D219802E7354}"/>
                </a:ext>
              </a:extLst>
            </p:cNvPr>
            <p:cNvGrpSpPr/>
            <p:nvPr/>
          </p:nvGrpSpPr>
          <p:grpSpPr>
            <a:xfrm>
              <a:off x="9172758" y="2925704"/>
              <a:ext cx="144016" cy="361079"/>
              <a:chOff x="4367014" y="3067921"/>
              <a:chExt cx="144016" cy="361079"/>
            </a:xfrm>
          </p:grpSpPr>
          <p:cxnSp>
            <p:nvCxnSpPr>
              <p:cNvPr id="44" name="直线连接符 43">
                <a:extLst>
                  <a:ext uri="{FF2B5EF4-FFF2-40B4-BE49-F238E27FC236}">
                    <a16:creationId xmlns:a16="http://schemas.microsoft.com/office/drawing/2014/main" id="{DF70161F-0C85-9DBD-9D9F-FB81EC2B34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7014" y="3068960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线连接符 45">
                <a:extLst>
                  <a:ext uri="{FF2B5EF4-FFF2-40B4-BE49-F238E27FC236}">
                    <a16:creationId xmlns:a16="http://schemas.microsoft.com/office/drawing/2014/main" id="{BB2E517C-B3AB-113D-D515-5B01D6E0B6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1030" y="3067921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电阻R2">
              <a:extLst>
                <a:ext uri="{FF2B5EF4-FFF2-40B4-BE49-F238E27FC236}">
                  <a16:creationId xmlns:a16="http://schemas.microsoft.com/office/drawing/2014/main" id="{A05195F6-3D71-3B8C-F821-CF7111BA1CB8}"/>
                </a:ext>
              </a:extLst>
            </p:cNvPr>
            <p:cNvSpPr/>
            <p:nvPr/>
          </p:nvSpPr>
          <p:spPr>
            <a:xfrm rot="5400000">
              <a:off x="10357161" y="4875804"/>
              <a:ext cx="648072" cy="21602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08D531FC-6133-9C9E-71E3-E1B41E164ED5}"/>
                </a:ext>
              </a:extLst>
            </p:cNvPr>
            <p:cNvCxnSpPr>
              <a:stCxn id="7" idx="6"/>
              <a:endCxn id="11" idx="1"/>
            </p:cNvCxnSpPr>
            <p:nvPr/>
          </p:nvCxnSpPr>
          <p:spPr>
            <a:xfrm flipV="1">
              <a:off x="7280918" y="3835438"/>
              <a:ext cx="1659694" cy="718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82BF6A35-555F-E96E-9528-A8893DB00726}"/>
                </a:ext>
              </a:extLst>
            </p:cNvPr>
            <p:cNvCxnSpPr>
              <a:cxnSpLocks/>
              <a:stCxn id="11" idx="3"/>
              <a:endCxn id="9" idx="2"/>
            </p:cNvCxnSpPr>
            <p:nvPr/>
          </p:nvCxnSpPr>
          <p:spPr>
            <a:xfrm>
              <a:off x="9588684" y="3835438"/>
              <a:ext cx="1464537" cy="718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>
              <a:extLst>
                <a:ext uri="{FF2B5EF4-FFF2-40B4-BE49-F238E27FC236}">
                  <a16:creationId xmlns:a16="http://schemas.microsoft.com/office/drawing/2014/main" id="{BD848491-7DBC-E58D-A3B6-15DCB7186B3D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10681197" y="4241105"/>
              <a:ext cx="0" cy="418675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线连接符 22">
              <a:extLst>
                <a:ext uri="{FF2B5EF4-FFF2-40B4-BE49-F238E27FC236}">
                  <a16:creationId xmlns:a16="http://schemas.microsoft.com/office/drawing/2014/main" id="{1B3F9333-60F8-AE7C-2113-7D0E6E0842DE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>
              <a:off x="10681197" y="5307852"/>
              <a:ext cx="0" cy="425404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线连接符 23">
              <a:extLst>
                <a:ext uri="{FF2B5EF4-FFF2-40B4-BE49-F238E27FC236}">
                  <a16:creationId xmlns:a16="http://schemas.microsoft.com/office/drawing/2014/main" id="{C7AF1E40-3247-46AD-7FF6-B2D7896BD51D}"/>
                </a:ext>
              </a:extLst>
            </p:cNvPr>
            <p:cNvCxnSpPr>
              <a:cxnSpLocks/>
              <a:stCxn id="8" idx="6"/>
              <a:endCxn id="10" idx="2"/>
            </p:cNvCxnSpPr>
            <p:nvPr/>
          </p:nvCxnSpPr>
          <p:spPr>
            <a:xfrm>
              <a:off x="7280918" y="5759187"/>
              <a:ext cx="3772303" cy="0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肘形连接符 24">
              <a:extLst>
                <a:ext uri="{FF2B5EF4-FFF2-40B4-BE49-F238E27FC236}">
                  <a16:creationId xmlns:a16="http://schemas.microsoft.com/office/drawing/2014/main" id="{31AA33E8-9A14-64EE-CC80-5E515746A2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91" y="3103045"/>
              <a:ext cx="1136998" cy="727717"/>
            </a:xfrm>
            <a:prstGeom prst="bentConnector3">
              <a:avLst>
                <a:gd name="adj1" fmla="val 1373"/>
              </a:avLst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肘形连接符 25">
              <a:extLst>
                <a:ext uri="{FF2B5EF4-FFF2-40B4-BE49-F238E27FC236}">
                  <a16:creationId xmlns:a16="http://schemas.microsoft.com/office/drawing/2014/main" id="{49801467-F868-6447-C361-E1DF5A6D05F1}"/>
                </a:ext>
              </a:extLst>
            </p:cNvPr>
            <p:cNvCxnSpPr>
              <a:cxnSpLocks/>
            </p:cNvCxnSpPr>
            <p:nvPr/>
          </p:nvCxnSpPr>
          <p:spPr>
            <a:xfrm>
              <a:off x="9343178" y="3103045"/>
              <a:ext cx="869967" cy="727716"/>
            </a:xfrm>
            <a:prstGeom prst="bentConnector3">
              <a:avLst>
                <a:gd name="adj1" fmla="val 93999"/>
              </a:avLst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888546D4-E719-AED2-D67D-CF458D31F64B}"/>
                    </a:ext>
                  </a:extLst>
                </p:cNvPr>
                <p:cNvSpPr txBox="1"/>
                <p:nvPr/>
              </p:nvSpPr>
              <p:spPr>
                <a:xfrm>
                  <a:off x="6815286" y="4296473"/>
                  <a:ext cx="69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888546D4-E719-AED2-D67D-CF458D31F6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15286" y="4296473"/>
                  <a:ext cx="692168" cy="430887"/>
                </a:xfrm>
                <a:prstGeom prst="rect">
                  <a:avLst/>
                </a:prstGeom>
                <a:blipFill>
                  <a:blip r:embed="rId3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0D06BEE5-52B2-613B-7428-39B2CEB628E0}"/>
                    </a:ext>
                  </a:extLst>
                </p:cNvPr>
                <p:cNvSpPr txBox="1"/>
                <p:nvPr/>
              </p:nvSpPr>
              <p:spPr>
                <a:xfrm>
                  <a:off x="10825222" y="4252412"/>
                  <a:ext cx="69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0D06BEE5-52B2-613B-7428-39B2CEB628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25222" y="4252412"/>
                  <a:ext cx="692168" cy="430887"/>
                </a:xfrm>
                <a:prstGeom prst="rect">
                  <a:avLst/>
                </a:prstGeom>
                <a:blipFill>
                  <a:blip r:embed="rId4"/>
                  <a:stretch>
                    <a:fillRect b="-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BBD941D-63C7-D350-17FC-33D4C0B50F31}"/>
                    </a:ext>
                  </a:extLst>
                </p:cNvPr>
                <p:cNvSpPr txBox="1"/>
                <p:nvPr/>
              </p:nvSpPr>
              <p:spPr>
                <a:xfrm>
                  <a:off x="8918564" y="3891855"/>
                  <a:ext cx="69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BBD941D-63C7-D350-17FC-33D4C0B50F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8564" y="3891855"/>
                  <a:ext cx="692168" cy="430887"/>
                </a:xfrm>
                <a:prstGeom prst="rect">
                  <a:avLst/>
                </a:prstGeom>
                <a:blipFill>
                  <a:blip r:embed="rId5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BADE8549-2426-CBFC-EDCD-FBB0DE0C6BDB}"/>
                    </a:ext>
                  </a:extLst>
                </p:cNvPr>
                <p:cNvSpPr txBox="1"/>
                <p:nvPr/>
              </p:nvSpPr>
              <p:spPr>
                <a:xfrm>
                  <a:off x="9907598" y="4730375"/>
                  <a:ext cx="69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BADE8549-2426-CBFC-EDCD-FBB0DE0C6B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7598" y="4730375"/>
                  <a:ext cx="692168" cy="430887"/>
                </a:xfrm>
                <a:prstGeom prst="rect">
                  <a:avLst/>
                </a:prstGeom>
                <a:blipFill>
                  <a:blip r:embed="rId6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AA151524-5A1B-C280-3902-DE75BD1E6425}"/>
                    </a:ext>
                  </a:extLst>
                </p:cNvPr>
                <p:cNvSpPr txBox="1"/>
                <p:nvPr/>
              </p:nvSpPr>
              <p:spPr>
                <a:xfrm>
                  <a:off x="9189320" y="3077493"/>
                  <a:ext cx="69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AA151524-5A1B-C280-3902-DE75BD1E64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9320" y="3077493"/>
                  <a:ext cx="692168" cy="430887"/>
                </a:xfrm>
                <a:prstGeom prst="rect">
                  <a:avLst/>
                </a:prstGeom>
                <a:blipFill>
                  <a:blip r:embed="rId7"/>
                  <a:stretch>
                    <a:fillRect b="-1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直线连接符 36">
              <a:extLst>
                <a:ext uri="{FF2B5EF4-FFF2-40B4-BE49-F238E27FC236}">
                  <a16:creationId xmlns:a16="http://schemas.microsoft.com/office/drawing/2014/main" id="{74B1447E-091A-4720-9081-EB507AF6F9EA}"/>
                </a:ext>
              </a:extLst>
            </p:cNvPr>
            <p:cNvCxnSpPr/>
            <p:nvPr/>
          </p:nvCxnSpPr>
          <p:spPr>
            <a:xfrm>
              <a:off x="7373422" y="3717032"/>
              <a:ext cx="543568" cy="0"/>
            </a:xfrm>
            <a:prstGeom prst="line">
              <a:avLst/>
            </a:prstGeom>
            <a:ln w="38100">
              <a:solidFill>
                <a:schemeClr val="accent6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856995C5-A608-C59B-CF97-1ACA0ED8E3E4}"/>
                    </a:ext>
                  </a:extLst>
                </p:cNvPr>
                <p:cNvSpPr txBox="1"/>
                <p:nvPr/>
              </p:nvSpPr>
              <p:spPr>
                <a:xfrm>
                  <a:off x="7393993" y="3158744"/>
                  <a:ext cx="420069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856995C5-A608-C59B-CF97-1ACA0ED8E3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3993" y="3158744"/>
                  <a:ext cx="420069" cy="430887"/>
                </a:xfrm>
                <a:prstGeom prst="rect">
                  <a:avLst/>
                </a:prstGeom>
                <a:blipFill>
                  <a:blip r:embed="rId8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直线连接符 38">
              <a:extLst>
                <a:ext uri="{FF2B5EF4-FFF2-40B4-BE49-F238E27FC236}">
                  <a16:creationId xmlns:a16="http://schemas.microsoft.com/office/drawing/2014/main" id="{0F6FADAF-07E6-A0E8-4E3F-96C3B6D84CDA}"/>
                </a:ext>
              </a:extLst>
            </p:cNvPr>
            <p:cNvCxnSpPr/>
            <p:nvPr/>
          </p:nvCxnSpPr>
          <p:spPr>
            <a:xfrm>
              <a:off x="8254466" y="3717032"/>
              <a:ext cx="543568" cy="0"/>
            </a:xfrm>
            <a:prstGeom prst="line">
              <a:avLst/>
            </a:prstGeom>
            <a:ln w="38100">
              <a:solidFill>
                <a:schemeClr val="accent6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90B0CB2F-BFD4-03F8-E7CE-D4811B5E341B}"/>
                    </a:ext>
                  </a:extLst>
                </p:cNvPr>
                <p:cNvSpPr txBox="1"/>
                <p:nvPr/>
              </p:nvSpPr>
              <p:spPr>
                <a:xfrm>
                  <a:off x="8275037" y="3158744"/>
                  <a:ext cx="420069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90B0CB2F-BFD4-03F8-E7CE-D4811B5E34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5037" y="3158744"/>
                  <a:ext cx="420069" cy="430887"/>
                </a:xfrm>
                <a:prstGeom prst="rect">
                  <a:avLst/>
                </a:prstGeom>
                <a:blipFill>
                  <a:blip r:embed="rId9"/>
                  <a:stretch>
                    <a:fillRect l="-11765" b="-1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直线连接符 40">
              <a:extLst>
                <a:ext uri="{FF2B5EF4-FFF2-40B4-BE49-F238E27FC236}">
                  <a16:creationId xmlns:a16="http://schemas.microsoft.com/office/drawing/2014/main" id="{BE4880BA-F30D-3916-44D8-3BC76A829864}"/>
                </a:ext>
              </a:extLst>
            </p:cNvPr>
            <p:cNvCxnSpPr/>
            <p:nvPr/>
          </p:nvCxnSpPr>
          <p:spPr>
            <a:xfrm>
              <a:off x="8252125" y="2979176"/>
              <a:ext cx="543568" cy="0"/>
            </a:xfrm>
            <a:prstGeom prst="line">
              <a:avLst/>
            </a:prstGeom>
            <a:ln w="38100">
              <a:solidFill>
                <a:schemeClr val="accent6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81531153-47B5-DFDC-1E0C-67B007B04A95}"/>
                    </a:ext>
                  </a:extLst>
                </p:cNvPr>
                <p:cNvSpPr txBox="1"/>
                <p:nvPr/>
              </p:nvSpPr>
              <p:spPr>
                <a:xfrm>
                  <a:off x="8272696" y="2420888"/>
                  <a:ext cx="420069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81531153-47B5-DFDC-1E0C-67B007B04A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2696" y="2420888"/>
                  <a:ext cx="420069" cy="430887"/>
                </a:xfrm>
                <a:prstGeom prst="rect">
                  <a:avLst/>
                </a:prstGeom>
                <a:blipFill>
                  <a:blip r:embed="rId10"/>
                  <a:stretch>
                    <a:fillRect l="-11765" b="-1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64F427FB-BF5E-D837-C3F5-7B88097B1A22}"/>
                    </a:ext>
                  </a:extLst>
                </p:cNvPr>
                <p:cNvSpPr txBox="1"/>
                <p:nvPr/>
              </p:nvSpPr>
              <p:spPr>
                <a:xfrm>
                  <a:off x="9215430" y="2475528"/>
                  <a:ext cx="69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64F427FB-BF5E-D837-C3F5-7B88097B1A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5430" y="2475528"/>
                  <a:ext cx="692168" cy="430887"/>
                </a:xfrm>
                <a:prstGeom prst="rect">
                  <a:avLst/>
                </a:prstGeom>
                <a:blipFill>
                  <a:blip r:embed="rId11"/>
                  <a:stretch>
                    <a:fillRect b="-1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7" name="电容">
              <a:extLst>
                <a:ext uri="{FF2B5EF4-FFF2-40B4-BE49-F238E27FC236}">
                  <a16:creationId xmlns:a16="http://schemas.microsoft.com/office/drawing/2014/main" id="{15D0C702-79CE-CE22-30ED-22135E1AF545}"/>
                </a:ext>
              </a:extLst>
            </p:cNvPr>
            <p:cNvGrpSpPr/>
            <p:nvPr/>
          </p:nvGrpSpPr>
          <p:grpSpPr>
            <a:xfrm rot="16200000">
              <a:off x="10583254" y="3955897"/>
              <a:ext cx="144016" cy="361079"/>
              <a:chOff x="4367014" y="3067921"/>
              <a:chExt cx="144016" cy="361079"/>
            </a:xfrm>
          </p:grpSpPr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408BEB74-BFAE-34F9-ECC3-528C6D7517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7014" y="3068960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线连接符 48">
                <a:extLst>
                  <a:ext uri="{FF2B5EF4-FFF2-40B4-BE49-F238E27FC236}">
                    <a16:creationId xmlns:a16="http://schemas.microsoft.com/office/drawing/2014/main" id="{F7673B70-D5D9-7140-7C3A-9E4F83D224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1030" y="3067921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" name="直线连接符 49">
              <a:extLst>
                <a:ext uri="{FF2B5EF4-FFF2-40B4-BE49-F238E27FC236}">
                  <a16:creationId xmlns:a16="http://schemas.microsoft.com/office/drawing/2014/main" id="{9C53EF46-F524-8864-1C8A-656B28E49F38}"/>
                </a:ext>
              </a:extLst>
            </p:cNvPr>
            <p:cNvCxnSpPr>
              <a:cxnSpLocks/>
            </p:cNvCxnSpPr>
            <p:nvPr/>
          </p:nvCxnSpPr>
          <p:spPr>
            <a:xfrm>
              <a:off x="10664778" y="3830761"/>
              <a:ext cx="0" cy="233667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FA9FF087-4A32-1CBB-5F99-9BD0B7B2AC00}"/>
                    </a:ext>
                  </a:extLst>
                </p:cNvPr>
                <p:cNvSpPr txBox="1"/>
                <p:nvPr/>
              </p:nvSpPr>
              <p:spPr>
                <a:xfrm>
                  <a:off x="9917017" y="3914280"/>
                  <a:ext cx="69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FA9FF087-4A32-1CBB-5F99-9BD0B7B2AC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7017" y="3914280"/>
                  <a:ext cx="692168" cy="430887"/>
                </a:xfrm>
                <a:prstGeom prst="rect">
                  <a:avLst/>
                </a:prstGeom>
                <a:blipFill>
                  <a:blip r:embed="rId12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C5382AFD-03D5-9B7D-A314-5478447B12A8}"/>
                  </a:ext>
                </a:extLst>
              </p:cNvPr>
              <p:cNvSpPr txBox="1"/>
              <p:nvPr/>
            </p:nvSpPr>
            <p:spPr>
              <a:xfrm>
                <a:off x="346542" y="2070182"/>
                <a:ext cx="6232560" cy="11569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f>
                            <m:f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C5382AFD-03D5-9B7D-A314-5478447B1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42" y="2070182"/>
                <a:ext cx="6232560" cy="1156920"/>
              </a:xfrm>
              <a:prstGeom prst="rect">
                <a:avLst/>
              </a:prstGeom>
              <a:blipFill>
                <a:blip r:embed="rId13"/>
                <a:stretch>
                  <a:fillRect t="-2198" b="-65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537945D1-11F5-E408-E2EB-27E9E713CC79}"/>
                  </a:ext>
                </a:extLst>
              </p:cNvPr>
              <p:cNvSpPr txBox="1"/>
              <p:nvPr/>
            </p:nvSpPr>
            <p:spPr>
              <a:xfrm>
                <a:off x="1362756" y="3469150"/>
                <a:ext cx="2607116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537945D1-11F5-E408-E2EB-27E9E713C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2756" y="3469150"/>
                <a:ext cx="2607116" cy="430887"/>
              </a:xfrm>
              <a:prstGeom prst="rect">
                <a:avLst/>
              </a:prstGeom>
              <a:blipFill>
                <a:blip r:embed="rId14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4A854DCF-201E-3F3A-A5DC-9B8162996766}"/>
                  </a:ext>
                </a:extLst>
              </p:cNvPr>
              <p:cNvSpPr txBox="1"/>
              <p:nvPr/>
            </p:nvSpPr>
            <p:spPr>
              <a:xfrm>
                <a:off x="1376924" y="4264259"/>
                <a:ext cx="2607116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4A854DCF-201E-3F3A-A5DC-9B8162996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924" y="4264259"/>
                <a:ext cx="2607116" cy="430887"/>
              </a:xfrm>
              <a:prstGeom prst="rect">
                <a:avLst/>
              </a:prstGeom>
              <a:blipFill>
                <a:blip r:embed="rId15"/>
                <a:stretch>
                  <a:fillRect b="-147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0654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滞后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超前网络特性</a:t>
            </a:r>
          </a:p>
        </p:txBody>
      </p:sp>
      <p:grpSp>
        <p:nvGrpSpPr>
          <p:cNvPr id="6" name="坐标轴6">
            <a:extLst>
              <a:ext uri="{FF2B5EF4-FFF2-40B4-BE49-F238E27FC236}">
                <a16:creationId xmlns:a16="http://schemas.microsoft.com/office/drawing/2014/main" id="{1C248886-09C8-1ED2-1EFF-47B24FF221A7}"/>
              </a:ext>
            </a:extLst>
          </p:cNvPr>
          <p:cNvGrpSpPr/>
          <p:nvPr/>
        </p:nvGrpSpPr>
        <p:grpSpPr>
          <a:xfrm>
            <a:off x="8063346" y="825753"/>
            <a:ext cx="3694226" cy="2036997"/>
            <a:chOff x="155968" y="932888"/>
            <a:chExt cx="3694226" cy="2036997"/>
          </a:xfrm>
        </p:grpSpPr>
        <p:cxnSp>
          <p:nvCxnSpPr>
            <p:cNvPr id="7" name="x轴">
              <a:extLst>
                <a:ext uri="{FF2B5EF4-FFF2-40B4-BE49-F238E27FC236}">
                  <a16:creationId xmlns:a16="http://schemas.microsoft.com/office/drawing/2014/main" id="{C32581C6-F1B1-2F7B-3587-D3B4E82CDA33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1595595"/>
              <a:ext cx="314926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y轴">
              <a:extLst>
                <a:ext uri="{FF2B5EF4-FFF2-40B4-BE49-F238E27FC236}">
                  <a16:creationId xmlns:a16="http://schemas.microsoft.com/office/drawing/2014/main" id="{99C7E054-1ABB-4393-DCF5-D50CA14754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932888"/>
              <a:ext cx="12116" cy="17818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labelt">
                  <a:extLst>
                    <a:ext uri="{FF2B5EF4-FFF2-40B4-BE49-F238E27FC236}">
                      <a16:creationId xmlns:a16="http://schemas.microsoft.com/office/drawing/2014/main" id="{E481C075-588B-DE00-6484-96CFDFF7F9E6}"/>
                    </a:ext>
                  </a:extLst>
                </p:cNvPr>
                <p:cNvSpPr txBox="1"/>
                <p:nvPr/>
              </p:nvSpPr>
              <p:spPr>
                <a:xfrm>
                  <a:off x="3329493" y="1025478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9" name="labelt">
                  <a:extLst>
                    <a:ext uri="{FF2B5EF4-FFF2-40B4-BE49-F238E27FC236}">
                      <a16:creationId xmlns:a16="http://schemas.microsoft.com/office/drawing/2014/main" id="{E481C075-588B-DE00-6484-96CFDFF7F9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9493" y="1025478"/>
                  <a:ext cx="520701" cy="52469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label0">
                  <a:extLst>
                    <a:ext uri="{FF2B5EF4-FFF2-40B4-BE49-F238E27FC236}">
                      <a16:creationId xmlns:a16="http://schemas.microsoft.com/office/drawing/2014/main" id="{78C03828-2FD7-5854-57B3-CCE6AB29DD32}"/>
                    </a:ext>
                  </a:extLst>
                </p:cNvPr>
                <p:cNvSpPr txBox="1"/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8" name="label0">
                  <a:extLst>
                    <a:ext uri="{FF2B5EF4-FFF2-40B4-BE49-F238E27FC236}">
                      <a16:creationId xmlns:a16="http://schemas.microsoft.com/office/drawing/2014/main" id="{541A9BD1-048F-A7DC-9500-0A1759998F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10000" r="-7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响应6">
            <a:extLst>
              <a:ext uri="{FF2B5EF4-FFF2-40B4-BE49-F238E27FC236}">
                <a16:creationId xmlns:a16="http://schemas.microsoft.com/office/drawing/2014/main" id="{942503E4-8467-543E-23BA-7BD6FC8B20EE}"/>
              </a:ext>
            </a:extLst>
          </p:cNvPr>
          <p:cNvSpPr/>
          <p:nvPr/>
        </p:nvSpPr>
        <p:spPr>
          <a:xfrm>
            <a:off x="8465612" y="1477885"/>
            <a:ext cx="2771259" cy="943051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030147 w 2419257"/>
              <a:gd name="connsiteY4" fmla="*/ 116999 h 956164"/>
              <a:gd name="connsiteX5" fmla="*/ 2419257 w 2419257"/>
              <a:gd name="connsiteY5" fmla="*/ 345525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100485 w 2419257"/>
              <a:gd name="connsiteY4" fmla="*/ 316291 h 956164"/>
              <a:gd name="connsiteX5" fmla="*/ 2419257 w 2419257"/>
              <a:gd name="connsiteY5" fmla="*/ 345525 h 956164"/>
              <a:gd name="connsiteX0" fmla="*/ 0 w 2419257"/>
              <a:gd name="connsiteY0" fmla="*/ 958926 h 958926"/>
              <a:gd name="connsiteX1" fmla="*/ 254643 w 2419257"/>
              <a:gd name="connsiteY1" fmla="*/ 38738 h 958926"/>
              <a:gd name="connsiteX2" fmla="*/ 486137 w 2419257"/>
              <a:gd name="connsiteY2" fmla="*/ 183422 h 958926"/>
              <a:gd name="connsiteX3" fmla="*/ 694777 w 2419257"/>
              <a:gd name="connsiteY3" fmla="*/ 289671 h 958926"/>
              <a:gd name="connsiteX4" fmla="*/ 1100485 w 2419257"/>
              <a:gd name="connsiteY4" fmla="*/ 319053 h 958926"/>
              <a:gd name="connsiteX5" fmla="*/ 2419257 w 2419257"/>
              <a:gd name="connsiteY5" fmla="*/ 348287 h 958926"/>
              <a:gd name="connsiteX0" fmla="*/ 0 w 2419257"/>
              <a:gd name="connsiteY0" fmla="*/ 937913 h 937913"/>
              <a:gd name="connsiteX1" fmla="*/ 254643 w 2419257"/>
              <a:gd name="connsiteY1" fmla="*/ 17725 h 937913"/>
              <a:gd name="connsiteX2" fmla="*/ 462691 w 2419257"/>
              <a:gd name="connsiteY2" fmla="*/ 326532 h 937913"/>
              <a:gd name="connsiteX3" fmla="*/ 694777 w 2419257"/>
              <a:gd name="connsiteY3" fmla="*/ 268658 h 937913"/>
              <a:gd name="connsiteX4" fmla="*/ 1100485 w 2419257"/>
              <a:gd name="connsiteY4" fmla="*/ 298040 h 937913"/>
              <a:gd name="connsiteX5" fmla="*/ 2419257 w 2419257"/>
              <a:gd name="connsiteY5" fmla="*/ 327274 h 937913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00485 w 2419257"/>
              <a:gd name="connsiteY4" fmla="*/ 141969 h 781842"/>
              <a:gd name="connsiteX5" fmla="*/ 2419257 w 2419257"/>
              <a:gd name="connsiteY5" fmla="*/ 171203 h 781842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12208 w 2419257"/>
              <a:gd name="connsiteY4" fmla="*/ 177138 h 781842"/>
              <a:gd name="connsiteX5" fmla="*/ 2419257 w 2419257"/>
              <a:gd name="connsiteY5" fmla="*/ 171203 h 781842"/>
              <a:gd name="connsiteX0" fmla="*/ 0 w 2419257"/>
              <a:gd name="connsiteY0" fmla="*/ 793164 h 793164"/>
              <a:gd name="connsiteX1" fmla="*/ 266366 w 2419257"/>
              <a:gd name="connsiteY1" fmla="*/ 37099 h 793164"/>
              <a:gd name="connsiteX2" fmla="*/ 694777 w 2419257"/>
              <a:gd name="connsiteY2" fmla="*/ 123909 h 793164"/>
              <a:gd name="connsiteX3" fmla="*/ 1112208 w 2419257"/>
              <a:gd name="connsiteY3" fmla="*/ 188460 h 793164"/>
              <a:gd name="connsiteX4" fmla="*/ 2419257 w 2419257"/>
              <a:gd name="connsiteY4" fmla="*/ 182525 h 793164"/>
              <a:gd name="connsiteX0" fmla="*/ 0 w 2419257"/>
              <a:gd name="connsiteY0" fmla="*/ 669255 h 669255"/>
              <a:gd name="connsiteX1" fmla="*/ 694777 w 2419257"/>
              <a:gd name="connsiteY1" fmla="*/ 0 h 669255"/>
              <a:gd name="connsiteX2" fmla="*/ 1112208 w 2419257"/>
              <a:gd name="connsiteY2" fmla="*/ 64551 h 669255"/>
              <a:gd name="connsiteX3" fmla="*/ 2419257 w 2419257"/>
              <a:gd name="connsiteY3" fmla="*/ 58616 h 669255"/>
              <a:gd name="connsiteX0" fmla="*/ 0 w 2419257"/>
              <a:gd name="connsiteY0" fmla="*/ 704753 h 704753"/>
              <a:gd name="connsiteX1" fmla="*/ 694777 w 2419257"/>
              <a:gd name="connsiteY1" fmla="*/ 35498 h 704753"/>
              <a:gd name="connsiteX2" fmla="*/ 2419257 w 2419257"/>
              <a:gd name="connsiteY2" fmla="*/ 94114 h 704753"/>
              <a:gd name="connsiteX0" fmla="*/ 0 w 2161350"/>
              <a:gd name="connsiteY0" fmla="*/ 671343 h 916489"/>
              <a:gd name="connsiteX1" fmla="*/ 694777 w 2161350"/>
              <a:gd name="connsiteY1" fmla="*/ 2088 h 916489"/>
              <a:gd name="connsiteX2" fmla="*/ 2161350 w 2161350"/>
              <a:gd name="connsiteY2" fmla="*/ 916489 h 916489"/>
              <a:gd name="connsiteX0" fmla="*/ 0 w 2137904"/>
              <a:gd name="connsiteY0" fmla="*/ 79523 h 1074946"/>
              <a:gd name="connsiteX1" fmla="*/ 671331 w 2137904"/>
              <a:gd name="connsiteY1" fmla="*/ 160545 h 1074946"/>
              <a:gd name="connsiteX2" fmla="*/ 2137904 w 2137904"/>
              <a:gd name="connsiteY2" fmla="*/ 1074946 h 1074946"/>
              <a:gd name="connsiteX0" fmla="*/ 0 w 2137904"/>
              <a:gd name="connsiteY0" fmla="*/ 0 h 995423"/>
              <a:gd name="connsiteX1" fmla="*/ 671331 w 2137904"/>
              <a:gd name="connsiteY1" fmla="*/ 81022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49627"/>
              <a:gd name="connsiteY0" fmla="*/ 0 h 819577"/>
              <a:gd name="connsiteX1" fmla="*/ 1058193 w 2149627"/>
              <a:gd name="connsiteY1" fmla="*/ 45853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069916 w 2149627"/>
              <a:gd name="connsiteY1" fmla="*/ 209976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290304"/>
              <a:gd name="connsiteY0" fmla="*/ 0 h 889916"/>
              <a:gd name="connsiteX1" fmla="*/ 1245763 w 2290304"/>
              <a:gd name="connsiteY1" fmla="*/ 303761 h 889916"/>
              <a:gd name="connsiteX2" fmla="*/ 2290304 w 2290304"/>
              <a:gd name="connsiteY2" fmla="*/ 889916 h 889916"/>
              <a:gd name="connsiteX0" fmla="*/ 0 w 2302027"/>
              <a:gd name="connsiteY0" fmla="*/ 0 h 901639"/>
              <a:gd name="connsiteX1" fmla="*/ 1257486 w 2302027"/>
              <a:gd name="connsiteY1" fmla="*/ 315484 h 901639"/>
              <a:gd name="connsiteX2" fmla="*/ 2302027 w 2302027"/>
              <a:gd name="connsiteY2" fmla="*/ 901639 h 901639"/>
              <a:gd name="connsiteX0" fmla="*/ 0 w 2384089"/>
              <a:gd name="connsiteY0" fmla="*/ 0 h 901639"/>
              <a:gd name="connsiteX1" fmla="*/ 1339548 w 2384089"/>
              <a:gd name="connsiteY1" fmla="*/ 315484 h 901639"/>
              <a:gd name="connsiteX2" fmla="*/ 2384089 w 2384089"/>
              <a:gd name="connsiteY2" fmla="*/ 901639 h 901639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02735"/>
              <a:gd name="connsiteY0" fmla="*/ 399624 h 855786"/>
              <a:gd name="connsiteX1" fmla="*/ 1327825 w 2102735"/>
              <a:gd name="connsiteY1" fmla="*/ 0 h 855786"/>
              <a:gd name="connsiteX2" fmla="*/ 2102735 w 2102735"/>
              <a:gd name="connsiteY2" fmla="*/ 855786 h 855786"/>
              <a:gd name="connsiteX0" fmla="*/ 0 w 2102735"/>
              <a:gd name="connsiteY0" fmla="*/ 0 h 456162"/>
              <a:gd name="connsiteX1" fmla="*/ 1151978 w 2102735"/>
              <a:gd name="connsiteY1" fmla="*/ 22407 h 456162"/>
              <a:gd name="connsiteX2" fmla="*/ 2102735 w 2102735"/>
              <a:gd name="connsiteY2" fmla="*/ 456162 h 456162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692699 h 801122"/>
              <a:gd name="connsiteX1" fmla="*/ 1151978 w 1997227"/>
              <a:gd name="connsiteY1" fmla="*/ 715106 h 801122"/>
              <a:gd name="connsiteX2" fmla="*/ 1997227 w 1997227"/>
              <a:gd name="connsiteY2" fmla="*/ 0 h 801122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997227 w 1997227"/>
              <a:gd name="connsiteY2" fmla="*/ 0 h 715106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744435 w 1997227"/>
              <a:gd name="connsiteY2" fmla="*/ 163233 h 715106"/>
              <a:gd name="connsiteX3" fmla="*/ 1997227 w 1997227"/>
              <a:gd name="connsiteY3" fmla="*/ 0 h 715106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744435 w 2360643"/>
              <a:gd name="connsiteY2" fmla="*/ 350802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835455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712335"/>
              <a:gd name="connsiteY0" fmla="*/ 856822 h 879229"/>
              <a:gd name="connsiteX1" fmla="*/ 835455 w 2712335"/>
              <a:gd name="connsiteY1" fmla="*/ 879229 h 879229"/>
              <a:gd name="connsiteX2" fmla="*/ 1826497 w 2712335"/>
              <a:gd name="connsiteY2" fmla="*/ 92894 h 879229"/>
              <a:gd name="connsiteX3" fmla="*/ 2712335 w 2712335"/>
              <a:gd name="connsiteY3" fmla="*/ 0 h 879229"/>
              <a:gd name="connsiteX0" fmla="*/ 0 w 2712335"/>
              <a:gd name="connsiteY0" fmla="*/ 923911 h 946318"/>
              <a:gd name="connsiteX1" fmla="*/ 835455 w 2712335"/>
              <a:gd name="connsiteY1" fmla="*/ 946318 h 946318"/>
              <a:gd name="connsiteX2" fmla="*/ 1674097 w 2712335"/>
              <a:gd name="connsiteY2" fmla="*/ 42753 h 946318"/>
              <a:gd name="connsiteX3" fmla="*/ 2712335 w 2712335"/>
              <a:gd name="connsiteY3" fmla="*/ 67089 h 946318"/>
              <a:gd name="connsiteX0" fmla="*/ 0 w 2641996"/>
              <a:gd name="connsiteY0" fmla="*/ 974053 h 996460"/>
              <a:gd name="connsiteX1" fmla="*/ 835455 w 2641996"/>
              <a:gd name="connsiteY1" fmla="*/ 996460 h 996460"/>
              <a:gd name="connsiteX2" fmla="*/ 1674097 w 2641996"/>
              <a:gd name="connsiteY2" fmla="*/ 92895 h 996460"/>
              <a:gd name="connsiteX3" fmla="*/ 2641996 w 2641996"/>
              <a:gd name="connsiteY3" fmla="*/ 0 h 996460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1146647 h 1146647"/>
              <a:gd name="connsiteX1" fmla="*/ 835455 w 2641996"/>
              <a:gd name="connsiteY1" fmla="*/ 1145608 h 1146647"/>
              <a:gd name="connsiteX2" fmla="*/ 1861667 w 2641996"/>
              <a:gd name="connsiteY2" fmla="*/ 31028 h 1146647"/>
              <a:gd name="connsiteX3" fmla="*/ 2641996 w 2641996"/>
              <a:gd name="connsiteY3" fmla="*/ 149148 h 1146647"/>
              <a:gd name="connsiteX0" fmla="*/ 0 w 3181258"/>
              <a:gd name="connsiteY0" fmla="*/ 1175472 h 1175472"/>
              <a:gd name="connsiteX1" fmla="*/ 835455 w 3181258"/>
              <a:gd name="connsiteY1" fmla="*/ 1174433 h 1175472"/>
              <a:gd name="connsiteX2" fmla="*/ 1861667 w 3181258"/>
              <a:gd name="connsiteY2" fmla="*/ 59853 h 1175472"/>
              <a:gd name="connsiteX3" fmla="*/ 3181258 w 3181258"/>
              <a:gd name="connsiteY3" fmla="*/ 13850 h 1175472"/>
              <a:gd name="connsiteX0" fmla="*/ 0 w 3228150"/>
              <a:gd name="connsiteY0" fmla="*/ 1179811 h 1179811"/>
              <a:gd name="connsiteX1" fmla="*/ 835455 w 3228150"/>
              <a:gd name="connsiteY1" fmla="*/ 1178772 h 1179811"/>
              <a:gd name="connsiteX2" fmla="*/ 1861667 w 3228150"/>
              <a:gd name="connsiteY2" fmla="*/ 64192 h 1179811"/>
              <a:gd name="connsiteX3" fmla="*/ 3228150 w 3228150"/>
              <a:gd name="connsiteY3" fmla="*/ 6466 h 1179811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39874"/>
              <a:gd name="connsiteY0" fmla="*/ 1168398 h 1168398"/>
              <a:gd name="connsiteX1" fmla="*/ 835455 w 3239874"/>
              <a:gd name="connsiteY1" fmla="*/ 1167359 h 1168398"/>
              <a:gd name="connsiteX2" fmla="*/ 1861667 w 3239874"/>
              <a:gd name="connsiteY2" fmla="*/ 52779 h 1168398"/>
              <a:gd name="connsiteX3" fmla="*/ 3239874 w 3239874"/>
              <a:gd name="connsiteY3" fmla="*/ 30223 h 1168398"/>
              <a:gd name="connsiteX0" fmla="*/ 0 w 3239874"/>
              <a:gd name="connsiteY0" fmla="*/ 1171159 h 1171159"/>
              <a:gd name="connsiteX1" fmla="*/ 835455 w 3239874"/>
              <a:gd name="connsiteY1" fmla="*/ 1170120 h 1171159"/>
              <a:gd name="connsiteX2" fmla="*/ 1861667 w 3239874"/>
              <a:gd name="connsiteY2" fmla="*/ 55540 h 1171159"/>
              <a:gd name="connsiteX3" fmla="*/ 3239874 w 3239874"/>
              <a:gd name="connsiteY3" fmla="*/ 32984 h 1171159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04705"/>
              <a:gd name="connsiteY0" fmla="*/ 1115619 h 1115619"/>
              <a:gd name="connsiteX1" fmla="*/ 835455 w 3204705"/>
              <a:gd name="connsiteY1" fmla="*/ 1114580 h 1115619"/>
              <a:gd name="connsiteX2" fmla="*/ 1861667 w 3204705"/>
              <a:gd name="connsiteY2" fmla="*/ 0 h 1115619"/>
              <a:gd name="connsiteX3" fmla="*/ 3204705 w 3204705"/>
              <a:gd name="connsiteY3" fmla="*/ 12614 h 1115619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1861667 w 3216428"/>
              <a:gd name="connsiteY2" fmla="*/ 10832 h 1126451"/>
              <a:gd name="connsiteX3" fmla="*/ 3216428 w 3216428"/>
              <a:gd name="connsiteY3" fmla="*/ 0 h 1126451"/>
              <a:gd name="connsiteX0" fmla="*/ 0 w 3192365"/>
              <a:gd name="connsiteY0" fmla="*/ 7514 h 1125412"/>
              <a:gd name="connsiteX1" fmla="*/ 811392 w 3192365"/>
              <a:gd name="connsiteY1" fmla="*/ 1125412 h 1125412"/>
              <a:gd name="connsiteX2" fmla="*/ 1837604 w 3192365"/>
              <a:gd name="connsiteY2" fmla="*/ 10832 h 1125412"/>
              <a:gd name="connsiteX3" fmla="*/ 3192365 w 3192365"/>
              <a:gd name="connsiteY3" fmla="*/ 0 h 1125412"/>
              <a:gd name="connsiteX0" fmla="*/ 0 w 3192365"/>
              <a:gd name="connsiteY0" fmla="*/ 158871 h 193929"/>
              <a:gd name="connsiteX1" fmla="*/ 642950 w 3192365"/>
              <a:gd name="connsiteY1" fmla="*/ 193927 h 193929"/>
              <a:gd name="connsiteX2" fmla="*/ 1837604 w 3192365"/>
              <a:gd name="connsiteY2" fmla="*/ 162189 h 193929"/>
              <a:gd name="connsiteX3" fmla="*/ 3192365 w 3192365"/>
              <a:gd name="connsiteY3" fmla="*/ 151357 h 193929"/>
              <a:gd name="connsiteX0" fmla="*/ 0 w 3192365"/>
              <a:gd name="connsiteY0" fmla="*/ 187180 h 206567"/>
              <a:gd name="connsiteX1" fmla="*/ 654981 w 3192365"/>
              <a:gd name="connsiteY1" fmla="*/ 186141 h 206567"/>
              <a:gd name="connsiteX2" fmla="*/ 1837604 w 3192365"/>
              <a:gd name="connsiteY2" fmla="*/ 190498 h 206567"/>
              <a:gd name="connsiteX3" fmla="*/ 3192365 w 3192365"/>
              <a:gd name="connsiteY3" fmla="*/ 179666 h 206567"/>
              <a:gd name="connsiteX0" fmla="*/ 0 w 3192365"/>
              <a:gd name="connsiteY0" fmla="*/ 7514 h 380778"/>
              <a:gd name="connsiteX1" fmla="*/ 654981 w 3192365"/>
              <a:gd name="connsiteY1" fmla="*/ 6475 h 380778"/>
              <a:gd name="connsiteX2" fmla="*/ 1837604 w 3192365"/>
              <a:gd name="connsiteY2" fmla="*/ 10832 h 380778"/>
              <a:gd name="connsiteX3" fmla="*/ 3192365 w 3192365"/>
              <a:gd name="connsiteY3" fmla="*/ 0 h 380778"/>
              <a:gd name="connsiteX0" fmla="*/ 0 w 3192365"/>
              <a:gd name="connsiteY0" fmla="*/ 7514 h 372010"/>
              <a:gd name="connsiteX1" fmla="*/ 654981 w 3192365"/>
              <a:gd name="connsiteY1" fmla="*/ 6475 h 372010"/>
              <a:gd name="connsiteX2" fmla="*/ 1195745 w 3192365"/>
              <a:gd name="connsiteY2" fmla="*/ 372009 h 372010"/>
              <a:gd name="connsiteX3" fmla="*/ 1837604 w 3192365"/>
              <a:gd name="connsiteY3" fmla="*/ 10832 h 372010"/>
              <a:gd name="connsiteX4" fmla="*/ 3192365 w 3192365"/>
              <a:gd name="connsiteY4" fmla="*/ 0 h 372010"/>
              <a:gd name="connsiteX0" fmla="*/ 0 w 3192365"/>
              <a:gd name="connsiteY0" fmla="*/ 7514 h 937494"/>
              <a:gd name="connsiteX1" fmla="*/ 654981 w 3192365"/>
              <a:gd name="connsiteY1" fmla="*/ 6475 h 937494"/>
              <a:gd name="connsiteX2" fmla="*/ 1219808 w 3192365"/>
              <a:gd name="connsiteY2" fmla="*/ 937494 h 937494"/>
              <a:gd name="connsiteX3" fmla="*/ 1837604 w 3192365"/>
              <a:gd name="connsiteY3" fmla="*/ 10832 h 937494"/>
              <a:gd name="connsiteX4" fmla="*/ 3192365 w 3192365"/>
              <a:gd name="connsiteY4" fmla="*/ 0 h 937494"/>
              <a:gd name="connsiteX0" fmla="*/ 0 w 3192365"/>
              <a:gd name="connsiteY0" fmla="*/ 7514 h 937494"/>
              <a:gd name="connsiteX1" fmla="*/ 654981 w 3192365"/>
              <a:gd name="connsiteY1" fmla="*/ 6475 h 937494"/>
              <a:gd name="connsiteX2" fmla="*/ 1219808 w 3192365"/>
              <a:gd name="connsiteY2" fmla="*/ 937494 h 937494"/>
              <a:gd name="connsiteX3" fmla="*/ 1837604 w 3192365"/>
              <a:gd name="connsiteY3" fmla="*/ 10832 h 937494"/>
              <a:gd name="connsiteX4" fmla="*/ 3192365 w 3192365"/>
              <a:gd name="connsiteY4" fmla="*/ 0 h 937494"/>
              <a:gd name="connsiteX0" fmla="*/ 0 w 3192365"/>
              <a:gd name="connsiteY0" fmla="*/ 7514 h 943059"/>
              <a:gd name="connsiteX1" fmla="*/ 654981 w 3192365"/>
              <a:gd name="connsiteY1" fmla="*/ 6475 h 943059"/>
              <a:gd name="connsiteX2" fmla="*/ 1219808 w 3192365"/>
              <a:gd name="connsiteY2" fmla="*/ 937494 h 943059"/>
              <a:gd name="connsiteX3" fmla="*/ 1801510 w 3192365"/>
              <a:gd name="connsiteY3" fmla="*/ 901169 h 943059"/>
              <a:gd name="connsiteX4" fmla="*/ 3192365 w 3192365"/>
              <a:gd name="connsiteY4" fmla="*/ 0 h 943059"/>
              <a:gd name="connsiteX0" fmla="*/ 0 w 3192365"/>
              <a:gd name="connsiteY0" fmla="*/ 7514 h 943059"/>
              <a:gd name="connsiteX1" fmla="*/ 654981 w 3192365"/>
              <a:gd name="connsiteY1" fmla="*/ 6475 h 943059"/>
              <a:gd name="connsiteX2" fmla="*/ 1219808 w 3192365"/>
              <a:gd name="connsiteY2" fmla="*/ 937494 h 943059"/>
              <a:gd name="connsiteX3" fmla="*/ 1801510 w 3192365"/>
              <a:gd name="connsiteY3" fmla="*/ 901169 h 943059"/>
              <a:gd name="connsiteX4" fmla="*/ 1989829 w 3192365"/>
              <a:gd name="connsiteY4" fmla="*/ 757019 h 943059"/>
              <a:gd name="connsiteX5" fmla="*/ 3192365 w 3192365"/>
              <a:gd name="connsiteY5" fmla="*/ 0 h 943059"/>
              <a:gd name="connsiteX0" fmla="*/ 0 w 3192365"/>
              <a:gd name="connsiteY0" fmla="*/ 7514 h 943059"/>
              <a:gd name="connsiteX1" fmla="*/ 654981 w 3192365"/>
              <a:gd name="connsiteY1" fmla="*/ 6475 h 943059"/>
              <a:gd name="connsiteX2" fmla="*/ 1219808 w 3192365"/>
              <a:gd name="connsiteY2" fmla="*/ 937494 h 943059"/>
              <a:gd name="connsiteX3" fmla="*/ 1801510 w 3192365"/>
              <a:gd name="connsiteY3" fmla="*/ 901169 h 943059"/>
              <a:gd name="connsiteX4" fmla="*/ 2471092 w 3192365"/>
              <a:gd name="connsiteY4" fmla="*/ 35124 h 943059"/>
              <a:gd name="connsiteX5" fmla="*/ 3192365 w 3192365"/>
              <a:gd name="connsiteY5" fmla="*/ 0 h 943059"/>
              <a:gd name="connsiteX0" fmla="*/ 0 w 3192365"/>
              <a:gd name="connsiteY0" fmla="*/ 7514 h 949095"/>
              <a:gd name="connsiteX1" fmla="*/ 654981 w 3192365"/>
              <a:gd name="connsiteY1" fmla="*/ 6475 h 949095"/>
              <a:gd name="connsiteX2" fmla="*/ 1219808 w 3192365"/>
              <a:gd name="connsiteY2" fmla="*/ 937494 h 949095"/>
              <a:gd name="connsiteX3" fmla="*/ 1945889 w 3192365"/>
              <a:gd name="connsiteY3" fmla="*/ 913201 h 949095"/>
              <a:gd name="connsiteX4" fmla="*/ 2471092 w 3192365"/>
              <a:gd name="connsiteY4" fmla="*/ 35124 h 949095"/>
              <a:gd name="connsiteX5" fmla="*/ 3192365 w 3192365"/>
              <a:gd name="connsiteY5" fmla="*/ 0 h 949095"/>
              <a:gd name="connsiteX0" fmla="*/ 0 w 3192365"/>
              <a:gd name="connsiteY0" fmla="*/ 7514 h 937510"/>
              <a:gd name="connsiteX1" fmla="*/ 654981 w 3192365"/>
              <a:gd name="connsiteY1" fmla="*/ 6475 h 937510"/>
              <a:gd name="connsiteX2" fmla="*/ 1219808 w 3192365"/>
              <a:gd name="connsiteY2" fmla="*/ 937494 h 937510"/>
              <a:gd name="connsiteX3" fmla="*/ 1945889 w 3192365"/>
              <a:gd name="connsiteY3" fmla="*/ 913201 h 937510"/>
              <a:gd name="connsiteX4" fmla="*/ 2471092 w 3192365"/>
              <a:gd name="connsiteY4" fmla="*/ 35124 h 937510"/>
              <a:gd name="connsiteX5" fmla="*/ 3192365 w 3192365"/>
              <a:gd name="connsiteY5" fmla="*/ 0 h 937510"/>
              <a:gd name="connsiteX0" fmla="*/ 0 w 3192365"/>
              <a:gd name="connsiteY0" fmla="*/ 7514 h 937494"/>
              <a:gd name="connsiteX1" fmla="*/ 654981 w 3192365"/>
              <a:gd name="connsiteY1" fmla="*/ 6475 h 937494"/>
              <a:gd name="connsiteX2" fmla="*/ 1219808 w 3192365"/>
              <a:gd name="connsiteY2" fmla="*/ 937494 h 937494"/>
              <a:gd name="connsiteX3" fmla="*/ 1945889 w 3192365"/>
              <a:gd name="connsiteY3" fmla="*/ 937264 h 937494"/>
              <a:gd name="connsiteX4" fmla="*/ 2471092 w 3192365"/>
              <a:gd name="connsiteY4" fmla="*/ 35124 h 937494"/>
              <a:gd name="connsiteX5" fmla="*/ 3192365 w 3192365"/>
              <a:gd name="connsiteY5" fmla="*/ 0 h 937494"/>
              <a:gd name="connsiteX0" fmla="*/ 0 w 3192365"/>
              <a:gd name="connsiteY0" fmla="*/ 7514 h 937494"/>
              <a:gd name="connsiteX1" fmla="*/ 654981 w 3192365"/>
              <a:gd name="connsiteY1" fmla="*/ 6475 h 937494"/>
              <a:gd name="connsiteX2" fmla="*/ 1219808 w 3192365"/>
              <a:gd name="connsiteY2" fmla="*/ 937494 h 937494"/>
              <a:gd name="connsiteX3" fmla="*/ 1945889 w 3192365"/>
              <a:gd name="connsiteY3" fmla="*/ 937264 h 937494"/>
              <a:gd name="connsiteX4" fmla="*/ 2471092 w 3192365"/>
              <a:gd name="connsiteY4" fmla="*/ 35124 h 937494"/>
              <a:gd name="connsiteX5" fmla="*/ 3192365 w 3192365"/>
              <a:gd name="connsiteY5" fmla="*/ 0 h 937494"/>
              <a:gd name="connsiteX0" fmla="*/ 0 w 3192365"/>
              <a:gd name="connsiteY0" fmla="*/ 7514 h 937494"/>
              <a:gd name="connsiteX1" fmla="*/ 654981 w 3192365"/>
              <a:gd name="connsiteY1" fmla="*/ 6475 h 937494"/>
              <a:gd name="connsiteX2" fmla="*/ 1219808 w 3192365"/>
              <a:gd name="connsiteY2" fmla="*/ 937494 h 937494"/>
              <a:gd name="connsiteX3" fmla="*/ 1945889 w 3192365"/>
              <a:gd name="connsiteY3" fmla="*/ 937264 h 937494"/>
              <a:gd name="connsiteX4" fmla="*/ 2471092 w 3192365"/>
              <a:gd name="connsiteY4" fmla="*/ 35124 h 937494"/>
              <a:gd name="connsiteX5" fmla="*/ 3192365 w 3192365"/>
              <a:gd name="connsiteY5" fmla="*/ 0 h 937494"/>
              <a:gd name="connsiteX0" fmla="*/ 0 w 2867512"/>
              <a:gd name="connsiteY0" fmla="*/ 1039 h 931019"/>
              <a:gd name="connsiteX1" fmla="*/ 654981 w 2867512"/>
              <a:gd name="connsiteY1" fmla="*/ 0 h 931019"/>
              <a:gd name="connsiteX2" fmla="*/ 1219808 w 2867512"/>
              <a:gd name="connsiteY2" fmla="*/ 931019 h 931019"/>
              <a:gd name="connsiteX3" fmla="*/ 1945889 w 2867512"/>
              <a:gd name="connsiteY3" fmla="*/ 930789 h 931019"/>
              <a:gd name="connsiteX4" fmla="*/ 2471092 w 2867512"/>
              <a:gd name="connsiteY4" fmla="*/ 28649 h 931019"/>
              <a:gd name="connsiteX5" fmla="*/ 2867512 w 2867512"/>
              <a:gd name="connsiteY5" fmla="*/ 17589 h 931019"/>
              <a:gd name="connsiteX0" fmla="*/ 0 w 2867512"/>
              <a:gd name="connsiteY0" fmla="*/ 1039 h 931019"/>
              <a:gd name="connsiteX1" fmla="*/ 654981 w 2867512"/>
              <a:gd name="connsiteY1" fmla="*/ 0 h 931019"/>
              <a:gd name="connsiteX2" fmla="*/ 1219808 w 2867512"/>
              <a:gd name="connsiteY2" fmla="*/ 931019 h 931019"/>
              <a:gd name="connsiteX3" fmla="*/ 1945889 w 2867512"/>
              <a:gd name="connsiteY3" fmla="*/ 930789 h 931019"/>
              <a:gd name="connsiteX4" fmla="*/ 2471092 w 2867512"/>
              <a:gd name="connsiteY4" fmla="*/ 28649 h 931019"/>
              <a:gd name="connsiteX5" fmla="*/ 2867512 w 2867512"/>
              <a:gd name="connsiteY5" fmla="*/ 17589 h 931019"/>
              <a:gd name="connsiteX0" fmla="*/ 0 w 2867512"/>
              <a:gd name="connsiteY0" fmla="*/ 1039 h 931019"/>
              <a:gd name="connsiteX1" fmla="*/ 414350 w 2867512"/>
              <a:gd name="connsiteY1" fmla="*/ 0 h 931019"/>
              <a:gd name="connsiteX2" fmla="*/ 1219808 w 2867512"/>
              <a:gd name="connsiteY2" fmla="*/ 931019 h 931019"/>
              <a:gd name="connsiteX3" fmla="*/ 1945889 w 2867512"/>
              <a:gd name="connsiteY3" fmla="*/ 930789 h 931019"/>
              <a:gd name="connsiteX4" fmla="*/ 2471092 w 2867512"/>
              <a:gd name="connsiteY4" fmla="*/ 28649 h 931019"/>
              <a:gd name="connsiteX5" fmla="*/ 2867512 w 2867512"/>
              <a:gd name="connsiteY5" fmla="*/ 17589 h 931019"/>
              <a:gd name="connsiteX0" fmla="*/ 0 w 2867512"/>
              <a:gd name="connsiteY0" fmla="*/ 1039 h 943051"/>
              <a:gd name="connsiteX1" fmla="*/ 414350 w 2867512"/>
              <a:gd name="connsiteY1" fmla="*/ 0 h 943051"/>
              <a:gd name="connsiteX2" fmla="*/ 979176 w 2867512"/>
              <a:gd name="connsiteY2" fmla="*/ 943051 h 943051"/>
              <a:gd name="connsiteX3" fmla="*/ 1945889 w 2867512"/>
              <a:gd name="connsiteY3" fmla="*/ 930789 h 943051"/>
              <a:gd name="connsiteX4" fmla="*/ 2471092 w 2867512"/>
              <a:gd name="connsiteY4" fmla="*/ 28649 h 943051"/>
              <a:gd name="connsiteX5" fmla="*/ 2867512 w 2867512"/>
              <a:gd name="connsiteY5" fmla="*/ 17589 h 943051"/>
              <a:gd name="connsiteX0" fmla="*/ 0 w 2867512"/>
              <a:gd name="connsiteY0" fmla="*/ 1039 h 966884"/>
              <a:gd name="connsiteX1" fmla="*/ 414350 w 2867512"/>
              <a:gd name="connsiteY1" fmla="*/ 0 h 966884"/>
              <a:gd name="connsiteX2" fmla="*/ 979176 w 2867512"/>
              <a:gd name="connsiteY2" fmla="*/ 943051 h 966884"/>
              <a:gd name="connsiteX3" fmla="*/ 1753383 w 2867512"/>
              <a:gd name="connsiteY3" fmla="*/ 966884 h 966884"/>
              <a:gd name="connsiteX4" fmla="*/ 2471092 w 2867512"/>
              <a:gd name="connsiteY4" fmla="*/ 28649 h 966884"/>
              <a:gd name="connsiteX5" fmla="*/ 2867512 w 2867512"/>
              <a:gd name="connsiteY5" fmla="*/ 17589 h 966884"/>
              <a:gd name="connsiteX0" fmla="*/ 0 w 2867512"/>
              <a:gd name="connsiteY0" fmla="*/ 1039 h 943051"/>
              <a:gd name="connsiteX1" fmla="*/ 414350 w 2867512"/>
              <a:gd name="connsiteY1" fmla="*/ 0 h 943051"/>
              <a:gd name="connsiteX2" fmla="*/ 979176 w 2867512"/>
              <a:gd name="connsiteY2" fmla="*/ 943051 h 943051"/>
              <a:gd name="connsiteX3" fmla="*/ 1693225 w 2867512"/>
              <a:gd name="connsiteY3" fmla="*/ 918758 h 943051"/>
              <a:gd name="connsiteX4" fmla="*/ 2471092 w 2867512"/>
              <a:gd name="connsiteY4" fmla="*/ 28649 h 943051"/>
              <a:gd name="connsiteX5" fmla="*/ 2867512 w 2867512"/>
              <a:gd name="connsiteY5" fmla="*/ 17589 h 943051"/>
              <a:gd name="connsiteX0" fmla="*/ 0 w 2867512"/>
              <a:gd name="connsiteY0" fmla="*/ 1039 h 954853"/>
              <a:gd name="connsiteX1" fmla="*/ 414350 w 2867512"/>
              <a:gd name="connsiteY1" fmla="*/ 0 h 954853"/>
              <a:gd name="connsiteX2" fmla="*/ 979176 w 2867512"/>
              <a:gd name="connsiteY2" fmla="*/ 943051 h 954853"/>
              <a:gd name="connsiteX3" fmla="*/ 1633067 w 2867512"/>
              <a:gd name="connsiteY3" fmla="*/ 954853 h 954853"/>
              <a:gd name="connsiteX4" fmla="*/ 2471092 w 2867512"/>
              <a:gd name="connsiteY4" fmla="*/ 28649 h 954853"/>
              <a:gd name="connsiteX5" fmla="*/ 2867512 w 2867512"/>
              <a:gd name="connsiteY5" fmla="*/ 17589 h 954853"/>
              <a:gd name="connsiteX0" fmla="*/ 0 w 2867512"/>
              <a:gd name="connsiteY0" fmla="*/ 1039 h 954853"/>
              <a:gd name="connsiteX1" fmla="*/ 414350 w 2867512"/>
              <a:gd name="connsiteY1" fmla="*/ 0 h 954853"/>
              <a:gd name="connsiteX2" fmla="*/ 979176 w 2867512"/>
              <a:gd name="connsiteY2" fmla="*/ 943051 h 954853"/>
              <a:gd name="connsiteX3" fmla="*/ 1633067 w 2867512"/>
              <a:gd name="connsiteY3" fmla="*/ 954853 h 954853"/>
              <a:gd name="connsiteX4" fmla="*/ 2158271 w 2867512"/>
              <a:gd name="connsiteY4" fmla="*/ 16617 h 954853"/>
              <a:gd name="connsiteX5" fmla="*/ 2867512 w 2867512"/>
              <a:gd name="connsiteY5" fmla="*/ 17589 h 954853"/>
              <a:gd name="connsiteX0" fmla="*/ 0 w 2771259"/>
              <a:gd name="connsiteY0" fmla="*/ 1039 h 954853"/>
              <a:gd name="connsiteX1" fmla="*/ 414350 w 2771259"/>
              <a:gd name="connsiteY1" fmla="*/ 0 h 954853"/>
              <a:gd name="connsiteX2" fmla="*/ 979176 w 2771259"/>
              <a:gd name="connsiteY2" fmla="*/ 943051 h 954853"/>
              <a:gd name="connsiteX3" fmla="*/ 1633067 w 2771259"/>
              <a:gd name="connsiteY3" fmla="*/ 954853 h 954853"/>
              <a:gd name="connsiteX4" fmla="*/ 2158271 w 2771259"/>
              <a:gd name="connsiteY4" fmla="*/ 16617 h 954853"/>
              <a:gd name="connsiteX5" fmla="*/ 2771259 w 2771259"/>
              <a:gd name="connsiteY5" fmla="*/ 17589 h 954853"/>
              <a:gd name="connsiteX0" fmla="*/ 0 w 2771259"/>
              <a:gd name="connsiteY0" fmla="*/ 1039 h 943051"/>
              <a:gd name="connsiteX1" fmla="*/ 414350 w 2771259"/>
              <a:gd name="connsiteY1" fmla="*/ 0 h 943051"/>
              <a:gd name="connsiteX2" fmla="*/ 979176 w 2771259"/>
              <a:gd name="connsiteY2" fmla="*/ 943051 h 943051"/>
              <a:gd name="connsiteX3" fmla="*/ 1609004 w 2771259"/>
              <a:gd name="connsiteY3" fmla="*/ 942822 h 943051"/>
              <a:gd name="connsiteX4" fmla="*/ 2158271 w 2771259"/>
              <a:gd name="connsiteY4" fmla="*/ 16617 h 943051"/>
              <a:gd name="connsiteX5" fmla="*/ 2771259 w 2771259"/>
              <a:gd name="connsiteY5" fmla="*/ 17589 h 943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71259" h="943051">
                <a:moveTo>
                  <a:pt x="0" y="1039"/>
                </a:moveTo>
                <a:lnTo>
                  <a:pt x="414350" y="0"/>
                </a:lnTo>
                <a:cubicBezTo>
                  <a:pt x="673799" y="397633"/>
                  <a:pt x="794103" y="557314"/>
                  <a:pt x="979176" y="943051"/>
                </a:cubicBezTo>
                <a:lnTo>
                  <a:pt x="1609004" y="942822"/>
                </a:lnTo>
                <a:lnTo>
                  <a:pt x="2158271" y="16617"/>
                </a:lnTo>
                <a:cubicBezTo>
                  <a:pt x="2374632" y="12930"/>
                  <a:pt x="2639119" y="21276"/>
                  <a:pt x="2771259" y="17589"/>
                </a:cubicBez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" name="给定6">
            <a:extLst>
              <a:ext uri="{FF2B5EF4-FFF2-40B4-BE49-F238E27FC236}">
                <a16:creationId xmlns:a16="http://schemas.microsoft.com/office/drawing/2014/main" id="{24213583-2422-47A1-A425-FF93C3E765B4}"/>
              </a:ext>
            </a:extLst>
          </p:cNvPr>
          <p:cNvCxnSpPr>
            <a:cxnSpLocks/>
            <a:stCxn id="11" idx="4"/>
          </p:cNvCxnSpPr>
          <p:nvPr/>
        </p:nvCxnSpPr>
        <p:spPr>
          <a:xfrm>
            <a:off x="10623883" y="1494502"/>
            <a:ext cx="0" cy="2304248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坐标轴6">
            <a:extLst>
              <a:ext uri="{FF2B5EF4-FFF2-40B4-BE49-F238E27FC236}">
                <a16:creationId xmlns:a16="http://schemas.microsoft.com/office/drawing/2014/main" id="{DEEC124D-385F-4642-1D3F-A1B7943C01C1}"/>
              </a:ext>
            </a:extLst>
          </p:cNvPr>
          <p:cNvGrpSpPr/>
          <p:nvPr/>
        </p:nvGrpSpPr>
        <p:grpSpPr>
          <a:xfrm>
            <a:off x="7915595" y="3303376"/>
            <a:ext cx="3787315" cy="1781808"/>
            <a:chOff x="7559" y="932888"/>
            <a:chExt cx="3787315" cy="1781808"/>
          </a:xfrm>
        </p:grpSpPr>
        <p:cxnSp>
          <p:nvCxnSpPr>
            <p:cNvPr id="30" name="x轴">
              <a:extLst>
                <a:ext uri="{FF2B5EF4-FFF2-40B4-BE49-F238E27FC236}">
                  <a16:creationId xmlns:a16="http://schemas.microsoft.com/office/drawing/2014/main" id="{549E2E04-3063-6844-6E28-C475E2B67E23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1854276"/>
              <a:ext cx="314926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y轴">
              <a:extLst>
                <a:ext uri="{FF2B5EF4-FFF2-40B4-BE49-F238E27FC236}">
                  <a16:creationId xmlns:a16="http://schemas.microsoft.com/office/drawing/2014/main" id="{9406EB54-D0CA-CA97-2101-02CB406EAD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932888"/>
              <a:ext cx="12116" cy="17818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labelt">
                  <a:extLst>
                    <a:ext uri="{FF2B5EF4-FFF2-40B4-BE49-F238E27FC236}">
                      <a16:creationId xmlns:a16="http://schemas.microsoft.com/office/drawing/2014/main" id="{BAC527B1-3210-3617-4010-9626C14D7891}"/>
                    </a:ext>
                  </a:extLst>
                </p:cNvPr>
                <p:cNvSpPr txBox="1"/>
                <p:nvPr/>
              </p:nvSpPr>
              <p:spPr>
                <a:xfrm>
                  <a:off x="3274173" y="1892133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2" name="labelt">
                  <a:extLst>
                    <a:ext uri="{FF2B5EF4-FFF2-40B4-BE49-F238E27FC236}">
                      <a16:creationId xmlns:a16="http://schemas.microsoft.com/office/drawing/2014/main" id="{BAC527B1-3210-3617-4010-9626C14D78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4173" y="1892133"/>
                  <a:ext cx="520701" cy="52469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label0">
                  <a:extLst>
                    <a:ext uri="{FF2B5EF4-FFF2-40B4-BE49-F238E27FC236}">
                      <a16:creationId xmlns:a16="http://schemas.microsoft.com/office/drawing/2014/main" id="{E77A6FBE-D6BA-5DF1-E9B2-7DF04245FBD3}"/>
                    </a:ext>
                  </a:extLst>
                </p:cNvPr>
                <p:cNvSpPr txBox="1"/>
                <p:nvPr/>
              </p:nvSpPr>
              <p:spPr>
                <a:xfrm>
                  <a:off x="7559" y="1629211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3" name="label0">
                  <a:extLst>
                    <a:ext uri="{FF2B5EF4-FFF2-40B4-BE49-F238E27FC236}">
                      <a16:creationId xmlns:a16="http://schemas.microsoft.com/office/drawing/2014/main" id="{E77A6FBE-D6BA-5DF1-E9B2-7DF04245FB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9" y="1629211"/>
                  <a:ext cx="229717" cy="523220"/>
                </a:xfrm>
                <a:prstGeom prst="rect">
                  <a:avLst/>
                </a:prstGeom>
                <a:blipFill>
                  <a:blip r:embed="rId11"/>
                  <a:stretch>
                    <a:fillRect l="-15789" r="-1315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响应6">
            <a:extLst>
              <a:ext uri="{FF2B5EF4-FFF2-40B4-BE49-F238E27FC236}">
                <a16:creationId xmlns:a16="http://schemas.microsoft.com/office/drawing/2014/main" id="{DB9DB7E4-06F8-C71B-74A4-0EE05E3349E6}"/>
              </a:ext>
            </a:extLst>
          </p:cNvPr>
          <p:cNvSpPr/>
          <p:nvPr/>
        </p:nvSpPr>
        <p:spPr>
          <a:xfrm>
            <a:off x="8466270" y="3798750"/>
            <a:ext cx="2625031" cy="878544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030147 w 2419257"/>
              <a:gd name="connsiteY4" fmla="*/ 116999 h 956164"/>
              <a:gd name="connsiteX5" fmla="*/ 2419257 w 2419257"/>
              <a:gd name="connsiteY5" fmla="*/ 345525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100485 w 2419257"/>
              <a:gd name="connsiteY4" fmla="*/ 316291 h 956164"/>
              <a:gd name="connsiteX5" fmla="*/ 2419257 w 2419257"/>
              <a:gd name="connsiteY5" fmla="*/ 345525 h 956164"/>
              <a:gd name="connsiteX0" fmla="*/ 0 w 2419257"/>
              <a:gd name="connsiteY0" fmla="*/ 958926 h 958926"/>
              <a:gd name="connsiteX1" fmla="*/ 254643 w 2419257"/>
              <a:gd name="connsiteY1" fmla="*/ 38738 h 958926"/>
              <a:gd name="connsiteX2" fmla="*/ 486137 w 2419257"/>
              <a:gd name="connsiteY2" fmla="*/ 183422 h 958926"/>
              <a:gd name="connsiteX3" fmla="*/ 694777 w 2419257"/>
              <a:gd name="connsiteY3" fmla="*/ 289671 h 958926"/>
              <a:gd name="connsiteX4" fmla="*/ 1100485 w 2419257"/>
              <a:gd name="connsiteY4" fmla="*/ 319053 h 958926"/>
              <a:gd name="connsiteX5" fmla="*/ 2419257 w 2419257"/>
              <a:gd name="connsiteY5" fmla="*/ 348287 h 958926"/>
              <a:gd name="connsiteX0" fmla="*/ 0 w 2419257"/>
              <a:gd name="connsiteY0" fmla="*/ 937913 h 937913"/>
              <a:gd name="connsiteX1" fmla="*/ 254643 w 2419257"/>
              <a:gd name="connsiteY1" fmla="*/ 17725 h 937913"/>
              <a:gd name="connsiteX2" fmla="*/ 462691 w 2419257"/>
              <a:gd name="connsiteY2" fmla="*/ 326532 h 937913"/>
              <a:gd name="connsiteX3" fmla="*/ 694777 w 2419257"/>
              <a:gd name="connsiteY3" fmla="*/ 268658 h 937913"/>
              <a:gd name="connsiteX4" fmla="*/ 1100485 w 2419257"/>
              <a:gd name="connsiteY4" fmla="*/ 298040 h 937913"/>
              <a:gd name="connsiteX5" fmla="*/ 2419257 w 2419257"/>
              <a:gd name="connsiteY5" fmla="*/ 327274 h 937913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00485 w 2419257"/>
              <a:gd name="connsiteY4" fmla="*/ 141969 h 781842"/>
              <a:gd name="connsiteX5" fmla="*/ 2419257 w 2419257"/>
              <a:gd name="connsiteY5" fmla="*/ 171203 h 781842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12208 w 2419257"/>
              <a:gd name="connsiteY4" fmla="*/ 177138 h 781842"/>
              <a:gd name="connsiteX5" fmla="*/ 2419257 w 2419257"/>
              <a:gd name="connsiteY5" fmla="*/ 171203 h 781842"/>
              <a:gd name="connsiteX0" fmla="*/ 0 w 2419257"/>
              <a:gd name="connsiteY0" fmla="*/ 793164 h 793164"/>
              <a:gd name="connsiteX1" fmla="*/ 266366 w 2419257"/>
              <a:gd name="connsiteY1" fmla="*/ 37099 h 793164"/>
              <a:gd name="connsiteX2" fmla="*/ 694777 w 2419257"/>
              <a:gd name="connsiteY2" fmla="*/ 123909 h 793164"/>
              <a:gd name="connsiteX3" fmla="*/ 1112208 w 2419257"/>
              <a:gd name="connsiteY3" fmla="*/ 188460 h 793164"/>
              <a:gd name="connsiteX4" fmla="*/ 2419257 w 2419257"/>
              <a:gd name="connsiteY4" fmla="*/ 182525 h 793164"/>
              <a:gd name="connsiteX0" fmla="*/ 0 w 2419257"/>
              <a:gd name="connsiteY0" fmla="*/ 669255 h 669255"/>
              <a:gd name="connsiteX1" fmla="*/ 694777 w 2419257"/>
              <a:gd name="connsiteY1" fmla="*/ 0 h 669255"/>
              <a:gd name="connsiteX2" fmla="*/ 1112208 w 2419257"/>
              <a:gd name="connsiteY2" fmla="*/ 64551 h 669255"/>
              <a:gd name="connsiteX3" fmla="*/ 2419257 w 2419257"/>
              <a:gd name="connsiteY3" fmla="*/ 58616 h 669255"/>
              <a:gd name="connsiteX0" fmla="*/ 0 w 2419257"/>
              <a:gd name="connsiteY0" fmla="*/ 704753 h 704753"/>
              <a:gd name="connsiteX1" fmla="*/ 694777 w 2419257"/>
              <a:gd name="connsiteY1" fmla="*/ 35498 h 704753"/>
              <a:gd name="connsiteX2" fmla="*/ 2419257 w 2419257"/>
              <a:gd name="connsiteY2" fmla="*/ 94114 h 704753"/>
              <a:gd name="connsiteX0" fmla="*/ 0 w 2161350"/>
              <a:gd name="connsiteY0" fmla="*/ 671343 h 916489"/>
              <a:gd name="connsiteX1" fmla="*/ 694777 w 2161350"/>
              <a:gd name="connsiteY1" fmla="*/ 2088 h 916489"/>
              <a:gd name="connsiteX2" fmla="*/ 2161350 w 2161350"/>
              <a:gd name="connsiteY2" fmla="*/ 916489 h 916489"/>
              <a:gd name="connsiteX0" fmla="*/ 0 w 2137904"/>
              <a:gd name="connsiteY0" fmla="*/ 79523 h 1074946"/>
              <a:gd name="connsiteX1" fmla="*/ 671331 w 2137904"/>
              <a:gd name="connsiteY1" fmla="*/ 160545 h 1074946"/>
              <a:gd name="connsiteX2" fmla="*/ 2137904 w 2137904"/>
              <a:gd name="connsiteY2" fmla="*/ 1074946 h 1074946"/>
              <a:gd name="connsiteX0" fmla="*/ 0 w 2137904"/>
              <a:gd name="connsiteY0" fmla="*/ 0 h 995423"/>
              <a:gd name="connsiteX1" fmla="*/ 671331 w 2137904"/>
              <a:gd name="connsiteY1" fmla="*/ 81022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49627"/>
              <a:gd name="connsiteY0" fmla="*/ 0 h 819577"/>
              <a:gd name="connsiteX1" fmla="*/ 1058193 w 2149627"/>
              <a:gd name="connsiteY1" fmla="*/ 45853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069916 w 2149627"/>
              <a:gd name="connsiteY1" fmla="*/ 209976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290304"/>
              <a:gd name="connsiteY0" fmla="*/ 0 h 889916"/>
              <a:gd name="connsiteX1" fmla="*/ 1245763 w 2290304"/>
              <a:gd name="connsiteY1" fmla="*/ 303761 h 889916"/>
              <a:gd name="connsiteX2" fmla="*/ 2290304 w 2290304"/>
              <a:gd name="connsiteY2" fmla="*/ 889916 h 889916"/>
              <a:gd name="connsiteX0" fmla="*/ 0 w 2302027"/>
              <a:gd name="connsiteY0" fmla="*/ 0 h 901639"/>
              <a:gd name="connsiteX1" fmla="*/ 1257486 w 2302027"/>
              <a:gd name="connsiteY1" fmla="*/ 315484 h 901639"/>
              <a:gd name="connsiteX2" fmla="*/ 2302027 w 2302027"/>
              <a:gd name="connsiteY2" fmla="*/ 901639 h 901639"/>
              <a:gd name="connsiteX0" fmla="*/ 0 w 2384089"/>
              <a:gd name="connsiteY0" fmla="*/ 0 h 901639"/>
              <a:gd name="connsiteX1" fmla="*/ 1339548 w 2384089"/>
              <a:gd name="connsiteY1" fmla="*/ 315484 h 901639"/>
              <a:gd name="connsiteX2" fmla="*/ 2384089 w 2384089"/>
              <a:gd name="connsiteY2" fmla="*/ 901639 h 901639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02735"/>
              <a:gd name="connsiteY0" fmla="*/ 399624 h 855786"/>
              <a:gd name="connsiteX1" fmla="*/ 1327825 w 2102735"/>
              <a:gd name="connsiteY1" fmla="*/ 0 h 855786"/>
              <a:gd name="connsiteX2" fmla="*/ 2102735 w 2102735"/>
              <a:gd name="connsiteY2" fmla="*/ 855786 h 855786"/>
              <a:gd name="connsiteX0" fmla="*/ 0 w 2102735"/>
              <a:gd name="connsiteY0" fmla="*/ 0 h 456162"/>
              <a:gd name="connsiteX1" fmla="*/ 1151978 w 2102735"/>
              <a:gd name="connsiteY1" fmla="*/ 22407 h 456162"/>
              <a:gd name="connsiteX2" fmla="*/ 2102735 w 2102735"/>
              <a:gd name="connsiteY2" fmla="*/ 456162 h 456162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692699 h 801122"/>
              <a:gd name="connsiteX1" fmla="*/ 1151978 w 1997227"/>
              <a:gd name="connsiteY1" fmla="*/ 715106 h 801122"/>
              <a:gd name="connsiteX2" fmla="*/ 1997227 w 1997227"/>
              <a:gd name="connsiteY2" fmla="*/ 0 h 801122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997227 w 1997227"/>
              <a:gd name="connsiteY2" fmla="*/ 0 h 715106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744435 w 1997227"/>
              <a:gd name="connsiteY2" fmla="*/ 163233 h 715106"/>
              <a:gd name="connsiteX3" fmla="*/ 1997227 w 1997227"/>
              <a:gd name="connsiteY3" fmla="*/ 0 h 715106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744435 w 2360643"/>
              <a:gd name="connsiteY2" fmla="*/ 350802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835455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712335"/>
              <a:gd name="connsiteY0" fmla="*/ 856822 h 879229"/>
              <a:gd name="connsiteX1" fmla="*/ 835455 w 2712335"/>
              <a:gd name="connsiteY1" fmla="*/ 879229 h 879229"/>
              <a:gd name="connsiteX2" fmla="*/ 1826497 w 2712335"/>
              <a:gd name="connsiteY2" fmla="*/ 92894 h 879229"/>
              <a:gd name="connsiteX3" fmla="*/ 2712335 w 2712335"/>
              <a:gd name="connsiteY3" fmla="*/ 0 h 879229"/>
              <a:gd name="connsiteX0" fmla="*/ 0 w 2712335"/>
              <a:gd name="connsiteY0" fmla="*/ 923911 h 946318"/>
              <a:gd name="connsiteX1" fmla="*/ 835455 w 2712335"/>
              <a:gd name="connsiteY1" fmla="*/ 946318 h 946318"/>
              <a:gd name="connsiteX2" fmla="*/ 1674097 w 2712335"/>
              <a:gd name="connsiteY2" fmla="*/ 42753 h 946318"/>
              <a:gd name="connsiteX3" fmla="*/ 2712335 w 2712335"/>
              <a:gd name="connsiteY3" fmla="*/ 67089 h 946318"/>
              <a:gd name="connsiteX0" fmla="*/ 0 w 2641996"/>
              <a:gd name="connsiteY0" fmla="*/ 974053 h 996460"/>
              <a:gd name="connsiteX1" fmla="*/ 835455 w 2641996"/>
              <a:gd name="connsiteY1" fmla="*/ 996460 h 996460"/>
              <a:gd name="connsiteX2" fmla="*/ 1674097 w 2641996"/>
              <a:gd name="connsiteY2" fmla="*/ 92895 h 996460"/>
              <a:gd name="connsiteX3" fmla="*/ 2641996 w 2641996"/>
              <a:gd name="connsiteY3" fmla="*/ 0 h 996460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1146647 h 1146647"/>
              <a:gd name="connsiteX1" fmla="*/ 835455 w 2641996"/>
              <a:gd name="connsiteY1" fmla="*/ 1145608 h 1146647"/>
              <a:gd name="connsiteX2" fmla="*/ 1861667 w 2641996"/>
              <a:gd name="connsiteY2" fmla="*/ 31028 h 1146647"/>
              <a:gd name="connsiteX3" fmla="*/ 2641996 w 2641996"/>
              <a:gd name="connsiteY3" fmla="*/ 149148 h 1146647"/>
              <a:gd name="connsiteX0" fmla="*/ 0 w 3181258"/>
              <a:gd name="connsiteY0" fmla="*/ 1175472 h 1175472"/>
              <a:gd name="connsiteX1" fmla="*/ 835455 w 3181258"/>
              <a:gd name="connsiteY1" fmla="*/ 1174433 h 1175472"/>
              <a:gd name="connsiteX2" fmla="*/ 1861667 w 3181258"/>
              <a:gd name="connsiteY2" fmla="*/ 59853 h 1175472"/>
              <a:gd name="connsiteX3" fmla="*/ 3181258 w 3181258"/>
              <a:gd name="connsiteY3" fmla="*/ 13850 h 1175472"/>
              <a:gd name="connsiteX0" fmla="*/ 0 w 3228150"/>
              <a:gd name="connsiteY0" fmla="*/ 1179811 h 1179811"/>
              <a:gd name="connsiteX1" fmla="*/ 835455 w 3228150"/>
              <a:gd name="connsiteY1" fmla="*/ 1178772 h 1179811"/>
              <a:gd name="connsiteX2" fmla="*/ 1861667 w 3228150"/>
              <a:gd name="connsiteY2" fmla="*/ 64192 h 1179811"/>
              <a:gd name="connsiteX3" fmla="*/ 3228150 w 3228150"/>
              <a:gd name="connsiteY3" fmla="*/ 6466 h 1179811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39874"/>
              <a:gd name="connsiteY0" fmla="*/ 1168398 h 1168398"/>
              <a:gd name="connsiteX1" fmla="*/ 835455 w 3239874"/>
              <a:gd name="connsiteY1" fmla="*/ 1167359 h 1168398"/>
              <a:gd name="connsiteX2" fmla="*/ 1861667 w 3239874"/>
              <a:gd name="connsiteY2" fmla="*/ 52779 h 1168398"/>
              <a:gd name="connsiteX3" fmla="*/ 3239874 w 3239874"/>
              <a:gd name="connsiteY3" fmla="*/ 30223 h 1168398"/>
              <a:gd name="connsiteX0" fmla="*/ 0 w 3239874"/>
              <a:gd name="connsiteY0" fmla="*/ 1171159 h 1171159"/>
              <a:gd name="connsiteX1" fmla="*/ 835455 w 3239874"/>
              <a:gd name="connsiteY1" fmla="*/ 1170120 h 1171159"/>
              <a:gd name="connsiteX2" fmla="*/ 1861667 w 3239874"/>
              <a:gd name="connsiteY2" fmla="*/ 55540 h 1171159"/>
              <a:gd name="connsiteX3" fmla="*/ 3239874 w 3239874"/>
              <a:gd name="connsiteY3" fmla="*/ 32984 h 1171159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04705"/>
              <a:gd name="connsiteY0" fmla="*/ 1115619 h 1115619"/>
              <a:gd name="connsiteX1" fmla="*/ 835455 w 3204705"/>
              <a:gd name="connsiteY1" fmla="*/ 1114580 h 1115619"/>
              <a:gd name="connsiteX2" fmla="*/ 1861667 w 3204705"/>
              <a:gd name="connsiteY2" fmla="*/ 0 h 1115619"/>
              <a:gd name="connsiteX3" fmla="*/ 3204705 w 3204705"/>
              <a:gd name="connsiteY3" fmla="*/ 12614 h 1115619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1861667 w 3216428"/>
              <a:gd name="connsiteY2" fmla="*/ 10832 h 1126451"/>
              <a:gd name="connsiteX3" fmla="*/ 3216428 w 3216428"/>
              <a:gd name="connsiteY3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1374716 w 3216428"/>
              <a:gd name="connsiteY1" fmla="*/ 398582 h 1126451"/>
              <a:gd name="connsiteX2" fmla="*/ 3216428 w 3216428"/>
              <a:gd name="connsiteY2" fmla="*/ 0 h 1126451"/>
              <a:gd name="connsiteX0" fmla="*/ 0 w 2923351"/>
              <a:gd name="connsiteY0" fmla="*/ 727883 h 740896"/>
              <a:gd name="connsiteX1" fmla="*/ 1374716 w 2923351"/>
              <a:gd name="connsiteY1" fmla="*/ 14 h 740896"/>
              <a:gd name="connsiteX2" fmla="*/ 2923351 w 2923351"/>
              <a:gd name="connsiteY2" fmla="*/ 703401 h 740896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  <a:gd name="connsiteX0" fmla="*/ 0 w 2649094"/>
              <a:gd name="connsiteY0" fmla="*/ 1128878 h 1128878"/>
              <a:gd name="connsiteX1" fmla="*/ 1374716 w 2649094"/>
              <a:gd name="connsiteY1" fmla="*/ 401009 h 1128878"/>
              <a:gd name="connsiteX2" fmla="*/ 2649094 w 2649094"/>
              <a:gd name="connsiteY2" fmla="*/ 20937 h 1128878"/>
              <a:gd name="connsiteX0" fmla="*/ 0 w 2649094"/>
              <a:gd name="connsiteY0" fmla="*/ 1139787 h 1139787"/>
              <a:gd name="connsiteX1" fmla="*/ 1326590 w 2649094"/>
              <a:gd name="connsiteY1" fmla="*/ 207381 h 1139787"/>
              <a:gd name="connsiteX2" fmla="*/ 2649094 w 2649094"/>
              <a:gd name="connsiteY2" fmla="*/ 31846 h 1139787"/>
              <a:gd name="connsiteX0" fmla="*/ 0 w 2649094"/>
              <a:gd name="connsiteY0" fmla="*/ 1293148 h 1293148"/>
              <a:gd name="connsiteX1" fmla="*/ 1326590 w 2649094"/>
              <a:gd name="connsiteY1" fmla="*/ 360742 h 1293148"/>
              <a:gd name="connsiteX2" fmla="*/ 2649094 w 2649094"/>
              <a:gd name="connsiteY2" fmla="*/ 185207 h 1293148"/>
              <a:gd name="connsiteX0" fmla="*/ 0 w 2649094"/>
              <a:gd name="connsiteY0" fmla="*/ 1293148 h 1293148"/>
              <a:gd name="connsiteX1" fmla="*/ 1326590 w 2649094"/>
              <a:gd name="connsiteY1" fmla="*/ 360742 h 1293148"/>
              <a:gd name="connsiteX2" fmla="*/ 2649094 w 2649094"/>
              <a:gd name="connsiteY2" fmla="*/ 185207 h 1293148"/>
              <a:gd name="connsiteX0" fmla="*/ 0 w 2649094"/>
              <a:gd name="connsiteY0" fmla="*/ 1107941 h 1107941"/>
              <a:gd name="connsiteX1" fmla="*/ 2649094 w 2649094"/>
              <a:gd name="connsiteY1" fmla="*/ 0 h 1107941"/>
              <a:gd name="connsiteX0" fmla="*/ 0 w 2649094"/>
              <a:gd name="connsiteY0" fmla="*/ 1107941 h 1107941"/>
              <a:gd name="connsiteX1" fmla="*/ 2649094 w 2649094"/>
              <a:gd name="connsiteY1" fmla="*/ 0 h 1107941"/>
              <a:gd name="connsiteX0" fmla="*/ 0 w 2625031"/>
              <a:gd name="connsiteY0" fmla="*/ 578551 h 578551"/>
              <a:gd name="connsiteX1" fmla="*/ 2625031 w 2625031"/>
              <a:gd name="connsiteY1" fmla="*/ 0 h 578551"/>
              <a:gd name="connsiteX0" fmla="*/ 0 w 2625031"/>
              <a:gd name="connsiteY0" fmla="*/ 578551 h 775128"/>
              <a:gd name="connsiteX1" fmla="*/ 2625031 w 2625031"/>
              <a:gd name="connsiteY1" fmla="*/ 0 h 775128"/>
              <a:gd name="connsiteX0" fmla="*/ 0 w 2625031"/>
              <a:gd name="connsiteY0" fmla="*/ 696540 h 810048"/>
              <a:gd name="connsiteX1" fmla="*/ 2625031 w 2625031"/>
              <a:gd name="connsiteY1" fmla="*/ 117989 h 810048"/>
              <a:gd name="connsiteX0" fmla="*/ 0 w 2625031"/>
              <a:gd name="connsiteY0" fmla="*/ 753137 h 858314"/>
              <a:gd name="connsiteX1" fmla="*/ 2625031 w 2625031"/>
              <a:gd name="connsiteY1" fmla="*/ 174586 h 858314"/>
              <a:gd name="connsiteX0" fmla="*/ 0 w 2625031"/>
              <a:gd name="connsiteY0" fmla="*/ 743423 h 894062"/>
              <a:gd name="connsiteX1" fmla="*/ 2625031 w 2625031"/>
              <a:gd name="connsiteY1" fmla="*/ 164872 h 894062"/>
              <a:gd name="connsiteX0" fmla="*/ 0 w 2625031"/>
              <a:gd name="connsiteY0" fmla="*/ 747343 h 878544"/>
              <a:gd name="connsiteX1" fmla="*/ 2625031 w 2625031"/>
              <a:gd name="connsiteY1" fmla="*/ 168792 h 878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25031" h="878544">
                <a:moveTo>
                  <a:pt x="0" y="747343"/>
                </a:moveTo>
                <a:cubicBezTo>
                  <a:pt x="907094" y="1388681"/>
                  <a:pt x="1742000" y="-568799"/>
                  <a:pt x="2625031" y="168792"/>
                </a:cubicBez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5" name="给定6">
            <a:extLst>
              <a:ext uri="{FF2B5EF4-FFF2-40B4-BE49-F238E27FC236}">
                <a16:creationId xmlns:a16="http://schemas.microsoft.com/office/drawing/2014/main" id="{A6405F48-59F0-1FB0-38C5-02AD8E6F00C3}"/>
              </a:ext>
            </a:extLst>
          </p:cNvPr>
          <p:cNvCxnSpPr>
            <a:cxnSpLocks/>
          </p:cNvCxnSpPr>
          <p:nvPr/>
        </p:nvCxnSpPr>
        <p:spPr>
          <a:xfrm>
            <a:off x="10074616" y="1518980"/>
            <a:ext cx="0" cy="2480719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labelt">
                <a:extLst>
                  <a:ext uri="{FF2B5EF4-FFF2-40B4-BE49-F238E27FC236}">
                    <a16:creationId xmlns:a16="http://schemas.microsoft.com/office/drawing/2014/main" id="{CB30B1A0-9212-208D-3A2A-58D62232F180}"/>
                  </a:ext>
                </a:extLst>
              </p:cNvPr>
              <p:cNvSpPr txBox="1"/>
              <p:nvPr/>
            </p:nvSpPr>
            <p:spPr>
              <a:xfrm>
                <a:off x="6943252" y="877567"/>
                <a:ext cx="15189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dB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36" name="labelt">
                <a:extLst>
                  <a:ext uri="{FF2B5EF4-FFF2-40B4-BE49-F238E27FC236}">
                    <a16:creationId xmlns:a16="http://schemas.microsoft.com/office/drawing/2014/main" id="{CB30B1A0-9212-208D-3A2A-58D62232F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252" y="877567"/>
                <a:ext cx="1518921" cy="523220"/>
              </a:xfrm>
              <a:prstGeom prst="rect">
                <a:avLst/>
              </a:prstGeom>
              <a:blipFill>
                <a:blip r:embed="rId12"/>
                <a:stretch>
                  <a:fillRect l="-1653" t="-14286" r="-826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labelt">
                <a:extLst>
                  <a:ext uri="{FF2B5EF4-FFF2-40B4-BE49-F238E27FC236}">
                    <a16:creationId xmlns:a16="http://schemas.microsoft.com/office/drawing/2014/main" id="{5108F388-7204-CA70-89DC-7F98DD9F978F}"/>
                  </a:ext>
                </a:extLst>
              </p:cNvPr>
              <p:cNvSpPr txBox="1"/>
              <p:nvPr/>
            </p:nvSpPr>
            <p:spPr>
              <a:xfrm>
                <a:off x="8362609" y="414236"/>
                <a:ext cx="1034705" cy="974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7" name="labelt">
                <a:extLst>
                  <a:ext uri="{FF2B5EF4-FFF2-40B4-BE49-F238E27FC236}">
                    <a16:creationId xmlns:a16="http://schemas.microsoft.com/office/drawing/2014/main" id="{5108F388-7204-CA70-89DC-7F98DD9F97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2609" y="414236"/>
                <a:ext cx="1034705" cy="974562"/>
              </a:xfrm>
              <a:prstGeom prst="rect">
                <a:avLst/>
              </a:prstGeom>
              <a:blipFill>
                <a:blip r:embed="rId13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给定6">
            <a:extLst>
              <a:ext uri="{FF2B5EF4-FFF2-40B4-BE49-F238E27FC236}">
                <a16:creationId xmlns:a16="http://schemas.microsoft.com/office/drawing/2014/main" id="{CB2EC6E2-24A5-AB87-3DED-177F4845A522}"/>
              </a:ext>
            </a:extLst>
          </p:cNvPr>
          <p:cNvCxnSpPr>
            <a:cxnSpLocks/>
          </p:cNvCxnSpPr>
          <p:nvPr/>
        </p:nvCxnSpPr>
        <p:spPr>
          <a:xfrm flipV="1">
            <a:off x="9778785" y="1518980"/>
            <a:ext cx="0" cy="2735598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labelt">
                <a:extLst>
                  <a:ext uri="{FF2B5EF4-FFF2-40B4-BE49-F238E27FC236}">
                    <a16:creationId xmlns:a16="http://schemas.microsoft.com/office/drawing/2014/main" id="{2B816E99-E912-5613-A948-1B8E4BECA955}"/>
                  </a:ext>
                </a:extLst>
              </p:cNvPr>
              <p:cNvSpPr txBox="1"/>
              <p:nvPr/>
            </p:nvSpPr>
            <p:spPr>
              <a:xfrm>
                <a:off x="10690908" y="1692974"/>
                <a:ext cx="1034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7" name="labelt">
                <a:extLst>
                  <a:ext uri="{FF2B5EF4-FFF2-40B4-BE49-F238E27FC236}">
                    <a16:creationId xmlns:a16="http://schemas.microsoft.com/office/drawing/2014/main" id="{2B816E99-E912-5613-A948-1B8E4BECA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0908" y="1692974"/>
                <a:ext cx="1034705" cy="523220"/>
              </a:xfrm>
              <a:prstGeom prst="rect">
                <a:avLst/>
              </a:prstGeom>
              <a:blipFill>
                <a:blip r:embed="rId14"/>
                <a:stretch>
                  <a:fillRect l="-2410" r="-3012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给定6">
            <a:extLst>
              <a:ext uri="{FF2B5EF4-FFF2-40B4-BE49-F238E27FC236}">
                <a16:creationId xmlns:a16="http://schemas.microsoft.com/office/drawing/2014/main" id="{54E835F9-552A-BAAD-553F-D63F46241883}"/>
              </a:ext>
            </a:extLst>
          </p:cNvPr>
          <p:cNvCxnSpPr>
            <a:cxnSpLocks/>
          </p:cNvCxnSpPr>
          <p:nvPr/>
        </p:nvCxnSpPr>
        <p:spPr>
          <a:xfrm>
            <a:off x="9444788" y="1518980"/>
            <a:ext cx="0" cy="2842480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labelt">
                <a:extLst>
                  <a:ext uri="{FF2B5EF4-FFF2-40B4-BE49-F238E27FC236}">
                    <a16:creationId xmlns:a16="http://schemas.microsoft.com/office/drawing/2014/main" id="{94D41EF4-F98A-7B1E-FED1-E39881B97A8A}"/>
                  </a:ext>
                </a:extLst>
              </p:cNvPr>
              <p:cNvSpPr txBox="1"/>
              <p:nvPr/>
            </p:nvSpPr>
            <p:spPr>
              <a:xfrm>
                <a:off x="7300533" y="3283830"/>
                <a:ext cx="9620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70" name="labelt">
                <a:extLst>
                  <a:ext uri="{FF2B5EF4-FFF2-40B4-BE49-F238E27FC236}">
                    <a16:creationId xmlns:a16="http://schemas.microsoft.com/office/drawing/2014/main" id="{94D41EF4-F98A-7B1E-FED1-E39881B97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533" y="3283830"/>
                <a:ext cx="962009" cy="523220"/>
              </a:xfrm>
              <a:prstGeom prst="rect">
                <a:avLst/>
              </a:prstGeom>
              <a:blipFill>
                <a:blip r:embed="rId15"/>
                <a:stretch>
                  <a:fillRect l="-7895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给定6">
            <a:extLst>
              <a:ext uri="{FF2B5EF4-FFF2-40B4-BE49-F238E27FC236}">
                <a16:creationId xmlns:a16="http://schemas.microsoft.com/office/drawing/2014/main" id="{181DBDAE-AFD9-C892-7F24-396A5BAEDC00}"/>
              </a:ext>
            </a:extLst>
          </p:cNvPr>
          <p:cNvCxnSpPr>
            <a:cxnSpLocks/>
          </p:cNvCxnSpPr>
          <p:nvPr/>
        </p:nvCxnSpPr>
        <p:spPr>
          <a:xfrm>
            <a:off x="10074616" y="2420707"/>
            <a:ext cx="1682956" cy="0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本框 98">
            <a:extLst>
              <a:ext uri="{FF2B5EF4-FFF2-40B4-BE49-F238E27FC236}">
                <a16:creationId xmlns:a16="http://schemas.microsoft.com/office/drawing/2014/main" id="{42B618D1-84B5-665B-6283-A622BCF2237D}"/>
              </a:ext>
            </a:extLst>
          </p:cNvPr>
          <p:cNvSpPr txBox="1"/>
          <p:nvPr/>
        </p:nvSpPr>
        <p:spPr>
          <a:xfrm>
            <a:off x="1628524" y="2965329"/>
            <a:ext cx="1670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滞后部分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07A0B8B-40B9-2153-6957-A4D45B451B65}"/>
                  </a:ext>
                </a:extLst>
              </p:cNvPr>
              <p:cNvSpPr txBox="1"/>
              <p:nvPr/>
            </p:nvSpPr>
            <p:spPr>
              <a:xfrm>
                <a:off x="-23392" y="1270106"/>
                <a:ext cx="5055851" cy="115692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kumimoji="1"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f>
                            <m:f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den>
                          </m:f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07A0B8B-40B9-2153-6957-A4D45B451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392" y="1270106"/>
                <a:ext cx="5055851" cy="1156920"/>
              </a:xfrm>
              <a:prstGeom prst="rect">
                <a:avLst/>
              </a:prstGeom>
              <a:blipFill>
                <a:blip r:embed="rId16"/>
                <a:stretch>
                  <a:fillRect t="-1075" b="-53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左大括号 12">
            <a:extLst>
              <a:ext uri="{FF2B5EF4-FFF2-40B4-BE49-F238E27FC236}">
                <a16:creationId xmlns:a16="http://schemas.microsoft.com/office/drawing/2014/main" id="{975E609D-E1BC-D909-2D1E-95BC51E79646}"/>
              </a:ext>
            </a:extLst>
          </p:cNvPr>
          <p:cNvSpPr/>
          <p:nvPr/>
        </p:nvSpPr>
        <p:spPr>
          <a:xfrm rot="16200000">
            <a:off x="2308194" y="2060919"/>
            <a:ext cx="392677" cy="1256633"/>
          </a:xfrm>
          <a:prstGeom prst="leftBrac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左大括号 13">
            <a:extLst>
              <a:ext uri="{FF2B5EF4-FFF2-40B4-BE49-F238E27FC236}">
                <a16:creationId xmlns:a16="http://schemas.microsoft.com/office/drawing/2014/main" id="{18301DAF-B556-44F9-C709-6569D1672908}"/>
              </a:ext>
            </a:extLst>
          </p:cNvPr>
          <p:cNvSpPr/>
          <p:nvPr/>
        </p:nvSpPr>
        <p:spPr>
          <a:xfrm rot="16200000">
            <a:off x="3730765" y="2064581"/>
            <a:ext cx="392677" cy="1256633"/>
          </a:xfrm>
          <a:prstGeom prst="leftBrac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74F6E7F-1640-2049-6309-494A598E9232}"/>
              </a:ext>
            </a:extLst>
          </p:cNvPr>
          <p:cNvSpPr txBox="1"/>
          <p:nvPr/>
        </p:nvSpPr>
        <p:spPr>
          <a:xfrm>
            <a:off x="3243687" y="2958198"/>
            <a:ext cx="16702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超前部分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DC37A4A-7840-88FD-A83F-D37051984394}"/>
                  </a:ext>
                </a:extLst>
              </p:cNvPr>
              <p:cNvSpPr txBox="1"/>
              <p:nvPr/>
            </p:nvSpPr>
            <p:spPr>
              <a:xfrm>
                <a:off x="4907044" y="1590350"/>
                <a:ext cx="123178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&gt;1</m:t>
                          </m:r>
                        </m:e>
                      </m:d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4DC37A4A-7840-88FD-A83F-D370519843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7044" y="1590350"/>
                <a:ext cx="1231781" cy="430887"/>
              </a:xfrm>
              <a:prstGeom prst="rect">
                <a:avLst/>
              </a:prstGeom>
              <a:blipFill>
                <a:blip r:embed="rId17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重要1">
            <a:extLst>
              <a:ext uri="{FF2B5EF4-FFF2-40B4-BE49-F238E27FC236}">
                <a16:creationId xmlns:a16="http://schemas.microsoft.com/office/drawing/2014/main" id="{D953E358-8C1B-F3FD-A393-321A80B67275}"/>
              </a:ext>
            </a:extLst>
          </p:cNvPr>
          <p:cNvSpPr txBox="1"/>
          <p:nvPr/>
        </p:nvSpPr>
        <p:spPr>
          <a:xfrm>
            <a:off x="318950" y="3647964"/>
            <a:ext cx="3960440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</a:rPr>
              <a:t>滞后</a:t>
            </a:r>
            <a:r>
              <a:rPr kumimoji="1" lang="en-US" altLang="zh-CN" sz="3200" b="1" dirty="0">
                <a:solidFill>
                  <a:schemeClr val="bg1"/>
                </a:solidFill>
              </a:rPr>
              <a:t>-</a:t>
            </a:r>
            <a:r>
              <a:rPr kumimoji="1" lang="zh-CN" altLang="en-US" sz="3200" b="1" dirty="0">
                <a:solidFill>
                  <a:schemeClr val="bg1"/>
                </a:solidFill>
              </a:rPr>
              <a:t>超前网络特点</a:t>
            </a:r>
          </a:p>
        </p:txBody>
      </p:sp>
      <p:sp>
        <p:nvSpPr>
          <p:cNvPr id="18" name="小标题1">
            <a:extLst>
              <a:ext uri="{FF2B5EF4-FFF2-40B4-BE49-F238E27FC236}">
                <a16:creationId xmlns:a16="http://schemas.microsoft.com/office/drawing/2014/main" id="{BAE0EA33-0977-82A3-7F57-82C034EDDF2D}"/>
              </a:ext>
            </a:extLst>
          </p:cNvPr>
          <p:cNvSpPr/>
          <p:nvPr/>
        </p:nvSpPr>
        <p:spPr bwMode="auto">
          <a:xfrm>
            <a:off x="4620681" y="3642338"/>
            <a:ext cx="2150043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幅值衰减</a:t>
            </a:r>
          </a:p>
        </p:txBody>
      </p:sp>
      <p:sp>
        <p:nvSpPr>
          <p:cNvPr id="19" name="小标题1">
            <a:extLst>
              <a:ext uri="{FF2B5EF4-FFF2-40B4-BE49-F238E27FC236}">
                <a16:creationId xmlns:a16="http://schemas.microsoft.com/office/drawing/2014/main" id="{A4F79A6D-BB0E-4966-B75D-75A55FD029A1}"/>
              </a:ext>
            </a:extLst>
          </p:cNvPr>
          <p:cNvSpPr/>
          <p:nvPr/>
        </p:nvSpPr>
        <p:spPr bwMode="auto">
          <a:xfrm>
            <a:off x="4629469" y="4361460"/>
            <a:ext cx="2150043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相角超前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57A386F-2D79-9BA1-EE57-A103CBEB6F5D}"/>
                  </a:ext>
                </a:extLst>
              </p:cNvPr>
              <p:cNvSpPr txBox="1"/>
              <p:nvPr/>
            </p:nvSpPr>
            <p:spPr>
              <a:xfrm>
                <a:off x="318950" y="5326284"/>
                <a:ext cx="7744396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若高频与低频部分衰减因子分别为 </a:t>
                </a:r>
                <a14:m>
                  <m:oMath xmlns:m="http://schemas.openxmlformats.org/officeDocument/2006/math">
                    <m:r>
                      <a:rPr lang="el-GR" altLang="zh-CN" sz="280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l-GR" altLang="zh-CN" sz="2800" i="1" dirty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zh-CN" altLang="el-GR" sz="2800" dirty="0"/>
                  <a:t>，</a:t>
                </a:r>
                <a14:m>
                  <m:oMath xmlns:m="http://schemas.openxmlformats.org/officeDocument/2006/math">
                    <m:r>
                      <a:rPr lang="el-GR" altLang="zh-CN" sz="2800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l-GR" altLang="zh-CN" sz="2800" i="1" dirty="0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zh-CN" altLang="el-GR" sz="2800" dirty="0"/>
                  <a:t>，</a:t>
                </a:r>
                <a:r>
                  <a:rPr lang="zh-CN" altLang="en-US" sz="2800" dirty="0"/>
                  <a:t>则高频部分幅值为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" altLang="zh-CN" sz="2800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zh-CN" altLang="en-US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altLang="zh-CN" sz="2800" i="1" dirty="0" err="1" smtClean="0">
                        <a:latin typeface="Cambria Math" panose="02040503050406030204" pitchFamily="18" charset="0"/>
                      </a:rPr>
                      <m:t>𝛼𝛽</m:t>
                    </m:r>
                  </m:oMath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757A386F-2D79-9BA1-EE57-A103CBEB6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950" y="5326284"/>
                <a:ext cx="7744396" cy="954107"/>
              </a:xfrm>
              <a:prstGeom prst="rect">
                <a:avLst/>
              </a:prstGeom>
              <a:blipFill>
                <a:blip r:embed="rId18"/>
                <a:stretch>
                  <a:fillRect l="-1634" t="-7895" r="-6046" b="-17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给定6">
            <a:extLst>
              <a:ext uri="{FF2B5EF4-FFF2-40B4-BE49-F238E27FC236}">
                <a16:creationId xmlns:a16="http://schemas.microsoft.com/office/drawing/2014/main" id="{103560AF-9202-6731-A362-FACE0942F298}"/>
              </a:ext>
            </a:extLst>
          </p:cNvPr>
          <p:cNvCxnSpPr>
            <a:cxnSpLocks/>
            <a:stCxn id="11" idx="1"/>
          </p:cNvCxnSpPr>
          <p:nvPr/>
        </p:nvCxnSpPr>
        <p:spPr>
          <a:xfrm>
            <a:off x="8879962" y="1477885"/>
            <a:ext cx="0" cy="3175854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labelt">
                <a:extLst>
                  <a:ext uri="{FF2B5EF4-FFF2-40B4-BE49-F238E27FC236}">
                    <a16:creationId xmlns:a16="http://schemas.microsoft.com/office/drawing/2014/main" id="{C1248E86-AA53-604F-518C-03C181A5747B}"/>
                  </a:ext>
                </a:extLst>
              </p:cNvPr>
              <p:cNvSpPr txBox="1"/>
              <p:nvPr/>
            </p:nvSpPr>
            <p:spPr>
              <a:xfrm>
                <a:off x="9149703" y="414236"/>
                <a:ext cx="731827" cy="974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9" name="labelt">
                <a:extLst>
                  <a:ext uri="{FF2B5EF4-FFF2-40B4-BE49-F238E27FC236}">
                    <a16:creationId xmlns:a16="http://schemas.microsoft.com/office/drawing/2014/main" id="{C1248E86-AA53-604F-518C-03C181A57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9703" y="414236"/>
                <a:ext cx="731827" cy="974562"/>
              </a:xfrm>
              <a:prstGeom prst="rect">
                <a:avLst/>
              </a:prstGeom>
              <a:blipFill>
                <a:blip r:embed="rId19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labelt">
                <a:extLst>
                  <a:ext uri="{FF2B5EF4-FFF2-40B4-BE49-F238E27FC236}">
                    <a16:creationId xmlns:a16="http://schemas.microsoft.com/office/drawing/2014/main" id="{5CD6BE58-D9E5-7C7B-9D16-C698DD1E42A0}"/>
                  </a:ext>
                </a:extLst>
              </p:cNvPr>
              <p:cNvSpPr txBox="1"/>
              <p:nvPr/>
            </p:nvSpPr>
            <p:spPr>
              <a:xfrm>
                <a:off x="9750271" y="433164"/>
                <a:ext cx="731827" cy="9745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0" name="labelt">
                <a:extLst>
                  <a:ext uri="{FF2B5EF4-FFF2-40B4-BE49-F238E27FC236}">
                    <a16:creationId xmlns:a16="http://schemas.microsoft.com/office/drawing/2014/main" id="{5CD6BE58-D9E5-7C7B-9D16-C698DD1E4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0271" y="433164"/>
                <a:ext cx="731827" cy="974562"/>
              </a:xfrm>
              <a:prstGeom prst="rect">
                <a:avLst/>
              </a:prstGeom>
              <a:blipFill>
                <a:blip r:embed="rId20"/>
                <a:stretch>
                  <a:fillRect b="-38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labelt">
                <a:extLst>
                  <a:ext uri="{FF2B5EF4-FFF2-40B4-BE49-F238E27FC236}">
                    <a16:creationId xmlns:a16="http://schemas.microsoft.com/office/drawing/2014/main" id="{6C2795AF-7677-09B2-30A9-109D4C0FCC19}"/>
                  </a:ext>
                </a:extLst>
              </p:cNvPr>
              <p:cNvSpPr txBox="1"/>
              <p:nvPr/>
            </p:nvSpPr>
            <p:spPr>
              <a:xfrm>
                <a:off x="10302710" y="518133"/>
                <a:ext cx="731827" cy="9030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1" name="labelt">
                <a:extLst>
                  <a:ext uri="{FF2B5EF4-FFF2-40B4-BE49-F238E27FC236}">
                    <a16:creationId xmlns:a16="http://schemas.microsoft.com/office/drawing/2014/main" id="{6C2795AF-7677-09B2-30A9-109D4C0FC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2710" y="518133"/>
                <a:ext cx="731827" cy="903068"/>
              </a:xfrm>
              <a:prstGeom prst="rect">
                <a:avLst/>
              </a:prstGeom>
              <a:blipFill>
                <a:blip r:embed="rId21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45107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8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11" grpId="0" animBg="1"/>
      <p:bldP spid="34" grpId="0" animBg="1"/>
      <p:bldP spid="13" grpId="0" animBg="1"/>
      <p:bldP spid="14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</a:p>
        </p:txBody>
      </p:sp>
      <p:sp>
        <p:nvSpPr>
          <p:cNvPr id="4" name="重要1">
            <a:extLst>
              <a:ext uri="{FF2B5EF4-FFF2-40B4-BE49-F238E27FC236}">
                <a16:creationId xmlns:a16="http://schemas.microsoft.com/office/drawing/2014/main" id="{C475A24A-3398-B051-D96E-84A9799F4313}"/>
              </a:ext>
            </a:extLst>
          </p:cNvPr>
          <p:cNvSpPr txBox="1"/>
          <p:nvPr/>
        </p:nvSpPr>
        <p:spPr>
          <a:xfrm>
            <a:off x="6363484" y="116632"/>
            <a:ext cx="5321917" cy="1215642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2400" b="1" dirty="0">
                <a:solidFill>
                  <a:schemeClr val="bg1"/>
                </a:solidFill>
              </a:rPr>
              <a:t>实质：综合利用滞后网络幅值衰减、超前网络相角超前的特性，改造开环频率特性，提高系统性能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labelt">
                <a:extLst>
                  <a:ext uri="{FF2B5EF4-FFF2-40B4-BE49-F238E27FC236}">
                    <a16:creationId xmlns:a16="http://schemas.microsoft.com/office/drawing/2014/main" id="{C80A3A8C-ECD1-BDEC-8BB4-7C57B01C23C9}"/>
                  </a:ext>
                </a:extLst>
              </p:cNvPr>
              <p:cNvSpPr txBox="1"/>
              <p:nvPr/>
            </p:nvSpPr>
            <p:spPr>
              <a:xfrm>
                <a:off x="241764" y="969918"/>
                <a:ext cx="378239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/>
                  <a:t>给定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dirty="0" smtClean="0">
                            <a:latin typeface="Cambria Math" panose="02040503050406030204" pitchFamily="18" charset="0"/>
                          </a:rPr>
                          <m:t>ss</m:t>
                        </m:r>
                      </m:sub>
                      <m:sup>
                        <m:r>
                          <a:rPr lang="zh-CN" altLang="en-US" sz="24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i="1" dirty="0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a:rPr lang="zh-CN" altLang="en-US" sz="24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zh-CN" altLang="en-US" sz="2400" dirty="0"/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400" i="1" dirty="0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zh-CN" altLang="en-US" sz="2400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4" name="labelt">
                <a:extLst>
                  <a:ext uri="{FF2B5EF4-FFF2-40B4-BE49-F238E27FC236}">
                    <a16:creationId xmlns:a16="http://schemas.microsoft.com/office/drawing/2014/main" id="{C80A3A8C-ECD1-BDEC-8BB4-7C57B01C2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64" y="969918"/>
                <a:ext cx="3782398" cy="461665"/>
              </a:xfrm>
              <a:prstGeom prst="rect">
                <a:avLst/>
              </a:prstGeom>
              <a:blipFill>
                <a:blip r:embed="rId3"/>
                <a:stretch>
                  <a:fillRect l="-2685" t="-10811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步骤3">
            <a:extLst>
              <a:ext uri="{FF2B5EF4-FFF2-40B4-BE49-F238E27FC236}">
                <a16:creationId xmlns:a16="http://schemas.microsoft.com/office/drawing/2014/main" id="{DA70DEA2-D7C8-F9C3-2193-82C082559884}"/>
              </a:ext>
            </a:extLst>
          </p:cNvPr>
          <p:cNvGrpSpPr/>
          <p:nvPr/>
        </p:nvGrpSpPr>
        <p:grpSpPr>
          <a:xfrm>
            <a:off x="119915" y="1584421"/>
            <a:ext cx="2810019" cy="616400"/>
            <a:chOff x="4943078" y="1700704"/>
            <a:chExt cx="2810019" cy="616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标题">
                  <a:extLst>
                    <a:ext uri="{FF2B5EF4-FFF2-40B4-BE49-F238E27FC236}">
                      <a16:creationId xmlns:a16="http://schemas.microsoft.com/office/drawing/2014/main" id="{5DE7ED37-20DB-6500-E3E1-B0151ACAE2FF}"/>
                    </a:ext>
                  </a:extLst>
                </p:cNvPr>
                <p:cNvSpPr/>
                <p:nvPr/>
              </p:nvSpPr>
              <p:spPr bwMode="auto">
                <a:xfrm>
                  <a:off x="5417690" y="1804201"/>
                  <a:ext cx="2335407" cy="510778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400" b="1" dirty="0">
                      <a:solidFill>
                        <a:schemeClr val="bg1"/>
                      </a:solidFill>
                      <a:latin typeface="+mn-ea"/>
                    </a:rPr>
                    <a:t>由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ss</m:t>
                          </m:r>
                        </m:sub>
                        <m:sup>
                          <m:r>
                            <a:rPr lang="zh-CN" altLang="en-US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zh-CN" altLang="en-US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</m:oMath>
                  </a14:m>
                  <a:endParaRPr lang="zh-CN" altLang="en-US" sz="24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8" name="标题">
                  <a:extLst>
                    <a:ext uri="{FF2B5EF4-FFF2-40B4-BE49-F238E27FC236}">
                      <a16:creationId xmlns:a16="http://schemas.microsoft.com/office/drawing/2014/main" id="{5DE7ED37-20DB-6500-E3E1-B0151ACAE2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90" y="1804201"/>
                  <a:ext cx="2335407" cy="510778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序号">
              <a:extLst>
                <a:ext uri="{FF2B5EF4-FFF2-40B4-BE49-F238E27FC236}">
                  <a16:creationId xmlns:a16="http://schemas.microsoft.com/office/drawing/2014/main" id="{DA5C0F4F-8807-1137-F272-556DDC33FF4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43078" y="1700704"/>
              <a:ext cx="616400" cy="616400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Stencil" panose="040409050D0802020404" pitchFamily="82" charset="0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3" name="步骤3">
            <a:extLst>
              <a:ext uri="{FF2B5EF4-FFF2-40B4-BE49-F238E27FC236}">
                <a16:creationId xmlns:a16="http://schemas.microsoft.com/office/drawing/2014/main" id="{A40F65D0-F96C-49EE-6BA9-C4BA608679AE}"/>
              </a:ext>
            </a:extLst>
          </p:cNvPr>
          <p:cNvGrpSpPr/>
          <p:nvPr/>
        </p:nvGrpSpPr>
        <p:grpSpPr>
          <a:xfrm>
            <a:off x="3404546" y="1587734"/>
            <a:ext cx="7920880" cy="616400"/>
            <a:chOff x="4943078" y="1700704"/>
            <a:chExt cx="7920880" cy="616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标题">
                  <a:extLst>
                    <a:ext uri="{FF2B5EF4-FFF2-40B4-BE49-F238E27FC236}">
                      <a16:creationId xmlns:a16="http://schemas.microsoft.com/office/drawing/2014/main" id="{25375C73-B383-D064-8B99-7928B9472C50}"/>
                    </a:ext>
                  </a:extLst>
                </p:cNvPr>
                <p:cNvSpPr/>
                <p:nvPr/>
              </p:nvSpPr>
              <p:spPr bwMode="auto">
                <a:xfrm>
                  <a:off x="5417689" y="1804201"/>
                  <a:ext cx="7446269" cy="510778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400" b="1" dirty="0">
                      <a:solidFill>
                        <a:schemeClr val="bg1"/>
                      </a:solidFill>
                      <a:latin typeface="+mn-ea"/>
                    </a:rPr>
                    <a:t>由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d>
                        <m:dPr>
                          <m:ctrlP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zh-CN" altLang="en-US" sz="24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zh-CN" altLang="en-US" sz="24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a:rPr lang="en-US" altLang="zh-CN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4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zh-CN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CN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en-US" altLang="zh-CN" sz="2400" b="1" dirty="0">
                      <a:solidFill>
                        <a:schemeClr val="bg1"/>
                      </a:solidFill>
                      <a:latin typeface="+mn-ea"/>
                    </a:rPr>
                    <a:t>:</a:t>
                  </a:r>
                  <a:r>
                    <a:rPr lang="zh-CN" altLang="en-US" sz="2400" b="1" dirty="0">
                      <a:solidFill>
                        <a:schemeClr val="bg1"/>
                      </a:solidFill>
                      <a:latin typeface="+mn-ea"/>
                    </a:rPr>
                    <a:t> 超前、滞后均无效时</a:t>
                  </a:r>
                </a:p>
              </p:txBody>
            </p:sp>
          </mc:Choice>
          <mc:Fallback xmlns="">
            <p:sp>
              <p:nvSpPr>
                <p:cNvPr id="24" name="标题">
                  <a:extLst>
                    <a:ext uri="{FF2B5EF4-FFF2-40B4-BE49-F238E27FC236}">
                      <a16:creationId xmlns:a16="http://schemas.microsoft.com/office/drawing/2014/main" id="{25375C73-B383-D064-8B99-7928B9472C5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89" y="1804201"/>
                  <a:ext cx="7446269" cy="510778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序号">
              <a:extLst>
                <a:ext uri="{FF2B5EF4-FFF2-40B4-BE49-F238E27FC236}">
                  <a16:creationId xmlns:a16="http://schemas.microsoft.com/office/drawing/2014/main" id="{E9D543D8-2409-EF77-0DF1-1B89ED8498D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43078" y="1700704"/>
              <a:ext cx="616400" cy="616400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lnSpcReduction="10000"/>
            </a:bodyPr>
            <a:lstStyle/>
            <a:p>
              <a:pPr algn="ctr"/>
              <a:r>
                <a:rPr lang="en-US" altLang="zh-CN" sz="2400">
                  <a:solidFill>
                    <a:schemeClr val="bg1"/>
                  </a:solidFill>
                  <a:latin typeface="Stencil" panose="040409050D0802020404" pitchFamily="82" charset="0"/>
                </a:rPr>
                <a:t>2</a:t>
              </a:r>
              <a:endParaRPr lang="zh-CN" altLang="en-US" sz="24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6" name="步骤3">
            <a:extLst>
              <a:ext uri="{FF2B5EF4-FFF2-40B4-BE49-F238E27FC236}">
                <a16:creationId xmlns:a16="http://schemas.microsoft.com/office/drawing/2014/main" id="{0CCF10A2-84EE-E076-617D-C1B783786AC3}"/>
              </a:ext>
            </a:extLst>
          </p:cNvPr>
          <p:cNvGrpSpPr/>
          <p:nvPr/>
        </p:nvGrpSpPr>
        <p:grpSpPr>
          <a:xfrm>
            <a:off x="119915" y="2487378"/>
            <a:ext cx="5488781" cy="616400"/>
            <a:chOff x="4943078" y="1700704"/>
            <a:chExt cx="5488781" cy="616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标题">
                  <a:extLst>
                    <a:ext uri="{FF2B5EF4-FFF2-40B4-BE49-F238E27FC236}">
                      <a16:creationId xmlns:a16="http://schemas.microsoft.com/office/drawing/2014/main" id="{CEAC3FF3-F500-FB97-6120-A5CF8FF3316B}"/>
                    </a:ext>
                  </a:extLst>
                </p:cNvPr>
                <p:cNvSpPr/>
                <p:nvPr/>
              </p:nvSpPr>
              <p:spPr bwMode="auto">
                <a:xfrm>
                  <a:off x="5417690" y="1804201"/>
                  <a:ext cx="5014169" cy="510778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400" b="1" dirty="0">
                      <a:solidFill>
                        <a:schemeClr val="bg1"/>
                      </a:solidFill>
                      <a:latin typeface="+mn-ea"/>
                    </a:rPr>
                    <a:t>确定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𝝍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zh-CN" altLang="en-US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4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n-US" altLang="zh-CN" sz="2400" b="1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altLang="zh-CN" sz="2400" b="1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a14:m>
                  <a:endParaRPr lang="zh-CN" altLang="en-US" sz="24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27" name="标题">
                  <a:extLst>
                    <a:ext uri="{FF2B5EF4-FFF2-40B4-BE49-F238E27FC236}">
                      <a16:creationId xmlns:a16="http://schemas.microsoft.com/office/drawing/2014/main" id="{CEAC3FF3-F500-FB97-6120-A5CF8FF331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90" y="1804201"/>
                  <a:ext cx="5014169" cy="510778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序号">
              <a:extLst>
                <a:ext uri="{FF2B5EF4-FFF2-40B4-BE49-F238E27FC236}">
                  <a16:creationId xmlns:a16="http://schemas.microsoft.com/office/drawing/2014/main" id="{14F1E35B-ACFA-4C12-5CC9-94CC177AA8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43078" y="1700704"/>
              <a:ext cx="616400" cy="616400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lnSpcReduction="10000"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Stencil" panose="040409050D0802020404" pitchFamily="82" charset="0"/>
                </a:rPr>
                <a:t>3</a:t>
              </a:r>
              <a:endParaRPr lang="zh-CN" altLang="en-US" sz="24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9" name="步骤3">
            <a:extLst>
              <a:ext uri="{FF2B5EF4-FFF2-40B4-BE49-F238E27FC236}">
                <a16:creationId xmlns:a16="http://schemas.microsoft.com/office/drawing/2014/main" id="{45AC86FF-BE8B-6A7F-BF5C-88BDD0BC9FDB}"/>
              </a:ext>
            </a:extLst>
          </p:cNvPr>
          <p:cNvGrpSpPr/>
          <p:nvPr/>
        </p:nvGrpSpPr>
        <p:grpSpPr>
          <a:xfrm>
            <a:off x="119915" y="3322481"/>
            <a:ext cx="4257010" cy="616400"/>
            <a:chOff x="4943078" y="1700704"/>
            <a:chExt cx="4257010" cy="616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标题">
                  <a:extLst>
                    <a:ext uri="{FF2B5EF4-FFF2-40B4-BE49-F238E27FC236}">
                      <a16:creationId xmlns:a16="http://schemas.microsoft.com/office/drawing/2014/main" id="{61FB85FA-4B25-D0CD-C9E7-5E0BC6F1AEA3}"/>
                    </a:ext>
                  </a:extLst>
                </p:cNvPr>
                <p:cNvSpPr/>
                <p:nvPr/>
              </p:nvSpPr>
              <p:spPr bwMode="auto">
                <a:xfrm>
                  <a:off x="5417690" y="1804201"/>
                  <a:ext cx="3782398" cy="510778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400" b="1" dirty="0">
                      <a:solidFill>
                        <a:schemeClr val="bg1"/>
                      </a:solidFill>
                      <a:latin typeface="+mn-ea"/>
                    </a:rPr>
                    <a:t>设计超前校正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2400" b="1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𝐥𝐞𝐚𝐝</m:t>
                          </m:r>
                        </m:sub>
                      </m:sSub>
                    </m:oMath>
                  </a14:m>
                  <a:endParaRPr lang="zh-CN" altLang="en-US" sz="24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40" name="标题">
                  <a:extLst>
                    <a:ext uri="{FF2B5EF4-FFF2-40B4-BE49-F238E27FC236}">
                      <a16:creationId xmlns:a16="http://schemas.microsoft.com/office/drawing/2014/main" id="{61FB85FA-4B25-D0CD-C9E7-5E0BC6F1AEA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90" y="1804201"/>
                  <a:ext cx="3782398" cy="510778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序号">
              <a:extLst>
                <a:ext uri="{FF2B5EF4-FFF2-40B4-BE49-F238E27FC236}">
                  <a16:creationId xmlns:a16="http://schemas.microsoft.com/office/drawing/2014/main" id="{626FB595-F57C-8C3A-5FAE-843983A7ABC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43078" y="1700704"/>
              <a:ext cx="616400" cy="616400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lnSpcReduction="10000"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Stencil" panose="040409050D0802020404" pitchFamily="82" charset="0"/>
                </a:rPr>
                <a:t>4</a:t>
              </a:r>
              <a:endParaRPr lang="zh-CN" altLang="en-US" sz="24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43" name="步骤3">
            <a:extLst>
              <a:ext uri="{FF2B5EF4-FFF2-40B4-BE49-F238E27FC236}">
                <a16:creationId xmlns:a16="http://schemas.microsoft.com/office/drawing/2014/main" id="{1FBD4AAE-66AE-1004-6D4F-9688564AA91A}"/>
              </a:ext>
            </a:extLst>
          </p:cNvPr>
          <p:cNvGrpSpPr/>
          <p:nvPr/>
        </p:nvGrpSpPr>
        <p:grpSpPr>
          <a:xfrm>
            <a:off x="119915" y="4229805"/>
            <a:ext cx="7955272" cy="616400"/>
            <a:chOff x="4943078" y="1700704"/>
            <a:chExt cx="7955272" cy="616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标题">
                  <a:extLst>
                    <a:ext uri="{FF2B5EF4-FFF2-40B4-BE49-F238E27FC236}">
                      <a16:creationId xmlns:a16="http://schemas.microsoft.com/office/drawing/2014/main" id="{2A724CAD-5700-C00D-56C5-AD5BC741DA35}"/>
                    </a:ext>
                  </a:extLst>
                </p:cNvPr>
                <p:cNvSpPr/>
                <p:nvPr/>
              </p:nvSpPr>
              <p:spPr bwMode="auto">
                <a:xfrm>
                  <a:off x="5417690" y="1804201"/>
                  <a:ext cx="7480660" cy="510778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400" b="1" dirty="0">
                      <a:solidFill>
                        <a:schemeClr val="bg1"/>
                      </a:solidFill>
                      <a:latin typeface="+mn-ea"/>
                    </a:rPr>
                    <a:t>根据超前后的系统在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</m:oMath>
                  </a14:m>
                  <a:r>
                    <a:rPr lang="zh-CN" altLang="en-US" sz="2400" b="1" dirty="0">
                      <a:solidFill>
                        <a:schemeClr val="bg1"/>
                      </a:solidFill>
                      <a:latin typeface="+mn-ea"/>
                    </a:rPr>
                    <a:t>处的幅值决定滞后网络系数</a:t>
                  </a:r>
                </a:p>
              </p:txBody>
            </p:sp>
          </mc:Choice>
          <mc:Fallback xmlns="">
            <p:sp>
              <p:nvSpPr>
                <p:cNvPr id="50" name="标题">
                  <a:extLst>
                    <a:ext uri="{FF2B5EF4-FFF2-40B4-BE49-F238E27FC236}">
                      <a16:creationId xmlns:a16="http://schemas.microsoft.com/office/drawing/2014/main" id="{2A724CAD-5700-C00D-56C5-AD5BC741DA3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90" y="1804201"/>
                  <a:ext cx="7480660" cy="510778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序号">
              <a:extLst>
                <a:ext uri="{FF2B5EF4-FFF2-40B4-BE49-F238E27FC236}">
                  <a16:creationId xmlns:a16="http://schemas.microsoft.com/office/drawing/2014/main" id="{E8324C64-ADDE-71ED-E6F1-BC8CDF0AFE9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43078" y="1700704"/>
              <a:ext cx="616400" cy="616400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lnSpcReduction="10000"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Stencil" panose="040409050D0802020404" pitchFamily="82" charset="0"/>
                </a:rPr>
                <a:t>5</a:t>
              </a:r>
              <a:endParaRPr lang="zh-CN" altLang="en-US" sz="24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labelt">
                <a:extLst>
                  <a:ext uri="{FF2B5EF4-FFF2-40B4-BE49-F238E27FC236}">
                    <a16:creationId xmlns:a16="http://schemas.microsoft.com/office/drawing/2014/main" id="{3D9A139E-5A4A-CF1B-5C77-9545383CE7D7}"/>
                  </a:ext>
                </a:extLst>
              </p:cNvPr>
              <p:cNvSpPr txBox="1"/>
              <p:nvPr/>
            </p:nvSpPr>
            <p:spPr>
              <a:xfrm>
                <a:off x="5813012" y="2396806"/>
                <a:ext cx="2782190" cy="8515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40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40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2" name="labelt">
                <a:extLst>
                  <a:ext uri="{FF2B5EF4-FFF2-40B4-BE49-F238E27FC236}">
                    <a16:creationId xmlns:a16="http://schemas.microsoft.com/office/drawing/2014/main" id="{3D9A139E-5A4A-CF1B-5C77-9545383CE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3012" y="2396806"/>
                <a:ext cx="2782190" cy="851580"/>
              </a:xfrm>
              <a:prstGeom prst="rect">
                <a:avLst/>
              </a:prstGeom>
              <a:blipFill>
                <a:blip r:embed="rId9"/>
                <a:stretch>
                  <a:fillRect b="-102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labelt">
                <a:extLst>
                  <a:ext uri="{FF2B5EF4-FFF2-40B4-BE49-F238E27FC236}">
                    <a16:creationId xmlns:a16="http://schemas.microsoft.com/office/drawing/2014/main" id="{2A63594E-1B87-092E-E29B-A78547F06142}"/>
                  </a:ext>
                </a:extLst>
              </p:cNvPr>
              <p:cNvSpPr txBox="1"/>
              <p:nvPr/>
            </p:nvSpPr>
            <p:spPr>
              <a:xfrm>
                <a:off x="4901360" y="3376730"/>
                <a:ext cx="5961064" cy="465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zh-CN" altLang="en-US" sz="2400" dirty="0"/>
                  <a:t>，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rad>
                  </m:oMath>
                </a14:m>
                <a:r>
                  <a:rPr lang="zh-CN" altLang="en-US" sz="2400" dirty="0"/>
                  <a:t>，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4" name="labelt">
                <a:extLst>
                  <a:ext uri="{FF2B5EF4-FFF2-40B4-BE49-F238E27FC236}">
                    <a16:creationId xmlns:a16="http://schemas.microsoft.com/office/drawing/2014/main" id="{2A63594E-1B87-092E-E29B-A78547F06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360" y="3376730"/>
                <a:ext cx="5961064" cy="465769"/>
              </a:xfrm>
              <a:prstGeom prst="rect">
                <a:avLst/>
              </a:prstGeom>
              <a:blipFill>
                <a:blip r:embed="rId10"/>
                <a:stretch>
                  <a:fillRect t="-7895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labelt">
                <a:extLst>
                  <a:ext uri="{FF2B5EF4-FFF2-40B4-BE49-F238E27FC236}">
                    <a16:creationId xmlns:a16="http://schemas.microsoft.com/office/drawing/2014/main" id="{47C1396C-349C-E91D-D459-841DC897CF5A}"/>
                  </a:ext>
                </a:extLst>
              </p:cNvPr>
              <p:cNvSpPr txBox="1"/>
              <p:nvPr/>
            </p:nvSpPr>
            <p:spPr>
              <a:xfrm>
                <a:off x="8330110" y="4226478"/>
                <a:ext cx="370414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lead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</m:t>
                              </m:r>
                            </m:sub>
                          </m:sSub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=−20</m:t>
                      </m:r>
                      <m:func>
                        <m:funcPr>
                          <m:ctrlPr>
                            <a:rPr lang="zh-CN" alt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</m:func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" name="labelt">
                <a:extLst>
                  <a:ext uri="{FF2B5EF4-FFF2-40B4-BE49-F238E27FC236}">
                    <a16:creationId xmlns:a16="http://schemas.microsoft.com/office/drawing/2014/main" id="{47C1396C-349C-E91D-D459-841DC897C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0110" y="4226478"/>
                <a:ext cx="3704144" cy="461665"/>
              </a:xfrm>
              <a:prstGeom prst="rect">
                <a:avLst/>
              </a:prstGeom>
              <a:blipFill>
                <a:blip r:embed="rId11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步骤3">
            <a:extLst>
              <a:ext uri="{FF2B5EF4-FFF2-40B4-BE49-F238E27FC236}">
                <a16:creationId xmlns:a16="http://schemas.microsoft.com/office/drawing/2014/main" id="{4E192EC7-A364-6C90-F225-1CE03CF7D82B}"/>
              </a:ext>
            </a:extLst>
          </p:cNvPr>
          <p:cNvGrpSpPr/>
          <p:nvPr/>
        </p:nvGrpSpPr>
        <p:grpSpPr>
          <a:xfrm>
            <a:off x="119915" y="5116008"/>
            <a:ext cx="3981234" cy="633678"/>
            <a:chOff x="4943078" y="1700704"/>
            <a:chExt cx="3981234" cy="6336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标题">
                  <a:extLst>
                    <a:ext uri="{FF2B5EF4-FFF2-40B4-BE49-F238E27FC236}">
                      <a16:creationId xmlns:a16="http://schemas.microsoft.com/office/drawing/2014/main" id="{3EDEFFEB-AED9-7C2D-A06E-BD308CEC0BB5}"/>
                    </a:ext>
                  </a:extLst>
                </p:cNvPr>
                <p:cNvSpPr/>
                <p:nvPr/>
              </p:nvSpPr>
              <p:spPr bwMode="auto">
                <a:xfrm>
                  <a:off x="5417690" y="1784798"/>
                  <a:ext cx="3506622" cy="549584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:r>
                    <a:rPr lang="zh-CN" altLang="en-US" sz="2400" b="1" dirty="0">
                      <a:solidFill>
                        <a:schemeClr val="bg1"/>
                      </a:solidFill>
                      <a:latin typeface="+mn-ea"/>
                    </a:rPr>
                    <a:t>设计滞后校正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2400" b="1" i="0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𝐥𝐚𝐠</m:t>
                          </m:r>
                        </m:sub>
                      </m:sSub>
                    </m:oMath>
                  </a14:m>
                  <a:endParaRPr lang="zh-CN" altLang="en-US" sz="2400" b="1" dirty="0">
                    <a:solidFill>
                      <a:schemeClr val="bg1"/>
                    </a:solidFill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5" name="标题">
                  <a:extLst>
                    <a:ext uri="{FF2B5EF4-FFF2-40B4-BE49-F238E27FC236}">
                      <a16:creationId xmlns:a16="http://schemas.microsoft.com/office/drawing/2014/main" id="{3EDEFFEB-AED9-7C2D-A06E-BD308CEC0BB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90" y="1784798"/>
                  <a:ext cx="3506622" cy="549584"/>
                </a:xfrm>
                <a:prstGeom prst="round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序号">
              <a:extLst>
                <a:ext uri="{FF2B5EF4-FFF2-40B4-BE49-F238E27FC236}">
                  <a16:creationId xmlns:a16="http://schemas.microsoft.com/office/drawing/2014/main" id="{EBE707B1-7C01-4E26-5BD4-8F1FCB26B69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43078" y="1700704"/>
              <a:ext cx="616400" cy="616400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lnSpcReduction="10000"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Stencil" panose="040409050D0802020404" pitchFamily="82" charset="0"/>
                </a:rPr>
                <a:t>6</a:t>
              </a:r>
              <a:endParaRPr lang="zh-CN" altLang="en-US" sz="24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labelt">
                <a:extLst>
                  <a:ext uri="{FF2B5EF4-FFF2-40B4-BE49-F238E27FC236}">
                    <a16:creationId xmlns:a16="http://schemas.microsoft.com/office/drawing/2014/main" id="{84C3144D-7C92-94AB-0CE5-2B98D05B9D27}"/>
                  </a:ext>
                </a:extLst>
              </p:cNvPr>
              <p:cNvSpPr txBox="1"/>
              <p:nvPr/>
            </p:nvSpPr>
            <p:spPr>
              <a:xfrm>
                <a:off x="4356641" y="5199957"/>
                <a:ext cx="423856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/10</m:t>
                    </m:r>
                  </m:oMath>
                </a14:m>
                <a:r>
                  <a:rPr lang="zh-CN" altLang="en-US" sz="2400" dirty="0"/>
                  <a:t>，</a:t>
                </a:r>
                <a:r>
                  <a:rPr lang="en-US" altLang="zh-CN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labelt">
                <a:extLst>
                  <a:ext uri="{FF2B5EF4-FFF2-40B4-BE49-F238E27FC236}">
                    <a16:creationId xmlns:a16="http://schemas.microsoft.com/office/drawing/2014/main" id="{84C3144D-7C92-94AB-0CE5-2B98D05B9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641" y="5199957"/>
                <a:ext cx="4238561" cy="461665"/>
              </a:xfrm>
              <a:prstGeom prst="rect">
                <a:avLst/>
              </a:prstGeom>
              <a:blipFill>
                <a:blip r:embed="rId13"/>
                <a:stretch>
                  <a:fillRect t="-10811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步骤3">
            <a:extLst>
              <a:ext uri="{FF2B5EF4-FFF2-40B4-BE49-F238E27FC236}">
                <a16:creationId xmlns:a16="http://schemas.microsoft.com/office/drawing/2014/main" id="{DD4F3773-A16A-C607-F294-FBA4ACA5BE0A}"/>
              </a:ext>
            </a:extLst>
          </p:cNvPr>
          <p:cNvGrpSpPr/>
          <p:nvPr/>
        </p:nvGrpSpPr>
        <p:grpSpPr>
          <a:xfrm>
            <a:off x="119915" y="5927436"/>
            <a:ext cx="9521486" cy="633571"/>
            <a:chOff x="4943078" y="1700704"/>
            <a:chExt cx="9521486" cy="6335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标题">
                  <a:extLst>
                    <a:ext uri="{FF2B5EF4-FFF2-40B4-BE49-F238E27FC236}">
                      <a16:creationId xmlns:a16="http://schemas.microsoft.com/office/drawing/2014/main" id="{3E504903-14EE-0B70-8B1D-C7540949C6A9}"/>
                    </a:ext>
                  </a:extLst>
                </p:cNvPr>
                <p:cNvSpPr/>
                <p:nvPr/>
              </p:nvSpPr>
              <p:spPr bwMode="auto">
                <a:xfrm>
                  <a:off x="5417690" y="1784905"/>
                  <a:ext cx="9046874" cy="549370"/>
                </a:xfrm>
                <a:prstGeom prst="roundRect">
                  <a:avLst/>
                </a:prstGeom>
                <a:solidFill>
                  <a:srgbClr val="159F84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360000"/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d>
                        <m:dPr>
                          <m:ctrlP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US" altLang="zh-CN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lag</m:t>
                          </m:r>
                        </m:sub>
                      </m:sSub>
                      <m:d>
                        <m:dPr>
                          <m:ctrlP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sSub>
                        <m:sSubPr>
                          <m:ctrlP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lead</m:t>
                          </m:r>
                        </m:sub>
                      </m:sSub>
                      <m:d>
                        <m:dPr>
                          <m:ctrlP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d>
                        <m:dPr>
                          <m:ctrlP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</m:oMath>
                  </a14:m>
                  <a:r>
                    <a:rPr lang="zh-CN" altLang="en-US" sz="2400" b="1" dirty="0">
                      <a:solidFill>
                        <a:schemeClr val="bg1"/>
                      </a:solidFill>
                      <a:latin typeface="+mn-ea"/>
                    </a:rPr>
                    <a:t>验算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altLang="zh-CN" sz="24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zh-CN" altLang="en-US" sz="2400" b="1" dirty="0">
                      <a:solidFill>
                        <a:schemeClr val="bg1"/>
                      </a:solidFill>
                      <a:latin typeface="+mn-ea"/>
                    </a:rPr>
                    <a:t>，</a:t>
                  </a:r>
                  <a14:m>
                    <m:oMath xmlns:m="http://schemas.openxmlformats.org/officeDocument/2006/math">
                      <m:r>
                        <a:rPr lang="zh-CN" altLang="en-US" sz="24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</m:oMath>
                  </a14:m>
                  <a:r>
                    <a:rPr lang="zh-CN" altLang="en-US" sz="2400" b="1" dirty="0">
                      <a:solidFill>
                        <a:schemeClr val="bg1"/>
                      </a:solidFill>
                      <a:latin typeface="+mn-ea"/>
                    </a:rPr>
                    <a:t>是否满足要求</a:t>
                  </a:r>
                </a:p>
              </p:txBody>
            </p:sp>
          </mc:Choice>
          <mc:Fallback xmlns="">
            <p:sp>
              <p:nvSpPr>
                <p:cNvPr id="10" name="标题">
                  <a:extLst>
                    <a:ext uri="{FF2B5EF4-FFF2-40B4-BE49-F238E27FC236}">
                      <a16:creationId xmlns:a16="http://schemas.microsoft.com/office/drawing/2014/main" id="{3E504903-14EE-0B70-8B1D-C7540949C6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7690" y="1784905"/>
                  <a:ext cx="9046874" cy="549370"/>
                </a:xfrm>
                <a:prstGeom prst="round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序号">
              <a:extLst>
                <a:ext uri="{FF2B5EF4-FFF2-40B4-BE49-F238E27FC236}">
                  <a16:creationId xmlns:a16="http://schemas.microsoft.com/office/drawing/2014/main" id="{82A11D7B-0F43-67A9-611A-9165BD63CB1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943078" y="1700704"/>
              <a:ext cx="616400" cy="616400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lnSpcReduction="10000"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Stencil" panose="040409050D0802020404" pitchFamily="82" charset="0"/>
                </a:rPr>
                <a:t>7</a:t>
              </a:r>
              <a:endParaRPr lang="zh-CN" altLang="en-US" sz="24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5903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滞后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超前网络设计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labelt">
                <a:extLst>
                  <a:ext uri="{FF2B5EF4-FFF2-40B4-BE49-F238E27FC236}">
                    <a16:creationId xmlns:a16="http://schemas.microsoft.com/office/drawing/2014/main" id="{03F91576-D8DC-D073-012E-73D855FFD1AE}"/>
                  </a:ext>
                </a:extLst>
              </p:cNvPr>
              <p:cNvSpPr txBox="1"/>
              <p:nvPr/>
            </p:nvSpPr>
            <p:spPr>
              <a:xfrm>
                <a:off x="6468632" y="107011"/>
                <a:ext cx="5452805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60</m:t>
                                  </m:r>
                                </m:den>
                              </m:f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labelt">
                <a:extLst>
                  <a:ext uri="{FF2B5EF4-FFF2-40B4-BE49-F238E27FC236}">
                    <a16:creationId xmlns:a16="http://schemas.microsoft.com/office/drawing/2014/main" id="{03F91576-D8DC-D073-012E-73D855FFD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632" y="107011"/>
                <a:ext cx="5452805" cy="1202893"/>
              </a:xfrm>
              <a:prstGeom prst="rect">
                <a:avLst/>
              </a:prstGeom>
              <a:blipFill>
                <a:blip r:embed="rId3"/>
                <a:stretch>
                  <a:fillRect b="-52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重要1">
                <a:extLst>
                  <a:ext uri="{FF2B5EF4-FFF2-40B4-BE49-F238E27FC236}">
                    <a16:creationId xmlns:a16="http://schemas.microsoft.com/office/drawing/2014/main" id="{9983539F-7734-D70D-64A3-04449770321F}"/>
                  </a:ext>
                </a:extLst>
              </p:cNvPr>
              <p:cNvSpPr txBox="1"/>
              <p:nvPr/>
            </p:nvSpPr>
            <p:spPr>
              <a:xfrm>
                <a:off x="163012" y="1407110"/>
                <a:ext cx="11903993" cy="576000"/>
              </a:xfrm>
              <a:prstGeom prst="roundRect">
                <a:avLst>
                  <a:gd name="adj" fmla="val 22661"/>
                </a:avLst>
              </a:prstGeom>
              <a:solidFill>
                <a:srgbClr val="E4486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要求：</a:t>
                </a:r>
                <a:r>
                  <a:rPr kumimoji="1" lang="en-US" altLang="zh-CN" sz="3200" b="1" dirty="0">
                    <a:solidFill>
                      <a:schemeClr val="bg1"/>
                    </a:solidFill>
                  </a:rPr>
                  <a:t>1</a:t>
                </a:r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）</a:t>
                </a:r>
                <a14:m>
                  <m:oMath xmlns:m="http://schemas.openxmlformats.org/officeDocument/2006/math">
                    <m:r>
                      <a:rPr kumimoji="1" lang="en-US" altLang="zh-CN" sz="32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kumimoji="1" lang="en-US" altLang="zh-CN" sz="32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32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，</a:t>
                </a:r>
                <a:r>
                  <a:rPr kumimoji="1" lang="en-US" altLang="zh-CN" sz="3200" b="1" dirty="0">
                    <a:solidFill>
                      <a:schemeClr val="bg1"/>
                    </a:solidFill>
                  </a:rPr>
                  <a:t>2</a:t>
                </a:r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）</a:t>
                </a:r>
                <a14:m>
                  <m:oMath xmlns:m="http://schemas.openxmlformats.org/officeDocument/2006/math">
                    <m:r>
                      <a:rPr kumimoji="1" lang="zh-CN" alt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𝜸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𝟓𝟎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，</a:t>
                </a:r>
                <a:r>
                  <a:rPr kumimoji="1" lang="en-US" altLang="zh-CN" sz="3200" b="1" dirty="0">
                    <a:solidFill>
                      <a:schemeClr val="bg1"/>
                    </a:solidFill>
                  </a:rPr>
                  <a:t>3</a:t>
                </a:r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p>
                        <m:r>
                          <a:rPr kumimoji="1" lang="zh-CN" alt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</m:t>
                    </m:r>
                    <m:r>
                      <a:rPr kumimoji="1" lang="zh-CN" alt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kumimoji="1" lang="en-US" altLang="zh-CN" sz="32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𝐝𝐁</m:t>
                    </m:r>
                  </m:oMath>
                </a14:m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，</a:t>
                </a:r>
                <a:r>
                  <a:rPr kumimoji="1" lang="en-US" altLang="zh-CN" sz="3200" b="1" dirty="0">
                    <a:solidFill>
                      <a:schemeClr val="bg1"/>
                    </a:solidFill>
                  </a:rPr>
                  <a:t>4</a:t>
                </a:r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kumimoji="1" lang="en-US" altLang="zh-CN" sz="32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sub>
                    </m:sSub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𝟐𝟎</m:t>
                    </m:r>
                  </m:oMath>
                </a14:m>
                <a:endParaRPr kumimoji="1" lang="zh-CN" altLang="en-US" sz="32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重要1">
                <a:extLst>
                  <a:ext uri="{FF2B5EF4-FFF2-40B4-BE49-F238E27FC236}">
                    <a16:creationId xmlns:a16="http://schemas.microsoft.com/office/drawing/2014/main" id="{9983539F-7734-D70D-64A3-044497703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12" y="1407110"/>
                <a:ext cx="11903993" cy="576000"/>
              </a:xfrm>
              <a:prstGeom prst="roundRect">
                <a:avLst>
                  <a:gd name="adj" fmla="val 22661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labelt">
                <a:extLst>
                  <a:ext uri="{FF2B5EF4-FFF2-40B4-BE49-F238E27FC236}">
                    <a16:creationId xmlns:a16="http://schemas.microsoft.com/office/drawing/2014/main" id="{29B32A26-FD48-44F6-665A-595B7B25D1E7}"/>
                  </a:ext>
                </a:extLst>
              </p:cNvPr>
              <p:cNvSpPr txBox="1"/>
              <p:nvPr/>
            </p:nvSpPr>
            <p:spPr>
              <a:xfrm>
                <a:off x="215300" y="2129993"/>
                <a:ext cx="8400186" cy="10550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j</m:t>
                            </m:r>
                            <m:sSub>
                              <m:sSub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8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CN" sz="28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c</m:t>
                                            </m:r>
                                            <m: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rad>
                        <m:rad>
                          <m:radPr>
                            <m:degHide m:val="on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CN" sz="28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c</m:t>
                                            </m:r>
                                            <m: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zh-CN" sz="28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60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rad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CN" sz="280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c</m:t>
                                            </m:r>
                                            <m: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rad>
                      </m:den>
                    </m:f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4" name="labelt">
                <a:extLst>
                  <a:ext uri="{FF2B5EF4-FFF2-40B4-BE49-F238E27FC236}">
                    <a16:creationId xmlns:a16="http://schemas.microsoft.com/office/drawing/2014/main" id="{29B32A26-FD48-44F6-665A-595B7B25D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00" y="2129993"/>
                <a:ext cx="8400186" cy="10550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labelt">
                <a:extLst>
                  <a:ext uri="{FF2B5EF4-FFF2-40B4-BE49-F238E27FC236}">
                    <a16:creationId xmlns:a16="http://schemas.microsoft.com/office/drawing/2014/main" id="{A4A74449-05BB-2974-B520-F0DD92EDA607}"/>
                  </a:ext>
                </a:extLst>
              </p:cNvPr>
              <p:cNvSpPr txBox="1"/>
              <p:nvPr/>
            </p:nvSpPr>
            <p:spPr>
              <a:xfrm>
                <a:off x="49614" y="3196858"/>
                <a:ext cx="288032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31</m:t>
                      </m:r>
                      <m:r>
                        <a:rPr lang="zh-CN" alt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altLang="zh-CN" sz="28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ad</m:t>
                      </m:r>
                      <m:r>
                        <a:rPr lang="en-US" altLang="zh-CN" sz="28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altLang="zh-CN" sz="2800" i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" name="labelt">
                <a:extLst>
                  <a:ext uri="{FF2B5EF4-FFF2-40B4-BE49-F238E27FC236}">
                    <a16:creationId xmlns:a16="http://schemas.microsoft.com/office/drawing/2014/main" id="{A4A74449-05BB-2974-B520-F0DD92EDA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4" y="3196858"/>
                <a:ext cx="2880320" cy="523220"/>
              </a:xfrm>
              <a:prstGeom prst="rect">
                <a:avLst/>
              </a:prstGeom>
              <a:blipFill>
                <a:blip r:embed="rId6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labelt">
                <a:extLst>
                  <a:ext uri="{FF2B5EF4-FFF2-40B4-BE49-F238E27FC236}">
                    <a16:creationId xmlns:a16="http://schemas.microsoft.com/office/drawing/2014/main" id="{5A1DD556-1C80-B762-178B-AE36DEAE65DE}"/>
                  </a:ext>
                </a:extLst>
              </p:cNvPr>
              <p:cNvSpPr txBox="1"/>
              <p:nvPr/>
            </p:nvSpPr>
            <p:spPr>
              <a:xfrm>
                <a:off x="3502918" y="3106321"/>
                <a:ext cx="9657878" cy="7042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=180°−90°−</m:t>
                    </m:r>
                    <m:func>
                      <m:funcPr>
                        <m:ctrlPr>
                          <a:rPr lang="zh-CN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f>
                          <m:f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31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zh-CN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arctan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31</m:t>
                                </m:r>
                              </m:num>
                              <m:den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60</m:t>
                                </m:r>
                              </m:den>
                            </m:f>
                          </m:e>
                        </m:func>
                      </m:e>
                    </m:func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=−9.4°</m:t>
                    </m:r>
                  </m:oMath>
                </a14:m>
                <a:r>
                  <a:rPr lang="zh-CN" altLang="en-US" sz="2800" i="1" dirty="0"/>
                  <a:t> </a:t>
                </a:r>
              </a:p>
            </p:txBody>
          </p:sp>
        </mc:Choice>
        <mc:Fallback xmlns="">
          <p:sp>
            <p:nvSpPr>
              <p:cNvPr id="15" name="labelt">
                <a:extLst>
                  <a:ext uri="{FF2B5EF4-FFF2-40B4-BE49-F238E27FC236}">
                    <a16:creationId xmlns:a16="http://schemas.microsoft.com/office/drawing/2014/main" id="{5A1DD556-1C80-B762-178B-AE36DEAE6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918" y="3106321"/>
                <a:ext cx="9657878" cy="704295"/>
              </a:xfrm>
              <a:prstGeom prst="rect">
                <a:avLst/>
              </a:prstGeom>
              <a:blipFill>
                <a:blip r:embed="rId7"/>
                <a:stretch>
                  <a:fillRect l="-394" b="-3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labelt">
                <a:extLst>
                  <a:ext uri="{FF2B5EF4-FFF2-40B4-BE49-F238E27FC236}">
                    <a16:creationId xmlns:a16="http://schemas.microsoft.com/office/drawing/2014/main" id="{6357C5E3-1114-9647-BD67-82D6AD40895F}"/>
                  </a:ext>
                </a:extLst>
              </p:cNvPr>
              <p:cNvSpPr txBox="1"/>
              <p:nvPr/>
            </p:nvSpPr>
            <p:spPr>
              <a:xfrm>
                <a:off x="0" y="3750772"/>
                <a:ext cx="12551517" cy="7042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zh-CN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+6°=50°−180°+90°+</m:t>
                    </m:r>
                    <m:func>
                      <m:funcPr>
                        <m:ctrlPr>
                          <a:rPr lang="zh-CN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f>
                          <m:f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func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zh-CN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60</m:t>
                            </m:r>
                          </m:den>
                        </m:f>
                      </m:e>
                    </m:func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+6°=47.9°</m:t>
                    </m:r>
                  </m:oMath>
                </a14:m>
                <a:r>
                  <a:rPr lang="zh-CN" altLang="en-US" sz="2800" i="1" dirty="0"/>
                  <a:t> </a:t>
                </a:r>
              </a:p>
            </p:txBody>
          </p:sp>
        </mc:Choice>
        <mc:Fallback xmlns="">
          <p:sp>
            <p:nvSpPr>
              <p:cNvPr id="22" name="labelt">
                <a:extLst>
                  <a:ext uri="{FF2B5EF4-FFF2-40B4-BE49-F238E27FC236}">
                    <a16:creationId xmlns:a16="http://schemas.microsoft.com/office/drawing/2014/main" id="{6357C5E3-1114-9647-BD67-82D6AD408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750772"/>
                <a:ext cx="12551517" cy="704295"/>
              </a:xfrm>
              <a:prstGeom prst="rect">
                <a:avLst/>
              </a:prstGeom>
              <a:blipFill>
                <a:blip r:embed="rId8"/>
                <a:stretch>
                  <a:fillRect l="-607" b="-3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labelt">
                <a:extLst>
                  <a:ext uri="{FF2B5EF4-FFF2-40B4-BE49-F238E27FC236}">
                    <a16:creationId xmlns:a16="http://schemas.microsoft.com/office/drawing/2014/main" id="{3FFA4774-32BE-57CD-0E7B-1B1C930BBB7F}"/>
                  </a:ext>
                </a:extLst>
              </p:cNvPr>
              <p:cNvSpPr txBox="1"/>
              <p:nvPr/>
            </p:nvSpPr>
            <p:spPr>
              <a:xfrm>
                <a:off x="0" y="4485761"/>
                <a:ext cx="4059986" cy="978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zh-CN" alt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80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CN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8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l-GR" altLang="zh-CN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2800" i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m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=6.7512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3" name="labelt">
                <a:extLst>
                  <a:ext uri="{FF2B5EF4-FFF2-40B4-BE49-F238E27FC236}">
                    <a16:creationId xmlns:a16="http://schemas.microsoft.com/office/drawing/2014/main" id="{3FFA4774-32BE-57CD-0E7B-1B1C930BB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485761"/>
                <a:ext cx="4059986" cy="978025"/>
              </a:xfrm>
              <a:prstGeom prst="rect">
                <a:avLst/>
              </a:prstGeom>
              <a:blipFill>
                <a:blip r:embed="rId9"/>
                <a:stretch>
                  <a:fillRect r="-313" b="-10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labelt">
                <a:extLst>
                  <a:ext uri="{FF2B5EF4-FFF2-40B4-BE49-F238E27FC236}">
                    <a16:creationId xmlns:a16="http://schemas.microsoft.com/office/drawing/2014/main" id="{1E962849-8612-53E5-A944-21E91276AE98}"/>
                  </a:ext>
                </a:extLst>
              </p:cNvPr>
              <p:cNvSpPr txBox="1"/>
              <p:nvPr/>
            </p:nvSpPr>
            <p:spPr>
              <a:xfrm>
                <a:off x="4092368" y="4669812"/>
                <a:ext cx="4379102" cy="5280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ra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ra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=52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4" name="labelt">
                <a:extLst>
                  <a:ext uri="{FF2B5EF4-FFF2-40B4-BE49-F238E27FC236}">
                    <a16:creationId xmlns:a16="http://schemas.microsoft.com/office/drawing/2014/main" id="{1E962849-8612-53E5-A944-21E91276A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2368" y="4669812"/>
                <a:ext cx="4379102" cy="528030"/>
              </a:xfrm>
              <a:prstGeom prst="rect">
                <a:avLst/>
              </a:prstGeom>
              <a:blipFill>
                <a:blip r:embed="rId10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labelt">
                <a:extLst>
                  <a:ext uri="{FF2B5EF4-FFF2-40B4-BE49-F238E27FC236}">
                    <a16:creationId xmlns:a16="http://schemas.microsoft.com/office/drawing/2014/main" id="{E2C875CD-0273-3889-0781-357C95EB0AB4}"/>
                  </a:ext>
                </a:extLst>
              </p:cNvPr>
              <p:cNvSpPr txBox="1"/>
              <p:nvPr/>
            </p:nvSpPr>
            <p:spPr>
              <a:xfrm>
                <a:off x="8865806" y="4669812"/>
                <a:ext cx="3370990" cy="5280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=7.7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5" name="labelt">
                <a:extLst>
                  <a:ext uri="{FF2B5EF4-FFF2-40B4-BE49-F238E27FC236}">
                    <a16:creationId xmlns:a16="http://schemas.microsoft.com/office/drawing/2014/main" id="{E2C875CD-0273-3889-0781-357C95EB0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806" y="4669812"/>
                <a:ext cx="3370990" cy="528030"/>
              </a:xfrm>
              <a:prstGeom prst="rect">
                <a:avLst/>
              </a:prstGeom>
              <a:blipFill>
                <a:blip r:embed="rId11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0690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滞后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超前网络设计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labelt">
                <a:extLst>
                  <a:ext uri="{FF2B5EF4-FFF2-40B4-BE49-F238E27FC236}">
                    <a16:creationId xmlns:a16="http://schemas.microsoft.com/office/drawing/2014/main" id="{03F91576-D8DC-D073-012E-73D855FFD1AE}"/>
                  </a:ext>
                </a:extLst>
              </p:cNvPr>
              <p:cNvSpPr txBox="1"/>
              <p:nvPr/>
            </p:nvSpPr>
            <p:spPr>
              <a:xfrm>
                <a:off x="6486342" y="63236"/>
                <a:ext cx="5452805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60</m:t>
                                  </m:r>
                                </m:den>
                              </m:f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labelt">
                <a:extLst>
                  <a:ext uri="{FF2B5EF4-FFF2-40B4-BE49-F238E27FC236}">
                    <a16:creationId xmlns:a16="http://schemas.microsoft.com/office/drawing/2014/main" id="{03F91576-D8DC-D073-012E-73D855FFD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6342" y="63236"/>
                <a:ext cx="5452805" cy="1202893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重要1">
                <a:extLst>
                  <a:ext uri="{FF2B5EF4-FFF2-40B4-BE49-F238E27FC236}">
                    <a16:creationId xmlns:a16="http://schemas.microsoft.com/office/drawing/2014/main" id="{9983539F-7734-D70D-64A3-04449770321F}"/>
                  </a:ext>
                </a:extLst>
              </p:cNvPr>
              <p:cNvSpPr txBox="1"/>
              <p:nvPr/>
            </p:nvSpPr>
            <p:spPr>
              <a:xfrm>
                <a:off x="163012" y="1407110"/>
                <a:ext cx="11903993" cy="576000"/>
              </a:xfrm>
              <a:prstGeom prst="roundRect">
                <a:avLst>
                  <a:gd name="adj" fmla="val 22661"/>
                </a:avLst>
              </a:prstGeom>
              <a:solidFill>
                <a:srgbClr val="E4486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 anchorCtr="1">
                <a:noAutofit/>
              </a:bodyPr>
              <a:lstStyle/>
              <a:p>
                <a:pPr algn="ctr"/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要求：</a:t>
                </a:r>
                <a:r>
                  <a:rPr kumimoji="1" lang="en-US" altLang="zh-CN" sz="3200" b="1" dirty="0">
                    <a:solidFill>
                      <a:schemeClr val="bg1"/>
                    </a:solidFill>
                  </a:rPr>
                  <a:t>1</a:t>
                </a:r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）</a:t>
                </a:r>
                <a14:m>
                  <m:oMath xmlns:m="http://schemas.openxmlformats.org/officeDocument/2006/math">
                    <m:r>
                      <a:rPr kumimoji="1" lang="en-US" altLang="zh-CN" sz="32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𝑲</m:t>
                    </m:r>
                    <m:r>
                      <a:rPr kumimoji="1" lang="en-US" altLang="zh-CN" sz="32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3200" b="1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，</a:t>
                </a:r>
                <a:r>
                  <a:rPr kumimoji="1" lang="en-US" altLang="zh-CN" sz="3200" b="1" dirty="0">
                    <a:solidFill>
                      <a:schemeClr val="bg1"/>
                    </a:solidFill>
                  </a:rPr>
                  <a:t>2</a:t>
                </a:r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）</a:t>
                </a:r>
                <a14:m>
                  <m:oMath xmlns:m="http://schemas.openxmlformats.org/officeDocument/2006/math">
                    <m:r>
                      <a:rPr kumimoji="1" lang="zh-CN" alt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𝜸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𝟓𝟎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，</a:t>
                </a:r>
                <a:r>
                  <a:rPr kumimoji="1" lang="en-US" altLang="zh-CN" sz="3200" b="1" dirty="0">
                    <a:solidFill>
                      <a:schemeClr val="bg1"/>
                    </a:solidFill>
                  </a:rPr>
                  <a:t>3</a:t>
                </a:r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p>
                        <m:r>
                          <a:rPr kumimoji="1" lang="zh-CN" alt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</m:t>
                    </m:r>
                    <m:r>
                      <a:rPr kumimoji="1" lang="zh-CN" altLang="en-US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kumimoji="1" lang="en-US" altLang="zh-CN" sz="32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𝐝𝐁</m:t>
                    </m:r>
                  </m:oMath>
                </a14:m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，</a:t>
                </a:r>
                <a:r>
                  <a:rPr kumimoji="1" lang="en-US" altLang="zh-CN" sz="3200" b="1" dirty="0">
                    <a:solidFill>
                      <a:schemeClr val="bg1"/>
                    </a:solidFill>
                  </a:rPr>
                  <a:t>4</a:t>
                </a:r>
                <a:r>
                  <a:rPr kumimoji="1" lang="zh-CN" altLang="en-US" sz="3200" b="1" dirty="0">
                    <a:solidFill>
                      <a:schemeClr val="bg1"/>
                    </a:solidFill>
                  </a:rPr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sz="32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kumimoji="1" lang="en-US" altLang="zh-CN" sz="32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𝐜</m:t>
                        </m:r>
                      </m:sub>
                    </m:sSub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3200" b="1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𝟐𝟎</m:t>
                    </m:r>
                  </m:oMath>
                </a14:m>
                <a:endParaRPr kumimoji="1" lang="zh-CN" altLang="en-US" sz="32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重要1">
                <a:extLst>
                  <a:ext uri="{FF2B5EF4-FFF2-40B4-BE49-F238E27FC236}">
                    <a16:creationId xmlns:a16="http://schemas.microsoft.com/office/drawing/2014/main" id="{9983539F-7734-D70D-64A3-044497703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12" y="1407110"/>
                <a:ext cx="11903993" cy="576000"/>
              </a:xfrm>
              <a:prstGeom prst="roundRect">
                <a:avLst>
                  <a:gd name="adj" fmla="val 22661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labelt">
                <a:extLst>
                  <a:ext uri="{FF2B5EF4-FFF2-40B4-BE49-F238E27FC236}">
                    <a16:creationId xmlns:a16="http://schemas.microsoft.com/office/drawing/2014/main" id="{1E962849-8612-53E5-A944-21E91276AE98}"/>
                  </a:ext>
                </a:extLst>
              </p:cNvPr>
              <p:cNvSpPr txBox="1"/>
              <p:nvPr/>
            </p:nvSpPr>
            <p:spPr>
              <a:xfrm>
                <a:off x="304446" y="2112289"/>
                <a:ext cx="4752528" cy="5280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ra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ad>
                        <m:radPr>
                          <m:degHide m:val="on"/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ra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=52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4" name="labelt">
                <a:extLst>
                  <a:ext uri="{FF2B5EF4-FFF2-40B4-BE49-F238E27FC236}">
                    <a16:creationId xmlns:a16="http://schemas.microsoft.com/office/drawing/2014/main" id="{1E962849-8612-53E5-A944-21E91276A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46" y="2112289"/>
                <a:ext cx="4752528" cy="528030"/>
              </a:xfrm>
              <a:prstGeom prst="rect">
                <a:avLst/>
              </a:prstGeom>
              <a:blipFill>
                <a:blip r:embed="rId5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labelt">
                <a:extLst>
                  <a:ext uri="{FF2B5EF4-FFF2-40B4-BE49-F238E27FC236}">
                    <a16:creationId xmlns:a16="http://schemas.microsoft.com/office/drawing/2014/main" id="{E2C875CD-0273-3889-0781-357C95EB0AB4}"/>
                  </a:ext>
                </a:extLst>
              </p:cNvPr>
              <p:cNvSpPr txBox="1"/>
              <p:nvPr/>
            </p:nvSpPr>
            <p:spPr>
              <a:xfrm>
                <a:off x="5077884" y="2112289"/>
                <a:ext cx="3370990" cy="5280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=7.7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5" name="labelt">
                <a:extLst>
                  <a:ext uri="{FF2B5EF4-FFF2-40B4-BE49-F238E27FC236}">
                    <a16:creationId xmlns:a16="http://schemas.microsoft.com/office/drawing/2014/main" id="{E2C875CD-0273-3889-0781-357C95EB0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884" y="2112289"/>
                <a:ext cx="3370990" cy="528030"/>
              </a:xfrm>
              <a:prstGeom prst="rect">
                <a:avLst/>
              </a:prstGeom>
              <a:blipFill>
                <a:blip r:embed="rId6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labelt">
                <a:extLst>
                  <a:ext uri="{FF2B5EF4-FFF2-40B4-BE49-F238E27FC236}">
                    <a16:creationId xmlns:a16="http://schemas.microsoft.com/office/drawing/2014/main" id="{7FF1E3A6-C3CF-24CE-7845-24DFCD55B03E}"/>
                  </a:ext>
                </a:extLst>
              </p:cNvPr>
              <p:cNvSpPr txBox="1"/>
              <p:nvPr/>
            </p:nvSpPr>
            <p:spPr>
              <a:xfrm>
                <a:off x="328763" y="2500049"/>
                <a:ext cx="11683985" cy="14182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</m:t>
                    </m:r>
                    <m:func>
                      <m:funcPr>
                        <m:ctrlPr>
                          <a:rPr lang="zh-CN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func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lead</m:t>
                        </m:r>
                      </m:sub>
                    </m:sSub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</m:t>
                            </m:r>
                          </m:sub>
                        </m:sSub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=20</m:t>
                    </m:r>
                    <m:func>
                      <m:funcPr>
                        <m:ctrlPr>
                          <a:rPr lang="zh-CN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100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n-US" altLang="zh-CN" sz="2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𝜔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CN" sz="280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m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7.7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rad>
                          </m:num>
                          <m:den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8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ad>
                              <m:radPr>
                                <m:degHide m:val="on"/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n-US" altLang="zh-CN" sz="2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𝜔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CN" sz="280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m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10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rad>
                            <m:rad>
                              <m:radPr>
                                <m:degHide m:val="on"/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n-US" altLang="zh-CN" sz="2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𝜔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CN" sz="280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m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60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rad>
                            <m:rad>
                              <m:radPr>
                                <m:degHide m:val="on"/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n-US" altLang="zh-CN" sz="2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8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𝜔</m:t>
                                                </m:r>
                                              </m:e>
                                              <m:sub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CN" sz="2800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m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>
                                              <a:rPr lang="en-US" altLang="zh-CN" sz="28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52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rad>
                          </m:den>
                        </m:f>
                      </m:e>
                    </m:func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4.82</m:t>
                    </m:r>
                    <m:r>
                      <a:rPr lang="zh-CN" alt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dB</m:t>
                    </m:r>
                  </m:oMath>
                </a14:m>
                <a:r>
                  <a:rPr lang="zh-CN" altLang="en-US" sz="2800" dirty="0"/>
                  <a:t>  </a:t>
                </a:r>
              </a:p>
            </p:txBody>
          </p:sp>
        </mc:Choice>
        <mc:Fallback xmlns="">
          <p:sp>
            <p:nvSpPr>
              <p:cNvPr id="5" name="labelt">
                <a:extLst>
                  <a:ext uri="{FF2B5EF4-FFF2-40B4-BE49-F238E27FC236}">
                    <a16:creationId xmlns:a16="http://schemas.microsoft.com/office/drawing/2014/main" id="{7FF1E3A6-C3CF-24CE-7845-24DFCD55B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63" y="2500049"/>
                <a:ext cx="11683985" cy="1418209"/>
              </a:xfrm>
              <a:prstGeom prst="rect">
                <a:avLst/>
              </a:prstGeom>
              <a:blipFill>
                <a:blip r:embed="rId7"/>
                <a:stretch>
                  <a:fillRect l="-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labelt">
                <a:extLst>
                  <a:ext uri="{FF2B5EF4-FFF2-40B4-BE49-F238E27FC236}">
                    <a16:creationId xmlns:a16="http://schemas.microsoft.com/office/drawing/2014/main" id="{A4433ED4-C334-F8B4-B63F-3BBF4B8D82F7}"/>
                  </a:ext>
                </a:extLst>
              </p:cNvPr>
              <p:cNvSpPr txBox="1"/>
              <p:nvPr/>
            </p:nvSpPr>
            <p:spPr>
              <a:xfrm>
                <a:off x="2470324" y="3975887"/>
                <a:ext cx="294591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/10=</m:t>
                      </m:r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labelt">
                <a:extLst>
                  <a:ext uri="{FF2B5EF4-FFF2-40B4-BE49-F238E27FC236}">
                    <a16:creationId xmlns:a16="http://schemas.microsoft.com/office/drawing/2014/main" id="{A4433ED4-C334-F8B4-B63F-3BBF4B8D8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0324" y="3975887"/>
                <a:ext cx="2945910" cy="523220"/>
              </a:xfrm>
              <a:prstGeom prst="rect">
                <a:avLst/>
              </a:prstGeom>
              <a:blipFill>
                <a:blip r:embed="rId8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labelt">
                <a:extLst>
                  <a:ext uri="{FF2B5EF4-FFF2-40B4-BE49-F238E27FC236}">
                    <a16:creationId xmlns:a16="http://schemas.microsoft.com/office/drawing/2014/main" id="{31794004-9CA1-8CBC-1C56-03EFB5143373}"/>
                  </a:ext>
                </a:extLst>
              </p:cNvPr>
              <p:cNvSpPr txBox="1"/>
              <p:nvPr/>
            </p:nvSpPr>
            <p:spPr>
              <a:xfrm>
                <a:off x="-289682" y="4003361"/>
                <a:ext cx="294591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=0.18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labelt">
                <a:extLst>
                  <a:ext uri="{FF2B5EF4-FFF2-40B4-BE49-F238E27FC236}">
                    <a16:creationId xmlns:a16="http://schemas.microsoft.com/office/drawing/2014/main" id="{31794004-9CA1-8CBC-1C56-03EFB5143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89682" y="4003361"/>
                <a:ext cx="294591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labelt">
                <a:extLst>
                  <a:ext uri="{FF2B5EF4-FFF2-40B4-BE49-F238E27FC236}">
                    <a16:creationId xmlns:a16="http://schemas.microsoft.com/office/drawing/2014/main" id="{34012134-53B3-F476-2284-F28B7D20972F}"/>
                  </a:ext>
                </a:extLst>
              </p:cNvPr>
              <p:cNvSpPr txBox="1"/>
              <p:nvPr/>
            </p:nvSpPr>
            <p:spPr>
              <a:xfrm>
                <a:off x="5590893" y="3946118"/>
                <a:ext cx="294591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=0.36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labelt">
                <a:extLst>
                  <a:ext uri="{FF2B5EF4-FFF2-40B4-BE49-F238E27FC236}">
                    <a16:creationId xmlns:a16="http://schemas.microsoft.com/office/drawing/2014/main" id="{34012134-53B3-F476-2284-F28B7D209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893" y="3946118"/>
                <a:ext cx="2945910" cy="523220"/>
              </a:xfrm>
              <a:prstGeom prst="rect">
                <a:avLst/>
              </a:prstGeom>
              <a:blipFill>
                <a:blip r:embed="rId10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labelt">
                <a:extLst>
                  <a:ext uri="{FF2B5EF4-FFF2-40B4-BE49-F238E27FC236}">
                    <a16:creationId xmlns:a16="http://schemas.microsoft.com/office/drawing/2014/main" id="{50365AA6-115D-550E-CF4E-851BEB78BC33}"/>
                  </a:ext>
                </a:extLst>
              </p:cNvPr>
              <p:cNvSpPr txBox="1"/>
              <p:nvPr/>
            </p:nvSpPr>
            <p:spPr>
              <a:xfrm>
                <a:off x="279964" y="4342779"/>
                <a:ext cx="8634542" cy="10637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lag</m:t>
                        </m:r>
                      </m:sub>
                    </m:sSub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lead</m:t>
                        </m:r>
                      </m:sub>
                    </m:sSub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f>
                          <m:f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0.36</m:t>
                            </m:r>
                          </m:den>
                        </m:f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den>
                    </m:f>
                    <m:f>
                      <m:f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7.7</m:t>
                            </m:r>
                          </m:den>
                        </m:f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f>
                          <m:f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52</m:t>
                            </m:r>
                          </m:den>
                        </m:f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den>
                    </m:f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num>
                              <m:den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60</m:t>
                                </m:r>
                              </m:den>
                            </m:f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den>
                    </m:f>
                  </m:oMath>
                </a14:m>
                <a:r>
                  <a:rPr lang="zh-CN" altLang="en-US" sz="2800" dirty="0"/>
                  <a:t> </a:t>
                </a:r>
              </a:p>
            </p:txBody>
          </p:sp>
        </mc:Choice>
        <mc:Fallback xmlns="">
          <p:sp>
            <p:nvSpPr>
              <p:cNvPr id="9" name="labelt">
                <a:extLst>
                  <a:ext uri="{FF2B5EF4-FFF2-40B4-BE49-F238E27FC236}">
                    <a16:creationId xmlns:a16="http://schemas.microsoft.com/office/drawing/2014/main" id="{50365AA6-115D-550E-CF4E-851BEB78B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64" y="4342779"/>
                <a:ext cx="8634542" cy="1063753"/>
              </a:xfrm>
              <a:prstGeom prst="rect">
                <a:avLst/>
              </a:prstGeom>
              <a:blipFill>
                <a:blip r:embed="rId11"/>
                <a:stretch>
                  <a:fillRect l="-4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labelt">
                <a:extLst>
                  <a:ext uri="{FF2B5EF4-FFF2-40B4-BE49-F238E27FC236}">
                    <a16:creationId xmlns:a16="http://schemas.microsoft.com/office/drawing/2014/main" id="{8B007C3A-9725-09F0-D24A-F61749F1DAE4}"/>
                  </a:ext>
                </a:extLst>
              </p:cNvPr>
              <p:cNvSpPr txBox="1"/>
              <p:nvPr/>
            </p:nvSpPr>
            <p:spPr>
              <a:xfrm>
                <a:off x="163012" y="5406532"/>
                <a:ext cx="9748618" cy="13162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=180°−</m:t>
                    </m:r>
                    <m:func>
                      <m:funcPr>
                        <m:ctrlPr>
                          <a:rPr lang="zh-CN" alt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f>
                          <m:f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0.36</m:t>
                            </m:r>
                          </m:den>
                        </m:f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zh-CN" alt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8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arctan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20</m:t>
                                </m:r>
                              </m:num>
                              <m:den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func>
                      </m:e>
                    </m:func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zh-CN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7.7</m:t>
                            </m:r>
                          </m:den>
                        </m:f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arctan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20</m:t>
                                </m:r>
                              </m:num>
                              <m:den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52</m:t>
                                </m:r>
                              </m:den>
                            </m:f>
                          </m:e>
                        </m:func>
                      </m:e>
                    </m:func>
                  </m:oMath>
                </a14:m>
                <a:r>
                  <a:rPr lang="zh-CN" altLang="en-US" sz="28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altLang="zh-CN" sz="2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−90°−</m:t>
                    </m:r>
                    <m:func>
                      <m:funcPr>
                        <m:ctrlPr>
                          <a:rPr lang="zh-CN" alt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arctan</m:t>
                        </m:r>
                      </m:fName>
                      <m:e>
                        <m:f>
                          <m:f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zh-CN" alt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arctan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20</m:t>
                                </m:r>
                              </m:num>
                              <m:den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60</m:t>
                                </m:r>
                              </m:den>
                            </m:f>
                          </m:e>
                        </m:func>
                      </m:e>
                    </m:func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=51.36</m:t>
                    </m:r>
                  </m:oMath>
                </a14:m>
                <a:r>
                  <a:rPr lang="zh-CN" altLang="en-US" sz="2800" i="1" dirty="0"/>
                  <a:t> </a:t>
                </a:r>
                <a:r>
                  <a:rPr lang="zh-CN" altLang="en-US" sz="2800" dirty="0"/>
                  <a:t>满足</a:t>
                </a:r>
              </a:p>
            </p:txBody>
          </p:sp>
        </mc:Choice>
        <mc:Fallback xmlns="">
          <p:sp>
            <p:nvSpPr>
              <p:cNvPr id="10" name="labelt">
                <a:extLst>
                  <a:ext uri="{FF2B5EF4-FFF2-40B4-BE49-F238E27FC236}">
                    <a16:creationId xmlns:a16="http://schemas.microsoft.com/office/drawing/2014/main" id="{8B007C3A-9725-09F0-D24A-F61749F1D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12" y="5406532"/>
                <a:ext cx="9748618" cy="1316258"/>
              </a:xfrm>
              <a:prstGeom prst="rect">
                <a:avLst/>
              </a:prstGeom>
              <a:blipFill>
                <a:blip r:embed="rId12"/>
                <a:stretch>
                  <a:fillRect l="-260" b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8237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01D241A-BBEB-E6CD-473E-5E81FB383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558" y="373324"/>
            <a:ext cx="11715752" cy="622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468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E6406AAB-6C6F-3163-5F84-7325D13325DB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微分（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）调节器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labelt">
                <a:extLst>
                  <a:ext uri="{FF2B5EF4-FFF2-40B4-BE49-F238E27FC236}">
                    <a16:creationId xmlns:a16="http://schemas.microsoft.com/office/drawing/2014/main" id="{BF26BE5F-0316-DF7D-CF11-DE4AD20D2EAA}"/>
                  </a:ext>
                </a:extLst>
              </p:cNvPr>
              <p:cNvSpPr txBox="1"/>
              <p:nvPr/>
            </p:nvSpPr>
            <p:spPr>
              <a:xfrm>
                <a:off x="2350790" y="1412776"/>
                <a:ext cx="6840760" cy="10965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nary>
                        <m:nary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labelt">
                <a:extLst>
                  <a:ext uri="{FF2B5EF4-FFF2-40B4-BE49-F238E27FC236}">
                    <a16:creationId xmlns:a16="http://schemas.microsoft.com/office/drawing/2014/main" id="{BF26BE5F-0316-DF7D-CF11-DE4AD20D2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790" y="1412776"/>
                <a:ext cx="6840760" cy="1096582"/>
              </a:xfrm>
              <a:prstGeom prst="rect">
                <a:avLst/>
              </a:prstGeom>
              <a:blipFill>
                <a:blip r:embed="rId3"/>
                <a:stretch>
                  <a:fillRect t="-157471" b="-2275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重要1">
            <a:extLst>
              <a:ext uri="{FF2B5EF4-FFF2-40B4-BE49-F238E27FC236}">
                <a16:creationId xmlns:a16="http://schemas.microsoft.com/office/drawing/2014/main" id="{22F49796-E505-7A9C-CFB1-97F42D3F275F}"/>
              </a:ext>
            </a:extLst>
          </p:cNvPr>
          <p:cNvSpPr txBox="1"/>
          <p:nvPr/>
        </p:nvSpPr>
        <p:spPr>
          <a:xfrm>
            <a:off x="6094288" y="292616"/>
            <a:ext cx="6004202" cy="576000"/>
          </a:xfrm>
          <a:prstGeom prst="roundRect">
            <a:avLst>
              <a:gd name="adj" fmla="val 22661"/>
            </a:avLst>
          </a:prstGeom>
          <a:solidFill>
            <a:srgbClr val="E448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kumimoji="1" lang="zh-CN" altLang="en-US" sz="3200" b="1" dirty="0">
                <a:solidFill>
                  <a:schemeClr val="bg1"/>
                </a:solidFill>
              </a:rPr>
              <a:t>无需知道精确的控制对象模型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labelt">
                <a:extLst>
                  <a:ext uri="{FF2B5EF4-FFF2-40B4-BE49-F238E27FC236}">
                    <a16:creationId xmlns:a16="http://schemas.microsoft.com/office/drawing/2014/main" id="{DC252349-E649-64AB-2FEF-A2E353A0142D}"/>
                  </a:ext>
                </a:extLst>
              </p:cNvPr>
              <p:cNvSpPr txBox="1"/>
              <p:nvPr/>
            </p:nvSpPr>
            <p:spPr>
              <a:xfrm>
                <a:off x="1834848" y="2780928"/>
                <a:ext cx="7872644" cy="10178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labelt">
                <a:extLst>
                  <a:ext uri="{FF2B5EF4-FFF2-40B4-BE49-F238E27FC236}">
                    <a16:creationId xmlns:a16="http://schemas.microsoft.com/office/drawing/2014/main" id="{DC252349-E649-64AB-2FEF-A2E353A01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4848" y="2780928"/>
                <a:ext cx="7872644" cy="1017843"/>
              </a:xfrm>
              <a:prstGeom prst="rect">
                <a:avLst/>
              </a:prstGeom>
              <a:blipFill>
                <a:blip r:embed="rId4"/>
                <a:stretch>
                  <a:fillRect l="-1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小标题1">
            <a:extLst>
              <a:ext uri="{FF2B5EF4-FFF2-40B4-BE49-F238E27FC236}">
                <a16:creationId xmlns:a16="http://schemas.microsoft.com/office/drawing/2014/main" id="{8D56D11C-8A87-51DD-DA12-39CB67D6573E}"/>
              </a:ext>
            </a:extLst>
          </p:cNvPr>
          <p:cNvSpPr/>
          <p:nvPr/>
        </p:nvSpPr>
        <p:spPr bwMode="auto">
          <a:xfrm>
            <a:off x="2914065" y="4426730"/>
            <a:ext cx="5714209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常采用试探法确定</a:t>
            </a:r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PID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参数</a:t>
            </a:r>
          </a:p>
        </p:txBody>
      </p:sp>
    </p:spTree>
    <p:extLst>
      <p:ext uri="{BB962C8B-B14F-4D97-AF65-F5344CB8AC3E}">
        <p14:creationId xmlns:p14="http://schemas.microsoft.com/office/powerpoint/2010/main" val="381368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E6406AAB-6C6F-3163-5F84-7325D13325DB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比例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微分（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）调节器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labelt">
                <a:extLst>
                  <a:ext uri="{FF2B5EF4-FFF2-40B4-BE49-F238E27FC236}">
                    <a16:creationId xmlns:a16="http://schemas.microsoft.com/office/drawing/2014/main" id="{8A033EAF-A4E0-8E42-1041-8358F4945B95}"/>
                  </a:ext>
                </a:extLst>
              </p:cNvPr>
              <p:cNvSpPr txBox="1"/>
              <p:nvPr/>
            </p:nvSpPr>
            <p:spPr>
              <a:xfrm>
                <a:off x="268976" y="1063822"/>
                <a:ext cx="4133698" cy="9570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labelt">
                <a:extLst>
                  <a:ext uri="{FF2B5EF4-FFF2-40B4-BE49-F238E27FC236}">
                    <a16:creationId xmlns:a16="http://schemas.microsoft.com/office/drawing/2014/main" id="{8A033EAF-A4E0-8E42-1041-8358F4945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76" y="1063822"/>
                <a:ext cx="4133698" cy="957057"/>
              </a:xfrm>
              <a:prstGeom prst="rect">
                <a:avLst/>
              </a:prstGeom>
              <a:blipFill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小标题1">
            <a:extLst>
              <a:ext uri="{FF2B5EF4-FFF2-40B4-BE49-F238E27FC236}">
                <a16:creationId xmlns:a16="http://schemas.microsoft.com/office/drawing/2014/main" id="{897F0AD8-849A-94F3-9B5B-B9F35DA84663}"/>
              </a:ext>
            </a:extLst>
          </p:cNvPr>
          <p:cNvSpPr/>
          <p:nvPr/>
        </p:nvSpPr>
        <p:spPr bwMode="auto">
          <a:xfrm>
            <a:off x="353563" y="2276872"/>
            <a:ext cx="5714209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积分校正低频，微分校正高频</a:t>
            </a:r>
          </a:p>
        </p:txBody>
      </p:sp>
      <p:grpSp>
        <p:nvGrpSpPr>
          <p:cNvPr id="9" name="坐标轴6">
            <a:extLst>
              <a:ext uri="{FF2B5EF4-FFF2-40B4-BE49-F238E27FC236}">
                <a16:creationId xmlns:a16="http://schemas.microsoft.com/office/drawing/2014/main" id="{AC5346BA-C77E-A9EC-8EDC-5BE4863A178A}"/>
              </a:ext>
            </a:extLst>
          </p:cNvPr>
          <p:cNvGrpSpPr/>
          <p:nvPr/>
        </p:nvGrpSpPr>
        <p:grpSpPr>
          <a:xfrm>
            <a:off x="8063346" y="825753"/>
            <a:ext cx="3694226" cy="2036997"/>
            <a:chOff x="155968" y="932888"/>
            <a:chExt cx="3694226" cy="2036997"/>
          </a:xfrm>
        </p:grpSpPr>
        <p:cxnSp>
          <p:nvCxnSpPr>
            <p:cNvPr id="10" name="x轴">
              <a:extLst>
                <a:ext uri="{FF2B5EF4-FFF2-40B4-BE49-F238E27FC236}">
                  <a16:creationId xmlns:a16="http://schemas.microsoft.com/office/drawing/2014/main" id="{C2B3788A-0538-FDFF-D103-A03147E46A93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1595595"/>
              <a:ext cx="314926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y轴">
              <a:extLst>
                <a:ext uri="{FF2B5EF4-FFF2-40B4-BE49-F238E27FC236}">
                  <a16:creationId xmlns:a16="http://schemas.microsoft.com/office/drawing/2014/main" id="{D01F1D8E-8D6D-E5D5-EFFE-6014A0D273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932888"/>
              <a:ext cx="12116" cy="17818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labelt">
                  <a:extLst>
                    <a:ext uri="{FF2B5EF4-FFF2-40B4-BE49-F238E27FC236}">
                      <a16:creationId xmlns:a16="http://schemas.microsoft.com/office/drawing/2014/main" id="{5FDDECF3-2A3E-D2C8-A856-C8C75091AD11}"/>
                    </a:ext>
                  </a:extLst>
                </p:cNvPr>
                <p:cNvSpPr txBox="1"/>
                <p:nvPr/>
              </p:nvSpPr>
              <p:spPr>
                <a:xfrm>
                  <a:off x="3329493" y="1025478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" name="labelt">
                  <a:extLst>
                    <a:ext uri="{FF2B5EF4-FFF2-40B4-BE49-F238E27FC236}">
                      <a16:creationId xmlns:a16="http://schemas.microsoft.com/office/drawing/2014/main" id="{5FDDECF3-2A3E-D2C8-A856-C8C75091AD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29493" y="1025478"/>
                  <a:ext cx="520701" cy="52469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label0">
                  <a:extLst>
                    <a:ext uri="{FF2B5EF4-FFF2-40B4-BE49-F238E27FC236}">
                      <a16:creationId xmlns:a16="http://schemas.microsoft.com/office/drawing/2014/main" id="{96A5EFE5-AD39-E84E-30DB-80A3351C2013}"/>
                    </a:ext>
                  </a:extLst>
                </p:cNvPr>
                <p:cNvSpPr txBox="1"/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8" name="label0">
                  <a:extLst>
                    <a:ext uri="{FF2B5EF4-FFF2-40B4-BE49-F238E27FC236}">
                      <a16:creationId xmlns:a16="http://schemas.microsoft.com/office/drawing/2014/main" id="{541A9BD1-048F-A7DC-9500-0A1759998F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968" y="2446665"/>
                  <a:ext cx="229717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10000" r="-7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响应6">
            <a:extLst>
              <a:ext uri="{FF2B5EF4-FFF2-40B4-BE49-F238E27FC236}">
                <a16:creationId xmlns:a16="http://schemas.microsoft.com/office/drawing/2014/main" id="{5AFE94FF-6FA9-EDA1-ABEC-8B0A018FB612}"/>
              </a:ext>
            </a:extLst>
          </p:cNvPr>
          <p:cNvSpPr/>
          <p:nvPr/>
        </p:nvSpPr>
        <p:spPr>
          <a:xfrm>
            <a:off x="8452912" y="1076374"/>
            <a:ext cx="2771259" cy="836562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030147 w 2419257"/>
              <a:gd name="connsiteY4" fmla="*/ 116999 h 956164"/>
              <a:gd name="connsiteX5" fmla="*/ 2419257 w 2419257"/>
              <a:gd name="connsiteY5" fmla="*/ 345525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100485 w 2419257"/>
              <a:gd name="connsiteY4" fmla="*/ 316291 h 956164"/>
              <a:gd name="connsiteX5" fmla="*/ 2419257 w 2419257"/>
              <a:gd name="connsiteY5" fmla="*/ 345525 h 956164"/>
              <a:gd name="connsiteX0" fmla="*/ 0 w 2419257"/>
              <a:gd name="connsiteY0" fmla="*/ 958926 h 958926"/>
              <a:gd name="connsiteX1" fmla="*/ 254643 w 2419257"/>
              <a:gd name="connsiteY1" fmla="*/ 38738 h 958926"/>
              <a:gd name="connsiteX2" fmla="*/ 486137 w 2419257"/>
              <a:gd name="connsiteY2" fmla="*/ 183422 h 958926"/>
              <a:gd name="connsiteX3" fmla="*/ 694777 w 2419257"/>
              <a:gd name="connsiteY3" fmla="*/ 289671 h 958926"/>
              <a:gd name="connsiteX4" fmla="*/ 1100485 w 2419257"/>
              <a:gd name="connsiteY4" fmla="*/ 319053 h 958926"/>
              <a:gd name="connsiteX5" fmla="*/ 2419257 w 2419257"/>
              <a:gd name="connsiteY5" fmla="*/ 348287 h 958926"/>
              <a:gd name="connsiteX0" fmla="*/ 0 w 2419257"/>
              <a:gd name="connsiteY0" fmla="*/ 937913 h 937913"/>
              <a:gd name="connsiteX1" fmla="*/ 254643 w 2419257"/>
              <a:gd name="connsiteY1" fmla="*/ 17725 h 937913"/>
              <a:gd name="connsiteX2" fmla="*/ 462691 w 2419257"/>
              <a:gd name="connsiteY2" fmla="*/ 326532 h 937913"/>
              <a:gd name="connsiteX3" fmla="*/ 694777 w 2419257"/>
              <a:gd name="connsiteY3" fmla="*/ 268658 h 937913"/>
              <a:gd name="connsiteX4" fmla="*/ 1100485 w 2419257"/>
              <a:gd name="connsiteY4" fmla="*/ 298040 h 937913"/>
              <a:gd name="connsiteX5" fmla="*/ 2419257 w 2419257"/>
              <a:gd name="connsiteY5" fmla="*/ 327274 h 937913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00485 w 2419257"/>
              <a:gd name="connsiteY4" fmla="*/ 141969 h 781842"/>
              <a:gd name="connsiteX5" fmla="*/ 2419257 w 2419257"/>
              <a:gd name="connsiteY5" fmla="*/ 171203 h 781842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12208 w 2419257"/>
              <a:gd name="connsiteY4" fmla="*/ 177138 h 781842"/>
              <a:gd name="connsiteX5" fmla="*/ 2419257 w 2419257"/>
              <a:gd name="connsiteY5" fmla="*/ 171203 h 781842"/>
              <a:gd name="connsiteX0" fmla="*/ 0 w 2419257"/>
              <a:gd name="connsiteY0" fmla="*/ 793164 h 793164"/>
              <a:gd name="connsiteX1" fmla="*/ 266366 w 2419257"/>
              <a:gd name="connsiteY1" fmla="*/ 37099 h 793164"/>
              <a:gd name="connsiteX2" fmla="*/ 694777 w 2419257"/>
              <a:gd name="connsiteY2" fmla="*/ 123909 h 793164"/>
              <a:gd name="connsiteX3" fmla="*/ 1112208 w 2419257"/>
              <a:gd name="connsiteY3" fmla="*/ 188460 h 793164"/>
              <a:gd name="connsiteX4" fmla="*/ 2419257 w 2419257"/>
              <a:gd name="connsiteY4" fmla="*/ 182525 h 793164"/>
              <a:gd name="connsiteX0" fmla="*/ 0 w 2419257"/>
              <a:gd name="connsiteY0" fmla="*/ 669255 h 669255"/>
              <a:gd name="connsiteX1" fmla="*/ 694777 w 2419257"/>
              <a:gd name="connsiteY1" fmla="*/ 0 h 669255"/>
              <a:gd name="connsiteX2" fmla="*/ 1112208 w 2419257"/>
              <a:gd name="connsiteY2" fmla="*/ 64551 h 669255"/>
              <a:gd name="connsiteX3" fmla="*/ 2419257 w 2419257"/>
              <a:gd name="connsiteY3" fmla="*/ 58616 h 669255"/>
              <a:gd name="connsiteX0" fmla="*/ 0 w 2419257"/>
              <a:gd name="connsiteY0" fmla="*/ 704753 h 704753"/>
              <a:gd name="connsiteX1" fmla="*/ 694777 w 2419257"/>
              <a:gd name="connsiteY1" fmla="*/ 35498 h 704753"/>
              <a:gd name="connsiteX2" fmla="*/ 2419257 w 2419257"/>
              <a:gd name="connsiteY2" fmla="*/ 94114 h 704753"/>
              <a:gd name="connsiteX0" fmla="*/ 0 w 2161350"/>
              <a:gd name="connsiteY0" fmla="*/ 671343 h 916489"/>
              <a:gd name="connsiteX1" fmla="*/ 694777 w 2161350"/>
              <a:gd name="connsiteY1" fmla="*/ 2088 h 916489"/>
              <a:gd name="connsiteX2" fmla="*/ 2161350 w 2161350"/>
              <a:gd name="connsiteY2" fmla="*/ 916489 h 916489"/>
              <a:gd name="connsiteX0" fmla="*/ 0 w 2137904"/>
              <a:gd name="connsiteY0" fmla="*/ 79523 h 1074946"/>
              <a:gd name="connsiteX1" fmla="*/ 671331 w 2137904"/>
              <a:gd name="connsiteY1" fmla="*/ 160545 h 1074946"/>
              <a:gd name="connsiteX2" fmla="*/ 2137904 w 2137904"/>
              <a:gd name="connsiteY2" fmla="*/ 1074946 h 1074946"/>
              <a:gd name="connsiteX0" fmla="*/ 0 w 2137904"/>
              <a:gd name="connsiteY0" fmla="*/ 0 h 995423"/>
              <a:gd name="connsiteX1" fmla="*/ 671331 w 2137904"/>
              <a:gd name="connsiteY1" fmla="*/ 81022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49627"/>
              <a:gd name="connsiteY0" fmla="*/ 0 h 819577"/>
              <a:gd name="connsiteX1" fmla="*/ 1058193 w 2149627"/>
              <a:gd name="connsiteY1" fmla="*/ 45853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069916 w 2149627"/>
              <a:gd name="connsiteY1" fmla="*/ 209976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290304"/>
              <a:gd name="connsiteY0" fmla="*/ 0 h 889916"/>
              <a:gd name="connsiteX1" fmla="*/ 1245763 w 2290304"/>
              <a:gd name="connsiteY1" fmla="*/ 303761 h 889916"/>
              <a:gd name="connsiteX2" fmla="*/ 2290304 w 2290304"/>
              <a:gd name="connsiteY2" fmla="*/ 889916 h 889916"/>
              <a:gd name="connsiteX0" fmla="*/ 0 w 2302027"/>
              <a:gd name="connsiteY0" fmla="*/ 0 h 901639"/>
              <a:gd name="connsiteX1" fmla="*/ 1257486 w 2302027"/>
              <a:gd name="connsiteY1" fmla="*/ 315484 h 901639"/>
              <a:gd name="connsiteX2" fmla="*/ 2302027 w 2302027"/>
              <a:gd name="connsiteY2" fmla="*/ 901639 h 901639"/>
              <a:gd name="connsiteX0" fmla="*/ 0 w 2384089"/>
              <a:gd name="connsiteY0" fmla="*/ 0 h 901639"/>
              <a:gd name="connsiteX1" fmla="*/ 1339548 w 2384089"/>
              <a:gd name="connsiteY1" fmla="*/ 315484 h 901639"/>
              <a:gd name="connsiteX2" fmla="*/ 2384089 w 2384089"/>
              <a:gd name="connsiteY2" fmla="*/ 901639 h 901639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02735"/>
              <a:gd name="connsiteY0" fmla="*/ 399624 h 855786"/>
              <a:gd name="connsiteX1" fmla="*/ 1327825 w 2102735"/>
              <a:gd name="connsiteY1" fmla="*/ 0 h 855786"/>
              <a:gd name="connsiteX2" fmla="*/ 2102735 w 2102735"/>
              <a:gd name="connsiteY2" fmla="*/ 855786 h 855786"/>
              <a:gd name="connsiteX0" fmla="*/ 0 w 2102735"/>
              <a:gd name="connsiteY0" fmla="*/ 0 h 456162"/>
              <a:gd name="connsiteX1" fmla="*/ 1151978 w 2102735"/>
              <a:gd name="connsiteY1" fmla="*/ 22407 h 456162"/>
              <a:gd name="connsiteX2" fmla="*/ 2102735 w 2102735"/>
              <a:gd name="connsiteY2" fmla="*/ 456162 h 456162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692699 h 801122"/>
              <a:gd name="connsiteX1" fmla="*/ 1151978 w 1997227"/>
              <a:gd name="connsiteY1" fmla="*/ 715106 h 801122"/>
              <a:gd name="connsiteX2" fmla="*/ 1997227 w 1997227"/>
              <a:gd name="connsiteY2" fmla="*/ 0 h 801122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997227 w 1997227"/>
              <a:gd name="connsiteY2" fmla="*/ 0 h 715106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744435 w 1997227"/>
              <a:gd name="connsiteY2" fmla="*/ 163233 h 715106"/>
              <a:gd name="connsiteX3" fmla="*/ 1997227 w 1997227"/>
              <a:gd name="connsiteY3" fmla="*/ 0 h 715106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744435 w 2360643"/>
              <a:gd name="connsiteY2" fmla="*/ 350802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835455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712335"/>
              <a:gd name="connsiteY0" fmla="*/ 856822 h 879229"/>
              <a:gd name="connsiteX1" fmla="*/ 835455 w 2712335"/>
              <a:gd name="connsiteY1" fmla="*/ 879229 h 879229"/>
              <a:gd name="connsiteX2" fmla="*/ 1826497 w 2712335"/>
              <a:gd name="connsiteY2" fmla="*/ 92894 h 879229"/>
              <a:gd name="connsiteX3" fmla="*/ 2712335 w 2712335"/>
              <a:gd name="connsiteY3" fmla="*/ 0 h 879229"/>
              <a:gd name="connsiteX0" fmla="*/ 0 w 2712335"/>
              <a:gd name="connsiteY0" fmla="*/ 923911 h 946318"/>
              <a:gd name="connsiteX1" fmla="*/ 835455 w 2712335"/>
              <a:gd name="connsiteY1" fmla="*/ 946318 h 946318"/>
              <a:gd name="connsiteX2" fmla="*/ 1674097 w 2712335"/>
              <a:gd name="connsiteY2" fmla="*/ 42753 h 946318"/>
              <a:gd name="connsiteX3" fmla="*/ 2712335 w 2712335"/>
              <a:gd name="connsiteY3" fmla="*/ 67089 h 946318"/>
              <a:gd name="connsiteX0" fmla="*/ 0 w 2641996"/>
              <a:gd name="connsiteY0" fmla="*/ 974053 h 996460"/>
              <a:gd name="connsiteX1" fmla="*/ 835455 w 2641996"/>
              <a:gd name="connsiteY1" fmla="*/ 996460 h 996460"/>
              <a:gd name="connsiteX2" fmla="*/ 1674097 w 2641996"/>
              <a:gd name="connsiteY2" fmla="*/ 92895 h 996460"/>
              <a:gd name="connsiteX3" fmla="*/ 2641996 w 2641996"/>
              <a:gd name="connsiteY3" fmla="*/ 0 h 996460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1146647 h 1146647"/>
              <a:gd name="connsiteX1" fmla="*/ 835455 w 2641996"/>
              <a:gd name="connsiteY1" fmla="*/ 1145608 h 1146647"/>
              <a:gd name="connsiteX2" fmla="*/ 1861667 w 2641996"/>
              <a:gd name="connsiteY2" fmla="*/ 31028 h 1146647"/>
              <a:gd name="connsiteX3" fmla="*/ 2641996 w 2641996"/>
              <a:gd name="connsiteY3" fmla="*/ 149148 h 1146647"/>
              <a:gd name="connsiteX0" fmla="*/ 0 w 3181258"/>
              <a:gd name="connsiteY0" fmla="*/ 1175472 h 1175472"/>
              <a:gd name="connsiteX1" fmla="*/ 835455 w 3181258"/>
              <a:gd name="connsiteY1" fmla="*/ 1174433 h 1175472"/>
              <a:gd name="connsiteX2" fmla="*/ 1861667 w 3181258"/>
              <a:gd name="connsiteY2" fmla="*/ 59853 h 1175472"/>
              <a:gd name="connsiteX3" fmla="*/ 3181258 w 3181258"/>
              <a:gd name="connsiteY3" fmla="*/ 13850 h 1175472"/>
              <a:gd name="connsiteX0" fmla="*/ 0 w 3228150"/>
              <a:gd name="connsiteY0" fmla="*/ 1179811 h 1179811"/>
              <a:gd name="connsiteX1" fmla="*/ 835455 w 3228150"/>
              <a:gd name="connsiteY1" fmla="*/ 1178772 h 1179811"/>
              <a:gd name="connsiteX2" fmla="*/ 1861667 w 3228150"/>
              <a:gd name="connsiteY2" fmla="*/ 64192 h 1179811"/>
              <a:gd name="connsiteX3" fmla="*/ 3228150 w 3228150"/>
              <a:gd name="connsiteY3" fmla="*/ 6466 h 1179811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39874"/>
              <a:gd name="connsiteY0" fmla="*/ 1168398 h 1168398"/>
              <a:gd name="connsiteX1" fmla="*/ 835455 w 3239874"/>
              <a:gd name="connsiteY1" fmla="*/ 1167359 h 1168398"/>
              <a:gd name="connsiteX2" fmla="*/ 1861667 w 3239874"/>
              <a:gd name="connsiteY2" fmla="*/ 52779 h 1168398"/>
              <a:gd name="connsiteX3" fmla="*/ 3239874 w 3239874"/>
              <a:gd name="connsiteY3" fmla="*/ 30223 h 1168398"/>
              <a:gd name="connsiteX0" fmla="*/ 0 w 3239874"/>
              <a:gd name="connsiteY0" fmla="*/ 1171159 h 1171159"/>
              <a:gd name="connsiteX1" fmla="*/ 835455 w 3239874"/>
              <a:gd name="connsiteY1" fmla="*/ 1170120 h 1171159"/>
              <a:gd name="connsiteX2" fmla="*/ 1861667 w 3239874"/>
              <a:gd name="connsiteY2" fmla="*/ 55540 h 1171159"/>
              <a:gd name="connsiteX3" fmla="*/ 3239874 w 3239874"/>
              <a:gd name="connsiteY3" fmla="*/ 32984 h 1171159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04705"/>
              <a:gd name="connsiteY0" fmla="*/ 1115619 h 1115619"/>
              <a:gd name="connsiteX1" fmla="*/ 835455 w 3204705"/>
              <a:gd name="connsiteY1" fmla="*/ 1114580 h 1115619"/>
              <a:gd name="connsiteX2" fmla="*/ 1861667 w 3204705"/>
              <a:gd name="connsiteY2" fmla="*/ 0 h 1115619"/>
              <a:gd name="connsiteX3" fmla="*/ 3204705 w 3204705"/>
              <a:gd name="connsiteY3" fmla="*/ 12614 h 1115619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1861667 w 3216428"/>
              <a:gd name="connsiteY2" fmla="*/ 10832 h 1126451"/>
              <a:gd name="connsiteX3" fmla="*/ 3216428 w 3216428"/>
              <a:gd name="connsiteY3" fmla="*/ 0 h 1126451"/>
              <a:gd name="connsiteX0" fmla="*/ 0 w 3192365"/>
              <a:gd name="connsiteY0" fmla="*/ 7514 h 1125412"/>
              <a:gd name="connsiteX1" fmla="*/ 811392 w 3192365"/>
              <a:gd name="connsiteY1" fmla="*/ 1125412 h 1125412"/>
              <a:gd name="connsiteX2" fmla="*/ 1837604 w 3192365"/>
              <a:gd name="connsiteY2" fmla="*/ 10832 h 1125412"/>
              <a:gd name="connsiteX3" fmla="*/ 3192365 w 3192365"/>
              <a:gd name="connsiteY3" fmla="*/ 0 h 1125412"/>
              <a:gd name="connsiteX0" fmla="*/ 0 w 3192365"/>
              <a:gd name="connsiteY0" fmla="*/ 158871 h 193929"/>
              <a:gd name="connsiteX1" fmla="*/ 642950 w 3192365"/>
              <a:gd name="connsiteY1" fmla="*/ 193927 h 193929"/>
              <a:gd name="connsiteX2" fmla="*/ 1837604 w 3192365"/>
              <a:gd name="connsiteY2" fmla="*/ 162189 h 193929"/>
              <a:gd name="connsiteX3" fmla="*/ 3192365 w 3192365"/>
              <a:gd name="connsiteY3" fmla="*/ 151357 h 193929"/>
              <a:gd name="connsiteX0" fmla="*/ 0 w 3192365"/>
              <a:gd name="connsiteY0" fmla="*/ 187180 h 206567"/>
              <a:gd name="connsiteX1" fmla="*/ 654981 w 3192365"/>
              <a:gd name="connsiteY1" fmla="*/ 186141 h 206567"/>
              <a:gd name="connsiteX2" fmla="*/ 1837604 w 3192365"/>
              <a:gd name="connsiteY2" fmla="*/ 190498 h 206567"/>
              <a:gd name="connsiteX3" fmla="*/ 3192365 w 3192365"/>
              <a:gd name="connsiteY3" fmla="*/ 179666 h 206567"/>
              <a:gd name="connsiteX0" fmla="*/ 0 w 3192365"/>
              <a:gd name="connsiteY0" fmla="*/ 7514 h 380778"/>
              <a:gd name="connsiteX1" fmla="*/ 654981 w 3192365"/>
              <a:gd name="connsiteY1" fmla="*/ 6475 h 380778"/>
              <a:gd name="connsiteX2" fmla="*/ 1837604 w 3192365"/>
              <a:gd name="connsiteY2" fmla="*/ 10832 h 380778"/>
              <a:gd name="connsiteX3" fmla="*/ 3192365 w 3192365"/>
              <a:gd name="connsiteY3" fmla="*/ 0 h 380778"/>
              <a:gd name="connsiteX0" fmla="*/ 0 w 3192365"/>
              <a:gd name="connsiteY0" fmla="*/ 7514 h 372010"/>
              <a:gd name="connsiteX1" fmla="*/ 654981 w 3192365"/>
              <a:gd name="connsiteY1" fmla="*/ 6475 h 372010"/>
              <a:gd name="connsiteX2" fmla="*/ 1195745 w 3192365"/>
              <a:gd name="connsiteY2" fmla="*/ 372009 h 372010"/>
              <a:gd name="connsiteX3" fmla="*/ 1837604 w 3192365"/>
              <a:gd name="connsiteY3" fmla="*/ 10832 h 372010"/>
              <a:gd name="connsiteX4" fmla="*/ 3192365 w 3192365"/>
              <a:gd name="connsiteY4" fmla="*/ 0 h 372010"/>
              <a:gd name="connsiteX0" fmla="*/ 0 w 3192365"/>
              <a:gd name="connsiteY0" fmla="*/ 7514 h 937494"/>
              <a:gd name="connsiteX1" fmla="*/ 654981 w 3192365"/>
              <a:gd name="connsiteY1" fmla="*/ 6475 h 937494"/>
              <a:gd name="connsiteX2" fmla="*/ 1219808 w 3192365"/>
              <a:gd name="connsiteY2" fmla="*/ 937494 h 937494"/>
              <a:gd name="connsiteX3" fmla="*/ 1837604 w 3192365"/>
              <a:gd name="connsiteY3" fmla="*/ 10832 h 937494"/>
              <a:gd name="connsiteX4" fmla="*/ 3192365 w 3192365"/>
              <a:gd name="connsiteY4" fmla="*/ 0 h 937494"/>
              <a:gd name="connsiteX0" fmla="*/ 0 w 3192365"/>
              <a:gd name="connsiteY0" fmla="*/ 7514 h 937494"/>
              <a:gd name="connsiteX1" fmla="*/ 654981 w 3192365"/>
              <a:gd name="connsiteY1" fmla="*/ 6475 h 937494"/>
              <a:gd name="connsiteX2" fmla="*/ 1219808 w 3192365"/>
              <a:gd name="connsiteY2" fmla="*/ 937494 h 937494"/>
              <a:gd name="connsiteX3" fmla="*/ 1837604 w 3192365"/>
              <a:gd name="connsiteY3" fmla="*/ 10832 h 937494"/>
              <a:gd name="connsiteX4" fmla="*/ 3192365 w 3192365"/>
              <a:gd name="connsiteY4" fmla="*/ 0 h 937494"/>
              <a:gd name="connsiteX0" fmla="*/ 0 w 3192365"/>
              <a:gd name="connsiteY0" fmla="*/ 7514 h 943059"/>
              <a:gd name="connsiteX1" fmla="*/ 654981 w 3192365"/>
              <a:gd name="connsiteY1" fmla="*/ 6475 h 943059"/>
              <a:gd name="connsiteX2" fmla="*/ 1219808 w 3192365"/>
              <a:gd name="connsiteY2" fmla="*/ 937494 h 943059"/>
              <a:gd name="connsiteX3" fmla="*/ 1801510 w 3192365"/>
              <a:gd name="connsiteY3" fmla="*/ 901169 h 943059"/>
              <a:gd name="connsiteX4" fmla="*/ 3192365 w 3192365"/>
              <a:gd name="connsiteY4" fmla="*/ 0 h 943059"/>
              <a:gd name="connsiteX0" fmla="*/ 0 w 3192365"/>
              <a:gd name="connsiteY0" fmla="*/ 7514 h 943059"/>
              <a:gd name="connsiteX1" fmla="*/ 654981 w 3192365"/>
              <a:gd name="connsiteY1" fmla="*/ 6475 h 943059"/>
              <a:gd name="connsiteX2" fmla="*/ 1219808 w 3192365"/>
              <a:gd name="connsiteY2" fmla="*/ 937494 h 943059"/>
              <a:gd name="connsiteX3" fmla="*/ 1801510 w 3192365"/>
              <a:gd name="connsiteY3" fmla="*/ 901169 h 943059"/>
              <a:gd name="connsiteX4" fmla="*/ 1989829 w 3192365"/>
              <a:gd name="connsiteY4" fmla="*/ 757019 h 943059"/>
              <a:gd name="connsiteX5" fmla="*/ 3192365 w 3192365"/>
              <a:gd name="connsiteY5" fmla="*/ 0 h 943059"/>
              <a:gd name="connsiteX0" fmla="*/ 0 w 3192365"/>
              <a:gd name="connsiteY0" fmla="*/ 7514 h 943059"/>
              <a:gd name="connsiteX1" fmla="*/ 654981 w 3192365"/>
              <a:gd name="connsiteY1" fmla="*/ 6475 h 943059"/>
              <a:gd name="connsiteX2" fmla="*/ 1219808 w 3192365"/>
              <a:gd name="connsiteY2" fmla="*/ 937494 h 943059"/>
              <a:gd name="connsiteX3" fmla="*/ 1801510 w 3192365"/>
              <a:gd name="connsiteY3" fmla="*/ 901169 h 943059"/>
              <a:gd name="connsiteX4" fmla="*/ 2471092 w 3192365"/>
              <a:gd name="connsiteY4" fmla="*/ 35124 h 943059"/>
              <a:gd name="connsiteX5" fmla="*/ 3192365 w 3192365"/>
              <a:gd name="connsiteY5" fmla="*/ 0 h 943059"/>
              <a:gd name="connsiteX0" fmla="*/ 0 w 3192365"/>
              <a:gd name="connsiteY0" fmla="*/ 7514 h 949095"/>
              <a:gd name="connsiteX1" fmla="*/ 654981 w 3192365"/>
              <a:gd name="connsiteY1" fmla="*/ 6475 h 949095"/>
              <a:gd name="connsiteX2" fmla="*/ 1219808 w 3192365"/>
              <a:gd name="connsiteY2" fmla="*/ 937494 h 949095"/>
              <a:gd name="connsiteX3" fmla="*/ 1945889 w 3192365"/>
              <a:gd name="connsiteY3" fmla="*/ 913201 h 949095"/>
              <a:gd name="connsiteX4" fmla="*/ 2471092 w 3192365"/>
              <a:gd name="connsiteY4" fmla="*/ 35124 h 949095"/>
              <a:gd name="connsiteX5" fmla="*/ 3192365 w 3192365"/>
              <a:gd name="connsiteY5" fmla="*/ 0 h 949095"/>
              <a:gd name="connsiteX0" fmla="*/ 0 w 3192365"/>
              <a:gd name="connsiteY0" fmla="*/ 7514 h 937510"/>
              <a:gd name="connsiteX1" fmla="*/ 654981 w 3192365"/>
              <a:gd name="connsiteY1" fmla="*/ 6475 h 937510"/>
              <a:gd name="connsiteX2" fmla="*/ 1219808 w 3192365"/>
              <a:gd name="connsiteY2" fmla="*/ 937494 h 937510"/>
              <a:gd name="connsiteX3" fmla="*/ 1945889 w 3192365"/>
              <a:gd name="connsiteY3" fmla="*/ 913201 h 937510"/>
              <a:gd name="connsiteX4" fmla="*/ 2471092 w 3192365"/>
              <a:gd name="connsiteY4" fmla="*/ 35124 h 937510"/>
              <a:gd name="connsiteX5" fmla="*/ 3192365 w 3192365"/>
              <a:gd name="connsiteY5" fmla="*/ 0 h 937510"/>
              <a:gd name="connsiteX0" fmla="*/ 0 w 3192365"/>
              <a:gd name="connsiteY0" fmla="*/ 7514 h 937494"/>
              <a:gd name="connsiteX1" fmla="*/ 654981 w 3192365"/>
              <a:gd name="connsiteY1" fmla="*/ 6475 h 937494"/>
              <a:gd name="connsiteX2" fmla="*/ 1219808 w 3192365"/>
              <a:gd name="connsiteY2" fmla="*/ 937494 h 937494"/>
              <a:gd name="connsiteX3" fmla="*/ 1945889 w 3192365"/>
              <a:gd name="connsiteY3" fmla="*/ 937264 h 937494"/>
              <a:gd name="connsiteX4" fmla="*/ 2471092 w 3192365"/>
              <a:gd name="connsiteY4" fmla="*/ 35124 h 937494"/>
              <a:gd name="connsiteX5" fmla="*/ 3192365 w 3192365"/>
              <a:gd name="connsiteY5" fmla="*/ 0 h 937494"/>
              <a:gd name="connsiteX0" fmla="*/ 0 w 3192365"/>
              <a:gd name="connsiteY0" fmla="*/ 7514 h 937494"/>
              <a:gd name="connsiteX1" fmla="*/ 654981 w 3192365"/>
              <a:gd name="connsiteY1" fmla="*/ 6475 h 937494"/>
              <a:gd name="connsiteX2" fmla="*/ 1219808 w 3192365"/>
              <a:gd name="connsiteY2" fmla="*/ 937494 h 937494"/>
              <a:gd name="connsiteX3" fmla="*/ 1945889 w 3192365"/>
              <a:gd name="connsiteY3" fmla="*/ 937264 h 937494"/>
              <a:gd name="connsiteX4" fmla="*/ 2471092 w 3192365"/>
              <a:gd name="connsiteY4" fmla="*/ 35124 h 937494"/>
              <a:gd name="connsiteX5" fmla="*/ 3192365 w 3192365"/>
              <a:gd name="connsiteY5" fmla="*/ 0 h 937494"/>
              <a:gd name="connsiteX0" fmla="*/ 0 w 3192365"/>
              <a:gd name="connsiteY0" fmla="*/ 7514 h 937494"/>
              <a:gd name="connsiteX1" fmla="*/ 654981 w 3192365"/>
              <a:gd name="connsiteY1" fmla="*/ 6475 h 937494"/>
              <a:gd name="connsiteX2" fmla="*/ 1219808 w 3192365"/>
              <a:gd name="connsiteY2" fmla="*/ 937494 h 937494"/>
              <a:gd name="connsiteX3" fmla="*/ 1945889 w 3192365"/>
              <a:gd name="connsiteY3" fmla="*/ 937264 h 937494"/>
              <a:gd name="connsiteX4" fmla="*/ 2471092 w 3192365"/>
              <a:gd name="connsiteY4" fmla="*/ 35124 h 937494"/>
              <a:gd name="connsiteX5" fmla="*/ 3192365 w 3192365"/>
              <a:gd name="connsiteY5" fmla="*/ 0 h 937494"/>
              <a:gd name="connsiteX0" fmla="*/ 0 w 2867512"/>
              <a:gd name="connsiteY0" fmla="*/ 1039 h 931019"/>
              <a:gd name="connsiteX1" fmla="*/ 654981 w 2867512"/>
              <a:gd name="connsiteY1" fmla="*/ 0 h 931019"/>
              <a:gd name="connsiteX2" fmla="*/ 1219808 w 2867512"/>
              <a:gd name="connsiteY2" fmla="*/ 931019 h 931019"/>
              <a:gd name="connsiteX3" fmla="*/ 1945889 w 2867512"/>
              <a:gd name="connsiteY3" fmla="*/ 930789 h 931019"/>
              <a:gd name="connsiteX4" fmla="*/ 2471092 w 2867512"/>
              <a:gd name="connsiteY4" fmla="*/ 28649 h 931019"/>
              <a:gd name="connsiteX5" fmla="*/ 2867512 w 2867512"/>
              <a:gd name="connsiteY5" fmla="*/ 17589 h 931019"/>
              <a:gd name="connsiteX0" fmla="*/ 0 w 2867512"/>
              <a:gd name="connsiteY0" fmla="*/ 1039 h 931019"/>
              <a:gd name="connsiteX1" fmla="*/ 654981 w 2867512"/>
              <a:gd name="connsiteY1" fmla="*/ 0 h 931019"/>
              <a:gd name="connsiteX2" fmla="*/ 1219808 w 2867512"/>
              <a:gd name="connsiteY2" fmla="*/ 931019 h 931019"/>
              <a:gd name="connsiteX3" fmla="*/ 1945889 w 2867512"/>
              <a:gd name="connsiteY3" fmla="*/ 930789 h 931019"/>
              <a:gd name="connsiteX4" fmla="*/ 2471092 w 2867512"/>
              <a:gd name="connsiteY4" fmla="*/ 28649 h 931019"/>
              <a:gd name="connsiteX5" fmla="*/ 2867512 w 2867512"/>
              <a:gd name="connsiteY5" fmla="*/ 17589 h 931019"/>
              <a:gd name="connsiteX0" fmla="*/ 0 w 2867512"/>
              <a:gd name="connsiteY0" fmla="*/ 1039 h 931019"/>
              <a:gd name="connsiteX1" fmla="*/ 414350 w 2867512"/>
              <a:gd name="connsiteY1" fmla="*/ 0 h 931019"/>
              <a:gd name="connsiteX2" fmla="*/ 1219808 w 2867512"/>
              <a:gd name="connsiteY2" fmla="*/ 931019 h 931019"/>
              <a:gd name="connsiteX3" fmla="*/ 1945889 w 2867512"/>
              <a:gd name="connsiteY3" fmla="*/ 930789 h 931019"/>
              <a:gd name="connsiteX4" fmla="*/ 2471092 w 2867512"/>
              <a:gd name="connsiteY4" fmla="*/ 28649 h 931019"/>
              <a:gd name="connsiteX5" fmla="*/ 2867512 w 2867512"/>
              <a:gd name="connsiteY5" fmla="*/ 17589 h 931019"/>
              <a:gd name="connsiteX0" fmla="*/ 0 w 2867512"/>
              <a:gd name="connsiteY0" fmla="*/ 1039 h 943051"/>
              <a:gd name="connsiteX1" fmla="*/ 414350 w 2867512"/>
              <a:gd name="connsiteY1" fmla="*/ 0 h 943051"/>
              <a:gd name="connsiteX2" fmla="*/ 979176 w 2867512"/>
              <a:gd name="connsiteY2" fmla="*/ 943051 h 943051"/>
              <a:gd name="connsiteX3" fmla="*/ 1945889 w 2867512"/>
              <a:gd name="connsiteY3" fmla="*/ 930789 h 943051"/>
              <a:gd name="connsiteX4" fmla="*/ 2471092 w 2867512"/>
              <a:gd name="connsiteY4" fmla="*/ 28649 h 943051"/>
              <a:gd name="connsiteX5" fmla="*/ 2867512 w 2867512"/>
              <a:gd name="connsiteY5" fmla="*/ 17589 h 943051"/>
              <a:gd name="connsiteX0" fmla="*/ 0 w 2867512"/>
              <a:gd name="connsiteY0" fmla="*/ 1039 h 966884"/>
              <a:gd name="connsiteX1" fmla="*/ 414350 w 2867512"/>
              <a:gd name="connsiteY1" fmla="*/ 0 h 966884"/>
              <a:gd name="connsiteX2" fmla="*/ 979176 w 2867512"/>
              <a:gd name="connsiteY2" fmla="*/ 943051 h 966884"/>
              <a:gd name="connsiteX3" fmla="*/ 1753383 w 2867512"/>
              <a:gd name="connsiteY3" fmla="*/ 966884 h 966884"/>
              <a:gd name="connsiteX4" fmla="*/ 2471092 w 2867512"/>
              <a:gd name="connsiteY4" fmla="*/ 28649 h 966884"/>
              <a:gd name="connsiteX5" fmla="*/ 2867512 w 2867512"/>
              <a:gd name="connsiteY5" fmla="*/ 17589 h 966884"/>
              <a:gd name="connsiteX0" fmla="*/ 0 w 2867512"/>
              <a:gd name="connsiteY0" fmla="*/ 1039 h 943051"/>
              <a:gd name="connsiteX1" fmla="*/ 414350 w 2867512"/>
              <a:gd name="connsiteY1" fmla="*/ 0 h 943051"/>
              <a:gd name="connsiteX2" fmla="*/ 979176 w 2867512"/>
              <a:gd name="connsiteY2" fmla="*/ 943051 h 943051"/>
              <a:gd name="connsiteX3" fmla="*/ 1693225 w 2867512"/>
              <a:gd name="connsiteY3" fmla="*/ 918758 h 943051"/>
              <a:gd name="connsiteX4" fmla="*/ 2471092 w 2867512"/>
              <a:gd name="connsiteY4" fmla="*/ 28649 h 943051"/>
              <a:gd name="connsiteX5" fmla="*/ 2867512 w 2867512"/>
              <a:gd name="connsiteY5" fmla="*/ 17589 h 943051"/>
              <a:gd name="connsiteX0" fmla="*/ 0 w 2867512"/>
              <a:gd name="connsiteY0" fmla="*/ 1039 h 954853"/>
              <a:gd name="connsiteX1" fmla="*/ 414350 w 2867512"/>
              <a:gd name="connsiteY1" fmla="*/ 0 h 954853"/>
              <a:gd name="connsiteX2" fmla="*/ 979176 w 2867512"/>
              <a:gd name="connsiteY2" fmla="*/ 943051 h 954853"/>
              <a:gd name="connsiteX3" fmla="*/ 1633067 w 2867512"/>
              <a:gd name="connsiteY3" fmla="*/ 954853 h 954853"/>
              <a:gd name="connsiteX4" fmla="*/ 2471092 w 2867512"/>
              <a:gd name="connsiteY4" fmla="*/ 28649 h 954853"/>
              <a:gd name="connsiteX5" fmla="*/ 2867512 w 2867512"/>
              <a:gd name="connsiteY5" fmla="*/ 17589 h 954853"/>
              <a:gd name="connsiteX0" fmla="*/ 0 w 2867512"/>
              <a:gd name="connsiteY0" fmla="*/ 1039 h 954853"/>
              <a:gd name="connsiteX1" fmla="*/ 414350 w 2867512"/>
              <a:gd name="connsiteY1" fmla="*/ 0 h 954853"/>
              <a:gd name="connsiteX2" fmla="*/ 979176 w 2867512"/>
              <a:gd name="connsiteY2" fmla="*/ 943051 h 954853"/>
              <a:gd name="connsiteX3" fmla="*/ 1633067 w 2867512"/>
              <a:gd name="connsiteY3" fmla="*/ 954853 h 954853"/>
              <a:gd name="connsiteX4" fmla="*/ 2158271 w 2867512"/>
              <a:gd name="connsiteY4" fmla="*/ 16617 h 954853"/>
              <a:gd name="connsiteX5" fmla="*/ 2867512 w 2867512"/>
              <a:gd name="connsiteY5" fmla="*/ 17589 h 954853"/>
              <a:gd name="connsiteX0" fmla="*/ 0 w 2771259"/>
              <a:gd name="connsiteY0" fmla="*/ 1039 h 954853"/>
              <a:gd name="connsiteX1" fmla="*/ 414350 w 2771259"/>
              <a:gd name="connsiteY1" fmla="*/ 0 h 954853"/>
              <a:gd name="connsiteX2" fmla="*/ 979176 w 2771259"/>
              <a:gd name="connsiteY2" fmla="*/ 943051 h 954853"/>
              <a:gd name="connsiteX3" fmla="*/ 1633067 w 2771259"/>
              <a:gd name="connsiteY3" fmla="*/ 954853 h 954853"/>
              <a:gd name="connsiteX4" fmla="*/ 2158271 w 2771259"/>
              <a:gd name="connsiteY4" fmla="*/ 16617 h 954853"/>
              <a:gd name="connsiteX5" fmla="*/ 2771259 w 2771259"/>
              <a:gd name="connsiteY5" fmla="*/ 17589 h 954853"/>
              <a:gd name="connsiteX0" fmla="*/ 0 w 2771259"/>
              <a:gd name="connsiteY0" fmla="*/ 1039 h 943051"/>
              <a:gd name="connsiteX1" fmla="*/ 414350 w 2771259"/>
              <a:gd name="connsiteY1" fmla="*/ 0 h 943051"/>
              <a:gd name="connsiteX2" fmla="*/ 979176 w 2771259"/>
              <a:gd name="connsiteY2" fmla="*/ 943051 h 943051"/>
              <a:gd name="connsiteX3" fmla="*/ 1609004 w 2771259"/>
              <a:gd name="connsiteY3" fmla="*/ 942822 h 943051"/>
              <a:gd name="connsiteX4" fmla="*/ 2158271 w 2771259"/>
              <a:gd name="connsiteY4" fmla="*/ 16617 h 943051"/>
              <a:gd name="connsiteX5" fmla="*/ 2771259 w 2771259"/>
              <a:gd name="connsiteY5" fmla="*/ 17589 h 943051"/>
              <a:gd name="connsiteX0" fmla="*/ 0 w 2771259"/>
              <a:gd name="connsiteY0" fmla="*/ 0 h 942012"/>
              <a:gd name="connsiteX1" fmla="*/ 979176 w 2771259"/>
              <a:gd name="connsiteY1" fmla="*/ 942012 h 942012"/>
              <a:gd name="connsiteX2" fmla="*/ 1609004 w 2771259"/>
              <a:gd name="connsiteY2" fmla="*/ 941783 h 942012"/>
              <a:gd name="connsiteX3" fmla="*/ 2158271 w 2771259"/>
              <a:gd name="connsiteY3" fmla="*/ 15578 h 942012"/>
              <a:gd name="connsiteX4" fmla="*/ 2771259 w 2771259"/>
              <a:gd name="connsiteY4" fmla="*/ 16550 h 942012"/>
              <a:gd name="connsiteX0" fmla="*/ 0 w 2771259"/>
              <a:gd name="connsiteY0" fmla="*/ 0 h 942012"/>
              <a:gd name="connsiteX1" fmla="*/ 979176 w 2771259"/>
              <a:gd name="connsiteY1" fmla="*/ 942012 h 942012"/>
              <a:gd name="connsiteX2" fmla="*/ 1609004 w 2771259"/>
              <a:gd name="connsiteY2" fmla="*/ 941783 h 942012"/>
              <a:gd name="connsiteX3" fmla="*/ 2771259 w 2771259"/>
              <a:gd name="connsiteY3" fmla="*/ 16550 h 942012"/>
              <a:gd name="connsiteX0" fmla="*/ 0 w 2758559"/>
              <a:gd name="connsiteY0" fmla="*/ 402550 h 1344562"/>
              <a:gd name="connsiteX1" fmla="*/ 979176 w 2758559"/>
              <a:gd name="connsiteY1" fmla="*/ 1344562 h 1344562"/>
              <a:gd name="connsiteX2" fmla="*/ 1609004 w 2758559"/>
              <a:gd name="connsiteY2" fmla="*/ 1344333 h 1344562"/>
              <a:gd name="connsiteX3" fmla="*/ 2758559 w 2758559"/>
              <a:gd name="connsiteY3" fmla="*/ 0 h 1344562"/>
              <a:gd name="connsiteX0" fmla="*/ 0 w 2771259"/>
              <a:gd name="connsiteY0" fmla="*/ 110450 h 1344562"/>
              <a:gd name="connsiteX1" fmla="*/ 991876 w 2771259"/>
              <a:gd name="connsiteY1" fmla="*/ 1344562 h 1344562"/>
              <a:gd name="connsiteX2" fmla="*/ 1621704 w 2771259"/>
              <a:gd name="connsiteY2" fmla="*/ 1344333 h 1344562"/>
              <a:gd name="connsiteX3" fmla="*/ 2771259 w 2771259"/>
              <a:gd name="connsiteY3" fmla="*/ 0 h 1344562"/>
              <a:gd name="connsiteX0" fmla="*/ 0 w 2771259"/>
              <a:gd name="connsiteY0" fmla="*/ 110450 h 1344333"/>
              <a:gd name="connsiteX1" fmla="*/ 979176 w 2771259"/>
              <a:gd name="connsiteY1" fmla="*/ 836562 h 1344333"/>
              <a:gd name="connsiteX2" fmla="*/ 1621704 w 2771259"/>
              <a:gd name="connsiteY2" fmla="*/ 1344333 h 1344333"/>
              <a:gd name="connsiteX3" fmla="*/ 2771259 w 2771259"/>
              <a:gd name="connsiteY3" fmla="*/ 0 h 1344333"/>
              <a:gd name="connsiteX0" fmla="*/ 0 w 2771259"/>
              <a:gd name="connsiteY0" fmla="*/ 110450 h 836562"/>
              <a:gd name="connsiteX1" fmla="*/ 979176 w 2771259"/>
              <a:gd name="connsiteY1" fmla="*/ 836562 h 836562"/>
              <a:gd name="connsiteX2" fmla="*/ 1736004 w 2771259"/>
              <a:gd name="connsiteY2" fmla="*/ 836333 h 836562"/>
              <a:gd name="connsiteX3" fmla="*/ 2771259 w 2771259"/>
              <a:gd name="connsiteY3" fmla="*/ 0 h 836562"/>
              <a:gd name="connsiteX0" fmla="*/ 0 w 2771259"/>
              <a:gd name="connsiteY0" fmla="*/ 110450 h 849033"/>
              <a:gd name="connsiteX1" fmla="*/ 979176 w 2771259"/>
              <a:gd name="connsiteY1" fmla="*/ 836562 h 849033"/>
              <a:gd name="connsiteX2" fmla="*/ 1799504 w 2771259"/>
              <a:gd name="connsiteY2" fmla="*/ 849033 h 849033"/>
              <a:gd name="connsiteX3" fmla="*/ 2771259 w 2771259"/>
              <a:gd name="connsiteY3" fmla="*/ 0 h 849033"/>
              <a:gd name="connsiteX0" fmla="*/ 0 w 2771259"/>
              <a:gd name="connsiteY0" fmla="*/ 110450 h 836562"/>
              <a:gd name="connsiteX1" fmla="*/ 979176 w 2771259"/>
              <a:gd name="connsiteY1" fmla="*/ 836562 h 836562"/>
              <a:gd name="connsiteX2" fmla="*/ 1774104 w 2771259"/>
              <a:gd name="connsiteY2" fmla="*/ 836333 h 836562"/>
              <a:gd name="connsiteX3" fmla="*/ 2771259 w 2771259"/>
              <a:gd name="connsiteY3" fmla="*/ 0 h 836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1259" h="836562">
                <a:moveTo>
                  <a:pt x="0" y="110450"/>
                </a:moveTo>
                <a:lnTo>
                  <a:pt x="979176" y="836562"/>
                </a:lnTo>
                <a:lnTo>
                  <a:pt x="1774104" y="836333"/>
                </a:lnTo>
                <a:lnTo>
                  <a:pt x="2771259" y="0"/>
                </a:ln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6" name="坐标轴6">
            <a:extLst>
              <a:ext uri="{FF2B5EF4-FFF2-40B4-BE49-F238E27FC236}">
                <a16:creationId xmlns:a16="http://schemas.microsoft.com/office/drawing/2014/main" id="{C2E1FB0E-074F-B31F-E322-B79AFC5FBDB9}"/>
              </a:ext>
            </a:extLst>
          </p:cNvPr>
          <p:cNvGrpSpPr/>
          <p:nvPr/>
        </p:nvGrpSpPr>
        <p:grpSpPr>
          <a:xfrm>
            <a:off x="7915595" y="3303376"/>
            <a:ext cx="3787315" cy="1781808"/>
            <a:chOff x="7559" y="932888"/>
            <a:chExt cx="3787315" cy="1781808"/>
          </a:xfrm>
        </p:grpSpPr>
        <p:cxnSp>
          <p:nvCxnSpPr>
            <p:cNvPr id="17" name="x轴">
              <a:extLst>
                <a:ext uri="{FF2B5EF4-FFF2-40B4-BE49-F238E27FC236}">
                  <a16:creationId xmlns:a16="http://schemas.microsoft.com/office/drawing/2014/main" id="{7A9EC372-ABEB-3203-009E-8E2F9E22F4CF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1854276"/>
              <a:ext cx="314926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y轴">
              <a:extLst>
                <a:ext uri="{FF2B5EF4-FFF2-40B4-BE49-F238E27FC236}">
                  <a16:creationId xmlns:a16="http://schemas.microsoft.com/office/drawing/2014/main" id="{8E76E847-64EB-EBE1-B8CC-44AE8D55B9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944" y="932888"/>
              <a:ext cx="12116" cy="178180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labelt">
                  <a:extLst>
                    <a:ext uri="{FF2B5EF4-FFF2-40B4-BE49-F238E27FC236}">
                      <a16:creationId xmlns:a16="http://schemas.microsoft.com/office/drawing/2014/main" id="{BDF29918-0493-0E97-C76B-51B4E8C98EB9}"/>
                    </a:ext>
                  </a:extLst>
                </p:cNvPr>
                <p:cNvSpPr txBox="1"/>
                <p:nvPr/>
              </p:nvSpPr>
              <p:spPr>
                <a:xfrm>
                  <a:off x="3274173" y="1892133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9" name="labelt">
                  <a:extLst>
                    <a:ext uri="{FF2B5EF4-FFF2-40B4-BE49-F238E27FC236}">
                      <a16:creationId xmlns:a16="http://schemas.microsoft.com/office/drawing/2014/main" id="{BDF29918-0493-0E97-C76B-51B4E8C98E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4173" y="1892133"/>
                  <a:ext cx="520701" cy="52469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label0">
                  <a:extLst>
                    <a:ext uri="{FF2B5EF4-FFF2-40B4-BE49-F238E27FC236}">
                      <a16:creationId xmlns:a16="http://schemas.microsoft.com/office/drawing/2014/main" id="{DC19A325-C8AD-4C81-7C7C-FC42A9DD44B3}"/>
                    </a:ext>
                  </a:extLst>
                </p:cNvPr>
                <p:cNvSpPr txBox="1"/>
                <p:nvPr/>
              </p:nvSpPr>
              <p:spPr>
                <a:xfrm>
                  <a:off x="7559" y="1629211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0" name="label0">
                  <a:extLst>
                    <a:ext uri="{FF2B5EF4-FFF2-40B4-BE49-F238E27FC236}">
                      <a16:creationId xmlns:a16="http://schemas.microsoft.com/office/drawing/2014/main" id="{DC19A325-C8AD-4C81-7C7C-FC42A9DD44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9" y="1629211"/>
                  <a:ext cx="229717" cy="523220"/>
                </a:xfrm>
                <a:prstGeom prst="rect">
                  <a:avLst/>
                </a:prstGeom>
                <a:blipFill>
                  <a:blip r:embed="rId11"/>
                  <a:stretch>
                    <a:fillRect l="-15789" r="-1315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响应6">
            <a:extLst>
              <a:ext uri="{FF2B5EF4-FFF2-40B4-BE49-F238E27FC236}">
                <a16:creationId xmlns:a16="http://schemas.microsoft.com/office/drawing/2014/main" id="{5B8F51D2-1BC3-F892-84DE-44A1BFF6B613}"/>
              </a:ext>
            </a:extLst>
          </p:cNvPr>
          <p:cNvSpPr/>
          <p:nvPr/>
        </p:nvSpPr>
        <p:spPr>
          <a:xfrm>
            <a:off x="8491670" y="3853240"/>
            <a:ext cx="2650431" cy="908752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030147 w 2419257"/>
              <a:gd name="connsiteY4" fmla="*/ 116999 h 956164"/>
              <a:gd name="connsiteX5" fmla="*/ 2419257 w 2419257"/>
              <a:gd name="connsiteY5" fmla="*/ 345525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100485 w 2419257"/>
              <a:gd name="connsiteY4" fmla="*/ 316291 h 956164"/>
              <a:gd name="connsiteX5" fmla="*/ 2419257 w 2419257"/>
              <a:gd name="connsiteY5" fmla="*/ 345525 h 956164"/>
              <a:gd name="connsiteX0" fmla="*/ 0 w 2419257"/>
              <a:gd name="connsiteY0" fmla="*/ 958926 h 958926"/>
              <a:gd name="connsiteX1" fmla="*/ 254643 w 2419257"/>
              <a:gd name="connsiteY1" fmla="*/ 38738 h 958926"/>
              <a:gd name="connsiteX2" fmla="*/ 486137 w 2419257"/>
              <a:gd name="connsiteY2" fmla="*/ 183422 h 958926"/>
              <a:gd name="connsiteX3" fmla="*/ 694777 w 2419257"/>
              <a:gd name="connsiteY3" fmla="*/ 289671 h 958926"/>
              <a:gd name="connsiteX4" fmla="*/ 1100485 w 2419257"/>
              <a:gd name="connsiteY4" fmla="*/ 319053 h 958926"/>
              <a:gd name="connsiteX5" fmla="*/ 2419257 w 2419257"/>
              <a:gd name="connsiteY5" fmla="*/ 348287 h 958926"/>
              <a:gd name="connsiteX0" fmla="*/ 0 w 2419257"/>
              <a:gd name="connsiteY0" fmla="*/ 937913 h 937913"/>
              <a:gd name="connsiteX1" fmla="*/ 254643 w 2419257"/>
              <a:gd name="connsiteY1" fmla="*/ 17725 h 937913"/>
              <a:gd name="connsiteX2" fmla="*/ 462691 w 2419257"/>
              <a:gd name="connsiteY2" fmla="*/ 326532 h 937913"/>
              <a:gd name="connsiteX3" fmla="*/ 694777 w 2419257"/>
              <a:gd name="connsiteY3" fmla="*/ 268658 h 937913"/>
              <a:gd name="connsiteX4" fmla="*/ 1100485 w 2419257"/>
              <a:gd name="connsiteY4" fmla="*/ 298040 h 937913"/>
              <a:gd name="connsiteX5" fmla="*/ 2419257 w 2419257"/>
              <a:gd name="connsiteY5" fmla="*/ 327274 h 937913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00485 w 2419257"/>
              <a:gd name="connsiteY4" fmla="*/ 141969 h 781842"/>
              <a:gd name="connsiteX5" fmla="*/ 2419257 w 2419257"/>
              <a:gd name="connsiteY5" fmla="*/ 171203 h 781842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12208 w 2419257"/>
              <a:gd name="connsiteY4" fmla="*/ 177138 h 781842"/>
              <a:gd name="connsiteX5" fmla="*/ 2419257 w 2419257"/>
              <a:gd name="connsiteY5" fmla="*/ 171203 h 781842"/>
              <a:gd name="connsiteX0" fmla="*/ 0 w 2419257"/>
              <a:gd name="connsiteY0" fmla="*/ 793164 h 793164"/>
              <a:gd name="connsiteX1" fmla="*/ 266366 w 2419257"/>
              <a:gd name="connsiteY1" fmla="*/ 37099 h 793164"/>
              <a:gd name="connsiteX2" fmla="*/ 694777 w 2419257"/>
              <a:gd name="connsiteY2" fmla="*/ 123909 h 793164"/>
              <a:gd name="connsiteX3" fmla="*/ 1112208 w 2419257"/>
              <a:gd name="connsiteY3" fmla="*/ 188460 h 793164"/>
              <a:gd name="connsiteX4" fmla="*/ 2419257 w 2419257"/>
              <a:gd name="connsiteY4" fmla="*/ 182525 h 793164"/>
              <a:gd name="connsiteX0" fmla="*/ 0 w 2419257"/>
              <a:gd name="connsiteY0" fmla="*/ 669255 h 669255"/>
              <a:gd name="connsiteX1" fmla="*/ 694777 w 2419257"/>
              <a:gd name="connsiteY1" fmla="*/ 0 h 669255"/>
              <a:gd name="connsiteX2" fmla="*/ 1112208 w 2419257"/>
              <a:gd name="connsiteY2" fmla="*/ 64551 h 669255"/>
              <a:gd name="connsiteX3" fmla="*/ 2419257 w 2419257"/>
              <a:gd name="connsiteY3" fmla="*/ 58616 h 669255"/>
              <a:gd name="connsiteX0" fmla="*/ 0 w 2419257"/>
              <a:gd name="connsiteY0" fmla="*/ 704753 h 704753"/>
              <a:gd name="connsiteX1" fmla="*/ 694777 w 2419257"/>
              <a:gd name="connsiteY1" fmla="*/ 35498 h 704753"/>
              <a:gd name="connsiteX2" fmla="*/ 2419257 w 2419257"/>
              <a:gd name="connsiteY2" fmla="*/ 94114 h 704753"/>
              <a:gd name="connsiteX0" fmla="*/ 0 w 2161350"/>
              <a:gd name="connsiteY0" fmla="*/ 671343 h 916489"/>
              <a:gd name="connsiteX1" fmla="*/ 694777 w 2161350"/>
              <a:gd name="connsiteY1" fmla="*/ 2088 h 916489"/>
              <a:gd name="connsiteX2" fmla="*/ 2161350 w 2161350"/>
              <a:gd name="connsiteY2" fmla="*/ 916489 h 916489"/>
              <a:gd name="connsiteX0" fmla="*/ 0 w 2137904"/>
              <a:gd name="connsiteY0" fmla="*/ 79523 h 1074946"/>
              <a:gd name="connsiteX1" fmla="*/ 671331 w 2137904"/>
              <a:gd name="connsiteY1" fmla="*/ 160545 h 1074946"/>
              <a:gd name="connsiteX2" fmla="*/ 2137904 w 2137904"/>
              <a:gd name="connsiteY2" fmla="*/ 1074946 h 1074946"/>
              <a:gd name="connsiteX0" fmla="*/ 0 w 2137904"/>
              <a:gd name="connsiteY0" fmla="*/ 0 h 995423"/>
              <a:gd name="connsiteX1" fmla="*/ 671331 w 2137904"/>
              <a:gd name="connsiteY1" fmla="*/ 81022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49627"/>
              <a:gd name="connsiteY0" fmla="*/ 0 h 819577"/>
              <a:gd name="connsiteX1" fmla="*/ 1058193 w 2149627"/>
              <a:gd name="connsiteY1" fmla="*/ 45853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069916 w 2149627"/>
              <a:gd name="connsiteY1" fmla="*/ 209976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290304"/>
              <a:gd name="connsiteY0" fmla="*/ 0 h 889916"/>
              <a:gd name="connsiteX1" fmla="*/ 1245763 w 2290304"/>
              <a:gd name="connsiteY1" fmla="*/ 303761 h 889916"/>
              <a:gd name="connsiteX2" fmla="*/ 2290304 w 2290304"/>
              <a:gd name="connsiteY2" fmla="*/ 889916 h 889916"/>
              <a:gd name="connsiteX0" fmla="*/ 0 w 2302027"/>
              <a:gd name="connsiteY0" fmla="*/ 0 h 901639"/>
              <a:gd name="connsiteX1" fmla="*/ 1257486 w 2302027"/>
              <a:gd name="connsiteY1" fmla="*/ 315484 h 901639"/>
              <a:gd name="connsiteX2" fmla="*/ 2302027 w 2302027"/>
              <a:gd name="connsiteY2" fmla="*/ 901639 h 901639"/>
              <a:gd name="connsiteX0" fmla="*/ 0 w 2384089"/>
              <a:gd name="connsiteY0" fmla="*/ 0 h 901639"/>
              <a:gd name="connsiteX1" fmla="*/ 1339548 w 2384089"/>
              <a:gd name="connsiteY1" fmla="*/ 315484 h 901639"/>
              <a:gd name="connsiteX2" fmla="*/ 2384089 w 2384089"/>
              <a:gd name="connsiteY2" fmla="*/ 901639 h 901639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02735"/>
              <a:gd name="connsiteY0" fmla="*/ 399624 h 855786"/>
              <a:gd name="connsiteX1" fmla="*/ 1327825 w 2102735"/>
              <a:gd name="connsiteY1" fmla="*/ 0 h 855786"/>
              <a:gd name="connsiteX2" fmla="*/ 2102735 w 2102735"/>
              <a:gd name="connsiteY2" fmla="*/ 855786 h 855786"/>
              <a:gd name="connsiteX0" fmla="*/ 0 w 2102735"/>
              <a:gd name="connsiteY0" fmla="*/ 0 h 456162"/>
              <a:gd name="connsiteX1" fmla="*/ 1151978 w 2102735"/>
              <a:gd name="connsiteY1" fmla="*/ 22407 h 456162"/>
              <a:gd name="connsiteX2" fmla="*/ 2102735 w 2102735"/>
              <a:gd name="connsiteY2" fmla="*/ 456162 h 456162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692699 h 801122"/>
              <a:gd name="connsiteX1" fmla="*/ 1151978 w 1997227"/>
              <a:gd name="connsiteY1" fmla="*/ 715106 h 801122"/>
              <a:gd name="connsiteX2" fmla="*/ 1997227 w 1997227"/>
              <a:gd name="connsiteY2" fmla="*/ 0 h 801122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997227 w 1997227"/>
              <a:gd name="connsiteY2" fmla="*/ 0 h 715106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744435 w 1997227"/>
              <a:gd name="connsiteY2" fmla="*/ 163233 h 715106"/>
              <a:gd name="connsiteX3" fmla="*/ 1997227 w 1997227"/>
              <a:gd name="connsiteY3" fmla="*/ 0 h 715106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744435 w 2360643"/>
              <a:gd name="connsiteY2" fmla="*/ 350802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835455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712335"/>
              <a:gd name="connsiteY0" fmla="*/ 856822 h 879229"/>
              <a:gd name="connsiteX1" fmla="*/ 835455 w 2712335"/>
              <a:gd name="connsiteY1" fmla="*/ 879229 h 879229"/>
              <a:gd name="connsiteX2" fmla="*/ 1826497 w 2712335"/>
              <a:gd name="connsiteY2" fmla="*/ 92894 h 879229"/>
              <a:gd name="connsiteX3" fmla="*/ 2712335 w 2712335"/>
              <a:gd name="connsiteY3" fmla="*/ 0 h 879229"/>
              <a:gd name="connsiteX0" fmla="*/ 0 w 2712335"/>
              <a:gd name="connsiteY0" fmla="*/ 923911 h 946318"/>
              <a:gd name="connsiteX1" fmla="*/ 835455 w 2712335"/>
              <a:gd name="connsiteY1" fmla="*/ 946318 h 946318"/>
              <a:gd name="connsiteX2" fmla="*/ 1674097 w 2712335"/>
              <a:gd name="connsiteY2" fmla="*/ 42753 h 946318"/>
              <a:gd name="connsiteX3" fmla="*/ 2712335 w 2712335"/>
              <a:gd name="connsiteY3" fmla="*/ 67089 h 946318"/>
              <a:gd name="connsiteX0" fmla="*/ 0 w 2641996"/>
              <a:gd name="connsiteY0" fmla="*/ 974053 h 996460"/>
              <a:gd name="connsiteX1" fmla="*/ 835455 w 2641996"/>
              <a:gd name="connsiteY1" fmla="*/ 996460 h 996460"/>
              <a:gd name="connsiteX2" fmla="*/ 1674097 w 2641996"/>
              <a:gd name="connsiteY2" fmla="*/ 92895 h 996460"/>
              <a:gd name="connsiteX3" fmla="*/ 2641996 w 2641996"/>
              <a:gd name="connsiteY3" fmla="*/ 0 h 996460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1146647 h 1146647"/>
              <a:gd name="connsiteX1" fmla="*/ 835455 w 2641996"/>
              <a:gd name="connsiteY1" fmla="*/ 1145608 h 1146647"/>
              <a:gd name="connsiteX2" fmla="*/ 1861667 w 2641996"/>
              <a:gd name="connsiteY2" fmla="*/ 31028 h 1146647"/>
              <a:gd name="connsiteX3" fmla="*/ 2641996 w 2641996"/>
              <a:gd name="connsiteY3" fmla="*/ 149148 h 1146647"/>
              <a:gd name="connsiteX0" fmla="*/ 0 w 3181258"/>
              <a:gd name="connsiteY0" fmla="*/ 1175472 h 1175472"/>
              <a:gd name="connsiteX1" fmla="*/ 835455 w 3181258"/>
              <a:gd name="connsiteY1" fmla="*/ 1174433 h 1175472"/>
              <a:gd name="connsiteX2" fmla="*/ 1861667 w 3181258"/>
              <a:gd name="connsiteY2" fmla="*/ 59853 h 1175472"/>
              <a:gd name="connsiteX3" fmla="*/ 3181258 w 3181258"/>
              <a:gd name="connsiteY3" fmla="*/ 13850 h 1175472"/>
              <a:gd name="connsiteX0" fmla="*/ 0 w 3228150"/>
              <a:gd name="connsiteY0" fmla="*/ 1179811 h 1179811"/>
              <a:gd name="connsiteX1" fmla="*/ 835455 w 3228150"/>
              <a:gd name="connsiteY1" fmla="*/ 1178772 h 1179811"/>
              <a:gd name="connsiteX2" fmla="*/ 1861667 w 3228150"/>
              <a:gd name="connsiteY2" fmla="*/ 64192 h 1179811"/>
              <a:gd name="connsiteX3" fmla="*/ 3228150 w 3228150"/>
              <a:gd name="connsiteY3" fmla="*/ 6466 h 1179811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39874"/>
              <a:gd name="connsiteY0" fmla="*/ 1168398 h 1168398"/>
              <a:gd name="connsiteX1" fmla="*/ 835455 w 3239874"/>
              <a:gd name="connsiteY1" fmla="*/ 1167359 h 1168398"/>
              <a:gd name="connsiteX2" fmla="*/ 1861667 w 3239874"/>
              <a:gd name="connsiteY2" fmla="*/ 52779 h 1168398"/>
              <a:gd name="connsiteX3" fmla="*/ 3239874 w 3239874"/>
              <a:gd name="connsiteY3" fmla="*/ 30223 h 1168398"/>
              <a:gd name="connsiteX0" fmla="*/ 0 w 3239874"/>
              <a:gd name="connsiteY0" fmla="*/ 1171159 h 1171159"/>
              <a:gd name="connsiteX1" fmla="*/ 835455 w 3239874"/>
              <a:gd name="connsiteY1" fmla="*/ 1170120 h 1171159"/>
              <a:gd name="connsiteX2" fmla="*/ 1861667 w 3239874"/>
              <a:gd name="connsiteY2" fmla="*/ 55540 h 1171159"/>
              <a:gd name="connsiteX3" fmla="*/ 3239874 w 3239874"/>
              <a:gd name="connsiteY3" fmla="*/ 32984 h 1171159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04705"/>
              <a:gd name="connsiteY0" fmla="*/ 1115619 h 1115619"/>
              <a:gd name="connsiteX1" fmla="*/ 835455 w 3204705"/>
              <a:gd name="connsiteY1" fmla="*/ 1114580 h 1115619"/>
              <a:gd name="connsiteX2" fmla="*/ 1861667 w 3204705"/>
              <a:gd name="connsiteY2" fmla="*/ 0 h 1115619"/>
              <a:gd name="connsiteX3" fmla="*/ 3204705 w 3204705"/>
              <a:gd name="connsiteY3" fmla="*/ 12614 h 1115619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1861667 w 3216428"/>
              <a:gd name="connsiteY2" fmla="*/ 10832 h 1126451"/>
              <a:gd name="connsiteX3" fmla="*/ 3216428 w 3216428"/>
              <a:gd name="connsiteY3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1374716 w 3216428"/>
              <a:gd name="connsiteY1" fmla="*/ 398582 h 1126451"/>
              <a:gd name="connsiteX2" fmla="*/ 3216428 w 3216428"/>
              <a:gd name="connsiteY2" fmla="*/ 0 h 1126451"/>
              <a:gd name="connsiteX0" fmla="*/ 0 w 2923351"/>
              <a:gd name="connsiteY0" fmla="*/ 727883 h 740896"/>
              <a:gd name="connsiteX1" fmla="*/ 1374716 w 2923351"/>
              <a:gd name="connsiteY1" fmla="*/ 14 h 740896"/>
              <a:gd name="connsiteX2" fmla="*/ 2923351 w 2923351"/>
              <a:gd name="connsiteY2" fmla="*/ 703401 h 740896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  <a:gd name="connsiteX0" fmla="*/ 0 w 2649094"/>
              <a:gd name="connsiteY0" fmla="*/ 1128878 h 1128878"/>
              <a:gd name="connsiteX1" fmla="*/ 1374716 w 2649094"/>
              <a:gd name="connsiteY1" fmla="*/ 401009 h 1128878"/>
              <a:gd name="connsiteX2" fmla="*/ 2649094 w 2649094"/>
              <a:gd name="connsiteY2" fmla="*/ 20937 h 1128878"/>
              <a:gd name="connsiteX0" fmla="*/ 0 w 2649094"/>
              <a:gd name="connsiteY0" fmla="*/ 1139787 h 1139787"/>
              <a:gd name="connsiteX1" fmla="*/ 1326590 w 2649094"/>
              <a:gd name="connsiteY1" fmla="*/ 207381 h 1139787"/>
              <a:gd name="connsiteX2" fmla="*/ 2649094 w 2649094"/>
              <a:gd name="connsiteY2" fmla="*/ 31846 h 1139787"/>
              <a:gd name="connsiteX0" fmla="*/ 0 w 2649094"/>
              <a:gd name="connsiteY0" fmla="*/ 1293148 h 1293148"/>
              <a:gd name="connsiteX1" fmla="*/ 1326590 w 2649094"/>
              <a:gd name="connsiteY1" fmla="*/ 360742 h 1293148"/>
              <a:gd name="connsiteX2" fmla="*/ 2649094 w 2649094"/>
              <a:gd name="connsiteY2" fmla="*/ 185207 h 1293148"/>
              <a:gd name="connsiteX0" fmla="*/ 0 w 2649094"/>
              <a:gd name="connsiteY0" fmla="*/ 1293148 h 1293148"/>
              <a:gd name="connsiteX1" fmla="*/ 1326590 w 2649094"/>
              <a:gd name="connsiteY1" fmla="*/ 360742 h 1293148"/>
              <a:gd name="connsiteX2" fmla="*/ 2649094 w 2649094"/>
              <a:gd name="connsiteY2" fmla="*/ 185207 h 1293148"/>
              <a:gd name="connsiteX0" fmla="*/ 0 w 2649094"/>
              <a:gd name="connsiteY0" fmla="*/ 1107941 h 1107941"/>
              <a:gd name="connsiteX1" fmla="*/ 2649094 w 2649094"/>
              <a:gd name="connsiteY1" fmla="*/ 0 h 1107941"/>
              <a:gd name="connsiteX0" fmla="*/ 0 w 2649094"/>
              <a:gd name="connsiteY0" fmla="*/ 1107941 h 1107941"/>
              <a:gd name="connsiteX1" fmla="*/ 2649094 w 2649094"/>
              <a:gd name="connsiteY1" fmla="*/ 0 h 1107941"/>
              <a:gd name="connsiteX0" fmla="*/ 0 w 2625031"/>
              <a:gd name="connsiteY0" fmla="*/ 578551 h 578551"/>
              <a:gd name="connsiteX1" fmla="*/ 2625031 w 2625031"/>
              <a:gd name="connsiteY1" fmla="*/ 0 h 578551"/>
              <a:gd name="connsiteX0" fmla="*/ 0 w 2625031"/>
              <a:gd name="connsiteY0" fmla="*/ 578551 h 775128"/>
              <a:gd name="connsiteX1" fmla="*/ 2625031 w 2625031"/>
              <a:gd name="connsiteY1" fmla="*/ 0 h 775128"/>
              <a:gd name="connsiteX0" fmla="*/ 0 w 2625031"/>
              <a:gd name="connsiteY0" fmla="*/ 696540 h 810048"/>
              <a:gd name="connsiteX1" fmla="*/ 2625031 w 2625031"/>
              <a:gd name="connsiteY1" fmla="*/ 117989 h 810048"/>
              <a:gd name="connsiteX0" fmla="*/ 0 w 2625031"/>
              <a:gd name="connsiteY0" fmla="*/ 753137 h 858314"/>
              <a:gd name="connsiteX1" fmla="*/ 2625031 w 2625031"/>
              <a:gd name="connsiteY1" fmla="*/ 174586 h 858314"/>
              <a:gd name="connsiteX0" fmla="*/ 0 w 2625031"/>
              <a:gd name="connsiteY0" fmla="*/ 743423 h 894062"/>
              <a:gd name="connsiteX1" fmla="*/ 2625031 w 2625031"/>
              <a:gd name="connsiteY1" fmla="*/ 164872 h 894062"/>
              <a:gd name="connsiteX0" fmla="*/ 0 w 2625031"/>
              <a:gd name="connsiteY0" fmla="*/ 747343 h 878544"/>
              <a:gd name="connsiteX1" fmla="*/ 2625031 w 2625031"/>
              <a:gd name="connsiteY1" fmla="*/ 168792 h 878544"/>
              <a:gd name="connsiteX0" fmla="*/ 0 w 2625031"/>
              <a:gd name="connsiteY0" fmla="*/ 806662 h 806662"/>
              <a:gd name="connsiteX1" fmla="*/ 2625031 w 2625031"/>
              <a:gd name="connsiteY1" fmla="*/ 228111 h 806662"/>
              <a:gd name="connsiteX0" fmla="*/ 0 w 2599631"/>
              <a:gd name="connsiteY0" fmla="*/ 998156 h 998156"/>
              <a:gd name="connsiteX1" fmla="*/ 2599631 w 2599631"/>
              <a:gd name="connsiteY1" fmla="*/ 203705 h 998156"/>
              <a:gd name="connsiteX0" fmla="*/ 0 w 2650431"/>
              <a:gd name="connsiteY0" fmla="*/ 1101521 h 1101521"/>
              <a:gd name="connsiteX1" fmla="*/ 2650431 w 2650431"/>
              <a:gd name="connsiteY1" fmla="*/ 192770 h 1101521"/>
              <a:gd name="connsiteX0" fmla="*/ 0 w 2650431"/>
              <a:gd name="connsiteY0" fmla="*/ 908752 h 908752"/>
              <a:gd name="connsiteX1" fmla="*/ 2650431 w 2650431"/>
              <a:gd name="connsiteY1" fmla="*/ 1 h 908752"/>
              <a:gd name="connsiteX0" fmla="*/ 0 w 2650431"/>
              <a:gd name="connsiteY0" fmla="*/ 908752 h 908752"/>
              <a:gd name="connsiteX1" fmla="*/ 2650431 w 2650431"/>
              <a:gd name="connsiteY1" fmla="*/ 1 h 908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50431" h="908752">
                <a:moveTo>
                  <a:pt x="0" y="908752"/>
                </a:moveTo>
                <a:cubicBezTo>
                  <a:pt x="1453194" y="876990"/>
                  <a:pt x="662500" y="-990"/>
                  <a:pt x="2650431" y="1"/>
                </a:cubicBez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2" name="给定6">
            <a:extLst>
              <a:ext uri="{FF2B5EF4-FFF2-40B4-BE49-F238E27FC236}">
                <a16:creationId xmlns:a16="http://schemas.microsoft.com/office/drawing/2014/main" id="{690CDE00-211D-D8BF-DBDA-3F7FFE5AD418}"/>
              </a:ext>
            </a:extLst>
          </p:cNvPr>
          <p:cNvCxnSpPr>
            <a:cxnSpLocks/>
            <a:endCxn id="14" idx="2"/>
          </p:cNvCxnSpPr>
          <p:nvPr/>
        </p:nvCxnSpPr>
        <p:spPr>
          <a:xfrm>
            <a:off x="10227016" y="1495475"/>
            <a:ext cx="0" cy="417232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labelt">
                <a:extLst>
                  <a:ext uri="{FF2B5EF4-FFF2-40B4-BE49-F238E27FC236}">
                    <a16:creationId xmlns:a16="http://schemas.microsoft.com/office/drawing/2014/main" id="{24ADB7C6-2E76-0133-F0CB-9E3AFB0BF4AC}"/>
                  </a:ext>
                </a:extLst>
              </p:cNvPr>
              <p:cNvSpPr txBox="1"/>
              <p:nvPr/>
            </p:nvSpPr>
            <p:spPr>
              <a:xfrm>
                <a:off x="6943252" y="877567"/>
                <a:ext cx="151892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zh-CN" altLang="en-US" sz="2800" dirty="0"/>
                  <a:t> </a:t>
                </a:r>
                <a:r>
                  <a:rPr lang="en-US" altLang="zh-CN" sz="2800" dirty="0"/>
                  <a:t>dB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23" name="labelt">
                <a:extLst>
                  <a:ext uri="{FF2B5EF4-FFF2-40B4-BE49-F238E27FC236}">
                    <a16:creationId xmlns:a16="http://schemas.microsoft.com/office/drawing/2014/main" id="{24ADB7C6-2E76-0133-F0CB-9E3AFB0BF4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252" y="877567"/>
                <a:ext cx="1518921" cy="523220"/>
              </a:xfrm>
              <a:prstGeom prst="rect">
                <a:avLst/>
              </a:prstGeom>
              <a:blipFill>
                <a:blip r:embed="rId12"/>
                <a:stretch>
                  <a:fillRect l="-1653" t="-14286" r="-826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labelt">
                <a:extLst>
                  <a:ext uri="{FF2B5EF4-FFF2-40B4-BE49-F238E27FC236}">
                    <a16:creationId xmlns:a16="http://schemas.microsoft.com/office/drawing/2014/main" id="{8DA82617-AE59-B16B-EFA3-CD18F59F324F}"/>
                  </a:ext>
                </a:extLst>
              </p:cNvPr>
              <p:cNvSpPr txBox="1"/>
              <p:nvPr/>
            </p:nvSpPr>
            <p:spPr>
              <a:xfrm>
                <a:off x="6783180" y="1608548"/>
                <a:ext cx="103470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func>
                        <m:funcPr>
                          <m:ctrlPr>
                            <a:rPr lang="zh-CN" alt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4" name="labelt">
                <a:extLst>
                  <a:ext uri="{FF2B5EF4-FFF2-40B4-BE49-F238E27FC236}">
                    <a16:creationId xmlns:a16="http://schemas.microsoft.com/office/drawing/2014/main" id="{8DA82617-AE59-B16B-EFA3-CD18F59F3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3180" y="1608548"/>
                <a:ext cx="1034705" cy="523220"/>
              </a:xfrm>
              <a:prstGeom prst="rect">
                <a:avLst/>
              </a:prstGeom>
              <a:blipFill>
                <a:blip r:embed="rId13"/>
                <a:stretch>
                  <a:fillRect l="-3659" r="-48780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给定6">
            <a:extLst>
              <a:ext uri="{FF2B5EF4-FFF2-40B4-BE49-F238E27FC236}">
                <a16:creationId xmlns:a16="http://schemas.microsoft.com/office/drawing/2014/main" id="{078158A2-1B4B-421C-5ED3-885106217B1F}"/>
              </a:ext>
            </a:extLst>
          </p:cNvPr>
          <p:cNvCxnSpPr>
            <a:cxnSpLocks/>
          </p:cNvCxnSpPr>
          <p:nvPr/>
        </p:nvCxnSpPr>
        <p:spPr>
          <a:xfrm flipH="1">
            <a:off x="8487133" y="3754864"/>
            <a:ext cx="2803872" cy="1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给定6">
            <a:extLst>
              <a:ext uri="{FF2B5EF4-FFF2-40B4-BE49-F238E27FC236}">
                <a16:creationId xmlns:a16="http://schemas.microsoft.com/office/drawing/2014/main" id="{5D9F7E3B-1984-ABA4-615D-D027E7BF8F7F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9425739" y="1488460"/>
            <a:ext cx="6349" cy="424476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labelt">
                <a:extLst>
                  <a:ext uri="{FF2B5EF4-FFF2-40B4-BE49-F238E27FC236}">
                    <a16:creationId xmlns:a16="http://schemas.microsoft.com/office/drawing/2014/main" id="{E31C6E68-2D54-01F7-015F-486FEE22EA8C}"/>
                  </a:ext>
                </a:extLst>
              </p:cNvPr>
              <p:cNvSpPr txBox="1"/>
              <p:nvPr/>
            </p:nvSpPr>
            <p:spPr>
              <a:xfrm>
                <a:off x="7300533" y="3068960"/>
                <a:ext cx="9620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28" name="labelt">
                <a:extLst>
                  <a:ext uri="{FF2B5EF4-FFF2-40B4-BE49-F238E27FC236}">
                    <a16:creationId xmlns:a16="http://schemas.microsoft.com/office/drawing/2014/main" id="{E31C6E68-2D54-01F7-015F-486FEE22E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0533" y="3068960"/>
                <a:ext cx="962009" cy="523220"/>
              </a:xfrm>
              <a:prstGeom prst="rect">
                <a:avLst/>
              </a:prstGeom>
              <a:blipFill>
                <a:blip r:embed="rId14"/>
                <a:stretch>
                  <a:fillRect l="-7895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给定6">
            <a:extLst>
              <a:ext uri="{FF2B5EF4-FFF2-40B4-BE49-F238E27FC236}">
                <a16:creationId xmlns:a16="http://schemas.microsoft.com/office/drawing/2014/main" id="{DD5254AB-E7CA-A4C2-199E-464229B985F6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8452911" y="1912936"/>
            <a:ext cx="979177" cy="0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给定6">
            <a:extLst>
              <a:ext uri="{FF2B5EF4-FFF2-40B4-BE49-F238E27FC236}">
                <a16:creationId xmlns:a16="http://schemas.microsoft.com/office/drawing/2014/main" id="{BDBD8496-0B33-C0F7-11A3-D3017C8D7A6C}"/>
              </a:ext>
            </a:extLst>
          </p:cNvPr>
          <p:cNvCxnSpPr>
            <a:cxnSpLocks/>
          </p:cNvCxnSpPr>
          <p:nvPr/>
        </p:nvCxnSpPr>
        <p:spPr>
          <a:xfrm flipH="1">
            <a:off x="8465018" y="4818745"/>
            <a:ext cx="2803872" cy="1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label0">
                <a:extLst>
                  <a:ext uri="{FF2B5EF4-FFF2-40B4-BE49-F238E27FC236}">
                    <a16:creationId xmlns:a16="http://schemas.microsoft.com/office/drawing/2014/main" id="{1FF535EA-8225-1AA5-63F3-53D5FEDBD4C9}"/>
                  </a:ext>
                </a:extLst>
              </p:cNvPr>
              <p:cNvSpPr txBox="1"/>
              <p:nvPr/>
            </p:nvSpPr>
            <p:spPr>
              <a:xfrm>
                <a:off x="7319342" y="4561964"/>
                <a:ext cx="2297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−90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2" name="label0">
                <a:extLst>
                  <a:ext uri="{FF2B5EF4-FFF2-40B4-BE49-F238E27FC236}">
                    <a16:creationId xmlns:a16="http://schemas.microsoft.com/office/drawing/2014/main" id="{1FF535EA-8225-1AA5-63F3-53D5FEDBD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9342" y="4561964"/>
                <a:ext cx="229717" cy="523220"/>
              </a:xfrm>
              <a:prstGeom prst="rect">
                <a:avLst/>
              </a:prstGeom>
              <a:blipFill>
                <a:blip r:embed="rId15"/>
                <a:stretch>
                  <a:fillRect r="-321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label0">
                <a:extLst>
                  <a:ext uri="{FF2B5EF4-FFF2-40B4-BE49-F238E27FC236}">
                    <a16:creationId xmlns:a16="http://schemas.microsoft.com/office/drawing/2014/main" id="{7542C5D4-EA7F-7849-DB49-0650FA214087}"/>
                  </a:ext>
                </a:extLst>
              </p:cNvPr>
              <p:cNvSpPr txBox="1"/>
              <p:nvPr/>
            </p:nvSpPr>
            <p:spPr>
              <a:xfrm>
                <a:off x="7751390" y="3573016"/>
                <a:ext cx="22971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90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3" name="label0">
                <a:extLst>
                  <a:ext uri="{FF2B5EF4-FFF2-40B4-BE49-F238E27FC236}">
                    <a16:creationId xmlns:a16="http://schemas.microsoft.com/office/drawing/2014/main" id="{7542C5D4-EA7F-7849-DB49-0650FA214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1390" y="3573016"/>
                <a:ext cx="229717" cy="523220"/>
              </a:xfrm>
              <a:prstGeom prst="rect">
                <a:avLst/>
              </a:prstGeom>
              <a:blipFill>
                <a:blip r:embed="rId16"/>
                <a:stretch>
                  <a:fillRect l="-15789" r="-2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labelt">
            <a:extLst>
              <a:ext uri="{FF2B5EF4-FFF2-40B4-BE49-F238E27FC236}">
                <a16:creationId xmlns:a16="http://schemas.microsoft.com/office/drawing/2014/main" id="{A8D27F56-0AF7-0B61-B8D1-BEAF6401BE0B}"/>
              </a:ext>
            </a:extLst>
          </p:cNvPr>
          <p:cNvSpPr txBox="1"/>
          <p:nvPr/>
        </p:nvSpPr>
        <p:spPr>
          <a:xfrm>
            <a:off x="308908" y="3044921"/>
            <a:ext cx="60052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800" dirty="0"/>
              <a:t>PID </a:t>
            </a:r>
            <a:r>
              <a:rPr lang="zh-CN" altLang="en-US" sz="2800" dirty="0"/>
              <a:t>调节器是一种滞后</a:t>
            </a:r>
            <a:r>
              <a:rPr lang="en-US" altLang="zh-CN" sz="2800" dirty="0"/>
              <a:t>-</a:t>
            </a:r>
            <a:r>
              <a:rPr lang="zh-CN" altLang="en-US" sz="2800" dirty="0"/>
              <a:t>超前校正器，同样会放大高频噪声，需要引入极点</a:t>
            </a:r>
            <a:r>
              <a:rPr lang="en-US" altLang="zh-CN" sz="2800" dirty="0"/>
              <a:t>: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labelt">
                <a:extLst>
                  <a:ext uri="{FF2B5EF4-FFF2-40B4-BE49-F238E27FC236}">
                    <a16:creationId xmlns:a16="http://schemas.microsoft.com/office/drawing/2014/main" id="{1E2CF350-2C37-96FA-DA96-371713D66C9D}"/>
                  </a:ext>
                </a:extLst>
              </p:cNvPr>
              <p:cNvSpPr txBox="1"/>
              <p:nvPr/>
            </p:nvSpPr>
            <p:spPr>
              <a:xfrm>
                <a:off x="296037" y="4301445"/>
                <a:ext cx="4729951" cy="9717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𝑎𝑑𝑑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5" name="labelt">
                <a:extLst>
                  <a:ext uri="{FF2B5EF4-FFF2-40B4-BE49-F238E27FC236}">
                    <a16:creationId xmlns:a16="http://schemas.microsoft.com/office/drawing/2014/main" id="{1E2CF350-2C37-96FA-DA96-371713D66C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37" y="4301445"/>
                <a:ext cx="4729951" cy="971741"/>
              </a:xfrm>
              <a:prstGeom prst="rect">
                <a:avLst/>
              </a:prstGeom>
              <a:blipFill>
                <a:blip r:embed="rId17"/>
                <a:stretch>
                  <a:fillRect b="-64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9846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8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  <p:bldP spid="14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E6406AAB-6C6F-3163-5F84-7325D13325DB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整定（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Tuning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EB0FAE86-5DA4-AE87-7A0C-A007F490A6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606726"/>
                  </p:ext>
                </p:extLst>
              </p:nvPr>
            </p:nvGraphicFramePr>
            <p:xfrm>
              <a:off x="661810" y="1844824"/>
              <a:ext cx="4536248" cy="2072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34062">
                      <a:extLst>
                        <a:ext uri="{9D8B030D-6E8A-4147-A177-3AD203B41FA5}">
                          <a16:colId xmlns:a16="http://schemas.microsoft.com/office/drawing/2014/main" val="2433803370"/>
                        </a:ext>
                      </a:extLst>
                    </a:gridCol>
                    <a:gridCol w="1134062">
                      <a:extLst>
                        <a:ext uri="{9D8B030D-6E8A-4147-A177-3AD203B41FA5}">
                          <a16:colId xmlns:a16="http://schemas.microsoft.com/office/drawing/2014/main" val="3851109903"/>
                        </a:ext>
                      </a:extLst>
                    </a:gridCol>
                    <a:gridCol w="1134062">
                      <a:extLst>
                        <a:ext uri="{9D8B030D-6E8A-4147-A177-3AD203B41FA5}">
                          <a16:colId xmlns:a16="http://schemas.microsoft.com/office/drawing/2014/main" val="1964960949"/>
                        </a:ext>
                      </a:extLst>
                    </a:gridCol>
                    <a:gridCol w="1134062">
                      <a:extLst>
                        <a:ext uri="{9D8B030D-6E8A-4147-A177-3AD203B41FA5}">
                          <a16:colId xmlns:a16="http://schemas.microsoft.com/office/drawing/2014/main" val="1253776491"/>
                        </a:ext>
                      </a:extLst>
                    </a:gridCol>
                  </a:tblGrid>
                  <a:tr h="504056">
                    <a:tc>
                      <a:txBody>
                        <a:bodyPr/>
                        <a:lstStyle/>
                        <a:p>
                          <a:r>
                            <a:rPr lang="zh-CN" altLang="en-US" sz="2800" dirty="0"/>
                            <a:t>类型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𝑰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2248452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1/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1846838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PI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0.9/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8917171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PID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1.2/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89395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>
                <a:extLst>
                  <a:ext uri="{FF2B5EF4-FFF2-40B4-BE49-F238E27FC236}">
                    <a16:creationId xmlns:a16="http://schemas.microsoft.com/office/drawing/2014/main" id="{EB0FAE86-5DA4-AE87-7A0C-A007F490A65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606726"/>
                  </p:ext>
                </p:extLst>
              </p:nvPr>
            </p:nvGraphicFramePr>
            <p:xfrm>
              <a:off x="661810" y="1844824"/>
              <a:ext cx="4536248" cy="2072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34062">
                      <a:extLst>
                        <a:ext uri="{9D8B030D-6E8A-4147-A177-3AD203B41FA5}">
                          <a16:colId xmlns:a16="http://schemas.microsoft.com/office/drawing/2014/main" val="2433803370"/>
                        </a:ext>
                      </a:extLst>
                    </a:gridCol>
                    <a:gridCol w="1134062">
                      <a:extLst>
                        <a:ext uri="{9D8B030D-6E8A-4147-A177-3AD203B41FA5}">
                          <a16:colId xmlns:a16="http://schemas.microsoft.com/office/drawing/2014/main" val="3851109903"/>
                        </a:ext>
                      </a:extLst>
                    </a:gridCol>
                    <a:gridCol w="1134062">
                      <a:extLst>
                        <a:ext uri="{9D8B030D-6E8A-4147-A177-3AD203B41FA5}">
                          <a16:colId xmlns:a16="http://schemas.microsoft.com/office/drawing/2014/main" val="1964960949"/>
                        </a:ext>
                      </a:extLst>
                    </a:gridCol>
                    <a:gridCol w="1134062">
                      <a:extLst>
                        <a:ext uri="{9D8B030D-6E8A-4147-A177-3AD203B41FA5}">
                          <a16:colId xmlns:a16="http://schemas.microsoft.com/office/drawing/2014/main" val="1253776491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zh-CN" altLang="en-US" sz="2800" dirty="0"/>
                            <a:t>类型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02247" t="-14634" r="-203371" b="-3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4634" r="-101111" b="-3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03371" t="-14634" r="-2247" b="-3317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224845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02247" t="-114634" r="-203371" b="-2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184683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PI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02247" t="-214634" r="-203371" b="-1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14634" r="-101111" b="-1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891717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PID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02247" t="-314634" r="-203371" b="-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14634" r="-101111" b="-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03371" t="-314634" r="-2247" b="-317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89395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0C8AF598-8E4C-8C5F-F1E5-A48DBE2C60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7349563"/>
                  </p:ext>
                </p:extLst>
              </p:nvPr>
            </p:nvGraphicFramePr>
            <p:xfrm>
              <a:off x="6455244" y="1844824"/>
              <a:ext cx="5256584" cy="2072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4935">
                      <a:extLst>
                        <a:ext uri="{9D8B030D-6E8A-4147-A177-3AD203B41FA5}">
                          <a16:colId xmlns:a16="http://schemas.microsoft.com/office/drawing/2014/main" val="2433803370"/>
                        </a:ext>
                      </a:extLst>
                    </a:gridCol>
                    <a:gridCol w="1623357">
                      <a:extLst>
                        <a:ext uri="{9D8B030D-6E8A-4147-A177-3AD203B41FA5}">
                          <a16:colId xmlns:a16="http://schemas.microsoft.com/office/drawing/2014/main" val="3851109903"/>
                        </a:ext>
                      </a:extLst>
                    </a:gridCol>
                    <a:gridCol w="1314146">
                      <a:extLst>
                        <a:ext uri="{9D8B030D-6E8A-4147-A177-3AD203B41FA5}">
                          <a16:colId xmlns:a16="http://schemas.microsoft.com/office/drawing/2014/main" val="1964960949"/>
                        </a:ext>
                      </a:extLst>
                    </a:gridCol>
                    <a:gridCol w="1314146">
                      <a:extLst>
                        <a:ext uri="{9D8B030D-6E8A-4147-A177-3AD203B41FA5}">
                          <a16:colId xmlns:a16="http://schemas.microsoft.com/office/drawing/2014/main" val="1253776491"/>
                        </a:ext>
                      </a:extLst>
                    </a:gridCol>
                  </a:tblGrid>
                  <a:tr h="504056">
                    <a:tc>
                      <a:txBody>
                        <a:bodyPr/>
                        <a:lstStyle/>
                        <a:p>
                          <a:r>
                            <a:rPr lang="zh-CN" altLang="en-US" sz="2800" dirty="0"/>
                            <a:t>类型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𝑰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2248452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1846838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PI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8917171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PID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0.125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89395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0C8AF598-8E4C-8C5F-F1E5-A48DBE2C60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7349563"/>
                  </p:ext>
                </p:extLst>
              </p:nvPr>
            </p:nvGraphicFramePr>
            <p:xfrm>
              <a:off x="6455244" y="1844824"/>
              <a:ext cx="5256584" cy="2072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4935">
                      <a:extLst>
                        <a:ext uri="{9D8B030D-6E8A-4147-A177-3AD203B41FA5}">
                          <a16:colId xmlns:a16="http://schemas.microsoft.com/office/drawing/2014/main" val="2433803370"/>
                        </a:ext>
                      </a:extLst>
                    </a:gridCol>
                    <a:gridCol w="1623357">
                      <a:extLst>
                        <a:ext uri="{9D8B030D-6E8A-4147-A177-3AD203B41FA5}">
                          <a16:colId xmlns:a16="http://schemas.microsoft.com/office/drawing/2014/main" val="3851109903"/>
                        </a:ext>
                      </a:extLst>
                    </a:gridCol>
                    <a:gridCol w="1314146">
                      <a:extLst>
                        <a:ext uri="{9D8B030D-6E8A-4147-A177-3AD203B41FA5}">
                          <a16:colId xmlns:a16="http://schemas.microsoft.com/office/drawing/2014/main" val="1964960949"/>
                        </a:ext>
                      </a:extLst>
                    </a:gridCol>
                    <a:gridCol w="1314146">
                      <a:extLst>
                        <a:ext uri="{9D8B030D-6E8A-4147-A177-3AD203B41FA5}">
                          <a16:colId xmlns:a16="http://schemas.microsoft.com/office/drawing/2014/main" val="1253776491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zh-CN" altLang="en-US" sz="2800" dirty="0"/>
                            <a:t>类型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2016" t="-14634" r="-162016" b="-3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2913" t="-14634" r="-102913" b="-3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14634" r="-1923" b="-3317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224845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2016" t="-114634" r="-162016" b="-2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184683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PI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2016" t="-214634" r="-162016" b="-1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2913" t="-214634" r="-102913" b="-1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891717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PID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2016" t="-314634" r="-162016" b="-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2913" t="-314634" r="-102913" b="-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314634" r="-1923" b="-317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893951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小标题1">
            <a:extLst>
              <a:ext uri="{FF2B5EF4-FFF2-40B4-BE49-F238E27FC236}">
                <a16:creationId xmlns:a16="http://schemas.microsoft.com/office/drawing/2014/main" id="{00B965B0-69AD-A19D-DD6D-38429907EB1C}"/>
              </a:ext>
            </a:extLst>
          </p:cNvPr>
          <p:cNvSpPr/>
          <p:nvPr/>
        </p:nvSpPr>
        <p:spPr bwMode="auto">
          <a:xfrm>
            <a:off x="741035" y="4335556"/>
            <a:ext cx="4457023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阶跃响应法</a:t>
            </a:r>
          </a:p>
        </p:txBody>
      </p:sp>
      <p:sp>
        <p:nvSpPr>
          <p:cNvPr id="7" name="小标题1">
            <a:extLst>
              <a:ext uri="{FF2B5EF4-FFF2-40B4-BE49-F238E27FC236}">
                <a16:creationId xmlns:a16="http://schemas.microsoft.com/office/drawing/2014/main" id="{B91EAD47-1162-18D6-C2A9-F8FA93784B95}"/>
              </a:ext>
            </a:extLst>
          </p:cNvPr>
          <p:cNvSpPr/>
          <p:nvPr/>
        </p:nvSpPr>
        <p:spPr bwMode="auto">
          <a:xfrm>
            <a:off x="6743278" y="4335556"/>
            <a:ext cx="4457023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频率响应法</a:t>
            </a:r>
          </a:p>
        </p:txBody>
      </p:sp>
      <p:sp>
        <p:nvSpPr>
          <p:cNvPr id="15" name="labelt">
            <a:extLst>
              <a:ext uri="{FF2B5EF4-FFF2-40B4-BE49-F238E27FC236}">
                <a16:creationId xmlns:a16="http://schemas.microsoft.com/office/drawing/2014/main" id="{1355CC07-7A99-1406-5B2E-A799AD0B20F4}"/>
              </a:ext>
            </a:extLst>
          </p:cNvPr>
          <p:cNvSpPr txBox="1"/>
          <p:nvPr/>
        </p:nvSpPr>
        <p:spPr>
          <a:xfrm>
            <a:off x="6095206" y="291698"/>
            <a:ext cx="1522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[</a:t>
            </a:r>
            <a:r>
              <a:rPr lang="en-US" altLang="zh-CN" sz="2800" dirty="0" err="1"/>
              <a:t>Astrom</a:t>
            </a:r>
            <a:r>
              <a:rPr lang="en-US" altLang="zh-CN" sz="2800" dirty="0"/>
              <a:t>]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label0">
                <a:extLst>
                  <a:ext uri="{FF2B5EF4-FFF2-40B4-BE49-F238E27FC236}">
                    <a16:creationId xmlns:a16="http://schemas.microsoft.com/office/drawing/2014/main" id="{7B021169-7BC9-7DFA-D702-F4D7D85F5E57}"/>
                  </a:ext>
                </a:extLst>
              </p:cNvPr>
              <p:cNvSpPr txBox="1"/>
              <p:nvPr/>
            </p:nvSpPr>
            <p:spPr>
              <a:xfrm>
                <a:off x="1270670" y="5327367"/>
                <a:ext cx="31683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zh-CN" altLang="en-US" sz="2800" dirty="0"/>
                  <a:t>：近似延迟时间</a:t>
                </a:r>
              </a:p>
            </p:txBody>
          </p:sp>
        </mc:Choice>
        <mc:Fallback xmlns="">
          <p:sp>
            <p:nvSpPr>
              <p:cNvPr id="26" name="label0">
                <a:extLst>
                  <a:ext uri="{FF2B5EF4-FFF2-40B4-BE49-F238E27FC236}">
                    <a16:creationId xmlns:a16="http://schemas.microsoft.com/office/drawing/2014/main" id="{7B021169-7BC9-7DFA-D702-F4D7D85F5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670" y="5327367"/>
                <a:ext cx="3168352" cy="523220"/>
              </a:xfrm>
              <a:prstGeom prst="rect">
                <a:avLst/>
              </a:prstGeom>
              <a:blipFill>
                <a:blip r:embed="rId5"/>
                <a:stretch>
                  <a:fillRect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label0">
                <a:extLst>
                  <a:ext uri="{FF2B5EF4-FFF2-40B4-BE49-F238E27FC236}">
                    <a16:creationId xmlns:a16="http://schemas.microsoft.com/office/drawing/2014/main" id="{4D687320-F484-19F4-2876-38F0AEA351D9}"/>
                  </a:ext>
                </a:extLst>
              </p:cNvPr>
              <p:cNvSpPr txBox="1"/>
              <p:nvPr/>
            </p:nvSpPr>
            <p:spPr>
              <a:xfrm>
                <a:off x="1270670" y="5989384"/>
                <a:ext cx="334516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zh-CN" altLang="en-US" sz="2800" dirty="0"/>
                  <a:t>：最陡处斜率</a:t>
                </a:r>
              </a:p>
            </p:txBody>
          </p:sp>
        </mc:Choice>
        <mc:Fallback xmlns="">
          <p:sp>
            <p:nvSpPr>
              <p:cNvPr id="29" name="label0">
                <a:extLst>
                  <a:ext uri="{FF2B5EF4-FFF2-40B4-BE49-F238E27FC236}">
                    <a16:creationId xmlns:a16="http://schemas.microsoft.com/office/drawing/2014/main" id="{4D687320-F484-19F4-2876-38F0AEA35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670" y="5989384"/>
                <a:ext cx="3345164" cy="523220"/>
              </a:xfrm>
              <a:prstGeom prst="rect">
                <a:avLst/>
              </a:prstGeom>
              <a:blipFill>
                <a:blip r:embed="rId6"/>
                <a:stretch>
                  <a:fillRect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label0">
                <a:extLst>
                  <a:ext uri="{FF2B5EF4-FFF2-40B4-BE49-F238E27FC236}">
                    <a16:creationId xmlns:a16="http://schemas.microsoft.com/office/drawing/2014/main" id="{E4E5A5B7-D2AD-6CAE-B249-8D61FD2AA668}"/>
                  </a:ext>
                </a:extLst>
              </p:cNvPr>
              <p:cNvSpPr txBox="1"/>
              <p:nvPr/>
            </p:nvSpPr>
            <p:spPr>
              <a:xfrm>
                <a:off x="7391350" y="5327367"/>
                <a:ext cx="316835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zh-CN" altLang="en-US" sz="2800" dirty="0"/>
                  <a:t>：临界振荡增益</a:t>
                </a:r>
              </a:p>
            </p:txBody>
          </p:sp>
        </mc:Choice>
        <mc:Fallback xmlns="">
          <p:sp>
            <p:nvSpPr>
              <p:cNvPr id="31" name="label0">
                <a:extLst>
                  <a:ext uri="{FF2B5EF4-FFF2-40B4-BE49-F238E27FC236}">
                    <a16:creationId xmlns:a16="http://schemas.microsoft.com/office/drawing/2014/main" id="{E4E5A5B7-D2AD-6CAE-B249-8D61FD2AA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350" y="5327367"/>
                <a:ext cx="3168352" cy="523220"/>
              </a:xfrm>
              <a:prstGeom prst="rect">
                <a:avLst/>
              </a:prstGeom>
              <a:blipFill>
                <a:blip r:embed="rId7"/>
                <a:stretch>
                  <a:fillRect l="-797" t="-14286" r="-1195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label0">
                <a:extLst>
                  <a:ext uri="{FF2B5EF4-FFF2-40B4-BE49-F238E27FC236}">
                    <a16:creationId xmlns:a16="http://schemas.microsoft.com/office/drawing/2014/main" id="{7E97093F-A58C-0710-9A27-08F905EC7EAF}"/>
                  </a:ext>
                </a:extLst>
              </p:cNvPr>
              <p:cNvSpPr txBox="1"/>
              <p:nvPr/>
            </p:nvSpPr>
            <p:spPr>
              <a:xfrm>
                <a:off x="7391350" y="5989384"/>
                <a:ext cx="334516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zh-CN" altLang="en-US" sz="2800" dirty="0"/>
                  <a:t>：临界振荡增益</a:t>
                </a:r>
              </a:p>
            </p:txBody>
          </p:sp>
        </mc:Choice>
        <mc:Fallback xmlns="">
          <p:sp>
            <p:nvSpPr>
              <p:cNvPr id="32" name="label0">
                <a:extLst>
                  <a:ext uri="{FF2B5EF4-FFF2-40B4-BE49-F238E27FC236}">
                    <a16:creationId xmlns:a16="http://schemas.microsoft.com/office/drawing/2014/main" id="{7E97093F-A58C-0710-9A27-08F905EC7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350" y="5989384"/>
                <a:ext cx="3345164" cy="523220"/>
              </a:xfrm>
              <a:prstGeom prst="rect">
                <a:avLst/>
              </a:prstGeom>
              <a:blipFill>
                <a:blip r:embed="rId8"/>
                <a:stretch>
                  <a:fillRect l="-755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9759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E6406AAB-6C6F-3163-5F84-7325D13325DB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整定（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Tuning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50B6E020-A0B3-627F-BF11-B3A5EAB37F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32741"/>
                  </p:ext>
                </p:extLst>
              </p:nvPr>
            </p:nvGraphicFramePr>
            <p:xfrm>
              <a:off x="661810" y="1844824"/>
              <a:ext cx="4536248" cy="2072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34062">
                      <a:extLst>
                        <a:ext uri="{9D8B030D-6E8A-4147-A177-3AD203B41FA5}">
                          <a16:colId xmlns:a16="http://schemas.microsoft.com/office/drawing/2014/main" val="2433803370"/>
                        </a:ext>
                      </a:extLst>
                    </a:gridCol>
                    <a:gridCol w="1134062">
                      <a:extLst>
                        <a:ext uri="{9D8B030D-6E8A-4147-A177-3AD203B41FA5}">
                          <a16:colId xmlns:a16="http://schemas.microsoft.com/office/drawing/2014/main" val="3851109903"/>
                        </a:ext>
                      </a:extLst>
                    </a:gridCol>
                    <a:gridCol w="1134062">
                      <a:extLst>
                        <a:ext uri="{9D8B030D-6E8A-4147-A177-3AD203B41FA5}">
                          <a16:colId xmlns:a16="http://schemas.microsoft.com/office/drawing/2014/main" val="1964960949"/>
                        </a:ext>
                      </a:extLst>
                    </a:gridCol>
                    <a:gridCol w="1134062">
                      <a:extLst>
                        <a:ext uri="{9D8B030D-6E8A-4147-A177-3AD203B41FA5}">
                          <a16:colId xmlns:a16="http://schemas.microsoft.com/office/drawing/2014/main" val="1253776491"/>
                        </a:ext>
                      </a:extLst>
                    </a:gridCol>
                  </a:tblGrid>
                  <a:tr h="504056">
                    <a:tc>
                      <a:txBody>
                        <a:bodyPr/>
                        <a:lstStyle/>
                        <a:p>
                          <a:r>
                            <a:rPr lang="zh-CN" altLang="en-US" sz="2800" dirty="0"/>
                            <a:t>类型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𝑰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2248452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1/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1846838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PI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0.9/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8917171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PID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1.2/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89395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>
                <a:extLst>
                  <a:ext uri="{FF2B5EF4-FFF2-40B4-BE49-F238E27FC236}">
                    <a16:creationId xmlns:a16="http://schemas.microsoft.com/office/drawing/2014/main" id="{50B6E020-A0B3-627F-BF11-B3A5EAB37F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32741"/>
                  </p:ext>
                </p:extLst>
              </p:nvPr>
            </p:nvGraphicFramePr>
            <p:xfrm>
              <a:off x="661810" y="1844824"/>
              <a:ext cx="4536248" cy="2072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34062">
                      <a:extLst>
                        <a:ext uri="{9D8B030D-6E8A-4147-A177-3AD203B41FA5}">
                          <a16:colId xmlns:a16="http://schemas.microsoft.com/office/drawing/2014/main" val="2433803370"/>
                        </a:ext>
                      </a:extLst>
                    </a:gridCol>
                    <a:gridCol w="1134062">
                      <a:extLst>
                        <a:ext uri="{9D8B030D-6E8A-4147-A177-3AD203B41FA5}">
                          <a16:colId xmlns:a16="http://schemas.microsoft.com/office/drawing/2014/main" val="3851109903"/>
                        </a:ext>
                      </a:extLst>
                    </a:gridCol>
                    <a:gridCol w="1134062">
                      <a:extLst>
                        <a:ext uri="{9D8B030D-6E8A-4147-A177-3AD203B41FA5}">
                          <a16:colId xmlns:a16="http://schemas.microsoft.com/office/drawing/2014/main" val="1964960949"/>
                        </a:ext>
                      </a:extLst>
                    </a:gridCol>
                    <a:gridCol w="1134062">
                      <a:extLst>
                        <a:ext uri="{9D8B030D-6E8A-4147-A177-3AD203B41FA5}">
                          <a16:colId xmlns:a16="http://schemas.microsoft.com/office/drawing/2014/main" val="1253776491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zh-CN" altLang="en-US" sz="2800" dirty="0"/>
                            <a:t>类型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02247" t="-14634" r="-203371" b="-3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4634" r="-101111" b="-3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03371" t="-14634" r="-2247" b="-3317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224845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02247" t="-114634" r="-203371" b="-2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184683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PI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02247" t="-214634" r="-203371" b="-1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14634" r="-101111" b="-1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891717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PID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02247" t="-314634" r="-203371" b="-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14634" r="-101111" b="-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303371" t="-314634" r="-2247" b="-317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893951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8" name="坐标轴6">
            <a:extLst>
              <a:ext uri="{FF2B5EF4-FFF2-40B4-BE49-F238E27FC236}">
                <a16:creationId xmlns:a16="http://schemas.microsoft.com/office/drawing/2014/main" id="{3C86DDF3-0DD2-2B7D-31B3-C21174E7DE12}"/>
              </a:ext>
            </a:extLst>
          </p:cNvPr>
          <p:cNvGrpSpPr/>
          <p:nvPr/>
        </p:nvGrpSpPr>
        <p:grpSpPr>
          <a:xfrm>
            <a:off x="7595510" y="2169316"/>
            <a:ext cx="3199259" cy="2555828"/>
            <a:chOff x="499751" y="932888"/>
            <a:chExt cx="3199259" cy="2555828"/>
          </a:xfrm>
        </p:grpSpPr>
        <p:cxnSp>
          <p:nvCxnSpPr>
            <p:cNvPr id="9" name="x轴">
              <a:extLst>
                <a:ext uri="{FF2B5EF4-FFF2-40B4-BE49-F238E27FC236}">
                  <a16:creationId xmlns:a16="http://schemas.microsoft.com/office/drawing/2014/main" id="{AE56A43D-AA18-2877-1D7B-3BA889797138}"/>
                </a:ext>
              </a:extLst>
            </p:cNvPr>
            <p:cNvCxnSpPr>
              <a:cxnSpLocks/>
            </p:cNvCxnSpPr>
            <p:nvPr/>
          </p:nvCxnSpPr>
          <p:spPr>
            <a:xfrm>
              <a:off x="499751" y="2264580"/>
              <a:ext cx="314926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y轴">
              <a:extLst>
                <a:ext uri="{FF2B5EF4-FFF2-40B4-BE49-F238E27FC236}">
                  <a16:creationId xmlns:a16="http://schemas.microsoft.com/office/drawing/2014/main" id="{89B92DF4-A343-5B56-CA3C-64896D7F50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681" y="932888"/>
              <a:ext cx="17379" cy="255582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labelt">
                  <a:extLst>
                    <a:ext uri="{FF2B5EF4-FFF2-40B4-BE49-F238E27FC236}">
                      <a16:creationId xmlns:a16="http://schemas.microsoft.com/office/drawing/2014/main" id="{F3E59B49-59A8-31A8-D725-2007BF407A98}"/>
                    </a:ext>
                  </a:extLst>
                </p:cNvPr>
                <p:cNvSpPr txBox="1"/>
                <p:nvPr/>
              </p:nvSpPr>
              <p:spPr>
                <a:xfrm>
                  <a:off x="3178309" y="2376867"/>
                  <a:ext cx="520701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1" name="labelt">
                  <a:extLst>
                    <a:ext uri="{FF2B5EF4-FFF2-40B4-BE49-F238E27FC236}">
                      <a16:creationId xmlns:a16="http://schemas.microsoft.com/office/drawing/2014/main" id="{F3E59B49-59A8-31A8-D725-2007BF407A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8309" y="2376867"/>
                  <a:ext cx="520701" cy="52469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label0">
                  <a:extLst>
                    <a:ext uri="{FF2B5EF4-FFF2-40B4-BE49-F238E27FC236}">
                      <a16:creationId xmlns:a16="http://schemas.microsoft.com/office/drawing/2014/main" id="{CDC57A8D-6E0E-FBB7-99BD-74D7B5FB0F32}"/>
                    </a:ext>
                  </a:extLst>
                </p:cNvPr>
                <p:cNvSpPr txBox="1"/>
                <p:nvPr/>
              </p:nvSpPr>
              <p:spPr>
                <a:xfrm>
                  <a:off x="937535" y="2419426"/>
                  <a:ext cx="229717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" name="label0">
                  <a:extLst>
                    <a:ext uri="{FF2B5EF4-FFF2-40B4-BE49-F238E27FC236}">
                      <a16:creationId xmlns:a16="http://schemas.microsoft.com/office/drawing/2014/main" id="{CDC57A8D-6E0E-FBB7-99BD-74D7B5FB0F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7535" y="2419426"/>
                  <a:ext cx="229717" cy="523220"/>
                </a:xfrm>
                <a:prstGeom prst="rect">
                  <a:avLst/>
                </a:prstGeom>
                <a:blipFill>
                  <a:blip r:embed="rId5"/>
                  <a:stretch>
                    <a:fillRect r="-4736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响应6">
            <a:extLst>
              <a:ext uri="{FF2B5EF4-FFF2-40B4-BE49-F238E27FC236}">
                <a16:creationId xmlns:a16="http://schemas.microsoft.com/office/drawing/2014/main" id="{F69F8AD0-204E-4A46-5945-4DFDA7813464}"/>
              </a:ext>
            </a:extLst>
          </p:cNvPr>
          <p:cNvSpPr/>
          <p:nvPr/>
        </p:nvSpPr>
        <p:spPr>
          <a:xfrm>
            <a:off x="7666693" y="1690480"/>
            <a:ext cx="2891731" cy="1759651"/>
          </a:xfrm>
          <a:custGeom>
            <a:avLst/>
            <a:gdLst>
              <a:gd name="connsiteX0" fmla="*/ 0 w 2407534"/>
              <a:gd name="connsiteY0" fmla="*/ 978146 h 978146"/>
              <a:gd name="connsiteX1" fmla="*/ 399327 w 2407534"/>
              <a:gd name="connsiteY1" fmla="*/ 34809 h 978146"/>
              <a:gd name="connsiteX2" fmla="*/ 625033 w 2407534"/>
              <a:gd name="connsiteY2" fmla="*/ 196855 h 978146"/>
              <a:gd name="connsiteX3" fmla="*/ 763929 w 2407534"/>
              <a:gd name="connsiteY3" fmla="*/ 133194 h 978146"/>
              <a:gd name="connsiteX4" fmla="*/ 1030147 w 2407534"/>
              <a:gd name="connsiteY4" fmla="*/ 138981 h 978146"/>
              <a:gd name="connsiteX5" fmla="*/ 2407534 w 2407534"/>
              <a:gd name="connsiteY5" fmla="*/ 144768 h 978146"/>
              <a:gd name="connsiteX0" fmla="*/ 0 w 2407534"/>
              <a:gd name="connsiteY0" fmla="*/ 956951 h 956951"/>
              <a:gd name="connsiteX1" fmla="*/ 254643 w 2407534"/>
              <a:gd name="connsiteY1" fmla="*/ 36763 h 956951"/>
              <a:gd name="connsiteX2" fmla="*/ 625033 w 2407534"/>
              <a:gd name="connsiteY2" fmla="*/ 175660 h 956951"/>
              <a:gd name="connsiteX3" fmla="*/ 763929 w 2407534"/>
              <a:gd name="connsiteY3" fmla="*/ 111999 h 956951"/>
              <a:gd name="connsiteX4" fmla="*/ 1030147 w 2407534"/>
              <a:gd name="connsiteY4" fmla="*/ 117786 h 956951"/>
              <a:gd name="connsiteX5" fmla="*/ 2407534 w 2407534"/>
              <a:gd name="connsiteY5" fmla="*/ 123573 h 956951"/>
              <a:gd name="connsiteX0" fmla="*/ 0 w 2407534"/>
              <a:gd name="connsiteY0" fmla="*/ 955983 h 955983"/>
              <a:gd name="connsiteX1" fmla="*/ 254643 w 2407534"/>
              <a:gd name="connsiteY1" fmla="*/ 35795 h 955983"/>
              <a:gd name="connsiteX2" fmla="*/ 486137 w 2407534"/>
              <a:gd name="connsiteY2" fmla="*/ 180479 h 955983"/>
              <a:gd name="connsiteX3" fmla="*/ 763929 w 2407534"/>
              <a:gd name="connsiteY3" fmla="*/ 111031 h 955983"/>
              <a:gd name="connsiteX4" fmla="*/ 1030147 w 2407534"/>
              <a:gd name="connsiteY4" fmla="*/ 116818 h 955983"/>
              <a:gd name="connsiteX5" fmla="*/ 2407534 w 2407534"/>
              <a:gd name="connsiteY5" fmla="*/ 122605 h 955983"/>
              <a:gd name="connsiteX0" fmla="*/ 0 w 2407534"/>
              <a:gd name="connsiteY0" fmla="*/ 956164 h 956164"/>
              <a:gd name="connsiteX1" fmla="*/ 254643 w 2407534"/>
              <a:gd name="connsiteY1" fmla="*/ 35976 h 956164"/>
              <a:gd name="connsiteX2" fmla="*/ 486137 w 2407534"/>
              <a:gd name="connsiteY2" fmla="*/ 180660 h 956164"/>
              <a:gd name="connsiteX3" fmla="*/ 671331 w 2407534"/>
              <a:gd name="connsiteY3" fmla="*/ 122786 h 956164"/>
              <a:gd name="connsiteX4" fmla="*/ 1030147 w 2407534"/>
              <a:gd name="connsiteY4" fmla="*/ 116999 h 956164"/>
              <a:gd name="connsiteX5" fmla="*/ 2407534 w 2407534"/>
              <a:gd name="connsiteY5" fmla="*/ 122786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030147 w 2419257"/>
              <a:gd name="connsiteY4" fmla="*/ 116999 h 956164"/>
              <a:gd name="connsiteX5" fmla="*/ 2419257 w 2419257"/>
              <a:gd name="connsiteY5" fmla="*/ 345525 h 956164"/>
              <a:gd name="connsiteX0" fmla="*/ 0 w 2419257"/>
              <a:gd name="connsiteY0" fmla="*/ 956164 h 956164"/>
              <a:gd name="connsiteX1" fmla="*/ 254643 w 2419257"/>
              <a:gd name="connsiteY1" fmla="*/ 35976 h 956164"/>
              <a:gd name="connsiteX2" fmla="*/ 486137 w 2419257"/>
              <a:gd name="connsiteY2" fmla="*/ 180660 h 956164"/>
              <a:gd name="connsiteX3" fmla="*/ 671331 w 2419257"/>
              <a:gd name="connsiteY3" fmla="*/ 122786 h 956164"/>
              <a:gd name="connsiteX4" fmla="*/ 1100485 w 2419257"/>
              <a:gd name="connsiteY4" fmla="*/ 316291 h 956164"/>
              <a:gd name="connsiteX5" fmla="*/ 2419257 w 2419257"/>
              <a:gd name="connsiteY5" fmla="*/ 345525 h 956164"/>
              <a:gd name="connsiteX0" fmla="*/ 0 w 2419257"/>
              <a:gd name="connsiteY0" fmla="*/ 958926 h 958926"/>
              <a:gd name="connsiteX1" fmla="*/ 254643 w 2419257"/>
              <a:gd name="connsiteY1" fmla="*/ 38738 h 958926"/>
              <a:gd name="connsiteX2" fmla="*/ 486137 w 2419257"/>
              <a:gd name="connsiteY2" fmla="*/ 183422 h 958926"/>
              <a:gd name="connsiteX3" fmla="*/ 694777 w 2419257"/>
              <a:gd name="connsiteY3" fmla="*/ 289671 h 958926"/>
              <a:gd name="connsiteX4" fmla="*/ 1100485 w 2419257"/>
              <a:gd name="connsiteY4" fmla="*/ 319053 h 958926"/>
              <a:gd name="connsiteX5" fmla="*/ 2419257 w 2419257"/>
              <a:gd name="connsiteY5" fmla="*/ 348287 h 958926"/>
              <a:gd name="connsiteX0" fmla="*/ 0 w 2419257"/>
              <a:gd name="connsiteY0" fmla="*/ 937913 h 937913"/>
              <a:gd name="connsiteX1" fmla="*/ 254643 w 2419257"/>
              <a:gd name="connsiteY1" fmla="*/ 17725 h 937913"/>
              <a:gd name="connsiteX2" fmla="*/ 462691 w 2419257"/>
              <a:gd name="connsiteY2" fmla="*/ 326532 h 937913"/>
              <a:gd name="connsiteX3" fmla="*/ 694777 w 2419257"/>
              <a:gd name="connsiteY3" fmla="*/ 268658 h 937913"/>
              <a:gd name="connsiteX4" fmla="*/ 1100485 w 2419257"/>
              <a:gd name="connsiteY4" fmla="*/ 298040 h 937913"/>
              <a:gd name="connsiteX5" fmla="*/ 2419257 w 2419257"/>
              <a:gd name="connsiteY5" fmla="*/ 327274 h 937913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00485 w 2419257"/>
              <a:gd name="connsiteY4" fmla="*/ 141969 h 781842"/>
              <a:gd name="connsiteX5" fmla="*/ 2419257 w 2419257"/>
              <a:gd name="connsiteY5" fmla="*/ 171203 h 781842"/>
              <a:gd name="connsiteX0" fmla="*/ 0 w 2419257"/>
              <a:gd name="connsiteY0" fmla="*/ 781842 h 781842"/>
              <a:gd name="connsiteX1" fmla="*/ 266366 w 2419257"/>
              <a:gd name="connsiteY1" fmla="*/ 25777 h 781842"/>
              <a:gd name="connsiteX2" fmla="*/ 462691 w 2419257"/>
              <a:gd name="connsiteY2" fmla="*/ 170461 h 781842"/>
              <a:gd name="connsiteX3" fmla="*/ 694777 w 2419257"/>
              <a:gd name="connsiteY3" fmla="*/ 112587 h 781842"/>
              <a:gd name="connsiteX4" fmla="*/ 1112208 w 2419257"/>
              <a:gd name="connsiteY4" fmla="*/ 177138 h 781842"/>
              <a:gd name="connsiteX5" fmla="*/ 2419257 w 2419257"/>
              <a:gd name="connsiteY5" fmla="*/ 171203 h 781842"/>
              <a:gd name="connsiteX0" fmla="*/ 0 w 2419257"/>
              <a:gd name="connsiteY0" fmla="*/ 793164 h 793164"/>
              <a:gd name="connsiteX1" fmla="*/ 266366 w 2419257"/>
              <a:gd name="connsiteY1" fmla="*/ 37099 h 793164"/>
              <a:gd name="connsiteX2" fmla="*/ 694777 w 2419257"/>
              <a:gd name="connsiteY2" fmla="*/ 123909 h 793164"/>
              <a:gd name="connsiteX3" fmla="*/ 1112208 w 2419257"/>
              <a:gd name="connsiteY3" fmla="*/ 188460 h 793164"/>
              <a:gd name="connsiteX4" fmla="*/ 2419257 w 2419257"/>
              <a:gd name="connsiteY4" fmla="*/ 182525 h 793164"/>
              <a:gd name="connsiteX0" fmla="*/ 0 w 2419257"/>
              <a:gd name="connsiteY0" fmla="*/ 669255 h 669255"/>
              <a:gd name="connsiteX1" fmla="*/ 694777 w 2419257"/>
              <a:gd name="connsiteY1" fmla="*/ 0 h 669255"/>
              <a:gd name="connsiteX2" fmla="*/ 1112208 w 2419257"/>
              <a:gd name="connsiteY2" fmla="*/ 64551 h 669255"/>
              <a:gd name="connsiteX3" fmla="*/ 2419257 w 2419257"/>
              <a:gd name="connsiteY3" fmla="*/ 58616 h 669255"/>
              <a:gd name="connsiteX0" fmla="*/ 0 w 2419257"/>
              <a:gd name="connsiteY0" fmla="*/ 704753 h 704753"/>
              <a:gd name="connsiteX1" fmla="*/ 694777 w 2419257"/>
              <a:gd name="connsiteY1" fmla="*/ 35498 h 704753"/>
              <a:gd name="connsiteX2" fmla="*/ 2419257 w 2419257"/>
              <a:gd name="connsiteY2" fmla="*/ 94114 h 704753"/>
              <a:gd name="connsiteX0" fmla="*/ 0 w 2161350"/>
              <a:gd name="connsiteY0" fmla="*/ 671343 h 916489"/>
              <a:gd name="connsiteX1" fmla="*/ 694777 w 2161350"/>
              <a:gd name="connsiteY1" fmla="*/ 2088 h 916489"/>
              <a:gd name="connsiteX2" fmla="*/ 2161350 w 2161350"/>
              <a:gd name="connsiteY2" fmla="*/ 916489 h 916489"/>
              <a:gd name="connsiteX0" fmla="*/ 0 w 2137904"/>
              <a:gd name="connsiteY0" fmla="*/ 79523 h 1074946"/>
              <a:gd name="connsiteX1" fmla="*/ 671331 w 2137904"/>
              <a:gd name="connsiteY1" fmla="*/ 160545 h 1074946"/>
              <a:gd name="connsiteX2" fmla="*/ 2137904 w 2137904"/>
              <a:gd name="connsiteY2" fmla="*/ 1074946 h 1074946"/>
              <a:gd name="connsiteX0" fmla="*/ 0 w 2137904"/>
              <a:gd name="connsiteY0" fmla="*/ 0 h 995423"/>
              <a:gd name="connsiteX1" fmla="*/ 671331 w 2137904"/>
              <a:gd name="connsiteY1" fmla="*/ 81022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37904"/>
              <a:gd name="connsiteY0" fmla="*/ 0 h 995423"/>
              <a:gd name="connsiteX1" fmla="*/ 1046470 w 2137904"/>
              <a:gd name="connsiteY1" fmla="*/ 221699 h 995423"/>
              <a:gd name="connsiteX2" fmla="*/ 2137904 w 2137904"/>
              <a:gd name="connsiteY2" fmla="*/ 995423 h 995423"/>
              <a:gd name="connsiteX0" fmla="*/ 0 w 2149627"/>
              <a:gd name="connsiteY0" fmla="*/ 0 h 819577"/>
              <a:gd name="connsiteX1" fmla="*/ 1058193 w 2149627"/>
              <a:gd name="connsiteY1" fmla="*/ 45853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069916 w 2149627"/>
              <a:gd name="connsiteY1" fmla="*/ 209976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149627"/>
              <a:gd name="connsiteY0" fmla="*/ 0 h 819577"/>
              <a:gd name="connsiteX1" fmla="*/ 1245763 w 2149627"/>
              <a:gd name="connsiteY1" fmla="*/ 303761 h 819577"/>
              <a:gd name="connsiteX2" fmla="*/ 2149627 w 2149627"/>
              <a:gd name="connsiteY2" fmla="*/ 819577 h 819577"/>
              <a:gd name="connsiteX0" fmla="*/ 0 w 2290304"/>
              <a:gd name="connsiteY0" fmla="*/ 0 h 889916"/>
              <a:gd name="connsiteX1" fmla="*/ 1245763 w 2290304"/>
              <a:gd name="connsiteY1" fmla="*/ 303761 h 889916"/>
              <a:gd name="connsiteX2" fmla="*/ 2290304 w 2290304"/>
              <a:gd name="connsiteY2" fmla="*/ 889916 h 889916"/>
              <a:gd name="connsiteX0" fmla="*/ 0 w 2302027"/>
              <a:gd name="connsiteY0" fmla="*/ 0 h 901639"/>
              <a:gd name="connsiteX1" fmla="*/ 1257486 w 2302027"/>
              <a:gd name="connsiteY1" fmla="*/ 315484 h 901639"/>
              <a:gd name="connsiteX2" fmla="*/ 2302027 w 2302027"/>
              <a:gd name="connsiteY2" fmla="*/ 901639 h 901639"/>
              <a:gd name="connsiteX0" fmla="*/ 0 w 2384089"/>
              <a:gd name="connsiteY0" fmla="*/ 0 h 901639"/>
              <a:gd name="connsiteX1" fmla="*/ 1339548 w 2384089"/>
              <a:gd name="connsiteY1" fmla="*/ 315484 h 901639"/>
              <a:gd name="connsiteX2" fmla="*/ 2384089 w 2384089"/>
              <a:gd name="connsiteY2" fmla="*/ 901639 h 901639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219966"/>
              <a:gd name="connsiteY0" fmla="*/ 0 h 1147824"/>
              <a:gd name="connsiteX1" fmla="*/ 1339548 w 2219966"/>
              <a:gd name="connsiteY1" fmla="*/ 315484 h 1147824"/>
              <a:gd name="connsiteX2" fmla="*/ 2219966 w 2219966"/>
              <a:gd name="connsiteY2" fmla="*/ 1147824 h 1147824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14458"/>
              <a:gd name="connsiteY0" fmla="*/ 0 h 1171270"/>
              <a:gd name="connsiteX1" fmla="*/ 1339548 w 2114458"/>
              <a:gd name="connsiteY1" fmla="*/ 315484 h 1171270"/>
              <a:gd name="connsiteX2" fmla="*/ 2114458 w 2114458"/>
              <a:gd name="connsiteY2" fmla="*/ 1171270 h 1171270"/>
              <a:gd name="connsiteX0" fmla="*/ 0 w 2102735"/>
              <a:gd name="connsiteY0" fmla="*/ 399624 h 855786"/>
              <a:gd name="connsiteX1" fmla="*/ 1327825 w 2102735"/>
              <a:gd name="connsiteY1" fmla="*/ 0 h 855786"/>
              <a:gd name="connsiteX2" fmla="*/ 2102735 w 2102735"/>
              <a:gd name="connsiteY2" fmla="*/ 855786 h 855786"/>
              <a:gd name="connsiteX0" fmla="*/ 0 w 2102735"/>
              <a:gd name="connsiteY0" fmla="*/ 0 h 456162"/>
              <a:gd name="connsiteX1" fmla="*/ 1151978 w 2102735"/>
              <a:gd name="connsiteY1" fmla="*/ 22407 h 456162"/>
              <a:gd name="connsiteX2" fmla="*/ 2102735 w 2102735"/>
              <a:gd name="connsiteY2" fmla="*/ 456162 h 456162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768302 h 848463"/>
              <a:gd name="connsiteX1" fmla="*/ 1151978 w 1997227"/>
              <a:gd name="connsiteY1" fmla="*/ 790709 h 848463"/>
              <a:gd name="connsiteX2" fmla="*/ 1997227 w 1997227"/>
              <a:gd name="connsiteY2" fmla="*/ 75603 h 848463"/>
              <a:gd name="connsiteX0" fmla="*/ 0 w 1997227"/>
              <a:gd name="connsiteY0" fmla="*/ 692699 h 801122"/>
              <a:gd name="connsiteX1" fmla="*/ 1151978 w 1997227"/>
              <a:gd name="connsiteY1" fmla="*/ 715106 h 801122"/>
              <a:gd name="connsiteX2" fmla="*/ 1997227 w 1997227"/>
              <a:gd name="connsiteY2" fmla="*/ 0 h 801122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997227 w 1997227"/>
              <a:gd name="connsiteY2" fmla="*/ 0 h 715106"/>
              <a:gd name="connsiteX0" fmla="*/ 0 w 1997227"/>
              <a:gd name="connsiteY0" fmla="*/ 692699 h 715106"/>
              <a:gd name="connsiteX1" fmla="*/ 1151978 w 1997227"/>
              <a:gd name="connsiteY1" fmla="*/ 715106 h 715106"/>
              <a:gd name="connsiteX2" fmla="*/ 1744435 w 1997227"/>
              <a:gd name="connsiteY2" fmla="*/ 163233 h 715106"/>
              <a:gd name="connsiteX3" fmla="*/ 1997227 w 1997227"/>
              <a:gd name="connsiteY3" fmla="*/ 0 h 715106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744435 w 2360643"/>
              <a:gd name="connsiteY2" fmla="*/ 350802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1151978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360643"/>
              <a:gd name="connsiteY0" fmla="*/ 880268 h 902675"/>
              <a:gd name="connsiteX1" fmla="*/ 835455 w 2360643"/>
              <a:gd name="connsiteY1" fmla="*/ 902675 h 902675"/>
              <a:gd name="connsiteX2" fmla="*/ 1826497 w 2360643"/>
              <a:gd name="connsiteY2" fmla="*/ 116340 h 902675"/>
              <a:gd name="connsiteX3" fmla="*/ 2360643 w 2360643"/>
              <a:gd name="connsiteY3" fmla="*/ 0 h 902675"/>
              <a:gd name="connsiteX0" fmla="*/ 0 w 2712335"/>
              <a:gd name="connsiteY0" fmla="*/ 856822 h 879229"/>
              <a:gd name="connsiteX1" fmla="*/ 835455 w 2712335"/>
              <a:gd name="connsiteY1" fmla="*/ 879229 h 879229"/>
              <a:gd name="connsiteX2" fmla="*/ 1826497 w 2712335"/>
              <a:gd name="connsiteY2" fmla="*/ 92894 h 879229"/>
              <a:gd name="connsiteX3" fmla="*/ 2712335 w 2712335"/>
              <a:gd name="connsiteY3" fmla="*/ 0 h 879229"/>
              <a:gd name="connsiteX0" fmla="*/ 0 w 2712335"/>
              <a:gd name="connsiteY0" fmla="*/ 923911 h 946318"/>
              <a:gd name="connsiteX1" fmla="*/ 835455 w 2712335"/>
              <a:gd name="connsiteY1" fmla="*/ 946318 h 946318"/>
              <a:gd name="connsiteX2" fmla="*/ 1674097 w 2712335"/>
              <a:gd name="connsiteY2" fmla="*/ 42753 h 946318"/>
              <a:gd name="connsiteX3" fmla="*/ 2712335 w 2712335"/>
              <a:gd name="connsiteY3" fmla="*/ 67089 h 946318"/>
              <a:gd name="connsiteX0" fmla="*/ 0 w 2641996"/>
              <a:gd name="connsiteY0" fmla="*/ 974053 h 996460"/>
              <a:gd name="connsiteX1" fmla="*/ 835455 w 2641996"/>
              <a:gd name="connsiteY1" fmla="*/ 996460 h 996460"/>
              <a:gd name="connsiteX2" fmla="*/ 1674097 w 2641996"/>
              <a:gd name="connsiteY2" fmla="*/ 92895 h 996460"/>
              <a:gd name="connsiteX3" fmla="*/ 2641996 w 2641996"/>
              <a:gd name="connsiteY3" fmla="*/ 0 h 996460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997499 h 997499"/>
              <a:gd name="connsiteX1" fmla="*/ 835455 w 2641996"/>
              <a:gd name="connsiteY1" fmla="*/ 996460 h 997499"/>
              <a:gd name="connsiteX2" fmla="*/ 1674097 w 2641996"/>
              <a:gd name="connsiteY2" fmla="*/ 92895 h 997499"/>
              <a:gd name="connsiteX3" fmla="*/ 2641996 w 2641996"/>
              <a:gd name="connsiteY3" fmla="*/ 0 h 997499"/>
              <a:gd name="connsiteX0" fmla="*/ 0 w 2641996"/>
              <a:gd name="connsiteY0" fmla="*/ 1146647 h 1146647"/>
              <a:gd name="connsiteX1" fmla="*/ 835455 w 2641996"/>
              <a:gd name="connsiteY1" fmla="*/ 1145608 h 1146647"/>
              <a:gd name="connsiteX2" fmla="*/ 1861667 w 2641996"/>
              <a:gd name="connsiteY2" fmla="*/ 31028 h 1146647"/>
              <a:gd name="connsiteX3" fmla="*/ 2641996 w 2641996"/>
              <a:gd name="connsiteY3" fmla="*/ 149148 h 1146647"/>
              <a:gd name="connsiteX0" fmla="*/ 0 w 3181258"/>
              <a:gd name="connsiteY0" fmla="*/ 1175472 h 1175472"/>
              <a:gd name="connsiteX1" fmla="*/ 835455 w 3181258"/>
              <a:gd name="connsiteY1" fmla="*/ 1174433 h 1175472"/>
              <a:gd name="connsiteX2" fmla="*/ 1861667 w 3181258"/>
              <a:gd name="connsiteY2" fmla="*/ 59853 h 1175472"/>
              <a:gd name="connsiteX3" fmla="*/ 3181258 w 3181258"/>
              <a:gd name="connsiteY3" fmla="*/ 13850 h 1175472"/>
              <a:gd name="connsiteX0" fmla="*/ 0 w 3228150"/>
              <a:gd name="connsiteY0" fmla="*/ 1179811 h 1179811"/>
              <a:gd name="connsiteX1" fmla="*/ 835455 w 3228150"/>
              <a:gd name="connsiteY1" fmla="*/ 1178772 h 1179811"/>
              <a:gd name="connsiteX2" fmla="*/ 1861667 w 3228150"/>
              <a:gd name="connsiteY2" fmla="*/ 64192 h 1179811"/>
              <a:gd name="connsiteX3" fmla="*/ 3228150 w 3228150"/>
              <a:gd name="connsiteY3" fmla="*/ 6466 h 1179811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63320"/>
              <a:gd name="connsiteY0" fmla="*/ 1185068 h 1185068"/>
              <a:gd name="connsiteX1" fmla="*/ 835455 w 3263320"/>
              <a:gd name="connsiteY1" fmla="*/ 1184029 h 1185068"/>
              <a:gd name="connsiteX2" fmla="*/ 1861667 w 3263320"/>
              <a:gd name="connsiteY2" fmla="*/ 69449 h 1185068"/>
              <a:gd name="connsiteX3" fmla="*/ 3263320 w 3263320"/>
              <a:gd name="connsiteY3" fmla="*/ 0 h 1185068"/>
              <a:gd name="connsiteX0" fmla="*/ 0 w 3239874"/>
              <a:gd name="connsiteY0" fmla="*/ 1168398 h 1168398"/>
              <a:gd name="connsiteX1" fmla="*/ 835455 w 3239874"/>
              <a:gd name="connsiteY1" fmla="*/ 1167359 h 1168398"/>
              <a:gd name="connsiteX2" fmla="*/ 1861667 w 3239874"/>
              <a:gd name="connsiteY2" fmla="*/ 52779 h 1168398"/>
              <a:gd name="connsiteX3" fmla="*/ 3239874 w 3239874"/>
              <a:gd name="connsiteY3" fmla="*/ 30223 h 1168398"/>
              <a:gd name="connsiteX0" fmla="*/ 0 w 3239874"/>
              <a:gd name="connsiteY0" fmla="*/ 1171159 h 1171159"/>
              <a:gd name="connsiteX1" fmla="*/ 835455 w 3239874"/>
              <a:gd name="connsiteY1" fmla="*/ 1170120 h 1171159"/>
              <a:gd name="connsiteX2" fmla="*/ 1861667 w 3239874"/>
              <a:gd name="connsiteY2" fmla="*/ 55540 h 1171159"/>
              <a:gd name="connsiteX3" fmla="*/ 3239874 w 3239874"/>
              <a:gd name="connsiteY3" fmla="*/ 32984 h 1171159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39874"/>
              <a:gd name="connsiteY0" fmla="*/ 1138175 h 1138175"/>
              <a:gd name="connsiteX1" fmla="*/ 835455 w 3239874"/>
              <a:gd name="connsiteY1" fmla="*/ 1137136 h 1138175"/>
              <a:gd name="connsiteX2" fmla="*/ 1861667 w 3239874"/>
              <a:gd name="connsiteY2" fmla="*/ 22556 h 1138175"/>
              <a:gd name="connsiteX3" fmla="*/ 3239874 w 3239874"/>
              <a:gd name="connsiteY3" fmla="*/ 0 h 1138175"/>
              <a:gd name="connsiteX0" fmla="*/ 0 w 3204705"/>
              <a:gd name="connsiteY0" fmla="*/ 1115619 h 1115619"/>
              <a:gd name="connsiteX1" fmla="*/ 835455 w 3204705"/>
              <a:gd name="connsiteY1" fmla="*/ 1114580 h 1115619"/>
              <a:gd name="connsiteX2" fmla="*/ 1861667 w 3204705"/>
              <a:gd name="connsiteY2" fmla="*/ 0 h 1115619"/>
              <a:gd name="connsiteX3" fmla="*/ 3204705 w 3204705"/>
              <a:gd name="connsiteY3" fmla="*/ 12614 h 1115619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1861667 w 3216428"/>
              <a:gd name="connsiteY2" fmla="*/ 10832 h 1126451"/>
              <a:gd name="connsiteX3" fmla="*/ 3216428 w 3216428"/>
              <a:gd name="connsiteY3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835455 w 3216428"/>
              <a:gd name="connsiteY1" fmla="*/ 1125412 h 1126451"/>
              <a:gd name="connsiteX2" fmla="*/ 3216428 w 3216428"/>
              <a:gd name="connsiteY2" fmla="*/ 0 h 1126451"/>
              <a:gd name="connsiteX0" fmla="*/ 0 w 3216428"/>
              <a:gd name="connsiteY0" fmla="*/ 1126451 h 1126451"/>
              <a:gd name="connsiteX1" fmla="*/ 1374716 w 3216428"/>
              <a:gd name="connsiteY1" fmla="*/ 398582 h 1126451"/>
              <a:gd name="connsiteX2" fmla="*/ 3216428 w 3216428"/>
              <a:gd name="connsiteY2" fmla="*/ 0 h 1126451"/>
              <a:gd name="connsiteX0" fmla="*/ 0 w 2923351"/>
              <a:gd name="connsiteY0" fmla="*/ 727883 h 740896"/>
              <a:gd name="connsiteX1" fmla="*/ 1374716 w 2923351"/>
              <a:gd name="connsiteY1" fmla="*/ 14 h 740896"/>
              <a:gd name="connsiteX2" fmla="*/ 2923351 w 2923351"/>
              <a:gd name="connsiteY2" fmla="*/ 703401 h 740896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923351"/>
              <a:gd name="connsiteY0" fmla="*/ 727888 h 727888"/>
              <a:gd name="connsiteX1" fmla="*/ 1374716 w 2923351"/>
              <a:gd name="connsiteY1" fmla="*/ 19 h 727888"/>
              <a:gd name="connsiteX2" fmla="*/ 2923351 w 2923351"/>
              <a:gd name="connsiteY2" fmla="*/ 703406 h 727888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  <a:gd name="connsiteX0" fmla="*/ 0 w 2829567"/>
              <a:gd name="connsiteY0" fmla="*/ 727870 h 727870"/>
              <a:gd name="connsiteX1" fmla="*/ 1374716 w 2829567"/>
              <a:gd name="connsiteY1" fmla="*/ 1 h 727870"/>
              <a:gd name="connsiteX2" fmla="*/ 2829567 w 2829567"/>
              <a:gd name="connsiteY2" fmla="*/ 726834 h 727870"/>
              <a:gd name="connsiteX0" fmla="*/ 0 w 2649094"/>
              <a:gd name="connsiteY0" fmla="*/ 1128878 h 1128878"/>
              <a:gd name="connsiteX1" fmla="*/ 1374716 w 2649094"/>
              <a:gd name="connsiteY1" fmla="*/ 401009 h 1128878"/>
              <a:gd name="connsiteX2" fmla="*/ 2649094 w 2649094"/>
              <a:gd name="connsiteY2" fmla="*/ 20937 h 1128878"/>
              <a:gd name="connsiteX0" fmla="*/ 0 w 2649094"/>
              <a:gd name="connsiteY0" fmla="*/ 1139787 h 1139787"/>
              <a:gd name="connsiteX1" fmla="*/ 1326590 w 2649094"/>
              <a:gd name="connsiteY1" fmla="*/ 207381 h 1139787"/>
              <a:gd name="connsiteX2" fmla="*/ 2649094 w 2649094"/>
              <a:gd name="connsiteY2" fmla="*/ 31846 h 1139787"/>
              <a:gd name="connsiteX0" fmla="*/ 0 w 2649094"/>
              <a:gd name="connsiteY0" fmla="*/ 1293148 h 1293148"/>
              <a:gd name="connsiteX1" fmla="*/ 1326590 w 2649094"/>
              <a:gd name="connsiteY1" fmla="*/ 360742 h 1293148"/>
              <a:gd name="connsiteX2" fmla="*/ 2649094 w 2649094"/>
              <a:gd name="connsiteY2" fmla="*/ 185207 h 1293148"/>
              <a:gd name="connsiteX0" fmla="*/ 0 w 2649094"/>
              <a:gd name="connsiteY0" fmla="*/ 1293148 h 1293148"/>
              <a:gd name="connsiteX1" fmla="*/ 1326590 w 2649094"/>
              <a:gd name="connsiteY1" fmla="*/ 360742 h 1293148"/>
              <a:gd name="connsiteX2" fmla="*/ 2649094 w 2649094"/>
              <a:gd name="connsiteY2" fmla="*/ 185207 h 1293148"/>
              <a:gd name="connsiteX0" fmla="*/ 0 w 2649094"/>
              <a:gd name="connsiteY0" fmla="*/ 1107941 h 1107941"/>
              <a:gd name="connsiteX1" fmla="*/ 2649094 w 2649094"/>
              <a:gd name="connsiteY1" fmla="*/ 0 h 1107941"/>
              <a:gd name="connsiteX0" fmla="*/ 0 w 2649094"/>
              <a:gd name="connsiteY0" fmla="*/ 1107941 h 1107941"/>
              <a:gd name="connsiteX1" fmla="*/ 2649094 w 2649094"/>
              <a:gd name="connsiteY1" fmla="*/ 0 h 1107941"/>
              <a:gd name="connsiteX0" fmla="*/ 0 w 2625031"/>
              <a:gd name="connsiteY0" fmla="*/ 578551 h 578551"/>
              <a:gd name="connsiteX1" fmla="*/ 2625031 w 2625031"/>
              <a:gd name="connsiteY1" fmla="*/ 0 h 578551"/>
              <a:gd name="connsiteX0" fmla="*/ 0 w 2625031"/>
              <a:gd name="connsiteY0" fmla="*/ 578551 h 775128"/>
              <a:gd name="connsiteX1" fmla="*/ 2625031 w 2625031"/>
              <a:gd name="connsiteY1" fmla="*/ 0 h 775128"/>
              <a:gd name="connsiteX0" fmla="*/ 0 w 2625031"/>
              <a:gd name="connsiteY0" fmla="*/ 696540 h 810048"/>
              <a:gd name="connsiteX1" fmla="*/ 2625031 w 2625031"/>
              <a:gd name="connsiteY1" fmla="*/ 117989 h 810048"/>
              <a:gd name="connsiteX0" fmla="*/ 0 w 2625031"/>
              <a:gd name="connsiteY0" fmla="*/ 753137 h 858314"/>
              <a:gd name="connsiteX1" fmla="*/ 2625031 w 2625031"/>
              <a:gd name="connsiteY1" fmla="*/ 174586 h 858314"/>
              <a:gd name="connsiteX0" fmla="*/ 0 w 2625031"/>
              <a:gd name="connsiteY0" fmla="*/ 743423 h 894062"/>
              <a:gd name="connsiteX1" fmla="*/ 2625031 w 2625031"/>
              <a:gd name="connsiteY1" fmla="*/ 164872 h 894062"/>
              <a:gd name="connsiteX0" fmla="*/ 0 w 2625031"/>
              <a:gd name="connsiteY0" fmla="*/ 747343 h 878544"/>
              <a:gd name="connsiteX1" fmla="*/ 2625031 w 2625031"/>
              <a:gd name="connsiteY1" fmla="*/ 168792 h 878544"/>
              <a:gd name="connsiteX0" fmla="*/ 0 w 2625031"/>
              <a:gd name="connsiteY0" fmla="*/ 806662 h 806662"/>
              <a:gd name="connsiteX1" fmla="*/ 2625031 w 2625031"/>
              <a:gd name="connsiteY1" fmla="*/ 228111 h 806662"/>
              <a:gd name="connsiteX0" fmla="*/ 0 w 2599631"/>
              <a:gd name="connsiteY0" fmla="*/ 998156 h 998156"/>
              <a:gd name="connsiteX1" fmla="*/ 2599631 w 2599631"/>
              <a:gd name="connsiteY1" fmla="*/ 203705 h 998156"/>
              <a:gd name="connsiteX0" fmla="*/ 0 w 2650431"/>
              <a:gd name="connsiteY0" fmla="*/ 1101521 h 1101521"/>
              <a:gd name="connsiteX1" fmla="*/ 2650431 w 2650431"/>
              <a:gd name="connsiteY1" fmla="*/ 192770 h 1101521"/>
              <a:gd name="connsiteX0" fmla="*/ 0 w 2650431"/>
              <a:gd name="connsiteY0" fmla="*/ 908752 h 908752"/>
              <a:gd name="connsiteX1" fmla="*/ 2650431 w 2650431"/>
              <a:gd name="connsiteY1" fmla="*/ 1 h 908752"/>
              <a:gd name="connsiteX0" fmla="*/ 0 w 2650431"/>
              <a:gd name="connsiteY0" fmla="*/ 908752 h 908752"/>
              <a:gd name="connsiteX1" fmla="*/ 2650431 w 2650431"/>
              <a:gd name="connsiteY1" fmla="*/ 1 h 908752"/>
              <a:gd name="connsiteX0" fmla="*/ 0 w 2663131"/>
              <a:gd name="connsiteY0" fmla="*/ 730952 h 730952"/>
              <a:gd name="connsiteX1" fmla="*/ 2663131 w 2663131"/>
              <a:gd name="connsiteY1" fmla="*/ 1 h 730952"/>
              <a:gd name="connsiteX0" fmla="*/ 0 w 2891731"/>
              <a:gd name="connsiteY0" fmla="*/ 1759651 h 1759651"/>
              <a:gd name="connsiteX1" fmla="*/ 2891731 w 2891731"/>
              <a:gd name="connsiteY1" fmla="*/ 0 h 1759651"/>
              <a:gd name="connsiteX0" fmla="*/ 0 w 2891731"/>
              <a:gd name="connsiteY0" fmla="*/ 1759651 h 1759651"/>
              <a:gd name="connsiteX1" fmla="*/ 2891731 w 2891731"/>
              <a:gd name="connsiteY1" fmla="*/ 0 h 1759651"/>
              <a:gd name="connsiteX0" fmla="*/ 0 w 2891731"/>
              <a:gd name="connsiteY0" fmla="*/ 1759651 h 1759651"/>
              <a:gd name="connsiteX1" fmla="*/ 2891731 w 2891731"/>
              <a:gd name="connsiteY1" fmla="*/ 0 h 175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91731" h="1759651">
                <a:moveTo>
                  <a:pt x="0" y="1759651"/>
                </a:moveTo>
                <a:cubicBezTo>
                  <a:pt x="1453194" y="1651689"/>
                  <a:pt x="1284800" y="164109"/>
                  <a:pt x="2891731" y="0"/>
                </a:cubicBezTo>
              </a:path>
            </a:pathLst>
          </a:custGeom>
          <a:noFill/>
          <a:ln w="38100">
            <a:solidFill>
              <a:srgbClr val="E448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labelt">
                <a:extLst>
                  <a:ext uri="{FF2B5EF4-FFF2-40B4-BE49-F238E27FC236}">
                    <a16:creationId xmlns:a16="http://schemas.microsoft.com/office/drawing/2014/main" id="{366B0039-87EA-8C5D-8597-547081851834}"/>
                  </a:ext>
                </a:extLst>
              </p:cNvPr>
              <p:cNvSpPr txBox="1"/>
              <p:nvPr/>
            </p:nvSpPr>
            <p:spPr>
              <a:xfrm>
                <a:off x="6488256" y="1934900"/>
                <a:ext cx="96200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16" name="labelt">
                <a:extLst>
                  <a:ext uri="{FF2B5EF4-FFF2-40B4-BE49-F238E27FC236}">
                    <a16:creationId xmlns:a16="http://schemas.microsoft.com/office/drawing/2014/main" id="{366B0039-87EA-8C5D-8597-547081851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256" y="1934900"/>
                <a:ext cx="962009" cy="523220"/>
              </a:xfrm>
              <a:prstGeom prst="rect">
                <a:avLst/>
              </a:prstGeom>
              <a:blipFill>
                <a:blip r:embed="rId6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给定6">
            <a:extLst>
              <a:ext uri="{FF2B5EF4-FFF2-40B4-BE49-F238E27FC236}">
                <a16:creationId xmlns:a16="http://schemas.microsoft.com/office/drawing/2014/main" id="{C631F114-C655-B0FA-C02E-A52974582B3D}"/>
              </a:ext>
            </a:extLst>
          </p:cNvPr>
          <p:cNvCxnSpPr>
            <a:cxnSpLocks/>
          </p:cNvCxnSpPr>
          <p:nvPr/>
        </p:nvCxnSpPr>
        <p:spPr>
          <a:xfrm flipH="1">
            <a:off x="7570829" y="1340767"/>
            <a:ext cx="2582675" cy="2952329"/>
          </a:xfrm>
          <a:prstGeom prst="line">
            <a:avLst/>
          </a:prstGeom>
          <a:ln w="38100"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label0">
                <a:extLst>
                  <a:ext uri="{FF2B5EF4-FFF2-40B4-BE49-F238E27FC236}">
                    <a16:creationId xmlns:a16="http://schemas.microsoft.com/office/drawing/2014/main" id="{1EA1B829-607E-4D65-AEC2-D07BCF33C522}"/>
                  </a:ext>
                </a:extLst>
              </p:cNvPr>
              <p:cNvSpPr txBox="1"/>
              <p:nvPr/>
            </p:nvSpPr>
            <p:spPr>
              <a:xfrm>
                <a:off x="6742381" y="4031486"/>
                <a:ext cx="76816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" name="label0">
                <a:extLst>
                  <a:ext uri="{FF2B5EF4-FFF2-40B4-BE49-F238E27FC236}">
                    <a16:creationId xmlns:a16="http://schemas.microsoft.com/office/drawing/2014/main" id="{1EA1B829-607E-4D65-AEC2-D07BCF33C5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2381" y="4031486"/>
                <a:ext cx="768166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椭圆 25">
            <a:extLst>
              <a:ext uri="{FF2B5EF4-FFF2-40B4-BE49-F238E27FC236}">
                <a16:creationId xmlns:a16="http://schemas.microsoft.com/office/drawing/2014/main" id="{FAE49947-73DF-B871-2CA9-FC9E386A4C20}"/>
              </a:ext>
            </a:extLst>
          </p:cNvPr>
          <p:cNvSpPr/>
          <p:nvPr/>
        </p:nvSpPr>
        <p:spPr>
          <a:xfrm>
            <a:off x="8975526" y="2522053"/>
            <a:ext cx="114859" cy="114859"/>
          </a:xfrm>
          <a:prstGeom prst="ellipse">
            <a:avLst/>
          </a:prstGeom>
          <a:noFill/>
          <a:ln>
            <a:solidFill>
              <a:srgbClr val="169F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3EBD0E2B-0899-0CF5-4001-790663DB9E78}"/>
              </a:ext>
            </a:extLst>
          </p:cNvPr>
          <p:cNvSpPr/>
          <p:nvPr/>
        </p:nvSpPr>
        <p:spPr>
          <a:xfrm>
            <a:off x="8183438" y="3429000"/>
            <a:ext cx="114859" cy="114859"/>
          </a:xfrm>
          <a:prstGeom prst="ellipse">
            <a:avLst/>
          </a:prstGeom>
          <a:noFill/>
          <a:ln>
            <a:solidFill>
              <a:srgbClr val="1C1C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label0">
                <a:extLst>
                  <a:ext uri="{FF2B5EF4-FFF2-40B4-BE49-F238E27FC236}">
                    <a16:creationId xmlns:a16="http://schemas.microsoft.com/office/drawing/2014/main" id="{CC4CC297-3740-6156-B616-78C04AD9D571}"/>
                  </a:ext>
                </a:extLst>
              </p:cNvPr>
              <p:cNvSpPr txBox="1"/>
              <p:nvPr/>
            </p:nvSpPr>
            <p:spPr>
              <a:xfrm>
                <a:off x="661810" y="4317871"/>
                <a:ext cx="37052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zh-CN" altLang="en-US" sz="2800" dirty="0"/>
                  <a:t>：近似延迟时间</a:t>
                </a:r>
              </a:p>
            </p:txBody>
          </p:sp>
        </mc:Choice>
        <mc:Fallback xmlns="">
          <p:sp>
            <p:nvSpPr>
              <p:cNvPr id="28" name="label0">
                <a:extLst>
                  <a:ext uri="{FF2B5EF4-FFF2-40B4-BE49-F238E27FC236}">
                    <a16:creationId xmlns:a16="http://schemas.microsoft.com/office/drawing/2014/main" id="{CC4CC297-3740-6156-B616-78C04AD9D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10" y="4317871"/>
                <a:ext cx="3705204" cy="523220"/>
              </a:xfrm>
              <a:prstGeom prst="rect">
                <a:avLst/>
              </a:prstGeom>
              <a:blipFill>
                <a:blip r:embed="rId8"/>
                <a:stretch>
                  <a:fillRect t="-11628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label0">
                <a:extLst>
                  <a:ext uri="{FF2B5EF4-FFF2-40B4-BE49-F238E27FC236}">
                    <a16:creationId xmlns:a16="http://schemas.microsoft.com/office/drawing/2014/main" id="{E9AE5050-9CC3-98B0-430A-54C620C70604}"/>
                  </a:ext>
                </a:extLst>
              </p:cNvPr>
              <p:cNvSpPr txBox="1"/>
              <p:nvPr/>
            </p:nvSpPr>
            <p:spPr>
              <a:xfrm>
                <a:off x="661810" y="4979888"/>
                <a:ext cx="334516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zh-CN" altLang="en-US" sz="2800" dirty="0"/>
                  <a:t>：最陡处斜率</a:t>
                </a:r>
              </a:p>
            </p:txBody>
          </p:sp>
        </mc:Choice>
        <mc:Fallback xmlns="">
          <p:sp>
            <p:nvSpPr>
              <p:cNvPr id="29" name="label0">
                <a:extLst>
                  <a:ext uri="{FF2B5EF4-FFF2-40B4-BE49-F238E27FC236}">
                    <a16:creationId xmlns:a16="http://schemas.microsoft.com/office/drawing/2014/main" id="{E9AE5050-9CC3-98B0-430A-54C620C70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10" y="4979888"/>
                <a:ext cx="3345164" cy="523220"/>
              </a:xfrm>
              <a:prstGeom prst="rect">
                <a:avLst/>
              </a:prstGeom>
              <a:blipFill>
                <a:blip r:embed="rId9"/>
                <a:stretch>
                  <a:fillRect t="-16667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3973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E6406AAB-6C6F-3163-5F84-7325D13325DB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整定（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Tuning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labelt">
                <a:extLst>
                  <a:ext uri="{FF2B5EF4-FFF2-40B4-BE49-F238E27FC236}">
                    <a16:creationId xmlns:a16="http://schemas.microsoft.com/office/drawing/2014/main" id="{5DE39C41-4F14-1BDB-20D1-71D5BFF197D2}"/>
                  </a:ext>
                </a:extLst>
              </p:cNvPr>
              <p:cNvSpPr txBox="1"/>
              <p:nvPr/>
            </p:nvSpPr>
            <p:spPr>
              <a:xfrm>
                <a:off x="6095206" y="60451"/>
                <a:ext cx="5452805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60</m:t>
                                  </m:r>
                                </m:den>
                              </m:f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labelt">
                <a:extLst>
                  <a:ext uri="{FF2B5EF4-FFF2-40B4-BE49-F238E27FC236}">
                    <a16:creationId xmlns:a16="http://schemas.microsoft.com/office/drawing/2014/main" id="{5DE39C41-4F14-1BDB-20D1-71D5BFF19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206" y="60451"/>
                <a:ext cx="5452805" cy="1202893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label0">
            <a:extLst>
              <a:ext uri="{FF2B5EF4-FFF2-40B4-BE49-F238E27FC236}">
                <a16:creationId xmlns:a16="http://schemas.microsoft.com/office/drawing/2014/main" id="{77F93760-3F13-4BC3-3904-00140E501929}"/>
              </a:ext>
            </a:extLst>
          </p:cNvPr>
          <p:cNvSpPr txBox="1"/>
          <p:nvPr/>
        </p:nvSpPr>
        <p:spPr>
          <a:xfrm>
            <a:off x="287030" y="1124744"/>
            <a:ext cx="66002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原系统闭环不稳定，无法应用阶跃响应法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2D3347E4-69DA-7A7B-9D04-4F6E94DF52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2340435"/>
                  </p:ext>
                </p:extLst>
              </p:nvPr>
            </p:nvGraphicFramePr>
            <p:xfrm>
              <a:off x="349911" y="1953373"/>
              <a:ext cx="5256584" cy="2072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4935">
                      <a:extLst>
                        <a:ext uri="{9D8B030D-6E8A-4147-A177-3AD203B41FA5}">
                          <a16:colId xmlns:a16="http://schemas.microsoft.com/office/drawing/2014/main" val="2433803370"/>
                        </a:ext>
                      </a:extLst>
                    </a:gridCol>
                    <a:gridCol w="1623357">
                      <a:extLst>
                        <a:ext uri="{9D8B030D-6E8A-4147-A177-3AD203B41FA5}">
                          <a16:colId xmlns:a16="http://schemas.microsoft.com/office/drawing/2014/main" val="3851109903"/>
                        </a:ext>
                      </a:extLst>
                    </a:gridCol>
                    <a:gridCol w="1314146">
                      <a:extLst>
                        <a:ext uri="{9D8B030D-6E8A-4147-A177-3AD203B41FA5}">
                          <a16:colId xmlns:a16="http://schemas.microsoft.com/office/drawing/2014/main" val="1964960949"/>
                        </a:ext>
                      </a:extLst>
                    </a:gridCol>
                    <a:gridCol w="1314146">
                      <a:extLst>
                        <a:ext uri="{9D8B030D-6E8A-4147-A177-3AD203B41FA5}">
                          <a16:colId xmlns:a16="http://schemas.microsoft.com/office/drawing/2014/main" val="1253776491"/>
                        </a:ext>
                      </a:extLst>
                    </a:gridCol>
                  </a:tblGrid>
                  <a:tr h="504056">
                    <a:tc>
                      <a:txBody>
                        <a:bodyPr/>
                        <a:lstStyle/>
                        <a:p>
                          <a:r>
                            <a:rPr lang="zh-CN" altLang="en-US" sz="2800" dirty="0"/>
                            <a:t>类型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𝑰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2248452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1846838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PI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8917171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PID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0.125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89395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2D3347E4-69DA-7A7B-9D04-4F6E94DF52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2340435"/>
                  </p:ext>
                </p:extLst>
              </p:nvPr>
            </p:nvGraphicFramePr>
            <p:xfrm>
              <a:off x="349911" y="1953373"/>
              <a:ext cx="5256584" cy="2072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4935">
                      <a:extLst>
                        <a:ext uri="{9D8B030D-6E8A-4147-A177-3AD203B41FA5}">
                          <a16:colId xmlns:a16="http://schemas.microsoft.com/office/drawing/2014/main" val="2433803370"/>
                        </a:ext>
                      </a:extLst>
                    </a:gridCol>
                    <a:gridCol w="1623357">
                      <a:extLst>
                        <a:ext uri="{9D8B030D-6E8A-4147-A177-3AD203B41FA5}">
                          <a16:colId xmlns:a16="http://schemas.microsoft.com/office/drawing/2014/main" val="3851109903"/>
                        </a:ext>
                      </a:extLst>
                    </a:gridCol>
                    <a:gridCol w="1314146">
                      <a:extLst>
                        <a:ext uri="{9D8B030D-6E8A-4147-A177-3AD203B41FA5}">
                          <a16:colId xmlns:a16="http://schemas.microsoft.com/office/drawing/2014/main" val="1964960949"/>
                        </a:ext>
                      </a:extLst>
                    </a:gridCol>
                    <a:gridCol w="1314146">
                      <a:extLst>
                        <a:ext uri="{9D8B030D-6E8A-4147-A177-3AD203B41FA5}">
                          <a16:colId xmlns:a16="http://schemas.microsoft.com/office/drawing/2014/main" val="1253776491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zh-CN" altLang="en-US" sz="2800" dirty="0"/>
                            <a:t>类型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2016" t="-14634" r="-162016" b="-3341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2913" t="-14634" r="-102913" b="-3341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14634" r="-1923" b="-3341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224845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2016" t="-111905" r="-162016" b="-22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184683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PI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2016" t="-217073" r="-162016" b="-1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2913" t="-217073" r="-102913" b="-1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891717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PID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2016" t="-317073" r="-162016" b="-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2913" t="-317073" r="-102913" b="-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317073" r="-1923" b="-317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893951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D7F34BE2-87CF-FAD6-47C9-5B101FC8B6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891" y="1647964"/>
            <a:ext cx="5932264" cy="44491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4CF0C04-EAED-D5C6-986C-F801C0B9785D}"/>
                  </a:ext>
                </a:extLst>
              </p:cNvPr>
              <p:cNvSpPr txBox="1"/>
              <p:nvPr/>
            </p:nvSpPr>
            <p:spPr>
              <a:xfrm>
                <a:off x="766614" y="4509120"/>
                <a:ext cx="158417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=0.7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4CF0C04-EAED-D5C6-986C-F801C0B97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614" y="4509120"/>
                <a:ext cx="1584176" cy="523220"/>
              </a:xfrm>
              <a:prstGeom prst="rect">
                <a:avLst/>
              </a:prstGeom>
              <a:blipFill>
                <a:blip r:embed="rId6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81E644C-73C0-B0AD-57C1-0C5C4B4914F2}"/>
                  </a:ext>
                </a:extLst>
              </p:cNvPr>
              <p:cNvSpPr txBox="1"/>
              <p:nvPr/>
            </p:nvSpPr>
            <p:spPr>
              <a:xfrm>
                <a:off x="766614" y="5210036"/>
                <a:ext cx="22322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=0.2566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81E644C-73C0-B0AD-57C1-0C5C4B491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614" y="5210036"/>
                <a:ext cx="2232248" cy="523220"/>
              </a:xfrm>
              <a:prstGeom prst="rect">
                <a:avLst/>
              </a:prstGeom>
              <a:blipFill>
                <a:blip r:embed="rId7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6231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E6406AAB-6C6F-3163-5F84-7325D13325DB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整定（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Tuning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labelt">
                <a:extLst>
                  <a:ext uri="{FF2B5EF4-FFF2-40B4-BE49-F238E27FC236}">
                    <a16:creationId xmlns:a16="http://schemas.microsoft.com/office/drawing/2014/main" id="{5DE39C41-4F14-1BDB-20D1-71D5BFF197D2}"/>
                  </a:ext>
                </a:extLst>
              </p:cNvPr>
              <p:cNvSpPr txBox="1"/>
              <p:nvPr/>
            </p:nvSpPr>
            <p:spPr>
              <a:xfrm>
                <a:off x="6095206" y="60451"/>
                <a:ext cx="5452805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60</m:t>
                                  </m:r>
                                </m:den>
                              </m:f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labelt">
                <a:extLst>
                  <a:ext uri="{FF2B5EF4-FFF2-40B4-BE49-F238E27FC236}">
                    <a16:creationId xmlns:a16="http://schemas.microsoft.com/office/drawing/2014/main" id="{5DE39C41-4F14-1BDB-20D1-71D5BFF19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206" y="60451"/>
                <a:ext cx="5452805" cy="1202893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2D3347E4-69DA-7A7B-9D04-4F6E94DF52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352833"/>
                  </p:ext>
                </p:extLst>
              </p:nvPr>
            </p:nvGraphicFramePr>
            <p:xfrm>
              <a:off x="237598" y="1124744"/>
              <a:ext cx="5256584" cy="2072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4935">
                      <a:extLst>
                        <a:ext uri="{9D8B030D-6E8A-4147-A177-3AD203B41FA5}">
                          <a16:colId xmlns:a16="http://schemas.microsoft.com/office/drawing/2014/main" val="2433803370"/>
                        </a:ext>
                      </a:extLst>
                    </a:gridCol>
                    <a:gridCol w="1623357">
                      <a:extLst>
                        <a:ext uri="{9D8B030D-6E8A-4147-A177-3AD203B41FA5}">
                          <a16:colId xmlns:a16="http://schemas.microsoft.com/office/drawing/2014/main" val="3851109903"/>
                        </a:ext>
                      </a:extLst>
                    </a:gridCol>
                    <a:gridCol w="1314146">
                      <a:extLst>
                        <a:ext uri="{9D8B030D-6E8A-4147-A177-3AD203B41FA5}">
                          <a16:colId xmlns:a16="http://schemas.microsoft.com/office/drawing/2014/main" val="1964960949"/>
                        </a:ext>
                      </a:extLst>
                    </a:gridCol>
                    <a:gridCol w="1314146">
                      <a:extLst>
                        <a:ext uri="{9D8B030D-6E8A-4147-A177-3AD203B41FA5}">
                          <a16:colId xmlns:a16="http://schemas.microsoft.com/office/drawing/2014/main" val="1253776491"/>
                        </a:ext>
                      </a:extLst>
                    </a:gridCol>
                  </a:tblGrid>
                  <a:tr h="504056">
                    <a:tc>
                      <a:txBody>
                        <a:bodyPr/>
                        <a:lstStyle/>
                        <a:p>
                          <a:r>
                            <a:rPr lang="zh-CN" altLang="en-US" sz="2800" dirty="0"/>
                            <a:t>类型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𝑰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2248452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1846838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PI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8917171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PID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0.125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89395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2D3347E4-69DA-7A7B-9D04-4F6E94DF52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352833"/>
                  </p:ext>
                </p:extLst>
              </p:nvPr>
            </p:nvGraphicFramePr>
            <p:xfrm>
              <a:off x="237598" y="1124744"/>
              <a:ext cx="5256584" cy="2072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4935">
                      <a:extLst>
                        <a:ext uri="{9D8B030D-6E8A-4147-A177-3AD203B41FA5}">
                          <a16:colId xmlns:a16="http://schemas.microsoft.com/office/drawing/2014/main" val="2433803370"/>
                        </a:ext>
                      </a:extLst>
                    </a:gridCol>
                    <a:gridCol w="1623357">
                      <a:extLst>
                        <a:ext uri="{9D8B030D-6E8A-4147-A177-3AD203B41FA5}">
                          <a16:colId xmlns:a16="http://schemas.microsoft.com/office/drawing/2014/main" val="3851109903"/>
                        </a:ext>
                      </a:extLst>
                    </a:gridCol>
                    <a:gridCol w="1314146">
                      <a:extLst>
                        <a:ext uri="{9D8B030D-6E8A-4147-A177-3AD203B41FA5}">
                          <a16:colId xmlns:a16="http://schemas.microsoft.com/office/drawing/2014/main" val="1964960949"/>
                        </a:ext>
                      </a:extLst>
                    </a:gridCol>
                    <a:gridCol w="1314146">
                      <a:extLst>
                        <a:ext uri="{9D8B030D-6E8A-4147-A177-3AD203B41FA5}">
                          <a16:colId xmlns:a16="http://schemas.microsoft.com/office/drawing/2014/main" val="1253776491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zh-CN" altLang="en-US" sz="2800" dirty="0"/>
                            <a:t>类型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2016" t="-14634" r="-162016" b="-3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2913" t="-14634" r="-102913" b="-3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14634" r="-1923" b="-3317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224845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2016" t="-114634" r="-162016" b="-2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184683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PI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2016" t="-214634" r="-162016" b="-1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2913" t="-214634" r="-102913" b="-1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891717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PID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2016" t="-314634" r="-162016" b="-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2913" t="-314634" r="-102913" b="-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314634" r="-1923" b="-317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89395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4CF0C04-EAED-D5C6-986C-F801C0B9785D}"/>
                  </a:ext>
                </a:extLst>
              </p:cNvPr>
              <p:cNvSpPr txBox="1"/>
              <p:nvPr/>
            </p:nvSpPr>
            <p:spPr>
              <a:xfrm>
                <a:off x="268976" y="3453512"/>
                <a:ext cx="158417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=0.7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4CF0C04-EAED-D5C6-986C-F801C0B97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76" y="3453512"/>
                <a:ext cx="1584176" cy="523220"/>
              </a:xfrm>
              <a:prstGeom prst="rect">
                <a:avLst/>
              </a:prstGeom>
              <a:blipFill>
                <a:blip r:embed="rId5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81E644C-73C0-B0AD-57C1-0C5C4B4914F2}"/>
                  </a:ext>
                </a:extLst>
              </p:cNvPr>
              <p:cNvSpPr txBox="1"/>
              <p:nvPr/>
            </p:nvSpPr>
            <p:spPr>
              <a:xfrm>
                <a:off x="268976" y="4154428"/>
                <a:ext cx="22322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=0.2566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81E644C-73C0-B0AD-57C1-0C5C4B491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76" y="4154428"/>
                <a:ext cx="2232248" cy="523220"/>
              </a:xfrm>
              <a:prstGeom prst="rect">
                <a:avLst/>
              </a:prstGeom>
              <a:blipFill>
                <a:blip r:embed="rId6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6408F15-D67A-8298-FE58-7F1080056B63}"/>
                  </a:ext>
                </a:extLst>
              </p:cNvPr>
              <p:cNvSpPr txBox="1"/>
              <p:nvPr/>
            </p:nvSpPr>
            <p:spPr>
              <a:xfrm>
                <a:off x="237598" y="4933776"/>
                <a:ext cx="44174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dirty="0"/>
                  <a:t>P</a:t>
                </a:r>
                <a:r>
                  <a:rPr lang="zh-CN" altLang="en-US" sz="2800" dirty="0"/>
                  <a:t>控制：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=0.5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=0.35</m:t>
                    </m:r>
                  </m:oMath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6408F15-D67A-8298-FE58-7F1080056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98" y="4933776"/>
                <a:ext cx="4417448" cy="523220"/>
              </a:xfrm>
              <a:prstGeom prst="rect">
                <a:avLst/>
              </a:prstGeom>
              <a:blipFill>
                <a:blip r:embed="rId7"/>
                <a:stretch>
                  <a:fillRect l="-2865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72F64B38-BF2F-1A67-F25A-B247D1EA39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7219" y="1642133"/>
            <a:ext cx="6225596" cy="4669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896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E6406AAB-6C6F-3163-5F84-7325D13325DB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整定（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Tuning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labelt">
                <a:extLst>
                  <a:ext uri="{FF2B5EF4-FFF2-40B4-BE49-F238E27FC236}">
                    <a16:creationId xmlns:a16="http://schemas.microsoft.com/office/drawing/2014/main" id="{5DE39C41-4F14-1BDB-20D1-71D5BFF197D2}"/>
                  </a:ext>
                </a:extLst>
              </p:cNvPr>
              <p:cNvSpPr txBox="1"/>
              <p:nvPr/>
            </p:nvSpPr>
            <p:spPr>
              <a:xfrm>
                <a:off x="6095206" y="60451"/>
                <a:ext cx="5452805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60</m:t>
                                  </m:r>
                                </m:den>
                              </m:f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labelt">
                <a:extLst>
                  <a:ext uri="{FF2B5EF4-FFF2-40B4-BE49-F238E27FC236}">
                    <a16:creationId xmlns:a16="http://schemas.microsoft.com/office/drawing/2014/main" id="{5DE39C41-4F14-1BDB-20D1-71D5BFF19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206" y="60451"/>
                <a:ext cx="5452805" cy="1202893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2D3347E4-69DA-7A7B-9D04-4F6E94DF520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7598" y="1124744"/>
              <a:ext cx="5256584" cy="2072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4935">
                      <a:extLst>
                        <a:ext uri="{9D8B030D-6E8A-4147-A177-3AD203B41FA5}">
                          <a16:colId xmlns:a16="http://schemas.microsoft.com/office/drawing/2014/main" val="2433803370"/>
                        </a:ext>
                      </a:extLst>
                    </a:gridCol>
                    <a:gridCol w="1623357">
                      <a:extLst>
                        <a:ext uri="{9D8B030D-6E8A-4147-A177-3AD203B41FA5}">
                          <a16:colId xmlns:a16="http://schemas.microsoft.com/office/drawing/2014/main" val="3851109903"/>
                        </a:ext>
                      </a:extLst>
                    </a:gridCol>
                    <a:gridCol w="1314146">
                      <a:extLst>
                        <a:ext uri="{9D8B030D-6E8A-4147-A177-3AD203B41FA5}">
                          <a16:colId xmlns:a16="http://schemas.microsoft.com/office/drawing/2014/main" val="1964960949"/>
                        </a:ext>
                      </a:extLst>
                    </a:gridCol>
                    <a:gridCol w="1314146">
                      <a:extLst>
                        <a:ext uri="{9D8B030D-6E8A-4147-A177-3AD203B41FA5}">
                          <a16:colId xmlns:a16="http://schemas.microsoft.com/office/drawing/2014/main" val="1253776491"/>
                        </a:ext>
                      </a:extLst>
                    </a:gridCol>
                  </a:tblGrid>
                  <a:tr h="504056">
                    <a:tc>
                      <a:txBody>
                        <a:bodyPr/>
                        <a:lstStyle/>
                        <a:p>
                          <a:r>
                            <a:rPr lang="zh-CN" altLang="en-US" sz="2800" dirty="0"/>
                            <a:t>类型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𝑰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2248452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1846838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PI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8917171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PID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0.125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89395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2D3347E4-69DA-7A7B-9D04-4F6E94DF520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7598" y="1124744"/>
              <a:ext cx="5256584" cy="2072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4935">
                      <a:extLst>
                        <a:ext uri="{9D8B030D-6E8A-4147-A177-3AD203B41FA5}">
                          <a16:colId xmlns:a16="http://schemas.microsoft.com/office/drawing/2014/main" val="2433803370"/>
                        </a:ext>
                      </a:extLst>
                    </a:gridCol>
                    <a:gridCol w="1623357">
                      <a:extLst>
                        <a:ext uri="{9D8B030D-6E8A-4147-A177-3AD203B41FA5}">
                          <a16:colId xmlns:a16="http://schemas.microsoft.com/office/drawing/2014/main" val="3851109903"/>
                        </a:ext>
                      </a:extLst>
                    </a:gridCol>
                    <a:gridCol w="1314146">
                      <a:extLst>
                        <a:ext uri="{9D8B030D-6E8A-4147-A177-3AD203B41FA5}">
                          <a16:colId xmlns:a16="http://schemas.microsoft.com/office/drawing/2014/main" val="1964960949"/>
                        </a:ext>
                      </a:extLst>
                    </a:gridCol>
                    <a:gridCol w="1314146">
                      <a:extLst>
                        <a:ext uri="{9D8B030D-6E8A-4147-A177-3AD203B41FA5}">
                          <a16:colId xmlns:a16="http://schemas.microsoft.com/office/drawing/2014/main" val="1253776491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zh-CN" altLang="en-US" sz="2800" dirty="0"/>
                            <a:t>类型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2016" t="-14634" r="-162016" b="-3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2913" t="-14634" r="-102913" b="-3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14634" r="-1923" b="-3317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224845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2016" t="-114634" r="-162016" b="-2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184683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PI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2016" t="-214634" r="-162016" b="-1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2913" t="-214634" r="-102913" b="-1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891717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PID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2016" t="-314634" r="-162016" b="-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2913" t="-314634" r="-102913" b="-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314634" r="-1923" b="-317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89395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4CF0C04-EAED-D5C6-986C-F801C0B9785D}"/>
                  </a:ext>
                </a:extLst>
              </p:cNvPr>
              <p:cNvSpPr txBox="1"/>
              <p:nvPr/>
            </p:nvSpPr>
            <p:spPr>
              <a:xfrm>
                <a:off x="268976" y="3453512"/>
                <a:ext cx="158417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=0.7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4CF0C04-EAED-D5C6-986C-F801C0B97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76" y="3453512"/>
                <a:ext cx="1584176" cy="523220"/>
              </a:xfrm>
              <a:prstGeom prst="rect">
                <a:avLst/>
              </a:prstGeom>
              <a:blipFill>
                <a:blip r:embed="rId5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81E644C-73C0-B0AD-57C1-0C5C4B4914F2}"/>
                  </a:ext>
                </a:extLst>
              </p:cNvPr>
              <p:cNvSpPr txBox="1"/>
              <p:nvPr/>
            </p:nvSpPr>
            <p:spPr>
              <a:xfrm>
                <a:off x="268976" y="4154428"/>
                <a:ext cx="22322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=0.2566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81E644C-73C0-B0AD-57C1-0C5C4B491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76" y="4154428"/>
                <a:ext cx="2232248" cy="523220"/>
              </a:xfrm>
              <a:prstGeom prst="rect">
                <a:avLst/>
              </a:prstGeom>
              <a:blipFill>
                <a:blip r:embed="rId6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6408F15-D67A-8298-FE58-7F1080056B63}"/>
                  </a:ext>
                </a:extLst>
              </p:cNvPr>
              <p:cNvSpPr txBox="1"/>
              <p:nvPr/>
            </p:nvSpPr>
            <p:spPr>
              <a:xfrm>
                <a:off x="237598" y="4933776"/>
                <a:ext cx="44174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dirty="0"/>
                  <a:t>PI</a:t>
                </a:r>
                <a:r>
                  <a:rPr lang="zh-CN" altLang="en-US" sz="2800" dirty="0"/>
                  <a:t>控制：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=0.4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=0.28</m:t>
                    </m:r>
                  </m:oMath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6408F15-D67A-8298-FE58-7F1080056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98" y="4933776"/>
                <a:ext cx="4417448" cy="523220"/>
              </a:xfrm>
              <a:prstGeom prst="rect">
                <a:avLst/>
              </a:prstGeom>
              <a:blipFill>
                <a:blip r:embed="rId7"/>
                <a:stretch>
                  <a:fillRect l="-2865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304075C-F5D3-48E0-61ED-3EBE11971EFC}"/>
                  </a:ext>
                </a:extLst>
              </p:cNvPr>
              <p:cNvSpPr txBox="1"/>
              <p:nvPr/>
            </p:nvSpPr>
            <p:spPr>
              <a:xfrm>
                <a:off x="838622" y="5640496"/>
                <a:ext cx="44174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=0.8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=0.21</m:t>
                      </m:r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304075C-F5D3-48E0-61ED-3EBE11971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622" y="5640496"/>
                <a:ext cx="4417448" cy="523220"/>
              </a:xfrm>
              <a:prstGeom prst="rect">
                <a:avLst/>
              </a:prstGeom>
              <a:blipFill>
                <a:blip r:embed="rId8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AC7DB607-57BD-2A91-A405-A0FA63BC06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9665" y="1700808"/>
            <a:ext cx="5788248" cy="434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966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>
            <a:extLst>
              <a:ext uri="{FF2B5EF4-FFF2-40B4-BE49-F238E27FC236}">
                <a16:creationId xmlns:a16="http://schemas.microsoft.com/office/drawing/2014/main" id="{E6406AAB-6C6F-3163-5F84-7325D13325DB}"/>
              </a:ext>
            </a:extLst>
          </p:cNvPr>
          <p:cNvSpPr txBox="1"/>
          <p:nvPr/>
        </p:nvSpPr>
        <p:spPr>
          <a:xfrm>
            <a:off x="268976" y="345396"/>
            <a:ext cx="5321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整定（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Tuning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labelt">
                <a:extLst>
                  <a:ext uri="{FF2B5EF4-FFF2-40B4-BE49-F238E27FC236}">
                    <a16:creationId xmlns:a16="http://schemas.microsoft.com/office/drawing/2014/main" id="{5DE39C41-4F14-1BDB-20D1-71D5BFF197D2}"/>
                  </a:ext>
                </a:extLst>
              </p:cNvPr>
              <p:cNvSpPr txBox="1"/>
              <p:nvPr/>
            </p:nvSpPr>
            <p:spPr>
              <a:xfrm>
                <a:off x="6095206" y="60451"/>
                <a:ext cx="5452805" cy="1202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num>
                                <m:den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60</m:t>
                                  </m:r>
                                </m:den>
                              </m:f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labelt">
                <a:extLst>
                  <a:ext uri="{FF2B5EF4-FFF2-40B4-BE49-F238E27FC236}">
                    <a16:creationId xmlns:a16="http://schemas.microsoft.com/office/drawing/2014/main" id="{5DE39C41-4F14-1BDB-20D1-71D5BFF19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206" y="60451"/>
                <a:ext cx="5452805" cy="1202893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2D3347E4-69DA-7A7B-9D04-4F6E94DF520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7598" y="1124744"/>
              <a:ext cx="5256584" cy="2072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4935">
                      <a:extLst>
                        <a:ext uri="{9D8B030D-6E8A-4147-A177-3AD203B41FA5}">
                          <a16:colId xmlns:a16="http://schemas.microsoft.com/office/drawing/2014/main" val="2433803370"/>
                        </a:ext>
                      </a:extLst>
                    </a:gridCol>
                    <a:gridCol w="1623357">
                      <a:extLst>
                        <a:ext uri="{9D8B030D-6E8A-4147-A177-3AD203B41FA5}">
                          <a16:colId xmlns:a16="http://schemas.microsoft.com/office/drawing/2014/main" val="3851109903"/>
                        </a:ext>
                      </a:extLst>
                    </a:gridCol>
                    <a:gridCol w="1314146">
                      <a:extLst>
                        <a:ext uri="{9D8B030D-6E8A-4147-A177-3AD203B41FA5}">
                          <a16:colId xmlns:a16="http://schemas.microsoft.com/office/drawing/2014/main" val="1964960949"/>
                        </a:ext>
                      </a:extLst>
                    </a:gridCol>
                    <a:gridCol w="1314146">
                      <a:extLst>
                        <a:ext uri="{9D8B030D-6E8A-4147-A177-3AD203B41FA5}">
                          <a16:colId xmlns:a16="http://schemas.microsoft.com/office/drawing/2014/main" val="1253776491"/>
                        </a:ext>
                      </a:extLst>
                    </a:gridCol>
                  </a:tblGrid>
                  <a:tr h="504056">
                    <a:tc>
                      <a:txBody>
                        <a:bodyPr/>
                        <a:lstStyle/>
                        <a:p>
                          <a:r>
                            <a:rPr lang="zh-CN" altLang="en-US" sz="2800" dirty="0"/>
                            <a:t>类型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𝑷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𝑰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b>
                                    <m:r>
                                      <a:rPr lang="en-US" altLang="zh-CN" sz="2800" b="1" i="1" smtClean="0">
                                        <a:latin typeface="Cambria Math" panose="02040503050406030204" pitchFamily="18" charset="0"/>
                                      </a:rPr>
                                      <m:t>𝑫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62248452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1846838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PI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8917171"/>
                      </a:ext>
                    </a:extLst>
                  </a:tr>
                  <a:tr h="504056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PID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0.125</m:t>
                                </m:r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7893951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2D3347E4-69DA-7A7B-9D04-4F6E94DF520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37598" y="1124744"/>
              <a:ext cx="5256584" cy="2072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4935">
                      <a:extLst>
                        <a:ext uri="{9D8B030D-6E8A-4147-A177-3AD203B41FA5}">
                          <a16:colId xmlns:a16="http://schemas.microsoft.com/office/drawing/2014/main" val="2433803370"/>
                        </a:ext>
                      </a:extLst>
                    </a:gridCol>
                    <a:gridCol w="1623357">
                      <a:extLst>
                        <a:ext uri="{9D8B030D-6E8A-4147-A177-3AD203B41FA5}">
                          <a16:colId xmlns:a16="http://schemas.microsoft.com/office/drawing/2014/main" val="3851109903"/>
                        </a:ext>
                      </a:extLst>
                    </a:gridCol>
                    <a:gridCol w="1314146">
                      <a:extLst>
                        <a:ext uri="{9D8B030D-6E8A-4147-A177-3AD203B41FA5}">
                          <a16:colId xmlns:a16="http://schemas.microsoft.com/office/drawing/2014/main" val="1964960949"/>
                        </a:ext>
                      </a:extLst>
                    </a:gridCol>
                    <a:gridCol w="1314146">
                      <a:extLst>
                        <a:ext uri="{9D8B030D-6E8A-4147-A177-3AD203B41FA5}">
                          <a16:colId xmlns:a16="http://schemas.microsoft.com/office/drawing/2014/main" val="1253776491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r>
                            <a:rPr lang="zh-CN" altLang="en-US" sz="2800" dirty="0"/>
                            <a:t>类型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2016" t="-14634" r="-162016" b="-3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2913" t="-14634" r="-102913" b="-3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14634" r="-1923" b="-3317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6224845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2016" t="-114634" r="-162016" b="-2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1846838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PI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2016" t="-214634" r="-162016" b="-1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2913" t="-214634" r="-102913" b="-1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891717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altLang="zh-CN" sz="2800" dirty="0"/>
                            <a:t>PID</a:t>
                          </a:r>
                          <a:endParaRPr lang="zh-CN" alt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62016" t="-314634" r="-162016" b="-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202913" t="-314634" r="-102913" b="-317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314634" r="-1923" b="-317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893951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4CF0C04-EAED-D5C6-986C-F801C0B9785D}"/>
                  </a:ext>
                </a:extLst>
              </p:cNvPr>
              <p:cNvSpPr txBox="1"/>
              <p:nvPr/>
            </p:nvSpPr>
            <p:spPr>
              <a:xfrm>
                <a:off x="268976" y="3453512"/>
                <a:ext cx="158417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=0.7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F4CF0C04-EAED-D5C6-986C-F801C0B97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76" y="3453512"/>
                <a:ext cx="1584176" cy="523220"/>
              </a:xfrm>
              <a:prstGeom prst="rect">
                <a:avLst/>
              </a:prstGeom>
              <a:blipFill>
                <a:blip r:embed="rId5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81E644C-73C0-B0AD-57C1-0C5C4B4914F2}"/>
                  </a:ext>
                </a:extLst>
              </p:cNvPr>
              <p:cNvSpPr txBox="1"/>
              <p:nvPr/>
            </p:nvSpPr>
            <p:spPr>
              <a:xfrm>
                <a:off x="268976" y="4154428"/>
                <a:ext cx="22322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=0.2566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A81E644C-73C0-B0AD-57C1-0C5C4B491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76" y="4154428"/>
                <a:ext cx="2232248" cy="523220"/>
              </a:xfrm>
              <a:prstGeom prst="rect">
                <a:avLst/>
              </a:prstGeom>
              <a:blipFill>
                <a:blip r:embed="rId6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6408F15-D67A-8298-FE58-7F1080056B63}"/>
                  </a:ext>
                </a:extLst>
              </p:cNvPr>
              <p:cNvSpPr txBox="1"/>
              <p:nvPr/>
            </p:nvSpPr>
            <p:spPr>
              <a:xfrm>
                <a:off x="237598" y="4933776"/>
                <a:ext cx="49215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800" dirty="0"/>
                  <a:t>PID</a:t>
                </a:r>
                <a:r>
                  <a:rPr lang="zh-CN" altLang="en-US" sz="2800" dirty="0"/>
                  <a:t>控制：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=0.6</m:t>
                    </m:r>
                    <m:sSub>
                      <m:sSub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=0.42</m:t>
                    </m:r>
                  </m:oMath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C6408F15-D67A-8298-FE58-7F1080056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98" y="4933776"/>
                <a:ext cx="4921504" cy="523220"/>
              </a:xfrm>
              <a:prstGeom prst="rect">
                <a:avLst/>
              </a:prstGeom>
              <a:blipFill>
                <a:blip r:embed="rId7"/>
                <a:stretch>
                  <a:fillRect l="-2571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304075C-F5D3-48E0-61ED-3EBE11971EFC}"/>
                  </a:ext>
                </a:extLst>
              </p:cNvPr>
              <p:cNvSpPr txBox="1"/>
              <p:nvPr/>
            </p:nvSpPr>
            <p:spPr>
              <a:xfrm>
                <a:off x="1036830" y="5634692"/>
                <a:ext cx="44174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=0.5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=0.13</m:t>
                      </m:r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304075C-F5D3-48E0-61ED-3EBE11971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830" y="5634692"/>
                <a:ext cx="4417448" cy="523220"/>
              </a:xfrm>
              <a:prstGeom prst="rect">
                <a:avLst/>
              </a:prstGeom>
              <a:blipFill>
                <a:blip r:embed="rId8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39540FF2-DFAD-2164-6D96-5BC9B1AAF8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9222" y="1629234"/>
            <a:ext cx="5562368" cy="417177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3BC1DD7-064E-5B34-AF84-60C27FE65DC8}"/>
                  </a:ext>
                </a:extLst>
              </p:cNvPr>
              <p:cNvSpPr txBox="1"/>
              <p:nvPr/>
            </p:nvSpPr>
            <p:spPr>
              <a:xfrm>
                <a:off x="1173445" y="6250994"/>
                <a:ext cx="441744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=0.125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=0.03</m:t>
                      </m:r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3BC1DD7-064E-5B34-AF84-60C27FE65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445" y="6250994"/>
                <a:ext cx="4417448" cy="523220"/>
              </a:xfrm>
              <a:prstGeom prst="rect">
                <a:avLst/>
              </a:prstGeom>
              <a:blipFill>
                <a:blip r:embed="rId10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1464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grpSp>
        <p:nvGrpSpPr>
          <p:cNvPr id="19" name="步骤1">
            <a:extLst>
              <a:ext uri="{FF2B5EF4-FFF2-40B4-BE49-F238E27FC236}">
                <a16:creationId xmlns:a16="http://schemas.microsoft.com/office/drawing/2014/main" id="{1DF0A6FF-1D67-2486-36F5-E5EF1E2707D0}"/>
              </a:ext>
            </a:extLst>
          </p:cNvPr>
          <p:cNvGrpSpPr/>
          <p:nvPr/>
        </p:nvGrpSpPr>
        <p:grpSpPr>
          <a:xfrm>
            <a:off x="277241" y="955919"/>
            <a:ext cx="2937646" cy="725177"/>
            <a:chOff x="4943078" y="1700704"/>
            <a:chExt cx="2937646" cy="725177"/>
          </a:xfrm>
        </p:grpSpPr>
        <p:sp>
          <p:nvSpPr>
            <p:cNvPr id="20" name="标题">
              <a:extLst>
                <a:ext uri="{FF2B5EF4-FFF2-40B4-BE49-F238E27FC236}">
                  <a16:creationId xmlns:a16="http://schemas.microsoft.com/office/drawing/2014/main" id="{AE7B35A2-1941-E8EB-D7BB-FC3B4E479557}"/>
                </a:ext>
              </a:extLst>
            </p:cNvPr>
            <p:cNvSpPr/>
            <p:nvPr/>
          </p:nvSpPr>
          <p:spPr bwMode="auto">
            <a:xfrm>
              <a:off x="5502818" y="1739799"/>
              <a:ext cx="2377906" cy="646986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>
                  <a:solidFill>
                    <a:schemeClr val="bg1"/>
                  </a:solidFill>
                  <a:latin typeface="Stencil" panose="040409050D0802020404" pitchFamily="82" charset="0"/>
                </a:rPr>
                <a:t>稳定裕度</a:t>
              </a:r>
            </a:p>
          </p:txBody>
        </p:sp>
        <p:sp>
          <p:nvSpPr>
            <p:cNvPr id="21" name="序号">
              <a:extLst>
                <a:ext uri="{FF2B5EF4-FFF2-40B4-BE49-F238E27FC236}">
                  <a16:creationId xmlns:a16="http://schemas.microsoft.com/office/drawing/2014/main" id="{4EDD4ABB-AC59-9BDE-7217-79A45D20B45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2" name="步骤2">
            <a:extLst>
              <a:ext uri="{FF2B5EF4-FFF2-40B4-BE49-F238E27FC236}">
                <a16:creationId xmlns:a16="http://schemas.microsoft.com/office/drawing/2014/main" id="{F45F4F54-5A48-9DFF-111A-9147948CD157}"/>
              </a:ext>
            </a:extLst>
          </p:cNvPr>
          <p:cNvGrpSpPr/>
          <p:nvPr/>
        </p:nvGrpSpPr>
        <p:grpSpPr>
          <a:xfrm>
            <a:off x="277241" y="1769012"/>
            <a:ext cx="2937646" cy="725177"/>
            <a:chOff x="4943078" y="1700704"/>
            <a:chExt cx="2937646" cy="725177"/>
          </a:xfrm>
        </p:grpSpPr>
        <p:sp>
          <p:nvSpPr>
            <p:cNvPr id="23" name="标题">
              <a:extLst>
                <a:ext uri="{FF2B5EF4-FFF2-40B4-BE49-F238E27FC236}">
                  <a16:creationId xmlns:a16="http://schemas.microsoft.com/office/drawing/2014/main" id="{5D13C6C9-7135-610B-8953-ACD7A4A4E4DE}"/>
                </a:ext>
              </a:extLst>
            </p:cNvPr>
            <p:cNvSpPr/>
            <p:nvPr/>
          </p:nvSpPr>
          <p:spPr bwMode="auto">
            <a:xfrm>
              <a:off x="5417689" y="1750121"/>
              <a:ext cx="2463035" cy="646986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>
                  <a:solidFill>
                    <a:schemeClr val="bg1"/>
                  </a:solidFill>
                  <a:latin typeface="Stencil" panose="040409050D0802020404" pitchFamily="82" charset="0"/>
                </a:rPr>
                <a:t>相角裕度</a:t>
              </a:r>
            </a:p>
          </p:txBody>
        </p:sp>
        <p:sp>
          <p:nvSpPr>
            <p:cNvPr id="24" name="序号">
              <a:extLst>
                <a:ext uri="{FF2B5EF4-FFF2-40B4-BE49-F238E27FC236}">
                  <a16:creationId xmlns:a16="http://schemas.microsoft.com/office/drawing/2014/main" id="{E0E52B47-7B51-9B94-226B-1EA55CBB8F2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5" name="步骤4">
            <a:extLst>
              <a:ext uri="{FF2B5EF4-FFF2-40B4-BE49-F238E27FC236}">
                <a16:creationId xmlns:a16="http://schemas.microsoft.com/office/drawing/2014/main" id="{BDBAFAA3-6448-7C50-7AAD-79F36CB67C04}"/>
              </a:ext>
            </a:extLst>
          </p:cNvPr>
          <p:cNvGrpSpPr/>
          <p:nvPr/>
        </p:nvGrpSpPr>
        <p:grpSpPr>
          <a:xfrm>
            <a:off x="259126" y="3449784"/>
            <a:ext cx="2949820" cy="725177"/>
            <a:chOff x="4943078" y="1700704"/>
            <a:chExt cx="2949820" cy="725177"/>
          </a:xfrm>
        </p:grpSpPr>
        <p:sp>
          <p:nvSpPr>
            <p:cNvPr id="26" name="标题">
              <a:extLst>
                <a:ext uri="{FF2B5EF4-FFF2-40B4-BE49-F238E27FC236}">
                  <a16:creationId xmlns:a16="http://schemas.microsoft.com/office/drawing/2014/main" id="{32490998-B565-963D-5F2D-0D864334F9A5}"/>
                </a:ext>
              </a:extLst>
            </p:cNvPr>
            <p:cNvSpPr/>
            <p:nvPr/>
          </p:nvSpPr>
          <p:spPr bwMode="auto">
            <a:xfrm>
              <a:off x="5459861" y="1739799"/>
              <a:ext cx="2433037" cy="646986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>
                  <a:solidFill>
                    <a:schemeClr val="bg1"/>
                  </a:solidFill>
                  <a:latin typeface="Stencil" panose="040409050D0802020404" pitchFamily="82" charset="0"/>
                </a:rPr>
                <a:t>单位圆</a:t>
              </a:r>
            </a:p>
          </p:txBody>
        </p:sp>
        <p:sp>
          <p:nvSpPr>
            <p:cNvPr id="27" name="序号">
              <a:extLst>
                <a:ext uri="{FF2B5EF4-FFF2-40B4-BE49-F238E27FC236}">
                  <a16:creationId xmlns:a16="http://schemas.microsoft.com/office/drawing/2014/main" id="{3B15418C-5D46-25FB-A87A-B9F63D5A2F0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8" name="步骤3">
            <a:extLst>
              <a:ext uri="{FF2B5EF4-FFF2-40B4-BE49-F238E27FC236}">
                <a16:creationId xmlns:a16="http://schemas.microsoft.com/office/drawing/2014/main" id="{DCDEE8DC-BA56-0318-6930-FF7101B52CFD}"/>
              </a:ext>
            </a:extLst>
          </p:cNvPr>
          <p:cNvGrpSpPr/>
          <p:nvPr/>
        </p:nvGrpSpPr>
        <p:grpSpPr>
          <a:xfrm>
            <a:off x="271299" y="2582105"/>
            <a:ext cx="2937647" cy="725177"/>
            <a:chOff x="4943078" y="1700704"/>
            <a:chExt cx="2937647" cy="725177"/>
          </a:xfrm>
        </p:grpSpPr>
        <p:sp>
          <p:nvSpPr>
            <p:cNvPr id="29" name="标题">
              <a:extLst>
                <a:ext uri="{FF2B5EF4-FFF2-40B4-BE49-F238E27FC236}">
                  <a16:creationId xmlns:a16="http://schemas.microsoft.com/office/drawing/2014/main" id="{173D9534-8EDB-7E86-ABE3-A8D0FCFCEE3F}"/>
                </a:ext>
              </a:extLst>
            </p:cNvPr>
            <p:cNvSpPr/>
            <p:nvPr/>
          </p:nvSpPr>
          <p:spPr bwMode="auto">
            <a:xfrm>
              <a:off x="5417690" y="1736097"/>
              <a:ext cx="2463035" cy="646986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>
                  <a:solidFill>
                    <a:schemeClr val="bg1"/>
                  </a:solidFill>
                  <a:latin typeface="Stencil" panose="040409050D0802020404" pitchFamily="82" charset="0"/>
                </a:rPr>
                <a:t>幅值裕度</a:t>
              </a:r>
            </a:p>
          </p:txBody>
        </p:sp>
        <p:sp>
          <p:nvSpPr>
            <p:cNvPr id="30" name="序号">
              <a:extLst>
                <a:ext uri="{FF2B5EF4-FFF2-40B4-BE49-F238E27FC236}">
                  <a16:creationId xmlns:a16="http://schemas.microsoft.com/office/drawing/2014/main" id="{4EE3A3FD-9421-CBFA-EC5C-9B49F910783C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1" name="说明1">
            <a:extLst>
              <a:ext uri="{FF2B5EF4-FFF2-40B4-BE49-F238E27FC236}">
                <a16:creationId xmlns:a16="http://schemas.microsoft.com/office/drawing/2014/main" id="{13AD52AC-E7E6-2895-D13B-B9CCA570C548}"/>
              </a:ext>
            </a:extLst>
          </p:cNvPr>
          <p:cNvSpPr txBox="1"/>
          <p:nvPr/>
        </p:nvSpPr>
        <p:spPr>
          <a:xfrm>
            <a:off x="3574926" y="1053704"/>
            <a:ext cx="79964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/>
              <a:t>系统在幅值和相角方面的稳定储备量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说明2">
                <a:extLst>
                  <a:ext uri="{FF2B5EF4-FFF2-40B4-BE49-F238E27FC236}">
                    <a16:creationId xmlns:a16="http://schemas.microsoft.com/office/drawing/2014/main" id="{0EDA0FB0-9D8E-9B10-C08B-BDCA8A371C06}"/>
                  </a:ext>
                </a:extLst>
              </p:cNvPr>
              <p:cNvSpPr txBox="1"/>
              <p:nvPr/>
            </p:nvSpPr>
            <p:spPr>
              <a:xfrm>
                <a:off x="3574926" y="1856692"/>
                <a:ext cx="8313658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/>
                  <a:t>截止频率处相角与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−180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zh-CN" altLang="en-US" sz="2800"/>
                  <a:t>的距离</a:t>
                </a:r>
              </a:p>
            </p:txBody>
          </p:sp>
        </mc:Choice>
        <mc:Fallback xmlns="">
          <p:sp>
            <p:nvSpPr>
              <p:cNvPr id="32" name="说明2">
                <a:extLst>
                  <a:ext uri="{FF2B5EF4-FFF2-40B4-BE49-F238E27FC236}">
                    <a16:creationId xmlns:a16="http://schemas.microsoft.com/office/drawing/2014/main" id="{0EDA0FB0-9D8E-9B10-C08B-BDCA8A371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926" y="1856692"/>
                <a:ext cx="8313658" cy="523220"/>
              </a:xfrm>
              <a:prstGeom prst="rect">
                <a:avLst/>
              </a:prstGeom>
              <a:blipFill>
                <a:blip r:embed="rId3"/>
                <a:stretch>
                  <a:fillRect l="-1524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说明3">
            <a:extLst>
              <a:ext uri="{FF2B5EF4-FFF2-40B4-BE49-F238E27FC236}">
                <a16:creationId xmlns:a16="http://schemas.microsoft.com/office/drawing/2014/main" id="{E8BCF822-C15C-BA20-871E-7C7CF6373C52}"/>
              </a:ext>
            </a:extLst>
          </p:cNvPr>
          <p:cNvSpPr txBox="1"/>
          <p:nvPr/>
        </p:nvSpPr>
        <p:spPr>
          <a:xfrm>
            <a:off x="3574927" y="2703727"/>
            <a:ext cx="7201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/>
              <a:t>穿越频率处幅值与</a:t>
            </a:r>
            <a:r>
              <a:rPr lang="en-US" altLang="zh-CN" sz="2800"/>
              <a:t>1</a:t>
            </a:r>
            <a:r>
              <a:rPr lang="zh-CN" altLang="en-US" sz="2800"/>
              <a:t>（或者</a:t>
            </a:r>
            <a:r>
              <a:rPr lang="en-US" altLang="zh-CN" sz="2800"/>
              <a:t>0dB</a:t>
            </a:r>
            <a:r>
              <a:rPr lang="zh-CN" altLang="en-US" sz="2800"/>
              <a:t>）的距离</a:t>
            </a:r>
          </a:p>
        </p:txBody>
      </p:sp>
      <p:sp>
        <p:nvSpPr>
          <p:cNvPr id="34" name="说明4">
            <a:extLst>
              <a:ext uri="{FF2B5EF4-FFF2-40B4-BE49-F238E27FC236}">
                <a16:creationId xmlns:a16="http://schemas.microsoft.com/office/drawing/2014/main" id="{24F65A02-B530-F2F0-2530-2B36E7D9C5CA}"/>
              </a:ext>
            </a:extLst>
          </p:cNvPr>
          <p:cNvSpPr txBox="1"/>
          <p:nvPr/>
        </p:nvSpPr>
        <p:spPr>
          <a:xfrm>
            <a:off x="3574927" y="3550762"/>
            <a:ext cx="43302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/>
              <a:t>极坐标中的稳定边界</a:t>
            </a:r>
          </a:p>
        </p:txBody>
      </p:sp>
      <p:pic>
        <p:nvPicPr>
          <p:cNvPr id="35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E6F94E93-458A-E75F-9A2F-B14498086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49" y="4100226"/>
            <a:ext cx="2619277" cy="261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小标题2">
            <a:extLst>
              <a:ext uri="{FF2B5EF4-FFF2-40B4-BE49-F238E27FC236}">
                <a16:creationId xmlns:a16="http://schemas.microsoft.com/office/drawing/2014/main" id="{6609E773-FB04-4285-ADEF-66294E9673E3}"/>
              </a:ext>
            </a:extLst>
          </p:cNvPr>
          <p:cNvSpPr/>
          <p:nvPr/>
        </p:nvSpPr>
        <p:spPr bwMode="auto">
          <a:xfrm>
            <a:off x="7905182" y="5099056"/>
            <a:ext cx="2150043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Stencil" panose="040409050D0802020404" pitchFamily="82" charset="0"/>
              </a:rPr>
              <a:t>资源分配</a:t>
            </a:r>
          </a:p>
        </p:txBody>
      </p:sp>
      <p:sp>
        <p:nvSpPr>
          <p:cNvPr id="37" name="小标题1">
            <a:extLst>
              <a:ext uri="{FF2B5EF4-FFF2-40B4-BE49-F238E27FC236}">
                <a16:creationId xmlns:a16="http://schemas.microsoft.com/office/drawing/2014/main" id="{B67F9E3C-9AEE-BB33-36C7-7B2CF23F4CF4}"/>
              </a:ext>
            </a:extLst>
          </p:cNvPr>
          <p:cNvSpPr/>
          <p:nvPr/>
        </p:nvSpPr>
        <p:spPr bwMode="auto">
          <a:xfrm>
            <a:off x="5552030" y="5099056"/>
            <a:ext cx="2150043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宽备窄用</a:t>
            </a:r>
          </a:p>
        </p:txBody>
      </p:sp>
    </p:spTree>
    <p:extLst>
      <p:ext uri="{BB962C8B-B14F-4D97-AF65-F5344CB8AC3E}">
        <p14:creationId xmlns:p14="http://schemas.microsoft.com/office/powerpoint/2010/main" val="332209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6" grpId="0" animBg="1"/>
      <p:bldP spid="3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课后思考</a:t>
            </a:r>
          </a:p>
        </p:txBody>
      </p:sp>
      <p:grpSp>
        <p:nvGrpSpPr>
          <p:cNvPr id="3" name="问题">
            <a:extLst>
              <a:ext uri="{FF2B5EF4-FFF2-40B4-BE49-F238E27FC236}">
                <a16:creationId xmlns:a16="http://schemas.microsoft.com/office/drawing/2014/main" id="{D06D3F1D-D77A-CF55-27C3-5010FE1F3D41}"/>
              </a:ext>
            </a:extLst>
          </p:cNvPr>
          <p:cNvGrpSpPr/>
          <p:nvPr/>
        </p:nvGrpSpPr>
        <p:grpSpPr>
          <a:xfrm>
            <a:off x="533842" y="1124744"/>
            <a:ext cx="5059798" cy="1001329"/>
            <a:chOff x="5348307" y="5538470"/>
            <a:chExt cx="5059798" cy="1001329"/>
          </a:xfrm>
        </p:grpSpPr>
        <p:sp>
          <p:nvSpPr>
            <p:cNvPr id="4" name="问号">
              <a:extLst>
                <a:ext uri="{FF2B5EF4-FFF2-40B4-BE49-F238E27FC236}">
                  <a16:creationId xmlns:a16="http://schemas.microsoft.com/office/drawing/2014/main" id="{D1612918-97F0-8B94-875C-DFD8D3439BA3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5" name="文本">
              <a:extLst>
                <a:ext uri="{FF2B5EF4-FFF2-40B4-BE49-F238E27FC236}">
                  <a16:creationId xmlns:a16="http://schemas.microsoft.com/office/drawing/2014/main" id="{B40EDE9D-B618-037F-57F9-2304DF45231C}"/>
                </a:ext>
              </a:extLst>
            </p:cNvPr>
            <p:cNvSpPr txBox="1"/>
            <p:nvPr/>
          </p:nvSpPr>
          <p:spPr>
            <a:xfrm>
              <a:off x="6320700" y="5585692"/>
              <a:ext cx="408740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试从频率响应角度分析惯性系统的响应。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2D6BA7D0-E0A4-505F-CEA2-D6D721083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3640" y="1916832"/>
            <a:ext cx="6048672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0855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课后思考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F6C1CC1-A6C9-150F-FF22-08DDEAC65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20" y="1088493"/>
            <a:ext cx="5956267" cy="4467200"/>
          </a:xfrm>
          <a:prstGeom prst="rect">
            <a:avLst/>
          </a:prstGeom>
        </p:spPr>
      </p:pic>
      <p:sp>
        <p:nvSpPr>
          <p:cNvPr id="7" name="小标题1">
            <a:extLst>
              <a:ext uri="{FF2B5EF4-FFF2-40B4-BE49-F238E27FC236}">
                <a16:creationId xmlns:a16="http://schemas.microsoft.com/office/drawing/2014/main" id="{FF7BEF32-B728-F6ED-1FD5-440A20D6AE7E}"/>
              </a:ext>
            </a:extLst>
          </p:cNvPr>
          <p:cNvSpPr/>
          <p:nvPr/>
        </p:nvSpPr>
        <p:spPr bwMode="auto">
          <a:xfrm>
            <a:off x="1377126" y="5805264"/>
            <a:ext cx="4104456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方波的</a:t>
            </a:r>
            <a:r>
              <a:rPr lang="en-US" altLang="zh-CN" sz="3200" b="1" dirty="0">
                <a:solidFill>
                  <a:schemeClr val="bg1"/>
                </a:solidFill>
                <a:latin typeface="+mn-ea"/>
              </a:rPr>
              <a:t>11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次谐波分解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CB93320-3BE9-02E2-5592-402D778D0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085" y="1106187"/>
            <a:ext cx="5956267" cy="4467200"/>
          </a:xfrm>
          <a:prstGeom prst="rect">
            <a:avLst/>
          </a:prstGeom>
        </p:spPr>
      </p:pic>
      <p:sp>
        <p:nvSpPr>
          <p:cNvPr id="9" name="小标题1">
            <a:extLst>
              <a:ext uri="{FF2B5EF4-FFF2-40B4-BE49-F238E27FC236}">
                <a16:creationId xmlns:a16="http://schemas.microsoft.com/office/drawing/2014/main" id="{AA5F4F6E-27E2-8CAC-7BC6-DAAD4BEA452C}"/>
              </a:ext>
            </a:extLst>
          </p:cNvPr>
          <p:cNvSpPr/>
          <p:nvPr/>
        </p:nvSpPr>
        <p:spPr bwMode="auto">
          <a:xfrm>
            <a:off x="7019990" y="5789185"/>
            <a:ext cx="4104456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各次谐波的频率响应</a:t>
            </a:r>
          </a:p>
        </p:txBody>
      </p:sp>
    </p:spTree>
    <p:extLst>
      <p:ext uri="{BB962C8B-B14F-4D97-AF65-F5344CB8AC3E}">
        <p14:creationId xmlns:p14="http://schemas.microsoft.com/office/powerpoint/2010/main" val="981988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课后思考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C9C664-8D1C-6E69-3332-6BC13F6B8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60" y="918498"/>
            <a:ext cx="3868035" cy="290102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96D1CD8-288F-A584-671A-0C12BE19E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3835" y="826359"/>
            <a:ext cx="3868035" cy="290102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7558BDA-E7D5-22AC-FA2C-B111BEF86B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542" y="3798529"/>
            <a:ext cx="3868035" cy="290102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7651DF2-952F-5B04-BFBF-EDB42CB349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0217" y="3817042"/>
            <a:ext cx="3868035" cy="2901026"/>
          </a:xfrm>
          <a:prstGeom prst="rect">
            <a:avLst/>
          </a:prstGeom>
        </p:spPr>
      </p:pic>
      <p:sp>
        <p:nvSpPr>
          <p:cNvPr id="11" name="小标题1">
            <a:extLst>
              <a:ext uri="{FF2B5EF4-FFF2-40B4-BE49-F238E27FC236}">
                <a16:creationId xmlns:a16="http://schemas.microsoft.com/office/drawing/2014/main" id="{78E32EDE-9064-B330-F62D-9391DBD69625}"/>
              </a:ext>
            </a:extLst>
          </p:cNvPr>
          <p:cNvSpPr/>
          <p:nvPr/>
        </p:nvSpPr>
        <p:spPr bwMode="auto">
          <a:xfrm>
            <a:off x="3834177" y="1846094"/>
            <a:ext cx="1981361" cy="1061228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+mn-ea"/>
              </a:rPr>
              <a:t>1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次谐波响应叠加</a:t>
            </a:r>
          </a:p>
        </p:txBody>
      </p:sp>
      <p:sp>
        <p:nvSpPr>
          <p:cNvPr id="12" name="小标题1">
            <a:extLst>
              <a:ext uri="{FF2B5EF4-FFF2-40B4-BE49-F238E27FC236}">
                <a16:creationId xmlns:a16="http://schemas.microsoft.com/office/drawing/2014/main" id="{4F36484D-BAE1-AA01-CAD6-D68C009EE39B}"/>
              </a:ext>
            </a:extLst>
          </p:cNvPr>
          <p:cNvSpPr/>
          <p:nvPr/>
        </p:nvSpPr>
        <p:spPr bwMode="auto">
          <a:xfrm>
            <a:off x="6311230" y="1846094"/>
            <a:ext cx="1981361" cy="1061228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+mn-ea"/>
              </a:rPr>
              <a:t>3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次谐波响应叠加</a:t>
            </a:r>
          </a:p>
        </p:txBody>
      </p:sp>
      <p:sp>
        <p:nvSpPr>
          <p:cNvPr id="13" name="小标题1">
            <a:extLst>
              <a:ext uri="{FF2B5EF4-FFF2-40B4-BE49-F238E27FC236}">
                <a16:creationId xmlns:a16="http://schemas.microsoft.com/office/drawing/2014/main" id="{23E69C10-952B-3AAE-3A84-122455C8B6F3}"/>
              </a:ext>
            </a:extLst>
          </p:cNvPr>
          <p:cNvSpPr/>
          <p:nvPr/>
        </p:nvSpPr>
        <p:spPr bwMode="auto">
          <a:xfrm>
            <a:off x="3834177" y="4691967"/>
            <a:ext cx="1981361" cy="1061228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+mn-ea"/>
              </a:rPr>
              <a:t>5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次谐波响应叠加</a:t>
            </a:r>
          </a:p>
        </p:txBody>
      </p:sp>
      <p:sp>
        <p:nvSpPr>
          <p:cNvPr id="14" name="小标题1">
            <a:extLst>
              <a:ext uri="{FF2B5EF4-FFF2-40B4-BE49-F238E27FC236}">
                <a16:creationId xmlns:a16="http://schemas.microsoft.com/office/drawing/2014/main" id="{47D87455-3042-9CF5-EE36-9393CD0819A7}"/>
              </a:ext>
            </a:extLst>
          </p:cNvPr>
          <p:cNvSpPr/>
          <p:nvPr/>
        </p:nvSpPr>
        <p:spPr bwMode="auto">
          <a:xfrm>
            <a:off x="6311230" y="4691967"/>
            <a:ext cx="1981361" cy="1061228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 anchorCtr="1"/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  <a:latin typeface="+mn-ea"/>
              </a:rPr>
              <a:t>7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</a:rPr>
              <a:t>次谐波响应叠加</a:t>
            </a:r>
          </a:p>
        </p:txBody>
      </p:sp>
    </p:spTree>
    <p:extLst>
      <p:ext uri="{BB962C8B-B14F-4D97-AF65-F5344CB8AC3E}">
        <p14:creationId xmlns:p14="http://schemas.microsoft.com/office/powerpoint/2010/main" val="182876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sp>
        <p:nvSpPr>
          <p:cNvPr id="6" name="说明1">
            <a:extLst>
              <a:ext uri="{FF2B5EF4-FFF2-40B4-BE49-F238E27FC236}">
                <a16:creationId xmlns:a16="http://schemas.microsoft.com/office/drawing/2014/main" id="{EAEF012D-62CA-5326-65BE-0E9657263C8A}"/>
              </a:ext>
            </a:extLst>
          </p:cNvPr>
          <p:cNvSpPr txBox="1"/>
          <p:nvPr/>
        </p:nvSpPr>
        <p:spPr>
          <a:xfrm>
            <a:off x="3935413" y="2749986"/>
            <a:ext cx="777437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[1]</a:t>
            </a:r>
            <a:r>
              <a:rPr lang="zh-CN" altLang="en-US" sz="2800" dirty="0"/>
              <a:t> </a:t>
            </a:r>
            <a:r>
              <a:rPr lang="en" altLang="zh-CN" sz="2800" dirty="0"/>
              <a:t>Ziegler J G, Nichols N B. Optimum settings for automatic controllers[J]. Transactions of the American society of mechanical engineers, 1942, 64(8): 759-765.</a:t>
            </a:r>
          </a:p>
          <a:p>
            <a:r>
              <a:rPr lang="en-US" altLang="zh-CN" sz="2800" dirty="0"/>
              <a:t>[2]</a:t>
            </a:r>
            <a:r>
              <a:rPr lang="en" altLang="zh-CN" sz="2800" dirty="0"/>
              <a:t> Nichols N B. Control revisited[C]//1977 IEEE Conference on Decision and Control including the 16th Symposium on Adaptive Processes and A Special Symposium on Fuzzy Set Theory and Applications. IEEE, 1977: 615-619.</a:t>
            </a:r>
          </a:p>
        </p:txBody>
      </p:sp>
      <p:sp>
        <p:nvSpPr>
          <p:cNvPr id="3" name="说明4">
            <a:extLst>
              <a:ext uri="{FF2B5EF4-FFF2-40B4-BE49-F238E27FC236}">
                <a16:creationId xmlns:a16="http://schemas.microsoft.com/office/drawing/2014/main" id="{6A9078A1-B8A5-3E58-79B2-6A6A74BEE34F}"/>
              </a:ext>
            </a:extLst>
          </p:cNvPr>
          <p:cNvSpPr txBox="1"/>
          <p:nvPr/>
        </p:nvSpPr>
        <p:spPr>
          <a:xfrm>
            <a:off x="3935413" y="1268413"/>
            <a:ext cx="820891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2800" dirty="0"/>
              <a:t>ZN</a:t>
            </a:r>
            <a:r>
              <a:rPr lang="zh-CN" altLang="en-US" sz="2800" dirty="0"/>
              <a:t>公式整定</a:t>
            </a:r>
            <a:r>
              <a:rPr lang="en" altLang="zh-CN" sz="2800" dirty="0"/>
              <a:t>PID</a:t>
            </a:r>
            <a:r>
              <a:rPr lang="zh-CN" altLang="en-US" sz="2800" dirty="0"/>
              <a:t>参数：</a:t>
            </a:r>
            <a:r>
              <a:rPr lang="en" altLang="zh-CN" sz="2800" dirty="0"/>
              <a:t> https://</a:t>
            </a:r>
            <a:r>
              <a:rPr lang="en" altLang="zh-CN" sz="2800" dirty="0" err="1"/>
              <a:t>www.bilibili.com</a:t>
            </a:r>
            <a:r>
              <a:rPr lang="en" altLang="zh-CN" sz="2800" dirty="0"/>
              <a:t>/video/BV1ua4y1L7Vs?share_source=</a:t>
            </a:r>
            <a:r>
              <a:rPr lang="en" altLang="zh-CN" sz="2800" dirty="0" err="1"/>
              <a:t>copy_web</a:t>
            </a:r>
            <a:endParaRPr lang="zh-CN" altLang="en-US" sz="280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5873238-2320-4264-36D8-D6172F70D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754" y="3931874"/>
            <a:ext cx="17145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 descr="图片包含 建筑, 游戏机&#10;&#10;描述已自动生成">
            <a:extLst>
              <a:ext uri="{FF2B5EF4-FFF2-40B4-BE49-F238E27FC236}">
                <a16:creationId xmlns:a16="http://schemas.microsoft.com/office/drawing/2014/main" id="{4EF3DBAA-1A0C-C5C2-24C6-FE4AB43427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626" y="1456087"/>
            <a:ext cx="3035632" cy="171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084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pic>
        <p:nvPicPr>
          <p:cNvPr id="12" name="图形 11" descr="翻开的书、台灯、书、钢笔和铅笔">
            <a:extLst>
              <a:ext uri="{FF2B5EF4-FFF2-40B4-BE49-F238E27FC236}">
                <a16:creationId xmlns:a16="http://schemas.microsoft.com/office/drawing/2014/main" id="{E4D2B8AC-B004-AD54-F56D-CBCCEF246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48226"/>
            <a:ext cx="4148932" cy="4148932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A898460F-B659-9221-12A1-BDB9965F118D}"/>
              </a:ext>
            </a:extLst>
          </p:cNvPr>
          <p:cNvGrpSpPr/>
          <p:nvPr/>
        </p:nvGrpSpPr>
        <p:grpSpPr>
          <a:xfrm>
            <a:off x="994874" y="993120"/>
            <a:ext cx="10404633" cy="2952764"/>
            <a:chOff x="994874" y="993120"/>
            <a:chExt cx="10404633" cy="2952764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/>
                <a:t>控制之美，王天威著，清华大学出版社，</a:t>
              </a:r>
              <a:r>
                <a:rPr lang="en-US" altLang="zh-CN" sz="2800"/>
                <a:t>2022</a:t>
              </a:r>
              <a:endParaRPr lang="zh-CN" altLang="en-US" sz="2800"/>
            </a:p>
          </p:txBody>
        </p:sp>
        <p:pic>
          <p:nvPicPr>
            <p:cNvPr id="13" name="图片 12" descr="图片包含 文本&#10;&#10;描述已自动生成">
              <a:extLst>
                <a:ext uri="{FF2B5EF4-FFF2-40B4-BE49-F238E27FC236}">
                  <a16:creationId xmlns:a16="http://schemas.microsoft.com/office/drawing/2014/main" id="{8FD22F2E-5A35-F8FB-3E4E-6F97DF4C3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874" y="993120"/>
              <a:ext cx="2148003" cy="2952764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EAE0A6D-EDCF-576C-D5EA-A937A8A649EB}"/>
              </a:ext>
            </a:extLst>
          </p:cNvPr>
          <p:cNvGrpSpPr/>
          <p:nvPr/>
        </p:nvGrpSpPr>
        <p:grpSpPr>
          <a:xfrm>
            <a:off x="4654550" y="3681329"/>
            <a:ext cx="7190928" cy="2755900"/>
            <a:chOff x="4654550" y="3681329"/>
            <a:chExt cx="7190928" cy="2755900"/>
          </a:xfrm>
        </p:grpSpPr>
        <p:sp>
          <p:nvSpPr>
            <p:cNvPr id="9" name="说明1">
              <a:extLst>
                <a:ext uri="{FF2B5EF4-FFF2-40B4-BE49-F238E27FC236}">
                  <a16:creationId xmlns:a16="http://schemas.microsoft.com/office/drawing/2014/main" id="{75AF8125-108A-60BC-B6E2-2AAF0040A830}"/>
                </a:ext>
              </a:extLst>
            </p:cNvPr>
            <p:cNvSpPr txBox="1"/>
            <p:nvPr/>
          </p:nvSpPr>
          <p:spPr>
            <a:xfrm>
              <a:off x="4654550" y="4955833"/>
              <a:ext cx="352671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/>
                <a:t>在线视频</a:t>
              </a:r>
              <a:r>
                <a:rPr lang="en-US" altLang="zh-CN" sz="2800"/>
                <a:t>108</a:t>
              </a:r>
              <a:r>
                <a:rPr lang="zh-CN" altLang="en-US" sz="2800"/>
                <a:t>，</a:t>
              </a:r>
              <a:r>
                <a:rPr lang="en-US" altLang="zh-CN" sz="2800"/>
                <a:t>109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/>
                <a:t>参与在线讨论</a:t>
              </a:r>
            </a:p>
          </p:txBody>
        </p:sp>
        <p:pic>
          <p:nvPicPr>
            <p:cNvPr id="4" name="图片 3" descr="手机屏幕截图&#10;&#10;描述已自动生成">
              <a:extLst>
                <a:ext uri="{FF2B5EF4-FFF2-40B4-BE49-F238E27FC236}">
                  <a16:creationId xmlns:a16="http://schemas.microsoft.com/office/drawing/2014/main" id="{3466EC6D-703A-8970-26FE-D06458893A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43478" y="3681329"/>
              <a:ext cx="3302000" cy="27559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0308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实轴根轨迹2" hidden="1">
            <a:extLst>
              <a:ext uri="{FF2B5EF4-FFF2-40B4-BE49-F238E27FC236}">
                <a16:creationId xmlns:a16="http://schemas.microsoft.com/office/drawing/2014/main" id="{E3BFF0B5-75EB-88CB-D2B8-45B1CB7B3820}"/>
              </a:ext>
            </a:extLst>
          </p:cNvPr>
          <p:cNvCxnSpPr>
            <a:cxnSpLocks/>
          </p:cNvCxnSpPr>
          <p:nvPr/>
        </p:nvCxnSpPr>
        <p:spPr>
          <a:xfrm flipH="1" flipV="1">
            <a:off x="6781576" y="3495280"/>
            <a:ext cx="3108553" cy="682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实轴根轨迹1" hidden="1">
            <a:extLst>
              <a:ext uri="{FF2B5EF4-FFF2-40B4-BE49-F238E27FC236}">
                <a16:creationId xmlns:a16="http://schemas.microsoft.com/office/drawing/2014/main" id="{D3BFAEBF-E730-5646-6B89-280B20B81EF2}"/>
              </a:ext>
            </a:extLst>
          </p:cNvPr>
          <p:cNvCxnSpPr>
            <a:cxnSpLocks/>
          </p:cNvCxnSpPr>
          <p:nvPr/>
        </p:nvCxnSpPr>
        <p:spPr>
          <a:xfrm flipH="1">
            <a:off x="10351817" y="3501653"/>
            <a:ext cx="456895" cy="0"/>
          </a:xfrm>
          <a:prstGeom prst="straightConnector1">
            <a:avLst/>
          </a:prstGeom>
          <a:ln w="38100">
            <a:solidFill>
              <a:srgbClr val="E4486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说明4">
            <a:extLst>
              <a:ext uri="{FF2B5EF4-FFF2-40B4-BE49-F238E27FC236}">
                <a16:creationId xmlns:a16="http://schemas.microsoft.com/office/drawing/2014/main" id="{FF9092E9-A68F-6B74-6B3C-534889219293}"/>
              </a:ext>
            </a:extLst>
          </p:cNvPr>
          <p:cNvSpPr txBox="1"/>
          <p:nvPr/>
        </p:nvSpPr>
        <p:spPr>
          <a:xfrm>
            <a:off x="7574645" y="5013176"/>
            <a:ext cx="34359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dirty="0"/>
              <a:t>Nathaniel Nichols</a:t>
            </a:r>
          </a:p>
          <a:p>
            <a:pPr algn="ctr"/>
            <a:r>
              <a:rPr lang="en-US" altLang="zh-CN" sz="2800" dirty="0"/>
              <a:t>1914-1997</a:t>
            </a:r>
            <a:endParaRPr lang="zh-CN" altLang="en-US" sz="2800" dirty="0"/>
          </a:p>
        </p:txBody>
      </p:sp>
      <p:sp>
        <p:nvSpPr>
          <p:cNvPr id="4" name="节段20">
            <a:extLst>
              <a:ext uri="{FF2B5EF4-FFF2-40B4-BE49-F238E27FC236}">
                <a16:creationId xmlns:a16="http://schemas.microsoft.com/office/drawing/2014/main" id="{D55F41B1-9E49-C478-12E4-FF8B3E7D9DA8}"/>
              </a:ext>
            </a:extLst>
          </p:cNvPr>
          <p:cNvSpPr/>
          <p:nvPr/>
        </p:nvSpPr>
        <p:spPr bwMode="auto">
          <a:xfrm>
            <a:off x="562387" y="1281349"/>
            <a:ext cx="5551200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23.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滞后超前：双管齐下</a:t>
            </a:r>
          </a:p>
        </p:txBody>
      </p:sp>
      <p:pic>
        <p:nvPicPr>
          <p:cNvPr id="1028" name="Picture 4" descr="Nathaniel Nichols">
            <a:extLst>
              <a:ext uri="{FF2B5EF4-FFF2-40B4-BE49-F238E27FC236}">
                <a16:creationId xmlns:a16="http://schemas.microsoft.com/office/drawing/2014/main" id="{5F1A11D0-3367-FB55-7C50-A2A9524F3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0350" y="745358"/>
            <a:ext cx="3064502" cy="382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704177"/>
      </p:ext>
    </p:extLst>
  </p:cSld>
  <p:clrMapOvr>
    <a:masterClrMapping/>
  </p:clrMapOvr>
  <p:transition spd="slow">
    <p:strips dir="r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信息化教学设计"/>
</p:tagLst>
</file>

<file path=ppt/theme/theme1.xml><?xml version="1.0" encoding="utf-8"?>
<a:theme xmlns:a="http://schemas.openxmlformats.org/drawingml/2006/main" name="Office 主题​​">
  <a:themeElements>
    <a:clrScheme name="自定义 22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2980B9"/>
      </a:accent1>
      <a:accent2>
        <a:srgbClr val="159F84"/>
      </a:accent2>
      <a:accent3>
        <a:srgbClr val="9BBB59"/>
      </a:accent3>
      <a:accent4>
        <a:srgbClr val="F29B11"/>
      </a:accent4>
      <a:accent5>
        <a:srgbClr val="BF382A"/>
      </a:accent5>
      <a:accent6>
        <a:srgbClr val="A7459D"/>
      </a:accent6>
      <a:hlink>
        <a:srgbClr val="2980B9"/>
      </a:hlink>
      <a:folHlink>
        <a:srgbClr val="BFBFBF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淘宝店：章瑾图文</Template>
  <TotalTime>33751</TotalTime>
  <Words>1501</Words>
  <Application>Microsoft Macintosh PowerPoint</Application>
  <PresentationFormat>自定义</PresentationFormat>
  <Paragraphs>344</Paragraphs>
  <Slides>26</Slides>
  <Notes>25</Notes>
  <HiddenSlides>10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7" baseType="lpstr">
      <vt:lpstr>等线</vt:lpstr>
      <vt:lpstr>汉仪菱心体简</vt:lpstr>
      <vt:lpstr>微软雅黑</vt:lpstr>
      <vt:lpstr>微软雅黑</vt:lpstr>
      <vt:lpstr>Arial</vt:lpstr>
      <vt:lpstr>Calibri</vt:lpstr>
      <vt:lpstr>Cambria Math</vt:lpstr>
      <vt:lpstr>Gill Sans Ultra Bold</vt:lpstr>
      <vt:lpstr>Stencil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章瑾图文</dc:creator>
  <cp:keywords/>
  <dc:description/>
  <cp:lastModifiedBy>Yong-Wei Zhang</cp:lastModifiedBy>
  <cp:revision>672</cp:revision>
  <dcterms:created xsi:type="dcterms:W3CDTF">2012-09-21T08:06:35Z</dcterms:created>
  <dcterms:modified xsi:type="dcterms:W3CDTF">2025-05-28T03:41:33Z</dcterms:modified>
  <cp:category/>
</cp:coreProperties>
</file>