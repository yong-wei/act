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53" r:id="rId2"/>
    <p:sldId id="510" r:id="rId3"/>
    <p:sldId id="511" r:id="rId4"/>
    <p:sldId id="500" r:id="rId5"/>
    <p:sldId id="528" r:id="rId6"/>
    <p:sldId id="501" r:id="rId7"/>
    <p:sldId id="502" r:id="rId8"/>
    <p:sldId id="529" r:id="rId9"/>
    <p:sldId id="515" r:id="rId10"/>
    <p:sldId id="516" r:id="rId11"/>
    <p:sldId id="517" r:id="rId12"/>
    <p:sldId id="518" r:id="rId13"/>
    <p:sldId id="519" r:id="rId14"/>
    <p:sldId id="520" r:id="rId15"/>
    <p:sldId id="521" r:id="rId16"/>
    <p:sldId id="522" r:id="rId17"/>
    <p:sldId id="523" r:id="rId18"/>
    <p:sldId id="524" r:id="rId19"/>
    <p:sldId id="512" r:id="rId20"/>
    <p:sldId id="513" r:id="rId21"/>
    <p:sldId id="525" r:id="rId22"/>
    <p:sldId id="526" r:id="rId23"/>
    <p:sldId id="527" r:id="rId24"/>
  </p:sldIdLst>
  <p:sldSz cx="12190413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59F84"/>
    <a:srgbClr val="F29B11"/>
    <a:srgbClr val="00B0F0"/>
    <a:srgbClr val="FFC000"/>
    <a:srgbClr val="9BBB59"/>
    <a:srgbClr val="768395"/>
    <a:srgbClr val="1C1C1C"/>
    <a:srgbClr val="2980B9"/>
    <a:srgbClr val="F69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6" autoAdjust="0"/>
    <p:restoredTop sz="96170" autoAdjust="0"/>
  </p:normalViewPr>
  <p:slideViewPr>
    <p:cSldViewPr>
      <p:cViewPr varScale="1">
        <p:scale>
          <a:sx n="99" d="100"/>
          <a:sy n="99" d="100"/>
        </p:scale>
        <p:origin x="856" y="488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40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2025/3/23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2025/3/23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770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341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874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080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301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445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672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754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056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395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70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9165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231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82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zh-CN" altLang="en-US" i="1" smtClean="0">
                          <a:latin typeface="Cambria Math" panose="02040503050406030204" pitchFamily="18" charset="0"/>
                        </a:rPr>
                        <a:t>在此处键入公式。</a:t>
                      </a:fl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zh-CN" altLang="en-US" i="0">
                    <a:latin typeface="Cambria Math" panose="02040503050406030204" pitchFamily="18" charset="0"/>
                  </a:rPr>
                  <a:t>"在此处键入公式。"</a:t>
                </a:r>
                <a:endParaRPr kumimoji="1"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3918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74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17793037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8.png"/><Relationship Id="rId3" Type="http://schemas.openxmlformats.org/officeDocument/2006/relationships/image" Target="../media/image411.png"/><Relationship Id="rId21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10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19" Type="http://schemas.openxmlformats.org/officeDocument/2006/relationships/image" Target="../media/image96.png"/><Relationship Id="rId4" Type="http://schemas.openxmlformats.org/officeDocument/2006/relationships/image" Target="../media/image511.png"/><Relationship Id="rId9" Type="http://schemas.openxmlformats.org/officeDocument/2006/relationships/image" Target="../media/image10.png"/><Relationship Id="rId14" Type="http://schemas.openxmlformats.org/officeDocument/2006/relationships/image" Target="../media/image91.png"/><Relationship Id="rId22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380.png"/><Relationship Id="rId18" Type="http://schemas.openxmlformats.org/officeDocument/2006/relationships/image" Target="../media/image430.png"/><Relationship Id="rId3" Type="http://schemas.openxmlformats.org/officeDocument/2006/relationships/image" Target="../media/image50.png"/><Relationship Id="rId21" Type="http://schemas.openxmlformats.org/officeDocument/2006/relationships/image" Target="../media/image460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17" Type="http://schemas.openxmlformats.org/officeDocument/2006/relationships/image" Target="../media/image420.png"/><Relationship Id="rId25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10.png"/><Relationship Id="rId20" Type="http://schemas.openxmlformats.org/officeDocument/2006/relationships/image" Target="../media/image45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24" Type="http://schemas.openxmlformats.org/officeDocument/2006/relationships/image" Target="../media/image51.png"/><Relationship Id="rId5" Type="http://schemas.openxmlformats.org/officeDocument/2006/relationships/image" Target="../media/image300.png"/><Relationship Id="rId15" Type="http://schemas.openxmlformats.org/officeDocument/2006/relationships/image" Target="../media/image400.png"/><Relationship Id="rId23" Type="http://schemas.openxmlformats.org/officeDocument/2006/relationships/image" Target="../media/image480.png"/><Relationship Id="rId10" Type="http://schemas.openxmlformats.org/officeDocument/2006/relationships/image" Target="../media/image350.png"/><Relationship Id="rId19" Type="http://schemas.openxmlformats.org/officeDocument/2006/relationships/image" Target="../media/image440.png"/><Relationship Id="rId4" Type="http://schemas.openxmlformats.org/officeDocument/2006/relationships/image" Target="../media/image290.png"/><Relationship Id="rId9" Type="http://schemas.openxmlformats.org/officeDocument/2006/relationships/image" Target="../media/image340.png"/><Relationship Id="rId14" Type="http://schemas.openxmlformats.org/officeDocument/2006/relationships/image" Target="../media/image390.png"/><Relationship Id="rId22" Type="http://schemas.openxmlformats.org/officeDocument/2006/relationships/image" Target="../media/image4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0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0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1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5.png"/><Relationship Id="rId11" Type="http://schemas.openxmlformats.org/officeDocument/2006/relationships/image" Target="../media/image69.png"/><Relationship Id="rId5" Type="http://schemas.openxmlformats.org/officeDocument/2006/relationships/image" Target="../media/image64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0.png"/><Relationship Id="rId14" Type="http://schemas.openxmlformats.org/officeDocument/2006/relationships/image" Target="../media/image7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60.png"/><Relationship Id="rId3" Type="http://schemas.openxmlformats.org/officeDocument/2006/relationships/image" Target="../media/image710.png"/><Relationship Id="rId7" Type="http://schemas.openxmlformats.org/officeDocument/2006/relationships/image" Target="../media/image75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40.png"/><Relationship Id="rId11" Type="http://schemas.openxmlformats.org/officeDocument/2006/relationships/image" Target="../media/image58.png"/><Relationship Id="rId5" Type="http://schemas.openxmlformats.org/officeDocument/2006/relationships/image" Target="../media/image730.png"/><Relationship Id="rId15" Type="http://schemas.openxmlformats.org/officeDocument/2006/relationships/image" Target="../media/image78.png"/><Relationship Id="rId10" Type="http://schemas.openxmlformats.org/officeDocument/2006/relationships/image" Target="../media/image57.png"/><Relationship Id="rId4" Type="http://schemas.openxmlformats.org/officeDocument/2006/relationships/image" Target="../media/image720.png"/><Relationship Id="rId9" Type="http://schemas.openxmlformats.org/officeDocument/2006/relationships/image" Target="../media/image56.png"/><Relationship Id="rId14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2.png"/><Relationship Id="rId5" Type="http://schemas.openxmlformats.org/officeDocument/2006/relationships/image" Target="../media/image910.png"/><Relationship Id="rId10" Type="http://schemas.openxmlformats.org/officeDocument/2006/relationships/image" Target="../media/image960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0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026C556-9A61-E466-003F-532327086AD0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1D779B9-EA21-383F-DA0D-171D704E58CD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0F158287-92D7-3FF4-9FB7-82A275B445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8ACE9572-E0E2-ABF2-06B8-160F7A069F4B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759B051B-11F9-749E-49F1-6B99FC474BFE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3D27F76C-B2A0-87E9-56A7-DAB3B5B337D2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553C7254-D1F8-99EC-CAD4-AEE67E1785D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F1BCE790-E170-F59F-6DA3-DF2D93CA0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7">
            <a:extLst>
              <a:ext uri="{FF2B5EF4-FFF2-40B4-BE49-F238E27FC236}">
                <a16:creationId xmlns:a16="http://schemas.microsoft.com/office/drawing/2014/main" id="{B359CB84-A967-025E-6F91-AD2A1A4890E1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24" name="节段18">
            <a:extLst>
              <a:ext uri="{FF2B5EF4-FFF2-40B4-BE49-F238E27FC236}">
                <a16:creationId xmlns:a16="http://schemas.microsoft.com/office/drawing/2014/main" id="{05E3EFC5-AB2A-7EBA-277C-69CC6140C786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二阶系统主要参数的含义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阻尼与极点位置之间的关系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能够对欠阻尼二阶系统进行仿真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能够根据要求选择开环增益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4069200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5166" y="5463087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7">
            <a:extLst>
              <a:ext uri="{FF2B5EF4-FFF2-40B4-BE49-F238E27FC236}">
                <a16:creationId xmlns:a16="http://schemas.microsoft.com/office/drawing/2014/main" id="{D78D9312-A3E5-1900-0667-552B5ABF27C2}"/>
              </a:ext>
            </a:extLst>
          </p:cNvPr>
          <p:cNvSpPr/>
          <p:nvPr/>
        </p:nvSpPr>
        <p:spPr bwMode="auto">
          <a:xfrm>
            <a:off x="334962" y="1303329"/>
            <a:ext cx="5916985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67943" y="318058"/>
            <a:ext cx="5092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二阶系统传递函数形式及分类</a:t>
            </a:r>
          </a:p>
        </p:txBody>
      </p:sp>
      <p:grpSp>
        <p:nvGrpSpPr>
          <p:cNvPr id="25" name="困难1">
            <a:extLst>
              <a:ext uri="{FF2B5EF4-FFF2-40B4-BE49-F238E27FC236}">
                <a16:creationId xmlns:a16="http://schemas.microsoft.com/office/drawing/2014/main" id="{3F6F77EF-9F90-26EC-417C-3A9BF668BF73}"/>
              </a:ext>
            </a:extLst>
          </p:cNvPr>
          <p:cNvGrpSpPr/>
          <p:nvPr/>
        </p:nvGrpSpPr>
        <p:grpSpPr>
          <a:xfrm>
            <a:off x="6078774" y="330891"/>
            <a:ext cx="2884013" cy="723599"/>
            <a:chOff x="4943078" y="1700704"/>
            <a:chExt cx="3844851" cy="964673"/>
          </a:xfrm>
        </p:grpSpPr>
        <p:sp>
          <p:nvSpPr>
            <p:cNvPr id="26" name="文本">
              <a:extLst>
                <a:ext uri="{FF2B5EF4-FFF2-40B4-BE49-F238E27FC236}">
                  <a16:creationId xmlns:a16="http://schemas.microsoft.com/office/drawing/2014/main" id="{5D6B2FBA-169D-F710-4108-D24CBDAAADF4}"/>
                </a:ext>
              </a:extLst>
            </p:cNvPr>
            <p:cNvSpPr/>
            <p:nvPr/>
          </p:nvSpPr>
          <p:spPr bwMode="auto">
            <a:xfrm>
              <a:off x="5643619" y="1802252"/>
              <a:ext cx="3144310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典型形式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61606168-3CAD-7DEB-1213-4A5235FFF115}"/>
                </a:ext>
              </a:extLst>
            </p:cNvPr>
            <p:cNvSpPr/>
            <p:nvPr/>
          </p:nvSpPr>
          <p:spPr bwMode="auto">
            <a:xfrm>
              <a:off x="4943078" y="1700704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公式1">
                <a:extLst>
                  <a:ext uri="{FF2B5EF4-FFF2-40B4-BE49-F238E27FC236}">
                    <a16:creationId xmlns:a16="http://schemas.microsoft.com/office/drawing/2014/main" id="{D400F15A-3439-24DE-58AC-894D0B21DD1E}"/>
                  </a:ext>
                </a:extLst>
              </p:cNvPr>
              <p:cNvSpPr txBox="1"/>
              <p:nvPr/>
            </p:nvSpPr>
            <p:spPr>
              <a:xfrm>
                <a:off x="4884190" y="3379630"/>
                <a:ext cx="3500633" cy="1033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公式1">
                <a:extLst>
                  <a:ext uri="{FF2B5EF4-FFF2-40B4-BE49-F238E27FC236}">
                    <a16:creationId xmlns:a16="http://schemas.microsoft.com/office/drawing/2014/main" id="{D400F15A-3439-24DE-58AC-894D0B21D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190" y="3379630"/>
                <a:ext cx="3500633" cy="1033360"/>
              </a:xfrm>
              <a:prstGeom prst="rect">
                <a:avLst/>
              </a:prstGeom>
              <a:blipFill>
                <a:blip r:embed="rId3"/>
                <a:stretch>
                  <a:fillRect b="-9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公式4">
                <a:extLst>
                  <a:ext uri="{FF2B5EF4-FFF2-40B4-BE49-F238E27FC236}">
                    <a16:creationId xmlns:a16="http://schemas.microsoft.com/office/drawing/2014/main" id="{B04BCD27-B0E5-75D5-C920-47D5D3A52C88}"/>
                  </a:ext>
                </a:extLst>
              </p:cNvPr>
              <p:cNvSpPr txBox="1"/>
              <p:nvPr/>
            </p:nvSpPr>
            <p:spPr>
              <a:xfrm>
                <a:off x="5231110" y="4438599"/>
                <a:ext cx="4248471" cy="1045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公式4">
                <a:extLst>
                  <a:ext uri="{FF2B5EF4-FFF2-40B4-BE49-F238E27FC236}">
                    <a16:creationId xmlns:a16="http://schemas.microsoft.com/office/drawing/2014/main" id="{B04BCD27-B0E5-75D5-C920-47D5D3A52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110" y="4438599"/>
                <a:ext cx="4248471" cy="1045158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说明3">
                <a:extLst>
                  <a:ext uri="{FF2B5EF4-FFF2-40B4-BE49-F238E27FC236}">
                    <a16:creationId xmlns:a16="http://schemas.microsoft.com/office/drawing/2014/main" id="{2C3D40B0-A5AE-326A-DBD2-3AC6F0B25427}"/>
                  </a:ext>
                </a:extLst>
              </p:cNvPr>
              <p:cNvSpPr txBox="1"/>
              <p:nvPr/>
            </p:nvSpPr>
            <p:spPr>
              <a:xfrm>
                <a:off x="677368" y="5818847"/>
                <a:ext cx="3467405" cy="721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den>
                    </m:f>
                  </m:oMath>
                </a14:m>
                <a:r>
                  <a:rPr lang="zh-CN" altLang="en-US" sz="2800" dirty="0"/>
                  <a:t>：开环增益</a:t>
                </a:r>
              </a:p>
            </p:txBody>
          </p:sp>
        </mc:Choice>
        <mc:Fallback xmlns="">
          <p:sp>
            <p:nvSpPr>
              <p:cNvPr id="19" name="说明3">
                <a:extLst>
                  <a:ext uri="{FF2B5EF4-FFF2-40B4-BE49-F238E27FC236}">
                    <a16:creationId xmlns:a16="http://schemas.microsoft.com/office/drawing/2014/main" id="{2C3D40B0-A5AE-326A-DBD2-3AC6F0B25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68" y="5818847"/>
                <a:ext cx="3467405" cy="721095"/>
              </a:xfrm>
              <a:prstGeom prst="rect">
                <a:avLst/>
              </a:prstGeom>
              <a:blipFill>
                <a:blip r:embed="rId5"/>
                <a:stretch>
                  <a:fillRect l="-1095" t="-3448" b="-8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说明4">
                <a:extLst>
                  <a:ext uri="{FF2B5EF4-FFF2-40B4-BE49-F238E27FC236}">
                    <a16:creationId xmlns:a16="http://schemas.microsoft.com/office/drawing/2014/main" id="{3D7BB6F7-4018-190C-5168-B3D303B6C1FB}"/>
                  </a:ext>
                </a:extLst>
              </p:cNvPr>
              <p:cNvSpPr txBox="1"/>
              <p:nvPr/>
            </p:nvSpPr>
            <p:spPr>
              <a:xfrm>
                <a:off x="4424950" y="5866121"/>
                <a:ext cx="28046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zh-CN" altLang="en-US" sz="2800" dirty="0"/>
                  <a:t>：阻尼比</a:t>
                </a:r>
              </a:p>
            </p:txBody>
          </p:sp>
        </mc:Choice>
        <mc:Fallback xmlns="">
          <p:sp>
            <p:nvSpPr>
              <p:cNvPr id="20" name="说明4">
                <a:extLst>
                  <a:ext uri="{FF2B5EF4-FFF2-40B4-BE49-F238E27FC236}">
                    <a16:creationId xmlns:a16="http://schemas.microsoft.com/office/drawing/2014/main" id="{3D7BB6F7-4018-190C-5168-B3D303B6C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950" y="5866121"/>
                <a:ext cx="2804644" cy="523220"/>
              </a:xfrm>
              <a:prstGeom prst="rect">
                <a:avLst/>
              </a:prstGeom>
              <a:blipFill>
                <a:blip r:embed="rId6"/>
                <a:stretch>
                  <a:fillRect l="-2703"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说明5">
                <a:extLst>
                  <a:ext uri="{FF2B5EF4-FFF2-40B4-BE49-F238E27FC236}">
                    <a16:creationId xmlns:a16="http://schemas.microsoft.com/office/drawing/2014/main" id="{BEFF525C-E685-D471-0A53-1E6D365188EB}"/>
                  </a:ext>
                </a:extLst>
              </p:cNvPr>
              <p:cNvSpPr txBox="1"/>
              <p:nvPr/>
            </p:nvSpPr>
            <p:spPr>
              <a:xfrm>
                <a:off x="7229594" y="5866121"/>
                <a:ext cx="37631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/>
                  <a:t>：无阻尼自然频率</a:t>
                </a:r>
              </a:p>
            </p:txBody>
          </p:sp>
        </mc:Choice>
        <mc:Fallback xmlns="">
          <p:sp>
            <p:nvSpPr>
              <p:cNvPr id="21" name="说明5">
                <a:extLst>
                  <a:ext uri="{FF2B5EF4-FFF2-40B4-BE49-F238E27FC236}">
                    <a16:creationId xmlns:a16="http://schemas.microsoft.com/office/drawing/2014/main" id="{BEFF525C-E685-D471-0A53-1E6D36518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594" y="5866121"/>
                <a:ext cx="3763186" cy="523220"/>
              </a:xfrm>
              <a:prstGeom prst="rect">
                <a:avLst/>
              </a:prstGeom>
              <a:blipFill>
                <a:blip r:embed="rId7"/>
                <a:stretch>
                  <a:fillRect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说明1">
            <a:extLst>
              <a:ext uri="{FF2B5EF4-FFF2-40B4-BE49-F238E27FC236}">
                <a16:creationId xmlns:a16="http://schemas.microsoft.com/office/drawing/2014/main" id="{0442FD0D-B24F-CBDC-41E5-97AD91AEFF36}"/>
              </a:ext>
            </a:extLst>
          </p:cNvPr>
          <p:cNvSpPr txBox="1"/>
          <p:nvPr/>
        </p:nvSpPr>
        <p:spPr>
          <a:xfrm>
            <a:off x="11150600" y="3716780"/>
            <a:ext cx="1013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开环</a:t>
            </a:r>
          </a:p>
        </p:txBody>
      </p:sp>
      <p:sp>
        <p:nvSpPr>
          <p:cNvPr id="53" name="说明2">
            <a:extLst>
              <a:ext uri="{FF2B5EF4-FFF2-40B4-BE49-F238E27FC236}">
                <a16:creationId xmlns:a16="http://schemas.microsoft.com/office/drawing/2014/main" id="{5929024D-1E4B-3E6C-B59A-DE8CFED54D63}"/>
              </a:ext>
            </a:extLst>
          </p:cNvPr>
          <p:cNvSpPr txBox="1"/>
          <p:nvPr/>
        </p:nvSpPr>
        <p:spPr>
          <a:xfrm>
            <a:off x="11150600" y="4855354"/>
            <a:ext cx="1013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闭环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方框">
                <a:extLst>
                  <a:ext uri="{FF2B5EF4-FFF2-40B4-BE49-F238E27FC236}">
                    <a16:creationId xmlns:a16="http://schemas.microsoft.com/office/drawing/2014/main" id="{8FA304CB-1FBD-A554-615A-C9898434C21F}"/>
                  </a:ext>
                </a:extLst>
              </p:cNvPr>
              <p:cNvSpPr/>
              <p:nvPr/>
            </p:nvSpPr>
            <p:spPr>
              <a:xfrm>
                <a:off x="2024308" y="3689468"/>
                <a:ext cx="1547351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4" name="方框">
                <a:extLst>
                  <a:ext uri="{FF2B5EF4-FFF2-40B4-BE49-F238E27FC236}">
                    <a16:creationId xmlns:a16="http://schemas.microsoft.com/office/drawing/2014/main" id="{8FA304CB-1FBD-A554-615A-C9898434C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308" y="3689468"/>
                <a:ext cx="1547351" cy="720000"/>
              </a:xfrm>
              <a:prstGeom prst="rect">
                <a:avLst/>
              </a:prstGeom>
              <a:blipFill>
                <a:blip r:embed="rId8"/>
                <a:stretch>
                  <a:fillRect b="-15254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信号1">
            <a:extLst>
              <a:ext uri="{FF2B5EF4-FFF2-40B4-BE49-F238E27FC236}">
                <a16:creationId xmlns:a16="http://schemas.microsoft.com/office/drawing/2014/main" id="{1DEB96A4-B56B-DB37-E133-46BE0F0B67CD}"/>
              </a:ext>
            </a:extLst>
          </p:cNvPr>
          <p:cNvCxnSpPr>
            <a:cxnSpLocks/>
            <a:endCxn id="61" idx="2"/>
          </p:cNvCxnSpPr>
          <p:nvPr/>
        </p:nvCxnSpPr>
        <p:spPr>
          <a:xfrm>
            <a:off x="856677" y="4047513"/>
            <a:ext cx="59844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标签1">
                <a:extLst>
                  <a:ext uri="{FF2B5EF4-FFF2-40B4-BE49-F238E27FC236}">
                    <a16:creationId xmlns:a16="http://schemas.microsoft.com/office/drawing/2014/main" id="{0554D698-7F84-15A0-BA68-C30567FEB237}"/>
                  </a:ext>
                </a:extLst>
              </p:cNvPr>
              <p:cNvSpPr txBox="1"/>
              <p:nvPr/>
            </p:nvSpPr>
            <p:spPr>
              <a:xfrm>
                <a:off x="666263" y="3526248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6" name="标签1">
                <a:extLst>
                  <a:ext uri="{FF2B5EF4-FFF2-40B4-BE49-F238E27FC236}">
                    <a16:creationId xmlns:a16="http://schemas.microsoft.com/office/drawing/2014/main" id="{0554D698-7F84-15A0-BA68-C30567FEB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63" y="3526248"/>
                <a:ext cx="936104" cy="523220"/>
              </a:xfrm>
              <a:prstGeom prst="rect">
                <a:avLst/>
              </a:prstGeom>
              <a:blipFill>
                <a:blip r:embed="rId9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信号3">
            <a:extLst>
              <a:ext uri="{FF2B5EF4-FFF2-40B4-BE49-F238E27FC236}">
                <a16:creationId xmlns:a16="http://schemas.microsoft.com/office/drawing/2014/main" id="{BE37B7DE-1087-4879-BD5A-9E0498C77618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3571659" y="4049468"/>
            <a:ext cx="110805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标签2">
                <a:extLst>
                  <a:ext uri="{FF2B5EF4-FFF2-40B4-BE49-F238E27FC236}">
                    <a16:creationId xmlns:a16="http://schemas.microsoft.com/office/drawing/2014/main" id="{B9C5F94D-1C44-8DB6-6697-762031128F74}"/>
                  </a:ext>
                </a:extLst>
              </p:cNvPr>
              <p:cNvSpPr txBox="1"/>
              <p:nvPr/>
            </p:nvSpPr>
            <p:spPr>
              <a:xfrm>
                <a:off x="3676721" y="3534154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" name="标签2">
                <a:extLst>
                  <a:ext uri="{FF2B5EF4-FFF2-40B4-BE49-F238E27FC236}">
                    <a16:creationId xmlns:a16="http://schemas.microsoft.com/office/drawing/2014/main" id="{B9C5F94D-1C44-8DB6-6697-762031128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721" y="3534154"/>
                <a:ext cx="93610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sum">
            <a:extLst>
              <a:ext uri="{FF2B5EF4-FFF2-40B4-BE49-F238E27FC236}">
                <a16:creationId xmlns:a16="http://schemas.microsoft.com/office/drawing/2014/main" id="{5C18BE7F-8A3F-4389-2821-50133348652B}"/>
              </a:ext>
            </a:extLst>
          </p:cNvPr>
          <p:cNvSpPr/>
          <p:nvPr/>
        </p:nvSpPr>
        <p:spPr>
          <a:xfrm>
            <a:off x="1455117" y="390351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负号">
                <a:extLst>
                  <a:ext uri="{FF2B5EF4-FFF2-40B4-BE49-F238E27FC236}">
                    <a16:creationId xmlns:a16="http://schemas.microsoft.com/office/drawing/2014/main" id="{54EF4198-6A41-F112-4890-5890E7F3E78E}"/>
                  </a:ext>
                </a:extLst>
              </p:cNvPr>
              <p:cNvSpPr txBox="1"/>
              <p:nvPr/>
            </p:nvSpPr>
            <p:spPr>
              <a:xfrm>
                <a:off x="1058237" y="4082444"/>
                <a:ext cx="5948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2" name="负号">
                <a:extLst>
                  <a:ext uri="{FF2B5EF4-FFF2-40B4-BE49-F238E27FC236}">
                    <a16:creationId xmlns:a16="http://schemas.microsoft.com/office/drawing/2014/main" id="{54EF4198-6A41-F112-4890-5890E7F3E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237" y="4082444"/>
                <a:ext cx="59488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信号4">
            <a:extLst>
              <a:ext uri="{FF2B5EF4-FFF2-40B4-BE49-F238E27FC236}">
                <a16:creationId xmlns:a16="http://schemas.microsoft.com/office/drawing/2014/main" id="{BC87780D-C61C-8273-D8A5-74E58F165FFC}"/>
              </a:ext>
            </a:extLst>
          </p:cNvPr>
          <p:cNvCxnSpPr>
            <a:cxnSpLocks/>
            <a:endCxn id="61" idx="4"/>
          </p:cNvCxnSpPr>
          <p:nvPr/>
        </p:nvCxnSpPr>
        <p:spPr>
          <a:xfrm rot="10800000" flipV="1">
            <a:off x="1599117" y="4069465"/>
            <a:ext cx="2513476" cy="122048"/>
          </a:xfrm>
          <a:prstGeom prst="bentConnector4">
            <a:avLst>
              <a:gd name="adj1" fmla="val 874"/>
              <a:gd name="adj2" fmla="val 4075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信号2">
            <a:extLst>
              <a:ext uri="{FF2B5EF4-FFF2-40B4-BE49-F238E27FC236}">
                <a16:creationId xmlns:a16="http://schemas.microsoft.com/office/drawing/2014/main" id="{399B0A6D-A538-BD89-56CB-28B48C40E2D5}"/>
              </a:ext>
            </a:extLst>
          </p:cNvPr>
          <p:cNvCxnSpPr>
            <a:cxnSpLocks/>
            <a:stCxn id="61" idx="6"/>
            <a:endCxn id="54" idx="1"/>
          </p:cNvCxnSpPr>
          <p:nvPr/>
        </p:nvCxnSpPr>
        <p:spPr>
          <a:xfrm>
            <a:off x="1743117" y="4047513"/>
            <a:ext cx="281191" cy="19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端点1">
            <a:extLst>
              <a:ext uri="{FF2B5EF4-FFF2-40B4-BE49-F238E27FC236}">
                <a16:creationId xmlns:a16="http://schemas.microsoft.com/office/drawing/2014/main" id="{74EBCDF9-1796-6411-2A34-9380A2A7F152}"/>
              </a:ext>
            </a:extLst>
          </p:cNvPr>
          <p:cNvSpPr/>
          <p:nvPr/>
        </p:nvSpPr>
        <p:spPr>
          <a:xfrm>
            <a:off x="1057946" y="1526107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端点2">
            <a:extLst>
              <a:ext uri="{FF2B5EF4-FFF2-40B4-BE49-F238E27FC236}">
                <a16:creationId xmlns:a16="http://schemas.microsoft.com/office/drawing/2014/main" id="{5C3DF2B8-7368-4A05-1AED-EC546B5233FD}"/>
              </a:ext>
            </a:extLst>
          </p:cNvPr>
          <p:cNvSpPr/>
          <p:nvPr/>
        </p:nvSpPr>
        <p:spPr>
          <a:xfrm>
            <a:off x="1057946" y="3017090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ur">
                <a:extLst>
                  <a:ext uri="{FF2B5EF4-FFF2-40B4-BE49-F238E27FC236}">
                    <a16:creationId xmlns:a16="http://schemas.microsoft.com/office/drawing/2014/main" id="{CA89E825-2F6E-2EE4-369E-FF374BD0F2F1}"/>
                  </a:ext>
                </a:extLst>
              </p:cNvPr>
              <p:cNvSpPr txBox="1"/>
              <p:nvPr/>
            </p:nvSpPr>
            <p:spPr>
              <a:xfrm>
                <a:off x="630163" y="2090732"/>
                <a:ext cx="40913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8" name="ur">
                <a:extLst>
                  <a:ext uri="{FF2B5EF4-FFF2-40B4-BE49-F238E27FC236}">
                    <a16:creationId xmlns:a16="http://schemas.microsoft.com/office/drawing/2014/main" id="{CA89E825-2F6E-2EE4-369E-FF374BD0F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63" y="2090732"/>
                <a:ext cx="409135" cy="430887"/>
              </a:xfrm>
              <a:prstGeom prst="rect">
                <a:avLst/>
              </a:prstGeom>
              <a:blipFill>
                <a:blip r:embed="rId12"/>
                <a:stretch>
                  <a:fillRect l="-15152" r="-6061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转动轴">
            <a:extLst>
              <a:ext uri="{FF2B5EF4-FFF2-40B4-BE49-F238E27FC236}">
                <a16:creationId xmlns:a16="http://schemas.microsoft.com/office/drawing/2014/main" id="{F97A8D4B-5E63-3F66-66AD-9856F411B832}"/>
              </a:ext>
            </a:extLst>
          </p:cNvPr>
          <p:cNvCxnSpPr>
            <a:cxnSpLocks/>
            <a:stCxn id="74" idx="6"/>
            <a:endCxn id="76" idx="1"/>
          </p:cNvCxnSpPr>
          <p:nvPr/>
        </p:nvCxnSpPr>
        <p:spPr>
          <a:xfrm>
            <a:off x="3244752" y="2357163"/>
            <a:ext cx="834229" cy="4436"/>
          </a:xfrm>
          <a:prstGeom prst="straightConnector1">
            <a:avLst/>
          </a:prstGeom>
          <a:ln w="25400">
            <a:solidFill>
              <a:schemeClr val="tx2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ur线">
            <a:extLst>
              <a:ext uri="{FF2B5EF4-FFF2-40B4-BE49-F238E27FC236}">
                <a16:creationId xmlns:a16="http://schemas.microsoft.com/office/drawing/2014/main" id="{D301DB68-5826-0682-FF16-8D9B0FE4B8ED}"/>
              </a:ext>
            </a:extLst>
          </p:cNvPr>
          <p:cNvCxnSpPr/>
          <p:nvPr/>
        </p:nvCxnSpPr>
        <p:spPr>
          <a:xfrm>
            <a:off x="1147946" y="1706107"/>
            <a:ext cx="0" cy="131098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B1FB0B8-5F96-6B46-8EDF-3DE26A4780E4}"/>
              </a:ext>
            </a:extLst>
          </p:cNvPr>
          <p:cNvGrpSpPr/>
          <p:nvPr/>
        </p:nvGrpSpPr>
        <p:grpSpPr>
          <a:xfrm>
            <a:off x="1237946" y="1087494"/>
            <a:ext cx="1924058" cy="2019596"/>
            <a:chOff x="1237946" y="1068910"/>
            <a:chExt cx="1924058" cy="2019596"/>
          </a:xfrm>
        </p:grpSpPr>
        <p:cxnSp>
          <p:nvCxnSpPr>
            <p:cNvPr id="58" name="电线1">
              <a:extLst>
                <a:ext uri="{FF2B5EF4-FFF2-40B4-BE49-F238E27FC236}">
                  <a16:creationId xmlns:a16="http://schemas.microsoft.com/office/drawing/2014/main" id="{A7A92B57-E943-FBD7-9CF1-F9FDBDCADDBF}"/>
                </a:ext>
              </a:extLst>
            </p:cNvPr>
            <p:cNvCxnSpPr>
              <a:cxnSpLocks/>
              <a:stCxn id="44" idx="6"/>
              <a:endCxn id="64" idx="1"/>
            </p:cNvCxnSpPr>
            <p:nvPr/>
          </p:nvCxnSpPr>
          <p:spPr>
            <a:xfrm>
              <a:off x="1237946" y="1597523"/>
              <a:ext cx="460764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电线2">
              <a:extLst>
                <a:ext uri="{FF2B5EF4-FFF2-40B4-BE49-F238E27FC236}">
                  <a16:creationId xmlns:a16="http://schemas.microsoft.com/office/drawing/2014/main" id="{CEC441BE-04A9-375F-9F08-A25A127EF3BC}"/>
                </a:ext>
              </a:extLst>
            </p:cNvPr>
            <p:cNvCxnSpPr>
              <a:cxnSpLocks/>
              <a:stCxn id="64" idx="3"/>
              <a:endCxn id="74" idx="0"/>
            </p:cNvCxnSpPr>
            <p:nvPr/>
          </p:nvCxnSpPr>
          <p:spPr>
            <a:xfrm>
              <a:off x="2346782" y="1597523"/>
              <a:ext cx="693550" cy="536635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电线3">
              <a:extLst>
                <a:ext uri="{FF2B5EF4-FFF2-40B4-BE49-F238E27FC236}">
                  <a16:creationId xmlns:a16="http://schemas.microsoft.com/office/drawing/2014/main" id="{F1582339-F29C-39D8-790A-A0158588F498}"/>
                </a:ext>
              </a:extLst>
            </p:cNvPr>
            <p:cNvCxnSpPr>
              <a:cxnSpLocks/>
              <a:stCxn id="47" idx="6"/>
              <a:endCxn id="74" idx="4"/>
            </p:cNvCxnSpPr>
            <p:nvPr/>
          </p:nvCxnSpPr>
          <p:spPr>
            <a:xfrm flipV="1">
              <a:off x="1237946" y="2542999"/>
              <a:ext cx="1802386" cy="545507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电阻R">
              <a:extLst>
                <a:ext uri="{FF2B5EF4-FFF2-40B4-BE49-F238E27FC236}">
                  <a16:creationId xmlns:a16="http://schemas.microsoft.com/office/drawing/2014/main" id="{1494F9D4-3A7D-5E3C-D639-69ED9D645657}"/>
                </a:ext>
              </a:extLst>
            </p:cNvPr>
            <p:cNvSpPr/>
            <p:nvPr/>
          </p:nvSpPr>
          <p:spPr>
            <a:xfrm>
              <a:off x="1698710" y="1489511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67" name="端子1">
              <a:extLst>
                <a:ext uri="{FF2B5EF4-FFF2-40B4-BE49-F238E27FC236}">
                  <a16:creationId xmlns:a16="http://schemas.microsoft.com/office/drawing/2014/main" id="{D35AE4E1-6F74-F8D5-3DFC-F80A42631F27}"/>
                </a:ext>
              </a:extLst>
            </p:cNvPr>
            <p:cNvSpPr/>
            <p:nvPr/>
          </p:nvSpPr>
          <p:spPr>
            <a:xfrm>
              <a:off x="2918660" y="2055412"/>
              <a:ext cx="243344" cy="114723"/>
            </a:xfrm>
            <a:custGeom>
              <a:avLst/>
              <a:gdLst>
                <a:gd name="connsiteX0" fmla="*/ 0 w 243344"/>
                <a:gd name="connsiteY0" fmla="*/ 0 h 114723"/>
                <a:gd name="connsiteX1" fmla="*/ 243344 w 243344"/>
                <a:gd name="connsiteY1" fmla="*/ 0 h 114723"/>
                <a:gd name="connsiteX2" fmla="*/ 243344 w 243344"/>
                <a:gd name="connsiteY2" fmla="*/ 114723 h 114723"/>
                <a:gd name="connsiteX3" fmla="*/ 201242 w 243344"/>
                <a:gd name="connsiteY3" fmla="*/ 86337 h 114723"/>
                <a:gd name="connsiteX4" fmla="*/ 121672 w 243344"/>
                <a:gd name="connsiteY4" fmla="*/ 70273 h 114723"/>
                <a:gd name="connsiteX5" fmla="*/ 42102 w 243344"/>
                <a:gd name="connsiteY5" fmla="*/ 86337 h 114723"/>
                <a:gd name="connsiteX6" fmla="*/ 0 w 243344"/>
                <a:gd name="connsiteY6" fmla="*/ 114723 h 11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344" h="114723">
                  <a:moveTo>
                    <a:pt x="0" y="0"/>
                  </a:moveTo>
                  <a:lnTo>
                    <a:pt x="243344" y="0"/>
                  </a:lnTo>
                  <a:lnTo>
                    <a:pt x="243344" y="114723"/>
                  </a:lnTo>
                  <a:lnTo>
                    <a:pt x="201242" y="86337"/>
                  </a:lnTo>
                  <a:cubicBezTo>
                    <a:pt x="176785" y="75993"/>
                    <a:pt x="149897" y="70273"/>
                    <a:pt x="121672" y="70273"/>
                  </a:cubicBezTo>
                  <a:cubicBezTo>
                    <a:pt x="93447" y="70273"/>
                    <a:pt x="66559" y="75993"/>
                    <a:pt x="42102" y="86337"/>
                  </a:cubicBezTo>
                  <a:lnTo>
                    <a:pt x="0" y="11472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端子2">
              <a:extLst>
                <a:ext uri="{FF2B5EF4-FFF2-40B4-BE49-F238E27FC236}">
                  <a16:creationId xmlns:a16="http://schemas.microsoft.com/office/drawing/2014/main" id="{E1D2D376-4814-7B34-3368-4562BCA2E437}"/>
                </a:ext>
              </a:extLst>
            </p:cNvPr>
            <p:cNvSpPr/>
            <p:nvPr/>
          </p:nvSpPr>
          <p:spPr>
            <a:xfrm flipV="1">
              <a:off x="2918660" y="2506154"/>
              <a:ext cx="243344" cy="114723"/>
            </a:xfrm>
            <a:custGeom>
              <a:avLst/>
              <a:gdLst>
                <a:gd name="connsiteX0" fmla="*/ 0 w 243344"/>
                <a:gd name="connsiteY0" fmla="*/ 0 h 114723"/>
                <a:gd name="connsiteX1" fmla="*/ 243344 w 243344"/>
                <a:gd name="connsiteY1" fmla="*/ 0 h 114723"/>
                <a:gd name="connsiteX2" fmla="*/ 243344 w 243344"/>
                <a:gd name="connsiteY2" fmla="*/ 114723 h 114723"/>
                <a:gd name="connsiteX3" fmla="*/ 201242 w 243344"/>
                <a:gd name="connsiteY3" fmla="*/ 86337 h 114723"/>
                <a:gd name="connsiteX4" fmla="*/ 121672 w 243344"/>
                <a:gd name="connsiteY4" fmla="*/ 70273 h 114723"/>
                <a:gd name="connsiteX5" fmla="*/ 42102 w 243344"/>
                <a:gd name="connsiteY5" fmla="*/ 86337 h 114723"/>
                <a:gd name="connsiteX6" fmla="*/ 0 w 243344"/>
                <a:gd name="connsiteY6" fmla="*/ 114723 h 11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344" h="114723">
                  <a:moveTo>
                    <a:pt x="0" y="0"/>
                  </a:moveTo>
                  <a:lnTo>
                    <a:pt x="243344" y="0"/>
                  </a:lnTo>
                  <a:lnTo>
                    <a:pt x="243344" y="114723"/>
                  </a:lnTo>
                  <a:lnTo>
                    <a:pt x="201242" y="86337"/>
                  </a:lnTo>
                  <a:cubicBezTo>
                    <a:pt x="176785" y="75993"/>
                    <a:pt x="149897" y="70273"/>
                    <a:pt x="121672" y="70273"/>
                  </a:cubicBezTo>
                  <a:cubicBezTo>
                    <a:pt x="93447" y="70273"/>
                    <a:pt x="66559" y="75993"/>
                    <a:pt x="42102" y="86337"/>
                  </a:cubicBezTo>
                  <a:lnTo>
                    <a:pt x="0" y="11472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">
                  <a:extLst>
                    <a:ext uri="{FF2B5EF4-FFF2-40B4-BE49-F238E27FC236}">
                      <a16:creationId xmlns:a16="http://schemas.microsoft.com/office/drawing/2014/main" id="{C7D13D9E-44B2-155D-5955-8FA26D1846FA}"/>
                    </a:ext>
                  </a:extLst>
                </p:cNvPr>
                <p:cNvSpPr txBox="1"/>
                <p:nvPr/>
              </p:nvSpPr>
              <p:spPr>
                <a:xfrm>
                  <a:off x="1777945" y="1068910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69" name="R">
                  <a:extLst>
                    <a:ext uri="{FF2B5EF4-FFF2-40B4-BE49-F238E27FC236}">
                      <a16:creationId xmlns:a16="http://schemas.microsoft.com/office/drawing/2014/main" id="{C7D13D9E-44B2-155D-5955-8FA26D184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7945" y="1068910"/>
                  <a:ext cx="455100" cy="432362"/>
                </a:xfrm>
                <a:prstGeom prst="rect">
                  <a:avLst/>
                </a:prstGeom>
                <a:blipFill>
                  <a:blip r:embed="rId13"/>
                  <a:stretch>
                    <a:fillRect l="-5556" r="-2778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电流">
            <a:extLst>
              <a:ext uri="{FF2B5EF4-FFF2-40B4-BE49-F238E27FC236}">
                <a16:creationId xmlns:a16="http://schemas.microsoft.com/office/drawing/2014/main" id="{5F11C1A6-2C33-59F1-9F1C-EE238BA4D4F7}"/>
              </a:ext>
            </a:extLst>
          </p:cNvPr>
          <p:cNvGrpSpPr/>
          <p:nvPr/>
        </p:nvGrpSpPr>
        <p:grpSpPr>
          <a:xfrm>
            <a:off x="1446830" y="1827480"/>
            <a:ext cx="1008112" cy="432362"/>
            <a:chOff x="4295006" y="1808896"/>
            <a:chExt cx="1008112" cy="432362"/>
          </a:xfrm>
        </p:grpSpPr>
        <p:cxnSp>
          <p:nvCxnSpPr>
            <p:cNvPr id="71" name="电流信号">
              <a:extLst>
                <a:ext uri="{FF2B5EF4-FFF2-40B4-BE49-F238E27FC236}">
                  <a16:creationId xmlns:a16="http://schemas.microsoft.com/office/drawing/2014/main" id="{C0657689-D09C-E7DA-EF3C-990A3C2F5986}"/>
                </a:ext>
              </a:extLst>
            </p:cNvPr>
            <p:cNvCxnSpPr/>
            <p:nvPr/>
          </p:nvCxnSpPr>
          <p:spPr>
            <a:xfrm>
              <a:off x="4295006" y="1844824"/>
              <a:ext cx="1008112" cy="0"/>
            </a:xfrm>
            <a:prstGeom prst="line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i">
                  <a:extLst>
                    <a:ext uri="{FF2B5EF4-FFF2-40B4-BE49-F238E27FC236}">
                      <a16:creationId xmlns:a16="http://schemas.microsoft.com/office/drawing/2014/main" id="{794765A2-18E9-CA37-4091-8405F5637555}"/>
                    </a:ext>
                  </a:extLst>
                </p:cNvPr>
                <p:cNvSpPr txBox="1"/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50" name="i">
                  <a:extLst>
                    <a:ext uri="{FF2B5EF4-FFF2-40B4-BE49-F238E27FC236}">
                      <a16:creationId xmlns:a16="http://schemas.microsoft.com/office/drawing/2014/main" id="{11509381-CBC4-80EB-FBB2-368901723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blipFill>
                  <a:blip r:embed="rId14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电枢">
            <a:extLst>
              <a:ext uri="{FF2B5EF4-FFF2-40B4-BE49-F238E27FC236}">
                <a16:creationId xmlns:a16="http://schemas.microsoft.com/office/drawing/2014/main" id="{644FF81E-1636-C74E-5DC5-41944E31437E}"/>
              </a:ext>
            </a:extLst>
          </p:cNvPr>
          <p:cNvGrpSpPr/>
          <p:nvPr/>
        </p:nvGrpSpPr>
        <p:grpSpPr>
          <a:xfrm>
            <a:off x="2835911" y="2152742"/>
            <a:ext cx="408841" cy="408841"/>
            <a:chOff x="9047534" y="2094194"/>
            <a:chExt cx="408841" cy="408841"/>
          </a:xfrm>
        </p:grpSpPr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FA9FE255-4DB6-64F8-5268-6F6ED445F439}"/>
                </a:ext>
              </a:extLst>
            </p:cNvPr>
            <p:cNvSpPr/>
            <p:nvPr/>
          </p:nvSpPr>
          <p:spPr>
            <a:xfrm>
              <a:off x="9047534" y="2094194"/>
              <a:ext cx="408841" cy="408841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5" name="弧 74">
              <a:extLst>
                <a:ext uri="{FF2B5EF4-FFF2-40B4-BE49-F238E27FC236}">
                  <a16:creationId xmlns:a16="http://schemas.microsoft.com/office/drawing/2014/main" id="{39967AC0-3911-9C20-6C91-10374F22FE32}"/>
                </a:ext>
              </a:extLst>
            </p:cNvPr>
            <p:cNvSpPr/>
            <p:nvPr/>
          </p:nvSpPr>
          <p:spPr>
            <a:xfrm>
              <a:off x="9091846" y="2138506"/>
              <a:ext cx="320216" cy="320216"/>
            </a:xfrm>
            <a:prstGeom prst="arc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6" name="负载">
            <a:extLst>
              <a:ext uri="{FF2B5EF4-FFF2-40B4-BE49-F238E27FC236}">
                <a16:creationId xmlns:a16="http://schemas.microsoft.com/office/drawing/2014/main" id="{CDD680FF-DEB4-F604-EB99-18100F9B7EDD}"/>
              </a:ext>
            </a:extLst>
          </p:cNvPr>
          <p:cNvSpPr/>
          <p:nvPr/>
        </p:nvSpPr>
        <p:spPr>
          <a:xfrm rot="16200000">
            <a:off x="4134543" y="2129503"/>
            <a:ext cx="353069" cy="464193"/>
          </a:xfrm>
          <a:prstGeom prst="ca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Jm">
                <a:extLst>
                  <a:ext uri="{FF2B5EF4-FFF2-40B4-BE49-F238E27FC236}">
                    <a16:creationId xmlns:a16="http://schemas.microsoft.com/office/drawing/2014/main" id="{713B6A54-5F1D-6162-CEF7-0A9C7EFBDEE0}"/>
                  </a:ext>
                </a:extLst>
              </p:cNvPr>
              <p:cNvSpPr txBox="1"/>
              <p:nvPr/>
            </p:nvSpPr>
            <p:spPr>
              <a:xfrm>
                <a:off x="3982503" y="1590056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77" name="Jm">
                <a:extLst>
                  <a:ext uri="{FF2B5EF4-FFF2-40B4-BE49-F238E27FC236}">
                    <a16:creationId xmlns:a16="http://schemas.microsoft.com/office/drawing/2014/main" id="{713B6A54-5F1D-6162-CEF7-0A9C7EFBD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503" y="1590056"/>
                <a:ext cx="692168" cy="430887"/>
              </a:xfrm>
              <a:prstGeom prst="rect">
                <a:avLst/>
              </a:prstGeom>
              <a:blipFill>
                <a:blip r:embed="rId15"/>
                <a:stretch>
                  <a:fillRect b="-2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fm">
                <a:extLst>
                  <a:ext uri="{FF2B5EF4-FFF2-40B4-BE49-F238E27FC236}">
                    <a16:creationId xmlns:a16="http://schemas.microsoft.com/office/drawing/2014/main" id="{0DA174C9-A843-0E2D-C56E-D9983818314C}"/>
                  </a:ext>
                </a:extLst>
              </p:cNvPr>
              <p:cNvSpPr txBox="1"/>
              <p:nvPr/>
            </p:nvSpPr>
            <p:spPr>
              <a:xfrm>
                <a:off x="3995519" y="2531836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78" name="fm">
                <a:extLst>
                  <a:ext uri="{FF2B5EF4-FFF2-40B4-BE49-F238E27FC236}">
                    <a16:creationId xmlns:a16="http://schemas.microsoft.com/office/drawing/2014/main" id="{0DA174C9-A843-0E2D-C56E-D99838183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519" y="2531836"/>
                <a:ext cx="692168" cy="430887"/>
              </a:xfrm>
              <a:prstGeom prst="rect">
                <a:avLst/>
              </a:prstGeom>
              <a:blipFill>
                <a:blip r:embed="rId16"/>
                <a:stretch>
                  <a:fillRect l="-1786" t="-2857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转动箭头">
            <a:extLst>
              <a:ext uri="{FF2B5EF4-FFF2-40B4-BE49-F238E27FC236}">
                <a16:creationId xmlns:a16="http://schemas.microsoft.com/office/drawing/2014/main" id="{AAA0BB38-3591-A566-8EE4-A43C99A865F3}"/>
              </a:ext>
            </a:extLst>
          </p:cNvPr>
          <p:cNvSpPr/>
          <p:nvPr/>
        </p:nvSpPr>
        <p:spPr>
          <a:xfrm rot="2700000">
            <a:off x="3136773" y="2080401"/>
            <a:ext cx="601927" cy="601927"/>
          </a:xfrm>
          <a:prstGeom prst="arc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wm">
                <a:extLst>
                  <a:ext uri="{FF2B5EF4-FFF2-40B4-BE49-F238E27FC236}">
                    <a16:creationId xmlns:a16="http://schemas.microsoft.com/office/drawing/2014/main" id="{93B618AC-9B84-F41E-17AD-50D2B301B622}"/>
                  </a:ext>
                </a:extLst>
              </p:cNvPr>
              <p:cNvSpPr txBox="1"/>
              <p:nvPr/>
            </p:nvSpPr>
            <p:spPr>
              <a:xfrm>
                <a:off x="3288781" y="1590056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80" name="wm">
                <a:extLst>
                  <a:ext uri="{FF2B5EF4-FFF2-40B4-BE49-F238E27FC236}">
                    <a16:creationId xmlns:a16="http://schemas.microsoft.com/office/drawing/2014/main" id="{93B618AC-9B84-F41E-17AD-50D2B301B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781" y="1590056"/>
                <a:ext cx="692168" cy="430887"/>
              </a:xfrm>
              <a:prstGeom prst="rect">
                <a:avLst/>
              </a:prstGeom>
              <a:blipFill>
                <a:blip r:embed="rId17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uc">
                <a:extLst>
                  <a:ext uri="{FF2B5EF4-FFF2-40B4-BE49-F238E27FC236}">
                    <a16:creationId xmlns:a16="http://schemas.microsoft.com/office/drawing/2014/main" id="{30CB388F-0D19-D6BD-2596-5A58A6452D28}"/>
                  </a:ext>
                </a:extLst>
              </p:cNvPr>
              <p:cNvSpPr txBox="1"/>
              <p:nvPr/>
            </p:nvSpPr>
            <p:spPr>
              <a:xfrm>
                <a:off x="3366732" y="2562167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81" name="uc">
                <a:extLst>
                  <a:ext uri="{FF2B5EF4-FFF2-40B4-BE49-F238E27FC236}">
                    <a16:creationId xmlns:a16="http://schemas.microsoft.com/office/drawing/2014/main" id="{30CB388F-0D19-D6BD-2596-5A58A6452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732" y="2562167"/>
                <a:ext cx="692168" cy="430887"/>
              </a:xfrm>
              <a:prstGeom prst="rect">
                <a:avLst/>
              </a:prstGeom>
              <a:blipFill>
                <a:blip r:embed="rId18"/>
                <a:stretch>
                  <a:fillRect l="-5357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电势">
            <a:extLst>
              <a:ext uri="{FF2B5EF4-FFF2-40B4-BE49-F238E27FC236}">
                <a16:creationId xmlns:a16="http://schemas.microsoft.com/office/drawing/2014/main" id="{2F3F470F-A392-C9D1-0DB2-D78651E843E9}"/>
              </a:ext>
            </a:extLst>
          </p:cNvPr>
          <p:cNvGrpSpPr/>
          <p:nvPr/>
        </p:nvGrpSpPr>
        <p:grpSpPr>
          <a:xfrm>
            <a:off x="2258543" y="2125149"/>
            <a:ext cx="466897" cy="468047"/>
            <a:chOff x="5106719" y="2106565"/>
            <a:chExt cx="466897" cy="4680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Eb">
                  <a:extLst>
                    <a:ext uri="{FF2B5EF4-FFF2-40B4-BE49-F238E27FC236}">
                      <a16:creationId xmlns:a16="http://schemas.microsoft.com/office/drawing/2014/main" id="{927074B1-9E19-7AF9-C59E-08C8B7134D5F}"/>
                    </a:ext>
                  </a:extLst>
                </p:cNvPr>
                <p:cNvSpPr txBox="1"/>
                <p:nvPr/>
              </p:nvSpPr>
              <p:spPr>
                <a:xfrm>
                  <a:off x="5106719" y="2106565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6" name="Eb">
                  <a:extLst>
                    <a:ext uri="{FF2B5EF4-FFF2-40B4-BE49-F238E27FC236}">
                      <a16:creationId xmlns:a16="http://schemas.microsoft.com/office/drawing/2014/main" id="{E43D9128-9C6A-4C7F-43F6-903BF3C8F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6719" y="2106565"/>
                  <a:ext cx="322168" cy="430887"/>
                </a:xfrm>
                <a:prstGeom prst="rect">
                  <a:avLst/>
                </a:prstGeom>
                <a:blipFill>
                  <a:blip r:embed="rId19"/>
                  <a:stretch>
                    <a:fillRect l="-44000" r="-40000"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电势">
              <a:extLst>
                <a:ext uri="{FF2B5EF4-FFF2-40B4-BE49-F238E27FC236}">
                  <a16:creationId xmlns:a16="http://schemas.microsoft.com/office/drawing/2014/main" id="{36623B34-1C67-BA8C-1034-C793AB9A4D79}"/>
                </a:ext>
              </a:extLst>
            </p:cNvPr>
            <p:cNvCxnSpPr>
              <a:cxnSpLocks/>
            </p:cNvCxnSpPr>
            <p:nvPr/>
          </p:nvCxnSpPr>
          <p:spPr>
            <a:xfrm>
              <a:off x="5573616" y="2150948"/>
              <a:ext cx="0" cy="423664"/>
            </a:xfrm>
            <a:prstGeom prst="line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公式2">
                <a:extLst>
                  <a:ext uri="{FF2B5EF4-FFF2-40B4-BE49-F238E27FC236}">
                    <a16:creationId xmlns:a16="http://schemas.microsoft.com/office/drawing/2014/main" id="{FFB1BC46-A773-2C6D-03B9-5247C5152FC7}"/>
                  </a:ext>
                </a:extLst>
              </p:cNvPr>
              <p:cNvSpPr txBox="1"/>
              <p:nvPr/>
            </p:nvSpPr>
            <p:spPr>
              <a:xfrm>
                <a:off x="5635470" y="1130634"/>
                <a:ext cx="5616624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86" name="公式2">
                <a:extLst>
                  <a:ext uri="{FF2B5EF4-FFF2-40B4-BE49-F238E27FC236}">
                    <a16:creationId xmlns:a16="http://schemas.microsoft.com/office/drawing/2014/main" id="{FFB1BC46-A773-2C6D-03B9-5247C5152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470" y="1130634"/>
                <a:ext cx="5616624" cy="956929"/>
              </a:xfrm>
              <a:prstGeom prst="rect">
                <a:avLst/>
              </a:prstGeom>
              <a:blipFill>
                <a:blip r:embed="rId20"/>
                <a:stretch>
                  <a:fillRect b="-5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公式4">
                <a:extLst>
                  <a:ext uri="{FF2B5EF4-FFF2-40B4-BE49-F238E27FC236}">
                    <a16:creationId xmlns:a16="http://schemas.microsoft.com/office/drawing/2014/main" id="{7B5EE9F4-CFA2-2888-5B21-E823FD514A7A}"/>
                  </a:ext>
                </a:extLst>
              </p:cNvPr>
              <p:cNvSpPr txBox="1"/>
              <p:nvPr/>
            </p:nvSpPr>
            <p:spPr>
              <a:xfrm>
                <a:off x="5375275" y="2241475"/>
                <a:ext cx="4571999" cy="1001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87" name="公式4">
                <a:extLst>
                  <a:ext uri="{FF2B5EF4-FFF2-40B4-BE49-F238E27FC236}">
                    <a16:creationId xmlns:a16="http://schemas.microsoft.com/office/drawing/2014/main" id="{7B5EE9F4-CFA2-2888-5B21-E823FD514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275" y="2241475"/>
                <a:ext cx="4571999" cy="1001300"/>
              </a:xfrm>
              <a:prstGeom prst="rect">
                <a:avLst/>
              </a:prstGeom>
              <a:blipFill>
                <a:blip r:embed="rId21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公式1">
                <a:extLst>
                  <a:ext uri="{FF2B5EF4-FFF2-40B4-BE49-F238E27FC236}">
                    <a16:creationId xmlns:a16="http://schemas.microsoft.com/office/drawing/2014/main" id="{92C3F9D9-D97F-01DC-935F-26A22E35C13B}"/>
                  </a:ext>
                </a:extLst>
              </p:cNvPr>
              <p:cNvSpPr txBox="1"/>
              <p:nvPr/>
            </p:nvSpPr>
            <p:spPr>
              <a:xfrm>
                <a:off x="8160426" y="3422467"/>
                <a:ext cx="2317054" cy="987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8" name="公式1">
                <a:extLst>
                  <a:ext uri="{FF2B5EF4-FFF2-40B4-BE49-F238E27FC236}">
                    <a16:creationId xmlns:a16="http://schemas.microsoft.com/office/drawing/2014/main" id="{92C3F9D9-D97F-01DC-935F-26A22E35C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426" y="3422467"/>
                <a:ext cx="2317054" cy="987001"/>
              </a:xfrm>
              <a:prstGeom prst="rect">
                <a:avLst/>
              </a:prstGeom>
              <a:blipFill>
                <a:blip r:embed="rId22"/>
                <a:stretch>
                  <a:fillRect r="-22826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263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1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6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1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6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100"/>
                            </p:stCondLst>
                            <p:childTnLst>
                              <p:par>
                                <p:cTn id="70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" presetID="22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7" grpId="0"/>
      <p:bldP spid="18" grpId="0"/>
      <p:bldP spid="19" grpId="0"/>
      <p:bldP spid="20" grpId="0"/>
      <p:bldP spid="21" grpId="0"/>
      <p:bldP spid="52" grpId="0"/>
      <p:bldP spid="53" grpId="0"/>
      <p:bldP spid="54" grpId="0" animBg="1"/>
      <p:bldP spid="56" grpId="0"/>
      <p:bldP spid="59" grpId="0"/>
      <p:bldP spid="61" grpId="0" animBg="1"/>
      <p:bldP spid="62" grpId="1"/>
      <p:bldP spid="44" grpId="0" animBg="1"/>
      <p:bldP spid="47" grpId="0" animBg="1"/>
      <p:bldP spid="48" grpId="0"/>
      <p:bldP spid="76" grpId="0" animBg="1"/>
      <p:bldP spid="77" grpId="0"/>
      <p:bldP spid="78" grpId="0"/>
      <p:bldP spid="79" grpId="0" animBg="1"/>
      <p:bldP spid="80" grpId="0"/>
      <p:bldP spid="81" grpId="0"/>
      <p:bldP spid="86" grpId="0"/>
      <p:bldP spid="87" grpId="0"/>
      <p:bldP spid="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13423" y="346245"/>
            <a:ext cx="5092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二阶系统传递函数形式及分类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说明6">
                <a:extLst>
                  <a:ext uri="{FF2B5EF4-FFF2-40B4-BE49-F238E27FC236}">
                    <a16:creationId xmlns:a16="http://schemas.microsoft.com/office/drawing/2014/main" id="{6AD6FD1D-6F65-050C-9D02-BF85FC111D06}"/>
                  </a:ext>
                </a:extLst>
              </p:cNvPr>
              <p:cNvSpPr txBox="1"/>
              <p:nvPr/>
            </p:nvSpPr>
            <p:spPr>
              <a:xfrm>
                <a:off x="389691" y="3894327"/>
                <a:ext cx="5921540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800" dirty="0"/>
                  <a:t>		</a:t>
                </a:r>
                <a:r>
                  <a:rPr lang="zh-CN" altLang="en-US" sz="2800" dirty="0"/>
                  <a:t>无阻尼</a:t>
                </a:r>
                <a:r>
                  <a:rPr lang="en-US" altLang="zh-CN" sz="28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22" name="说明6">
                <a:extLst>
                  <a:ext uri="{FF2B5EF4-FFF2-40B4-BE49-F238E27FC236}">
                    <a16:creationId xmlns:a16="http://schemas.microsoft.com/office/drawing/2014/main" id="{6AD6FD1D-6F65-050C-9D02-BF85FC111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91" y="3894327"/>
                <a:ext cx="5921540" cy="542136"/>
              </a:xfrm>
              <a:prstGeom prst="rect">
                <a:avLst/>
              </a:prstGeom>
              <a:blipFill>
                <a:blip r:embed="rId3"/>
                <a:stretch>
                  <a:fillRect l="-1285" t="-11364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坐标轴">
            <a:extLst>
              <a:ext uri="{FF2B5EF4-FFF2-40B4-BE49-F238E27FC236}">
                <a16:creationId xmlns:a16="http://schemas.microsoft.com/office/drawing/2014/main" id="{8CFD3AC6-7726-5E28-C825-E409F2B65D16}"/>
              </a:ext>
            </a:extLst>
          </p:cNvPr>
          <p:cNvGrpSpPr/>
          <p:nvPr/>
        </p:nvGrpSpPr>
        <p:grpSpPr>
          <a:xfrm>
            <a:off x="8740350" y="3115590"/>
            <a:ext cx="2763213" cy="2294413"/>
            <a:chOff x="8740350" y="3115590"/>
            <a:chExt cx="2763213" cy="2294413"/>
          </a:xfrm>
        </p:grpSpPr>
        <p:cxnSp>
          <p:nvCxnSpPr>
            <p:cNvPr id="3" name="直线箭头连接符 2">
              <a:extLst>
                <a:ext uri="{FF2B5EF4-FFF2-40B4-BE49-F238E27FC236}">
                  <a16:creationId xmlns:a16="http://schemas.microsoft.com/office/drawing/2014/main" id="{1956B2FE-2511-8D13-D084-BE6DFCB0FB47}"/>
                </a:ext>
              </a:extLst>
            </p:cNvPr>
            <p:cNvCxnSpPr/>
            <p:nvPr/>
          </p:nvCxnSpPr>
          <p:spPr>
            <a:xfrm>
              <a:off x="8740350" y="4402501"/>
              <a:ext cx="276321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箭头连接符 28">
              <a:extLst>
                <a:ext uri="{FF2B5EF4-FFF2-40B4-BE49-F238E27FC236}">
                  <a16:creationId xmlns:a16="http://schemas.microsoft.com/office/drawing/2014/main" id="{DE245DB0-67F8-F8A6-830F-8CD2B25266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44606" y="3258323"/>
              <a:ext cx="0" cy="21516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9A83E28-EA3B-732B-8805-AD2638459839}"/>
                    </a:ext>
                  </a:extLst>
                </p:cNvPr>
                <p:cNvSpPr txBox="1"/>
                <p:nvPr/>
              </p:nvSpPr>
              <p:spPr>
                <a:xfrm>
                  <a:off x="10614270" y="3115590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9A83E28-EA3B-732B-8805-AD26384598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4270" y="3115590"/>
                  <a:ext cx="520701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欠阻尼">
            <a:extLst>
              <a:ext uri="{FF2B5EF4-FFF2-40B4-BE49-F238E27FC236}">
                <a16:creationId xmlns:a16="http://schemas.microsoft.com/office/drawing/2014/main" id="{A8F38088-ED59-EB59-EC78-25132F0AC9D3}"/>
              </a:ext>
            </a:extLst>
          </p:cNvPr>
          <p:cNvGrpSpPr/>
          <p:nvPr/>
        </p:nvGrpSpPr>
        <p:grpSpPr>
          <a:xfrm>
            <a:off x="10121956" y="3845760"/>
            <a:ext cx="288032" cy="1115655"/>
            <a:chOff x="10121956" y="3845760"/>
            <a:chExt cx="288032" cy="1115655"/>
          </a:xfrm>
        </p:grpSpPr>
        <p:sp>
          <p:nvSpPr>
            <p:cNvPr id="6" name="乘 5">
              <a:extLst>
                <a:ext uri="{FF2B5EF4-FFF2-40B4-BE49-F238E27FC236}">
                  <a16:creationId xmlns:a16="http://schemas.microsoft.com/office/drawing/2014/main" id="{C159E499-0057-5F10-F6C6-183863DDCDCE}"/>
                </a:ext>
              </a:extLst>
            </p:cNvPr>
            <p:cNvSpPr/>
            <p:nvPr/>
          </p:nvSpPr>
          <p:spPr>
            <a:xfrm>
              <a:off x="10121956" y="3845760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33" name="乘 32">
              <a:extLst>
                <a:ext uri="{FF2B5EF4-FFF2-40B4-BE49-F238E27FC236}">
                  <a16:creationId xmlns:a16="http://schemas.microsoft.com/office/drawing/2014/main" id="{95141C28-62F6-26FF-B7B0-A3575ACACFFD}"/>
                </a:ext>
              </a:extLst>
            </p:cNvPr>
            <p:cNvSpPr/>
            <p:nvPr/>
          </p:nvSpPr>
          <p:spPr>
            <a:xfrm>
              <a:off x="10121956" y="467338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grpSp>
        <p:nvGrpSpPr>
          <p:cNvPr id="9" name="过阻尼">
            <a:extLst>
              <a:ext uri="{FF2B5EF4-FFF2-40B4-BE49-F238E27FC236}">
                <a16:creationId xmlns:a16="http://schemas.microsoft.com/office/drawing/2014/main" id="{622923C1-2ED2-4032-FD1D-3ADDA4BDE3B0}"/>
              </a:ext>
            </a:extLst>
          </p:cNvPr>
          <p:cNvGrpSpPr/>
          <p:nvPr/>
        </p:nvGrpSpPr>
        <p:grpSpPr>
          <a:xfrm>
            <a:off x="9024558" y="4258485"/>
            <a:ext cx="1802190" cy="288032"/>
            <a:chOff x="9024558" y="4258485"/>
            <a:chExt cx="1802190" cy="288032"/>
          </a:xfrm>
        </p:grpSpPr>
        <p:sp>
          <p:nvSpPr>
            <p:cNvPr id="34" name="乘 33">
              <a:extLst>
                <a:ext uri="{FF2B5EF4-FFF2-40B4-BE49-F238E27FC236}">
                  <a16:creationId xmlns:a16="http://schemas.microsoft.com/office/drawing/2014/main" id="{606B1A42-5062-1ED9-405D-779E1EF32EFC}"/>
                </a:ext>
              </a:extLst>
            </p:cNvPr>
            <p:cNvSpPr/>
            <p:nvPr/>
          </p:nvSpPr>
          <p:spPr>
            <a:xfrm>
              <a:off x="9024558" y="4258485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35" name="乘 34">
              <a:extLst>
                <a:ext uri="{FF2B5EF4-FFF2-40B4-BE49-F238E27FC236}">
                  <a16:creationId xmlns:a16="http://schemas.microsoft.com/office/drawing/2014/main" id="{C713F708-1DBD-A1C3-93CF-F1FB7480FCEC}"/>
                </a:ext>
              </a:extLst>
            </p:cNvPr>
            <p:cNvSpPr/>
            <p:nvPr/>
          </p:nvSpPr>
          <p:spPr>
            <a:xfrm>
              <a:off x="10538716" y="4258485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grpSp>
        <p:nvGrpSpPr>
          <p:cNvPr id="4" name="无阻尼">
            <a:extLst>
              <a:ext uri="{FF2B5EF4-FFF2-40B4-BE49-F238E27FC236}">
                <a16:creationId xmlns:a16="http://schemas.microsoft.com/office/drawing/2014/main" id="{9F37BF92-F7C6-0118-AC2D-5484F68E8C02}"/>
              </a:ext>
            </a:extLst>
          </p:cNvPr>
          <p:cNvGrpSpPr/>
          <p:nvPr/>
        </p:nvGrpSpPr>
        <p:grpSpPr>
          <a:xfrm>
            <a:off x="10896922" y="3424769"/>
            <a:ext cx="793984" cy="1840589"/>
            <a:chOff x="10896922" y="3424769"/>
            <a:chExt cx="793984" cy="1840589"/>
          </a:xfrm>
        </p:grpSpPr>
        <p:sp>
          <p:nvSpPr>
            <p:cNvPr id="30" name="乘 29">
              <a:extLst>
                <a:ext uri="{FF2B5EF4-FFF2-40B4-BE49-F238E27FC236}">
                  <a16:creationId xmlns:a16="http://schemas.microsoft.com/office/drawing/2014/main" id="{FEE794F5-02FD-ABC1-ED30-B6437674B1BC}"/>
                </a:ext>
              </a:extLst>
            </p:cNvPr>
            <p:cNvSpPr/>
            <p:nvPr/>
          </p:nvSpPr>
          <p:spPr>
            <a:xfrm>
              <a:off x="10900590" y="3544000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31" name="乘 30">
              <a:extLst>
                <a:ext uri="{FF2B5EF4-FFF2-40B4-BE49-F238E27FC236}">
                  <a16:creationId xmlns:a16="http://schemas.microsoft.com/office/drawing/2014/main" id="{7AD8D442-D192-2CA0-3AD9-8B8C4702155C}"/>
                </a:ext>
              </a:extLst>
            </p:cNvPr>
            <p:cNvSpPr/>
            <p:nvPr/>
          </p:nvSpPr>
          <p:spPr>
            <a:xfrm>
              <a:off x="10896922" y="487311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7B3BACC-C6B1-4FF8-0CF9-D4DEF614779E}"/>
                    </a:ext>
                  </a:extLst>
                </p:cNvPr>
                <p:cNvSpPr txBox="1"/>
                <p:nvPr/>
              </p:nvSpPr>
              <p:spPr>
                <a:xfrm>
                  <a:off x="11170205" y="342476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7B3BACC-C6B1-4FF8-0CF9-D4DEF6147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0205" y="3424769"/>
                  <a:ext cx="520701" cy="523220"/>
                </a:xfrm>
                <a:prstGeom prst="rect">
                  <a:avLst/>
                </a:prstGeom>
                <a:blipFill>
                  <a:blip r:embed="rId5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B27603A-4DCD-FC2C-C419-0130F586F37B}"/>
                    </a:ext>
                  </a:extLst>
                </p:cNvPr>
                <p:cNvSpPr txBox="1"/>
                <p:nvPr/>
              </p:nvSpPr>
              <p:spPr>
                <a:xfrm>
                  <a:off x="11116614" y="474213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B27603A-4DCD-FC2C-C419-0130F586F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6614" y="4742138"/>
                  <a:ext cx="520701" cy="523220"/>
                </a:xfrm>
                <a:prstGeom prst="rect">
                  <a:avLst/>
                </a:prstGeom>
                <a:blipFill>
                  <a:blip r:embed="rId6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临界阻尼">
            <a:extLst>
              <a:ext uri="{FF2B5EF4-FFF2-40B4-BE49-F238E27FC236}">
                <a16:creationId xmlns:a16="http://schemas.microsoft.com/office/drawing/2014/main" id="{1B287E79-ADF5-1FEE-F4C3-E6CA4F464D99}"/>
              </a:ext>
            </a:extLst>
          </p:cNvPr>
          <p:cNvGrpSpPr/>
          <p:nvPr/>
        </p:nvGrpSpPr>
        <p:grpSpPr>
          <a:xfrm>
            <a:off x="9560119" y="4258485"/>
            <a:ext cx="548383" cy="721642"/>
            <a:chOff x="9560119" y="4258485"/>
            <a:chExt cx="548383" cy="721642"/>
          </a:xfrm>
        </p:grpSpPr>
        <p:sp>
          <p:nvSpPr>
            <p:cNvPr id="37" name="乘 36">
              <a:extLst>
                <a:ext uri="{FF2B5EF4-FFF2-40B4-BE49-F238E27FC236}">
                  <a16:creationId xmlns:a16="http://schemas.microsoft.com/office/drawing/2014/main" id="{9396AF3A-B75E-0921-F60F-7AF27E5F34E1}"/>
                </a:ext>
              </a:extLst>
            </p:cNvPr>
            <p:cNvSpPr/>
            <p:nvPr/>
          </p:nvSpPr>
          <p:spPr>
            <a:xfrm>
              <a:off x="9820470" y="4258485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36" name="乘 35">
              <a:extLst>
                <a:ext uri="{FF2B5EF4-FFF2-40B4-BE49-F238E27FC236}">
                  <a16:creationId xmlns:a16="http://schemas.microsoft.com/office/drawing/2014/main" id="{9A53EEBE-A829-8646-1C04-AA0939CB583A}"/>
                </a:ext>
              </a:extLst>
            </p:cNvPr>
            <p:cNvSpPr/>
            <p:nvPr/>
          </p:nvSpPr>
          <p:spPr>
            <a:xfrm>
              <a:off x="9724831" y="4258485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7E48F859-C99C-1071-AF58-6BBCD748FC7D}"/>
                    </a:ext>
                  </a:extLst>
                </p:cNvPr>
                <p:cNvSpPr txBox="1"/>
                <p:nvPr/>
              </p:nvSpPr>
              <p:spPr>
                <a:xfrm>
                  <a:off x="9560119" y="445690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7E48F859-C99C-1071-AF58-6BBCD748F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0119" y="4456907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困难2">
            <a:extLst>
              <a:ext uri="{FF2B5EF4-FFF2-40B4-BE49-F238E27FC236}">
                <a16:creationId xmlns:a16="http://schemas.microsoft.com/office/drawing/2014/main" id="{2ABD65D3-6D89-F888-0175-C73B094B9DA7}"/>
              </a:ext>
            </a:extLst>
          </p:cNvPr>
          <p:cNvGrpSpPr/>
          <p:nvPr/>
        </p:nvGrpSpPr>
        <p:grpSpPr>
          <a:xfrm>
            <a:off x="262558" y="2994293"/>
            <a:ext cx="3288684" cy="723599"/>
            <a:chOff x="4943078" y="1700704"/>
            <a:chExt cx="4384342" cy="964673"/>
          </a:xfrm>
        </p:grpSpPr>
        <p:sp>
          <p:nvSpPr>
            <p:cNvPr id="50" name="文本">
              <a:extLst>
                <a:ext uri="{FF2B5EF4-FFF2-40B4-BE49-F238E27FC236}">
                  <a16:creationId xmlns:a16="http://schemas.microsoft.com/office/drawing/2014/main" id="{249AF94A-8F8D-9D05-C579-7FF3C23FD16C}"/>
                </a:ext>
              </a:extLst>
            </p:cNvPr>
            <p:cNvSpPr/>
            <p:nvPr/>
          </p:nvSpPr>
          <p:spPr bwMode="auto">
            <a:xfrm>
              <a:off x="5643619" y="1802252"/>
              <a:ext cx="3683801" cy="771742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二阶系统分类</a:t>
              </a:r>
            </a:p>
          </p:txBody>
        </p:sp>
        <p:sp>
          <p:nvSpPr>
            <p:cNvPr id="51" name="序号">
              <a:extLst>
                <a:ext uri="{FF2B5EF4-FFF2-40B4-BE49-F238E27FC236}">
                  <a16:creationId xmlns:a16="http://schemas.microsoft.com/office/drawing/2014/main" id="{263063DF-A973-DF80-9C97-7F745AB68DE4}"/>
                </a:ext>
              </a:extLst>
            </p:cNvPr>
            <p:cNvSpPr/>
            <p:nvPr/>
          </p:nvSpPr>
          <p:spPr bwMode="auto">
            <a:xfrm>
              <a:off x="4943078" y="1700704"/>
              <a:ext cx="964673" cy="964673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公式4">
                <a:extLst>
                  <a:ext uri="{FF2B5EF4-FFF2-40B4-BE49-F238E27FC236}">
                    <a16:creationId xmlns:a16="http://schemas.microsoft.com/office/drawing/2014/main" id="{D3C7DF2B-9F25-19F5-5CCB-0DB11F9D8339}"/>
                  </a:ext>
                </a:extLst>
              </p:cNvPr>
              <p:cNvSpPr txBox="1"/>
              <p:nvPr/>
            </p:nvSpPr>
            <p:spPr>
              <a:xfrm>
                <a:off x="654417" y="1007121"/>
                <a:ext cx="4248471" cy="1045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8" name="公式4">
                <a:extLst>
                  <a:ext uri="{FF2B5EF4-FFF2-40B4-BE49-F238E27FC236}">
                    <a16:creationId xmlns:a16="http://schemas.microsoft.com/office/drawing/2014/main" id="{D3C7DF2B-9F25-19F5-5CCB-0DB11F9D8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17" y="1007121"/>
                <a:ext cx="4248471" cy="1045158"/>
              </a:xfrm>
              <a:prstGeom prst="rect">
                <a:avLst/>
              </a:prstGeom>
              <a:blipFill>
                <a:blip r:embed="rId8"/>
                <a:stretch>
                  <a:fillRect b="-9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说明3">
                <a:extLst>
                  <a:ext uri="{FF2B5EF4-FFF2-40B4-BE49-F238E27FC236}">
                    <a16:creationId xmlns:a16="http://schemas.microsoft.com/office/drawing/2014/main" id="{E5DA7528-FD48-7BAE-CFBE-10FD807E127B}"/>
                  </a:ext>
                </a:extLst>
              </p:cNvPr>
              <p:cNvSpPr txBox="1"/>
              <p:nvPr/>
            </p:nvSpPr>
            <p:spPr>
              <a:xfrm>
                <a:off x="6815138" y="259660"/>
                <a:ext cx="3467405" cy="721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den>
                    </m:f>
                  </m:oMath>
                </a14:m>
                <a:r>
                  <a:rPr lang="zh-CN" altLang="en-US" sz="2800" dirty="0"/>
                  <a:t>：开环增益</a:t>
                </a:r>
              </a:p>
            </p:txBody>
          </p:sp>
        </mc:Choice>
        <mc:Fallback xmlns="">
          <p:sp>
            <p:nvSpPr>
              <p:cNvPr id="60" name="说明3">
                <a:extLst>
                  <a:ext uri="{FF2B5EF4-FFF2-40B4-BE49-F238E27FC236}">
                    <a16:creationId xmlns:a16="http://schemas.microsoft.com/office/drawing/2014/main" id="{E5DA7528-FD48-7BAE-CFBE-10FD807E1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138" y="259660"/>
                <a:ext cx="3467405" cy="721095"/>
              </a:xfrm>
              <a:prstGeom prst="rect">
                <a:avLst/>
              </a:prstGeom>
              <a:blipFill>
                <a:blip r:embed="rId9"/>
                <a:stretch>
                  <a:fillRect l="-730" t="-1724" b="-8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说明4">
                <a:extLst>
                  <a:ext uri="{FF2B5EF4-FFF2-40B4-BE49-F238E27FC236}">
                    <a16:creationId xmlns:a16="http://schemas.microsoft.com/office/drawing/2014/main" id="{5CC1BA7A-0CC8-1DE8-9A86-387F1A21CDDE}"/>
                  </a:ext>
                </a:extLst>
              </p:cNvPr>
              <p:cNvSpPr txBox="1"/>
              <p:nvPr/>
            </p:nvSpPr>
            <p:spPr>
              <a:xfrm>
                <a:off x="6815138" y="987854"/>
                <a:ext cx="28046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zh-CN" altLang="en-US" sz="2800" dirty="0"/>
                  <a:t>：阻尼比</a:t>
                </a:r>
              </a:p>
            </p:txBody>
          </p:sp>
        </mc:Choice>
        <mc:Fallback xmlns="">
          <p:sp>
            <p:nvSpPr>
              <p:cNvPr id="63" name="说明4">
                <a:extLst>
                  <a:ext uri="{FF2B5EF4-FFF2-40B4-BE49-F238E27FC236}">
                    <a16:creationId xmlns:a16="http://schemas.microsoft.com/office/drawing/2014/main" id="{5CC1BA7A-0CC8-1DE8-9A86-387F1A21C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138" y="987854"/>
                <a:ext cx="2804644" cy="523220"/>
              </a:xfrm>
              <a:prstGeom prst="rect">
                <a:avLst/>
              </a:prstGeom>
              <a:blipFill>
                <a:blip r:embed="rId10"/>
                <a:stretch>
                  <a:fillRect l="-2703"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说明5">
                <a:extLst>
                  <a:ext uri="{FF2B5EF4-FFF2-40B4-BE49-F238E27FC236}">
                    <a16:creationId xmlns:a16="http://schemas.microsoft.com/office/drawing/2014/main" id="{FA790084-0AC8-64C3-37DB-5C8A31A09321}"/>
                  </a:ext>
                </a:extLst>
              </p:cNvPr>
              <p:cNvSpPr txBox="1"/>
              <p:nvPr/>
            </p:nvSpPr>
            <p:spPr>
              <a:xfrm>
                <a:off x="6775530" y="1600430"/>
                <a:ext cx="37631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/>
                  <a:t>：无阻尼自然频率</a:t>
                </a:r>
              </a:p>
            </p:txBody>
          </p:sp>
        </mc:Choice>
        <mc:Fallback xmlns="">
          <p:sp>
            <p:nvSpPr>
              <p:cNvPr id="64" name="说明5">
                <a:extLst>
                  <a:ext uri="{FF2B5EF4-FFF2-40B4-BE49-F238E27FC236}">
                    <a16:creationId xmlns:a16="http://schemas.microsoft.com/office/drawing/2014/main" id="{FA790084-0AC8-64C3-37DB-5C8A31A09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530" y="1600430"/>
                <a:ext cx="3763186" cy="523220"/>
              </a:xfrm>
              <a:prstGeom prst="rect">
                <a:avLst/>
              </a:prstGeom>
              <a:blipFill>
                <a:blip r:embed="rId11"/>
                <a:stretch>
                  <a:fillRect t="-14286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公式5">
                <a:extLst>
                  <a:ext uri="{FF2B5EF4-FFF2-40B4-BE49-F238E27FC236}">
                    <a16:creationId xmlns:a16="http://schemas.microsoft.com/office/drawing/2014/main" id="{E655BB98-B408-06D2-64BE-423622C83386}"/>
                  </a:ext>
                </a:extLst>
              </p:cNvPr>
              <p:cNvSpPr txBox="1"/>
              <p:nvPr/>
            </p:nvSpPr>
            <p:spPr>
              <a:xfrm>
                <a:off x="413423" y="2235554"/>
                <a:ext cx="47530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sSubSup>
                        <m:sSub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7" name="公式5">
                <a:extLst>
                  <a:ext uri="{FF2B5EF4-FFF2-40B4-BE49-F238E27FC236}">
                    <a16:creationId xmlns:a16="http://schemas.microsoft.com/office/drawing/2014/main" id="{E655BB98-B408-06D2-64BE-423622C83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23" y="2235554"/>
                <a:ext cx="4753023" cy="523220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文本框 67">
            <a:extLst>
              <a:ext uri="{FF2B5EF4-FFF2-40B4-BE49-F238E27FC236}">
                <a16:creationId xmlns:a16="http://schemas.microsoft.com/office/drawing/2014/main" id="{3E74B05A-4E3A-AD05-D285-799395404455}"/>
              </a:ext>
            </a:extLst>
          </p:cNvPr>
          <p:cNvSpPr txBox="1"/>
          <p:nvPr/>
        </p:nvSpPr>
        <p:spPr>
          <a:xfrm>
            <a:off x="5303118" y="2207723"/>
            <a:ext cx="1944216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特征方程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说明7">
                <a:extLst>
                  <a:ext uri="{FF2B5EF4-FFF2-40B4-BE49-F238E27FC236}">
                    <a16:creationId xmlns:a16="http://schemas.microsoft.com/office/drawing/2014/main" id="{E712FBC3-32E0-997C-1C3E-CE8231B12489}"/>
                  </a:ext>
                </a:extLst>
              </p:cNvPr>
              <p:cNvSpPr txBox="1"/>
              <p:nvPr/>
            </p:nvSpPr>
            <p:spPr>
              <a:xfrm>
                <a:off x="384779" y="4555678"/>
                <a:ext cx="8387339" cy="622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sz="2800" dirty="0"/>
                  <a:t>	</a:t>
                </a:r>
                <a:r>
                  <a:rPr lang="zh-CN" altLang="en-US" sz="2800" dirty="0"/>
                  <a:t>欠阻尼</a:t>
                </a:r>
                <a:r>
                  <a:rPr lang="en-US" altLang="zh-CN" sz="2800" dirty="0"/>
                  <a:t>	</a:t>
                </a:r>
                <a:r>
                  <a:rPr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69" name="说明7">
                <a:extLst>
                  <a:ext uri="{FF2B5EF4-FFF2-40B4-BE49-F238E27FC236}">
                    <a16:creationId xmlns:a16="http://schemas.microsoft.com/office/drawing/2014/main" id="{E712FBC3-32E0-997C-1C3E-CE8231B1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79" y="4555678"/>
                <a:ext cx="8387339" cy="622927"/>
              </a:xfrm>
              <a:prstGeom prst="rect">
                <a:avLst/>
              </a:prstGeom>
              <a:blipFill>
                <a:blip r:embed="rId13"/>
                <a:stretch>
                  <a:fillRect l="-454" b="-2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说明8">
                <a:extLst>
                  <a:ext uri="{FF2B5EF4-FFF2-40B4-BE49-F238E27FC236}">
                    <a16:creationId xmlns:a16="http://schemas.microsoft.com/office/drawing/2014/main" id="{B0008C1C-E08B-57CE-F28D-BC3867DB84B9}"/>
                  </a:ext>
                </a:extLst>
              </p:cNvPr>
              <p:cNvSpPr txBox="1"/>
              <p:nvPr/>
            </p:nvSpPr>
            <p:spPr>
              <a:xfrm>
                <a:off x="353012" y="5274249"/>
                <a:ext cx="64225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800" dirty="0"/>
                  <a:t>		</a:t>
                </a:r>
                <a:r>
                  <a:rPr lang="zh-CN" altLang="en-US" sz="2800" dirty="0"/>
                  <a:t>临界阻尼</a:t>
                </a:r>
                <a:r>
                  <a:rPr lang="en-US" altLang="zh-CN" sz="2800" dirty="0"/>
                  <a:t>	</a:t>
                </a:r>
                <a:r>
                  <a:rPr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70" name="说明8">
                <a:extLst>
                  <a:ext uri="{FF2B5EF4-FFF2-40B4-BE49-F238E27FC236}">
                    <a16:creationId xmlns:a16="http://schemas.microsoft.com/office/drawing/2014/main" id="{B0008C1C-E08B-57CE-F28D-BC3867DB8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12" y="5274249"/>
                <a:ext cx="6422518" cy="523220"/>
              </a:xfrm>
              <a:prstGeom prst="rect">
                <a:avLst/>
              </a:prstGeom>
              <a:blipFill>
                <a:blip r:embed="rId14"/>
                <a:stretch>
                  <a:fillRect l="-986" t="-1666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说明9">
                <a:extLst>
                  <a:ext uri="{FF2B5EF4-FFF2-40B4-BE49-F238E27FC236}">
                    <a16:creationId xmlns:a16="http://schemas.microsoft.com/office/drawing/2014/main" id="{4998204A-1D2E-6C52-C2C4-2EE630951C9E}"/>
                  </a:ext>
                </a:extLst>
              </p:cNvPr>
              <p:cNvSpPr txBox="1"/>
              <p:nvPr/>
            </p:nvSpPr>
            <p:spPr>
              <a:xfrm>
                <a:off x="378019" y="5850879"/>
                <a:ext cx="8387339" cy="622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altLang="zh-CN" sz="2800" dirty="0"/>
                  <a:t>		</a:t>
                </a:r>
                <a:r>
                  <a:rPr lang="zh-CN" altLang="en-US" sz="2800" dirty="0"/>
                  <a:t>过阻尼</a:t>
                </a:r>
                <a:r>
                  <a:rPr lang="en-US" altLang="zh-CN" sz="2800" dirty="0"/>
                  <a:t>	</a:t>
                </a:r>
                <a:r>
                  <a:rPr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rad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1" name="说明9">
                <a:extLst>
                  <a:ext uri="{FF2B5EF4-FFF2-40B4-BE49-F238E27FC236}">
                    <a16:creationId xmlns:a16="http://schemas.microsoft.com/office/drawing/2014/main" id="{4998204A-1D2E-6C52-C2C4-2EE630951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19" y="5850879"/>
                <a:ext cx="8387339" cy="622927"/>
              </a:xfrm>
              <a:prstGeom prst="rect">
                <a:avLst/>
              </a:prstGeom>
              <a:blipFill>
                <a:blip r:embed="rId15"/>
                <a:stretch>
                  <a:fillRect l="-755" b="-2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124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67" grpId="0"/>
      <p:bldP spid="68" grpId="0" animBg="1"/>
      <p:bldP spid="69" grpId="0"/>
      <p:bldP spid="70" grpId="0"/>
      <p:bldP spid="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56974" y="332459"/>
            <a:ext cx="3709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公式">
                <a:extLst>
                  <a:ext uri="{FF2B5EF4-FFF2-40B4-BE49-F238E27FC236}">
                    <a16:creationId xmlns:a16="http://schemas.microsoft.com/office/drawing/2014/main" id="{506622C5-F250-21E8-F24C-1A6A078D9EA7}"/>
                  </a:ext>
                </a:extLst>
              </p:cNvPr>
              <p:cNvSpPr txBox="1"/>
              <p:nvPr/>
            </p:nvSpPr>
            <p:spPr>
              <a:xfrm>
                <a:off x="2782838" y="1729802"/>
                <a:ext cx="6713826" cy="634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公式">
                <a:extLst>
                  <a:ext uri="{FF2B5EF4-FFF2-40B4-BE49-F238E27FC236}">
                    <a16:creationId xmlns:a16="http://schemas.microsoft.com/office/drawing/2014/main" id="{506622C5-F250-21E8-F24C-1A6A078D9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838" y="1729802"/>
                <a:ext cx="6713826" cy="634276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说明1">
            <a:extLst>
              <a:ext uri="{FF2B5EF4-FFF2-40B4-BE49-F238E27FC236}">
                <a16:creationId xmlns:a16="http://schemas.microsoft.com/office/drawing/2014/main" id="{0ED2C8F7-0C47-7F24-3CB3-EB6FB7C48313}"/>
              </a:ext>
            </a:extLst>
          </p:cNvPr>
          <p:cNvSpPr txBox="1"/>
          <p:nvPr/>
        </p:nvSpPr>
        <p:spPr>
          <a:xfrm>
            <a:off x="585636" y="1855234"/>
            <a:ext cx="2378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直角坐标表示：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说明3">
                <a:extLst>
                  <a:ext uri="{FF2B5EF4-FFF2-40B4-BE49-F238E27FC236}">
                    <a16:creationId xmlns:a16="http://schemas.microsoft.com/office/drawing/2014/main" id="{EE6BBD73-1740-785C-3FC9-B63D8E098C54}"/>
                  </a:ext>
                </a:extLst>
              </p:cNvPr>
              <p:cNvSpPr txBox="1"/>
              <p:nvPr/>
            </p:nvSpPr>
            <p:spPr>
              <a:xfrm>
                <a:off x="601668" y="3442353"/>
                <a:ext cx="3943501" cy="2918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dirty="0" smtClean="0"/>
                        <m:t>模</m:t>
                      </m:r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dirty="0"/>
                        <m:t>极角</m:t>
                      </m:r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den>
                      </m:f>
                    </m:oMath>
                  </m:oMathPara>
                </a14:m>
                <a:endParaRPr lang="en-US" altLang="zh-CN" sz="2800" dirty="0"/>
              </a:p>
            </p:txBody>
          </p:sp>
        </mc:Choice>
        <mc:Fallback>
          <p:sp>
            <p:nvSpPr>
              <p:cNvPr id="35" name="说明3">
                <a:extLst>
                  <a:ext uri="{FF2B5EF4-FFF2-40B4-BE49-F238E27FC236}">
                    <a16:creationId xmlns:a16="http://schemas.microsoft.com/office/drawing/2014/main" id="{EE6BBD73-1740-785C-3FC9-B63D8E098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8" y="3442353"/>
                <a:ext cx="3943501" cy="2918235"/>
              </a:xfrm>
              <a:prstGeom prst="rect">
                <a:avLst/>
              </a:prstGeom>
              <a:blipFill>
                <a:blip r:embed="rId4"/>
                <a:stretch>
                  <a:fillRect t="-435" b="-3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说明2">
            <a:extLst>
              <a:ext uri="{FF2B5EF4-FFF2-40B4-BE49-F238E27FC236}">
                <a16:creationId xmlns:a16="http://schemas.microsoft.com/office/drawing/2014/main" id="{300B3414-1F29-FA2B-EEB3-508CACB28160}"/>
              </a:ext>
            </a:extLst>
          </p:cNvPr>
          <p:cNvSpPr txBox="1"/>
          <p:nvPr/>
        </p:nvSpPr>
        <p:spPr>
          <a:xfrm>
            <a:off x="585636" y="2738927"/>
            <a:ext cx="2378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极坐标表示：</a:t>
            </a:r>
          </a:p>
        </p:txBody>
      </p:sp>
      <p:sp>
        <p:nvSpPr>
          <p:cNvPr id="41" name="图题">
            <a:extLst>
              <a:ext uri="{FF2B5EF4-FFF2-40B4-BE49-F238E27FC236}">
                <a16:creationId xmlns:a16="http://schemas.microsoft.com/office/drawing/2014/main" id="{737291ED-25A2-F730-20CA-1242F0DD9670}"/>
              </a:ext>
            </a:extLst>
          </p:cNvPr>
          <p:cNvSpPr txBox="1"/>
          <p:nvPr/>
        </p:nvSpPr>
        <p:spPr>
          <a:xfrm>
            <a:off x="6038764" y="5817380"/>
            <a:ext cx="5097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闭环极点坐标与阻尼比的关系</a:t>
            </a:r>
          </a:p>
        </p:txBody>
      </p:sp>
      <p:sp>
        <p:nvSpPr>
          <p:cNvPr id="48" name="极点">
            <a:extLst>
              <a:ext uri="{FF2B5EF4-FFF2-40B4-BE49-F238E27FC236}">
                <a16:creationId xmlns:a16="http://schemas.microsoft.com/office/drawing/2014/main" id="{1153FE8D-3614-8C01-5426-129C221F6B9F}"/>
              </a:ext>
            </a:extLst>
          </p:cNvPr>
          <p:cNvSpPr/>
          <p:nvPr/>
        </p:nvSpPr>
        <p:spPr>
          <a:xfrm>
            <a:off x="7210884" y="2966050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grpSp>
        <p:nvGrpSpPr>
          <p:cNvPr id="2" name="坐标轴">
            <a:extLst>
              <a:ext uri="{FF2B5EF4-FFF2-40B4-BE49-F238E27FC236}">
                <a16:creationId xmlns:a16="http://schemas.microsoft.com/office/drawing/2014/main" id="{762DE21E-04F5-710D-7E7B-1BBA634434D0}"/>
              </a:ext>
            </a:extLst>
          </p:cNvPr>
          <p:cNvGrpSpPr/>
          <p:nvPr/>
        </p:nvGrpSpPr>
        <p:grpSpPr>
          <a:xfrm>
            <a:off x="6778836" y="2695791"/>
            <a:ext cx="2952328" cy="2693397"/>
            <a:chOff x="6778836" y="2695791"/>
            <a:chExt cx="2952328" cy="2693397"/>
          </a:xfrm>
        </p:grpSpPr>
        <p:cxnSp>
          <p:nvCxnSpPr>
            <p:cNvPr id="44" name="直线箭头连接符 43">
              <a:extLst>
                <a:ext uri="{FF2B5EF4-FFF2-40B4-BE49-F238E27FC236}">
                  <a16:creationId xmlns:a16="http://schemas.microsoft.com/office/drawing/2014/main" id="{E6E321A5-1172-E983-48B3-47DA05EBFEB5}"/>
                </a:ext>
              </a:extLst>
            </p:cNvPr>
            <p:cNvCxnSpPr>
              <a:cxnSpLocks/>
            </p:cNvCxnSpPr>
            <p:nvPr/>
          </p:nvCxnSpPr>
          <p:spPr>
            <a:xfrm>
              <a:off x="6778836" y="4734600"/>
              <a:ext cx="295232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A7256F1B-89F6-ECC2-9705-F78A280D44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3092" y="2861783"/>
              <a:ext cx="0" cy="25274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F8B42E9-6485-8011-5464-A58315F1ACFD}"/>
                    </a:ext>
                  </a:extLst>
                </p:cNvPr>
                <p:cNvSpPr txBox="1"/>
                <p:nvPr/>
              </p:nvSpPr>
              <p:spPr>
                <a:xfrm>
                  <a:off x="8676281" y="2695791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F8B42E9-6485-8011-5464-A58315F1A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6281" y="2695791"/>
                  <a:ext cx="520701" cy="523220"/>
                </a:xfrm>
                <a:prstGeom prst="rect">
                  <a:avLst/>
                </a:prstGeom>
                <a:blipFill>
                  <a:blip r:embed="rId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788BB2A-EF79-C03F-0D20-956B68077E54}"/>
                    </a:ext>
                  </a:extLst>
                </p:cNvPr>
                <p:cNvSpPr txBox="1"/>
                <p:nvPr/>
              </p:nvSpPr>
              <p:spPr>
                <a:xfrm>
                  <a:off x="9072963" y="4296440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788BB2A-EF79-C03F-0D20-956B68077E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2963" y="4296440"/>
                  <a:ext cx="52070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等阻尼线">
            <a:extLst>
              <a:ext uri="{FF2B5EF4-FFF2-40B4-BE49-F238E27FC236}">
                <a16:creationId xmlns:a16="http://schemas.microsoft.com/office/drawing/2014/main" id="{D8B88308-F95E-FBEE-FB58-2466CAC78146}"/>
              </a:ext>
            </a:extLst>
          </p:cNvPr>
          <p:cNvGrpSpPr/>
          <p:nvPr/>
        </p:nvGrpSpPr>
        <p:grpSpPr>
          <a:xfrm>
            <a:off x="7429738" y="3184904"/>
            <a:ext cx="1643224" cy="1632315"/>
            <a:chOff x="7429738" y="3184904"/>
            <a:chExt cx="1643224" cy="16323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6F8957E-F946-3DB5-27C6-E13C10FCE7B5}"/>
                    </a:ext>
                  </a:extLst>
                </p:cNvPr>
                <p:cNvSpPr txBox="1"/>
                <p:nvPr/>
              </p:nvSpPr>
              <p:spPr>
                <a:xfrm>
                  <a:off x="8350405" y="429399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6F8957E-F946-3DB5-27C6-E13C10FCE7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0405" y="4293999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4762" r="-2381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1404703F-90A7-FBBB-F36E-5DC9F6208A93}"/>
                </a:ext>
              </a:extLst>
            </p:cNvPr>
            <p:cNvCxnSpPr>
              <a:cxnSpLocks/>
              <a:stCxn id="48" idx="2"/>
            </p:cNvCxnSpPr>
            <p:nvPr/>
          </p:nvCxnSpPr>
          <p:spPr>
            <a:xfrm>
              <a:off x="7429738" y="3184904"/>
              <a:ext cx="1643224" cy="1549696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实部">
            <a:extLst>
              <a:ext uri="{FF2B5EF4-FFF2-40B4-BE49-F238E27FC236}">
                <a16:creationId xmlns:a16="http://schemas.microsoft.com/office/drawing/2014/main" id="{E58B43B4-6F5E-639D-D9F6-A68E5FFDE329}"/>
              </a:ext>
            </a:extLst>
          </p:cNvPr>
          <p:cNvGrpSpPr/>
          <p:nvPr/>
        </p:nvGrpSpPr>
        <p:grpSpPr>
          <a:xfrm>
            <a:off x="6709658" y="3241898"/>
            <a:ext cx="1849600" cy="2066269"/>
            <a:chOff x="6709658" y="3241898"/>
            <a:chExt cx="1849600" cy="20662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5975B506-E4E9-A4C5-BCA2-B1A15B92B04B}"/>
                    </a:ext>
                  </a:extLst>
                </p:cNvPr>
                <p:cNvSpPr txBox="1"/>
                <p:nvPr/>
              </p:nvSpPr>
              <p:spPr>
                <a:xfrm>
                  <a:off x="6709658" y="4784947"/>
                  <a:ext cx="18496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5975B506-E4E9-A4C5-BCA2-B1A15B92B0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9658" y="4784947"/>
                  <a:ext cx="1849600" cy="523220"/>
                </a:xfrm>
                <a:prstGeom prst="rect">
                  <a:avLst/>
                </a:prstGeom>
                <a:blipFill>
                  <a:blip r:embed="rId8"/>
                  <a:stretch>
                    <a:fillRect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线连接符 59">
              <a:extLst>
                <a:ext uri="{FF2B5EF4-FFF2-40B4-BE49-F238E27FC236}">
                  <a16:creationId xmlns:a16="http://schemas.microsoft.com/office/drawing/2014/main" id="{9D6129FA-D249-4A3A-F10C-0B0E971D7E3C}"/>
                </a:ext>
              </a:extLst>
            </p:cNvPr>
            <p:cNvCxnSpPr>
              <a:cxnSpLocks/>
            </p:cNvCxnSpPr>
            <p:nvPr/>
          </p:nvCxnSpPr>
          <p:spPr>
            <a:xfrm>
              <a:off x="7354900" y="3241898"/>
              <a:ext cx="0" cy="1516206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虚部">
            <a:extLst>
              <a:ext uri="{FF2B5EF4-FFF2-40B4-BE49-F238E27FC236}">
                <a16:creationId xmlns:a16="http://schemas.microsoft.com/office/drawing/2014/main" id="{DCC24808-ADD3-D1F5-7903-73F0126894F3}"/>
              </a:ext>
            </a:extLst>
          </p:cNvPr>
          <p:cNvGrpSpPr/>
          <p:nvPr/>
        </p:nvGrpSpPr>
        <p:grpSpPr>
          <a:xfrm>
            <a:off x="7426908" y="2828211"/>
            <a:ext cx="4428542" cy="614142"/>
            <a:chOff x="7426908" y="2828211"/>
            <a:chExt cx="4428542" cy="6141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E937C6F7-0D89-9C62-0DBF-442508861A2A}"/>
                    </a:ext>
                  </a:extLst>
                </p:cNvPr>
                <p:cNvSpPr txBox="1"/>
                <p:nvPr/>
              </p:nvSpPr>
              <p:spPr>
                <a:xfrm>
                  <a:off x="8958453" y="2828211"/>
                  <a:ext cx="2896997" cy="6141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E937C6F7-0D89-9C62-0DBF-442508861A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8453" y="2828211"/>
                  <a:ext cx="2896997" cy="614142"/>
                </a:xfrm>
                <a:prstGeom prst="rect">
                  <a:avLst/>
                </a:prstGeom>
                <a:blipFill>
                  <a:blip r:embed="rId9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直线连接符 60">
              <a:extLst>
                <a:ext uri="{FF2B5EF4-FFF2-40B4-BE49-F238E27FC236}">
                  <a16:creationId xmlns:a16="http://schemas.microsoft.com/office/drawing/2014/main" id="{139330F1-DDAB-0228-973D-FDA2BD8C9C53}"/>
                </a:ext>
              </a:extLst>
            </p:cNvPr>
            <p:cNvCxnSpPr>
              <a:cxnSpLocks/>
            </p:cNvCxnSpPr>
            <p:nvPr/>
          </p:nvCxnSpPr>
          <p:spPr>
            <a:xfrm>
              <a:off x="7426908" y="3149815"/>
              <a:ext cx="1656184" cy="7641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等阻尼">
            <a:extLst>
              <a:ext uri="{FF2B5EF4-FFF2-40B4-BE49-F238E27FC236}">
                <a16:creationId xmlns:a16="http://schemas.microsoft.com/office/drawing/2014/main" id="{1E00ECEA-2204-0D3F-979F-B98965401D1F}"/>
              </a:ext>
            </a:extLst>
          </p:cNvPr>
          <p:cNvSpPr txBox="1"/>
          <p:nvPr/>
        </p:nvSpPr>
        <p:spPr>
          <a:xfrm>
            <a:off x="7410267" y="3571486"/>
            <a:ext cx="1643224" cy="523220"/>
          </a:xfrm>
          <a:prstGeom prst="rect">
            <a:avLst/>
          </a:prstGeom>
          <a:pattFill prst="pct30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zh-CN" altLang="en-US" sz="2800" dirty="0"/>
              <a:t>等阻尼线</a:t>
            </a:r>
          </a:p>
        </p:txBody>
      </p:sp>
      <p:grpSp>
        <p:nvGrpSpPr>
          <p:cNvPr id="28" name="困难1">
            <a:extLst>
              <a:ext uri="{FF2B5EF4-FFF2-40B4-BE49-F238E27FC236}">
                <a16:creationId xmlns:a16="http://schemas.microsoft.com/office/drawing/2014/main" id="{AF391B25-C9E3-B660-3E0A-69F2C2DE8FED}"/>
              </a:ext>
            </a:extLst>
          </p:cNvPr>
          <p:cNvGrpSpPr/>
          <p:nvPr/>
        </p:nvGrpSpPr>
        <p:grpSpPr>
          <a:xfrm>
            <a:off x="262558" y="1027930"/>
            <a:ext cx="6336704" cy="723599"/>
            <a:chOff x="4943078" y="1700704"/>
            <a:chExt cx="8447841" cy="964673"/>
          </a:xfrm>
        </p:grpSpPr>
        <p:sp>
          <p:nvSpPr>
            <p:cNvPr id="29" name="文本">
              <a:extLst>
                <a:ext uri="{FF2B5EF4-FFF2-40B4-BE49-F238E27FC236}">
                  <a16:creationId xmlns:a16="http://schemas.microsoft.com/office/drawing/2014/main" id="{6CA2E2D1-0E8B-1C9D-CBA8-95118E03DBBE}"/>
                </a:ext>
              </a:extLst>
            </p:cNvPr>
            <p:cNvSpPr/>
            <p:nvPr/>
          </p:nvSpPr>
          <p:spPr bwMode="auto">
            <a:xfrm>
              <a:off x="5643619" y="1802252"/>
              <a:ext cx="7747300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二阶欠阻尼系统极点的两种表示</a:t>
              </a:r>
              <a:r>
                <a:rPr lang="en-US" altLang="zh-CN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: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3765F260-DDE0-8878-8924-4AF7AFC62801}"/>
                </a:ext>
              </a:extLst>
            </p:cNvPr>
            <p:cNvSpPr/>
            <p:nvPr/>
          </p:nvSpPr>
          <p:spPr bwMode="auto">
            <a:xfrm>
              <a:off x="4943078" y="1700704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8149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3" grpId="0"/>
      <p:bldP spid="24" grpId="0"/>
      <p:bldP spid="35" grpId="0"/>
      <p:bldP spid="36" grpId="0"/>
      <p:bldP spid="41" grpId="0"/>
      <p:bldP spid="48" grpId="0" animBg="1"/>
      <p:bldP spid="48" grpId="1" animBg="1"/>
      <p:bldP spid="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34963" y="376354"/>
            <a:ext cx="367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欠阻尼二阶系统分析</a:t>
            </a:r>
          </a:p>
        </p:txBody>
      </p:sp>
      <p:grpSp>
        <p:nvGrpSpPr>
          <p:cNvPr id="7" name="困难1">
            <a:extLst>
              <a:ext uri="{FF2B5EF4-FFF2-40B4-BE49-F238E27FC236}">
                <a16:creationId xmlns:a16="http://schemas.microsoft.com/office/drawing/2014/main" id="{32E5DD68-251A-76FF-2F05-102D458C7ACD}"/>
              </a:ext>
            </a:extLst>
          </p:cNvPr>
          <p:cNvGrpSpPr/>
          <p:nvPr/>
        </p:nvGrpSpPr>
        <p:grpSpPr>
          <a:xfrm>
            <a:off x="292618" y="1154416"/>
            <a:ext cx="5802588" cy="723599"/>
            <a:chOff x="4943078" y="1700704"/>
            <a:chExt cx="7735778" cy="964673"/>
          </a:xfrm>
        </p:grpSpPr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817C259B-B587-8F80-516B-6FFEC7FE0A65}"/>
                </a:ext>
              </a:extLst>
            </p:cNvPr>
            <p:cNvSpPr/>
            <p:nvPr/>
          </p:nvSpPr>
          <p:spPr bwMode="auto">
            <a:xfrm>
              <a:off x="5643619" y="1802252"/>
              <a:ext cx="7035237" cy="771742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二阶欠阻尼系统单位阶跃响应</a:t>
              </a:r>
            </a:p>
          </p:txBody>
        </p:sp>
        <p:sp>
          <p:nvSpPr>
            <p:cNvPr id="9" name="序号">
              <a:extLst>
                <a:ext uri="{FF2B5EF4-FFF2-40B4-BE49-F238E27FC236}">
                  <a16:creationId xmlns:a16="http://schemas.microsoft.com/office/drawing/2014/main" id="{965EB7C7-E3B3-F7F2-6535-4FBD1A3639F8}"/>
                </a:ext>
              </a:extLst>
            </p:cNvPr>
            <p:cNvSpPr/>
            <p:nvPr/>
          </p:nvSpPr>
          <p:spPr bwMode="auto">
            <a:xfrm>
              <a:off x="4943078" y="1700704"/>
              <a:ext cx="964673" cy="964673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pic>
        <p:nvPicPr>
          <p:cNvPr id="1026" name="Picture 2" descr="Workout Power Sticker by Positive Programming">
            <a:extLst>
              <a:ext uri="{FF2B5EF4-FFF2-40B4-BE49-F238E27FC236}">
                <a16:creationId xmlns:a16="http://schemas.microsoft.com/office/drawing/2014/main" id="{27DDC223-995F-D2EB-45AD-5C76106F3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18" y="2564904"/>
            <a:ext cx="4776985" cy="278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B1DF824-0E23-883B-D23D-E80B22C7B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507" y="2158312"/>
            <a:ext cx="5310435" cy="398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04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34963" y="376354"/>
            <a:ext cx="367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公式1">
                <a:extLst>
                  <a:ext uri="{FF2B5EF4-FFF2-40B4-BE49-F238E27FC236}">
                    <a16:creationId xmlns:a16="http://schemas.microsoft.com/office/drawing/2014/main" id="{8E714FB2-046C-EF9B-5A10-C596BA8ECD54}"/>
                  </a:ext>
                </a:extLst>
              </p:cNvPr>
              <p:cNvSpPr txBox="1"/>
              <p:nvPr/>
            </p:nvSpPr>
            <p:spPr>
              <a:xfrm>
                <a:off x="527650" y="2037802"/>
                <a:ext cx="5568350" cy="909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br>
                  <a:rPr lang="en-US" altLang="zh-CN" sz="2400" dirty="0">
                    <a:ea typeface="Cambria Math" panose="02040503050406030204" pitchFamily="18" charset="0"/>
                  </a:rPr>
                </a:br>
                <a:endParaRPr lang="zh-CN" altLang="en-US" sz="2400" dirty="0"/>
              </a:p>
            </p:txBody>
          </p:sp>
        </mc:Choice>
        <mc:Fallback xmlns="">
          <p:sp>
            <p:nvSpPr>
              <p:cNvPr id="52" name="公式1">
                <a:extLst>
                  <a:ext uri="{FF2B5EF4-FFF2-40B4-BE49-F238E27FC236}">
                    <a16:creationId xmlns:a16="http://schemas.microsoft.com/office/drawing/2014/main" id="{8E714FB2-046C-EF9B-5A10-C596BA8EC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50" y="2037802"/>
                <a:ext cx="5568350" cy="909223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困难1">
            <a:extLst>
              <a:ext uri="{FF2B5EF4-FFF2-40B4-BE49-F238E27FC236}">
                <a16:creationId xmlns:a16="http://schemas.microsoft.com/office/drawing/2014/main" id="{32E5DD68-251A-76FF-2F05-102D458C7ACD}"/>
              </a:ext>
            </a:extLst>
          </p:cNvPr>
          <p:cNvGrpSpPr/>
          <p:nvPr/>
        </p:nvGrpSpPr>
        <p:grpSpPr>
          <a:xfrm>
            <a:off x="292618" y="1154416"/>
            <a:ext cx="5802588" cy="723599"/>
            <a:chOff x="4943078" y="1700704"/>
            <a:chExt cx="7735778" cy="964673"/>
          </a:xfrm>
        </p:grpSpPr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817C259B-B587-8F80-516B-6FFEC7FE0A65}"/>
                </a:ext>
              </a:extLst>
            </p:cNvPr>
            <p:cNvSpPr/>
            <p:nvPr/>
          </p:nvSpPr>
          <p:spPr bwMode="auto">
            <a:xfrm>
              <a:off x="5643619" y="1802252"/>
              <a:ext cx="7035237" cy="771742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二阶欠阻尼系统单位阶跃响应</a:t>
              </a:r>
            </a:p>
          </p:txBody>
        </p:sp>
        <p:sp>
          <p:nvSpPr>
            <p:cNvPr id="9" name="序号">
              <a:extLst>
                <a:ext uri="{FF2B5EF4-FFF2-40B4-BE49-F238E27FC236}">
                  <a16:creationId xmlns:a16="http://schemas.microsoft.com/office/drawing/2014/main" id="{965EB7C7-E3B3-F7F2-6535-4FBD1A3639F8}"/>
                </a:ext>
              </a:extLst>
            </p:cNvPr>
            <p:cNvSpPr/>
            <p:nvPr/>
          </p:nvSpPr>
          <p:spPr bwMode="auto">
            <a:xfrm>
              <a:off x="4943078" y="1700704"/>
              <a:ext cx="964673" cy="964673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公式2">
                <a:extLst>
                  <a:ext uri="{FF2B5EF4-FFF2-40B4-BE49-F238E27FC236}">
                    <a16:creationId xmlns:a16="http://schemas.microsoft.com/office/drawing/2014/main" id="{B6AE4192-7D87-7E99-6C89-33C739F41994}"/>
                  </a:ext>
                </a:extLst>
              </p:cNvPr>
              <p:cNvSpPr txBox="1"/>
              <p:nvPr/>
            </p:nvSpPr>
            <p:spPr>
              <a:xfrm>
                <a:off x="829934" y="2970537"/>
                <a:ext cx="5688459" cy="1142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br>
                  <a:rPr lang="en-US" altLang="zh-CN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zh-CN" altLang="en-US" sz="2400" dirty="0"/>
              </a:p>
            </p:txBody>
          </p:sp>
        </mc:Choice>
        <mc:Fallback xmlns="">
          <p:sp>
            <p:nvSpPr>
              <p:cNvPr id="10" name="公式2">
                <a:extLst>
                  <a:ext uri="{FF2B5EF4-FFF2-40B4-BE49-F238E27FC236}">
                    <a16:creationId xmlns:a16="http://schemas.microsoft.com/office/drawing/2014/main" id="{B6AE4192-7D87-7E99-6C89-33C739F41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34" y="2970537"/>
                <a:ext cx="5688459" cy="11426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公式3">
                <a:extLst>
                  <a:ext uri="{FF2B5EF4-FFF2-40B4-BE49-F238E27FC236}">
                    <a16:creationId xmlns:a16="http://schemas.microsoft.com/office/drawing/2014/main" id="{0B365B86-BD46-C1AC-59F9-F8529EF828A5}"/>
                  </a:ext>
                </a:extLst>
              </p:cNvPr>
              <p:cNvSpPr txBox="1"/>
              <p:nvPr/>
            </p:nvSpPr>
            <p:spPr>
              <a:xfrm>
                <a:off x="1198662" y="4113157"/>
                <a:ext cx="10112195" cy="12287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br>
                  <a:rPr lang="en-US" altLang="zh-CN" sz="2400" dirty="0">
                    <a:ea typeface="Cambria Math" panose="02040503050406030204" pitchFamily="18" charset="0"/>
                  </a:rPr>
                </a:br>
                <a:endParaRPr lang="zh-CN" altLang="en-US" sz="2400" dirty="0"/>
              </a:p>
            </p:txBody>
          </p:sp>
        </mc:Choice>
        <mc:Fallback xmlns="">
          <p:sp>
            <p:nvSpPr>
              <p:cNvPr id="11" name="公式3">
                <a:extLst>
                  <a:ext uri="{FF2B5EF4-FFF2-40B4-BE49-F238E27FC236}">
                    <a16:creationId xmlns:a16="http://schemas.microsoft.com/office/drawing/2014/main" id="{0B365B86-BD46-C1AC-59F9-F8529EF82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662" y="4113157"/>
                <a:ext cx="10112195" cy="12287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公式4">
                <a:extLst>
                  <a:ext uri="{FF2B5EF4-FFF2-40B4-BE49-F238E27FC236}">
                    <a16:creationId xmlns:a16="http://schemas.microsoft.com/office/drawing/2014/main" id="{8E95C304-B8E8-09EC-5DEA-41813D613FF7}"/>
                  </a:ext>
                </a:extLst>
              </p:cNvPr>
              <p:cNvSpPr txBox="1"/>
              <p:nvPr/>
            </p:nvSpPr>
            <p:spPr>
              <a:xfrm>
                <a:off x="654417" y="5358736"/>
                <a:ext cx="8454550" cy="977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func>
                            <m:func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altLang="zh-CN" sz="2400" dirty="0">
                    <a:ea typeface="Cambria Math" panose="02040503050406030204" pitchFamily="18" charset="0"/>
                  </a:rPr>
                </a:br>
                <a:endParaRPr lang="zh-CN" altLang="en-US" sz="2400" dirty="0"/>
              </a:p>
            </p:txBody>
          </p:sp>
        </mc:Choice>
        <mc:Fallback>
          <p:sp>
            <p:nvSpPr>
              <p:cNvPr id="12" name="公式4">
                <a:extLst>
                  <a:ext uri="{FF2B5EF4-FFF2-40B4-BE49-F238E27FC236}">
                    <a16:creationId xmlns:a16="http://schemas.microsoft.com/office/drawing/2014/main" id="{8E95C304-B8E8-09EC-5DEA-41813D613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17" y="5358736"/>
                <a:ext cx="8454550" cy="977062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037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34963" y="326555"/>
            <a:ext cx="4032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公式7">
                <a:extLst>
                  <a:ext uri="{FF2B5EF4-FFF2-40B4-BE49-F238E27FC236}">
                    <a16:creationId xmlns:a16="http://schemas.microsoft.com/office/drawing/2014/main" id="{73EC8B53-1D2B-768B-3AFC-4B8736B005B5}"/>
                  </a:ext>
                </a:extLst>
              </p:cNvPr>
              <p:cNvSpPr txBox="1"/>
              <p:nvPr/>
            </p:nvSpPr>
            <p:spPr>
              <a:xfrm>
                <a:off x="1468376" y="5589588"/>
                <a:ext cx="5490926" cy="1063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	</m:t>
                      </m:r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公式7">
                <a:extLst>
                  <a:ext uri="{FF2B5EF4-FFF2-40B4-BE49-F238E27FC236}">
                    <a16:creationId xmlns:a16="http://schemas.microsoft.com/office/drawing/2014/main" id="{73EC8B53-1D2B-768B-3AFC-4B8736B00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376" y="5589588"/>
                <a:ext cx="5490926" cy="1063946"/>
              </a:xfrm>
              <a:prstGeom prst="rect">
                <a:avLst/>
              </a:prstGeom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公式4">
                <a:extLst>
                  <a:ext uri="{FF2B5EF4-FFF2-40B4-BE49-F238E27FC236}">
                    <a16:creationId xmlns:a16="http://schemas.microsoft.com/office/drawing/2014/main" id="{363DECF3-0B75-A436-4CE7-292307D89EAF}"/>
                  </a:ext>
                </a:extLst>
              </p:cNvPr>
              <p:cNvSpPr txBox="1"/>
              <p:nvPr/>
            </p:nvSpPr>
            <p:spPr>
              <a:xfrm>
                <a:off x="427274" y="1012076"/>
                <a:ext cx="10276443" cy="1124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altLang="zh-CN" sz="2800" dirty="0">
                    <a:ea typeface="Cambria Math" panose="02040503050406030204" pitchFamily="18" charset="0"/>
                  </a:rPr>
                </a:br>
                <a:endParaRPr lang="zh-CN" altLang="en-US" sz="2800" dirty="0"/>
              </a:p>
            </p:txBody>
          </p:sp>
        </mc:Choice>
        <mc:Fallback>
          <p:sp>
            <p:nvSpPr>
              <p:cNvPr id="7" name="公式4">
                <a:extLst>
                  <a:ext uri="{FF2B5EF4-FFF2-40B4-BE49-F238E27FC236}">
                    <a16:creationId xmlns:a16="http://schemas.microsoft.com/office/drawing/2014/main" id="{363DECF3-0B75-A436-4CE7-292307D89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74" y="1012076"/>
                <a:ext cx="10276443" cy="1124603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公式5">
                <a:extLst>
                  <a:ext uri="{FF2B5EF4-FFF2-40B4-BE49-F238E27FC236}">
                    <a16:creationId xmlns:a16="http://schemas.microsoft.com/office/drawing/2014/main" id="{53967630-7B77-A758-981C-0C414E31897A}"/>
                  </a:ext>
                </a:extLst>
              </p:cNvPr>
              <p:cNvSpPr txBox="1"/>
              <p:nvPr/>
            </p:nvSpPr>
            <p:spPr>
              <a:xfrm>
                <a:off x="1054100" y="2001195"/>
                <a:ext cx="10605875" cy="1527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groupChr>
                            </m:e>
                            <m:lim>
                              <m:eqArr>
                                <m:eqArr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/>
                                <m:e>
                                  <m:func>
                                    <m:funcPr>
                                      <m:ctrlP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</m:eqArr>
                            </m:lim>
                          </m:limLow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limLow>
                            <m:limLow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</m:groupChr>
                            </m:e>
                            <m:lim>
                              <m:eqArr>
                                <m:eqArr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/>
                                <m:e>
                                  <m:func>
                                    <m:funcPr>
                                      <m:ctrlP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</m:eqArr>
                            </m:lim>
                          </m:limLow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br>
                  <a:rPr lang="en-US" altLang="zh-CN" sz="2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zh-CN" altLang="en-US" sz="2800" dirty="0"/>
              </a:p>
            </p:txBody>
          </p:sp>
        </mc:Choice>
        <mc:Fallback xmlns="">
          <p:sp>
            <p:nvSpPr>
              <p:cNvPr id="9" name="公式5">
                <a:extLst>
                  <a:ext uri="{FF2B5EF4-FFF2-40B4-BE49-F238E27FC236}">
                    <a16:creationId xmlns:a16="http://schemas.microsoft.com/office/drawing/2014/main" id="{53967630-7B77-A758-981C-0C414E318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2001195"/>
                <a:ext cx="10605875" cy="1527982"/>
              </a:xfrm>
              <a:prstGeom prst="rect">
                <a:avLst/>
              </a:prstGeom>
              <a:blipFill>
                <a:blip r:embed="rId5"/>
                <a:stretch>
                  <a:fillRect b="-4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公式6">
                <a:extLst>
                  <a:ext uri="{FF2B5EF4-FFF2-40B4-BE49-F238E27FC236}">
                    <a16:creationId xmlns:a16="http://schemas.microsoft.com/office/drawing/2014/main" id="{B58BDB83-859C-E669-CA31-30134B42F4CB}"/>
                  </a:ext>
                </a:extLst>
              </p:cNvPr>
              <p:cNvSpPr txBox="1"/>
              <p:nvPr/>
            </p:nvSpPr>
            <p:spPr>
              <a:xfrm>
                <a:off x="766614" y="3496450"/>
                <a:ext cx="11521280" cy="2068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稳态分量</m:t>
                              </m:r>
                            </m:e>
                          </m:eqArr>
                        </m:lim>
                      </m:limLow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func>
                                <m:func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𝜁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rad>
                                      <m:sSub>
                                        <m:sSub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瞬态分量</m:t>
                              </m:r>
                            </m:e>
                          </m:eqArr>
                        </m:lim>
                      </m:limLow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</m:mr>
                        <m:m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=90°</m:t>
                            </m:r>
                          </m:e>
                        </m:mr>
                      </m:m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br>
                  <a:rPr lang="en-US" altLang="zh-CN" sz="2800" dirty="0">
                    <a:ea typeface="Cambria Math" panose="02040503050406030204" pitchFamily="18" charset="0"/>
                  </a:rPr>
                </a:br>
                <a:endParaRPr lang="zh-CN" altLang="en-US" sz="2800" dirty="0"/>
              </a:p>
            </p:txBody>
          </p:sp>
        </mc:Choice>
        <mc:Fallback xmlns="">
          <p:sp>
            <p:nvSpPr>
              <p:cNvPr id="10" name="公式6">
                <a:extLst>
                  <a:ext uri="{FF2B5EF4-FFF2-40B4-BE49-F238E27FC236}">
                    <a16:creationId xmlns:a16="http://schemas.microsoft.com/office/drawing/2014/main" id="{B58BDB83-859C-E669-CA31-30134B42F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14" y="3496450"/>
                <a:ext cx="11521280" cy="2068259"/>
              </a:xfrm>
              <a:prstGeom prst="rect">
                <a:avLst/>
              </a:prstGeom>
              <a:blipFill>
                <a:blip r:embed="rId6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3429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51167" y="336705"/>
            <a:ext cx="4979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欠阻尼二阶系统单位阶跃响应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F1DB758-C88D-5EF2-DBC8-C034CD820485}"/>
              </a:ext>
            </a:extLst>
          </p:cNvPr>
          <p:cNvGrpSpPr/>
          <p:nvPr/>
        </p:nvGrpSpPr>
        <p:grpSpPr>
          <a:xfrm>
            <a:off x="1500515" y="836712"/>
            <a:ext cx="8948921" cy="4476830"/>
            <a:chOff x="1500515" y="836712"/>
            <a:chExt cx="8948921" cy="44768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2E72ED0-EC5F-4FD5-6550-E4DCBC4E1343}"/>
                    </a:ext>
                  </a:extLst>
                </p:cNvPr>
                <p:cNvSpPr txBox="1"/>
                <p:nvPr/>
              </p:nvSpPr>
              <p:spPr>
                <a:xfrm>
                  <a:off x="1500515" y="2710792"/>
                  <a:ext cx="50122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2E72ED0-EC5F-4FD5-6550-E4DCBC4E1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0515" y="2710792"/>
                  <a:ext cx="501226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500" r="-57500" b="-189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坐标">
              <a:extLst>
                <a:ext uri="{FF2B5EF4-FFF2-40B4-BE49-F238E27FC236}">
                  <a16:creationId xmlns:a16="http://schemas.microsoft.com/office/drawing/2014/main" id="{A3F7DF4B-C5F5-4F9A-59A9-7D8F9CAC1174}"/>
                </a:ext>
              </a:extLst>
            </p:cNvPr>
            <p:cNvGrpSpPr/>
            <p:nvPr/>
          </p:nvGrpSpPr>
          <p:grpSpPr>
            <a:xfrm>
              <a:off x="2062759" y="836712"/>
              <a:ext cx="8386677" cy="4476830"/>
              <a:chOff x="539552" y="1037927"/>
              <a:chExt cx="8386677" cy="4476830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63549F03-18CA-86DC-6FE6-3B43C0336DFD}"/>
                  </a:ext>
                </a:extLst>
              </p:cNvPr>
              <p:cNvGrpSpPr/>
              <p:nvPr/>
            </p:nvGrpSpPr>
            <p:grpSpPr>
              <a:xfrm>
                <a:off x="1115616" y="1268760"/>
                <a:ext cx="7560001" cy="3744416"/>
                <a:chOff x="611560" y="1268760"/>
                <a:chExt cx="7560001" cy="3744416"/>
              </a:xfrm>
            </p:grpSpPr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847BAFA0-E57A-00A6-1A88-BE103F4859FF}"/>
                    </a:ext>
                  </a:extLst>
                </p:cNvPr>
                <p:cNvSpPr/>
                <p:nvPr/>
              </p:nvSpPr>
              <p:spPr>
                <a:xfrm>
                  <a:off x="611561" y="1268760"/>
                  <a:ext cx="7560000" cy="374441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cxnSp>
              <p:nvCxnSpPr>
                <p:cNvPr id="4" name="直线连接符 3">
                  <a:extLst>
                    <a:ext uri="{FF2B5EF4-FFF2-40B4-BE49-F238E27FC236}">
                      <a16:creationId xmlns:a16="http://schemas.microsoft.com/office/drawing/2014/main" id="{8B85F723-7D0D-7AB1-E959-4804325B91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560" y="1643202"/>
                  <a:ext cx="7560000" cy="0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线连接符 8">
                  <a:extLst>
                    <a:ext uri="{FF2B5EF4-FFF2-40B4-BE49-F238E27FC236}">
                      <a16:creationId xmlns:a16="http://schemas.microsoft.com/office/drawing/2014/main" id="{BE8CEF2C-49E7-3F99-1EB8-AFF659AFD2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560" y="2017644"/>
                  <a:ext cx="7560000" cy="0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线连接符 9">
                  <a:extLst>
                    <a:ext uri="{FF2B5EF4-FFF2-40B4-BE49-F238E27FC236}">
                      <a16:creationId xmlns:a16="http://schemas.microsoft.com/office/drawing/2014/main" id="{F51C3742-0D41-4865-1056-196A289C62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560" y="2392086"/>
                  <a:ext cx="7560000" cy="0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线连接符 10">
                  <a:extLst>
                    <a:ext uri="{FF2B5EF4-FFF2-40B4-BE49-F238E27FC236}">
                      <a16:creationId xmlns:a16="http://schemas.microsoft.com/office/drawing/2014/main" id="{0DDD6DC1-D046-27FC-74B5-DFE8FC2E13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560" y="2766528"/>
                  <a:ext cx="7560000" cy="0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线连接符 11">
                  <a:extLst>
                    <a:ext uri="{FF2B5EF4-FFF2-40B4-BE49-F238E27FC236}">
                      <a16:creationId xmlns:a16="http://schemas.microsoft.com/office/drawing/2014/main" id="{D3F81308-6747-80CD-820C-048DD1B561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560" y="3140970"/>
                  <a:ext cx="7560000" cy="0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E328C790-B380-9109-0CE5-67DD19E06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560" y="3515412"/>
                  <a:ext cx="7560000" cy="0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EDFC57A1-6E47-07C4-1A30-8675038627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560" y="3889854"/>
                  <a:ext cx="7560000" cy="0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428B2D7A-BEBB-06AA-207C-071F8A0B6A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560" y="4264296"/>
                  <a:ext cx="7560000" cy="0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线连接符 15">
                  <a:extLst>
                    <a:ext uri="{FF2B5EF4-FFF2-40B4-BE49-F238E27FC236}">
                      <a16:creationId xmlns:a16="http://schemas.microsoft.com/office/drawing/2014/main" id="{54838A9F-C088-0B88-698B-C6CDABA53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560" y="4638738"/>
                  <a:ext cx="7560000" cy="0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线连接符 16">
                  <a:extLst>
                    <a:ext uri="{FF2B5EF4-FFF2-40B4-BE49-F238E27FC236}">
                      <a16:creationId xmlns:a16="http://schemas.microsoft.com/office/drawing/2014/main" id="{044E3DE0-E0A6-B787-A0E7-C1584A6FFB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33717" y="1268760"/>
                  <a:ext cx="0" cy="3744416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线连接符 17">
                  <a:extLst>
                    <a:ext uri="{FF2B5EF4-FFF2-40B4-BE49-F238E27FC236}">
                      <a16:creationId xmlns:a16="http://schemas.microsoft.com/office/drawing/2014/main" id="{960D1838-CDC5-793E-C0DF-8A24891680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55874" y="1268760"/>
                  <a:ext cx="0" cy="3744416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  <a:prstDash val="sys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4A316130-6DA7-B938-768C-19DCF993F9B6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1037927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2.0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4A316130-6DA7-B938-768C-19DCF993F9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1037927"/>
                    <a:ext cx="501226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893423A9-DD8F-76CA-9AEB-A5406250BCFC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1415683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1.8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893423A9-DD8F-76CA-9AEB-A5406250BC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1415683"/>
                    <a:ext cx="501226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9B96C7B3-F96F-EBC5-0E78-4A7DD5AA92D6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3289912"/>
                    <a:ext cx="501226" cy="46288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0.8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9B96C7B3-F96F-EBC5-0E78-4A7DD5AA92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3289912"/>
                    <a:ext cx="501226" cy="46288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32F447C7-B37B-1D9E-B5CD-E861AB32C472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2912007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1.0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32F447C7-B37B-1D9E-B5CD-E861AB32C4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2912007"/>
                    <a:ext cx="501226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46A36BAF-7C88-22DF-A275-E73E3043CB28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2161253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1.4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46A36BAF-7C88-22DF-A275-E73E3043CB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2161253"/>
                    <a:ext cx="501226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3E839BFC-996D-70F8-5B4B-79D49E3DAB09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3657214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0.6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3E839BFC-996D-70F8-5B4B-79D49E3DAB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3657214"/>
                    <a:ext cx="501226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4306C500-1B74-30A1-4839-0D7E87A8393D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2535693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1.2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4306C500-1B74-30A1-4839-0D7E87A839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2535693"/>
                    <a:ext cx="501226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A81BDDE3-7C4D-924D-D16B-18FAA025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4407905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A81BDDE3-7C4D-924D-D16B-18FAA0259E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4407905"/>
                    <a:ext cx="501226" cy="46166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48571A1E-EEFC-5D2A-7769-162DDCFC286B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4036338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0.4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48571A1E-EEFC-5D2A-7769-162DDCFC28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4036338"/>
                    <a:ext cx="501226" cy="46166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742BD90-A478-A60C-0EFA-032B00DE8884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4782343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742BD90-A478-A60C-0EFA-032B00DE88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4782343"/>
                    <a:ext cx="501226" cy="46166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CC02B54F-F0FF-C6F9-6E66-B1A64D54F469}"/>
                      </a:ext>
                    </a:extLst>
                  </p:cNvPr>
                  <p:cNvSpPr txBox="1"/>
                  <p:nvPr/>
                </p:nvSpPr>
                <p:spPr>
                  <a:xfrm>
                    <a:off x="539552" y="1781474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1.6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CC02B54F-F0FF-C6F9-6E66-B1A64D54F4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552" y="1781474"/>
                    <a:ext cx="501226" cy="46166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439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23A9ECB2-51AB-E518-44D7-1055FB967B7D}"/>
                      </a:ext>
                    </a:extLst>
                  </p:cNvPr>
                  <p:cNvSpPr txBox="1"/>
                  <p:nvPr/>
                </p:nvSpPr>
                <p:spPr>
                  <a:xfrm>
                    <a:off x="3387160" y="5046893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23A9ECB2-51AB-E518-44D7-1055FB967B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87160" y="5046893"/>
                    <a:ext cx="501226" cy="46166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14B1856E-EE0C-EE0D-E9AF-78F42BCCCC28}"/>
                      </a:ext>
                    </a:extLst>
                  </p:cNvPr>
                  <p:cNvSpPr txBox="1"/>
                  <p:nvPr/>
                </p:nvSpPr>
                <p:spPr>
                  <a:xfrm>
                    <a:off x="5909317" y="5046893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14B1856E-EE0C-EE0D-E9AF-78F42BCCCC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09317" y="5046893"/>
                    <a:ext cx="501226" cy="46166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500" r="-7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D40764AC-79D1-59B7-8B4E-C803518C0D4C}"/>
                      </a:ext>
                    </a:extLst>
                  </p:cNvPr>
                  <p:cNvSpPr txBox="1"/>
                  <p:nvPr/>
                </p:nvSpPr>
                <p:spPr>
                  <a:xfrm>
                    <a:off x="8425003" y="5046893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D40764AC-79D1-59B7-8B4E-C803518C0D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5003" y="5046893"/>
                    <a:ext cx="501226" cy="46166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5000" r="-7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A6E43B68-A406-D0AA-6878-243F9571FC7D}"/>
                      </a:ext>
                    </a:extLst>
                  </p:cNvPr>
                  <p:cNvSpPr txBox="1"/>
                  <p:nvPr/>
                </p:nvSpPr>
                <p:spPr>
                  <a:xfrm>
                    <a:off x="4645003" y="5046892"/>
                    <a:ext cx="501226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A6E43B68-A406-D0AA-6878-243F9571FC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5003" y="5046892"/>
                    <a:ext cx="501226" cy="461665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2CC23BA6-5B37-EE77-0A08-550CC606BCA5}"/>
                      </a:ext>
                    </a:extLst>
                  </p:cNvPr>
                  <p:cNvSpPr txBox="1"/>
                  <p:nvPr/>
                </p:nvSpPr>
                <p:spPr>
                  <a:xfrm>
                    <a:off x="2576590" y="5024558"/>
                    <a:ext cx="501226" cy="4901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2CC23BA6-5B37-EE77-0A08-550CC606BC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76590" y="5024558"/>
                    <a:ext cx="501226" cy="4901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4" name="阻尼0.8">
            <a:extLst>
              <a:ext uri="{FF2B5EF4-FFF2-40B4-BE49-F238E27FC236}">
                <a16:creationId xmlns:a16="http://schemas.microsoft.com/office/drawing/2014/main" id="{512E9E60-22F5-25EB-98EF-66ECAB8D20C0}"/>
              </a:ext>
            </a:extLst>
          </p:cNvPr>
          <p:cNvSpPr/>
          <p:nvPr/>
        </p:nvSpPr>
        <p:spPr>
          <a:xfrm>
            <a:off x="2652096" y="2854761"/>
            <a:ext cx="7563555" cy="1945004"/>
          </a:xfrm>
          <a:custGeom>
            <a:avLst/>
            <a:gdLst>
              <a:gd name="connsiteX0" fmla="*/ 0 w 7563555"/>
              <a:gd name="connsiteY0" fmla="*/ 1903159 h 1903159"/>
              <a:gd name="connsiteX1" fmla="*/ 1174044 w 7563555"/>
              <a:gd name="connsiteY1" fmla="*/ 345292 h 1903159"/>
              <a:gd name="connsiteX2" fmla="*/ 2201333 w 7563555"/>
              <a:gd name="connsiteY2" fmla="*/ 17914 h 1903159"/>
              <a:gd name="connsiteX3" fmla="*/ 2731911 w 7563555"/>
              <a:gd name="connsiteY3" fmla="*/ 40492 h 1903159"/>
              <a:gd name="connsiteX4" fmla="*/ 7563555 w 7563555"/>
              <a:gd name="connsiteY4" fmla="*/ 40492 h 1903159"/>
              <a:gd name="connsiteX0" fmla="*/ 0 w 7563555"/>
              <a:gd name="connsiteY0" fmla="*/ 1885992 h 1885992"/>
              <a:gd name="connsiteX1" fmla="*/ 1174044 w 7563555"/>
              <a:gd name="connsiteY1" fmla="*/ 328125 h 1885992"/>
              <a:gd name="connsiteX2" fmla="*/ 2201333 w 7563555"/>
              <a:gd name="connsiteY2" fmla="*/ 747 h 1885992"/>
              <a:gd name="connsiteX3" fmla="*/ 2731911 w 7563555"/>
              <a:gd name="connsiteY3" fmla="*/ 23325 h 1885992"/>
              <a:gd name="connsiteX4" fmla="*/ 7563555 w 7563555"/>
              <a:gd name="connsiteY4" fmla="*/ 23325 h 1885992"/>
              <a:gd name="connsiteX0" fmla="*/ 0 w 7563555"/>
              <a:gd name="connsiteY0" fmla="*/ 1918282 h 1918282"/>
              <a:gd name="connsiteX1" fmla="*/ 1174044 w 7563555"/>
              <a:gd name="connsiteY1" fmla="*/ 360415 h 1918282"/>
              <a:gd name="connsiteX2" fmla="*/ 2201333 w 7563555"/>
              <a:gd name="connsiteY2" fmla="*/ 33037 h 1918282"/>
              <a:gd name="connsiteX3" fmla="*/ 2731911 w 7563555"/>
              <a:gd name="connsiteY3" fmla="*/ 55615 h 1918282"/>
              <a:gd name="connsiteX4" fmla="*/ 7563555 w 7563555"/>
              <a:gd name="connsiteY4" fmla="*/ 55615 h 1918282"/>
              <a:gd name="connsiteX0" fmla="*/ 0 w 7563555"/>
              <a:gd name="connsiteY0" fmla="*/ 1928847 h 1928847"/>
              <a:gd name="connsiteX1" fmla="*/ 1174044 w 7563555"/>
              <a:gd name="connsiteY1" fmla="*/ 370980 h 1928847"/>
              <a:gd name="connsiteX2" fmla="*/ 2201333 w 7563555"/>
              <a:gd name="connsiteY2" fmla="*/ 43602 h 1928847"/>
              <a:gd name="connsiteX3" fmla="*/ 2731911 w 7563555"/>
              <a:gd name="connsiteY3" fmla="*/ 66180 h 1928847"/>
              <a:gd name="connsiteX4" fmla="*/ 7563555 w 7563555"/>
              <a:gd name="connsiteY4" fmla="*/ 66180 h 1928847"/>
              <a:gd name="connsiteX0" fmla="*/ 0 w 7563555"/>
              <a:gd name="connsiteY0" fmla="*/ 1908323 h 1908323"/>
              <a:gd name="connsiteX1" fmla="*/ 1174044 w 7563555"/>
              <a:gd name="connsiteY1" fmla="*/ 350456 h 1908323"/>
              <a:gd name="connsiteX2" fmla="*/ 2212622 w 7563555"/>
              <a:gd name="connsiteY2" fmla="*/ 500 h 1908323"/>
              <a:gd name="connsiteX3" fmla="*/ 2731911 w 7563555"/>
              <a:gd name="connsiteY3" fmla="*/ 45656 h 1908323"/>
              <a:gd name="connsiteX4" fmla="*/ 7563555 w 7563555"/>
              <a:gd name="connsiteY4" fmla="*/ 45656 h 1908323"/>
              <a:gd name="connsiteX0" fmla="*/ 0 w 7563555"/>
              <a:gd name="connsiteY0" fmla="*/ 1908323 h 1908323"/>
              <a:gd name="connsiteX1" fmla="*/ 1174044 w 7563555"/>
              <a:gd name="connsiteY1" fmla="*/ 350456 h 1908323"/>
              <a:gd name="connsiteX2" fmla="*/ 2212622 w 7563555"/>
              <a:gd name="connsiteY2" fmla="*/ 500 h 1908323"/>
              <a:gd name="connsiteX3" fmla="*/ 2731911 w 7563555"/>
              <a:gd name="connsiteY3" fmla="*/ 45656 h 1908323"/>
              <a:gd name="connsiteX4" fmla="*/ 7563555 w 7563555"/>
              <a:gd name="connsiteY4" fmla="*/ 45656 h 1908323"/>
              <a:gd name="connsiteX0" fmla="*/ 0 w 7563555"/>
              <a:gd name="connsiteY0" fmla="*/ 1922659 h 1922659"/>
              <a:gd name="connsiteX1" fmla="*/ 1174044 w 7563555"/>
              <a:gd name="connsiteY1" fmla="*/ 364792 h 1922659"/>
              <a:gd name="connsiteX2" fmla="*/ 2212622 w 7563555"/>
              <a:gd name="connsiteY2" fmla="*/ 14836 h 1922659"/>
              <a:gd name="connsiteX3" fmla="*/ 2935111 w 7563555"/>
              <a:gd name="connsiteY3" fmla="*/ 59992 h 1922659"/>
              <a:gd name="connsiteX4" fmla="*/ 7563555 w 7563555"/>
              <a:gd name="connsiteY4" fmla="*/ 59992 h 1922659"/>
              <a:gd name="connsiteX0" fmla="*/ 0 w 7563555"/>
              <a:gd name="connsiteY0" fmla="*/ 1919142 h 1919142"/>
              <a:gd name="connsiteX1" fmla="*/ 1174044 w 7563555"/>
              <a:gd name="connsiteY1" fmla="*/ 361275 h 1919142"/>
              <a:gd name="connsiteX2" fmla="*/ 2212622 w 7563555"/>
              <a:gd name="connsiteY2" fmla="*/ 11319 h 1919142"/>
              <a:gd name="connsiteX3" fmla="*/ 2698044 w 7563555"/>
              <a:gd name="connsiteY3" fmla="*/ 79053 h 1919142"/>
              <a:gd name="connsiteX4" fmla="*/ 7563555 w 7563555"/>
              <a:gd name="connsiteY4" fmla="*/ 56475 h 1919142"/>
              <a:gd name="connsiteX0" fmla="*/ 0 w 7563555"/>
              <a:gd name="connsiteY0" fmla="*/ 1911953 h 1911953"/>
              <a:gd name="connsiteX1" fmla="*/ 1174044 w 7563555"/>
              <a:gd name="connsiteY1" fmla="*/ 354086 h 1911953"/>
              <a:gd name="connsiteX2" fmla="*/ 2212622 w 7563555"/>
              <a:gd name="connsiteY2" fmla="*/ 4130 h 1911953"/>
              <a:gd name="connsiteX3" fmla="*/ 2698044 w 7563555"/>
              <a:gd name="connsiteY3" fmla="*/ 71864 h 1911953"/>
              <a:gd name="connsiteX4" fmla="*/ 7563555 w 7563555"/>
              <a:gd name="connsiteY4" fmla="*/ 49286 h 1911953"/>
              <a:gd name="connsiteX0" fmla="*/ 0 w 7563555"/>
              <a:gd name="connsiteY0" fmla="*/ 1909273 h 1909273"/>
              <a:gd name="connsiteX1" fmla="*/ 1174044 w 7563555"/>
              <a:gd name="connsiteY1" fmla="*/ 351406 h 1909273"/>
              <a:gd name="connsiteX2" fmla="*/ 2212622 w 7563555"/>
              <a:gd name="connsiteY2" fmla="*/ 1450 h 1909273"/>
              <a:gd name="connsiteX3" fmla="*/ 2698044 w 7563555"/>
              <a:gd name="connsiteY3" fmla="*/ 69184 h 1909273"/>
              <a:gd name="connsiteX4" fmla="*/ 7563555 w 7563555"/>
              <a:gd name="connsiteY4" fmla="*/ 46606 h 1909273"/>
              <a:gd name="connsiteX0" fmla="*/ 0 w 7563555"/>
              <a:gd name="connsiteY0" fmla="*/ 1919141 h 1919141"/>
              <a:gd name="connsiteX1" fmla="*/ 1174044 w 7563555"/>
              <a:gd name="connsiteY1" fmla="*/ 361274 h 1919141"/>
              <a:gd name="connsiteX2" fmla="*/ 2212622 w 7563555"/>
              <a:gd name="connsiteY2" fmla="*/ 11318 h 1919141"/>
              <a:gd name="connsiteX3" fmla="*/ 2709333 w 7563555"/>
              <a:gd name="connsiteY3" fmla="*/ 79052 h 1919141"/>
              <a:gd name="connsiteX4" fmla="*/ 7563555 w 7563555"/>
              <a:gd name="connsiteY4" fmla="*/ 56474 h 1919141"/>
              <a:gd name="connsiteX0" fmla="*/ 0 w 7563555"/>
              <a:gd name="connsiteY0" fmla="*/ 1911953 h 1911953"/>
              <a:gd name="connsiteX1" fmla="*/ 1174044 w 7563555"/>
              <a:gd name="connsiteY1" fmla="*/ 354086 h 1911953"/>
              <a:gd name="connsiteX2" fmla="*/ 2212622 w 7563555"/>
              <a:gd name="connsiteY2" fmla="*/ 4130 h 1911953"/>
              <a:gd name="connsiteX3" fmla="*/ 2709333 w 7563555"/>
              <a:gd name="connsiteY3" fmla="*/ 71864 h 1911953"/>
              <a:gd name="connsiteX4" fmla="*/ 7563555 w 7563555"/>
              <a:gd name="connsiteY4" fmla="*/ 49286 h 1911953"/>
              <a:gd name="connsiteX0" fmla="*/ 0 w 7563555"/>
              <a:gd name="connsiteY0" fmla="*/ 2156178 h 2156178"/>
              <a:gd name="connsiteX1" fmla="*/ 1174044 w 7563555"/>
              <a:gd name="connsiteY1" fmla="*/ 598311 h 2156178"/>
              <a:gd name="connsiteX2" fmla="*/ 2212622 w 7563555"/>
              <a:gd name="connsiteY2" fmla="*/ 248355 h 2156178"/>
              <a:gd name="connsiteX3" fmla="*/ 3465689 w 7563555"/>
              <a:gd name="connsiteY3" fmla="*/ 0 h 2156178"/>
              <a:gd name="connsiteX4" fmla="*/ 7563555 w 7563555"/>
              <a:gd name="connsiteY4" fmla="*/ 293511 h 2156178"/>
              <a:gd name="connsiteX0" fmla="*/ 0 w 7563555"/>
              <a:gd name="connsiteY0" fmla="*/ 1922660 h 1922660"/>
              <a:gd name="connsiteX1" fmla="*/ 1174044 w 7563555"/>
              <a:gd name="connsiteY1" fmla="*/ 364793 h 1922660"/>
              <a:gd name="connsiteX2" fmla="*/ 2212622 w 7563555"/>
              <a:gd name="connsiteY2" fmla="*/ 14837 h 1922660"/>
              <a:gd name="connsiteX3" fmla="*/ 2923822 w 7563555"/>
              <a:gd name="connsiteY3" fmla="*/ 59993 h 1922660"/>
              <a:gd name="connsiteX4" fmla="*/ 7563555 w 7563555"/>
              <a:gd name="connsiteY4" fmla="*/ 59993 h 1922660"/>
              <a:gd name="connsiteX0" fmla="*/ 0 w 7563555"/>
              <a:gd name="connsiteY0" fmla="*/ 1920780 h 1920780"/>
              <a:gd name="connsiteX1" fmla="*/ 1174044 w 7563555"/>
              <a:gd name="connsiteY1" fmla="*/ 362913 h 1920780"/>
              <a:gd name="connsiteX2" fmla="*/ 2212622 w 7563555"/>
              <a:gd name="connsiteY2" fmla="*/ 12957 h 1920780"/>
              <a:gd name="connsiteX3" fmla="*/ 2878667 w 7563555"/>
              <a:gd name="connsiteY3" fmla="*/ 69402 h 1920780"/>
              <a:gd name="connsiteX4" fmla="*/ 7563555 w 7563555"/>
              <a:gd name="connsiteY4" fmla="*/ 58113 h 1920780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12821 h 1912821"/>
              <a:gd name="connsiteX1" fmla="*/ 1174044 w 7563555"/>
              <a:gd name="connsiteY1" fmla="*/ 354954 h 1912821"/>
              <a:gd name="connsiteX2" fmla="*/ 2212622 w 7563555"/>
              <a:gd name="connsiteY2" fmla="*/ 4998 h 1912821"/>
              <a:gd name="connsiteX3" fmla="*/ 2878667 w 7563555"/>
              <a:gd name="connsiteY3" fmla="*/ 61443 h 1912821"/>
              <a:gd name="connsiteX4" fmla="*/ 7563555 w 7563555"/>
              <a:gd name="connsiteY4" fmla="*/ 50154 h 1912821"/>
              <a:gd name="connsiteX0" fmla="*/ 0 w 7563555"/>
              <a:gd name="connsiteY0" fmla="*/ 1916453 h 1916453"/>
              <a:gd name="connsiteX1" fmla="*/ 1174044 w 7563555"/>
              <a:gd name="connsiteY1" fmla="*/ 358586 h 1916453"/>
              <a:gd name="connsiteX2" fmla="*/ 2212622 w 7563555"/>
              <a:gd name="connsiteY2" fmla="*/ 8630 h 1916453"/>
              <a:gd name="connsiteX3" fmla="*/ 2878667 w 7563555"/>
              <a:gd name="connsiteY3" fmla="*/ 65075 h 1916453"/>
              <a:gd name="connsiteX4" fmla="*/ 7563555 w 7563555"/>
              <a:gd name="connsiteY4" fmla="*/ 53786 h 1916453"/>
              <a:gd name="connsiteX0" fmla="*/ 0 w 7563555"/>
              <a:gd name="connsiteY0" fmla="*/ 1912821 h 1912821"/>
              <a:gd name="connsiteX1" fmla="*/ 1174044 w 7563555"/>
              <a:gd name="connsiteY1" fmla="*/ 354954 h 1912821"/>
              <a:gd name="connsiteX2" fmla="*/ 2212622 w 7563555"/>
              <a:gd name="connsiteY2" fmla="*/ 4998 h 1912821"/>
              <a:gd name="connsiteX3" fmla="*/ 2878667 w 7563555"/>
              <a:gd name="connsiteY3" fmla="*/ 61443 h 1912821"/>
              <a:gd name="connsiteX4" fmla="*/ 7563555 w 7563555"/>
              <a:gd name="connsiteY4" fmla="*/ 50154 h 1912821"/>
              <a:gd name="connsiteX0" fmla="*/ 0 w 7563555"/>
              <a:gd name="connsiteY0" fmla="*/ 1932135 h 1932135"/>
              <a:gd name="connsiteX1" fmla="*/ 1140178 w 7563555"/>
              <a:gd name="connsiteY1" fmla="*/ 554890 h 1932135"/>
              <a:gd name="connsiteX2" fmla="*/ 2212622 w 7563555"/>
              <a:gd name="connsiteY2" fmla="*/ 24312 h 1932135"/>
              <a:gd name="connsiteX3" fmla="*/ 2878667 w 7563555"/>
              <a:gd name="connsiteY3" fmla="*/ 80757 h 1932135"/>
              <a:gd name="connsiteX4" fmla="*/ 7563555 w 7563555"/>
              <a:gd name="connsiteY4" fmla="*/ 69468 h 1932135"/>
              <a:gd name="connsiteX0" fmla="*/ 0 w 7563555"/>
              <a:gd name="connsiteY0" fmla="*/ 1932135 h 1932135"/>
              <a:gd name="connsiteX1" fmla="*/ 1140178 w 7563555"/>
              <a:gd name="connsiteY1" fmla="*/ 554890 h 1932135"/>
              <a:gd name="connsiteX2" fmla="*/ 2212622 w 7563555"/>
              <a:gd name="connsiteY2" fmla="*/ 24312 h 1932135"/>
              <a:gd name="connsiteX3" fmla="*/ 2878667 w 7563555"/>
              <a:gd name="connsiteY3" fmla="*/ 80757 h 1932135"/>
              <a:gd name="connsiteX4" fmla="*/ 7563555 w 7563555"/>
              <a:gd name="connsiteY4" fmla="*/ 69468 h 1932135"/>
              <a:gd name="connsiteX0" fmla="*/ 0 w 7563555"/>
              <a:gd name="connsiteY0" fmla="*/ 1919094 h 1919094"/>
              <a:gd name="connsiteX1" fmla="*/ 1140178 w 7563555"/>
              <a:gd name="connsiteY1" fmla="*/ 541849 h 1919094"/>
              <a:gd name="connsiteX2" fmla="*/ 2212622 w 7563555"/>
              <a:gd name="connsiteY2" fmla="*/ 11271 h 1919094"/>
              <a:gd name="connsiteX3" fmla="*/ 2878667 w 7563555"/>
              <a:gd name="connsiteY3" fmla="*/ 67716 h 1919094"/>
              <a:gd name="connsiteX4" fmla="*/ 7563555 w 7563555"/>
              <a:gd name="connsiteY4" fmla="*/ 56427 h 1919094"/>
              <a:gd name="connsiteX0" fmla="*/ 0 w 7563555"/>
              <a:gd name="connsiteY0" fmla="*/ 1951647 h 1951647"/>
              <a:gd name="connsiteX1" fmla="*/ 1140178 w 7563555"/>
              <a:gd name="connsiteY1" fmla="*/ 574402 h 1951647"/>
              <a:gd name="connsiteX2" fmla="*/ 2190044 w 7563555"/>
              <a:gd name="connsiteY2" fmla="*/ 9957 h 1951647"/>
              <a:gd name="connsiteX3" fmla="*/ 2878667 w 7563555"/>
              <a:gd name="connsiteY3" fmla="*/ 100269 h 1951647"/>
              <a:gd name="connsiteX4" fmla="*/ 7563555 w 7563555"/>
              <a:gd name="connsiteY4" fmla="*/ 88980 h 1951647"/>
              <a:gd name="connsiteX0" fmla="*/ 0 w 7563555"/>
              <a:gd name="connsiteY0" fmla="*/ 1951647 h 1951647"/>
              <a:gd name="connsiteX1" fmla="*/ 1140178 w 7563555"/>
              <a:gd name="connsiteY1" fmla="*/ 574402 h 1951647"/>
              <a:gd name="connsiteX2" fmla="*/ 2190044 w 7563555"/>
              <a:gd name="connsiteY2" fmla="*/ 9957 h 1951647"/>
              <a:gd name="connsiteX3" fmla="*/ 2878667 w 7563555"/>
              <a:gd name="connsiteY3" fmla="*/ 100269 h 1951647"/>
              <a:gd name="connsiteX4" fmla="*/ 7563555 w 7563555"/>
              <a:gd name="connsiteY4" fmla="*/ 88980 h 1951647"/>
              <a:gd name="connsiteX0" fmla="*/ 0 w 7563555"/>
              <a:gd name="connsiteY0" fmla="*/ 1945004 h 1945004"/>
              <a:gd name="connsiteX1" fmla="*/ 1140178 w 7563555"/>
              <a:gd name="connsiteY1" fmla="*/ 567759 h 1945004"/>
              <a:gd name="connsiteX2" fmla="*/ 2190044 w 7563555"/>
              <a:gd name="connsiteY2" fmla="*/ 3314 h 1945004"/>
              <a:gd name="connsiteX3" fmla="*/ 2878667 w 7563555"/>
              <a:gd name="connsiteY3" fmla="*/ 93626 h 1945004"/>
              <a:gd name="connsiteX4" fmla="*/ 7563555 w 7563555"/>
              <a:gd name="connsiteY4" fmla="*/ 82337 h 1945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63555" h="1945004">
                <a:moveTo>
                  <a:pt x="0" y="1945004"/>
                </a:moveTo>
                <a:cubicBezTo>
                  <a:pt x="403577" y="1323174"/>
                  <a:pt x="775171" y="891374"/>
                  <a:pt x="1140178" y="567759"/>
                </a:cubicBezTo>
                <a:cubicBezTo>
                  <a:pt x="1505185" y="244144"/>
                  <a:pt x="1855141" y="25891"/>
                  <a:pt x="2190044" y="3314"/>
                </a:cubicBezTo>
                <a:cubicBezTo>
                  <a:pt x="2524947" y="-19263"/>
                  <a:pt x="2603971" y="80456"/>
                  <a:pt x="2878667" y="93626"/>
                </a:cubicBezTo>
                <a:cubicBezTo>
                  <a:pt x="3153363" y="106796"/>
                  <a:pt x="6001926" y="86100"/>
                  <a:pt x="7563555" y="82337"/>
                </a:cubicBezTo>
              </a:path>
            </a:pathLst>
          </a:cu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3" name="阻尼0.6">
            <a:extLst>
              <a:ext uri="{FF2B5EF4-FFF2-40B4-BE49-F238E27FC236}">
                <a16:creationId xmlns:a16="http://schemas.microsoft.com/office/drawing/2014/main" id="{23F8EE69-7D95-2FBC-DAC0-1149A99A1B31}"/>
              </a:ext>
            </a:extLst>
          </p:cNvPr>
          <p:cNvSpPr/>
          <p:nvPr/>
        </p:nvSpPr>
        <p:spPr>
          <a:xfrm>
            <a:off x="2648045" y="2722701"/>
            <a:ext cx="7563555" cy="2097934"/>
          </a:xfrm>
          <a:custGeom>
            <a:avLst/>
            <a:gdLst>
              <a:gd name="connsiteX0" fmla="*/ 0 w 7563555"/>
              <a:gd name="connsiteY0" fmla="*/ 1903159 h 1903159"/>
              <a:gd name="connsiteX1" fmla="*/ 1174044 w 7563555"/>
              <a:gd name="connsiteY1" fmla="*/ 345292 h 1903159"/>
              <a:gd name="connsiteX2" fmla="*/ 2201333 w 7563555"/>
              <a:gd name="connsiteY2" fmla="*/ 17914 h 1903159"/>
              <a:gd name="connsiteX3" fmla="*/ 2731911 w 7563555"/>
              <a:gd name="connsiteY3" fmla="*/ 40492 h 1903159"/>
              <a:gd name="connsiteX4" fmla="*/ 7563555 w 7563555"/>
              <a:gd name="connsiteY4" fmla="*/ 40492 h 1903159"/>
              <a:gd name="connsiteX0" fmla="*/ 0 w 7563555"/>
              <a:gd name="connsiteY0" fmla="*/ 1885992 h 1885992"/>
              <a:gd name="connsiteX1" fmla="*/ 1174044 w 7563555"/>
              <a:gd name="connsiteY1" fmla="*/ 328125 h 1885992"/>
              <a:gd name="connsiteX2" fmla="*/ 2201333 w 7563555"/>
              <a:gd name="connsiteY2" fmla="*/ 747 h 1885992"/>
              <a:gd name="connsiteX3" fmla="*/ 2731911 w 7563555"/>
              <a:gd name="connsiteY3" fmla="*/ 23325 h 1885992"/>
              <a:gd name="connsiteX4" fmla="*/ 7563555 w 7563555"/>
              <a:gd name="connsiteY4" fmla="*/ 23325 h 1885992"/>
              <a:gd name="connsiteX0" fmla="*/ 0 w 7563555"/>
              <a:gd name="connsiteY0" fmla="*/ 1918282 h 1918282"/>
              <a:gd name="connsiteX1" fmla="*/ 1174044 w 7563555"/>
              <a:gd name="connsiteY1" fmla="*/ 360415 h 1918282"/>
              <a:gd name="connsiteX2" fmla="*/ 2201333 w 7563555"/>
              <a:gd name="connsiteY2" fmla="*/ 33037 h 1918282"/>
              <a:gd name="connsiteX3" fmla="*/ 2731911 w 7563555"/>
              <a:gd name="connsiteY3" fmla="*/ 55615 h 1918282"/>
              <a:gd name="connsiteX4" fmla="*/ 7563555 w 7563555"/>
              <a:gd name="connsiteY4" fmla="*/ 55615 h 1918282"/>
              <a:gd name="connsiteX0" fmla="*/ 0 w 7563555"/>
              <a:gd name="connsiteY0" fmla="*/ 1928847 h 1928847"/>
              <a:gd name="connsiteX1" fmla="*/ 1174044 w 7563555"/>
              <a:gd name="connsiteY1" fmla="*/ 370980 h 1928847"/>
              <a:gd name="connsiteX2" fmla="*/ 2201333 w 7563555"/>
              <a:gd name="connsiteY2" fmla="*/ 43602 h 1928847"/>
              <a:gd name="connsiteX3" fmla="*/ 2731911 w 7563555"/>
              <a:gd name="connsiteY3" fmla="*/ 66180 h 1928847"/>
              <a:gd name="connsiteX4" fmla="*/ 7563555 w 7563555"/>
              <a:gd name="connsiteY4" fmla="*/ 66180 h 1928847"/>
              <a:gd name="connsiteX0" fmla="*/ 0 w 7563555"/>
              <a:gd name="connsiteY0" fmla="*/ 1908323 h 1908323"/>
              <a:gd name="connsiteX1" fmla="*/ 1174044 w 7563555"/>
              <a:gd name="connsiteY1" fmla="*/ 350456 h 1908323"/>
              <a:gd name="connsiteX2" fmla="*/ 2212622 w 7563555"/>
              <a:gd name="connsiteY2" fmla="*/ 500 h 1908323"/>
              <a:gd name="connsiteX3" fmla="*/ 2731911 w 7563555"/>
              <a:gd name="connsiteY3" fmla="*/ 45656 h 1908323"/>
              <a:gd name="connsiteX4" fmla="*/ 7563555 w 7563555"/>
              <a:gd name="connsiteY4" fmla="*/ 45656 h 1908323"/>
              <a:gd name="connsiteX0" fmla="*/ 0 w 7563555"/>
              <a:gd name="connsiteY0" fmla="*/ 1908323 h 1908323"/>
              <a:gd name="connsiteX1" fmla="*/ 1174044 w 7563555"/>
              <a:gd name="connsiteY1" fmla="*/ 350456 h 1908323"/>
              <a:gd name="connsiteX2" fmla="*/ 2212622 w 7563555"/>
              <a:gd name="connsiteY2" fmla="*/ 500 h 1908323"/>
              <a:gd name="connsiteX3" fmla="*/ 2731911 w 7563555"/>
              <a:gd name="connsiteY3" fmla="*/ 45656 h 1908323"/>
              <a:gd name="connsiteX4" fmla="*/ 7563555 w 7563555"/>
              <a:gd name="connsiteY4" fmla="*/ 45656 h 1908323"/>
              <a:gd name="connsiteX0" fmla="*/ 0 w 7563555"/>
              <a:gd name="connsiteY0" fmla="*/ 1922659 h 1922659"/>
              <a:gd name="connsiteX1" fmla="*/ 1174044 w 7563555"/>
              <a:gd name="connsiteY1" fmla="*/ 364792 h 1922659"/>
              <a:gd name="connsiteX2" fmla="*/ 2212622 w 7563555"/>
              <a:gd name="connsiteY2" fmla="*/ 14836 h 1922659"/>
              <a:gd name="connsiteX3" fmla="*/ 2935111 w 7563555"/>
              <a:gd name="connsiteY3" fmla="*/ 59992 h 1922659"/>
              <a:gd name="connsiteX4" fmla="*/ 7563555 w 7563555"/>
              <a:gd name="connsiteY4" fmla="*/ 59992 h 1922659"/>
              <a:gd name="connsiteX0" fmla="*/ 0 w 7563555"/>
              <a:gd name="connsiteY0" fmla="*/ 1919142 h 1919142"/>
              <a:gd name="connsiteX1" fmla="*/ 1174044 w 7563555"/>
              <a:gd name="connsiteY1" fmla="*/ 361275 h 1919142"/>
              <a:gd name="connsiteX2" fmla="*/ 2212622 w 7563555"/>
              <a:gd name="connsiteY2" fmla="*/ 11319 h 1919142"/>
              <a:gd name="connsiteX3" fmla="*/ 2698044 w 7563555"/>
              <a:gd name="connsiteY3" fmla="*/ 79053 h 1919142"/>
              <a:gd name="connsiteX4" fmla="*/ 7563555 w 7563555"/>
              <a:gd name="connsiteY4" fmla="*/ 56475 h 1919142"/>
              <a:gd name="connsiteX0" fmla="*/ 0 w 7563555"/>
              <a:gd name="connsiteY0" fmla="*/ 1911953 h 1911953"/>
              <a:gd name="connsiteX1" fmla="*/ 1174044 w 7563555"/>
              <a:gd name="connsiteY1" fmla="*/ 354086 h 1911953"/>
              <a:gd name="connsiteX2" fmla="*/ 2212622 w 7563555"/>
              <a:gd name="connsiteY2" fmla="*/ 4130 h 1911953"/>
              <a:gd name="connsiteX3" fmla="*/ 2698044 w 7563555"/>
              <a:gd name="connsiteY3" fmla="*/ 71864 h 1911953"/>
              <a:gd name="connsiteX4" fmla="*/ 7563555 w 7563555"/>
              <a:gd name="connsiteY4" fmla="*/ 49286 h 1911953"/>
              <a:gd name="connsiteX0" fmla="*/ 0 w 7563555"/>
              <a:gd name="connsiteY0" fmla="*/ 1909273 h 1909273"/>
              <a:gd name="connsiteX1" fmla="*/ 1174044 w 7563555"/>
              <a:gd name="connsiteY1" fmla="*/ 351406 h 1909273"/>
              <a:gd name="connsiteX2" fmla="*/ 2212622 w 7563555"/>
              <a:gd name="connsiteY2" fmla="*/ 1450 h 1909273"/>
              <a:gd name="connsiteX3" fmla="*/ 2698044 w 7563555"/>
              <a:gd name="connsiteY3" fmla="*/ 69184 h 1909273"/>
              <a:gd name="connsiteX4" fmla="*/ 7563555 w 7563555"/>
              <a:gd name="connsiteY4" fmla="*/ 46606 h 1909273"/>
              <a:gd name="connsiteX0" fmla="*/ 0 w 7563555"/>
              <a:gd name="connsiteY0" fmla="*/ 1919141 h 1919141"/>
              <a:gd name="connsiteX1" fmla="*/ 1174044 w 7563555"/>
              <a:gd name="connsiteY1" fmla="*/ 361274 h 1919141"/>
              <a:gd name="connsiteX2" fmla="*/ 2212622 w 7563555"/>
              <a:gd name="connsiteY2" fmla="*/ 11318 h 1919141"/>
              <a:gd name="connsiteX3" fmla="*/ 2709333 w 7563555"/>
              <a:gd name="connsiteY3" fmla="*/ 79052 h 1919141"/>
              <a:gd name="connsiteX4" fmla="*/ 7563555 w 7563555"/>
              <a:gd name="connsiteY4" fmla="*/ 56474 h 1919141"/>
              <a:gd name="connsiteX0" fmla="*/ 0 w 7563555"/>
              <a:gd name="connsiteY0" fmla="*/ 1911953 h 1911953"/>
              <a:gd name="connsiteX1" fmla="*/ 1174044 w 7563555"/>
              <a:gd name="connsiteY1" fmla="*/ 354086 h 1911953"/>
              <a:gd name="connsiteX2" fmla="*/ 2212622 w 7563555"/>
              <a:gd name="connsiteY2" fmla="*/ 4130 h 1911953"/>
              <a:gd name="connsiteX3" fmla="*/ 2709333 w 7563555"/>
              <a:gd name="connsiteY3" fmla="*/ 71864 h 1911953"/>
              <a:gd name="connsiteX4" fmla="*/ 7563555 w 7563555"/>
              <a:gd name="connsiteY4" fmla="*/ 49286 h 1911953"/>
              <a:gd name="connsiteX0" fmla="*/ 0 w 7563555"/>
              <a:gd name="connsiteY0" fmla="*/ 2156178 h 2156178"/>
              <a:gd name="connsiteX1" fmla="*/ 1174044 w 7563555"/>
              <a:gd name="connsiteY1" fmla="*/ 598311 h 2156178"/>
              <a:gd name="connsiteX2" fmla="*/ 2212622 w 7563555"/>
              <a:gd name="connsiteY2" fmla="*/ 248355 h 2156178"/>
              <a:gd name="connsiteX3" fmla="*/ 3465689 w 7563555"/>
              <a:gd name="connsiteY3" fmla="*/ 0 h 2156178"/>
              <a:gd name="connsiteX4" fmla="*/ 7563555 w 7563555"/>
              <a:gd name="connsiteY4" fmla="*/ 293511 h 2156178"/>
              <a:gd name="connsiteX0" fmla="*/ 0 w 7563555"/>
              <a:gd name="connsiteY0" fmla="*/ 1922660 h 1922660"/>
              <a:gd name="connsiteX1" fmla="*/ 1174044 w 7563555"/>
              <a:gd name="connsiteY1" fmla="*/ 364793 h 1922660"/>
              <a:gd name="connsiteX2" fmla="*/ 2212622 w 7563555"/>
              <a:gd name="connsiteY2" fmla="*/ 14837 h 1922660"/>
              <a:gd name="connsiteX3" fmla="*/ 2923822 w 7563555"/>
              <a:gd name="connsiteY3" fmla="*/ 59993 h 1922660"/>
              <a:gd name="connsiteX4" fmla="*/ 7563555 w 7563555"/>
              <a:gd name="connsiteY4" fmla="*/ 59993 h 1922660"/>
              <a:gd name="connsiteX0" fmla="*/ 0 w 7563555"/>
              <a:gd name="connsiteY0" fmla="*/ 1920780 h 1920780"/>
              <a:gd name="connsiteX1" fmla="*/ 1174044 w 7563555"/>
              <a:gd name="connsiteY1" fmla="*/ 362913 h 1920780"/>
              <a:gd name="connsiteX2" fmla="*/ 2212622 w 7563555"/>
              <a:gd name="connsiteY2" fmla="*/ 12957 h 1920780"/>
              <a:gd name="connsiteX3" fmla="*/ 2878667 w 7563555"/>
              <a:gd name="connsiteY3" fmla="*/ 69402 h 1920780"/>
              <a:gd name="connsiteX4" fmla="*/ 7563555 w 7563555"/>
              <a:gd name="connsiteY4" fmla="*/ 58113 h 1920780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12821 h 1912821"/>
              <a:gd name="connsiteX1" fmla="*/ 1174044 w 7563555"/>
              <a:gd name="connsiteY1" fmla="*/ 354954 h 1912821"/>
              <a:gd name="connsiteX2" fmla="*/ 2212622 w 7563555"/>
              <a:gd name="connsiteY2" fmla="*/ 4998 h 1912821"/>
              <a:gd name="connsiteX3" fmla="*/ 2878667 w 7563555"/>
              <a:gd name="connsiteY3" fmla="*/ 61443 h 1912821"/>
              <a:gd name="connsiteX4" fmla="*/ 7563555 w 7563555"/>
              <a:gd name="connsiteY4" fmla="*/ 50154 h 1912821"/>
              <a:gd name="connsiteX0" fmla="*/ 0 w 7563555"/>
              <a:gd name="connsiteY0" fmla="*/ 1916453 h 1916453"/>
              <a:gd name="connsiteX1" fmla="*/ 1174044 w 7563555"/>
              <a:gd name="connsiteY1" fmla="*/ 358586 h 1916453"/>
              <a:gd name="connsiteX2" fmla="*/ 2212622 w 7563555"/>
              <a:gd name="connsiteY2" fmla="*/ 8630 h 1916453"/>
              <a:gd name="connsiteX3" fmla="*/ 2878667 w 7563555"/>
              <a:gd name="connsiteY3" fmla="*/ 65075 h 1916453"/>
              <a:gd name="connsiteX4" fmla="*/ 7563555 w 7563555"/>
              <a:gd name="connsiteY4" fmla="*/ 53786 h 1916453"/>
              <a:gd name="connsiteX0" fmla="*/ 0 w 7563555"/>
              <a:gd name="connsiteY0" fmla="*/ 1912821 h 1912821"/>
              <a:gd name="connsiteX1" fmla="*/ 1174044 w 7563555"/>
              <a:gd name="connsiteY1" fmla="*/ 354954 h 1912821"/>
              <a:gd name="connsiteX2" fmla="*/ 2212622 w 7563555"/>
              <a:gd name="connsiteY2" fmla="*/ 4998 h 1912821"/>
              <a:gd name="connsiteX3" fmla="*/ 2878667 w 7563555"/>
              <a:gd name="connsiteY3" fmla="*/ 61443 h 1912821"/>
              <a:gd name="connsiteX4" fmla="*/ 7563555 w 7563555"/>
              <a:gd name="connsiteY4" fmla="*/ 50154 h 1912821"/>
              <a:gd name="connsiteX0" fmla="*/ 0 w 7563555"/>
              <a:gd name="connsiteY0" fmla="*/ 2090577 h 2090577"/>
              <a:gd name="connsiteX1" fmla="*/ 1174044 w 7563555"/>
              <a:gd name="connsiteY1" fmla="*/ 532710 h 2090577"/>
              <a:gd name="connsiteX2" fmla="*/ 1952978 w 7563555"/>
              <a:gd name="connsiteY2" fmla="*/ 2131 h 2090577"/>
              <a:gd name="connsiteX3" fmla="*/ 2878667 w 7563555"/>
              <a:gd name="connsiteY3" fmla="*/ 239199 h 2090577"/>
              <a:gd name="connsiteX4" fmla="*/ 7563555 w 7563555"/>
              <a:gd name="connsiteY4" fmla="*/ 227910 h 2090577"/>
              <a:gd name="connsiteX0" fmla="*/ 0 w 7563555"/>
              <a:gd name="connsiteY0" fmla="*/ 2092590 h 2092590"/>
              <a:gd name="connsiteX1" fmla="*/ 1174044 w 7563555"/>
              <a:gd name="connsiteY1" fmla="*/ 534723 h 2092590"/>
              <a:gd name="connsiteX2" fmla="*/ 1952978 w 7563555"/>
              <a:gd name="connsiteY2" fmla="*/ 4144 h 2092590"/>
              <a:gd name="connsiteX3" fmla="*/ 2878667 w 7563555"/>
              <a:gd name="connsiteY3" fmla="*/ 241212 h 2092590"/>
              <a:gd name="connsiteX4" fmla="*/ 7563555 w 7563555"/>
              <a:gd name="connsiteY4" fmla="*/ 229923 h 2092590"/>
              <a:gd name="connsiteX0" fmla="*/ 0 w 7563555"/>
              <a:gd name="connsiteY0" fmla="*/ 2105717 h 2105717"/>
              <a:gd name="connsiteX1" fmla="*/ 1174044 w 7563555"/>
              <a:gd name="connsiteY1" fmla="*/ 547850 h 2105717"/>
              <a:gd name="connsiteX2" fmla="*/ 1952978 w 7563555"/>
              <a:gd name="connsiteY2" fmla="*/ 17271 h 2105717"/>
              <a:gd name="connsiteX3" fmla="*/ 3172178 w 7563555"/>
              <a:gd name="connsiteY3" fmla="*/ 209184 h 2105717"/>
              <a:gd name="connsiteX4" fmla="*/ 7563555 w 7563555"/>
              <a:gd name="connsiteY4" fmla="*/ 243050 h 2105717"/>
              <a:gd name="connsiteX0" fmla="*/ 0 w 7563555"/>
              <a:gd name="connsiteY0" fmla="*/ 2098211 h 2098211"/>
              <a:gd name="connsiteX1" fmla="*/ 1174044 w 7563555"/>
              <a:gd name="connsiteY1" fmla="*/ 540344 h 2098211"/>
              <a:gd name="connsiteX2" fmla="*/ 1952978 w 7563555"/>
              <a:gd name="connsiteY2" fmla="*/ 9765 h 2098211"/>
              <a:gd name="connsiteX3" fmla="*/ 3172178 w 7563555"/>
              <a:gd name="connsiteY3" fmla="*/ 201678 h 2098211"/>
              <a:gd name="connsiteX4" fmla="*/ 3526184 w 7563555"/>
              <a:gd name="connsiteY4" fmla="*/ 271118 h 2098211"/>
              <a:gd name="connsiteX5" fmla="*/ 7563555 w 7563555"/>
              <a:gd name="connsiteY5" fmla="*/ 235544 h 2098211"/>
              <a:gd name="connsiteX0" fmla="*/ 0 w 7563555"/>
              <a:gd name="connsiteY0" fmla="*/ 2097934 h 2097934"/>
              <a:gd name="connsiteX1" fmla="*/ 1174044 w 7563555"/>
              <a:gd name="connsiteY1" fmla="*/ 540067 h 2097934"/>
              <a:gd name="connsiteX2" fmla="*/ 1952978 w 7563555"/>
              <a:gd name="connsiteY2" fmla="*/ 9488 h 2097934"/>
              <a:gd name="connsiteX3" fmla="*/ 3172178 w 7563555"/>
              <a:gd name="connsiteY3" fmla="*/ 201401 h 2097934"/>
              <a:gd name="connsiteX4" fmla="*/ 3989029 w 7563555"/>
              <a:gd name="connsiteY4" fmla="*/ 225685 h 2097934"/>
              <a:gd name="connsiteX5" fmla="*/ 7563555 w 7563555"/>
              <a:gd name="connsiteY5" fmla="*/ 235267 h 209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63555" h="2097934">
                <a:moveTo>
                  <a:pt x="0" y="2097934"/>
                </a:moveTo>
                <a:cubicBezTo>
                  <a:pt x="403577" y="1476104"/>
                  <a:pt x="848548" y="888141"/>
                  <a:pt x="1174044" y="540067"/>
                </a:cubicBezTo>
                <a:cubicBezTo>
                  <a:pt x="1499540" y="191993"/>
                  <a:pt x="1619956" y="65932"/>
                  <a:pt x="1952978" y="9488"/>
                </a:cubicBezTo>
                <a:cubicBezTo>
                  <a:pt x="2286000" y="-46956"/>
                  <a:pt x="2832836" y="165368"/>
                  <a:pt x="3172178" y="201401"/>
                </a:cubicBezTo>
                <a:cubicBezTo>
                  <a:pt x="3511520" y="237434"/>
                  <a:pt x="3257133" y="220041"/>
                  <a:pt x="3989029" y="225685"/>
                </a:cubicBezTo>
                <a:lnTo>
                  <a:pt x="7563555" y="235267"/>
                </a:lnTo>
              </a:path>
            </a:pathLst>
          </a:custGeom>
          <a:noFill/>
          <a:ln w="3175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4" name="阻尼0.4">
            <a:extLst>
              <a:ext uri="{FF2B5EF4-FFF2-40B4-BE49-F238E27FC236}">
                <a16:creationId xmlns:a16="http://schemas.microsoft.com/office/drawing/2014/main" id="{8B4A442A-D38E-E610-A0C3-0C2E0ACCC9AC}"/>
              </a:ext>
            </a:extLst>
          </p:cNvPr>
          <p:cNvSpPr/>
          <p:nvPr/>
        </p:nvSpPr>
        <p:spPr>
          <a:xfrm>
            <a:off x="2641656" y="2485633"/>
            <a:ext cx="7563555" cy="2326330"/>
          </a:xfrm>
          <a:custGeom>
            <a:avLst/>
            <a:gdLst>
              <a:gd name="connsiteX0" fmla="*/ 0 w 7563555"/>
              <a:gd name="connsiteY0" fmla="*/ 1903159 h 1903159"/>
              <a:gd name="connsiteX1" fmla="*/ 1174044 w 7563555"/>
              <a:gd name="connsiteY1" fmla="*/ 345292 h 1903159"/>
              <a:gd name="connsiteX2" fmla="*/ 2201333 w 7563555"/>
              <a:gd name="connsiteY2" fmla="*/ 17914 h 1903159"/>
              <a:gd name="connsiteX3" fmla="*/ 2731911 w 7563555"/>
              <a:gd name="connsiteY3" fmla="*/ 40492 h 1903159"/>
              <a:gd name="connsiteX4" fmla="*/ 7563555 w 7563555"/>
              <a:gd name="connsiteY4" fmla="*/ 40492 h 1903159"/>
              <a:gd name="connsiteX0" fmla="*/ 0 w 7563555"/>
              <a:gd name="connsiteY0" fmla="*/ 1885992 h 1885992"/>
              <a:gd name="connsiteX1" fmla="*/ 1174044 w 7563555"/>
              <a:gd name="connsiteY1" fmla="*/ 328125 h 1885992"/>
              <a:gd name="connsiteX2" fmla="*/ 2201333 w 7563555"/>
              <a:gd name="connsiteY2" fmla="*/ 747 h 1885992"/>
              <a:gd name="connsiteX3" fmla="*/ 2731911 w 7563555"/>
              <a:gd name="connsiteY3" fmla="*/ 23325 h 1885992"/>
              <a:gd name="connsiteX4" fmla="*/ 7563555 w 7563555"/>
              <a:gd name="connsiteY4" fmla="*/ 23325 h 1885992"/>
              <a:gd name="connsiteX0" fmla="*/ 0 w 7563555"/>
              <a:gd name="connsiteY0" fmla="*/ 1918282 h 1918282"/>
              <a:gd name="connsiteX1" fmla="*/ 1174044 w 7563555"/>
              <a:gd name="connsiteY1" fmla="*/ 360415 h 1918282"/>
              <a:gd name="connsiteX2" fmla="*/ 2201333 w 7563555"/>
              <a:gd name="connsiteY2" fmla="*/ 33037 h 1918282"/>
              <a:gd name="connsiteX3" fmla="*/ 2731911 w 7563555"/>
              <a:gd name="connsiteY3" fmla="*/ 55615 h 1918282"/>
              <a:gd name="connsiteX4" fmla="*/ 7563555 w 7563555"/>
              <a:gd name="connsiteY4" fmla="*/ 55615 h 1918282"/>
              <a:gd name="connsiteX0" fmla="*/ 0 w 7563555"/>
              <a:gd name="connsiteY0" fmla="*/ 1928847 h 1928847"/>
              <a:gd name="connsiteX1" fmla="*/ 1174044 w 7563555"/>
              <a:gd name="connsiteY1" fmla="*/ 370980 h 1928847"/>
              <a:gd name="connsiteX2" fmla="*/ 2201333 w 7563555"/>
              <a:gd name="connsiteY2" fmla="*/ 43602 h 1928847"/>
              <a:gd name="connsiteX3" fmla="*/ 2731911 w 7563555"/>
              <a:gd name="connsiteY3" fmla="*/ 66180 h 1928847"/>
              <a:gd name="connsiteX4" fmla="*/ 7563555 w 7563555"/>
              <a:gd name="connsiteY4" fmla="*/ 66180 h 1928847"/>
              <a:gd name="connsiteX0" fmla="*/ 0 w 7563555"/>
              <a:gd name="connsiteY0" fmla="*/ 1908323 h 1908323"/>
              <a:gd name="connsiteX1" fmla="*/ 1174044 w 7563555"/>
              <a:gd name="connsiteY1" fmla="*/ 350456 h 1908323"/>
              <a:gd name="connsiteX2" fmla="*/ 2212622 w 7563555"/>
              <a:gd name="connsiteY2" fmla="*/ 500 h 1908323"/>
              <a:gd name="connsiteX3" fmla="*/ 2731911 w 7563555"/>
              <a:gd name="connsiteY3" fmla="*/ 45656 h 1908323"/>
              <a:gd name="connsiteX4" fmla="*/ 7563555 w 7563555"/>
              <a:gd name="connsiteY4" fmla="*/ 45656 h 1908323"/>
              <a:gd name="connsiteX0" fmla="*/ 0 w 7563555"/>
              <a:gd name="connsiteY0" fmla="*/ 1908323 h 1908323"/>
              <a:gd name="connsiteX1" fmla="*/ 1174044 w 7563555"/>
              <a:gd name="connsiteY1" fmla="*/ 350456 h 1908323"/>
              <a:gd name="connsiteX2" fmla="*/ 2212622 w 7563555"/>
              <a:gd name="connsiteY2" fmla="*/ 500 h 1908323"/>
              <a:gd name="connsiteX3" fmla="*/ 2731911 w 7563555"/>
              <a:gd name="connsiteY3" fmla="*/ 45656 h 1908323"/>
              <a:gd name="connsiteX4" fmla="*/ 7563555 w 7563555"/>
              <a:gd name="connsiteY4" fmla="*/ 45656 h 1908323"/>
              <a:gd name="connsiteX0" fmla="*/ 0 w 7563555"/>
              <a:gd name="connsiteY0" fmla="*/ 1922659 h 1922659"/>
              <a:gd name="connsiteX1" fmla="*/ 1174044 w 7563555"/>
              <a:gd name="connsiteY1" fmla="*/ 364792 h 1922659"/>
              <a:gd name="connsiteX2" fmla="*/ 2212622 w 7563555"/>
              <a:gd name="connsiteY2" fmla="*/ 14836 h 1922659"/>
              <a:gd name="connsiteX3" fmla="*/ 2935111 w 7563555"/>
              <a:gd name="connsiteY3" fmla="*/ 59992 h 1922659"/>
              <a:gd name="connsiteX4" fmla="*/ 7563555 w 7563555"/>
              <a:gd name="connsiteY4" fmla="*/ 59992 h 1922659"/>
              <a:gd name="connsiteX0" fmla="*/ 0 w 7563555"/>
              <a:gd name="connsiteY0" fmla="*/ 1919142 h 1919142"/>
              <a:gd name="connsiteX1" fmla="*/ 1174044 w 7563555"/>
              <a:gd name="connsiteY1" fmla="*/ 361275 h 1919142"/>
              <a:gd name="connsiteX2" fmla="*/ 2212622 w 7563555"/>
              <a:gd name="connsiteY2" fmla="*/ 11319 h 1919142"/>
              <a:gd name="connsiteX3" fmla="*/ 2698044 w 7563555"/>
              <a:gd name="connsiteY3" fmla="*/ 79053 h 1919142"/>
              <a:gd name="connsiteX4" fmla="*/ 7563555 w 7563555"/>
              <a:gd name="connsiteY4" fmla="*/ 56475 h 1919142"/>
              <a:gd name="connsiteX0" fmla="*/ 0 w 7563555"/>
              <a:gd name="connsiteY0" fmla="*/ 1911953 h 1911953"/>
              <a:gd name="connsiteX1" fmla="*/ 1174044 w 7563555"/>
              <a:gd name="connsiteY1" fmla="*/ 354086 h 1911953"/>
              <a:gd name="connsiteX2" fmla="*/ 2212622 w 7563555"/>
              <a:gd name="connsiteY2" fmla="*/ 4130 h 1911953"/>
              <a:gd name="connsiteX3" fmla="*/ 2698044 w 7563555"/>
              <a:gd name="connsiteY3" fmla="*/ 71864 h 1911953"/>
              <a:gd name="connsiteX4" fmla="*/ 7563555 w 7563555"/>
              <a:gd name="connsiteY4" fmla="*/ 49286 h 1911953"/>
              <a:gd name="connsiteX0" fmla="*/ 0 w 7563555"/>
              <a:gd name="connsiteY0" fmla="*/ 1909273 h 1909273"/>
              <a:gd name="connsiteX1" fmla="*/ 1174044 w 7563555"/>
              <a:gd name="connsiteY1" fmla="*/ 351406 h 1909273"/>
              <a:gd name="connsiteX2" fmla="*/ 2212622 w 7563555"/>
              <a:gd name="connsiteY2" fmla="*/ 1450 h 1909273"/>
              <a:gd name="connsiteX3" fmla="*/ 2698044 w 7563555"/>
              <a:gd name="connsiteY3" fmla="*/ 69184 h 1909273"/>
              <a:gd name="connsiteX4" fmla="*/ 7563555 w 7563555"/>
              <a:gd name="connsiteY4" fmla="*/ 46606 h 1909273"/>
              <a:gd name="connsiteX0" fmla="*/ 0 w 7563555"/>
              <a:gd name="connsiteY0" fmla="*/ 1919141 h 1919141"/>
              <a:gd name="connsiteX1" fmla="*/ 1174044 w 7563555"/>
              <a:gd name="connsiteY1" fmla="*/ 361274 h 1919141"/>
              <a:gd name="connsiteX2" fmla="*/ 2212622 w 7563555"/>
              <a:gd name="connsiteY2" fmla="*/ 11318 h 1919141"/>
              <a:gd name="connsiteX3" fmla="*/ 2709333 w 7563555"/>
              <a:gd name="connsiteY3" fmla="*/ 79052 h 1919141"/>
              <a:gd name="connsiteX4" fmla="*/ 7563555 w 7563555"/>
              <a:gd name="connsiteY4" fmla="*/ 56474 h 1919141"/>
              <a:gd name="connsiteX0" fmla="*/ 0 w 7563555"/>
              <a:gd name="connsiteY0" fmla="*/ 1911953 h 1911953"/>
              <a:gd name="connsiteX1" fmla="*/ 1174044 w 7563555"/>
              <a:gd name="connsiteY1" fmla="*/ 354086 h 1911953"/>
              <a:gd name="connsiteX2" fmla="*/ 2212622 w 7563555"/>
              <a:gd name="connsiteY2" fmla="*/ 4130 h 1911953"/>
              <a:gd name="connsiteX3" fmla="*/ 2709333 w 7563555"/>
              <a:gd name="connsiteY3" fmla="*/ 71864 h 1911953"/>
              <a:gd name="connsiteX4" fmla="*/ 7563555 w 7563555"/>
              <a:gd name="connsiteY4" fmla="*/ 49286 h 1911953"/>
              <a:gd name="connsiteX0" fmla="*/ 0 w 7563555"/>
              <a:gd name="connsiteY0" fmla="*/ 2156178 h 2156178"/>
              <a:gd name="connsiteX1" fmla="*/ 1174044 w 7563555"/>
              <a:gd name="connsiteY1" fmla="*/ 598311 h 2156178"/>
              <a:gd name="connsiteX2" fmla="*/ 2212622 w 7563555"/>
              <a:gd name="connsiteY2" fmla="*/ 248355 h 2156178"/>
              <a:gd name="connsiteX3" fmla="*/ 3465689 w 7563555"/>
              <a:gd name="connsiteY3" fmla="*/ 0 h 2156178"/>
              <a:gd name="connsiteX4" fmla="*/ 7563555 w 7563555"/>
              <a:gd name="connsiteY4" fmla="*/ 293511 h 2156178"/>
              <a:gd name="connsiteX0" fmla="*/ 0 w 7563555"/>
              <a:gd name="connsiteY0" fmla="*/ 1922660 h 1922660"/>
              <a:gd name="connsiteX1" fmla="*/ 1174044 w 7563555"/>
              <a:gd name="connsiteY1" fmla="*/ 364793 h 1922660"/>
              <a:gd name="connsiteX2" fmla="*/ 2212622 w 7563555"/>
              <a:gd name="connsiteY2" fmla="*/ 14837 h 1922660"/>
              <a:gd name="connsiteX3" fmla="*/ 2923822 w 7563555"/>
              <a:gd name="connsiteY3" fmla="*/ 59993 h 1922660"/>
              <a:gd name="connsiteX4" fmla="*/ 7563555 w 7563555"/>
              <a:gd name="connsiteY4" fmla="*/ 59993 h 1922660"/>
              <a:gd name="connsiteX0" fmla="*/ 0 w 7563555"/>
              <a:gd name="connsiteY0" fmla="*/ 1920780 h 1920780"/>
              <a:gd name="connsiteX1" fmla="*/ 1174044 w 7563555"/>
              <a:gd name="connsiteY1" fmla="*/ 362913 h 1920780"/>
              <a:gd name="connsiteX2" fmla="*/ 2212622 w 7563555"/>
              <a:gd name="connsiteY2" fmla="*/ 12957 h 1920780"/>
              <a:gd name="connsiteX3" fmla="*/ 2878667 w 7563555"/>
              <a:gd name="connsiteY3" fmla="*/ 69402 h 1920780"/>
              <a:gd name="connsiteX4" fmla="*/ 7563555 w 7563555"/>
              <a:gd name="connsiteY4" fmla="*/ 58113 h 1920780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12821 h 1912821"/>
              <a:gd name="connsiteX1" fmla="*/ 1174044 w 7563555"/>
              <a:gd name="connsiteY1" fmla="*/ 354954 h 1912821"/>
              <a:gd name="connsiteX2" fmla="*/ 2212622 w 7563555"/>
              <a:gd name="connsiteY2" fmla="*/ 4998 h 1912821"/>
              <a:gd name="connsiteX3" fmla="*/ 2878667 w 7563555"/>
              <a:gd name="connsiteY3" fmla="*/ 61443 h 1912821"/>
              <a:gd name="connsiteX4" fmla="*/ 7563555 w 7563555"/>
              <a:gd name="connsiteY4" fmla="*/ 50154 h 1912821"/>
              <a:gd name="connsiteX0" fmla="*/ 0 w 7563555"/>
              <a:gd name="connsiteY0" fmla="*/ 1916453 h 1916453"/>
              <a:gd name="connsiteX1" fmla="*/ 1174044 w 7563555"/>
              <a:gd name="connsiteY1" fmla="*/ 358586 h 1916453"/>
              <a:gd name="connsiteX2" fmla="*/ 2212622 w 7563555"/>
              <a:gd name="connsiteY2" fmla="*/ 8630 h 1916453"/>
              <a:gd name="connsiteX3" fmla="*/ 2878667 w 7563555"/>
              <a:gd name="connsiteY3" fmla="*/ 65075 h 1916453"/>
              <a:gd name="connsiteX4" fmla="*/ 7563555 w 7563555"/>
              <a:gd name="connsiteY4" fmla="*/ 53786 h 1916453"/>
              <a:gd name="connsiteX0" fmla="*/ 0 w 7563555"/>
              <a:gd name="connsiteY0" fmla="*/ 1912821 h 1912821"/>
              <a:gd name="connsiteX1" fmla="*/ 1174044 w 7563555"/>
              <a:gd name="connsiteY1" fmla="*/ 354954 h 1912821"/>
              <a:gd name="connsiteX2" fmla="*/ 2212622 w 7563555"/>
              <a:gd name="connsiteY2" fmla="*/ 4998 h 1912821"/>
              <a:gd name="connsiteX3" fmla="*/ 2878667 w 7563555"/>
              <a:gd name="connsiteY3" fmla="*/ 61443 h 1912821"/>
              <a:gd name="connsiteX4" fmla="*/ 7563555 w 7563555"/>
              <a:gd name="connsiteY4" fmla="*/ 50154 h 1912821"/>
              <a:gd name="connsiteX0" fmla="*/ 0 w 7563555"/>
              <a:gd name="connsiteY0" fmla="*/ 2090577 h 2090577"/>
              <a:gd name="connsiteX1" fmla="*/ 1174044 w 7563555"/>
              <a:gd name="connsiteY1" fmla="*/ 532710 h 2090577"/>
              <a:gd name="connsiteX2" fmla="*/ 1952978 w 7563555"/>
              <a:gd name="connsiteY2" fmla="*/ 2131 h 2090577"/>
              <a:gd name="connsiteX3" fmla="*/ 2878667 w 7563555"/>
              <a:gd name="connsiteY3" fmla="*/ 239199 h 2090577"/>
              <a:gd name="connsiteX4" fmla="*/ 7563555 w 7563555"/>
              <a:gd name="connsiteY4" fmla="*/ 227910 h 2090577"/>
              <a:gd name="connsiteX0" fmla="*/ 0 w 7563555"/>
              <a:gd name="connsiteY0" fmla="*/ 2092590 h 2092590"/>
              <a:gd name="connsiteX1" fmla="*/ 1174044 w 7563555"/>
              <a:gd name="connsiteY1" fmla="*/ 534723 h 2092590"/>
              <a:gd name="connsiteX2" fmla="*/ 1952978 w 7563555"/>
              <a:gd name="connsiteY2" fmla="*/ 4144 h 2092590"/>
              <a:gd name="connsiteX3" fmla="*/ 2878667 w 7563555"/>
              <a:gd name="connsiteY3" fmla="*/ 241212 h 2092590"/>
              <a:gd name="connsiteX4" fmla="*/ 7563555 w 7563555"/>
              <a:gd name="connsiteY4" fmla="*/ 229923 h 2092590"/>
              <a:gd name="connsiteX0" fmla="*/ 0 w 7563555"/>
              <a:gd name="connsiteY0" fmla="*/ 2105717 h 2105717"/>
              <a:gd name="connsiteX1" fmla="*/ 1174044 w 7563555"/>
              <a:gd name="connsiteY1" fmla="*/ 547850 h 2105717"/>
              <a:gd name="connsiteX2" fmla="*/ 1952978 w 7563555"/>
              <a:gd name="connsiteY2" fmla="*/ 17271 h 2105717"/>
              <a:gd name="connsiteX3" fmla="*/ 3172178 w 7563555"/>
              <a:gd name="connsiteY3" fmla="*/ 209184 h 2105717"/>
              <a:gd name="connsiteX4" fmla="*/ 7563555 w 7563555"/>
              <a:gd name="connsiteY4" fmla="*/ 243050 h 2105717"/>
              <a:gd name="connsiteX0" fmla="*/ 0 w 7563555"/>
              <a:gd name="connsiteY0" fmla="*/ 2098211 h 2098211"/>
              <a:gd name="connsiteX1" fmla="*/ 1174044 w 7563555"/>
              <a:gd name="connsiteY1" fmla="*/ 540344 h 2098211"/>
              <a:gd name="connsiteX2" fmla="*/ 1952978 w 7563555"/>
              <a:gd name="connsiteY2" fmla="*/ 9765 h 2098211"/>
              <a:gd name="connsiteX3" fmla="*/ 3172178 w 7563555"/>
              <a:gd name="connsiteY3" fmla="*/ 201678 h 2098211"/>
              <a:gd name="connsiteX4" fmla="*/ 3526184 w 7563555"/>
              <a:gd name="connsiteY4" fmla="*/ 271118 h 2098211"/>
              <a:gd name="connsiteX5" fmla="*/ 7563555 w 7563555"/>
              <a:gd name="connsiteY5" fmla="*/ 235544 h 2098211"/>
              <a:gd name="connsiteX0" fmla="*/ 0 w 7563555"/>
              <a:gd name="connsiteY0" fmla="*/ 2097934 h 2097934"/>
              <a:gd name="connsiteX1" fmla="*/ 1174044 w 7563555"/>
              <a:gd name="connsiteY1" fmla="*/ 540067 h 2097934"/>
              <a:gd name="connsiteX2" fmla="*/ 1952978 w 7563555"/>
              <a:gd name="connsiteY2" fmla="*/ 9488 h 2097934"/>
              <a:gd name="connsiteX3" fmla="*/ 3172178 w 7563555"/>
              <a:gd name="connsiteY3" fmla="*/ 201401 h 2097934"/>
              <a:gd name="connsiteX4" fmla="*/ 3989029 w 7563555"/>
              <a:gd name="connsiteY4" fmla="*/ 225685 h 2097934"/>
              <a:gd name="connsiteX5" fmla="*/ 7563555 w 7563555"/>
              <a:gd name="connsiteY5" fmla="*/ 235267 h 2097934"/>
              <a:gd name="connsiteX0" fmla="*/ 0 w 7563555"/>
              <a:gd name="connsiteY0" fmla="*/ 2089903 h 2089903"/>
              <a:gd name="connsiteX1" fmla="*/ 1072444 w 7563555"/>
              <a:gd name="connsiteY1" fmla="*/ 272392 h 2089903"/>
              <a:gd name="connsiteX2" fmla="*/ 1952978 w 7563555"/>
              <a:gd name="connsiteY2" fmla="*/ 1457 h 2089903"/>
              <a:gd name="connsiteX3" fmla="*/ 3172178 w 7563555"/>
              <a:gd name="connsiteY3" fmla="*/ 193370 h 2089903"/>
              <a:gd name="connsiteX4" fmla="*/ 3989029 w 7563555"/>
              <a:gd name="connsiteY4" fmla="*/ 217654 h 2089903"/>
              <a:gd name="connsiteX5" fmla="*/ 7563555 w 7563555"/>
              <a:gd name="connsiteY5" fmla="*/ 227236 h 2089903"/>
              <a:gd name="connsiteX0" fmla="*/ 0 w 7563555"/>
              <a:gd name="connsiteY0" fmla="*/ 2303299 h 2303299"/>
              <a:gd name="connsiteX1" fmla="*/ 1072444 w 7563555"/>
              <a:gd name="connsiteY1" fmla="*/ 485788 h 2303299"/>
              <a:gd name="connsiteX2" fmla="*/ 2065867 w 7563555"/>
              <a:gd name="connsiteY2" fmla="*/ 364 h 2303299"/>
              <a:gd name="connsiteX3" fmla="*/ 3172178 w 7563555"/>
              <a:gd name="connsiteY3" fmla="*/ 406766 h 2303299"/>
              <a:gd name="connsiteX4" fmla="*/ 3989029 w 7563555"/>
              <a:gd name="connsiteY4" fmla="*/ 431050 h 2303299"/>
              <a:gd name="connsiteX5" fmla="*/ 7563555 w 7563555"/>
              <a:gd name="connsiteY5" fmla="*/ 440632 h 2303299"/>
              <a:gd name="connsiteX0" fmla="*/ 0 w 7563555"/>
              <a:gd name="connsiteY0" fmla="*/ 2306612 h 2306612"/>
              <a:gd name="connsiteX1" fmla="*/ 1072444 w 7563555"/>
              <a:gd name="connsiteY1" fmla="*/ 489101 h 2306612"/>
              <a:gd name="connsiteX2" fmla="*/ 2065867 w 7563555"/>
              <a:gd name="connsiteY2" fmla="*/ 3677 h 2306612"/>
              <a:gd name="connsiteX3" fmla="*/ 3285067 w 7563555"/>
              <a:gd name="connsiteY3" fmla="*/ 274613 h 2306612"/>
              <a:gd name="connsiteX4" fmla="*/ 3989029 w 7563555"/>
              <a:gd name="connsiteY4" fmla="*/ 434363 h 2306612"/>
              <a:gd name="connsiteX5" fmla="*/ 7563555 w 7563555"/>
              <a:gd name="connsiteY5" fmla="*/ 443945 h 2306612"/>
              <a:gd name="connsiteX0" fmla="*/ 0 w 7563555"/>
              <a:gd name="connsiteY0" fmla="*/ 2304201 h 2304201"/>
              <a:gd name="connsiteX1" fmla="*/ 1072444 w 7563555"/>
              <a:gd name="connsiteY1" fmla="*/ 486690 h 2304201"/>
              <a:gd name="connsiteX2" fmla="*/ 2065867 w 7563555"/>
              <a:gd name="connsiteY2" fmla="*/ 1266 h 2304201"/>
              <a:gd name="connsiteX3" fmla="*/ 3251201 w 7563555"/>
              <a:gd name="connsiteY3" fmla="*/ 577002 h 2304201"/>
              <a:gd name="connsiteX4" fmla="*/ 3989029 w 7563555"/>
              <a:gd name="connsiteY4" fmla="*/ 431952 h 2304201"/>
              <a:gd name="connsiteX5" fmla="*/ 7563555 w 7563555"/>
              <a:gd name="connsiteY5" fmla="*/ 441534 h 2304201"/>
              <a:gd name="connsiteX0" fmla="*/ 0 w 7563555"/>
              <a:gd name="connsiteY0" fmla="*/ 2304201 h 2304201"/>
              <a:gd name="connsiteX1" fmla="*/ 1072444 w 7563555"/>
              <a:gd name="connsiteY1" fmla="*/ 486690 h 2304201"/>
              <a:gd name="connsiteX2" fmla="*/ 2065867 w 7563555"/>
              <a:gd name="connsiteY2" fmla="*/ 1266 h 2304201"/>
              <a:gd name="connsiteX3" fmla="*/ 3251201 w 7563555"/>
              <a:gd name="connsiteY3" fmla="*/ 577002 h 2304201"/>
              <a:gd name="connsiteX4" fmla="*/ 3989029 w 7563555"/>
              <a:gd name="connsiteY4" fmla="*/ 431952 h 2304201"/>
              <a:gd name="connsiteX5" fmla="*/ 7563555 w 7563555"/>
              <a:gd name="connsiteY5" fmla="*/ 441534 h 2304201"/>
              <a:gd name="connsiteX0" fmla="*/ 0 w 7563555"/>
              <a:gd name="connsiteY0" fmla="*/ 2326297 h 2326297"/>
              <a:gd name="connsiteX1" fmla="*/ 1072444 w 7563555"/>
              <a:gd name="connsiteY1" fmla="*/ 508786 h 2326297"/>
              <a:gd name="connsiteX2" fmla="*/ 2065867 w 7563555"/>
              <a:gd name="connsiteY2" fmla="*/ 23362 h 2326297"/>
              <a:gd name="connsiteX3" fmla="*/ 3251201 w 7563555"/>
              <a:gd name="connsiteY3" fmla="*/ 599098 h 2326297"/>
              <a:gd name="connsiteX4" fmla="*/ 3989029 w 7563555"/>
              <a:gd name="connsiteY4" fmla="*/ 454048 h 2326297"/>
              <a:gd name="connsiteX5" fmla="*/ 7563555 w 7563555"/>
              <a:gd name="connsiteY5" fmla="*/ 463630 h 2326297"/>
              <a:gd name="connsiteX0" fmla="*/ 0 w 7563555"/>
              <a:gd name="connsiteY0" fmla="*/ 2303858 h 2303858"/>
              <a:gd name="connsiteX1" fmla="*/ 1140178 w 7563555"/>
              <a:gd name="connsiteY1" fmla="*/ 497636 h 2303858"/>
              <a:gd name="connsiteX2" fmla="*/ 2065867 w 7563555"/>
              <a:gd name="connsiteY2" fmla="*/ 923 h 2303858"/>
              <a:gd name="connsiteX3" fmla="*/ 3251201 w 7563555"/>
              <a:gd name="connsiteY3" fmla="*/ 576659 h 2303858"/>
              <a:gd name="connsiteX4" fmla="*/ 3989029 w 7563555"/>
              <a:gd name="connsiteY4" fmla="*/ 431609 h 2303858"/>
              <a:gd name="connsiteX5" fmla="*/ 7563555 w 7563555"/>
              <a:gd name="connsiteY5" fmla="*/ 441191 h 2303858"/>
              <a:gd name="connsiteX0" fmla="*/ 0 w 7563555"/>
              <a:gd name="connsiteY0" fmla="*/ 2305352 h 2305352"/>
              <a:gd name="connsiteX1" fmla="*/ 1140178 w 7563555"/>
              <a:gd name="connsiteY1" fmla="*/ 499130 h 2305352"/>
              <a:gd name="connsiteX2" fmla="*/ 2065867 w 7563555"/>
              <a:gd name="connsiteY2" fmla="*/ 2417 h 2305352"/>
              <a:gd name="connsiteX3" fmla="*/ 3251201 w 7563555"/>
              <a:gd name="connsiteY3" fmla="*/ 578153 h 2305352"/>
              <a:gd name="connsiteX4" fmla="*/ 3989029 w 7563555"/>
              <a:gd name="connsiteY4" fmla="*/ 433103 h 2305352"/>
              <a:gd name="connsiteX5" fmla="*/ 7563555 w 7563555"/>
              <a:gd name="connsiteY5" fmla="*/ 442685 h 2305352"/>
              <a:gd name="connsiteX0" fmla="*/ 0 w 7563555"/>
              <a:gd name="connsiteY0" fmla="*/ 2305352 h 2305352"/>
              <a:gd name="connsiteX1" fmla="*/ 1140178 w 7563555"/>
              <a:gd name="connsiteY1" fmla="*/ 499130 h 2305352"/>
              <a:gd name="connsiteX2" fmla="*/ 2065867 w 7563555"/>
              <a:gd name="connsiteY2" fmla="*/ 2417 h 2305352"/>
              <a:gd name="connsiteX3" fmla="*/ 3251201 w 7563555"/>
              <a:gd name="connsiteY3" fmla="*/ 578153 h 2305352"/>
              <a:gd name="connsiteX4" fmla="*/ 3989029 w 7563555"/>
              <a:gd name="connsiteY4" fmla="*/ 433103 h 2305352"/>
              <a:gd name="connsiteX5" fmla="*/ 7563555 w 7563555"/>
              <a:gd name="connsiteY5" fmla="*/ 442685 h 2305352"/>
              <a:gd name="connsiteX0" fmla="*/ 0 w 7563555"/>
              <a:gd name="connsiteY0" fmla="*/ 2305352 h 2305352"/>
              <a:gd name="connsiteX1" fmla="*/ 1140178 w 7563555"/>
              <a:gd name="connsiteY1" fmla="*/ 499130 h 2305352"/>
              <a:gd name="connsiteX2" fmla="*/ 2065867 w 7563555"/>
              <a:gd name="connsiteY2" fmla="*/ 2417 h 2305352"/>
              <a:gd name="connsiteX3" fmla="*/ 3251201 w 7563555"/>
              <a:gd name="connsiteY3" fmla="*/ 578153 h 2305352"/>
              <a:gd name="connsiteX4" fmla="*/ 3989029 w 7563555"/>
              <a:gd name="connsiteY4" fmla="*/ 433103 h 2305352"/>
              <a:gd name="connsiteX5" fmla="*/ 7563555 w 7563555"/>
              <a:gd name="connsiteY5" fmla="*/ 442685 h 2305352"/>
              <a:gd name="connsiteX0" fmla="*/ 0 w 7563555"/>
              <a:gd name="connsiteY0" fmla="*/ 2313430 h 2313430"/>
              <a:gd name="connsiteX1" fmla="*/ 1140178 w 7563555"/>
              <a:gd name="connsiteY1" fmla="*/ 507208 h 2313430"/>
              <a:gd name="connsiteX2" fmla="*/ 2065867 w 7563555"/>
              <a:gd name="connsiteY2" fmla="*/ 10495 h 2313430"/>
              <a:gd name="connsiteX3" fmla="*/ 3251201 w 7563555"/>
              <a:gd name="connsiteY3" fmla="*/ 586231 h 2313430"/>
              <a:gd name="connsiteX4" fmla="*/ 3989029 w 7563555"/>
              <a:gd name="connsiteY4" fmla="*/ 441181 h 2313430"/>
              <a:gd name="connsiteX5" fmla="*/ 7563555 w 7563555"/>
              <a:gd name="connsiteY5" fmla="*/ 450763 h 2313430"/>
              <a:gd name="connsiteX0" fmla="*/ 0 w 7563555"/>
              <a:gd name="connsiteY0" fmla="*/ 2326330 h 2326330"/>
              <a:gd name="connsiteX1" fmla="*/ 1140178 w 7563555"/>
              <a:gd name="connsiteY1" fmla="*/ 520108 h 2326330"/>
              <a:gd name="connsiteX2" fmla="*/ 2077156 w 7563555"/>
              <a:gd name="connsiteY2" fmla="*/ 817 h 2326330"/>
              <a:gd name="connsiteX3" fmla="*/ 3251201 w 7563555"/>
              <a:gd name="connsiteY3" fmla="*/ 599131 h 2326330"/>
              <a:gd name="connsiteX4" fmla="*/ 3989029 w 7563555"/>
              <a:gd name="connsiteY4" fmla="*/ 454081 h 2326330"/>
              <a:gd name="connsiteX5" fmla="*/ 7563555 w 7563555"/>
              <a:gd name="connsiteY5" fmla="*/ 463663 h 2326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63555" h="2326330">
                <a:moveTo>
                  <a:pt x="0" y="2326330"/>
                </a:moveTo>
                <a:cubicBezTo>
                  <a:pt x="403577" y="1704500"/>
                  <a:pt x="793985" y="907693"/>
                  <a:pt x="1140178" y="520108"/>
                </a:cubicBezTo>
                <a:cubicBezTo>
                  <a:pt x="1486371" y="132523"/>
                  <a:pt x="1725319" y="-12353"/>
                  <a:pt x="2077156" y="817"/>
                </a:cubicBezTo>
                <a:cubicBezTo>
                  <a:pt x="2428993" y="13987"/>
                  <a:pt x="2932556" y="523587"/>
                  <a:pt x="3251201" y="599131"/>
                </a:cubicBezTo>
                <a:cubicBezTo>
                  <a:pt x="3569847" y="674675"/>
                  <a:pt x="3697399" y="504881"/>
                  <a:pt x="3989029" y="454081"/>
                </a:cubicBezTo>
                <a:lnTo>
                  <a:pt x="7563555" y="463663"/>
                </a:lnTo>
              </a:path>
            </a:pathLst>
          </a:cu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" name="阻尼0.2">
            <a:extLst>
              <a:ext uri="{FF2B5EF4-FFF2-40B4-BE49-F238E27FC236}">
                <a16:creationId xmlns:a16="http://schemas.microsoft.com/office/drawing/2014/main" id="{68B64B5A-35CC-9A8E-1D53-289ABF205DA2}"/>
              </a:ext>
            </a:extLst>
          </p:cNvPr>
          <p:cNvSpPr/>
          <p:nvPr/>
        </p:nvSpPr>
        <p:spPr>
          <a:xfrm>
            <a:off x="2635268" y="1983979"/>
            <a:ext cx="7563555" cy="2836655"/>
          </a:xfrm>
          <a:custGeom>
            <a:avLst/>
            <a:gdLst>
              <a:gd name="connsiteX0" fmla="*/ 0 w 7563555"/>
              <a:gd name="connsiteY0" fmla="*/ 1903159 h 1903159"/>
              <a:gd name="connsiteX1" fmla="*/ 1174044 w 7563555"/>
              <a:gd name="connsiteY1" fmla="*/ 345292 h 1903159"/>
              <a:gd name="connsiteX2" fmla="*/ 2201333 w 7563555"/>
              <a:gd name="connsiteY2" fmla="*/ 17914 h 1903159"/>
              <a:gd name="connsiteX3" fmla="*/ 2731911 w 7563555"/>
              <a:gd name="connsiteY3" fmla="*/ 40492 h 1903159"/>
              <a:gd name="connsiteX4" fmla="*/ 7563555 w 7563555"/>
              <a:gd name="connsiteY4" fmla="*/ 40492 h 1903159"/>
              <a:gd name="connsiteX0" fmla="*/ 0 w 7563555"/>
              <a:gd name="connsiteY0" fmla="*/ 1885992 h 1885992"/>
              <a:gd name="connsiteX1" fmla="*/ 1174044 w 7563555"/>
              <a:gd name="connsiteY1" fmla="*/ 328125 h 1885992"/>
              <a:gd name="connsiteX2" fmla="*/ 2201333 w 7563555"/>
              <a:gd name="connsiteY2" fmla="*/ 747 h 1885992"/>
              <a:gd name="connsiteX3" fmla="*/ 2731911 w 7563555"/>
              <a:gd name="connsiteY3" fmla="*/ 23325 h 1885992"/>
              <a:gd name="connsiteX4" fmla="*/ 7563555 w 7563555"/>
              <a:gd name="connsiteY4" fmla="*/ 23325 h 1885992"/>
              <a:gd name="connsiteX0" fmla="*/ 0 w 7563555"/>
              <a:gd name="connsiteY0" fmla="*/ 1918282 h 1918282"/>
              <a:gd name="connsiteX1" fmla="*/ 1174044 w 7563555"/>
              <a:gd name="connsiteY1" fmla="*/ 360415 h 1918282"/>
              <a:gd name="connsiteX2" fmla="*/ 2201333 w 7563555"/>
              <a:gd name="connsiteY2" fmla="*/ 33037 h 1918282"/>
              <a:gd name="connsiteX3" fmla="*/ 2731911 w 7563555"/>
              <a:gd name="connsiteY3" fmla="*/ 55615 h 1918282"/>
              <a:gd name="connsiteX4" fmla="*/ 7563555 w 7563555"/>
              <a:gd name="connsiteY4" fmla="*/ 55615 h 1918282"/>
              <a:gd name="connsiteX0" fmla="*/ 0 w 7563555"/>
              <a:gd name="connsiteY0" fmla="*/ 1928847 h 1928847"/>
              <a:gd name="connsiteX1" fmla="*/ 1174044 w 7563555"/>
              <a:gd name="connsiteY1" fmla="*/ 370980 h 1928847"/>
              <a:gd name="connsiteX2" fmla="*/ 2201333 w 7563555"/>
              <a:gd name="connsiteY2" fmla="*/ 43602 h 1928847"/>
              <a:gd name="connsiteX3" fmla="*/ 2731911 w 7563555"/>
              <a:gd name="connsiteY3" fmla="*/ 66180 h 1928847"/>
              <a:gd name="connsiteX4" fmla="*/ 7563555 w 7563555"/>
              <a:gd name="connsiteY4" fmla="*/ 66180 h 1928847"/>
              <a:gd name="connsiteX0" fmla="*/ 0 w 7563555"/>
              <a:gd name="connsiteY0" fmla="*/ 1908323 h 1908323"/>
              <a:gd name="connsiteX1" fmla="*/ 1174044 w 7563555"/>
              <a:gd name="connsiteY1" fmla="*/ 350456 h 1908323"/>
              <a:gd name="connsiteX2" fmla="*/ 2212622 w 7563555"/>
              <a:gd name="connsiteY2" fmla="*/ 500 h 1908323"/>
              <a:gd name="connsiteX3" fmla="*/ 2731911 w 7563555"/>
              <a:gd name="connsiteY3" fmla="*/ 45656 h 1908323"/>
              <a:gd name="connsiteX4" fmla="*/ 7563555 w 7563555"/>
              <a:gd name="connsiteY4" fmla="*/ 45656 h 1908323"/>
              <a:gd name="connsiteX0" fmla="*/ 0 w 7563555"/>
              <a:gd name="connsiteY0" fmla="*/ 1908323 h 1908323"/>
              <a:gd name="connsiteX1" fmla="*/ 1174044 w 7563555"/>
              <a:gd name="connsiteY1" fmla="*/ 350456 h 1908323"/>
              <a:gd name="connsiteX2" fmla="*/ 2212622 w 7563555"/>
              <a:gd name="connsiteY2" fmla="*/ 500 h 1908323"/>
              <a:gd name="connsiteX3" fmla="*/ 2731911 w 7563555"/>
              <a:gd name="connsiteY3" fmla="*/ 45656 h 1908323"/>
              <a:gd name="connsiteX4" fmla="*/ 7563555 w 7563555"/>
              <a:gd name="connsiteY4" fmla="*/ 45656 h 1908323"/>
              <a:gd name="connsiteX0" fmla="*/ 0 w 7563555"/>
              <a:gd name="connsiteY0" fmla="*/ 1922659 h 1922659"/>
              <a:gd name="connsiteX1" fmla="*/ 1174044 w 7563555"/>
              <a:gd name="connsiteY1" fmla="*/ 364792 h 1922659"/>
              <a:gd name="connsiteX2" fmla="*/ 2212622 w 7563555"/>
              <a:gd name="connsiteY2" fmla="*/ 14836 h 1922659"/>
              <a:gd name="connsiteX3" fmla="*/ 2935111 w 7563555"/>
              <a:gd name="connsiteY3" fmla="*/ 59992 h 1922659"/>
              <a:gd name="connsiteX4" fmla="*/ 7563555 w 7563555"/>
              <a:gd name="connsiteY4" fmla="*/ 59992 h 1922659"/>
              <a:gd name="connsiteX0" fmla="*/ 0 w 7563555"/>
              <a:gd name="connsiteY0" fmla="*/ 1919142 h 1919142"/>
              <a:gd name="connsiteX1" fmla="*/ 1174044 w 7563555"/>
              <a:gd name="connsiteY1" fmla="*/ 361275 h 1919142"/>
              <a:gd name="connsiteX2" fmla="*/ 2212622 w 7563555"/>
              <a:gd name="connsiteY2" fmla="*/ 11319 h 1919142"/>
              <a:gd name="connsiteX3" fmla="*/ 2698044 w 7563555"/>
              <a:gd name="connsiteY3" fmla="*/ 79053 h 1919142"/>
              <a:gd name="connsiteX4" fmla="*/ 7563555 w 7563555"/>
              <a:gd name="connsiteY4" fmla="*/ 56475 h 1919142"/>
              <a:gd name="connsiteX0" fmla="*/ 0 w 7563555"/>
              <a:gd name="connsiteY0" fmla="*/ 1911953 h 1911953"/>
              <a:gd name="connsiteX1" fmla="*/ 1174044 w 7563555"/>
              <a:gd name="connsiteY1" fmla="*/ 354086 h 1911953"/>
              <a:gd name="connsiteX2" fmla="*/ 2212622 w 7563555"/>
              <a:gd name="connsiteY2" fmla="*/ 4130 h 1911953"/>
              <a:gd name="connsiteX3" fmla="*/ 2698044 w 7563555"/>
              <a:gd name="connsiteY3" fmla="*/ 71864 h 1911953"/>
              <a:gd name="connsiteX4" fmla="*/ 7563555 w 7563555"/>
              <a:gd name="connsiteY4" fmla="*/ 49286 h 1911953"/>
              <a:gd name="connsiteX0" fmla="*/ 0 w 7563555"/>
              <a:gd name="connsiteY0" fmla="*/ 1909273 h 1909273"/>
              <a:gd name="connsiteX1" fmla="*/ 1174044 w 7563555"/>
              <a:gd name="connsiteY1" fmla="*/ 351406 h 1909273"/>
              <a:gd name="connsiteX2" fmla="*/ 2212622 w 7563555"/>
              <a:gd name="connsiteY2" fmla="*/ 1450 h 1909273"/>
              <a:gd name="connsiteX3" fmla="*/ 2698044 w 7563555"/>
              <a:gd name="connsiteY3" fmla="*/ 69184 h 1909273"/>
              <a:gd name="connsiteX4" fmla="*/ 7563555 w 7563555"/>
              <a:gd name="connsiteY4" fmla="*/ 46606 h 1909273"/>
              <a:gd name="connsiteX0" fmla="*/ 0 w 7563555"/>
              <a:gd name="connsiteY0" fmla="*/ 1919141 h 1919141"/>
              <a:gd name="connsiteX1" fmla="*/ 1174044 w 7563555"/>
              <a:gd name="connsiteY1" fmla="*/ 361274 h 1919141"/>
              <a:gd name="connsiteX2" fmla="*/ 2212622 w 7563555"/>
              <a:gd name="connsiteY2" fmla="*/ 11318 h 1919141"/>
              <a:gd name="connsiteX3" fmla="*/ 2709333 w 7563555"/>
              <a:gd name="connsiteY3" fmla="*/ 79052 h 1919141"/>
              <a:gd name="connsiteX4" fmla="*/ 7563555 w 7563555"/>
              <a:gd name="connsiteY4" fmla="*/ 56474 h 1919141"/>
              <a:gd name="connsiteX0" fmla="*/ 0 w 7563555"/>
              <a:gd name="connsiteY0" fmla="*/ 1911953 h 1911953"/>
              <a:gd name="connsiteX1" fmla="*/ 1174044 w 7563555"/>
              <a:gd name="connsiteY1" fmla="*/ 354086 h 1911953"/>
              <a:gd name="connsiteX2" fmla="*/ 2212622 w 7563555"/>
              <a:gd name="connsiteY2" fmla="*/ 4130 h 1911953"/>
              <a:gd name="connsiteX3" fmla="*/ 2709333 w 7563555"/>
              <a:gd name="connsiteY3" fmla="*/ 71864 h 1911953"/>
              <a:gd name="connsiteX4" fmla="*/ 7563555 w 7563555"/>
              <a:gd name="connsiteY4" fmla="*/ 49286 h 1911953"/>
              <a:gd name="connsiteX0" fmla="*/ 0 w 7563555"/>
              <a:gd name="connsiteY0" fmla="*/ 2156178 h 2156178"/>
              <a:gd name="connsiteX1" fmla="*/ 1174044 w 7563555"/>
              <a:gd name="connsiteY1" fmla="*/ 598311 h 2156178"/>
              <a:gd name="connsiteX2" fmla="*/ 2212622 w 7563555"/>
              <a:gd name="connsiteY2" fmla="*/ 248355 h 2156178"/>
              <a:gd name="connsiteX3" fmla="*/ 3465689 w 7563555"/>
              <a:gd name="connsiteY3" fmla="*/ 0 h 2156178"/>
              <a:gd name="connsiteX4" fmla="*/ 7563555 w 7563555"/>
              <a:gd name="connsiteY4" fmla="*/ 293511 h 2156178"/>
              <a:gd name="connsiteX0" fmla="*/ 0 w 7563555"/>
              <a:gd name="connsiteY0" fmla="*/ 1922660 h 1922660"/>
              <a:gd name="connsiteX1" fmla="*/ 1174044 w 7563555"/>
              <a:gd name="connsiteY1" fmla="*/ 364793 h 1922660"/>
              <a:gd name="connsiteX2" fmla="*/ 2212622 w 7563555"/>
              <a:gd name="connsiteY2" fmla="*/ 14837 h 1922660"/>
              <a:gd name="connsiteX3" fmla="*/ 2923822 w 7563555"/>
              <a:gd name="connsiteY3" fmla="*/ 59993 h 1922660"/>
              <a:gd name="connsiteX4" fmla="*/ 7563555 w 7563555"/>
              <a:gd name="connsiteY4" fmla="*/ 59993 h 1922660"/>
              <a:gd name="connsiteX0" fmla="*/ 0 w 7563555"/>
              <a:gd name="connsiteY0" fmla="*/ 1920780 h 1920780"/>
              <a:gd name="connsiteX1" fmla="*/ 1174044 w 7563555"/>
              <a:gd name="connsiteY1" fmla="*/ 362913 h 1920780"/>
              <a:gd name="connsiteX2" fmla="*/ 2212622 w 7563555"/>
              <a:gd name="connsiteY2" fmla="*/ 12957 h 1920780"/>
              <a:gd name="connsiteX3" fmla="*/ 2878667 w 7563555"/>
              <a:gd name="connsiteY3" fmla="*/ 69402 h 1920780"/>
              <a:gd name="connsiteX4" fmla="*/ 7563555 w 7563555"/>
              <a:gd name="connsiteY4" fmla="*/ 58113 h 1920780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20462 h 1920462"/>
              <a:gd name="connsiteX1" fmla="*/ 1174044 w 7563555"/>
              <a:gd name="connsiteY1" fmla="*/ 362595 h 1920462"/>
              <a:gd name="connsiteX2" fmla="*/ 2212622 w 7563555"/>
              <a:gd name="connsiteY2" fmla="*/ 12639 h 1920462"/>
              <a:gd name="connsiteX3" fmla="*/ 2878667 w 7563555"/>
              <a:gd name="connsiteY3" fmla="*/ 69084 h 1920462"/>
              <a:gd name="connsiteX4" fmla="*/ 7563555 w 7563555"/>
              <a:gd name="connsiteY4" fmla="*/ 57795 h 1920462"/>
              <a:gd name="connsiteX0" fmla="*/ 0 w 7563555"/>
              <a:gd name="connsiteY0" fmla="*/ 1912821 h 1912821"/>
              <a:gd name="connsiteX1" fmla="*/ 1174044 w 7563555"/>
              <a:gd name="connsiteY1" fmla="*/ 354954 h 1912821"/>
              <a:gd name="connsiteX2" fmla="*/ 2212622 w 7563555"/>
              <a:gd name="connsiteY2" fmla="*/ 4998 h 1912821"/>
              <a:gd name="connsiteX3" fmla="*/ 2878667 w 7563555"/>
              <a:gd name="connsiteY3" fmla="*/ 61443 h 1912821"/>
              <a:gd name="connsiteX4" fmla="*/ 7563555 w 7563555"/>
              <a:gd name="connsiteY4" fmla="*/ 50154 h 1912821"/>
              <a:gd name="connsiteX0" fmla="*/ 0 w 7563555"/>
              <a:gd name="connsiteY0" fmla="*/ 1916453 h 1916453"/>
              <a:gd name="connsiteX1" fmla="*/ 1174044 w 7563555"/>
              <a:gd name="connsiteY1" fmla="*/ 358586 h 1916453"/>
              <a:gd name="connsiteX2" fmla="*/ 2212622 w 7563555"/>
              <a:gd name="connsiteY2" fmla="*/ 8630 h 1916453"/>
              <a:gd name="connsiteX3" fmla="*/ 2878667 w 7563555"/>
              <a:gd name="connsiteY3" fmla="*/ 65075 h 1916453"/>
              <a:gd name="connsiteX4" fmla="*/ 7563555 w 7563555"/>
              <a:gd name="connsiteY4" fmla="*/ 53786 h 1916453"/>
              <a:gd name="connsiteX0" fmla="*/ 0 w 7563555"/>
              <a:gd name="connsiteY0" fmla="*/ 1912821 h 1912821"/>
              <a:gd name="connsiteX1" fmla="*/ 1174044 w 7563555"/>
              <a:gd name="connsiteY1" fmla="*/ 354954 h 1912821"/>
              <a:gd name="connsiteX2" fmla="*/ 2212622 w 7563555"/>
              <a:gd name="connsiteY2" fmla="*/ 4998 h 1912821"/>
              <a:gd name="connsiteX3" fmla="*/ 2878667 w 7563555"/>
              <a:gd name="connsiteY3" fmla="*/ 61443 h 1912821"/>
              <a:gd name="connsiteX4" fmla="*/ 7563555 w 7563555"/>
              <a:gd name="connsiteY4" fmla="*/ 50154 h 1912821"/>
              <a:gd name="connsiteX0" fmla="*/ 0 w 7563555"/>
              <a:gd name="connsiteY0" fmla="*/ 2090577 h 2090577"/>
              <a:gd name="connsiteX1" fmla="*/ 1174044 w 7563555"/>
              <a:gd name="connsiteY1" fmla="*/ 532710 h 2090577"/>
              <a:gd name="connsiteX2" fmla="*/ 1952978 w 7563555"/>
              <a:gd name="connsiteY2" fmla="*/ 2131 h 2090577"/>
              <a:gd name="connsiteX3" fmla="*/ 2878667 w 7563555"/>
              <a:gd name="connsiteY3" fmla="*/ 239199 h 2090577"/>
              <a:gd name="connsiteX4" fmla="*/ 7563555 w 7563555"/>
              <a:gd name="connsiteY4" fmla="*/ 227910 h 2090577"/>
              <a:gd name="connsiteX0" fmla="*/ 0 w 7563555"/>
              <a:gd name="connsiteY0" fmla="*/ 2092590 h 2092590"/>
              <a:gd name="connsiteX1" fmla="*/ 1174044 w 7563555"/>
              <a:gd name="connsiteY1" fmla="*/ 534723 h 2092590"/>
              <a:gd name="connsiteX2" fmla="*/ 1952978 w 7563555"/>
              <a:gd name="connsiteY2" fmla="*/ 4144 h 2092590"/>
              <a:gd name="connsiteX3" fmla="*/ 2878667 w 7563555"/>
              <a:gd name="connsiteY3" fmla="*/ 241212 h 2092590"/>
              <a:gd name="connsiteX4" fmla="*/ 7563555 w 7563555"/>
              <a:gd name="connsiteY4" fmla="*/ 229923 h 2092590"/>
              <a:gd name="connsiteX0" fmla="*/ 0 w 7563555"/>
              <a:gd name="connsiteY0" fmla="*/ 2105717 h 2105717"/>
              <a:gd name="connsiteX1" fmla="*/ 1174044 w 7563555"/>
              <a:gd name="connsiteY1" fmla="*/ 547850 h 2105717"/>
              <a:gd name="connsiteX2" fmla="*/ 1952978 w 7563555"/>
              <a:gd name="connsiteY2" fmla="*/ 17271 h 2105717"/>
              <a:gd name="connsiteX3" fmla="*/ 3172178 w 7563555"/>
              <a:gd name="connsiteY3" fmla="*/ 209184 h 2105717"/>
              <a:gd name="connsiteX4" fmla="*/ 7563555 w 7563555"/>
              <a:gd name="connsiteY4" fmla="*/ 243050 h 2105717"/>
              <a:gd name="connsiteX0" fmla="*/ 0 w 7563555"/>
              <a:gd name="connsiteY0" fmla="*/ 2098211 h 2098211"/>
              <a:gd name="connsiteX1" fmla="*/ 1174044 w 7563555"/>
              <a:gd name="connsiteY1" fmla="*/ 540344 h 2098211"/>
              <a:gd name="connsiteX2" fmla="*/ 1952978 w 7563555"/>
              <a:gd name="connsiteY2" fmla="*/ 9765 h 2098211"/>
              <a:gd name="connsiteX3" fmla="*/ 3172178 w 7563555"/>
              <a:gd name="connsiteY3" fmla="*/ 201678 h 2098211"/>
              <a:gd name="connsiteX4" fmla="*/ 3526184 w 7563555"/>
              <a:gd name="connsiteY4" fmla="*/ 271118 h 2098211"/>
              <a:gd name="connsiteX5" fmla="*/ 7563555 w 7563555"/>
              <a:gd name="connsiteY5" fmla="*/ 235544 h 2098211"/>
              <a:gd name="connsiteX0" fmla="*/ 0 w 7563555"/>
              <a:gd name="connsiteY0" fmla="*/ 2097934 h 2097934"/>
              <a:gd name="connsiteX1" fmla="*/ 1174044 w 7563555"/>
              <a:gd name="connsiteY1" fmla="*/ 540067 h 2097934"/>
              <a:gd name="connsiteX2" fmla="*/ 1952978 w 7563555"/>
              <a:gd name="connsiteY2" fmla="*/ 9488 h 2097934"/>
              <a:gd name="connsiteX3" fmla="*/ 3172178 w 7563555"/>
              <a:gd name="connsiteY3" fmla="*/ 201401 h 2097934"/>
              <a:gd name="connsiteX4" fmla="*/ 3989029 w 7563555"/>
              <a:gd name="connsiteY4" fmla="*/ 225685 h 2097934"/>
              <a:gd name="connsiteX5" fmla="*/ 7563555 w 7563555"/>
              <a:gd name="connsiteY5" fmla="*/ 235267 h 2097934"/>
              <a:gd name="connsiteX0" fmla="*/ 0 w 7563555"/>
              <a:gd name="connsiteY0" fmla="*/ 2089903 h 2089903"/>
              <a:gd name="connsiteX1" fmla="*/ 1072444 w 7563555"/>
              <a:gd name="connsiteY1" fmla="*/ 272392 h 2089903"/>
              <a:gd name="connsiteX2" fmla="*/ 1952978 w 7563555"/>
              <a:gd name="connsiteY2" fmla="*/ 1457 h 2089903"/>
              <a:gd name="connsiteX3" fmla="*/ 3172178 w 7563555"/>
              <a:gd name="connsiteY3" fmla="*/ 193370 h 2089903"/>
              <a:gd name="connsiteX4" fmla="*/ 3989029 w 7563555"/>
              <a:gd name="connsiteY4" fmla="*/ 217654 h 2089903"/>
              <a:gd name="connsiteX5" fmla="*/ 7563555 w 7563555"/>
              <a:gd name="connsiteY5" fmla="*/ 227236 h 2089903"/>
              <a:gd name="connsiteX0" fmla="*/ 0 w 7563555"/>
              <a:gd name="connsiteY0" fmla="*/ 2303299 h 2303299"/>
              <a:gd name="connsiteX1" fmla="*/ 1072444 w 7563555"/>
              <a:gd name="connsiteY1" fmla="*/ 485788 h 2303299"/>
              <a:gd name="connsiteX2" fmla="*/ 2065867 w 7563555"/>
              <a:gd name="connsiteY2" fmla="*/ 364 h 2303299"/>
              <a:gd name="connsiteX3" fmla="*/ 3172178 w 7563555"/>
              <a:gd name="connsiteY3" fmla="*/ 406766 h 2303299"/>
              <a:gd name="connsiteX4" fmla="*/ 3989029 w 7563555"/>
              <a:gd name="connsiteY4" fmla="*/ 431050 h 2303299"/>
              <a:gd name="connsiteX5" fmla="*/ 7563555 w 7563555"/>
              <a:gd name="connsiteY5" fmla="*/ 440632 h 2303299"/>
              <a:gd name="connsiteX0" fmla="*/ 0 w 7563555"/>
              <a:gd name="connsiteY0" fmla="*/ 2306612 h 2306612"/>
              <a:gd name="connsiteX1" fmla="*/ 1072444 w 7563555"/>
              <a:gd name="connsiteY1" fmla="*/ 489101 h 2306612"/>
              <a:gd name="connsiteX2" fmla="*/ 2065867 w 7563555"/>
              <a:gd name="connsiteY2" fmla="*/ 3677 h 2306612"/>
              <a:gd name="connsiteX3" fmla="*/ 3285067 w 7563555"/>
              <a:gd name="connsiteY3" fmla="*/ 274613 h 2306612"/>
              <a:gd name="connsiteX4" fmla="*/ 3989029 w 7563555"/>
              <a:gd name="connsiteY4" fmla="*/ 434363 h 2306612"/>
              <a:gd name="connsiteX5" fmla="*/ 7563555 w 7563555"/>
              <a:gd name="connsiteY5" fmla="*/ 443945 h 2306612"/>
              <a:gd name="connsiteX0" fmla="*/ 0 w 7563555"/>
              <a:gd name="connsiteY0" fmla="*/ 2304201 h 2304201"/>
              <a:gd name="connsiteX1" fmla="*/ 1072444 w 7563555"/>
              <a:gd name="connsiteY1" fmla="*/ 486690 h 2304201"/>
              <a:gd name="connsiteX2" fmla="*/ 2065867 w 7563555"/>
              <a:gd name="connsiteY2" fmla="*/ 1266 h 2304201"/>
              <a:gd name="connsiteX3" fmla="*/ 3251201 w 7563555"/>
              <a:gd name="connsiteY3" fmla="*/ 577002 h 2304201"/>
              <a:gd name="connsiteX4" fmla="*/ 3989029 w 7563555"/>
              <a:gd name="connsiteY4" fmla="*/ 431952 h 2304201"/>
              <a:gd name="connsiteX5" fmla="*/ 7563555 w 7563555"/>
              <a:gd name="connsiteY5" fmla="*/ 441534 h 2304201"/>
              <a:gd name="connsiteX0" fmla="*/ 0 w 7563555"/>
              <a:gd name="connsiteY0" fmla="*/ 2304201 h 2304201"/>
              <a:gd name="connsiteX1" fmla="*/ 1072444 w 7563555"/>
              <a:gd name="connsiteY1" fmla="*/ 486690 h 2304201"/>
              <a:gd name="connsiteX2" fmla="*/ 2065867 w 7563555"/>
              <a:gd name="connsiteY2" fmla="*/ 1266 h 2304201"/>
              <a:gd name="connsiteX3" fmla="*/ 3251201 w 7563555"/>
              <a:gd name="connsiteY3" fmla="*/ 577002 h 2304201"/>
              <a:gd name="connsiteX4" fmla="*/ 3989029 w 7563555"/>
              <a:gd name="connsiteY4" fmla="*/ 431952 h 2304201"/>
              <a:gd name="connsiteX5" fmla="*/ 7563555 w 7563555"/>
              <a:gd name="connsiteY5" fmla="*/ 441534 h 2304201"/>
              <a:gd name="connsiteX0" fmla="*/ 0 w 7563555"/>
              <a:gd name="connsiteY0" fmla="*/ 2326297 h 2326297"/>
              <a:gd name="connsiteX1" fmla="*/ 1072444 w 7563555"/>
              <a:gd name="connsiteY1" fmla="*/ 508786 h 2326297"/>
              <a:gd name="connsiteX2" fmla="*/ 2065867 w 7563555"/>
              <a:gd name="connsiteY2" fmla="*/ 23362 h 2326297"/>
              <a:gd name="connsiteX3" fmla="*/ 3251201 w 7563555"/>
              <a:gd name="connsiteY3" fmla="*/ 599098 h 2326297"/>
              <a:gd name="connsiteX4" fmla="*/ 3989029 w 7563555"/>
              <a:gd name="connsiteY4" fmla="*/ 454048 h 2326297"/>
              <a:gd name="connsiteX5" fmla="*/ 7563555 w 7563555"/>
              <a:gd name="connsiteY5" fmla="*/ 463630 h 2326297"/>
              <a:gd name="connsiteX0" fmla="*/ 0 w 7563555"/>
              <a:gd name="connsiteY0" fmla="*/ 2303858 h 2303858"/>
              <a:gd name="connsiteX1" fmla="*/ 1140178 w 7563555"/>
              <a:gd name="connsiteY1" fmla="*/ 497636 h 2303858"/>
              <a:gd name="connsiteX2" fmla="*/ 2065867 w 7563555"/>
              <a:gd name="connsiteY2" fmla="*/ 923 h 2303858"/>
              <a:gd name="connsiteX3" fmla="*/ 3251201 w 7563555"/>
              <a:gd name="connsiteY3" fmla="*/ 576659 h 2303858"/>
              <a:gd name="connsiteX4" fmla="*/ 3989029 w 7563555"/>
              <a:gd name="connsiteY4" fmla="*/ 431609 h 2303858"/>
              <a:gd name="connsiteX5" fmla="*/ 7563555 w 7563555"/>
              <a:gd name="connsiteY5" fmla="*/ 441191 h 2303858"/>
              <a:gd name="connsiteX0" fmla="*/ 0 w 7563555"/>
              <a:gd name="connsiteY0" fmla="*/ 2305352 h 2305352"/>
              <a:gd name="connsiteX1" fmla="*/ 1140178 w 7563555"/>
              <a:gd name="connsiteY1" fmla="*/ 499130 h 2305352"/>
              <a:gd name="connsiteX2" fmla="*/ 2065867 w 7563555"/>
              <a:gd name="connsiteY2" fmla="*/ 2417 h 2305352"/>
              <a:gd name="connsiteX3" fmla="*/ 3251201 w 7563555"/>
              <a:gd name="connsiteY3" fmla="*/ 578153 h 2305352"/>
              <a:gd name="connsiteX4" fmla="*/ 3989029 w 7563555"/>
              <a:gd name="connsiteY4" fmla="*/ 433103 h 2305352"/>
              <a:gd name="connsiteX5" fmla="*/ 7563555 w 7563555"/>
              <a:gd name="connsiteY5" fmla="*/ 442685 h 2305352"/>
              <a:gd name="connsiteX0" fmla="*/ 0 w 7563555"/>
              <a:gd name="connsiteY0" fmla="*/ 2305352 h 2305352"/>
              <a:gd name="connsiteX1" fmla="*/ 1140178 w 7563555"/>
              <a:gd name="connsiteY1" fmla="*/ 499130 h 2305352"/>
              <a:gd name="connsiteX2" fmla="*/ 2065867 w 7563555"/>
              <a:gd name="connsiteY2" fmla="*/ 2417 h 2305352"/>
              <a:gd name="connsiteX3" fmla="*/ 3251201 w 7563555"/>
              <a:gd name="connsiteY3" fmla="*/ 578153 h 2305352"/>
              <a:gd name="connsiteX4" fmla="*/ 3989029 w 7563555"/>
              <a:gd name="connsiteY4" fmla="*/ 433103 h 2305352"/>
              <a:gd name="connsiteX5" fmla="*/ 7563555 w 7563555"/>
              <a:gd name="connsiteY5" fmla="*/ 442685 h 2305352"/>
              <a:gd name="connsiteX0" fmla="*/ 0 w 7563555"/>
              <a:gd name="connsiteY0" fmla="*/ 2305352 h 2305352"/>
              <a:gd name="connsiteX1" fmla="*/ 1140178 w 7563555"/>
              <a:gd name="connsiteY1" fmla="*/ 499130 h 2305352"/>
              <a:gd name="connsiteX2" fmla="*/ 2065867 w 7563555"/>
              <a:gd name="connsiteY2" fmla="*/ 2417 h 2305352"/>
              <a:gd name="connsiteX3" fmla="*/ 3251201 w 7563555"/>
              <a:gd name="connsiteY3" fmla="*/ 578153 h 2305352"/>
              <a:gd name="connsiteX4" fmla="*/ 3989029 w 7563555"/>
              <a:gd name="connsiteY4" fmla="*/ 433103 h 2305352"/>
              <a:gd name="connsiteX5" fmla="*/ 7563555 w 7563555"/>
              <a:gd name="connsiteY5" fmla="*/ 442685 h 2305352"/>
              <a:gd name="connsiteX0" fmla="*/ 0 w 7563555"/>
              <a:gd name="connsiteY0" fmla="*/ 2313430 h 2313430"/>
              <a:gd name="connsiteX1" fmla="*/ 1140178 w 7563555"/>
              <a:gd name="connsiteY1" fmla="*/ 507208 h 2313430"/>
              <a:gd name="connsiteX2" fmla="*/ 2065867 w 7563555"/>
              <a:gd name="connsiteY2" fmla="*/ 10495 h 2313430"/>
              <a:gd name="connsiteX3" fmla="*/ 3251201 w 7563555"/>
              <a:gd name="connsiteY3" fmla="*/ 586231 h 2313430"/>
              <a:gd name="connsiteX4" fmla="*/ 3989029 w 7563555"/>
              <a:gd name="connsiteY4" fmla="*/ 441181 h 2313430"/>
              <a:gd name="connsiteX5" fmla="*/ 7563555 w 7563555"/>
              <a:gd name="connsiteY5" fmla="*/ 450763 h 2313430"/>
              <a:gd name="connsiteX0" fmla="*/ 0 w 7563555"/>
              <a:gd name="connsiteY0" fmla="*/ 2326330 h 2326330"/>
              <a:gd name="connsiteX1" fmla="*/ 1140178 w 7563555"/>
              <a:gd name="connsiteY1" fmla="*/ 520108 h 2326330"/>
              <a:gd name="connsiteX2" fmla="*/ 2077156 w 7563555"/>
              <a:gd name="connsiteY2" fmla="*/ 817 h 2326330"/>
              <a:gd name="connsiteX3" fmla="*/ 3251201 w 7563555"/>
              <a:gd name="connsiteY3" fmla="*/ 599131 h 2326330"/>
              <a:gd name="connsiteX4" fmla="*/ 3989029 w 7563555"/>
              <a:gd name="connsiteY4" fmla="*/ 454081 h 2326330"/>
              <a:gd name="connsiteX5" fmla="*/ 7563555 w 7563555"/>
              <a:gd name="connsiteY5" fmla="*/ 463663 h 2326330"/>
              <a:gd name="connsiteX0" fmla="*/ 0 w 7563555"/>
              <a:gd name="connsiteY0" fmla="*/ 2719159 h 2719159"/>
              <a:gd name="connsiteX1" fmla="*/ 1196622 w 7563555"/>
              <a:gd name="connsiteY1" fmla="*/ 145293 h 2719159"/>
              <a:gd name="connsiteX2" fmla="*/ 2077156 w 7563555"/>
              <a:gd name="connsiteY2" fmla="*/ 393646 h 2719159"/>
              <a:gd name="connsiteX3" fmla="*/ 3251201 w 7563555"/>
              <a:gd name="connsiteY3" fmla="*/ 991960 h 2719159"/>
              <a:gd name="connsiteX4" fmla="*/ 3989029 w 7563555"/>
              <a:gd name="connsiteY4" fmla="*/ 846910 h 2719159"/>
              <a:gd name="connsiteX5" fmla="*/ 7563555 w 7563555"/>
              <a:gd name="connsiteY5" fmla="*/ 856492 h 2719159"/>
              <a:gd name="connsiteX0" fmla="*/ 0 w 7563555"/>
              <a:gd name="connsiteY0" fmla="*/ 2769784 h 2769784"/>
              <a:gd name="connsiteX1" fmla="*/ 1196622 w 7563555"/>
              <a:gd name="connsiteY1" fmla="*/ 195918 h 2769784"/>
              <a:gd name="connsiteX2" fmla="*/ 2246489 w 7563555"/>
              <a:gd name="connsiteY2" fmla="*/ 274937 h 2769784"/>
              <a:gd name="connsiteX3" fmla="*/ 3251201 w 7563555"/>
              <a:gd name="connsiteY3" fmla="*/ 1042585 h 2769784"/>
              <a:gd name="connsiteX4" fmla="*/ 3989029 w 7563555"/>
              <a:gd name="connsiteY4" fmla="*/ 897535 h 2769784"/>
              <a:gd name="connsiteX5" fmla="*/ 7563555 w 7563555"/>
              <a:gd name="connsiteY5" fmla="*/ 907117 h 2769784"/>
              <a:gd name="connsiteX0" fmla="*/ 0 w 7563555"/>
              <a:gd name="connsiteY0" fmla="*/ 2811952 h 2811952"/>
              <a:gd name="connsiteX1" fmla="*/ 1196622 w 7563555"/>
              <a:gd name="connsiteY1" fmla="*/ 238086 h 2811952"/>
              <a:gd name="connsiteX2" fmla="*/ 2246489 w 7563555"/>
              <a:gd name="connsiteY2" fmla="*/ 317105 h 2811952"/>
              <a:gd name="connsiteX3" fmla="*/ 3251201 w 7563555"/>
              <a:gd name="connsiteY3" fmla="*/ 1084753 h 2811952"/>
              <a:gd name="connsiteX4" fmla="*/ 3989029 w 7563555"/>
              <a:gd name="connsiteY4" fmla="*/ 939703 h 2811952"/>
              <a:gd name="connsiteX5" fmla="*/ 7563555 w 7563555"/>
              <a:gd name="connsiteY5" fmla="*/ 949285 h 2811952"/>
              <a:gd name="connsiteX0" fmla="*/ 0 w 7563555"/>
              <a:gd name="connsiteY0" fmla="*/ 2782273 h 2782273"/>
              <a:gd name="connsiteX1" fmla="*/ 1196622 w 7563555"/>
              <a:gd name="connsiteY1" fmla="*/ 208407 h 2782273"/>
              <a:gd name="connsiteX2" fmla="*/ 2246489 w 7563555"/>
              <a:gd name="connsiteY2" fmla="*/ 287426 h 2782273"/>
              <a:gd name="connsiteX3" fmla="*/ 3002845 w 7563555"/>
              <a:gd name="connsiteY3" fmla="*/ 1359874 h 2782273"/>
              <a:gd name="connsiteX4" fmla="*/ 3989029 w 7563555"/>
              <a:gd name="connsiteY4" fmla="*/ 910024 h 2782273"/>
              <a:gd name="connsiteX5" fmla="*/ 7563555 w 7563555"/>
              <a:gd name="connsiteY5" fmla="*/ 919606 h 2782273"/>
              <a:gd name="connsiteX0" fmla="*/ 0 w 7563555"/>
              <a:gd name="connsiteY0" fmla="*/ 2813636 h 2813636"/>
              <a:gd name="connsiteX1" fmla="*/ 1196622 w 7563555"/>
              <a:gd name="connsiteY1" fmla="*/ 239770 h 2813636"/>
              <a:gd name="connsiteX2" fmla="*/ 2246489 w 7563555"/>
              <a:gd name="connsiteY2" fmla="*/ 318789 h 2813636"/>
              <a:gd name="connsiteX3" fmla="*/ 3002845 w 7563555"/>
              <a:gd name="connsiteY3" fmla="*/ 1391237 h 2813636"/>
              <a:gd name="connsiteX4" fmla="*/ 3989029 w 7563555"/>
              <a:gd name="connsiteY4" fmla="*/ 941387 h 2813636"/>
              <a:gd name="connsiteX5" fmla="*/ 7563555 w 7563555"/>
              <a:gd name="connsiteY5" fmla="*/ 950969 h 2813636"/>
              <a:gd name="connsiteX0" fmla="*/ 0 w 7563555"/>
              <a:gd name="connsiteY0" fmla="*/ 2782273 h 2782273"/>
              <a:gd name="connsiteX1" fmla="*/ 1286933 w 7563555"/>
              <a:gd name="connsiteY1" fmla="*/ 208407 h 2782273"/>
              <a:gd name="connsiteX2" fmla="*/ 2246489 w 7563555"/>
              <a:gd name="connsiteY2" fmla="*/ 287426 h 2782273"/>
              <a:gd name="connsiteX3" fmla="*/ 3002845 w 7563555"/>
              <a:gd name="connsiteY3" fmla="*/ 1359874 h 2782273"/>
              <a:gd name="connsiteX4" fmla="*/ 3989029 w 7563555"/>
              <a:gd name="connsiteY4" fmla="*/ 910024 h 2782273"/>
              <a:gd name="connsiteX5" fmla="*/ 7563555 w 7563555"/>
              <a:gd name="connsiteY5" fmla="*/ 919606 h 2782273"/>
              <a:gd name="connsiteX0" fmla="*/ 0 w 7563555"/>
              <a:gd name="connsiteY0" fmla="*/ 2823982 h 2823982"/>
              <a:gd name="connsiteX1" fmla="*/ 1286933 w 7563555"/>
              <a:gd name="connsiteY1" fmla="*/ 250116 h 2823982"/>
              <a:gd name="connsiteX2" fmla="*/ 2246489 w 7563555"/>
              <a:gd name="connsiteY2" fmla="*/ 329135 h 2823982"/>
              <a:gd name="connsiteX3" fmla="*/ 3002845 w 7563555"/>
              <a:gd name="connsiteY3" fmla="*/ 1401583 h 2823982"/>
              <a:gd name="connsiteX4" fmla="*/ 3989029 w 7563555"/>
              <a:gd name="connsiteY4" fmla="*/ 951733 h 2823982"/>
              <a:gd name="connsiteX5" fmla="*/ 7563555 w 7563555"/>
              <a:gd name="connsiteY5" fmla="*/ 961315 h 2823982"/>
              <a:gd name="connsiteX0" fmla="*/ 0 w 7563555"/>
              <a:gd name="connsiteY0" fmla="*/ 2818857 h 2818857"/>
              <a:gd name="connsiteX1" fmla="*/ 1286933 w 7563555"/>
              <a:gd name="connsiteY1" fmla="*/ 244991 h 2818857"/>
              <a:gd name="connsiteX2" fmla="*/ 2302933 w 7563555"/>
              <a:gd name="connsiteY2" fmla="*/ 335299 h 2818857"/>
              <a:gd name="connsiteX3" fmla="*/ 3002845 w 7563555"/>
              <a:gd name="connsiteY3" fmla="*/ 1396458 h 2818857"/>
              <a:gd name="connsiteX4" fmla="*/ 3989029 w 7563555"/>
              <a:gd name="connsiteY4" fmla="*/ 946608 h 2818857"/>
              <a:gd name="connsiteX5" fmla="*/ 7563555 w 7563555"/>
              <a:gd name="connsiteY5" fmla="*/ 956190 h 2818857"/>
              <a:gd name="connsiteX0" fmla="*/ 0 w 7563555"/>
              <a:gd name="connsiteY0" fmla="*/ 2836655 h 2836655"/>
              <a:gd name="connsiteX1" fmla="*/ 1286933 w 7563555"/>
              <a:gd name="connsiteY1" fmla="*/ 262789 h 2836655"/>
              <a:gd name="connsiteX2" fmla="*/ 2302933 w 7563555"/>
              <a:gd name="connsiteY2" fmla="*/ 353097 h 2836655"/>
              <a:gd name="connsiteX3" fmla="*/ 3002845 w 7563555"/>
              <a:gd name="connsiteY3" fmla="*/ 1414256 h 2836655"/>
              <a:gd name="connsiteX4" fmla="*/ 3989029 w 7563555"/>
              <a:gd name="connsiteY4" fmla="*/ 964406 h 2836655"/>
              <a:gd name="connsiteX5" fmla="*/ 7563555 w 7563555"/>
              <a:gd name="connsiteY5" fmla="*/ 973988 h 2836655"/>
              <a:gd name="connsiteX0" fmla="*/ 0 w 7563555"/>
              <a:gd name="connsiteY0" fmla="*/ 2836655 h 2836655"/>
              <a:gd name="connsiteX1" fmla="*/ 1286933 w 7563555"/>
              <a:gd name="connsiteY1" fmla="*/ 262789 h 2836655"/>
              <a:gd name="connsiteX2" fmla="*/ 2302933 w 7563555"/>
              <a:gd name="connsiteY2" fmla="*/ 353097 h 2836655"/>
              <a:gd name="connsiteX3" fmla="*/ 3002845 w 7563555"/>
              <a:gd name="connsiteY3" fmla="*/ 1414256 h 2836655"/>
              <a:gd name="connsiteX4" fmla="*/ 3989029 w 7563555"/>
              <a:gd name="connsiteY4" fmla="*/ 964406 h 2836655"/>
              <a:gd name="connsiteX5" fmla="*/ 7563555 w 7563555"/>
              <a:gd name="connsiteY5" fmla="*/ 973988 h 2836655"/>
              <a:gd name="connsiteX0" fmla="*/ 0 w 7563555"/>
              <a:gd name="connsiteY0" fmla="*/ 2836655 h 2836655"/>
              <a:gd name="connsiteX1" fmla="*/ 1286933 w 7563555"/>
              <a:gd name="connsiteY1" fmla="*/ 262789 h 2836655"/>
              <a:gd name="connsiteX2" fmla="*/ 2302933 w 7563555"/>
              <a:gd name="connsiteY2" fmla="*/ 353097 h 2836655"/>
              <a:gd name="connsiteX3" fmla="*/ 3002845 w 7563555"/>
              <a:gd name="connsiteY3" fmla="*/ 1414256 h 2836655"/>
              <a:gd name="connsiteX4" fmla="*/ 3989029 w 7563555"/>
              <a:gd name="connsiteY4" fmla="*/ 964406 h 2836655"/>
              <a:gd name="connsiteX5" fmla="*/ 7563555 w 7563555"/>
              <a:gd name="connsiteY5" fmla="*/ 973988 h 2836655"/>
              <a:gd name="connsiteX0" fmla="*/ 0 w 7563555"/>
              <a:gd name="connsiteY0" fmla="*/ 2836655 h 2836655"/>
              <a:gd name="connsiteX1" fmla="*/ 1286933 w 7563555"/>
              <a:gd name="connsiteY1" fmla="*/ 262789 h 2836655"/>
              <a:gd name="connsiteX2" fmla="*/ 2302933 w 7563555"/>
              <a:gd name="connsiteY2" fmla="*/ 353097 h 2836655"/>
              <a:gd name="connsiteX3" fmla="*/ 3002845 w 7563555"/>
              <a:gd name="connsiteY3" fmla="*/ 1414256 h 2836655"/>
              <a:gd name="connsiteX4" fmla="*/ 3989029 w 7563555"/>
              <a:gd name="connsiteY4" fmla="*/ 964406 h 2836655"/>
              <a:gd name="connsiteX5" fmla="*/ 7563555 w 7563555"/>
              <a:gd name="connsiteY5" fmla="*/ 973988 h 2836655"/>
              <a:gd name="connsiteX0" fmla="*/ 0 w 7563555"/>
              <a:gd name="connsiteY0" fmla="*/ 2836655 h 2836655"/>
              <a:gd name="connsiteX1" fmla="*/ 1286933 w 7563555"/>
              <a:gd name="connsiteY1" fmla="*/ 262789 h 2836655"/>
              <a:gd name="connsiteX2" fmla="*/ 2302933 w 7563555"/>
              <a:gd name="connsiteY2" fmla="*/ 353097 h 2836655"/>
              <a:gd name="connsiteX3" fmla="*/ 3002845 w 7563555"/>
              <a:gd name="connsiteY3" fmla="*/ 1414256 h 2836655"/>
              <a:gd name="connsiteX4" fmla="*/ 3989029 w 7563555"/>
              <a:gd name="connsiteY4" fmla="*/ 964406 h 2836655"/>
              <a:gd name="connsiteX5" fmla="*/ 7563555 w 7563555"/>
              <a:gd name="connsiteY5" fmla="*/ 973988 h 2836655"/>
              <a:gd name="connsiteX0" fmla="*/ 0 w 7563555"/>
              <a:gd name="connsiteY0" fmla="*/ 2836655 h 2836655"/>
              <a:gd name="connsiteX1" fmla="*/ 1286933 w 7563555"/>
              <a:gd name="connsiteY1" fmla="*/ 262789 h 2836655"/>
              <a:gd name="connsiteX2" fmla="*/ 2302933 w 7563555"/>
              <a:gd name="connsiteY2" fmla="*/ 353097 h 2836655"/>
              <a:gd name="connsiteX3" fmla="*/ 3002845 w 7563555"/>
              <a:gd name="connsiteY3" fmla="*/ 1414256 h 2836655"/>
              <a:gd name="connsiteX4" fmla="*/ 3989029 w 7563555"/>
              <a:gd name="connsiteY4" fmla="*/ 964406 h 2836655"/>
              <a:gd name="connsiteX5" fmla="*/ 7563555 w 7563555"/>
              <a:gd name="connsiteY5" fmla="*/ 973988 h 2836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63555" h="2836655">
                <a:moveTo>
                  <a:pt x="0" y="2836655"/>
                </a:moveTo>
                <a:cubicBezTo>
                  <a:pt x="403577" y="2214825"/>
                  <a:pt x="903111" y="676715"/>
                  <a:pt x="1286933" y="262789"/>
                </a:cubicBezTo>
                <a:cubicBezTo>
                  <a:pt x="1670755" y="-151137"/>
                  <a:pt x="1960503" y="-42014"/>
                  <a:pt x="2302933" y="353097"/>
                </a:cubicBezTo>
                <a:cubicBezTo>
                  <a:pt x="2645363" y="748208"/>
                  <a:pt x="2721829" y="1312371"/>
                  <a:pt x="3002845" y="1414256"/>
                </a:cubicBezTo>
                <a:cubicBezTo>
                  <a:pt x="3283861" y="1516141"/>
                  <a:pt x="3765132" y="1150672"/>
                  <a:pt x="3989029" y="964406"/>
                </a:cubicBezTo>
                <a:cubicBezTo>
                  <a:pt x="4875738" y="177378"/>
                  <a:pt x="6236580" y="1444927"/>
                  <a:pt x="7563555" y="973988"/>
                </a:cubicBezTo>
              </a:path>
            </a:pathLst>
          </a:custGeom>
          <a:noFill/>
          <a:ln w="317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58" name="标签1">
            <a:extLst>
              <a:ext uri="{FF2B5EF4-FFF2-40B4-BE49-F238E27FC236}">
                <a16:creationId xmlns:a16="http://schemas.microsoft.com/office/drawing/2014/main" id="{136AC750-6268-AD7B-8387-D8EA983D146C}"/>
              </a:ext>
            </a:extLst>
          </p:cNvPr>
          <p:cNvGrpSpPr/>
          <p:nvPr/>
        </p:nvGrpSpPr>
        <p:grpSpPr>
          <a:xfrm>
            <a:off x="4585358" y="1258702"/>
            <a:ext cx="1854671" cy="768714"/>
            <a:chOff x="3059832" y="5603829"/>
            <a:chExt cx="1854671" cy="7687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727C4448-2A36-0889-82EA-08F75FA51E3D}"/>
                    </a:ext>
                  </a:extLst>
                </p:cNvPr>
                <p:cNvSpPr txBox="1"/>
                <p:nvPr/>
              </p:nvSpPr>
              <p:spPr>
                <a:xfrm>
                  <a:off x="3656660" y="5603829"/>
                  <a:ext cx="125784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zh-CN" alt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727C4448-2A36-0889-82EA-08F75FA51E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6660" y="5603829"/>
                  <a:ext cx="1257843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11EEC21F-A983-CD9C-F65E-F55EA3E1A5A4}"/>
                </a:ext>
              </a:extLst>
            </p:cNvPr>
            <p:cNvCxnSpPr>
              <a:stCxn id="56" idx="1"/>
            </p:cNvCxnSpPr>
            <p:nvPr/>
          </p:nvCxnSpPr>
          <p:spPr>
            <a:xfrm flipH="1">
              <a:off x="3059832" y="5834662"/>
              <a:ext cx="596828" cy="537881"/>
            </a:xfrm>
            <a:prstGeom prst="line">
              <a:avLst/>
            </a:prstGeom>
            <a:ln w="254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标签2">
            <a:extLst>
              <a:ext uri="{FF2B5EF4-FFF2-40B4-BE49-F238E27FC236}">
                <a16:creationId xmlns:a16="http://schemas.microsoft.com/office/drawing/2014/main" id="{630E4728-B91B-92F7-7FCA-040D767C8444}"/>
              </a:ext>
            </a:extLst>
          </p:cNvPr>
          <p:cNvGrpSpPr/>
          <p:nvPr/>
        </p:nvGrpSpPr>
        <p:grpSpPr>
          <a:xfrm>
            <a:off x="4511031" y="1625273"/>
            <a:ext cx="1928998" cy="871532"/>
            <a:chOff x="2985505" y="5603829"/>
            <a:chExt cx="1928998" cy="8715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45EF0DCF-54CB-51C9-4FEC-4A86615CE0E9}"/>
                    </a:ext>
                  </a:extLst>
                </p:cNvPr>
                <p:cNvSpPr txBox="1"/>
                <p:nvPr/>
              </p:nvSpPr>
              <p:spPr>
                <a:xfrm>
                  <a:off x="3656660" y="5603829"/>
                  <a:ext cx="125784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r>
                          <a:rPr lang="en-US" altLang="zh-CN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=0.4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45EF0DCF-54CB-51C9-4FEC-4A86615CE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6660" y="5603829"/>
                  <a:ext cx="1257843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162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直线连接符 60">
              <a:extLst>
                <a:ext uri="{FF2B5EF4-FFF2-40B4-BE49-F238E27FC236}">
                  <a16:creationId xmlns:a16="http://schemas.microsoft.com/office/drawing/2014/main" id="{2FA1D3CA-08E9-CEE5-4971-6D48B2248104}"/>
                </a:ext>
              </a:extLst>
            </p:cNvPr>
            <p:cNvCxnSpPr>
              <a:cxnSpLocks/>
              <a:stCxn id="60" idx="1"/>
            </p:cNvCxnSpPr>
            <p:nvPr/>
          </p:nvCxnSpPr>
          <p:spPr>
            <a:xfrm flipH="1">
              <a:off x="2985505" y="5834662"/>
              <a:ext cx="671155" cy="640699"/>
            </a:xfrm>
            <a:prstGeom prst="line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标签3">
            <a:extLst>
              <a:ext uri="{FF2B5EF4-FFF2-40B4-BE49-F238E27FC236}">
                <a16:creationId xmlns:a16="http://schemas.microsoft.com/office/drawing/2014/main" id="{7457F9E3-95F6-0D71-4CA3-FAA01D9B1902}"/>
              </a:ext>
            </a:extLst>
          </p:cNvPr>
          <p:cNvGrpSpPr/>
          <p:nvPr/>
        </p:nvGrpSpPr>
        <p:grpSpPr>
          <a:xfrm>
            <a:off x="4601023" y="1974613"/>
            <a:ext cx="1839006" cy="757576"/>
            <a:chOff x="3075497" y="5603829"/>
            <a:chExt cx="1839006" cy="7575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F5CAB364-9353-2B4C-5110-09CFB0D0F218}"/>
                    </a:ext>
                  </a:extLst>
                </p:cNvPr>
                <p:cNvSpPr txBox="1"/>
                <p:nvPr/>
              </p:nvSpPr>
              <p:spPr>
                <a:xfrm>
                  <a:off x="3656660" y="5603829"/>
                  <a:ext cx="125784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r>
                          <a:rPr lang="en-US" altLang="zh-CN" sz="24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=0.6</m:t>
                        </m:r>
                      </m:oMath>
                    </m:oMathPara>
                  </a14:m>
                  <a:endParaRPr lang="zh-CN" altLang="en-US" sz="24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F5CAB364-9353-2B4C-5110-09CFB0D0F2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6660" y="5603829"/>
                  <a:ext cx="1257843" cy="461665"/>
                </a:xfrm>
                <a:prstGeom prst="rect">
                  <a:avLst/>
                </a:prstGeom>
                <a:blipFill>
                  <a:blip r:embed="rId22"/>
                  <a:stretch>
                    <a:fillRect b="-162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CB508DB7-051C-8E0F-8F8C-83C953B2F964}"/>
                </a:ext>
              </a:extLst>
            </p:cNvPr>
            <p:cNvCxnSpPr>
              <a:cxnSpLocks/>
              <a:stCxn id="63" idx="1"/>
              <a:endCxn id="53" idx="2"/>
            </p:cNvCxnSpPr>
            <p:nvPr/>
          </p:nvCxnSpPr>
          <p:spPr>
            <a:xfrm flipH="1">
              <a:off x="3075497" y="5834662"/>
              <a:ext cx="581163" cy="526743"/>
            </a:xfrm>
            <a:prstGeom prst="line">
              <a:avLst/>
            </a:prstGeom>
            <a:ln w="254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标签4">
            <a:extLst>
              <a:ext uri="{FF2B5EF4-FFF2-40B4-BE49-F238E27FC236}">
                <a16:creationId xmlns:a16="http://schemas.microsoft.com/office/drawing/2014/main" id="{D24DB3F0-2011-7EA5-00CD-E8A767855C86}"/>
              </a:ext>
            </a:extLst>
          </p:cNvPr>
          <p:cNvGrpSpPr/>
          <p:nvPr/>
        </p:nvGrpSpPr>
        <p:grpSpPr>
          <a:xfrm>
            <a:off x="4842140" y="2348259"/>
            <a:ext cx="1597889" cy="509816"/>
            <a:chOff x="3316614" y="5603829"/>
            <a:chExt cx="1597889" cy="5098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FEEA5D62-E931-A31D-4997-926ACCBFD605}"/>
                    </a:ext>
                  </a:extLst>
                </p:cNvPr>
                <p:cNvSpPr txBox="1"/>
                <p:nvPr/>
              </p:nvSpPr>
              <p:spPr>
                <a:xfrm>
                  <a:off x="3656660" y="5603829"/>
                  <a:ext cx="125784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FEEA5D62-E931-A31D-4997-926ACCBFD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6660" y="5603829"/>
                  <a:ext cx="1257843" cy="461665"/>
                </a:xfrm>
                <a:prstGeom prst="rect">
                  <a:avLst/>
                </a:prstGeom>
                <a:blipFill>
                  <a:blip r:embed="rId23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线连接符 66">
              <a:extLst>
                <a:ext uri="{FF2B5EF4-FFF2-40B4-BE49-F238E27FC236}">
                  <a16:creationId xmlns:a16="http://schemas.microsoft.com/office/drawing/2014/main" id="{77CE40FA-153C-D4B2-C28D-8B4555591681}"/>
                </a:ext>
              </a:extLst>
            </p:cNvPr>
            <p:cNvCxnSpPr>
              <a:cxnSpLocks/>
              <a:stCxn id="66" idx="1"/>
              <a:endCxn id="44" idx="2"/>
            </p:cNvCxnSpPr>
            <p:nvPr/>
          </p:nvCxnSpPr>
          <p:spPr>
            <a:xfrm flipH="1">
              <a:off x="3316614" y="5834662"/>
              <a:ext cx="340046" cy="278983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说明1">
                <a:extLst>
                  <a:ext uri="{FF2B5EF4-FFF2-40B4-BE49-F238E27FC236}">
                    <a16:creationId xmlns:a16="http://schemas.microsoft.com/office/drawing/2014/main" id="{F3C4AB4C-4438-69FD-18A3-24B8C166D985}"/>
                  </a:ext>
                </a:extLst>
              </p:cNvPr>
              <p:cNvSpPr txBox="1"/>
              <p:nvPr/>
            </p:nvSpPr>
            <p:spPr>
              <a:xfrm>
                <a:off x="334963" y="5301427"/>
                <a:ext cx="11520487" cy="510778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阻尼比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 越大，超调量越小，响应越平稳。反之，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 越小，超调量越大，振荡越强。</a:t>
                </a:r>
              </a:p>
            </p:txBody>
          </p:sp>
        </mc:Choice>
        <mc:Fallback xmlns="">
          <p:sp>
            <p:nvSpPr>
              <p:cNvPr id="71" name="说明1">
                <a:extLst>
                  <a:ext uri="{FF2B5EF4-FFF2-40B4-BE49-F238E27FC236}">
                    <a16:creationId xmlns:a16="http://schemas.microsoft.com/office/drawing/2014/main" id="{F3C4AB4C-4438-69FD-18A3-24B8C166D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5301427"/>
                <a:ext cx="11520487" cy="510778"/>
              </a:xfrm>
              <a:prstGeom prst="flowChartAlternateProcess">
                <a:avLst/>
              </a:prstGeom>
              <a:blipFill>
                <a:blip r:embed="rId24"/>
                <a:stretch>
                  <a:fillRect l="-549" t="-2326" b="-18605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说明2">
                <a:extLst>
                  <a:ext uri="{FF2B5EF4-FFF2-40B4-BE49-F238E27FC236}">
                    <a16:creationId xmlns:a16="http://schemas.microsoft.com/office/drawing/2014/main" id="{14C1C407-FF44-0D09-D9BC-605F65353B62}"/>
                  </a:ext>
                </a:extLst>
              </p:cNvPr>
              <p:cNvSpPr txBox="1"/>
              <p:nvPr/>
            </p:nvSpPr>
            <p:spPr>
              <a:xfrm>
                <a:off x="339248" y="6076570"/>
                <a:ext cx="11520488" cy="510778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当取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kumimoji="1" lang="en-US" altLang="zh-CN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=0.707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 左右时，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n-US" altLang="zh-CN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 都相对较小，故一般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kumimoji="1" lang="en-US" altLang="zh-CN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=0.707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 为最佳阻尼比。</a:t>
                </a:r>
              </a:p>
            </p:txBody>
          </p:sp>
        </mc:Choice>
        <mc:Fallback xmlns="">
          <p:sp>
            <p:nvSpPr>
              <p:cNvPr id="72" name="说明2">
                <a:extLst>
                  <a:ext uri="{FF2B5EF4-FFF2-40B4-BE49-F238E27FC236}">
                    <a16:creationId xmlns:a16="http://schemas.microsoft.com/office/drawing/2014/main" id="{14C1C407-FF44-0D09-D9BC-605F65353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48" y="6076570"/>
                <a:ext cx="11520488" cy="510778"/>
              </a:xfrm>
              <a:prstGeom prst="flowChartAlternateProcess">
                <a:avLst/>
              </a:prstGeom>
              <a:blipFill>
                <a:blip r:embed="rId25"/>
                <a:stretch>
                  <a:fillRect l="-440" t="-2326" b="-18605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虚线">
            <a:extLst>
              <a:ext uri="{FF2B5EF4-FFF2-40B4-BE49-F238E27FC236}">
                <a16:creationId xmlns:a16="http://schemas.microsoft.com/office/drawing/2014/main" id="{F6E91BD2-FE15-7394-7613-D96BFD5BFA6D}"/>
              </a:ext>
            </a:extLst>
          </p:cNvPr>
          <p:cNvCxnSpPr>
            <a:cxnSpLocks/>
          </p:cNvCxnSpPr>
          <p:nvPr/>
        </p:nvCxnSpPr>
        <p:spPr>
          <a:xfrm>
            <a:off x="4365424" y="1973818"/>
            <a:ext cx="0" cy="2846817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911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4" grpId="0" animBg="1"/>
      <p:bldP spid="53" grpId="0" animBg="1"/>
      <p:bldP spid="54" grpId="0" animBg="1"/>
      <p:bldP spid="55" grpId="0" animBg="1"/>
      <p:bldP spid="71" grpId="0" animBg="1"/>
      <p:bldP spid="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01122" y="360772"/>
            <a:ext cx="5383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欠阻尼二阶系统单位阶跃响应</a:t>
            </a:r>
          </a:p>
        </p:txBody>
      </p:sp>
      <p:grpSp>
        <p:nvGrpSpPr>
          <p:cNvPr id="68" name="困难1">
            <a:extLst>
              <a:ext uri="{FF2B5EF4-FFF2-40B4-BE49-F238E27FC236}">
                <a16:creationId xmlns:a16="http://schemas.microsoft.com/office/drawing/2014/main" id="{6C74EA62-8D04-FA4C-DD59-7B4C6147D50F}"/>
              </a:ext>
            </a:extLst>
          </p:cNvPr>
          <p:cNvGrpSpPr/>
          <p:nvPr/>
        </p:nvGrpSpPr>
        <p:grpSpPr>
          <a:xfrm>
            <a:off x="317781" y="989419"/>
            <a:ext cx="3782644" cy="759849"/>
            <a:chOff x="4943078" y="1556792"/>
            <a:chExt cx="5042868" cy="1013000"/>
          </a:xfrm>
        </p:grpSpPr>
        <p:sp>
          <p:nvSpPr>
            <p:cNvPr id="69" name="íŝlïďê">
              <a:extLst>
                <a:ext uri="{FF2B5EF4-FFF2-40B4-BE49-F238E27FC236}">
                  <a16:creationId xmlns:a16="http://schemas.microsoft.com/office/drawing/2014/main" id="{50A38352-FAC2-8D2B-6B52-A2875A1CA0A5}"/>
                </a:ext>
              </a:extLst>
            </p:cNvPr>
            <p:cNvSpPr/>
            <p:nvPr/>
          </p:nvSpPr>
          <p:spPr bwMode="auto">
            <a:xfrm>
              <a:off x="5305665" y="1556792"/>
              <a:ext cx="4680281" cy="1013000"/>
            </a:xfrm>
            <a:prstGeom prst="roundRect">
              <a:avLst/>
            </a:prstGeom>
            <a:solidFill>
              <a:srgbClr val="758395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系统响应性能指标</a:t>
              </a:r>
            </a:p>
          </p:txBody>
        </p:sp>
        <p:sp>
          <p:nvSpPr>
            <p:cNvPr id="70" name="ï$ľiďê">
              <a:extLst>
                <a:ext uri="{FF2B5EF4-FFF2-40B4-BE49-F238E27FC236}">
                  <a16:creationId xmlns:a16="http://schemas.microsoft.com/office/drawing/2014/main" id="{64E6E6B2-298C-0DA8-2EF4-7B39342229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758395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57ECC45-52E0-8B66-77E4-7FE9905381C2}"/>
                  </a:ext>
                </a:extLst>
              </p:cNvPr>
              <p:cNvSpPr txBox="1"/>
              <p:nvPr/>
            </p:nvSpPr>
            <p:spPr>
              <a:xfrm>
                <a:off x="4871069" y="920678"/>
                <a:ext cx="5751927" cy="1055608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上升时间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：有振荡时，可定义为从 </a:t>
                </a:r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0 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到第一次达到终值所需的时间</a:t>
                </a: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57ECC45-52E0-8B66-77E4-7FE990538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069" y="920678"/>
                <a:ext cx="5751927" cy="1055608"/>
              </a:xfrm>
              <a:prstGeom prst="flowChartAlternateProcess">
                <a:avLst/>
              </a:prstGeom>
              <a:blipFill>
                <a:blip r:embed="rId3"/>
                <a:stretch>
                  <a:fillRect l="-1096" t="-1163" b="-9302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0F780117-2B18-0797-8EFB-74175DD86658}"/>
                  </a:ext>
                </a:extLst>
              </p:cNvPr>
              <p:cNvSpPr txBox="1"/>
              <p:nvPr/>
            </p:nvSpPr>
            <p:spPr>
              <a:xfrm>
                <a:off x="873006" y="1867805"/>
                <a:ext cx="42674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令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0F780117-2B18-0797-8EFB-74175DD86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06" y="1867805"/>
                <a:ext cx="4267454" cy="523220"/>
              </a:xfrm>
              <a:prstGeom prst="rect">
                <a:avLst/>
              </a:prstGeom>
              <a:blipFill>
                <a:blip r:embed="rId4"/>
                <a:stretch>
                  <a:fillRect l="-2967" t="-11628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DE854ACB-30C9-7551-CAA7-DA014355B9FC}"/>
              </a:ext>
            </a:extLst>
          </p:cNvPr>
          <p:cNvGrpSpPr/>
          <p:nvPr/>
        </p:nvGrpSpPr>
        <p:grpSpPr>
          <a:xfrm>
            <a:off x="873006" y="2292430"/>
            <a:ext cx="6241602" cy="1082861"/>
            <a:chOff x="873006" y="2292430"/>
            <a:chExt cx="6241602" cy="1082861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FF3825CE-56B2-CA99-D591-3671C93A812F}"/>
                </a:ext>
              </a:extLst>
            </p:cNvPr>
            <p:cNvSpPr txBox="1"/>
            <p:nvPr/>
          </p:nvSpPr>
          <p:spPr>
            <a:xfrm>
              <a:off x="873006" y="2515199"/>
              <a:ext cx="64640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E04D70CD-45A9-6931-829D-AC741DFE3F5F}"/>
                    </a:ext>
                  </a:extLst>
                </p:cNvPr>
                <p:cNvSpPr txBox="1"/>
                <p:nvPr/>
              </p:nvSpPr>
              <p:spPr>
                <a:xfrm>
                  <a:off x="1108465" y="2292430"/>
                  <a:ext cx="6006143" cy="10828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func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func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E04D70CD-45A9-6931-829D-AC741DFE3F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465" y="2292430"/>
                  <a:ext cx="6006143" cy="1082861"/>
                </a:xfrm>
                <a:prstGeom prst="rect">
                  <a:avLst/>
                </a:prstGeom>
                <a:blipFill>
                  <a:blip r:embed="rId5"/>
                  <a:stretch>
                    <a:fillRect b="-58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9F11DEF7-36C5-C202-8137-D26AB12DCC43}"/>
                  </a:ext>
                </a:extLst>
              </p:cNvPr>
              <p:cNvSpPr txBox="1"/>
              <p:nvPr/>
            </p:nvSpPr>
            <p:spPr>
              <a:xfrm>
                <a:off x="849008" y="3281549"/>
                <a:ext cx="6432759" cy="8642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又因为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func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den>
                        </m:f>
                      </m:e>
                    </m:func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9F11DEF7-36C5-C202-8137-D26AB12DC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08" y="3281549"/>
                <a:ext cx="6432759" cy="864211"/>
              </a:xfrm>
              <a:prstGeom prst="rect">
                <a:avLst/>
              </a:prstGeom>
              <a:blipFill>
                <a:blip r:embed="rId6"/>
                <a:stretch>
                  <a:fillRect l="-1969" b="-7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988C4279-2EA4-A37F-4728-082A1BB902EC}"/>
                  </a:ext>
                </a:extLst>
              </p:cNvPr>
              <p:cNvSpPr txBox="1"/>
              <p:nvPr/>
            </p:nvSpPr>
            <p:spPr>
              <a:xfrm>
                <a:off x="766614" y="4247189"/>
                <a:ext cx="2952328" cy="1091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988C4279-2EA4-A37F-4728-082A1BB90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14" y="4247189"/>
                <a:ext cx="2952328" cy="1091453"/>
              </a:xfrm>
              <a:prstGeom prst="rect">
                <a:avLst/>
              </a:prstGeom>
              <a:blipFill>
                <a:blip r:embed="rId7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8B2ED892-BEF6-B1D1-5723-BA69BF654B99}"/>
              </a:ext>
            </a:extLst>
          </p:cNvPr>
          <p:cNvGrpSpPr/>
          <p:nvPr/>
        </p:nvGrpSpPr>
        <p:grpSpPr>
          <a:xfrm>
            <a:off x="6672891" y="3128194"/>
            <a:ext cx="4605668" cy="2826834"/>
            <a:chOff x="4160938" y="4039622"/>
            <a:chExt cx="4605668" cy="2826834"/>
          </a:xfrm>
        </p:grpSpPr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769BB7F3-1FA9-3E87-353D-CC6ABB79B5E9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4247188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03DA7230-5EBE-F2DD-8A5D-9F821D210D4B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4780723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C12E780-9C1D-15BC-7286-F1BD8E1516B2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5314258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CE23823E-6348-EC5E-99E8-94338022CA48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5847793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5EF22D27-0664-72AD-85C6-4AB1A674EEE6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6381328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F85F9DAB-7227-5474-6469-5044E563B0DD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424718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A229AEE0-1AD5-F66F-9A1C-8973BD4E5827}"/>
                </a:ext>
              </a:extLst>
            </p:cNvPr>
            <p:cNvCxnSpPr>
              <a:cxnSpLocks/>
            </p:cNvCxnSpPr>
            <p:nvPr/>
          </p:nvCxnSpPr>
          <p:spPr>
            <a:xfrm>
              <a:off x="8766606" y="424718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25781994-124B-C431-94E9-8F0B8D43F571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73" y="424718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连接符 88">
              <a:extLst>
                <a:ext uri="{FF2B5EF4-FFF2-40B4-BE49-F238E27FC236}">
                  <a16:creationId xmlns:a16="http://schemas.microsoft.com/office/drawing/2014/main" id="{0F35E99B-C5EE-B436-C523-29D166889E74}"/>
                </a:ext>
              </a:extLst>
            </p:cNvPr>
            <p:cNvCxnSpPr>
              <a:cxnSpLocks/>
            </p:cNvCxnSpPr>
            <p:nvPr/>
          </p:nvCxnSpPr>
          <p:spPr>
            <a:xfrm>
              <a:off x="7446740" y="424718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23BFCEF-45A6-1D8F-A7CD-8B9D05876B54}"/>
                    </a:ext>
                  </a:extLst>
                </p:cNvPr>
                <p:cNvSpPr txBox="1"/>
                <p:nvPr/>
              </p:nvSpPr>
              <p:spPr>
                <a:xfrm>
                  <a:off x="4160938" y="4039622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23BFCEF-45A6-1D8F-A7CD-8B9D05876B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0938" y="4039622"/>
                  <a:ext cx="50122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7500" r="-3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622CA516-79BC-BB85-1CA4-59206FF560A6}"/>
                    </a:ext>
                  </a:extLst>
                </p:cNvPr>
                <p:cNvSpPr txBox="1"/>
                <p:nvPr/>
              </p:nvSpPr>
              <p:spPr>
                <a:xfrm>
                  <a:off x="4160938" y="4549890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622CA516-79BC-BB85-1CA4-59206FF56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0938" y="4549890"/>
                  <a:ext cx="501226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7500" r="-3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C0C15E3-DA8F-62CA-9FC0-081C7D075648}"/>
                    </a:ext>
                  </a:extLst>
                </p:cNvPr>
                <p:cNvSpPr txBox="1"/>
                <p:nvPr/>
              </p:nvSpPr>
              <p:spPr>
                <a:xfrm>
                  <a:off x="4160938" y="5083425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C0C15E3-DA8F-62CA-9FC0-081C7D075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0938" y="5083425"/>
                  <a:ext cx="501226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7500" r="-3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C4B50965-CE98-AFD2-A528-E66AA379BA9E}"/>
                    </a:ext>
                  </a:extLst>
                </p:cNvPr>
                <p:cNvSpPr txBox="1"/>
                <p:nvPr/>
              </p:nvSpPr>
              <p:spPr>
                <a:xfrm>
                  <a:off x="4160938" y="5616960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C4B50965-CE98-AFD2-A528-E66AA379B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0938" y="5616960"/>
                  <a:ext cx="501226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7500" r="-3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DA4ECE8A-DEDA-ED3A-6C3F-E75F5157BD78}"/>
                    </a:ext>
                  </a:extLst>
                </p:cNvPr>
                <p:cNvSpPr txBox="1"/>
                <p:nvPr/>
              </p:nvSpPr>
              <p:spPr>
                <a:xfrm>
                  <a:off x="4305411" y="6150495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DA4ECE8A-DEDA-ED3A-6C3F-E75F5157BD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5411" y="6150495"/>
                  <a:ext cx="501226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1F238572-69B2-32CB-7D51-1CC32AFE0505}"/>
                    </a:ext>
                  </a:extLst>
                </p:cNvPr>
                <p:cNvSpPr txBox="1"/>
                <p:nvPr/>
              </p:nvSpPr>
              <p:spPr>
                <a:xfrm>
                  <a:off x="5090177" y="6343236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1F238572-69B2-32CB-7D51-1CC32AFE05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0177" y="6343236"/>
                  <a:ext cx="501226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任意形状 95">
              <a:extLst>
                <a:ext uri="{FF2B5EF4-FFF2-40B4-BE49-F238E27FC236}">
                  <a16:creationId xmlns:a16="http://schemas.microsoft.com/office/drawing/2014/main" id="{C8B03964-3920-0EE5-6A99-69942E07BE4A}"/>
                </a:ext>
              </a:extLst>
            </p:cNvPr>
            <p:cNvSpPr/>
            <p:nvPr/>
          </p:nvSpPr>
          <p:spPr>
            <a:xfrm>
              <a:off x="4805645" y="5004722"/>
              <a:ext cx="3948308" cy="1392245"/>
            </a:xfrm>
            <a:custGeom>
              <a:avLst/>
              <a:gdLst>
                <a:gd name="connsiteX0" fmla="*/ 0 w 7563555"/>
                <a:gd name="connsiteY0" fmla="*/ 1903159 h 1903159"/>
                <a:gd name="connsiteX1" fmla="*/ 1174044 w 7563555"/>
                <a:gd name="connsiteY1" fmla="*/ 345292 h 1903159"/>
                <a:gd name="connsiteX2" fmla="*/ 2201333 w 7563555"/>
                <a:gd name="connsiteY2" fmla="*/ 17914 h 1903159"/>
                <a:gd name="connsiteX3" fmla="*/ 2731911 w 7563555"/>
                <a:gd name="connsiteY3" fmla="*/ 40492 h 1903159"/>
                <a:gd name="connsiteX4" fmla="*/ 7563555 w 7563555"/>
                <a:gd name="connsiteY4" fmla="*/ 40492 h 1903159"/>
                <a:gd name="connsiteX0" fmla="*/ 0 w 7563555"/>
                <a:gd name="connsiteY0" fmla="*/ 1885992 h 1885992"/>
                <a:gd name="connsiteX1" fmla="*/ 1174044 w 7563555"/>
                <a:gd name="connsiteY1" fmla="*/ 328125 h 1885992"/>
                <a:gd name="connsiteX2" fmla="*/ 2201333 w 7563555"/>
                <a:gd name="connsiteY2" fmla="*/ 747 h 1885992"/>
                <a:gd name="connsiteX3" fmla="*/ 2731911 w 7563555"/>
                <a:gd name="connsiteY3" fmla="*/ 23325 h 1885992"/>
                <a:gd name="connsiteX4" fmla="*/ 7563555 w 7563555"/>
                <a:gd name="connsiteY4" fmla="*/ 23325 h 1885992"/>
                <a:gd name="connsiteX0" fmla="*/ 0 w 7563555"/>
                <a:gd name="connsiteY0" fmla="*/ 1918282 h 1918282"/>
                <a:gd name="connsiteX1" fmla="*/ 1174044 w 7563555"/>
                <a:gd name="connsiteY1" fmla="*/ 360415 h 1918282"/>
                <a:gd name="connsiteX2" fmla="*/ 2201333 w 7563555"/>
                <a:gd name="connsiteY2" fmla="*/ 33037 h 1918282"/>
                <a:gd name="connsiteX3" fmla="*/ 2731911 w 7563555"/>
                <a:gd name="connsiteY3" fmla="*/ 55615 h 1918282"/>
                <a:gd name="connsiteX4" fmla="*/ 7563555 w 7563555"/>
                <a:gd name="connsiteY4" fmla="*/ 55615 h 1918282"/>
                <a:gd name="connsiteX0" fmla="*/ 0 w 7563555"/>
                <a:gd name="connsiteY0" fmla="*/ 1928847 h 1928847"/>
                <a:gd name="connsiteX1" fmla="*/ 1174044 w 7563555"/>
                <a:gd name="connsiteY1" fmla="*/ 370980 h 1928847"/>
                <a:gd name="connsiteX2" fmla="*/ 2201333 w 7563555"/>
                <a:gd name="connsiteY2" fmla="*/ 43602 h 1928847"/>
                <a:gd name="connsiteX3" fmla="*/ 2731911 w 7563555"/>
                <a:gd name="connsiteY3" fmla="*/ 66180 h 1928847"/>
                <a:gd name="connsiteX4" fmla="*/ 7563555 w 7563555"/>
                <a:gd name="connsiteY4" fmla="*/ 66180 h 1928847"/>
                <a:gd name="connsiteX0" fmla="*/ 0 w 7563555"/>
                <a:gd name="connsiteY0" fmla="*/ 1908323 h 1908323"/>
                <a:gd name="connsiteX1" fmla="*/ 1174044 w 7563555"/>
                <a:gd name="connsiteY1" fmla="*/ 350456 h 1908323"/>
                <a:gd name="connsiteX2" fmla="*/ 2212622 w 7563555"/>
                <a:gd name="connsiteY2" fmla="*/ 500 h 1908323"/>
                <a:gd name="connsiteX3" fmla="*/ 2731911 w 7563555"/>
                <a:gd name="connsiteY3" fmla="*/ 45656 h 1908323"/>
                <a:gd name="connsiteX4" fmla="*/ 7563555 w 7563555"/>
                <a:gd name="connsiteY4" fmla="*/ 45656 h 1908323"/>
                <a:gd name="connsiteX0" fmla="*/ 0 w 7563555"/>
                <a:gd name="connsiteY0" fmla="*/ 1908323 h 1908323"/>
                <a:gd name="connsiteX1" fmla="*/ 1174044 w 7563555"/>
                <a:gd name="connsiteY1" fmla="*/ 350456 h 1908323"/>
                <a:gd name="connsiteX2" fmla="*/ 2212622 w 7563555"/>
                <a:gd name="connsiteY2" fmla="*/ 500 h 1908323"/>
                <a:gd name="connsiteX3" fmla="*/ 2731911 w 7563555"/>
                <a:gd name="connsiteY3" fmla="*/ 45656 h 1908323"/>
                <a:gd name="connsiteX4" fmla="*/ 7563555 w 7563555"/>
                <a:gd name="connsiteY4" fmla="*/ 45656 h 1908323"/>
                <a:gd name="connsiteX0" fmla="*/ 0 w 7563555"/>
                <a:gd name="connsiteY0" fmla="*/ 1922659 h 1922659"/>
                <a:gd name="connsiteX1" fmla="*/ 1174044 w 7563555"/>
                <a:gd name="connsiteY1" fmla="*/ 364792 h 1922659"/>
                <a:gd name="connsiteX2" fmla="*/ 2212622 w 7563555"/>
                <a:gd name="connsiteY2" fmla="*/ 14836 h 1922659"/>
                <a:gd name="connsiteX3" fmla="*/ 2935111 w 7563555"/>
                <a:gd name="connsiteY3" fmla="*/ 59992 h 1922659"/>
                <a:gd name="connsiteX4" fmla="*/ 7563555 w 7563555"/>
                <a:gd name="connsiteY4" fmla="*/ 59992 h 1922659"/>
                <a:gd name="connsiteX0" fmla="*/ 0 w 7563555"/>
                <a:gd name="connsiteY0" fmla="*/ 1919142 h 1919142"/>
                <a:gd name="connsiteX1" fmla="*/ 1174044 w 7563555"/>
                <a:gd name="connsiteY1" fmla="*/ 361275 h 1919142"/>
                <a:gd name="connsiteX2" fmla="*/ 2212622 w 7563555"/>
                <a:gd name="connsiteY2" fmla="*/ 11319 h 1919142"/>
                <a:gd name="connsiteX3" fmla="*/ 2698044 w 7563555"/>
                <a:gd name="connsiteY3" fmla="*/ 79053 h 1919142"/>
                <a:gd name="connsiteX4" fmla="*/ 7563555 w 7563555"/>
                <a:gd name="connsiteY4" fmla="*/ 56475 h 1919142"/>
                <a:gd name="connsiteX0" fmla="*/ 0 w 7563555"/>
                <a:gd name="connsiteY0" fmla="*/ 1911953 h 1911953"/>
                <a:gd name="connsiteX1" fmla="*/ 1174044 w 7563555"/>
                <a:gd name="connsiteY1" fmla="*/ 354086 h 1911953"/>
                <a:gd name="connsiteX2" fmla="*/ 2212622 w 7563555"/>
                <a:gd name="connsiteY2" fmla="*/ 4130 h 1911953"/>
                <a:gd name="connsiteX3" fmla="*/ 2698044 w 7563555"/>
                <a:gd name="connsiteY3" fmla="*/ 71864 h 1911953"/>
                <a:gd name="connsiteX4" fmla="*/ 7563555 w 7563555"/>
                <a:gd name="connsiteY4" fmla="*/ 49286 h 1911953"/>
                <a:gd name="connsiteX0" fmla="*/ 0 w 7563555"/>
                <a:gd name="connsiteY0" fmla="*/ 1909273 h 1909273"/>
                <a:gd name="connsiteX1" fmla="*/ 1174044 w 7563555"/>
                <a:gd name="connsiteY1" fmla="*/ 351406 h 1909273"/>
                <a:gd name="connsiteX2" fmla="*/ 2212622 w 7563555"/>
                <a:gd name="connsiteY2" fmla="*/ 1450 h 1909273"/>
                <a:gd name="connsiteX3" fmla="*/ 2698044 w 7563555"/>
                <a:gd name="connsiteY3" fmla="*/ 69184 h 1909273"/>
                <a:gd name="connsiteX4" fmla="*/ 7563555 w 7563555"/>
                <a:gd name="connsiteY4" fmla="*/ 46606 h 1909273"/>
                <a:gd name="connsiteX0" fmla="*/ 0 w 7563555"/>
                <a:gd name="connsiteY0" fmla="*/ 1919141 h 1919141"/>
                <a:gd name="connsiteX1" fmla="*/ 1174044 w 7563555"/>
                <a:gd name="connsiteY1" fmla="*/ 361274 h 1919141"/>
                <a:gd name="connsiteX2" fmla="*/ 2212622 w 7563555"/>
                <a:gd name="connsiteY2" fmla="*/ 11318 h 1919141"/>
                <a:gd name="connsiteX3" fmla="*/ 2709333 w 7563555"/>
                <a:gd name="connsiteY3" fmla="*/ 79052 h 1919141"/>
                <a:gd name="connsiteX4" fmla="*/ 7563555 w 7563555"/>
                <a:gd name="connsiteY4" fmla="*/ 56474 h 1919141"/>
                <a:gd name="connsiteX0" fmla="*/ 0 w 7563555"/>
                <a:gd name="connsiteY0" fmla="*/ 1911953 h 1911953"/>
                <a:gd name="connsiteX1" fmla="*/ 1174044 w 7563555"/>
                <a:gd name="connsiteY1" fmla="*/ 354086 h 1911953"/>
                <a:gd name="connsiteX2" fmla="*/ 2212622 w 7563555"/>
                <a:gd name="connsiteY2" fmla="*/ 4130 h 1911953"/>
                <a:gd name="connsiteX3" fmla="*/ 2709333 w 7563555"/>
                <a:gd name="connsiteY3" fmla="*/ 71864 h 1911953"/>
                <a:gd name="connsiteX4" fmla="*/ 7563555 w 7563555"/>
                <a:gd name="connsiteY4" fmla="*/ 49286 h 1911953"/>
                <a:gd name="connsiteX0" fmla="*/ 0 w 7563555"/>
                <a:gd name="connsiteY0" fmla="*/ 2156178 h 2156178"/>
                <a:gd name="connsiteX1" fmla="*/ 1174044 w 7563555"/>
                <a:gd name="connsiteY1" fmla="*/ 598311 h 2156178"/>
                <a:gd name="connsiteX2" fmla="*/ 2212622 w 7563555"/>
                <a:gd name="connsiteY2" fmla="*/ 248355 h 2156178"/>
                <a:gd name="connsiteX3" fmla="*/ 3465689 w 7563555"/>
                <a:gd name="connsiteY3" fmla="*/ 0 h 2156178"/>
                <a:gd name="connsiteX4" fmla="*/ 7563555 w 7563555"/>
                <a:gd name="connsiteY4" fmla="*/ 293511 h 2156178"/>
                <a:gd name="connsiteX0" fmla="*/ 0 w 7563555"/>
                <a:gd name="connsiteY0" fmla="*/ 1922660 h 1922660"/>
                <a:gd name="connsiteX1" fmla="*/ 1174044 w 7563555"/>
                <a:gd name="connsiteY1" fmla="*/ 364793 h 1922660"/>
                <a:gd name="connsiteX2" fmla="*/ 2212622 w 7563555"/>
                <a:gd name="connsiteY2" fmla="*/ 14837 h 1922660"/>
                <a:gd name="connsiteX3" fmla="*/ 2923822 w 7563555"/>
                <a:gd name="connsiteY3" fmla="*/ 59993 h 1922660"/>
                <a:gd name="connsiteX4" fmla="*/ 7563555 w 7563555"/>
                <a:gd name="connsiteY4" fmla="*/ 59993 h 1922660"/>
                <a:gd name="connsiteX0" fmla="*/ 0 w 7563555"/>
                <a:gd name="connsiteY0" fmla="*/ 1920780 h 1920780"/>
                <a:gd name="connsiteX1" fmla="*/ 1174044 w 7563555"/>
                <a:gd name="connsiteY1" fmla="*/ 362913 h 1920780"/>
                <a:gd name="connsiteX2" fmla="*/ 2212622 w 7563555"/>
                <a:gd name="connsiteY2" fmla="*/ 12957 h 1920780"/>
                <a:gd name="connsiteX3" fmla="*/ 2878667 w 7563555"/>
                <a:gd name="connsiteY3" fmla="*/ 69402 h 1920780"/>
                <a:gd name="connsiteX4" fmla="*/ 7563555 w 7563555"/>
                <a:gd name="connsiteY4" fmla="*/ 58113 h 1920780"/>
                <a:gd name="connsiteX0" fmla="*/ 0 w 7563555"/>
                <a:gd name="connsiteY0" fmla="*/ 1920462 h 1920462"/>
                <a:gd name="connsiteX1" fmla="*/ 1174044 w 7563555"/>
                <a:gd name="connsiteY1" fmla="*/ 362595 h 1920462"/>
                <a:gd name="connsiteX2" fmla="*/ 2212622 w 7563555"/>
                <a:gd name="connsiteY2" fmla="*/ 12639 h 1920462"/>
                <a:gd name="connsiteX3" fmla="*/ 2878667 w 7563555"/>
                <a:gd name="connsiteY3" fmla="*/ 69084 h 1920462"/>
                <a:gd name="connsiteX4" fmla="*/ 7563555 w 7563555"/>
                <a:gd name="connsiteY4" fmla="*/ 57795 h 1920462"/>
                <a:gd name="connsiteX0" fmla="*/ 0 w 7563555"/>
                <a:gd name="connsiteY0" fmla="*/ 1920462 h 1920462"/>
                <a:gd name="connsiteX1" fmla="*/ 1174044 w 7563555"/>
                <a:gd name="connsiteY1" fmla="*/ 362595 h 1920462"/>
                <a:gd name="connsiteX2" fmla="*/ 2212622 w 7563555"/>
                <a:gd name="connsiteY2" fmla="*/ 12639 h 1920462"/>
                <a:gd name="connsiteX3" fmla="*/ 2878667 w 7563555"/>
                <a:gd name="connsiteY3" fmla="*/ 69084 h 1920462"/>
                <a:gd name="connsiteX4" fmla="*/ 7563555 w 7563555"/>
                <a:gd name="connsiteY4" fmla="*/ 57795 h 1920462"/>
                <a:gd name="connsiteX0" fmla="*/ 0 w 7563555"/>
                <a:gd name="connsiteY0" fmla="*/ 1920462 h 1920462"/>
                <a:gd name="connsiteX1" fmla="*/ 1174044 w 7563555"/>
                <a:gd name="connsiteY1" fmla="*/ 362595 h 1920462"/>
                <a:gd name="connsiteX2" fmla="*/ 2212622 w 7563555"/>
                <a:gd name="connsiteY2" fmla="*/ 12639 h 1920462"/>
                <a:gd name="connsiteX3" fmla="*/ 2878667 w 7563555"/>
                <a:gd name="connsiteY3" fmla="*/ 69084 h 1920462"/>
                <a:gd name="connsiteX4" fmla="*/ 7563555 w 7563555"/>
                <a:gd name="connsiteY4" fmla="*/ 57795 h 1920462"/>
                <a:gd name="connsiteX0" fmla="*/ 0 w 7563555"/>
                <a:gd name="connsiteY0" fmla="*/ 1912821 h 1912821"/>
                <a:gd name="connsiteX1" fmla="*/ 1174044 w 7563555"/>
                <a:gd name="connsiteY1" fmla="*/ 354954 h 1912821"/>
                <a:gd name="connsiteX2" fmla="*/ 2212622 w 7563555"/>
                <a:gd name="connsiteY2" fmla="*/ 4998 h 1912821"/>
                <a:gd name="connsiteX3" fmla="*/ 2878667 w 7563555"/>
                <a:gd name="connsiteY3" fmla="*/ 61443 h 1912821"/>
                <a:gd name="connsiteX4" fmla="*/ 7563555 w 7563555"/>
                <a:gd name="connsiteY4" fmla="*/ 50154 h 1912821"/>
                <a:gd name="connsiteX0" fmla="*/ 0 w 7563555"/>
                <a:gd name="connsiteY0" fmla="*/ 1916453 h 1916453"/>
                <a:gd name="connsiteX1" fmla="*/ 1174044 w 7563555"/>
                <a:gd name="connsiteY1" fmla="*/ 358586 h 1916453"/>
                <a:gd name="connsiteX2" fmla="*/ 2212622 w 7563555"/>
                <a:gd name="connsiteY2" fmla="*/ 8630 h 1916453"/>
                <a:gd name="connsiteX3" fmla="*/ 2878667 w 7563555"/>
                <a:gd name="connsiteY3" fmla="*/ 65075 h 1916453"/>
                <a:gd name="connsiteX4" fmla="*/ 7563555 w 7563555"/>
                <a:gd name="connsiteY4" fmla="*/ 53786 h 1916453"/>
                <a:gd name="connsiteX0" fmla="*/ 0 w 7563555"/>
                <a:gd name="connsiteY0" fmla="*/ 1912821 h 1912821"/>
                <a:gd name="connsiteX1" fmla="*/ 1174044 w 7563555"/>
                <a:gd name="connsiteY1" fmla="*/ 354954 h 1912821"/>
                <a:gd name="connsiteX2" fmla="*/ 2212622 w 7563555"/>
                <a:gd name="connsiteY2" fmla="*/ 4998 h 1912821"/>
                <a:gd name="connsiteX3" fmla="*/ 2878667 w 7563555"/>
                <a:gd name="connsiteY3" fmla="*/ 61443 h 1912821"/>
                <a:gd name="connsiteX4" fmla="*/ 7563555 w 7563555"/>
                <a:gd name="connsiteY4" fmla="*/ 50154 h 1912821"/>
                <a:gd name="connsiteX0" fmla="*/ 0 w 7563555"/>
                <a:gd name="connsiteY0" fmla="*/ 2090577 h 2090577"/>
                <a:gd name="connsiteX1" fmla="*/ 1174044 w 7563555"/>
                <a:gd name="connsiteY1" fmla="*/ 532710 h 2090577"/>
                <a:gd name="connsiteX2" fmla="*/ 1952978 w 7563555"/>
                <a:gd name="connsiteY2" fmla="*/ 2131 h 2090577"/>
                <a:gd name="connsiteX3" fmla="*/ 2878667 w 7563555"/>
                <a:gd name="connsiteY3" fmla="*/ 239199 h 2090577"/>
                <a:gd name="connsiteX4" fmla="*/ 7563555 w 7563555"/>
                <a:gd name="connsiteY4" fmla="*/ 227910 h 2090577"/>
                <a:gd name="connsiteX0" fmla="*/ 0 w 7563555"/>
                <a:gd name="connsiteY0" fmla="*/ 2092590 h 2092590"/>
                <a:gd name="connsiteX1" fmla="*/ 1174044 w 7563555"/>
                <a:gd name="connsiteY1" fmla="*/ 534723 h 2092590"/>
                <a:gd name="connsiteX2" fmla="*/ 1952978 w 7563555"/>
                <a:gd name="connsiteY2" fmla="*/ 4144 h 2092590"/>
                <a:gd name="connsiteX3" fmla="*/ 2878667 w 7563555"/>
                <a:gd name="connsiteY3" fmla="*/ 241212 h 2092590"/>
                <a:gd name="connsiteX4" fmla="*/ 7563555 w 7563555"/>
                <a:gd name="connsiteY4" fmla="*/ 229923 h 2092590"/>
                <a:gd name="connsiteX0" fmla="*/ 0 w 7563555"/>
                <a:gd name="connsiteY0" fmla="*/ 2105717 h 2105717"/>
                <a:gd name="connsiteX1" fmla="*/ 1174044 w 7563555"/>
                <a:gd name="connsiteY1" fmla="*/ 547850 h 2105717"/>
                <a:gd name="connsiteX2" fmla="*/ 1952978 w 7563555"/>
                <a:gd name="connsiteY2" fmla="*/ 17271 h 2105717"/>
                <a:gd name="connsiteX3" fmla="*/ 3172178 w 7563555"/>
                <a:gd name="connsiteY3" fmla="*/ 209184 h 2105717"/>
                <a:gd name="connsiteX4" fmla="*/ 7563555 w 7563555"/>
                <a:gd name="connsiteY4" fmla="*/ 243050 h 2105717"/>
                <a:gd name="connsiteX0" fmla="*/ 0 w 7563555"/>
                <a:gd name="connsiteY0" fmla="*/ 2098211 h 2098211"/>
                <a:gd name="connsiteX1" fmla="*/ 1174044 w 7563555"/>
                <a:gd name="connsiteY1" fmla="*/ 540344 h 2098211"/>
                <a:gd name="connsiteX2" fmla="*/ 1952978 w 7563555"/>
                <a:gd name="connsiteY2" fmla="*/ 9765 h 2098211"/>
                <a:gd name="connsiteX3" fmla="*/ 3172178 w 7563555"/>
                <a:gd name="connsiteY3" fmla="*/ 201678 h 2098211"/>
                <a:gd name="connsiteX4" fmla="*/ 3526184 w 7563555"/>
                <a:gd name="connsiteY4" fmla="*/ 271118 h 2098211"/>
                <a:gd name="connsiteX5" fmla="*/ 7563555 w 7563555"/>
                <a:gd name="connsiteY5" fmla="*/ 235544 h 2098211"/>
                <a:gd name="connsiteX0" fmla="*/ 0 w 7563555"/>
                <a:gd name="connsiteY0" fmla="*/ 2097934 h 2097934"/>
                <a:gd name="connsiteX1" fmla="*/ 1174044 w 7563555"/>
                <a:gd name="connsiteY1" fmla="*/ 540067 h 2097934"/>
                <a:gd name="connsiteX2" fmla="*/ 1952978 w 7563555"/>
                <a:gd name="connsiteY2" fmla="*/ 9488 h 2097934"/>
                <a:gd name="connsiteX3" fmla="*/ 3172178 w 7563555"/>
                <a:gd name="connsiteY3" fmla="*/ 201401 h 2097934"/>
                <a:gd name="connsiteX4" fmla="*/ 3989029 w 7563555"/>
                <a:gd name="connsiteY4" fmla="*/ 225685 h 2097934"/>
                <a:gd name="connsiteX5" fmla="*/ 7563555 w 7563555"/>
                <a:gd name="connsiteY5" fmla="*/ 235267 h 2097934"/>
                <a:gd name="connsiteX0" fmla="*/ 0 w 7563555"/>
                <a:gd name="connsiteY0" fmla="*/ 2089903 h 2089903"/>
                <a:gd name="connsiteX1" fmla="*/ 1072444 w 7563555"/>
                <a:gd name="connsiteY1" fmla="*/ 272392 h 2089903"/>
                <a:gd name="connsiteX2" fmla="*/ 1952978 w 7563555"/>
                <a:gd name="connsiteY2" fmla="*/ 1457 h 2089903"/>
                <a:gd name="connsiteX3" fmla="*/ 3172178 w 7563555"/>
                <a:gd name="connsiteY3" fmla="*/ 193370 h 2089903"/>
                <a:gd name="connsiteX4" fmla="*/ 3989029 w 7563555"/>
                <a:gd name="connsiteY4" fmla="*/ 217654 h 2089903"/>
                <a:gd name="connsiteX5" fmla="*/ 7563555 w 7563555"/>
                <a:gd name="connsiteY5" fmla="*/ 227236 h 2089903"/>
                <a:gd name="connsiteX0" fmla="*/ 0 w 7563555"/>
                <a:gd name="connsiteY0" fmla="*/ 2303299 h 2303299"/>
                <a:gd name="connsiteX1" fmla="*/ 1072444 w 7563555"/>
                <a:gd name="connsiteY1" fmla="*/ 485788 h 2303299"/>
                <a:gd name="connsiteX2" fmla="*/ 2065867 w 7563555"/>
                <a:gd name="connsiteY2" fmla="*/ 364 h 2303299"/>
                <a:gd name="connsiteX3" fmla="*/ 3172178 w 7563555"/>
                <a:gd name="connsiteY3" fmla="*/ 406766 h 2303299"/>
                <a:gd name="connsiteX4" fmla="*/ 3989029 w 7563555"/>
                <a:gd name="connsiteY4" fmla="*/ 431050 h 2303299"/>
                <a:gd name="connsiteX5" fmla="*/ 7563555 w 7563555"/>
                <a:gd name="connsiteY5" fmla="*/ 440632 h 2303299"/>
                <a:gd name="connsiteX0" fmla="*/ 0 w 7563555"/>
                <a:gd name="connsiteY0" fmla="*/ 2306612 h 2306612"/>
                <a:gd name="connsiteX1" fmla="*/ 1072444 w 7563555"/>
                <a:gd name="connsiteY1" fmla="*/ 489101 h 2306612"/>
                <a:gd name="connsiteX2" fmla="*/ 2065867 w 7563555"/>
                <a:gd name="connsiteY2" fmla="*/ 3677 h 2306612"/>
                <a:gd name="connsiteX3" fmla="*/ 3285067 w 7563555"/>
                <a:gd name="connsiteY3" fmla="*/ 274613 h 2306612"/>
                <a:gd name="connsiteX4" fmla="*/ 3989029 w 7563555"/>
                <a:gd name="connsiteY4" fmla="*/ 434363 h 2306612"/>
                <a:gd name="connsiteX5" fmla="*/ 7563555 w 7563555"/>
                <a:gd name="connsiteY5" fmla="*/ 443945 h 2306612"/>
                <a:gd name="connsiteX0" fmla="*/ 0 w 7563555"/>
                <a:gd name="connsiteY0" fmla="*/ 2304201 h 2304201"/>
                <a:gd name="connsiteX1" fmla="*/ 1072444 w 7563555"/>
                <a:gd name="connsiteY1" fmla="*/ 486690 h 2304201"/>
                <a:gd name="connsiteX2" fmla="*/ 2065867 w 7563555"/>
                <a:gd name="connsiteY2" fmla="*/ 1266 h 2304201"/>
                <a:gd name="connsiteX3" fmla="*/ 3251201 w 7563555"/>
                <a:gd name="connsiteY3" fmla="*/ 577002 h 2304201"/>
                <a:gd name="connsiteX4" fmla="*/ 3989029 w 7563555"/>
                <a:gd name="connsiteY4" fmla="*/ 431952 h 2304201"/>
                <a:gd name="connsiteX5" fmla="*/ 7563555 w 7563555"/>
                <a:gd name="connsiteY5" fmla="*/ 441534 h 2304201"/>
                <a:gd name="connsiteX0" fmla="*/ 0 w 7563555"/>
                <a:gd name="connsiteY0" fmla="*/ 2304201 h 2304201"/>
                <a:gd name="connsiteX1" fmla="*/ 1072444 w 7563555"/>
                <a:gd name="connsiteY1" fmla="*/ 486690 h 2304201"/>
                <a:gd name="connsiteX2" fmla="*/ 2065867 w 7563555"/>
                <a:gd name="connsiteY2" fmla="*/ 1266 h 2304201"/>
                <a:gd name="connsiteX3" fmla="*/ 3251201 w 7563555"/>
                <a:gd name="connsiteY3" fmla="*/ 577002 h 2304201"/>
                <a:gd name="connsiteX4" fmla="*/ 3989029 w 7563555"/>
                <a:gd name="connsiteY4" fmla="*/ 431952 h 2304201"/>
                <a:gd name="connsiteX5" fmla="*/ 7563555 w 7563555"/>
                <a:gd name="connsiteY5" fmla="*/ 441534 h 2304201"/>
                <a:gd name="connsiteX0" fmla="*/ 0 w 7563555"/>
                <a:gd name="connsiteY0" fmla="*/ 2326297 h 2326297"/>
                <a:gd name="connsiteX1" fmla="*/ 1072444 w 7563555"/>
                <a:gd name="connsiteY1" fmla="*/ 508786 h 2326297"/>
                <a:gd name="connsiteX2" fmla="*/ 2065867 w 7563555"/>
                <a:gd name="connsiteY2" fmla="*/ 23362 h 2326297"/>
                <a:gd name="connsiteX3" fmla="*/ 3251201 w 7563555"/>
                <a:gd name="connsiteY3" fmla="*/ 599098 h 2326297"/>
                <a:gd name="connsiteX4" fmla="*/ 3989029 w 7563555"/>
                <a:gd name="connsiteY4" fmla="*/ 454048 h 2326297"/>
                <a:gd name="connsiteX5" fmla="*/ 7563555 w 7563555"/>
                <a:gd name="connsiteY5" fmla="*/ 463630 h 2326297"/>
                <a:gd name="connsiteX0" fmla="*/ 0 w 7563555"/>
                <a:gd name="connsiteY0" fmla="*/ 2303858 h 2303858"/>
                <a:gd name="connsiteX1" fmla="*/ 1140178 w 7563555"/>
                <a:gd name="connsiteY1" fmla="*/ 497636 h 2303858"/>
                <a:gd name="connsiteX2" fmla="*/ 2065867 w 7563555"/>
                <a:gd name="connsiteY2" fmla="*/ 923 h 2303858"/>
                <a:gd name="connsiteX3" fmla="*/ 3251201 w 7563555"/>
                <a:gd name="connsiteY3" fmla="*/ 576659 h 2303858"/>
                <a:gd name="connsiteX4" fmla="*/ 3989029 w 7563555"/>
                <a:gd name="connsiteY4" fmla="*/ 431609 h 2303858"/>
                <a:gd name="connsiteX5" fmla="*/ 7563555 w 7563555"/>
                <a:gd name="connsiteY5" fmla="*/ 441191 h 2303858"/>
                <a:gd name="connsiteX0" fmla="*/ 0 w 7563555"/>
                <a:gd name="connsiteY0" fmla="*/ 2305352 h 2305352"/>
                <a:gd name="connsiteX1" fmla="*/ 1140178 w 7563555"/>
                <a:gd name="connsiteY1" fmla="*/ 499130 h 2305352"/>
                <a:gd name="connsiteX2" fmla="*/ 2065867 w 7563555"/>
                <a:gd name="connsiteY2" fmla="*/ 2417 h 2305352"/>
                <a:gd name="connsiteX3" fmla="*/ 3251201 w 7563555"/>
                <a:gd name="connsiteY3" fmla="*/ 578153 h 2305352"/>
                <a:gd name="connsiteX4" fmla="*/ 3989029 w 7563555"/>
                <a:gd name="connsiteY4" fmla="*/ 433103 h 2305352"/>
                <a:gd name="connsiteX5" fmla="*/ 7563555 w 7563555"/>
                <a:gd name="connsiteY5" fmla="*/ 442685 h 2305352"/>
                <a:gd name="connsiteX0" fmla="*/ 0 w 7563555"/>
                <a:gd name="connsiteY0" fmla="*/ 2305352 h 2305352"/>
                <a:gd name="connsiteX1" fmla="*/ 1140178 w 7563555"/>
                <a:gd name="connsiteY1" fmla="*/ 499130 h 2305352"/>
                <a:gd name="connsiteX2" fmla="*/ 2065867 w 7563555"/>
                <a:gd name="connsiteY2" fmla="*/ 2417 h 2305352"/>
                <a:gd name="connsiteX3" fmla="*/ 3251201 w 7563555"/>
                <a:gd name="connsiteY3" fmla="*/ 578153 h 2305352"/>
                <a:gd name="connsiteX4" fmla="*/ 3989029 w 7563555"/>
                <a:gd name="connsiteY4" fmla="*/ 433103 h 2305352"/>
                <a:gd name="connsiteX5" fmla="*/ 7563555 w 7563555"/>
                <a:gd name="connsiteY5" fmla="*/ 442685 h 2305352"/>
                <a:gd name="connsiteX0" fmla="*/ 0 w 7563555"/>
                <a:gd name="connsiteY0" fmla="*/ 2305352 h 2305352"/>
                <a:gd name="connsiteX1" fmla="*/ 1140178 w 7563555"/>
                <a:gd name="connsiteY1" fmla="*/ 499130 h 2305352"/>
                <a:gd name="connsiteX2" fmla="*/ 2065867 w 7563555"/>
                <a:gd name="connsiteY2" fmla="*/ 2417 h 2305352"/>
                <a:gd name="connsiteX3" fmla="*/ 3251201 w 7563555"/>
                <a:gd name="connsiteY3" fmla="*/ 578153 h 2305352"/>
                <a:gd name="connsiteX4" fmla="*/ 3989029 w 7563555"/>
                <a:gd name="connsiteY4" fmla="*/ 433103 h 2305352"/>
                <a:gd name="connsiteX5" fmla="*/ 7563555 w 7563555"/>
                <a:gd name="connsiteY5" fmla="*/ 442685 h 2305352"/>
                <a:gd name="connsiteX0" fmla="*/ 0 w 7563555"/>
                <a:gd name="connsiteY0" fmla="*/ 2313430 h 2313430"/>
                <a:gd name="connsiteX1" fmla="*/ 1140178 w 7563555"/>
                <a:gd name="connsiteY1" fmla="*/ 507208 h 2313430"/>
                <a:gd name="connsiteX2" fmla="*/ 2065867 w 7563555"/>
                <a:gd name="connsiteY2" fmla="*/ 10495 h 2313430"/>
                <a:gd name="connsiteX3" fmla="*/ 3251201 w 7563555"/>
                <a:gd name="connsiteY3" fmla="*/ 586231 h 2313430"/>
                <a:gd name="connsiteX4" fmla="*/ 3989029 w 7563555"/>
                <a:gd name="connsiteY4" fmla="*/ 441181 h 2313430"/>
                <a:gd name="connsiteX5" fmla="*/ 7563555 w 7563555"/>
                <a:gd name="connsiteY5" fmla="*/ 450763 h 2313430"/>
                <a:gd name="connsiteX0" fmla="*/ 0 w 7563555"/>
                <a:gd name="connsiteY0" fmla="*/ 2326330 h 2326330"/>
                <a:gd name="connsiteX1" fmla="*/ 1140178 w 7563555"/>
                <a:gd name="connsiteY1" fmla="*/ 520108 h 2326330"/>
                <a:gd name="connsiteX2" fmla="*/ 2077156 w 7563555"/>
                <a:gd name="connsiteY2" fmla="*/ 817 h 2326330"/>
                <a:gd name="connsiteX3" fmla="*/ 3251201 w 7563555"/>
                <a:gd name="connsiteY3" fmla="*/ 599131 h 2326330"/>
                <a:gd name="connsiteX4" fmla="*/ 3989029 w 7563555"/>
                <a:gd name="connsiteY4" fmla="*/ 454081 h 2326330"/>
                <a:gd name="connsiteX5" fmla="*/ 7563555 w 7563555"/>
                <a:gd name="connsiteY5" fmla="*/ 463663 h 2326330"/>
                <a:gd name="connsiteX0" fmla="*/ 0 w 7563555"/>
                <a:gd name="connsiteY0" fmla="*/ 2465939 h 2465939"/>
                <a:gd name="connsiteX1" fmla="*/ 1140178 w 7563555"/>
                <a:gd name="connsiteY1" fmla="*/ 659717 h 2465939"/>
                <a:gd name="connsiteX2" fmla="*/ 1904645 w 7563555"/>
                <a:gd name="connsiteY2" fmla="*/ 475 h 2465939"/>
                <a:gd name="connsiteX3" fmla="*/ 3251201 w 7563555"/>
                <a:gd name="connsiteY3" fmla="*/ 738740 h 2465939"/>
                <a:gd name="connsiteX4" fmla="*/ 3989029 w 7563555"/>
                <a:gd name="connsiteY4" fmla="*/ 593690 h 2465939"/>
                <a:gd name="connsiteX5" fmla="*/ 7563555 w 7563555"/>
                <a:gd name="connsiteY5" fmla="*/ 603272 h 2465939"/>
                <a:gd name="connsiteX0" fmla="*/ 0 w 7563555"/>
                <a:gd name="connsiteY0" fmla="*/ 2465718 h 2465718"/>
                <a:gd name="connsiteX1" fmla="*/ 946104 w 7563555"/>
                <a:gd name="connsiteY1" fmla="*/ 679488 h 2465718"/>
                <a:gd name="connsiteX2" fmla="*/ 1904645 w 7563555"/>
                <a:gd name="connsiteY2" fmla="*/ 254 h 2465718"/>
                <a:gd name="connsiteX3" fmla="*/ 3251201 w 7563555"/>
                <a:gd name="connsiteY3" fmla="*/ 738519 h 2465718"/>
                <a:gd name="connsiteX4" fmla="*/ 3989029 w 7563555"/>
                <a:gd name="connsiteY4" fmla="*/ 593469 h 2465718"/>
                <a:gd name="connsiteX5" fmla="*/ 7563555 w 7563555"/>
                <a:gd name="connsiteY5" fmla="*/ 603051 h 2465718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3989029 w 7563555"/>
                <a:gd name="connsiteY4" fmla="*/ 593467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73474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73474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13494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13494 h 2465716"/>
                <a:gd name="connsiteX5" fmla="*/ 7563555 w 7563555"/>
                <a:gd name="connsiteY5" fmla="*/ 603049 h 2465716"/>
                <a:gd name="connsiteX0" fmla="*/ 0 w 7541991"/>
                <a:gd name="connsiteY0" fmla="*/ 2465716 h 2465716"/>
                <a:gd name="connsiteX1" fmla="*/ 946104 w 7541991"/>
                <a:gd name="connsiteY1" fmla="*/ 679486 h 2465716"/>
                <a:gd name="connsiteX2" fmla="*/ 1904645 w 7541991"/>
                <a:gd name="connsiteY2" fmla="*/ 252 h 2465716"/>
                <a:gd name="connsiteX3" fmla="*/ 3251201 w 7541991"/>
                <a:gd name="connsiteY3" fmla="*/ 738517 h 2465716"/>
                <a:gd name="connsiteX4" fmla="*/ 4312488 w 7541991"/>
                <a:gd name="connsiteY4" fmla="*/ 513494 h 2465716"/>
                <a:gd name="connsiteX5" fmla="*/ 7541991 w 7541991"/>
                <a:gd name="connsiteY5" fmla="*/ 583055 h 246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1991" h="2465716">
                  <a:moveTo>
                    <a:pt x="0" y="2465716"/>
                  </a:moveTo>
                  <a:cubicBezTo>
                    <a:pt x="403577" y="1843886"/>
                    <a:pt x="628663" y="1090397"/>
                    <a:pt x="946104" y="679486"/>
                  </a:cubicBezTo>
                  <a:cubicBezTo>
                    <a:pt x="1263545" y="268575"/>
                    <a:pt x="1520462" y="-9587"/>
                    <a:pt x="1904645" y="252"/>
                  </a:cubicBezTo>
                  <a:cubicBezTo>
                    <a:pt x="2288828" y="10091"/>
                    <a:pt x="2849894" y="652977"/>
                    <a:pt x="3251201" y="738517"/>
                  </a:cubicBezTo>
                  <a:cubicBezTo>
                    <a:pt x="3652508" y="824057"/>
                    <a:pt x="3697402" y="544303"/>
                    <a:pt x="4312488" y="513494"/>
                  </a:cubicBezTo>
                  <a:lnTo>
                    <a:pt x="7541991" y="583055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 dirty="0"/>
            </a:p>
          </p:txBody>
        </p:sp>
        <p:cxnSp>
          <p:nvCxnSpPr>
            <p:cNvPr id="97" name="直线连接符 96">
              <a:extLst>
                <a:ext uri="{FF2B5EF4-FFF2-40B4-BE49-F238E27FC236}">
                  <a16:creationId xmlns:a16="http://schemas.microsoft.com/office/drawing/2014/main" id="{C3D24374-C176-4255-6134-0D320AAA42A2}"/>
                </a:ext>
              </a:extLst>
            </p:cNvPr>
            <p:cNvCxnSpPr>
              <a:cxnSpLocks/>
              <a:endCxn id="95" idx="0"/>
            </p:cNvCxnSpPr>
            <p:nvPr/>
          </p:nvCxnSpPr>
          <p:spPr>
            <a:xfrm flipH="1">
              <a:off x="5340790" y="5314258"/>
              <a:ext cx="1317" cy="1028978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916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/>
      <p:bldP spid="79" grpId="0"/>
      <p:bldP spid="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27271" y="358106"/>
            <a:ext cx="5040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欠阻尼二阶系统单位阶跃响应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57ECC45-52E0-8B66-77E4-7FE9905381C2}"/>
                  </a:ext>
                </a:extLst>
              </p:cNvPr>
              <p:cNvSpPr txBox="1"/>
              <p:nvPr/>
            </p:nvSpPr>
            <p:spPr>
              <a:xfrm>
                <a:off x="910630" y="1020465"/>
                <a:ext cx="2118018" cy="615630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峰值时间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kumimoji="1" lang="zh-CN" alt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57ECC45-52E0-8B66-77E4-7FE990538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30" y="1020465"/>
                <a:ext cx="2118018" cy="615630"/>
              </a:xfrm>
              <a:prstGeom prst="flowChartAlternateProcess">
                <a:avLst/>
              </a:prstGeom>
              <a:blipFill>
                <a:blip r:embed="rId3"/>
                <a:stretch>
                  <a:fillRect l="-4118" t="-3922" b="-15686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04D70CD-45A9-6931-829D-AC741DFE3F5F}"/>
                  </a:ext>
                </a:extLst>
              </p:cNvPr>
              <p:cNvSpPr txBox="1"/>
              <p:nvPr/>
            </p:nvSpPr>
            <p:spPr>
              <a:xfrm>
                <a:off x="286456" y="1728682"/>
                <a:ext cx="11617499" cy="1205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d>
                                    <m:d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</m:sSup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</m:sSup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04D70CD-45A9-6931-829D-AC741DFE3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56" y="1728682"/>
                <a:ext cx="11617499" cy="1205202"/>
              </a:xfrm>
              <a:prstGeom prst="rect">
                <a:avLst/>
              </a:prstGeom>
              <a:blipFill>
                <a:blip r:embed="rId4"/>
                <a:stretch>
                  <a:fillRect l="-6114" t="-178947" b="-24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8B2ED892-BEF6-B1D1-5723-BA69BF654B99}"/>
              </a:ext>
            </a:extLst>
          </p:cNvPr>
          <p:cNvGrpSpPr/>
          <p:nvPr/>
        </p:nvGrpSpPr>
        <p:grpSpPr>
          <a:xfrm>
            <a:off x="7230739" y="3990684"/>
            <a:ext cx="4605668" cy="2871268"/>
            <a:chOff x="4160938" y="4039622"/>
            <a:chExt cx="4605668" cy="2871268"/>
          </a:xfrm>
        </p:grpSpPr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769BB7F3-1FA9-3E87-353D-CC6ABB79B5E9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4247188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03DA7230-5EBE-F2DD-8A5D-9F821D210D4B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4780723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C12E780-9C1D-15BC-7286-F1BD8E1516B2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5314258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CE23823E-6348-EC5E-99E8-94338022CA48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5847793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5EF22D27-0664-72AD-85C6-4AB1A674EEE6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6381328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F85F9DAB-7227-5474-6469-5044E563B0DD}"/>
                </a:ext>
              </a:extLst>
            </p:cNvPr>
            <p:cNvCxnSpPr>
              <a:cxnSpLocks/>
            </p:cNvCxnSpPr>
            <p:nvPr/>
          </p:nvCxnSpPr>
          <p:spPr>
            <a:xfrm>
              <a:off x="4807006" y="424718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A229AEE0-1AD5-F66F-9A1C-8973BD4E5827}"/>
                </a:ext>
              </a:extLst>
            </p:cNvPr>
            <p:cNvCxnSpPr>
              <a:cxnSpLocks/>
            </p:cNvCxnSpPr>
            <p:nvPr/>
          </p:nvCxnSpPr>
          <p:spPr>
            <a:xfrm>
              <a:off x="8766606" y="424718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25781994-124B-C431-94E9-8F0B8D43F571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73" y="424718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连接符 88">
              <a:extLst>
                <a:ext uri="{FF2B5EF4-FFF2-40B4-BE49-F238E27FC236}">
                  <a16:creationId xmlns:a16="http://schemas.microsoft.com/office/drawing/2014/main" id="{0F35E99B-C5EE-B436-C523-29D166889E74}"/>
                </a:ext>
              </a:extLst>
            </p:cNvPr>
            <p:cNvCxnSpPr>
              <a:cxnSpLocks/>
            </p:cNvCxnSpPr>
            <p:nvPr/>
          </p:nvCxnSpPr>
          <p:spPr>
            <a:xfrm>
              <a:off x="7446740" y="424718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23BFCEF-45A6-1D8F-A7CD-8B9D05876B54}"/>
                    </a:ext>
                  </a:extLst>
                </p:cNvPr>
                <p:cNvSpPr txBox="1"/>
                <p:nvPr/>
              </p:nvSpPr>
              <p:spPr>
                <a:xfrm>
                  <a:off x="4160938" y="4039622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23BFCEF-45A6-1D8F-A7CD-8B9D05876B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0938" y="4039622"/>
                  <a:ext cx="501226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7317" r="-341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622CA516-79BC-BB85-1CA4-59206FF560A6}"/>
                    </a:ext>
                  </a:extLst>
                </p:cNvPr>
                <p:cNvSpPr txBox="1"/>
                <p:nvPr/>
              </p:nvSpPr>
              <p:spPr>
                <a:xfrm>
                  <a:off x="4160938" y="4549890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622CA516-79BC-BB85-1CA4-59206FF56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0938" y="4549890"/>
                  <a:ext cx="501226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7317" r="-341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C0C15E3-DA8F-62CA-9FC0-081C7D075648}"/>
                    </a:ext>
                  </a:extLst>
                </p:cNvPr>
                <p:cNvSpPr txBox="1"/>
                <p:nvPr/>
              </p:nvSpPr>
              <p:spPr>
                <a:xfrm>
                  <a:off x="4160938" y="5083425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C0C15E3-DA8F-62CA-9FC0-081C7D075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0938" y="5083425"/>
                  <a:ext cx="50122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7317" r="-341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C4B50965-CE98-AFD2-A528-E66AA379BA9E}"/>
                    </a:ext>
                  </a:extLst>
                </p:cNvPr>
                <p:cNvSpPr txBox="1"/>
                <p:nvPr/>
              </p:nvSpPr>
              <p:spPr>
                <a:xfrm>
                  <a:off x="4160938" y="5616960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C4B50965-CE98-AFD2-A528-E66AA379B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0938" y="5616960"/>
                  <a:ext cx="50122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7317" r="-341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DA4ECE8A-DEDA-ED3A-6C3F-E75F5157BD78}"/>
                    </a:ext>
                  </a:extLst>
                </p:cNvPr>
                <p:cNvSpPr txBox="1"/>
                <p:nvPr/>
              </p:nvSpPr>
              <p:spPr>
                <a:xfrm>
                  <a:off x="4305411" y="6150495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DA4ECE8A-DEDA-ED3A-6C3F-E75F5157BD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5411" y="6150495"/>
                  <a:ext cx="501226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1F238572-69B2-32CB-7D51-1CC32AFE0505}"/>
                    </a:ext>
                  </a:extLst>
                </p:cNvPr>
                <p:cNvSpPr txBox="1"/>
                <p:nvPr/>
              </p:nvSpPr>
              <p:spPr>
                <a:xfrm>
                  <a:off x="5552133" y="6354456"/>
                  <a:ext cx="501226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1F238572-69B2-32CB-7D51-1CC32AFE05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2133" y="6354456"/>
                  <a:ext cx="501226" cy="556434"/>
                </a:xfrm>
                <a:prstGeom prst="rect">
                  <a:avLst/>
                </a:prstGeom>
                <a:blipFill>
                  <a:blip r:embed="rId10"/>
                  <a:stretch>
                    <a:fillRect l="-2500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任意形状 95">
              <a:extLst>
                <a:ext uri="{FF2B5EF4-FFF2-40B4-BE49-F238E27FC236}">
                  <a16:creationId xmlns:a16="http://schemas.microsoft.com/office/drawing/2014/main" id="{C8B03964-3920-0EE5-6A99-69942E07BE4A}"/>
                </a:ext>
              </a:extLst>
            </p:cNvPr>
            <p:cNvSpPr/>
            <p:nvPr/>
          </p:nvSpPr>
          <p:spPr>
            <a:xfrm>
              <a:off x="4805645" y="5004722"/>
              <a:ext cx="3948308" cy="1392245"/>
            </a:xfrm>
            <a:custGeom>
              <a:avLst/>
              <a:gdLst>
                <a:gd name="connsiteX0" fmla="*/ 0 w 7563555"/>
                <a:gd name="connsiteY0" fmla="*/ 1903159 h 1903159"/>
                <a:gd name="connsiteX1" fmla="*/ 1174044 w 7563555"/>
                <a:gd name="connsiteY1" fmla="*/ 345292 h 1903159"/>
                <a:gd name="connsiteX2" fmla="*/ 2201333 w 7563555"/>
                <a:gd name="connsiteY2" fmla="*/ 17914 h 1903159"/>
                <a:gd name="connsiteX3" fmla="*/ 2731911 w 7563555"/>
                <a:gd name="connsiteY3" fmla="*/ 40492 h 1903159"/>
                <a:gd name="connsiteX4" fmla="*/ 7563555 w 7563555"/>
                <a:gd name="connsiteY4" fmla="*/ 40492 h 1903159"/>
                <a:gd name="connsiteX0" fmla="*/ 0 w 7563555"/>
                <a:gd name="connsiteY0" fmla="*/ 1885992 h 1885992"/>
                <a:gd name="connsiteX1" fmla="*/ 1174044 w 7563555"/>
                <a:gd name="connsiteY1" fmla="*/ 328125 h 1885992"/>
                <a:gd name="connsiteX2" fmla="*/ 2201333 w 7563555"/>
                <a:gd name="connsiteY2" fmla="*/ 747 h 1885992"/>
                <a:gd name="connsiteX3" fmla="*/ 2731911 w 7563555"/>
                <a:gd name="connsiteY3" fmla="*/ 23325 h 1885992"/>
                <a:gd name="connsiteX4" fmla="*/ 7563555 w 7563555"/>
                <a:gd name="connsiteY4" fmla="*/ 23325 h 1885992"/>
                <a:gd name="connsiteX0" fmla="*/ 0 w 7563555"/>
                <a:gd name="connsiteY0" fmla="*/ 1918282 h 1918282"/>
                <a:gd name="connsiteX1" fmla="*/ 1174044 w 7563555"/>
                <a:gd name="connsiteY1" fmla="*/ 360415 h 1918282"/>
                <a:gd name="connsiteX2" fmla="*/ 2201333 w 7563555"/>
                <a:gd name="connsiteY2" fmla="*/ 33037 h 1918282"/>
                <a:gd name="connsiteX3" fmla="*/ 2731911 w 7563555"/>
                <a:gd name="connsiteY3" fmla="*/ 55615 h 1918282"/>
                <a:gd name="connsiteX4" fmla="*/ 7563555 w 7563555"/>
                <a:gd name="connsiteY4" fmla="*/ 55615 h 1918282"/>
                <a:gd name="connsiteX0" fmla="*/ 0 w 7563555"/>
                <a:gd name="connsiteY0" fmla="*/ 1928847 h 1928847"/>
                <a:gd name="connsiteX1" fmla="*/ 1174044 w 7563555"/>
                <a:gd name="connsiteY1" fmla="*/ 370980 h 1928847"/>
                <a:gd name="connsiteX2" fmla="*/ 2201333 w 7563555"/>
                <a:gd name="connsiteY2" fmla="*/ 43602 h 1928847"/>
                <a:gd name="connsiteX3" fmla="*/ 2731911 w 7563555"/>
                <a:gd name="connsiteY3" fmla="*/ 66180 h 1928847"/>
                <a:gd name="connsiteX4" fmla="*/ 7563555 w 7563555"/>
                <a:gd name="connsiteY4" fmla="*/ 66180 h 1928847"/>
                <a:gd name="connsiteX0" fmla="*/ 0 w 7563555"/>
                <a:gd name="connsiteY0" fmla="*/ 1908323 h 1908323"/>
                <a:gd name="connsiteX1" fmla="*/ 1174044 w 7563555"/>
                <a:gd name="connsiteY1" fmla="*/ 350456 h 1908323"/>
                <a:gd name="connsiteX2" fmla="*/ 2212622 w 7563555"/>
                <a:gd name="connsiteY2" fmla="*/ 500 h 1908323"/>
                <a:gd name="connsiteX3" fmla="*/ 2731911 w 7563555"/>
                <a:gd name="connsiteY3" fmla="*/ 45656 h 1908323"/>
                <a:gd name="connsiteX4" fmla="*/ 7563555 w 7563555"/>
                <a:gd name="connsiteY4" fmla="*/ 45656 h 1908323"/>
                <a:gd name="connsiteX0" fmla="*/ 0 w 7563555"/>
                <a:gd name="connsiteY0" fmla="*/ 1908323 h 1908323"/>
                <a:gd name="connsiteX1" fmla="*/ 1174044 w 7563555"/>
                <a:gd name="connsiteY1" fmla="*/ 350456 h 1908323"/>
                <a:gd name="connsiteX2" fmla="*/ 2212622 w 7563555"/>
                <a:gd name="connsiteY2" fmla="*/ 500 h 1908323"/>
                <a:gd name="connsiteX3" fmla="*/ 2731911 w 7563555"/>
                <a:gd name="connsiteY3" fmla="*/ 45656 h 1908323"/>
                <a:gd name="connsiteX4" fmla="*/ 7563555 w 7563555"/>
                <a:gd name="connsiteY4" fmla="*/ 45656 h 1908323"/>
                <a:gd name="connsiteX0" fmla="*/ 0 w 7563555"/>
                <a:gd name="connsiteY0" fmla="*/ 1922659 h 1922659"/>
                <a:gd name="connsiteX1" fmla="*/ 1174044 w 7563555"/>
                <a:gd name="connsiteY1" fmla="*/ 364792 h 1922659"/>
                <a:gd name="connsiteX2" fmla="*/ 2212622 w 7563555"/>
                <a:gd name="connsiteY2" fmla="*/ 14836 h 1922659"/>
                <a:gd name="connsiteX3" fmla="*/ 2935111 w 7563555"/>
                <a:gd name="connsiteY3" fmla="*/ 59992 h 1922659"/>
                <a:gd name="connsiteX4" fmla="*/ 7563555 w 7563555"/>
                <a:gd name="connsiteY4" fmla="*/ 59992 h 1922659"/>
                <a:gd name="connsiteX0" fmla="*/ 0 w 7563555"/>
                <a:gd name="connsiteY0" fmla="*/ 1919142 h 1919142"/>
                <a:gd name="connsiteX1" fmla="*/ 1174044 w 7563555"/>
                <a:gd name="connsiteY1" fmla="*/ 361275 h 1919142"/>
                <a:gd name="connsiteX2" fmla="*/ 2212622 w 7563555"/>
                <a:gd name="connsiteY2" fmla="*/ 11319 h 1919142"/>
                <a:gd name="connsiteX3" fmla="*/ 2698044 w 7563555"/>
                <a:gd name="connsiteY3" fmla="*/ 79053 h 1919142"/>
                <a:gd name="connsiteX4" fmla="*/ 7563555 w 7563555"/>
                <a:gd name="connsiteY4" fmla="*/ 56475 h 1919142"/>
                <a:gd name="connsiteX0" fmla="*/ 0 w 7563555"/>
                <a:gd name="connsiteY0" fmla="*/ 1911953 h 1911953"/>
                <a:gd name="connsiteX1" fmla="*/ 1174044 w 7563555"/>
                <a:gd name="connsiteY1" fmla="*/ 354086 h 1911953"/>
                <a:gd name="connsiteX2" fmla="*/ 2212622 w 7563555"/>
                <a:gd name="connsiteY2" fmla="*/ 4130 h 1911953"/>
                <a:gd name="connsiteX3" fmla="*/ 2698044 w 7563555"/>
                <a:gd name="connsiteY3" fmla="*/ 71864 h 1911953"/>
                <a:gd name="connsiteX4" fmla="*/ 7563555 w 7563555"/>
                <a:gd name="connsiteY4" fmla="*/ 49286 h 1911953"/>
                <a:gd name="connsiteX0" fmla="*/ 0 w 7563555"/>
                <a:gd name="connsiteY0" fmla="*/ 1909273 h 1909273"/>
                <a:gd name="connsiteX1" fmla="*/ 1174044 w 7563555"/>
                <a:gd name="connsiteY1" fmla="*/ 351406 h 1909273"/>
                <a:gd name="connsiteX2" fmla="*/ 2212622 w 7563555"/>
                <a:gd name="connsiteY2" fmla="*/ 1450 h 1909273"/>
                <a:gd name="connsiteX3" fmla="*/ 2698044 w 7563555"/>
                <a:gd name="connsiteY3" fmla="*/ 69184 h 1909273"/>
                <a:gd name="connsiteX4" fmla="*/ 7563555 w 7563555"/>
                <a:gd name="connsiteY4" fmla="*/ 46606 h 1909273"/>
                <a:gd name="connsiteX0" fmla="*/ 0 w 7563555"/>
                <a:gd name="connsiteY0" fmla="*/ 1919141 h 1919141"/>
                <a:gd name="connsiteX1" fmla="*/ 1174044 w 7563555"/>
                <a:gd name="connsiteY1" fmla="*/ 361274 h 1919141"/>
                <a:gd name="connsiteX2" fmla="*/ 2212622 w 7563555"/>
                <a:gd name="connsiteY2" fmla="*/ 11318 h 1919141"/>
                <a:gd name="connsiteX3" fmla="*/ 2709333 w 7563555"/>
                <a:gd name="connsiteY3" fmla="*/ 79052 h 1919141"/>
                <a:gd name="connsiteX4" fmla="*/ 7563555 w 7563555"/>
                <a:gd name="connsiteY4" fmla="*/ 56474 h 1919141"/>
                <a:gd name="connsiteX0" fmla="*/ 0 w 7563555"/>
                <a:gd name="connsiteY0" fmla="*/ 1911953 h 1911953"/>
                <a:gd name="connsiteX1" fmla="*/ 1174044 w 7563555"/>
                <a:gd name="connsiteY1" fmla="*/ 354086 h 1911953"/>
                <a:gd name="connsiteX2" fmla="*/ 2212622 w 7563555"/>
                <a:gd name="connsiteY2" fmla="*/ 4130 h 1911953"/>
                <a:gd name="connsiteX3" fmla="*/ 2709333 w 7563555"/>
                <a:gd name="connsiteY3" fmla="*/ 71864 h 1911953"/>
                <a:gd name="connsiteX4" fmla="*/ 7563555 w 7563555"/>
                <a:gd name="connsiteY4" fmla="*/ 49286 h 1911953"/>
                <a:gd name="connsiteX0" fmla="*/ 0 w 7563555"/>
                <a:gd name="connsiteY0" fmla="*/ 2156178 h 2156178"/>
                <a:gd name="connsiteX1" fmla="*/ 1174044 w 7563555"/>
                <a:gd name="connsiteY1" fmla="*/ 598311 h 2156178"/>
                <a:gd name="connsiteX2" fmla="*/ 2212622 w 7563555"/>
                <a:gd name="connsiteY2" fmla="*/ 248355 h 2156178"/>
                <a:gd name="connsiteX3" fmla="*/ 3465689 w 7563555"/>
                <a:gd name="connsiteY3" fmla="*/ 0 h 2156178"/>
                <a:gd name="connsiteX4" fmla="*/ 7563555 w 7563555"/>
                <a:gd name="connsiteY4" fmla="*/ 293511 h 2156178"/>
                <a:gd name="connsiteX0" fmla="*/ 0 w 7563555"/>
                <a:gd name="connsiteY0" fmla="*/ 1922660 h 1922660"/>
                <a:gd name="connsiteX1" fmla="*/ 1174044 w 7563555"/>
                <a:gd name="connsiteY1" fmla="*/ 364793 h 1922660"/>
                <a:gd name="connsiteX2" fmla="*/ 2212622 w 7563555"/>
                <a:gd name="connsiteY2" fmla="*/ 14837 h 1922660"/>
                <a:gd name="connsiteX3" fmla="*/ 2923822 w 7563555"/>
                <a:gd name="connsiteY3" fmla="*/ 59993 h 1922660"/>
                <a:gd name="connsiteX4" fmla="*/ 7563555 w 7563555"/>
                <a:gd name="connsiteY4" fmla="*/ 59993 h 1922660"/>
                <a:gd name="connsiteX0" fmla="*/ 0 w 7563555"/>
                <a:gd name="connsiteY0" fmla="*/ 1920780 h 1920780"/>
                <a:gd name="connsiteX1" fmla="*/ 1174044 w 7563555"/>
                <a:gd name="connsiteY1" fmla="*/ 362913 h 1920780"/>
                <a:gd name="connsiteX2" fmla="*/ 2212622 w 7563555"/>
                <a:gd name="connsiteY2" fmla="*/ 12957 h 1920780"/>
                <a:gd name="connsiteX3" fmla="*/ 2878667 w 7563555"/>
                <a:gd name="connsiteY3" fmla="*/ 69402 h 1920780"/>
                <a:gd name="connsiteX4" fmla="*/ 7563555 w 7563555"/>
                <a:gd name="connsiteY4" fmla="*/ 58113 h 1920780"/>
                <a:gd name="connsiteX0" fmla="*/ 0 w 7563555"/>
                <a:gd name="connsiteY0" fmla="*/ 1920462 h 1920462"/>
                <a:gd name="connsiteX1" fmla="*/ 1174044 w 7563555"/>
                <a:gd name="connsiteY1" fmla="*/ 362595 h 1920462"/>
                <a:gd name="connsiteX2" fmla="*/ 2212622 w 7563555"/>
                <a:gd name="connsiteY2" fmla="*/ 12639 h 1920462"/>
                <a:gd name="connsiteX3" fmla="*/ 2878667 w 7563555"/>
                <a:gd name="connsiteY3" fmla="*/ 69084 h 1920462"/>
                <a:gd name="connsiteX4" fmla="*/ 7563555 w 7563555"/>
                <a:gd name="connsiteY4" fmla="*/ 57795 h 1920462"/>
                <a:gd name="connsiteX0" fmla="*/ 0 w 7563555"/>
                <a:gd name="connsiteY0" fmla="*/ 1920462 h 1920462"/>
                <a:gd name="connsiteX1" fmla="*/ 1174044 w 7563555"/>
                <a:gd name="connsiteY1" fmla="*/ 362595 h 1920462"/>
                <a:gd name="connsiteX2" fmla="*/ 2212622 w 7563555"/>
                <a:gd name="connsiteY2" fmla="*/ 12639 h 1920462"/>
                <a:gd name="connsiteX3" fmla="*/ 2878667 w 7563555"/>
                <a:gd name="connsiteY3" fmla="*/ 69084 h 1920462"/>
                <a:gd name="connsiteX4" fmla="*/ 7563555 w 7563555"/>
                <a:gd name="connsiteY4" fmla="*/ 57795 h 1920462"/>
                <a:gd name="connsiteX0" fmla="*/ 0 w 7563555"/>
                <a:gd name="connsiteY0" fmla="*/ 1920462 h 1920462"/>
                <a:gd name="connsiteX1" fmla="*/ 1174044 w 7563555"/>
                <a:gd name="connsiteY1" fmla="*/ 362595 h 1920462"/>
                <a:gd name="connsiteX2" fmla="*/ 2212622 w 7563555"/>
                <a:gd name="connsiteY2" fmla="*/ 12639 h 1920462"/>
                <a:gd name="connsiteX3" fmla="*/ 2878667 w 7563555"/>
                <a:gd name="connsiteY3" fmla="*/ 69084 h 1920462"/>
                <a:gd name="connsiteX4" fmla="*/ 7563555 w 7563555"/>
                <a:gd name="connsiteY4" fmla="*/ 57795 h 1920462"/>
                <a:gd name="connsiteX0" fmla="*/ 0 w 7563555"/>
                <a:gd name="connsiteY0" fmla="*/ 1912821 h 1912821"/>
                <a:gd name="connsiteX1" fmla="*/ 1174044 w 7563555"/>
                <a:gd name="connsiteY1" fmla="*/ 354954 h 1912821"/>
                <a:gd name="connsiteX2" fmla="*/ 2212622 w 7563555"/>
                <a:gd name="connsiteY2" fmla="*/ 4998 h 1912821"/>
                <a:gd name="connsiteX3" fmla="*/ 2878667 w 7563555"/>
                <a:gd name="connsiteY3" fmla="*/ 61443 h 1912821"/>
                <a:gd name="connsiteX4" fmla="*/ 7563555 w 7563555"/>
                <a:gd name="connsiteY4" fmla="*/ 50154 h 1912821"/>
                <a:gd name="connsiteX0" fmla="*/ 0 w 7563555"/>
                <a:gd name="connsiteY0" fmla="*/ 1916453 h 1916453"/>
                <a:gd name="connsiteX1" fmla="*/ 1174044 w 7563555"/>
                <a:gd name="connsiteY1" fmla="*/ 358586 h 1916453"/>
                <a:gd name="connsiteX2" fmla="*/ 2212622 w 7563555"/>
                <a:gd name="connsiteY2" fmla="*/ 8630 h 1916453"/>
                <a:gd name="connsiteX3" fmla="*/ 2878667 w 7563555"/>
                <a:gd name="connsiteY3" fmla="*/ 65075 h 1916453"/>
                <a:gd name="connsiteX4" fmla="*/ 7563555 w 7563555"/>
                <a:gd name="connsiteY4" fmla="*/ 53786 h 1916453"/>
                <a:gd name="connsiteX0" fmla="*/ 0 w 7563555"/>
                <a:gd name="connsiteY0" fmla="*/ 1912821 h 1912821"/>
                <a:gd name="connsiteX1" fmla="*/ 1174044 w 7563555"/>
                <a:gd name="connsiteY1" fmla="*/ 354954 h 1912821"/>
                <a:gd name="connsiteX2" fmla="*/ 2212622 w 7563555"/>
                <a:gd name="connsiteY2" fmla="*/ 4998 h 1912821"/>
                <a:gd name="connsiteX3" fmla="*/ 2878667 w 7563555"/>
                <a:gd name="connsiteY3" fmla="*/ 61443 h 1912821"/>
                <a:gd name="connsiteX4" fmla="*/ 7563555 w 7563555"/>
                <a:gd name="connsiteY4" fmla="*/ 50154 h 1912821"/>
                <a:gd name="connsiteX0" fmla="*/ 0 w 7563555"/>
                <a:gd name="connsiteY0" fmla="*/ 2090577 h 2090577"/>
                <a:gd name="connsiteX1" fmla="*/ 1174044 w 7563555"/>
                <a:gd name="connsiteY1" fmla="*/ 532710 h 2090577"/>
                <a:gd name="connsiteX2" fmla="*/ 1952978 w 7563555"/>
                <a:gd name="connsiteY2" fmla="*/ 2131 h 2090577"/>
                <a:gd name="connsiteX3" fmla="*/ 2878667 w 7563555"/>
                <a:gd name="connsiteY3" fmla="*/ 239199 h 2090577"/>
                <a:gd name="connsiteX4" fmla="*/ 7563555 w 7563555"/>
                <a:gd name="connsiteY4" fmla="*/ 227910 h 2090577"/>
                <a:gd name="connsiteX0" fmla="*/ 0 w 7563555"/>
                <a:gd name="connsiteY0" fmla="*/ 2092590 h 2092590"/>
                <a:gd name="connsiteX1" fmla="*/ 1174044 w 7563555"/>
                <a:gd name="connsiteY1" fmla="*/ 534723 h 2092590"/>
                <a:gd name="connsiteX2" fmla="*/ 1952978 w 7563555"/>
                <a:gd name="connsiteY2" fmla="*/ 4144 h 2092590"/>
                <a:gd name="connsiteX3" fmla="*/ 2878667 w 7563555"/>
                <a:gd name="connsiteY3" fmla="*/ 241212 h 2092590"/>
                <a:gd name="connsiteX4" fmla="*/ 7563555 w 7563555"/>
                <a:gd name="connsiteY4" fmla="*/ 229923 h 2092590"/>
                <a:gd name="connsiteX0" fmla="*/ 0 w 7563555"/>
                <a:gd name="connsiteY0" fmla="*/ 2105717 h 2105717"/>
                <a:gd name="connsiteX1" fmla="*/ 1174044 w 7563555"/>
                <a:gd name="connsiteY1" fmla="*/ 547850 h 2105717"/>
                <a:gd name="connsiteX2" fmla="*/ 1952978 w 7563555"/>
                <a:gd name="connsiteY2" fmla="*/ 17271 h 2105717"/>
                <a:gd name="connsiteX3" fmla="*/ 3172178 w 7563555"/>
                <a:gd name="connsiteY3" fmla="*/ 209184 h 2105717"/>
                <a:gd name="connsiteX4" fmla="*/ 7563555 w 7563555"/>
                <a:gd name="connsiteY4" fmla="*/ 243050 h 2105717"/>
                <a:gd name="connsiteX0" fmla="*/ 0 w 7563555"/>
                <a:gd name="connsiteY0" fmla="*/ 2098211 h 2098211"/>
                <a:gd name="connsiteX1" fmla="*/ 1174044 w 7563555"/>
                <a:gd name="connsiteY1" fmla="*/ 540344 h 2098211"/>
                <a:gd name="connsiteX2" fmla="*/ 1952978 w 7563555"/>
                <a:gd name="connsiteY2" fmla="*/ 9765 h 2098211"/>
                <a:gd name="connsiteX3" fmla="*/ 3172178 w 7563555"/>
                <a:gd name="connsiteY3" fmla="*/ 201678 h 2098211"/>
                <a:gd name="connsiteX4" fmla="*/ 3526184 w 7563555"/>
                <a:gd name="connsiteY4" fmla="*/ 271118 h 2098211"/>
                <a:gd name="connsiteX5" fmla="*/ 7563555 w 7563555"/>
                <a:gd name="connsiteY5" fmla="*/ 235544 h 2098211"/>
                <a:gd name="connsiteX0" fmla="*/ 0 w 7563555"/>
                <a:gd name="connsiteY0" fmla="*/ 2097934 h 2097934"/>
                <a:gd name="connsiteX1" fmla="*/ 1174044 w 7563555"/>
                <a:gd name="connsiteY1" fmla="*/ 540067 h 2097934"/>
                <a:gd name="connsiteX2" fmla="*/ 1952978 w 7563555"/>
                <a:gd name="connsiteY2" fmla="*/ 9488 h 2097934"/>
                <a:gd name="connsiteX3" fmla="*/ 3172178 w 7563555"/>
                <a:gd name="connsiteY3" fmla="*/ 201401 h 2097934"/>
                <a:gd name="connsiteX4" fmla="*/ 3989029 w 7563555"/>
                <a:gd name="connsiteY4" fmla="*/ 225685 h 2097934"/>
                <a:gd name="connsiteX5" fmla="*/ 7563555 w 7563555"/>
                <a:gd name="connsiteY5" fmla="*/ 235267 h 2097934"/>
                <a:gd name="connsiteX0" fmla="*/ 0 w 7563555"/>
                <a:gd name="connsiteY0" fmla="*/ 2089903 h 2089903"/>
                <a:gd name="connsiteX1" fmla="*/ 1072444 w 7563555"/>
                <a:gd name="connsiteY1" fmla="*/ 272392 h 2089903"/>
                <a:gd name="connsiteX2" fmla="*/ 1952978 w 7563555"/>
                <a:gd name="connsiteY2" fmla="*/ 1457 h 2089903"/>
                <a:gd name="connsiteX3" fmla="*/ 3172178 w 7563555"/>
                <a:gd name="connsiteY3" fmla="*/ 193370 h 2089903"/>
                <a:gd name="connsiteX4" fmla="*/ 3989029 w 7563555"/>
                <a:gd name="connsiteY4" fmla="*/ 217654 h 2089903"/>
                <a:gd name="connsiteX5" fmla="*/ 7563555 w 7563555"/>
                <a:gd name="connsiteY5" fmla="*/ 227236 h 2089903"/>
                <a:gd name="connsiteX0" fmla="*/ 0 w 7563555"/>
                <a:gd name="connsiteY0" fmla="*/ 2303299 h 2303299"/>
                <a:gd name="connsiteX1" fmla="*/ 1072444 w 7563555"/>
                <a:gd name="connsiteY1" fmla="*/ 485788 h 2303299"/>
                <a:gd name="connsiteX2" fmla="*/ 2065867 w 7563555"/>
                <a:gd name="connsiteY2" fmla="*/ 364 h 2303299"/>
                <a:gd name="connsiteX3" fmla="*/ 3172178 w 7563555"/>
                <a:gd name="connsiteY3" fmla="*/ 406766 h 2303299"/>
                <a:gd name="connsiteX4" fmla="*/ 3989029 w 7563555"/>
                <a:gd name="connsiteY4" fmla="*/ 431050 h 2303299"/>
                <a:gd name="connsiteX5" fmla="*/ 7563555 w 7563555"/>
                <a:gd name="connsiteY5" fmla="*/ 440632 h 2303299"/>
                <a:gd name="connsiteX0" fmla="*/ 0 w 7563555"/>
                <a:gd name="connsiteY0" fmla="*/ 2306612 h 2306612"/>
                <a:gd name="connsiteX1" fmla="*/ 1072444 w 7563555"/>
                <a:gd name="connsiteY1" fmla="*/ 489101 h 2306612"/>
                <a:gd name="connsiteX2" fmla="*/ 2065867 w 7563555"/>
                <a:gd name="connsiteY2" fmla="*/ 3677 h 2306612"/>
                <a:gd name="connsiteX3" fmla="*/ 3285067 w 7563555"/>
                <a:gd name="connsiteY3" fmla="*/ 274613 h 2306612"/>
                <a:gd name="connsiteX4" fmla="*/ 3989029 w 7563555"/>
                <a:gd name="connsiteY4" fmla="*/ 434363 h 2306612"/>
                <a:gd name="connsiteX5" fmla="*/ 7563555 w 7563555"/>
                <a:gd name="connsiteY5" fmla="*/ 443945 h 2306612"/>
                <a:gd name="connsiteX0" fmla="*/ 0 w 7563555"/>
                <a:gd name="connsiteY0" fmla="*/ 2304201 h 2304201"/>
                <a:gd name="connsiteX1" fmla="*/ 1072444 w 7563555"/>
                <a:gd name="connsiteY1" fmla="*/ 486690 h 2304201"/>
                <a:gd name="connsiteX2" fmla="*/ 2065867 w 7563555"/>
                <a:gd name="connsiteY2" fmla="*/ 1266 h 2304201"/>
                <a:gd name="connsiteX3" fmla="*/ 3251201 w 7563555"/>
                <a:gd name="connsiteY3" fmla="*/ 577002 h 2304201"/>
                <a:gd name="connsiteX4" fmla="*/ 3989029 w 7563555"/>
                <a:gd name="connsiteY4" fmla="*/ 431952 h 2304201"/>
                <a:gd name="connsiteX5" fmla="*/ 7563555 w 7563555"/>
                <a:gd name="connsiteY5" fmla="*/ 441534 h 2304201"/>
                <a:gd name="connsiteX0" fmla="*/ 0 w 7563555"/>
                <a:gd name="connsiteY0" fmla="*/ 2304201 h 2304201"/>
                <a:gd name="connsiteX1" fmla="*/ 1072444 w 7563555"/>
                <a:gd name="connsiteY1" fmla="*/ 486690 h 2304201"/>
                <a:gd name="connsiteX2" fmla="*/ 2065867 w 7563555"/>
                <a:gd name="connsiteY2" fmla="*/ 1266 h 2304201"/>
                <a:gd name="connsiteX3" fmla="*/ 3251201 w 7563555"/>
                <a:gd name="connsiteY3" fmla="*/ 577002 h 2304201"/>
                <a:gd name="connsiteX4" fmla="*/ 3989029 w 7563555"/>
                <a:gd name="connsiteY4" fmla="*/ 431952 h 2304201"/>
                <a:gd name="connsiteX5" fmla="*/ 7563555 w 7563555"/>
                <a:gd name="connsiteY5" fmla="*/ 441534 h 2304201"/>
                <a:gd name="connsiteX0" fmla="*/ 0 w 7563555"/>
                <a:gd name="connsiteY0" fmla="*/ 2326297 h 2326297"/>
                <a:gd name="connsiteX1" fmla="*/ 1072444 w 7563555"/>
                <a:gd name="connsiteY1" fmla="*/ 508786 h 2326297"/>
                <a:gd name="connsiteX2" fmla="*/ 2065867 w 7563555"/>
                <a:gd name="connsiteY2" fmla="*/ 23362 h 2326297"/>
                <a:gd name="connsiteX3" fmla="*/ 3251201 w 7563555"/>
                <a:gd name="connsiteY3" fmla="*/ 599098 h 2326297"/>
                <a:gd name="connsiteX4" fmla="*/ 3989029 w 7563555"/>
                <a:gd name="connsiteY4" fmla="*/ 454048 h 2326297"/>
                <a:gd name="connsiteX5" fmla="*/ 7563555 w 7563555"/>
                <a:gd name="connsiteY5" fmla="*/ 463630 h 2326297"/>
                <a:gd name="connsiteX0" fmla="*/ 0 w 7563555"/>
                <a:gd name="connsiteY0" fmla="*/ 2303858 h 2303858"/>
                <a:gd name="connsiteX1" fmla="*/ 1140178 w 7563555"/>
                <a:gd name="connsiteY1" fmla="*/ 497636 h 2303858"/>
                <a:gd name="connsiteX2" fmla="*/ 2065867 w 7563555"/>
                <a:gd name="connsiteY2" fmla="*/ 923 h 2303858"/>
                <a:gd name="connsiteX3" fmla="*/ 3251201 w 7563555"/>
                <a:gd name="connsiteY3" fmla="*/ 576659 h 2303858"/>
                <a:gd name="connsiteX4" fmla="*/ 3989029 w 7563555"/>
                <a:gd name="connsiteY4" fmla="*/ 431609 h 2303858"/>
                <a:gd name="connsiteX5" fmla="*/ 7563555 w 7563555"/>
                <a:gd name="connsiteY5" fmla="*/ 441191 h 2303858"/>
                <a:gd name="connsiteX0" fmla="*/ 0 w 7563555"/>
                <a:gd name="connsiteY0" fmla="*/ 2305352 h 2305352"/>
                <a:gd name="connsiteX1" fmla="*/ 1140178 w 7563555"/>
                <a:gd name="connsiteY1" fmla="*/ 499130 h 2305352"/>
                <a:gd name="connsiteX2" fmla="*/ 2065867 w 7563555"/>
                <a:gd name="connsiteY2" fmla="*/ 2417 h 2305352"/>
                <a:gd name="connsiteX3" fmla="*/ 3251201 w 7563555"/>
                <a:gd name="connsiteY3" fmla="*/ 578153 h 2305352"/>
                <a:gd name="connsiteX4" fmla="*/ 3989029 w 7563555"/>
                <a:gd name="connsiteY4" fmla="*/ 433103 h 2305352"/>
                <a:gd name="connsiteX5" fmla="*/ 7563555 w 7563555"/>
                <a:gd name="connsiteY5" fmla="*/ 442685 h 2305352"/>
                <a:gd name="connsiteX0" fmla="*/ 0 w 7563555"/>
                <a:gd name="connsiteY0" fmla="*/ 2305352 h 2305352"/>
                <a:gd name="connsiteX1" fmla="*/ 1140178 w 7563555"/>
                <a:gd name="connsiteY1" fmla="*/ 499130 h 2305352"/>
                <a:gd name="connsiteX2" fmla="*/ 2065867 w 7563555"/>
                <a:gd name="connsiteY2" fmla="*/ 2417 h 2305352"/>
                <a:gd name="connsiteX3" fmla="*/ 3251201 w 7563555"/>
                <a:gd name="connsiteY3" fmla="*/ 578153 h 2305352"/>
                <a:gd name="connsiteX4" fmla="*/ 3989029 w 7563555"/>
                <a:gd name="connsiteY4" fmla="*/ 433103 h 2305352"/>
                <a:gd name="connsiteX5" fmla="*/ 7563555 w 7563555"/>
                <a:gd name="connsiteY5" fmla="*/ 442685 h 2305352"/>
                <a:gd name="connsiteX0" fmla="*/ 0 w 7563555"/>
                <a:gd name="connsiteY0" fmla="*/ 2305352 h 2305352"/>
                <a:gd name="connsiteX1" fmla="*/ 1140178 w 7563555"/>
                <a:gd name="connsiteY1" fmla="*/ 499130 h 2305352"/>
                <a:gd name="connsiteX2" fmla="*/ 2065867 w 7563555"/>
                <a:gd name="connsiteY2" fmla="*/ 2417 h 2305352"/>
                <a:gd name="connsiteX3" fmla="*/ 3251201 w 7563555"/>
                <a:gd name="connsiteY3" fmla="*/ 578153 h 2305352"/>
                <a:gd name="connsiteX4" fmla="*/ 3989029 w 7563555"/>
                <a:gd name="connsiteY4" fmla="*/ 433103 h 2305352"/>
                <a:gd name="connsiteX5" fmla="*/ 7563555 w 7563555"/>
                <a:gd name="connsiteY5" fmla="*/ 442685 h 2305352"/>
                <a:gd name="connsiteX0" fmla="*/ 0 w 7563555"/>
                <a:gd name="connsiteY0" fmla="*/ 2313430 h 2313430"/>
                <a:gd name="connsiteX1" fmla="*/ 1140178 w 7563555"/>
                <a:gd name="connsiteY1" fmla="*/ 507208 h 2313430"/>
                <a:gd name="connsiteX2" fmla="*/ 2065867 w 7563555"/>
                <a:gd name="connsiteY2" fmla="*/ 10495 h 2313430"/>
                <a:gd name="connsiteX3" fmla="*/ 3251201 w 7563555"/>
                <a:gd name="connsiteY3" fmla="*/ 586231 h 2313430"/>
                <a:gd name="connsiteX4" fmla="*/ 3989029 w 7563555"/>
                <a:gd name="connsiteY4" fmla="*/ 441181 h 2313430"/>
                <a:gd name="connsiteX5" fmla="*/ 7563555 w 7563555"/>
                <a:gd name="connsiteY5" fmla="*/ 450763 h 2313430"/>
                <a:gd name="connsiteX0" fmla="*/ 0 w 7563555"/>
                <a:gd name="connsiteY0" fmla="*/ 2326330 h 2326330"/>
                <a:gd name="connsiteX1" fmla="*/ 1140178 w 7563555"/>
                <a:gd name="connsiteY1" fmla="*/ 520108 h 2326330"/>
                <a:gd name="connsiteX2" fmla="*/ 2077156 w 7563555"/>
                <a:gd name="connsiteY2" fmla="*/ 817 h 2326330"/>
                <a:gd name="connsiteX3" fmla="*/ 3251201 w 7563555"/>
                <a:gd name="connsiteY3" fmla="*/ 599131 h 2326330"/>
                <a:gd name="connsiteX4" fmla="*/ 3989029 w 7563555"/>
                <a:gd name="connsiteY4" fmla="*/ 454081 h 2326330"/>
                <a:gd name="connsiteX5" fmla="*/ 7563555 w 7563555"/>
                <a:gd name="connsiteY5" fmla="*/ 463663 h 2326330"/>
                <a:gd name="connsiteX0" fmla="*/ 0 w 7563555"/>
                <a:gd name="connsiteY0" fmla="*/ 2465939 h 2465939"/>
                <a:gd name="connsiteX1" fmla="*/ 1140178 w 7563555"/>
                <a:gd name="connsiteY1" fmla="*/ 659717 h 2465939"/>
                <a:gd name="connsiteX2" fmla="*/ 1904645 w 7563555"/>
                <a:gd name="connsiteY2" fmla="*/ 475 h 2465939"/>
                <a:gd name="connsiteX3" fmla="*/ 3251201 w 7563555"/>
                <a:gd name="connsiteY3" fmla="*/ 738740 h 2465939"/>
                <a:gd name="connsiteX4" fmla="*/ 3989029 w 7563555"/>
                <a:gd name="connsiteY4" fmla="*/ 593690 h 2465939"/>
                <a:gd name="connsiteX5" fmla="*/ 7563555 w 7563555"/>
                <a:gd name="connsiteY5" fmla="*/ 603272 h 2465939"/>
                <a:gd name="connsiteX0" fmla="*/ 0 w 7563555"/>
                <a:gd name="connsiteY0" fmla="*/ 2465718 h 2465718"/>
                <a:gd name="connsiteX1" fmla="*/ 946104 w 7563555"/>
                <a:gd name="connsiteY1" fmla="*/ 679488 h 2465718"/>
                <a:gd name="connsiteX2" fmla="*/ 1904645 w 7563555"/>
                <a:gd name="connsiteY2" fmla="*/ 254 h 2465718"/>
                <a:gd name="connsiteX3" fmla="*/ 3251201 w 7563555"/>
                <a:gd name="connsiteY3" fmla="*/ 738519 h 2465718"/>
                <a:gd name="connsiteX4" fmla="*/ 3989029 w 7563555"/>
                <a:gd name="connsiteY4" fmla="*/ 593469 h 2465718"/>
                <a:gd name="connsiteX5" fmla="*/ 7563555 w 7563555"/>
                <a:gd name="connsiteY5" fmla="*/ 603051 h 2465718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3989029 w 7563555"/>
                <a:gd name="connsiteY4" fmla="*/ 593467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73474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73474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13494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13494 h 2465716"/>
                <a:gd name="connsiteX5" fmla="*/ 7563555 w 7563555"/>
                <a:gd name="connsiteY5" fmla="*/ 603049 h 2465716"/>
                <a:gd name="connsiteX0" fmla="*/ 0 w 7541991"/>
                <a:gd name="connsiteY0" fmla="*/ 2465716 h 2465716"/>
                <a:gd name="connsiteX1" fmla="*/ 946104 w 7541991"/>
                <a:gd name="connsiteY1" fmla="*/ 679486 h 2465716"/>
                <a:gd name="connsiteX2" fmla="*/ 1904645 w 7541991"/>
                <a:gd name="connsiteY2" fmla="*/ 252 h 2465716"/>
                <a:gd name="connsiteX3" fmla="*/ 3251201 w 7541991"/>
                <a:gd name="connsiteY3" fmla="*/ 738517 h 2465716"/>
                <a:gd name="connsiteX4" fmla="*/ 4312488 w 7541991"/>
                <a:gd name="connsiteY4" fmla="*/ 513494 h 2465716"/>
                <a:gd name="connsiteX5" fmla="*/ 7541991 w 7541991"/>
                <a:gd name="connsiteY5" fmla="*/ 583055 h 246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1991" h="2465716">
                  <a:moveTo>
                    <a:pt x="0" y="2465716"/>
                  </a:moveTo>
                  <a:cubicBezTo>
                    <a:pt x="403577" y="1843886"/>
                    <a:pt x="628663" y="1090397"/>
                    <a:pt x="946104" y="679486"/>
                  </a:cubicBezTo>
                  <a:cubicBezTo>
                    <a:pt x="1263545" y="268575"/>
                    <a:pt x="1520462" y="-9587"/>
                    <a:pt x="1904645" y="252"/>
                  </a:cubicBezTo>
                  <a:cubicBezTo>
                    <a:pt x="2288828" y="10091"/>
                    <a:pt x="2849894" y="652977"/>
                    <a:pt x="3251201" y="738517"/>
                  </a:cubicBezTo>
                  <a:cubicBezTo>
                    <a:pt x="3652508" y="824057"/>
                    <a:pt x="3697402" y="544303"/>
                    <a:pt x="4312488" y="513494"/>
                  </a:cubicBezTo>
                  <a:lnTo>
                    <a:pt x="7541991" y="583055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 dirty="0"/>
            </a:p>
          </p:txBody>
        </p:sp>
        <p:cxnSp>
          <p:nvCxnSpPr>
            <p:cNvPr id="97" name="直线连接符 96">
              <a:extLst>
                <a:ext uri="{FF2B5EF4-FFF2-40B4-BE49-F238E27FC236}">
                  <a16:creationId xmlns:a16="http://schemas.microsoft.com/office/drawing/2014/main" id="{C3D24374-C176-4255-6134-0D320AAA42A2}"/>
                </a:ext>
              </a:extLst>
            </p:cNvPr>
            <p:cNvCxnSpPr>
              <a:cxnSpLocks/>
              <a:stCxn id="96" idx="2"/>
            </p:cNvCxnSpPr>
            <p:nvPr/>
          </p:nvCxnSpPr>
          <p:spPr>
            <a:xfrm>
              <a:off x="5802746" y="5004864"/>
              <a:ext cx="0" cy="1392103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74EEA40-A7DE-720B-A782-B3235BC9E5E0}"/>
                  </a:ext>
                </a:extLst>
              </p:cNvPr>
              <p:cNvSpPr txBox="1"/>
              <p:nvPr/>
            </p:nvSpPr>
            <p:spPr>
              <a:xfrm>
                <a:off x="1215252" y="5355400"/>
                <a:ext cx="3959600" cy="983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或者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74EEA40-A7DE-720B-A782-B3235BC9E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252" y="5355400"/>
                <a:ext cx="3959600" cy="983154"/>
              </a:xfrm>
              <a:prstGeom prst="rect">
                <a:avLst/>
              </a:prstGeom>
              <a:blipFill>
                <a:blip r:embed="rId11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EA608C7-9533-8556-C4E8-A43E9871A40E}"/>
                  </a:ext>
                </a:extLst>
              </p:cNvPr>
              <p:cNvSpPr txBox="1"/>
              <p:nvPr/>
            </p:nvSpPr>
            <p:spPr>
              <a:xfrm>
                <a:off x="5097886" y="751006"/>
                <a:ext cx="7092527" cy="1154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EA608C7-9533-8556-C4E8-A43E9871A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886" y="751006"/>
                <a:ext cx="7092527" cy="1154547"/>
              </a:xfrm>
              <a:prstGeom prst="rect">
                <a:avLst/>
              </a:prstGeom>
              <a:blipFill>
                <a:blip r:embed="rId12"/>
                <a:stretch>
                  <a:fillRect b="-5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F8E2643-EF74-B4D4-E540-166F68C8BB6F}"/>
                  </a:ext>
                </a:extLst>
              </p:cNvPr>
              <p:cNvSpPr txBox="1"/>
              <p:nvPr/>
            </p:nvSpPr>
            <p:spPr>
              <a:xfrm>
                <a:off x="910630" y="2846525"/>
                <a:ext cx="5545298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F8E2643-EF74-B4D4-E540-166F68C8B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30" y="2846525"/>
                <a:ext cx="5545298" cy="1144159"/>
              </a:xfrm>
              <a:prstGeom prst="rect">
                <a:avLst/>
              </a:prstGeom>
              <a:blipFill>
                <a:blip r:embed="rId13"/>
                <a:stretch>
                  <a:fillRect b="-5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AB36B0B-B4CA-4A13-9752-6E40FBFC4687}"/>
                  </a:ext>
                </a:extLst>
              </p:cNvPr>
              <p:cNvSpPr txBox="1"/>
              <p:nvPr/>
            </p:nvSpPr>
            <p:spPr>
              <a:xfrm>
                <a:off x="6793289" y="2775030"/>
                <a:ext cx="5110666" cy="1100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AB36B0B-B4CA-4A13-9752-6E40FBFC4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289" y="2775030"/>
                <a:ext cx="5110666" cy="1100238"/>
              </a:xfrm>
              <a:prstGeom prst="rect">
                <a:avLst/>
              </a:prstGeom>
              <a:blipFill>
                <a:blip r:embed="rId1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BE9E00B-CFB8-F4C3-68B1-C3729A68FFD9}"/>
                  </a:ext>
                </a:extLst>
              </p:cNvPr>
              <p:cNvSpPr txBox="1"/>
              <p:nvPr/>
            </p:nvSpPr>
            <p:spPr>
              <a:xfrm>
                <a:off x="279201" y="4035486"/>
                <a:ext cx="2998805" cy="1100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∵</m:t>
                      </m:r>
                      <m:func>
                        <m:func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BE9E00B-CFB8-F4C3-68B1-C3729A68F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01" y="4035486"/>
                <a:ext cx="2998805" cy="1100238"/>
              </a:xfrm>
              <a:prstGeom prst="rect">
                <a:avLst/>
              </a:prstGeom>
              <a:blipFill>
                <a:blip r:embed="rId1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176473E-D3A4-CB2E-0870-0C1F0D1E7642}"/>
                  </a:ext>
                </a:extLst>
              </p:cNvPr>
              <p:cNvSpPr txBox="1"/>
              <p:nvPr/>
            </p:nvSpPr>
            <p:spPr>
              <a:xfrm>
                <a:off x="3320494" y="4360114"/>
                <a:ext cx="3346233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176473E-D3A4-CB2E-0870-0C1F0D1E7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494" y="4360114"/>
                <a:ext cx="3346233" cy="556434"/>
              </a:xfrm>
              <a:prstGeom prst="rect">
                <a:avLst/>
              </a:prstGeom>
              <a:blipFill>
                <a:blip r:embed="rId1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935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7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06302" y="357605"/>
            <a:ext cx="5328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欠阻尼二阶系统单位阶跃响应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57ECC45-52E0-8B66-77E4-7FE9905381C2}"/>
                  </a:ext>
                </a:extLst>
              </p:cNvPr>
              <p:cNvSpPr txBox="1"/>
              <p:nvPr/>
            </p:nvSpPr>
            <p:spPr>
              <a:xfrm>
                <a:off x="262558" y="1304413"/>
                <a:ext cx="2130454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超调量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endParaRPr kumimoji="1" lang="zh-CN" alt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57ECC45-52E0-8B66-77E4-7FE990538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58" y="1304413"/>
                <a:ext cx="2130454" cy="578882"/>
              </a:xfrm>
              <a:prstGeom prst="flowChartAlternateProcess">
                <a:avLst/>
              </a:prstGeom>
              <a:blipFill>
                <a:blip r:embed="rId3"/>
                <a:stretch>
                  <a:fillRect l="-4094"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04D70CD-45A9-6931-829D-AC741DFE3F5F}"/>
                  </a:ext>
                </a:extLst>
              </p:cNvPr>
              <p:cNvSpPr txBox="1"/>
              <p:nvPr/>
            </p:nvSpPr>
            <p:spPr>
              <a:xfrm>
                <a:off x="2803074" y="1173314"/>
                <a:ext cx="3817604" cy="89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代入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，有</m:t>
                      </m:r>
                    </m:oMath>
                  </m:oMathPara>
                </a14:m>
                <a:endParaRPr lang="zh-CN" altLang="en-US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04D70CD-45A9-6931-829D-AC741DFE3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074" y="1173314"/>
                <a:ext cx="3817604" cy="897746"/>
              </a:xfrm>
              <a:prstGeom prst="rect">
                <a:avLst/>
              </a:prstGeom>
              <a:blipFill>
                <a:blip r:embed="rId4"/>
                <a:stretch>
                  <a:fillRect r="-331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06FF10F-FB7A-E1F4-35BE-6F3263223EAB}"/>
                  </a:ext>
                </a:extLst>
              </p:cNvPr>
              <p:cNvSpPr txBox="1"/>
              <p:nvPr/>
            </p:nvSpPr>
            <p:spPr>
              <a:xfrm>
                <a:off x="6151235" y="681742"/>
                <a:ext cx="6148779" cy="1512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𝜁𝜋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06FF10F-FB7A-E1F4-35BE-6F3263223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235" y="681742"/>
                <a:ext cx="6148779" cy="1512978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74EEA40-A7DE-720B-A782-B3235BC9E5E0}"/>
                  </a:ext>
                </a:extLst>
              </p:cNvPr>
              <p:cNvSpPr txBox="1"/>
              <p:nvPr/>
            </p:nvSpPr>
            <p:spPr>
              <a:xfrm>
                <a:off x="342014" y="2912241"/>
                <a:ext cx="5843609" cy="614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而</m:t>
                      </m:r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ad>
                        <m:radPr>
                          <m:deg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74EEA40-A7DE-720B-A782-B3235BC9E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14" y="2912241"/>
                <a:ext cx="5843609" cy="614142"/>
              </a:xfrm>
              <a:prstGeom prst="rect">
                <a:avLst/>
              </a:prstGeom>
              <a:blipFill>
                <a:blip r:embed="rId6"/>
                <a:stretch>
                  <a:fillRect b="-163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EC87696-7DE2-E4ED-5B16-F541BEF450D9}"/>
                  </a:ext>
                </a:extLst>
              </p:cNvPr>
              <p:cNvSpPr txBox="1"/>
              <p:nvPr/>
            </p:nvSpPr>
            <p:spPr>
              <a:xfrm>
                <a:off x="-108714" y="3631762"/>
                <a:ext cx="4576712" cy="940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=1+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𝜁𝜋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EC87696-7DE2-E4ED-5B16-F541BEF45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714" y="3631762"/>
                <a:ext cx="4576712" cy="940257"/>
              </a:xfrm>
              <a:prstGeom prst="rect">
                <a:avLst/>
              </a:prstGeom>
              <a:blipFill>
                <a:blip r:embed="rId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B2F38A3-4FC7-007D-A6E3-EAF3DD3D28EF}"/>
                  </a:ext>
                </a:extLst>
              </p:cNvPr>
              <p:cNvSpPr txBox="1"/>
              <p:nvPr/>
            </p:nvSpPr>
            <p:spPr>
              <a:xfrm>
                <a:off x="111072" y="4661641"/>
                <a:ext cx="5264203" cy="1855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e>
                          </m:d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×100%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𝜁𝜋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×100%</m:t>
                      </m:r>
                    </m:oMath>
                  </m:oMathPara>
                </a14:m>
                <a:br>
                  <a:rPr lang="en-US" altLang="zh-CN" sz="2800" dirty="0">
                    <a:ea typeface="Cambria Math" panose="02040503050406030204" pitchFamily="18" charset="0"/>
                  </a:rPr>
                </a:br>
                <a:endParaRPr lang="zh-CN" altLang="en-US" sz="28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B2F38A3-4FC7-007D-A6E3-EAF3DD3D2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72" y="4661641"/>
                <a:ext cx="5264203" cy="18558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BB5EEB32-B295-1DAB-5114-90E3422A80AB}"/>
              </a:ext>
            </a:extLst>
          </p:cNvPr>
          <p:cNvGrpSpPr/>
          <p:nvPr/>
        </p:nvGrpSpPr>
        <p:grpSpPr>
          <a:xfrm>
            <a:off x="6672891" y="2492896"/>
            <a:ext cx="4605668" cy="2634093"/>
            <a:chOff x="4247539" y="3487272"/>
            <a:chExt cx="4605668" cy="2634093"/>
          </a:xfrm>
        </p:grpSpPr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769BB7F3-1FA9-3E87-353D-CC6ABB79B5E9}"/>
                </a:ext>
              </a:extLst>
            </p:cNvPr>
            <p:cNvCxnSpPr>
              <a:cxnSpLocks/>
            </p:cNvCxnSpPr>
            <p:nvPr/>
          </p:nvCxnSpPr>
          <p:spPr>
            <a:xfrm>
              <a:off x="4893607" y="3694838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03DA7230-5EBE-F2DD-8A5D-9F821D210D4B}"/>
                </a:ext>
              </a:extLst>
            </p:cNvPr>
            <p:cNvCxnSpPr>
              <a:cxnSpLocks/>
            </p:cNvCxnSpPr>
            <p:nvPr/>
          </p:nvCxnSpPr>
          <p:spPr>
            <a:xfrm>
              <a:off x="4893607" y="4228373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C12E780-9C1D-15BC-7286-F1BD8E1516B2}"/>
                </a:ext>
              </a:extLst>
            </p:cNvPr>
            <p:cNvCxnSpPr>
              <a:cxnSpLocks/>
            </p:cNvCxnSpPr>
            <p:nvPr/>
          </p:nvCxnSpPr>
          <p:spPr>
            <a:xfrm>
              <a:off x="4893607" y="4761908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CE23823E-6348-EC5E-99E8-94338022CA48}"/>
                </a:ext>
              </a:extLst>
            </p:cNvPr>
            <p:cNvCxnSpPr>
              <a:cxnSpLocks/>
            </p:cNvCxnSpPr>
            <p:nvPr/>
          </p:nvCxnSpPr>
          <p:spPr>
            <a:xfrm>
              <a:off x="4893607" y="5295443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5EF22D27-0664-72AD-85C6-4AB1A674EEE6}"/>
                </a:ext>
              </a:extLst>
            </p:cNvPr>
            <p:cNvCxnSpPr>
              <a:cxnSpLocks/>
            </p:cNvCxnSpPr>
            <p:nvPr/>
          </p:nvCxnSpPr>
          <p:spPr>
            <a:xfrm>
              <a:off x="4893607" y="5828978"/>
              <a:ext cx="395960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F85F9DAB-7227-5474-6469-5044E563B0DD}"/>
                </a:ext>
              </a:extLst>
            </p:cNvPr>
            <p:cNvCxnSpPr>
              <a:cxnSpLocks/>
            </p:cNvCxnSpPr>
            <p:nvPr/>
          </p:nvCxnSpPr>
          <p:spPr>
            <a:xfrm>
              <a:off x="4893607" y="369483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A229AEE0-1AD5-F66F-9A1C-8973BD4E5827}"/>
                </a:ext>
              </a:extLst>
            </p:cNvPr>
            <p:cNvCxnSpPr>
              <a:cxnSpLocks/>
            </p:cNvCxnSpPr>
            <p:nvPr/>
          </p:nvCxnSpPr>
          <p:spPr>
            <a:xfrm>
              <a:off x="8853207" y="369483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25781994-124B-C431-94E9-8F0B8D43F571}"/>
                </a:ext>
              </a:extLst>
            </p:cNvPr>
            <p:cNvCxnSpPr>
              <a:cxnSpLocks/>
            </p:cNvCxnSpPr>
            <p:nvPr/>
          </p:nvCxnSpPr>
          <p:spPr>
            <a:xfrm>
              <a:off x="6213474" y="369483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连接符 88">
              <a:extLst>
                <a:ext uri="{FF2B5EF4-FFF2-40B4-BE49-F238E27FC236}">
                  <a16:creationId xmlns:a16="http://schemas.microsoft.com/office/drawing/2014/main" id="{0F35E99B-C5EE-B436-C523-29D166889E74}"/>
                </a:ext>
              </a:extLst>
            </p:cNvPr>
            <p:cNvCxnSpPr>
              <a:cxnSpLocks/>
            </p:cNvCxnSpPr>
            <p:nvPr/>
          </p:nvCxnSpPr>
          <p:spPr>
            <a:xfrm>
              <a:off x="7533341" y="3694838"/>
              <a:ext cx="0" cy="213414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23BFCEF-45A6-1D8F-A7CD-8B9D05876B54}"/>
                    </a:ext>
                  </a:extLst>
                </p:cNvPr>
                <p:cNvSpPr txBox="1"/>
                <p:nvPr/>
              </p:nvSpPr>
              <p:spPr>
                <a:xfrm>
                  <a:off x="4247539" y="3487272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23BFCEF-45A6-1D8F-A7CD-8B9D05876B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7539" y="3487272"/>
                  <a:ext cx="501226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7500" r="-3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622CA516-79BC-BB85-1CA4-59206FF560A6}"/>
                    </a:ext>
                  </a:extLst>
                </p:cNvPr>
                <p:cNvSpPr txBox="1"/>
                <p:nvPr/>
              </p:nvSpPr>
              <p:spPr>
                <a:xfrm>
                  <a:off x="4247539" y="3997540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622CA516-79BC-BB85-1CA4-59206FF56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7539" y="3997540"/>
                  <a:ext cx="501226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7500" r="-3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C0C15E3-DA8F-62CA-9FC0-081C7D075648}"/>
                    </a:ext>
                  </a:extLst>
                </p:cNvPr>
                <p:cNvSpPr txBox="1"/>
                <p:nvPr/>
              </p:nvSpPr>
              <p:spPr>
                <a:xfrm>
                  <a:off x="4247539" y="4531075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C0C15E3-DA8F-62CA-9FC0-081C7D075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7539" y="4531075"/>
                  <a:ext cx="501226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7500" r="-3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C4B50965-CE98-AFD2-A528-E66AA379BA9E}"/>
                    </a:ext>
                  </a:extLst>
                </p:cNvPr>
                <p:cNvSpPr txBox="1"/>
                <p:nvPr/>
              </p:nvSpPr>
              <p:spPr>
                <a:xfrm>
                  <a:off x="4247539" y="5064610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C4B50965-CE98-AFD2-A528-E66AA379B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7539" y="5064610"/>
                  <a:ext cx="501226" cy="523220"/>
                </a:xfrm>
                <a:prstGeom prst="rect">
                  <a:avLst/>
                </a:prstGeom>
                <a:blipFill>
                  <a:blip r:embed="rId12"/>
                  <a:stretch>
                    <a:fillRect l="-7500" r="-3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DA4ECE8A-DEDA-ED3A-6C3F-E75F5157BD78}"/>
                    </a:ext>
                  </a:extLst>
                </p:cNvPr>
                <p:cNvSpPr txBox="1"/>
                <p:nvPr/>
              </p:nvSpPr>
              <p:spPr>
                <a:xfrm>
                  <a:off x="4392012" y="5598145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DA4ECE8A-DEDA-ED3A-6C3F-E75F5157BD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012" y="5598145"/>
                  <a:ext cx="501226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1F238572-69B2-32CB-7D51-1CC32AFE0505}"/>
                    </a:ext>
                  </a:extLst>
                </p:cNvPr>
                <p:cNvSpPr txBox="1"/>
                <p:nvPr/>
              </p:nvSpPr>
              <p:spPr>
                <a:xfrm>
                  <a:off x="5962860" y="3997539"/>
                  <a:ext cx="5012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1F238572-69B2-32CB-7D51-1CC32AFE05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2860" y="3997539"/>
                  <a:ext cx="501226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7500" r="-50000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任意形状 95">
              <a:extLst>
                <a:ext uri="{FF2B5EF4-FFF2-40B4-BE49-F238E27FC236}">
                  <a16:creationId xmlns:a16="http://schemas.microsoft.com/office/drawing/2014/main" id="{C8B03964-3920-0EE5-6A99-69942E07BE4A}"/>
                </a:ext>
              </a:extLst>
            </p:cNvPr>
            <p:cNvSpPr/>
            <p:nvPr/>
          </p:nvSpPr>
          <p:spPr>
            <a:xfrm>
              <a:off x="4892246" y="4452372"/>
              <a:ext cx="3948308" cy="1392245"/>
            </a:xfrm>
            <a:custGeom>
              <a:avLst/>
              <a:gdLst>
                <a:gd name="connsiteX0" fmla="*/ 0 w 7563555"/>
                <a:gd name="connsiteY0" fmla="*/ 1903159 h 1903159"/>
                <a:gd name="connsiteX1" fmla="*/ 1174044 w 7563555"/>
                <a:gd name="connsiteY1" fmla="*/ 345292 h 1903159"/>
                <a:gd name="connsiteX2" fmla="*/ 2201333 w 7563555"/>
                <a:gd name="connsiteY2" fmla="*/ 17914 h 1903159"/>
                <a:gd name="connsiteX3" fmla="*/ 2731911 w 7563555"/>
                <a:gd name="connsiteY3" fmla="*/ 40492 h 1903159"/>
                <a:gd name="connsiteX4" fmla="*/ 7563555 w 7563555"/>
                <a:gd name="connsiteY4" fmla="*/ 40492 h 1903159"/>
                <a:gd name="connsiteX0" fmla="*/ 0 w 7563555"/>
                <a:gd name="connsiteY0" fmla="*/ 1885992 h 1885992"/>
                <a:gd name="connsiteX1" fmla="*/ 1174044 w 7563555"/>
                <a:gd name="connsiteY1" fmla="*/ 328125 h 1885992"/>
                <a:gd name="connsiteX2" fmla="*/ 2201333 w 7563555"/>
                <a:gd name="connsiteY2" fmla="*/ 747 h 1885992"/>
                <a:gd name="connsiteX3" fmla="*/ 2731911 w 7563555"/>
                <a:gd name="connsiteY3" fmla="*/ 23325 h 1885992"/>
                <a:gd name="connsiteX4" fmla="*/ 7563555 w 7563555"/>
                <a:gd name="connsiteY4" fmla="*/ 23325 h 1885992"/>
                <a:gd name="connsiteX0" fmla="*/ 0 w 7563555"/>
                <a:gd name="connsiteY0" fmla="*/ 1918282 h 1918282"/>
                <a:gd name="connsiteX1" fmla="*/ 1174044 w 7563555"/>
                <a:gd name="connsiteY1" fmla="*/ 360415 h 1918282"/>
                <a:gd name="connsiteX2" fmla="*/ 2201333 w 7563555"/>
                <a:gd name="connsiteY2" fmla="*/ 33037 h 1918282"/>
                <a:gd name="connsiteX3" fmla="*/ 2731911 w 7563555"/>
                <a:gd name="connsiteY3" fmla="*/ 55615 h 1918282"/>
                <a:gd name="connsiteX4" fmla="*/ 7563555 w 7563555"/>
                <a:gd name="connsiteY4" fmla="*/ 55615 h 1918282"/>
                <a:gd name="connsiteX0" fmla="*/ 0 w 7563555"/>
                <a:gd name="connsiteY0" fmla="*/ 1928847 h 1928847"/>
                <a:gd name="connsiteX1" fmla="*/ 1174044 w 7563555"/>
                <a:gd name="connsiteY1" fmla="*/ 370980 h 1928847"/>
                <a:gd name="connsiteX2" fmla="*/ 2201333 w 7563555"/>
                <a:gd name="connsiteY2" fmla="*/ 43602 h 1928847"/>
                <a:gd name="connsiteX3" fmla="*/ 2731911 w 7563555"/>
                <a:gd name="connsiteY3" fmla="*/ 66180 h 1928847"/>
                <a:gd name="connsiteX4" fmla="*/ 7563555 w 7563555"/>
                <a:gd name="connsiteY4" fmla="*/ 66180 h 1928847"/>
                <a:gd name="connsiteX0" fmla="*/ 0 w 7563555"/>
                <a:gd name="connsiteY0" fmla="*/ 1908323 h 1908323"/>
                <a:gd name="connsiteX1" fmla="*/ 1174044 w 7563555"/>
                <a:gd name="connsiteY1" fmla="*/ 350456 h 1908323"/>
                <a:gd name="connsiteX2" fmla="*/ 2212622 w 7563555"/>
                <a:gd name="connsiteY2" fmla="*/ 500 h 1908323"/>
                <a:gd name="connsiteX3" fmla="*/ 2731911 w 7563555"/>
                <a:gd name="connsiteY3" fmla="*/ 45656 h 1908323"/>
                <a:gd name="connsiteX4" fmla="*/ 7563555 w 7563555"/>
                <a:gd name="connsiteY4" fmla="*/ 45656 h 1908323"/>
                <a:gd name="connsiteX0" fmla="*/ 0 w 7563555"/>
                <a:gd name="connsiteY0" fmla="*/ 1908323 h 1908323"/>
                <a:gd name="connsiteX1" fmla="*/ 1174044 w 7563555"/>
                <a:gd name="connsiteY1" fmla="*/ 350456 h 1908323"/>
                <a:gd name="connsiteX2" fmla="*/ 2212622 w 7563555"/>
                <a:gd name="connsiteY2" fmla="*/ 500 h 1908323"/>
                <a:gd name="connsiteX3" fmla="*/ 2731911 w 7563555"/>
                <a:gd name="connsiteY3" fmla="*/ 45656 h 1908323"/>
                <a:gd name="connsiteX4" fmla="*/ 7563555 w 7563555"/>
                <a:gd name="connsiteY4" fmla="*/ 45656 h 1908323"/>
                <a:gd name="connsiteX0" fmla="*/ 0 w 7563555"/>
                <a:gd name="connsiteY0" fmla="*/ 1922659 h 1922659"/>
                <a:gd name="connsiteX1" fmla="*/ 1174044 w 7563555"/>
                <a:gd name="connsiteY1" fmla="*/ 364792 h 1922659"/>
                <a:gd name="connsiteX2" fmla="*/ 2212622 w 7563555"/>
                <a:gd name="connsiteY2" fmla="*/ 14836 h 1922659"/>
                <a:gd name="connsiteX3" fmla="*/ 2935111 w 7563555"/>
                <a:gd name="connsiteY3" fmla="*/ 59992 h 1922659"/>
                <a:gd name="connsiteX4" fmla="*/ 7563555 w 7563555"/>
                <a:gd name="connsiteY4" fmla="*/ 59992 h 1922659"/>
                <a:gd name="connsiteX0" fmla="*/ 0 w 7563555"/>
                <a:gd name="connsiteY0" fmla="*/ 1919142 h 1919142"/>
                <a:gd name="connsiteX1" fmla="*/ 1174044 w 7563555"/>
                <a:gd name="connsiteY1" fmla="*/ 361275 h 1919142"/>
                <a:gd name="connsiteX2" fmla="*/ 2212622 w 7563555"/>
                <a:gd name="connsiteY2" fmla="*/ 11319 h 1919142"/>
                <a:gd name="connsiteX3" fmla="*/ 2698044 w 7563555"/>
                <a:gd name="connsiteY3" fmla="*/ 79053 h 1919142"/>
                <a:gd name="connsiteX4" fmla="*/ 7563555 w 7563555"/>
                <a:gd name="connsiteY4" fmla="*/ 56475 h 1919142"/>
                <a:gd name="connsiteX0" fmla="*/ 0 w 7563555"/>
                <a:gd name="connsiteY0" fmla="*/ 1911953 h 1911953"/>
                <a:gd name="connsiteX1" fmla="*/ 1174044 w 7563555"/>
                <a:gd name="connsiteY1" fmla="*/ 354086 h 1911953"/>
                <a:gd name="connsiteX2" fmla="*/ 2212622 w 7563555"/>
                <a:gd name="connsiteY2" fmla="*/ 4130 h 1911953"/>
                <a:gd name="connsiteX3" fmla="*/ 2698044 w 7563555"/>
                <a:gd name="connsiteY3" fmla="*/ 71864 h 1911953"/>
                <a:gd name="connsiteX4" fmla="*/ 7563555 w 7563555"/>
                <a:gd name="connsiteY4" fmla="*/ 49286 h 1911953"/>
                <a:gd name="connsiteX0" fmla="*/ 0 w 7563555"/>
                <a:gd name="connsiteY0" fmla="*/ 1909273 h 1909273"/>
                <a:gd name="connsiteX1" fmla="*/ 1174044 w 7563555"/>
                <a:gd name="connsiteY1" fmla="*/ 351406 h 1909273"/>
                <a:gd name="connsiteX2" fmla="*/ 2212622 w 7563555"/>
                <a:gd name="connsiteY2" fmla="*/ 1450 h 1909273"/>
                <a:gd name="connsiteX3" fmla="*/ 2698044 w 7563555"/>
                <a:gd name="connsiteY3" fmla="*/ 69184 h 1909273"/>
                <a:gd name="connsiteX4" fmla="*/ 7563555 w 7563555"/>
                <a:gd name="connsiteY4" fmla="*/ 46606 h 1909273"/>
                <a:gd name="connsiteX0" fmla="*/ 0 w 7563555"/>
                <a:gd name="connsiteY0" fmla="*/ 1919141 h 1919141"/>
                <a:gd name="connsiteX1" fmla="*/ 1174044 w 7563555"/>
                <a:gd name="connsiteY1" fmla="*/ 361274 h 1919141"/>
                <a:gd name="connsiteX2" fmla="*/ 2212622 w 7563555"/>
                <a:gd name="connsiteY2" fmla="*/ 11318 h 1919141"/>
                <a:gd name="connsiteX3" fmla="*/ 2709333 w 7563555"/>
                <a:gd name="connsiteY3" fmla="*/ 79052 h 1919141"/>
                <a:gd name="connsiteX4" fmla="*/ 7563555 w 7563555"/>
                <a:gd name="connsiteY4" fmla="*/ 56474 h 1919141"/>
                <a:gd name="connsiteX0" fmla="*/ 0 w 7563555"/>
                <a:gd name="connsiteY0" fmla="*/ 1911953 h 1911953"/>
                <a:gd name="connsiteX1" fmla="*/ 1174044 w 7563555"/>
                <a:gd name="connsiteY1" fmla="*/ 354086 h 1911953"/>
                <a:gd name="connsiteX2" fmla="*/ 2212622 w 7563555"/>
                <a:gd name="connsiteY2" fmla="*/ 4130 h 1911953"/>
                <a:gd name="connsiteX3" fmla="*/ 2709333 w 7563555"/>
                <a:gd name="connsiteY3" fmla="*/ 71864 h 1911953"/>
                <a:gd name="connsiteX4" fmla="*/ 7563555 w 7563555"/>
                <a:gd name="connsiteY4" fmla="*/ 49286 h 1911953"/>
                <a:gd name="connsiteX0" fmla="*/ 0 w 7563555"/>
                <a:gd name="connsiteY0" fmla="*/ 2156178 h 2156178"/>
                <a:gd name="connsiteX1" fmla="*/ 1174044 w 7563555"/>
                <a:gd name="connsiteY1" fmla="*/ 598311 h 2156178"/>
                <a:gd name="connsiteX2" fmla="*/ 2212622 w 7563555"/>
                <a:gd name="connsiteY2" fmla="*/ 248355 h 2156178"/>
                <a:gd name="connsiteX3" fmla="*/ 3465689 w 7563555"/>
                <a:gd name="connsiteY3" fmla="*/ 0 h 2156178"/>
                <a:gd name="connsiteX4" fmla="*/ 7563555 w 7563555"/>
                <a:gd name="connsiteY4" fmla="*/ 293511 h 2156178"/>
                <a:gd name="connsiteX0" fmla="*/ 0 w 7563555"/>
                <a:gd name="connsiteY0" fmla="*/ 1922660 h 1922660"/>
                <a:gd name="connsiteX1" fmla="*/ 1174044 w 7563555"/>
                <a:gd name="connsiteY1" fmla="*/ 364793 h 1922660"/>
                <a:gd name="connsiteX2" fmla="*/ 2212622 w 7563555"/>
                <a:gd name="connsiteY2" fmla="*/ 14837 h 1922660"/>
                <a:gd name="connsiteX3" fmla="*/ 2923822 w 7563555"/>
                <a:gd name="connsiteY3" fmla="*/ 59993 h 1922660"/>
                <a:gd name="connsiteX4" fmla="*/ 7563555 w 7563555"/>
                <a:gd name="connsiteY4" fmla="*/ 59993 h 1922660"/>
                <a:gd name="connsiteX0" fmla="*/ 0 w 7563555"/>
                <a:gd name="connsiteY0" fmla="*/ 1920780 h 1920780"/>
                <a:gd name="connsiteX1" fmla="*/ 1174044 w 7563555"/>
                <a:gd name="connsiteY1" fmla="*/ 362913 h 1920780"/>
                <a:gd name="connsiteX2" fmla="*/ 2212622 w 7563555"/>
                <a:gd name="connsiteY2" fmla="*/ 12957 h 1920780"/>
                <a:gd name="connsiteX3" fmla="*/ 2878667 w 7563555"/>
                <a:gd name="connsiteY3" fmla="*/ 69402 h 1920780"/>
                <a:gd name="connsiteX4" fmla="*/ 7563555 w 7563555"/>
                <a:gd name="connsiteY4" fmla="*/ 58113 h 1920780"/>
                <a:gd name="connsiteX0" fmla="*/ 0 w 7563555"/>
                <a:gd name="connsiteY0" fmla="*/ 1920462 h 1920462"/>
                <a:gd name="connsiteX1" fmla="*/ 1174044 w 7563555"/>
                <a:gd name="connsiteY1" fmla="*/ 362595 h 1920462"/>
                <a:gd name="connsiteX2" fmla="*/ 2212622 w 7563555"/>
                <a:gd name="connsiteY2" fmla="*/ 12639 h 1920462"/>
                <a:gd name="connsiteX3" fmla="*/ 2878667 w 7563555"/>
                <a:gd name="connsiteY3" fmla="*/ 69084 h 1920462"/>
                <a:gd name="connsiteX4" fmla="*/ 7563555 w 7563555"/>
                <a:gd name="connsiteY4" fmla="*/ 57795 h 1920462"/>
                <a:gd name="connsiteX0" fmla="*/ 0 w 7563555"/>
                <a:gd name="connsiteY0" fmla="*/ 1920462 h 1920462"/>
                <a:gd name="connsiteX1" fmla="*/ 1174044 w 7563555"/>
                <a:gd name="connsiteY1" fmla="*/ 362595 h 1920462"/>
                <a:gd name="connsiteX2" fmla="*/ 2212622 w 7563555"/>
                <a:gd name="connsiteY2" fmla="*/ 12639 h 1920462"/>
                <a:gd name="connsiteX3" fmla="*/ 2878667 w 7563555"/>
                <a:gd name="connsiteY3" fmla="*/ 69084 h 1920462"/>
                <a:gd name="connsiteX4" fmla="*/ 7563555 w 7563555"/>
                <a:gd name="connsiteY4" fmla="*/ 57795 h 1920462"/>
                <a:gd name="connsiteX0" fmla="*/ 0 w 7563555"/>
                <a:gd name="connsiteY0" fmla="*/ 1920462 h 1920462"/>
                <a:gd name="connsiteX1" fmla="*/ 1174044 w 7563555"/>
                <a:gd name="connsiteY1" fmla="*/ 362595 h 1920462"/>
                <a:gd name="connsiteX2" fmla="*/ 2212622 w 7563555"/>
                <a:gd name="connsiteY2" fmla="*/ 12639 h 1920462"/>
                <a:gd name="connsiteX3" fmla="*/ 2878667 w 7563555"/>
                <a:gd name="connsiteY3" fmla="*/ 69084 h 1920462"/>
                <a:gd name="connsiteX4" fmla="*/ 7563555 w 7563555"/>
                <a:gd name="connsiteY4" fmla="*/ 57795 h 1920462"/>
                <a:gd name="connsiteX0" fmla="*/ 0 w 7563555"/>
                <a:gd name="connsiteY0" fmla="*/ 1912821 h 1912821"/>
                <a:gd name="connsiteX1" fmla="*/ 1174044 w 7563555"/>
                <a:gd name="connsiteY1" fmla="*/ 354954 h 1912821"/>
                <a:gd name="connsiteX2" fmla="*/ 2212622 w 7563555"/>
                <a:gd name="connsiteY2" fmla="*/ 4998 h 1912821"/>
                <a:gd name="connsiteX3" fmla="*/ 2878667 w 7563555"/>
                <a:gd name="connsiteY3" fmla="*/ 61443 h 1912821"/>
                <a:gd name="connsiteX4" fmla="*/ 7563555 w 7563555"/>
                <a:gd name="connsiteY4" fmla="*/ 50154 h 1912821"/>
                <a:gd name="connsiteX0" fmla="*/ 0 w 7563555"/>
                <a:gd name="connsiteY0" fmla="*/ 1916453 h 1916453"/>
                <a:gd name="connsiteX1" fmla="*/ 1174044 w 7563555"/>
                <a:gd name="connsiteY1" fmla="*/ 358586 h 1916453"/>
                <a:gd name="connsiteX2" fmla="*/ 2212622 w 7563555"/>
                <a:gd name="connsiteY2" fmla="*/ 8630 h 1916453"/>
                <a:gd name="connsiteX3" fmla="*/ 2878667 w 7563555"/>
                <a:gd name="connsiteY3" fmla="*/ 65075 h 1916453"/>
                <a:gd name="connsiteX4" fmla="*/ 7563555 w 7563555"/>
                <a:gd name="connsiteY4" fmla="*/ 53786 h 1916453"/>
                <a:gd name="connsiteX0" fmla="*/ 0 w 7563555"/>
                <a:gd name="connsiteY0" fmla="*/ 1912821 h 1912821"/>
                <a:gd name="connsiteX1" fmla="*/ 1174044 w 7563555"/>
                <a:gd name="connsiteY1" fmla="*/ 354954 h 1912821"/>
                <a:gd name="connsiteX2" fmla="*/ 2212622 w 7563555"/>
                <a:gd name="connsiteY2" fmla="*/ 4998 h 1912821"/>
                <a:gd name="connsiteX3" fmla="*/ 2878667 w 7563555"/>
                <a:gd name="connsiteY3" fmla="*/ 61443 h 1912821"/>
                <a:gd name="connsiteX4" fmla="*/ 7563555 w 7563555"/>
                <a:gd name="connsiteY4" fmla="*/ 50154 h 1912821"/>
                <a:gd name="connsiteX0" fmla="*/ 0 w 7563555"/>
                <a:gd name="connsiteY0" fmla="*/ 2090577 h 2090577"/>
                <a:gd name="connsiteX1" fmla="*/ 1174044 w 7563555"/>
                <a:gd name="connsiteY1" fmla="*/ 532710 h 2090577"/>
                <a:gd name="connsiteX2" fmla="*/ 1952978 w 7563555"/>
                <a:gd name="connsiteY2" fmla="*/ 2131 h 2090577"/>
                <a:gd name="connsiteX3" fmla="*/ 2878667 w 7563555"/>
                <a:gd name="connsiteY3" fmla="*/ 239199 h 2090577"/>
                <a:gd name="connsiteX4" fmla="*/ 7563555 w 7563555"/>
                <a:gd name="connsiteY4" fmla="*/ 227910 h 2090577"/>
                <a:gd name="connsiteX0" fmla="*/ 0 w 7563555"/>
                <a:gd name="connsiteY0" fmla="*/ 2092590 h 2092590"/>
                <a:gd name="connsiteX1" fmla="*/ 1174044 w 7563555"/>
                <a:gd name="connsiteY1" fmla="*/ 534723 h 2092590"/>
                <a:gd name="connsiteX2" fmla="*/ 1952978 w 7563555"/>
                <a:gd name="connsiteY2" fmla="*/ 4144 h 2092590"/>
                <a:gd name="connsiteX3" fmla="*/ 2878667 w 7563555"/>
                <a:gd name="connsiteY3" fmla="*/ 241212 h 2092590"/>
                <a:gd name="connsiteX4" fmla="*/ 7563555 w 7563555"/>
                <a:gd name="connsiteY4" fmla="*/ 229923 h 2092590"/>
                <a:gd name="connsiteX0" fmla="*/ 0 w 7563555"/>
                <a:gd name="connsiteY0" fmla="*/ 2105717 h 2105717"/>
                <a:gd name="connsiteX1" fmla="*/ 1174044 w 7563555"/>
                <a:gd name="connsiteY1" fmla="*/ 547850 h 2105717"/>
                <a:gd name="connsiteX2" fmla="*/ 1952978 w 7563555"/>
                <a:gd name="connsiteY2" fmla="*/ 17271 h 2105717"/>
                <a:gd name="connsiteX3" fmla="*/ 3172178 w 7563555"/>
                <a:gd name="connsiteY3" fmla="*/ 209184 h 2105717"/>
                <a:gd name="connsiteX4" fmla="*/ 7563555 w 7563555"/>
                <a:gd name="connsiteY4" fmla="*/ 243050 h 2105717"/>
                <a:gd name="connsiteX0" fmla="*/ 0 w 7563555"/>
                <a:gd name="connsiteY0" fmla="*/ 2098211 h 2098211"/>
                <a:gd name="connsiteX1" fmla="*/ 1174044 w 7563555"/>
                <a:gd name="connsiteY1" fmla="*/ 540344 h 2098211"/>
                <a:gd name="connsiteX2" fmla="*/ 1952978 w 7563555"/>
                <a:gd name="connsiteY2" fmla="*/ 9765 h 2098211"/>
                <a:gd name="connsiteX3" fmla="*/ 3172178 w 7563555"/>
                <a:gd name="connsiteY3" fmla="*/ 201678 h 2098211"/>
                <a:gd name="connsiteX4" fmla="*/ 3526184 w 7563555"/>
                <a:gd name="connsiteY4" fmla="*/ 271118 h 2098211"/>
                <a:gd name="connsiteX5" fmla="*/ 7563555 w 7563555"/>
                <a:gd name="connsiteY5" fmla="*/ 235544 h 2098211"/>
                <a:gd name="connsiteX0" fmla="*/ 0 w 7563555"/>
                <a:gd name="connsiteY0" fmla="*/ 2097934 h 2097934"/>
                <a:gd name="connsiteX1" fmla="*/ 1174044 w 7563555"/>
                <a:gd name="connsiteY1" fmla="*/ 540067 h 2097934"/>
                <a:gd name="connsiteX2" fmla="*/ 1952978 w 7563555"/>
                <a:gd name="connsiteY2" fmla="*/ 9488 h 2097934"/>
                <a:gd name="connsiteX3" fmla="*/ 3172178 w 7563555"/>
                <a:gd name="connsiteY3" fmla="*/ 201401 h 2097934"/>
                <a:gd name="connsiteX4" fmla="*/ 3989029 w 7563555"/>
                <a:gd name="connsiteY4" fmla="*/ 225685 h 2097934"/>
                <a:gd name="connsiteX5" fmla="*/ 7563555 w 7563555"/>
                <a:gd name="connsiteY5" fmla="*/ 235267 h 2097934"/>
                <a:gd name="connsiteX0" fmla="*/ 0 w 7563555"/>
                <a:gd name="connsiteY0" fmla="*/ 2089903 h 2089903"/>
                <a:gd name="connsiteX1" fmla="*/ 1072444 w 7563555"/>
                <a:gd name="connsiteY1" fmla="*/ 272392 h 2089903"/>
                <a:gd name="connsiteX2" fmla="*/ 1952978 w 7563555"/>
                <a:gd name="connsiteY2" fmla="*/ 1457 h 2089903"/>
                <a:gd name="connsiteX3" fmla="*/ 3172178 w 7563555"/>
                <a:gd name="connsiteY3" fmla="*/ 193370 h 2089903"/>
                <a:gd name="connsiteX4" fmla="*/ 3989029 w 7563555"/>
                <a:gd name="connsiteY4" fmla="*/ 217654 h 2089903"/>
                <a:gd name="connsiteX5" fmla="*/ 7563555 w 7563555"/>
                <a:gd name="connsiteY5" fmla="*/ 227236 h 2089903"/>
                <a:gd name="connsiteX0" fmla="*/ 0 w 7563555"/>
                <a:gd name="connsiteY0" fmla="*/ 2303299 h 2303299"/>
                <a:gd name="connsiteX1" fmla="*/ 1072444 w 7563555"/>
                <a:gd name="connsiteY1" fmla="*/ 485788 h 2303299"/>
                <a:gd name="connsiteX2" fmla="*/ 2065867 w 7563555"/>
                <a:gd name="connsiteY2" fmla="*/ 364 h 2303299"/>
                <a:gd name="connsiteX3" fmla="*/ 3172178 w 7563555"/>
                <a:gd name="connsiteY3" fmla="*/ 406766 h 2303299"/>
                <a:gd name="connsiteX4" fmla="*/ 3989029 w 7563555"/>
                <a:gd name="connsiteY4" fmla="*/ 431050 h 2303299"/>
                <a:gd name="connsiteX5" fmla="*/ 7563555 w 7563555"/>
                <a:gd name="connsiteY5" fmla="*/ 440632 h 2303299"/>
                <a:gd name="connsiteX0" fmla="*/ 0 w 7563555"/>
                <a:gd name="connsiteY0" fmla="*/ 2306612 h 2306612"/>
                <a:gd name="connsiteX1" fmla="*/ 1072444 w 7563555"/>
                <a:gd name="connsiteY1" fmla="*/ 489101 h 2306612"/>
                <a:gd name="connsiteX2" fmla="*/ 2065867 w 7563555"/>
                <a:gd name="connsiteY2" fmla="*/ 3677 h 2306612"/>
                <a:gd name="connsiteX3" fmla="*/ 3285067 w 7563555"/>
                <a:gd name="connsiteY3" fmla="*/ 274613 h 2306612"/>
                <a:gd name="connsiteX4" fmla="*/ 3989029 w 7563555"/>
                <a:gd name="connsiteY4" fmla="*/ 434363 h 2306612"/>
                <a:gd name="connsiteX5" fmla="*/ 7563555 w 7563555"/>
                <a:gd name="connsiteY5" fmla="*/ 443945 h 2306612"/>
                <a:gd name="connsiteX0" fmla="*/ 0 w 7563555"/>
                <a:gd name="connsiteY0" fmla="*/ 2304201 h 2304201"/>
                <a:gd name="connsiteX1" fmla="*/ 1072444 w 7563555"/>
                <a:gd name="connsiteY1" fmla="*/ 486690 h 2304201"/>
                <a:gd name="connsiteX2" fmla="*/ 2065867 w 7563555"/>
                <a:gd name="connsiteY2" fmla="*/ 1266 h 2304201"/>
                <a:gd name="connsiteX3" fmla="*/ 3251201 w 7563555"/>
                <a:gd name="connsiteY3" fmla="*/ 577002 h 2304201"/>
                <a:gd name="connsiteX4" fmla="*/ 3989029 w 7563555"/>
                <a:gd name="connsiteY4" fmla="*/ 431952 h 2304201"/>
                <a:gd name="connsiteX5" fmla="*/ 7563555 w 7563555"/>
                <a:gd name="connsiteY5" fmla="*/ 441534 h 2304201"/>
                <a:gd name="connsiteX0" fmla="*/ 0 w 7563555"/>
                <a:gd name="connsiteY0" fmla="*/ 2304201 h 2304201"/>
                <a:gd name="connsiteX1" fmla="*/ 1072444 w 7563555"/>
                <a:gd name="connsiteY1" fmla="*/ 486690 h 2304201"/>
                <a:gd name="connsiteX2" fmla="*/ 2065867 w 7563555"/>
                <a:gd name="connsiteY2" fmla="*/ 1266 h 2304201"/>
                <a:gd name="connsiteX3" fmla="*/ 3251201 w 7563555"/>
                <a:gd name="connsiteY3" fmla="*/ 577002 h 2304201"/>
                <a:gd name="connsiteX4" fmla="*/ 3989029 w 7563555"/>
                <a:gd name="connsiteY4" fmla="*/ 431952 h 2304201"/>
                <a:gd name="connsiteX5" fmla="*/ 7563555 w 7563555"/>
                <a:gd name="connsiteY5" fmla="*/ 441534 h 2304201"/>
                <a:gd name="connsiteX0" fmla="*/ 0 w 7563555"/>
                <a:gd name="connsiteY0" fmla="*/ 2326297 h 2326297"/>
                <a:gd name="connsiteX1" fmla="*/ 1072444 w 7563555"/>
                <a:gd name="connsiteY1" fmla="*/ 508786 h 2326297"/>
                <a:gd name="connsiteX2" fmla="*/ 2065867 w 7563555"/>
                <a:gd name="connsiteY2" fmla="*/ 23362 h 2326297"/>
                <a:gd name="connsiteX3" fmla="*/ 3251201 w 7563555"/>
                <a:gd name="connsiteY3" fmla="*/ 599098 h 2326297"/>
                <a:gd name="connsiteX4" fmla="*/ 3989029 w 7563555"/>
                <a:gd name="connsiteY4" fmla="*/ 454048 h 2326297"/>
                <a:gd name="connsiteX5" fmla="*/ 7563555 w 7563555"/>
                <a:gd name="connsiteY5" fmla="*/ 463630 h 2326297"/>
                <a:gd name="connsiteX0" fmla="*/ 0 w 7563555"/>
                <a:gd name="connsiteY0" fmla="*/ 2303858 h 2303858"/>
                <a:gd name="connsiteX1" fmla="*/ 1140178 w 7563555"/>
                <a:gd name="connsiteY1" fmla="*/ 497636 h 2303858"/>
                <a:gd name="connsiteX2" fmla="*/ 2065867 w 7563555"/>
                <a:gd name="connsiteY2" fmla="*/ 923 h 2303858"/>
                <a:gd name="connsiteX3" fmla="*/ 3251201 w 7563555"/>
                <a:gd name="connsiteY3" fmla="*/ 576659 h 2303858"/>
                <a:gd name="connsiteX4" fmla="*/ 3989029 w 7563555"/>
                <a:gd name="connsiteY4" fmla="*/ 431609 h 2303858"/>
                <a:gd name="connsiteX5" fmla="*/ 7563555 w 7563555"/>
                <a:gd name="connsiteY5" fmla="*/ 441191 h 2303858"/>
                <a:gd name="connsiteX0" fmla="*/ 0 w 7563555"/>
                <a:gd name="connsiteY0" fmla="*/ 2305352 h 2305352"/>
                <a:gd name="connsiteX1" fmla="*/ 1140178 w 7563555"/>
                <a:gd name="connsiteY1" fmla="*/ 499130 h 2305352"/>
                <a:gd name="connsiteX2" fmla="*/ 2065867 w 7563555"/>
                <a:gd name="connsiteY2" fmla="*/ 2417 h 2305352"/>
                <a:gd name="connsiteX3" fmla="*/ 3251201 w 7563555"/>
                <a:gd name="connsiteY3" fmla="*/ 578153 h 2305352"/>
                <a:gd name="connsiteX4" fmla="*/ 3989029 w 7563555"/>
                <a:gd name="connsiteY4" fmla="*/ 433103 h 2305352"/>
                <a:gd name="connsiteX5" fmla="*/ 7563555 w 7563555"/>
                <a:gd name="connsiteY5" fmla="*/ 442685 h 2305352"/>
                <a:gd name="connsiteX0" fmla="*/ 0 w 7563555"/>
                <a:gd name="connsiteY0" fmla="*/ 2305352 h 2305352"/>
                <a:gd name="connsiteX1" fmla="*/ 1140178 w 7563555"/>
                <a:gd name="connsiteY1" fmla="*/ 499130 h 2305352"/>
                <a:gd name="connsiteX2" fmla="*/ 2065867 w 7563555"/>
                <a:gd name="connsiteY2" fmla="*/ 2417 h 2305352"/>
                <a:gd name="connsiteX3" fmla="*/ 3251201 w 7563555"/>
                <a:gd name="connsiteY3" fmla="*/ 578153 h 2305352"/>
                <a:gd name="connsiteX4" fmla="*/ 3989029 w 7563555"/>
                <a:gd name="connsiteY4" fmla="*/ 433103 h 2305352"/>
                <a:gd name="connsiteX5" fmla="*/ 7563555 w 7563555"/>
                <a:gd name="connsiteY5" fmla="*/ 442685 h 2305352"/>
                <a:gd name="connsiteX0" fmla="*/ 0 w 7563555"/>
                <a:gd name="connsiteY0" fmla="*/ 2305352 h 2305352"/>
                <a:gd name="connsiteX1" fmla="*/ 1140178 w 7563555"/>
                <a:gd name="connsiteY1" fmla="*/ 499130 h 2305352"/>
                <a:gd name="connsiteX2" fmla="*/ 2065867 w 7563555"/>
                <a:gd name="connsiteY2" fmla="*/ 2417 h 2305352"/>
                <a:gd name="connsiteX3" fmla="*/ 3251201 w 7563555"/>
                <a:gd name="connsiteY3" fmla="*/ 578153 h 2305352"/>
                <a:gd name="connsiteX4" fmla="*/ 3989029 w 7563555"/>
                <a:gd name="connsiteY4" fmla="*/ 433103 h 2305352"/>
                <a:gd name="connsiteX5" fmla="*/ 7563555 w 7563555"/>
                <a:gd name="connsiteY5" fmla="*/ 442685 h 2305352"/>
                <a:gd name="connsiteX0" fmla="*/ 0 w 7563555"/>
                <a:gd name="connsiteY0" fmla="*/ 2313430 h 2313430"/>
                <a:gd name="connsiteX1" fmla="*/ 1140178 w 7563555"/>
                <a:gd name="connsiteY1" fmla="*/ 507208 h 2313430"/>
                <a:gd name="connsiteX2" fmla="*/ 2065867 w 7563555"/>
                <a:gd name="connsiteY2" fmla="*/ 10495 h 2313430"/>
                <a:gd name="connsiteX3" fmla="*/ 3251201 w 7563555"/>
                <a:gd name="connsiteY3" fmla="*/ 586231 h 2313430"/>
                <a:gd name="connsiteX4" fmla="*/ 3989029 w 7563555"/>
                <a:gd name="connsiteY4" fmla="*/ 441181 h 2313430"/>
                <a:gd name="connsiteX5" fmla="*/ 7563555 w 7563555"/>
                <a:gd name="connsiteY5" fmla="*/ 450763 h 2313430"/>
                <a:gd name="connsiteX0" fmla="*/ 0 w 7563555"/>
                <a:gd name="connsiteY0" fmla="*/ 2326330 h 2326330"/>
                <a:gd name="connsiteX1" fmla="*/ 1140178 w 7563555"/>
                <a:gd name="connsiteY1" fmla="*/ 520108 h 2326330"/>
                <a:gd name="connsiteX2" fmla="*/ 2077156 w 7563555"/>
                <a:gd name="connsiteY2" fmla="*/ 817 h 2326330"/>
                <a:gd name="connsiteX3" fmla="*/ 3251201 w 7563555"/>
                <a:gd name="connsiteY3" fmla="*/ 599131 h 2326330"/>
                <a:gd name="connsiteX4" fmla="*/ 3989029 w 7563555"/>
                <a:gd name="connsiteY4" fmla="*/ 454081 h 2326330"/>
                <a:gd name="connsiteX5" fmla="*/ 7563555 w 7563555"/>
                <a:gd name="connsiteY5" fmla="*/ 463663 h 2326330"/>
                <a:gd name="connsiteX0" fmla="*/ 0 w 7563555"/>
                <a:gd name="connsiteY0" fmla="*/ 2465939 h 2465939"/>
                <a:gd name="connsiteX1" fmla="*/ 1140178 w 7563555"/>
                <a:gd name="connsiteY1" fmla="*/ 659717 h 2465939"/>
                <a:gd name="connsiteX2" fmla="*/ 1904645 w 7563555"/>
                <a:gd name="connsiteY2" fmla="*/ 475 h 2465939"/>
                <a:gd name="connsiteX3" fmla="*/ 3251201 w 7563555"/>
                <a:gd name="connsiteY3" fmla="*/ 738740 h 2465939"/>
                <a:gd name="connsiteX4" fmla="*/ 3989029 w 7563555"/>
                <a:gd name="connsiteY4" fmla="*/ 593690 h 2465939"/>
                <a:gd name="connsiteX5" fmla="*/ 7563555 w 7563555"/>
                <a:gd name="connsiteY5" fmla="*/ 603272 h 2465939"/>
                <a:gd name="connsiteX0" fmla="*/ 0 w 7563555"/>
                <a:gd name="connsiteY0" fmla="*/ 2465718 h 2465718"/>
                <a:gd name="connsiteX1" fmla="*/ 946104 w 7563555"/>
                <a:gd name="connsiteY1" fmla="*/ 679488 h 2465718"/>
                <a:gd name="connsiteX2" fmla="*/ 1904645 w 7563555"/>
                <a:gd name="connsiteY2" fmla="*/ 254 h 2465718"/>
                <a:gd name="connsiteX3" fmla="*/ 3251201 w 7563555"/>
                <a:gd name="connsiteY3" fmla="*/ 738519 h 2465718"/>
                <a:gd name="connsiteX4" fmla="*/ 3989029 w 7563555"/>
                <a:gd name="connsiteY4" fmla="*/ 593469 h 2465718"/>
                <a:gd name="connsiteX5" fmla="*/ 7563555 w 7563555"/>
                <a:gd name="connsiteY5" fmla="*/ 603051 h 2465718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3989029 w 7563555"/>
                <a:gd name="connsiteY4" fmla="*/ 593467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73474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73474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13494 h 2465716"/>
                <a:gd name="connsiteX5" fmla="*/ 7563555 w 7563555"/>
                <a:gd name="connsiteY5" fmla="*/ 603049 h 2465716"/>
                <a:gd name="connsiteX0" fmla="*/ 0 w 7563555"/>
                <a:gd name="connsiteY0" fmla="*/ 2465716 h 2465716"/>
                <a:gd name="connsiteX1" fmla="*/ 946104 w 7563555"/>
                <a:gd name="connsiteY1" fmla="*/ 679486 h 2465716"/>
                <a:gd name="connsiteX2" fmla="*/ 1904645 w 7563555"/>
                <a:gd name="connsiteY2" fmla="*/ 252 h 2465716"/>
                <a:gd name="connsiteX3" fmla="*/ 3251201 w 7563555"/>
                <a:gd name="connsiteY3" fmla="*/ 738517 h 2465716"/>
                <a:gd name="connsiteX4" fmla="*/ 4312488 w 7563555"/>
                <a:gd name="connsiteY4" fmla="*/ 513494 h 2465716"/>
                <a:gd name="connsiteX5" fmla="*/ 7563555 w 7563555"/>
                <a:gd name="connsiteY5" fmla="*/ 603049 h 2465716"/>
                <a:gd name="connsiteX0" fmla="*/ 0 w 7541991"/>
                <a:gd name="connsiteY0" fmla="*/ 2465716 h 2465716"/>
                <a:gd name="connsiteX1" fmla="*/ 946104 w 7541991"/>
                <a:gd name="connsiteY1" fmla="*/ 679486 h 2465716"/>
                <a:gd name="connsiteX2" fmla="*/ 1904645 w 7541991"/>
                <a:gd name="connsiteY2" fmla="*/ 252 h 2465716"/>
                <a:gd name="connsiteX3" fmla="*/ 3251201 w 7541991"/>
                <a:gd name="connsiteY3" fmla="*/ 738517 h 2465716"/>
                <a:gd name="connsiteX4" fmla="*/ 4312488 w 7541991"/>
                <a:gd name="connsiteY4" fmla="*/ 513494 h 2465716"/>
                <a:gd name="connsiteX5" fmla="*/ 7541991 w 7541991"/>
                <a:gd name="connsiteY5" fmla="*/ 583055 h 246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1991" h="2465716">
                  <a:moveTo>
                    <a:pt x="0" y="2465716"/>
                  </a:moveTo>
                  <a:cubicBezTo>
                    <a:pt x="403577" y="1843886"/>
                    <a:pt x="628663" y="1090397"/>
                    <a:pt x="946104" y="679486"/>
                  </a:cubicBezTo>
                  <a:cubicBezTo>
                    <a:pt x="1263545" y="268575"/>
                    <a:pt x="1520462" y="-9587"/>
                    <a:pt x="1904645" y="252"/>
                  </a:cubicBezTo>
                  <a:cubicBezTo>
                    <a:pt x="2288828" y="10091"/>
                    <a:pt x="2849894" y="652977"/>
                    <a:pt x="3251201" y="738517"/>
                  </a:cubicBezTo>
                  <a:cubicBezTo>
                    <a:pt x="3652508" y="824057"/>
                    <a:pt x="3697402" y="544303"/>
                    <a:pt x="4312488" y="513494"/>
                  </a:cubicBezTo>
                  <a:lnTo>
                    <a:pt x="7541991" y="583055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 dirty="0"/>
            </a:p>
          </p:txBody>
        </p:sp>
        <p:cxnSp>
          <p:nvCxnSpPr>
            <p:cNvPr id="3" name="直线箭头连接符 2">
              <a:extLst>
                <a:ext uri="{FF2B5EF4-FFF2-40B4-BE49-F238E27FC236}">
                  <a16:creationId xmlns:a16="http://schemas.microsoft.com/office/drawing/2014/main" id="{97CD6514-C537-9DAF-83CD-E4118F1C1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9182" y="4761908"/>
              <a:ext cx="0" cy="38658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箭头连接符 28">
              <a:extLst>
                <a:ext uri="{FF2B5EF4-FFF2-40B4-BE49-F238E27FC236}">
                  <a16:creationId xmlns:a16="http://schemas.microsoft.com/office/drawing/2014/main" id="{3765FEB5-EF08-3FA1-C9C0-03707A54CBB9}"/>
                </a:ext>
              </a:extLst>
            </p:cNvPr>
            <p:cNvCxnSpPr/>
            <p:nvPr/>
          </p:nvCxnSpPr>
          <p:spPr>
            <a:xfrm>
              <a:off x="5868144" y="4101891"/>
              <a:ext cx="0" cy="3496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5C7E85F-F031-DEAF-0F3C-67A5993BEE70}"/>
                  </a:ext>
                </a:extLst>
              </p:cNvPr>
              <p:cNvSpPr txBox="1"/>
              <p:nvPr/>
            </p:nvSpPr>
            <p:spPr>
              <a:xfrm>
                <a:off x="5989296" y="5211726"/>
                <a:ext cx="5529253" cy="1055608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l-GR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kumimoji="1" lang="el-GR" altLang="zh-CN" sz="2800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的大小完全取决于 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zh-CN" altLang="el-GR" sz="2800" dirty="0">
                    <a:solidFill>
                      <a:schemeClr val="accent1"/>
                    </a:solidFill>
                  </a:rPr>
                  <a:t>，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el-GR" altLang="zh-CN" sz="2800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越小， </a:t>
                </a:r>
                <a14:m>
                  <m:oMath xmlns:m="http://schemas.openxmlformats.org/officeDocument/2006/math">
                    <m:r>
                      <a:rPr kumimoji="1" lang="el-GR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 越大。</a:t>
                </a:r>
                <a:endParaRPr kumimoji="1" lang="en-US" altLang="zh-CN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5C7E85F-F031-DEAF-0F3C-67A5993BE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296" y="5211726"/>
                <a:ext cx="5529253" cy="1055608"/>
              </a:xfrm>
              <a:prstGeom prst="flowChartAlternateProcess">
                <a:avLst/>
              </a:prstGeom>
              <a:blipFill>
                <a:blip r:embed="rId15"/>
                <a:stretch>
                  <a:fillRect l="-1139" t="-1163" b="-9302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354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7" grpId="0"/>
      <p:bldP spid="33" grpId="0"/>
      <p:bldP spid="34" grpId="0"/>
      <p:bldP spid="25" grpId="0"/>
      <p:bldP spid="26" grpId="0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22944" y="331857"/>
            <a:ext cx="5112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欠阻尼二阶系统单位阶跃响应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57ECC45-52E0-8B66-77E4-7FE9905381C2}"/>
                  </a:ext>
                </a:extLst>
              </p:cNvPr>
              <p:cNvSpPr txBox="1"/>
              <p:nvPr/>
            </p:nvSpPr>
            <p:spPr>
              <a:xfrm>
                <a:off x="550590" y="1027576"/>
                <a:ext cx="2334042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调节时间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kumimoji="1" lang="zh-CN" alt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57ECC45-52E0-8B66-77E4-7FE990538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90" y="1027576"/>
                <a:ext cx="2334042" cy="578882"/>
              </a:xfrm>
              <a:prstGeom prst="flowChartAlternateProcess">
                <a:avLst/>
              </a:prstGeom>
              <a:blipFill>
                <a:blip r:embed="rId3"/>
                <a:stretch>
                  <a:fillRect l="-3743" t="-8333" b="-18750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B2F38A3-4FC7-007D-A6E3-EAF3DD3D28EF}"/>
                  </a:ext>
                </a:extLst>
              </p:cNvPr>
              <p:cNvSpPr txBox="1"/>
              <p:nvPr/>
            </p:nvSpPr>
            <p:spPr>
              <a:xfrm>
                <a:off x="-241498" y="1605062"/>
                <a:ext cx="9649072" cy="2075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𝜁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0.05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或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B2F38A3-4FC7-007D-A6E3-EAF3DD3D2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1498" y="1605062"/>
                <a:ext cx="9649072" cy="2075761"/>
              </a:xfrm>
              <a:prstGeom prst="rect">
                <a:avLst/>
              </a:prstGeom>
              <a:blipFill>
                <a:blip r:embed="rId4"/>
                <a:stretch>
                  <a:fillRect b="-5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FEA2F99-91F5-A798-D6C0-55389EB72E86}"/>
                  </a:ext>
                </a:extLst>
              </p:cNvPr>
              <p:cNvSpPr txBox="1"/>
              <p:nvPr/>
            </p:nvSpPr>
            <p:spPr>
              <a:xfrm>
                <a:off x="478582" y="3618431"/>
                <a:ext cx="8064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当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zh-CN" altLang="en-US" sz="2800" dirty="0"/>
                  <a:t> （或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0.02</m:t>
                    </m:r>
                  </m:oMath>
                </a14:m>
                <a:r>
                  <a:rPr lang="zh-CN" altLang="en-US" sz="2800" dirty="0"/>
                  <a:t>）时，对应的调整时间为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FEA2F99-91F5-A798-D6C0-55389EB72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3618431"/>
                <a:ext cx="8064897" cy="523220"/>
              </a:xfrm>
              <a:prstGeom prst="rect">
                <a:avLst/>
              </a:prstGeom>
              <a:blipFill>
                <a:blip r:embed="rId5"/>
                <a:stretch>
                  <a:fillRect l="-1572" t="-17073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D425412-6B53-2B06-EF88-133A5AF45E7A}"/>
                  </a:ext>
                </a:extLst>
              </p:cNvPr>
              <p:cNvSpPr txBox="1"/>
              <p:nvPr/>
            </p:nvSpPr>
            <p:spPr>
              <a:xfrm>
                <a:off x="411928" y="4178020"/>
                <a:ext cx="828092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由于正弦函数的存在，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800" dirty="0"/>
                  <a:t> 和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zh-CN" altLang="en-US" sz="2800" dirty="0"/>
                  <a:t> 的关系为不连续的，为简单起见，可以近似计算如下</a:t>
                </a:r>
                <a:r>
                  <a:rPr lang="en-US" altLang="zh-CN" sz="2800" dirty="0"/>
                  <a:t>: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D425412-6B53-2B06-EF88-133A5AF45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28" y="4178020"/>
                <a:ext cx="8280920" cy="954107"/>
              </a:xfrm>
              <a:prstGeom prst="rect">
                <a:avLst/>
              </a:prstGeom>
              <a:blipFill>
                <a:blip r:embed="rId6"/>
                <a:stretch>
                  <a:fillRect l="-1531" t="-6494" b="-155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331F798-BE38-D87B-9051-DEBB25D60457}"/>
                  </a:ext>
                </a:extLst>
              </p:cNvPr>
              <p:cNvSpPr txBox="1"/>
              <p:nvPr/>
            </p:nvSpPr>
            <p:spPr>
              <a:xfrm>
                <a:off x="2350790" y="5200424"/>
                <a:ext cx="4820590" cy="10826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0.05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或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331F798-BE38-D87B-9051-DEBB25D60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90" y="5200424"/>
                <a:ext cx="4820590" cy="1082669"/>
              </a:xfrm>
              <a:prstGeom prst="rect">
                <a:avLst/>
              </a:prstGeom>
              <a:blipFill>
                <a:blip r:embed="rId7"/>
                <a:stretch>
                  <a:fillRect r="-526" b="-5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156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26" grpId="0"/>
      <p:bldP spid="30" grpId="0"/>
      <p:bldP spid="31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49707" y="348960"/>
            <a:ext cx="5328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欠阻尼二阶系统单位阶跃响应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57ECC45-52E0-8B66-77E4-7FE9905381C2}"/>
                  </a:ext>
                </a:extLst>
              </p:cNvPr>
              <p:cNvSpPr txBox="1"/>
              <p:nvPr/>
            </p:nvSpPr>
            <p:spPr>
              <a:xfrm>
                <a:off x="550590" y="1028951"/>
                <a:ext cx="2262034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调节时间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kumimoji="1" lang="zh-CN" alt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957ECC45-52E0-8B66-77E4-7FE990538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90" y="1028951"/>
                <a:ext cx="2262034" cy="578882"/>
              </a:xfrm>
              <a:prstGeom prst="flowChartAlternateProcess">
                <a:avLst/>
              </a:prstGeom>
              <a:blipFill>
                <a:blip r:embed="rId3"/>
                <a:stretch>
                  <a:fillRect l="-3867"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B2F38A3-4FC7-007D-A6E3-EAF3DD3D28EF}"/>
                  </a:ext>
                </a:extLst>
              </p:cNvPr>
              <p:cNvSpPr txBox="1"/>
              <p:nvPr/>
            </p:nvSpPr>
            <p:spPr>
              <a:xfrm>
                <a:off x="493723" y="1541577"/>
                <a:ext cx="5040560" cy="2333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5%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0.05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2%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0.02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US" altLang="zh-CN" sz="2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zh-CN" altLang="en-US" sz="28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B2F38A3-4FC7-007D-A6E3-EAF3DD3D2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23" y="1541577"/>
                <a:ext cx="5040560" cy="2333396"/>
              </a:xfrm>
              <a:prstGeom prst="rect">
                <a:avLst/>
              </a:prstGeom>
              <a:blipFill>
                <a:blip r:embed="rId4"/>
                <a:stretch>
                  <a:fillRect b="-3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00D50BF-2232-198D-832C-79D56615CAB1}"/>
                  </a:ext>
                </a:extLst>
              </p:cNvPr>
              <p:cNvSpPr txBox="1"/>
              <p:nvPr/>
            </p:nvSpPr>
            <p:spPr>
              <a:xfrm>
                <a:off x="767870" y="4086581"/>
                <a:ext cx="24482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当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&lt;0.9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00D50BF-2232-198D-832C-79D56615C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70" y="4086581"/>
                <a:ext cx="2448272" cy="523220"/>
              </a:xfrm>
              <a:prstGeom prst="rect">
                <a:avLst/>
              </a:prstGeom>
              <a:blipFill>
                <a:blip r:embed="rId5"/>
                <a:stretch>
                  <a:fillRect l="-5155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6D53E62-37FE-A348-D5CE-891AB417EDF2}"/>
                  </a:ext>
                </a:extLst>
              </p:cNvPr>
              <p:cNvSpPr txBox="1"/>
              <p:nvPr/>
            </p:nvSpPr>
            <p:spPr>
              <a:xfrm>
                <a:off x="623392" y="5085184"/>
                <a:ext cx="5472608" cy="1405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5%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2%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6D53E62-37FE-A348-D5CE-891AB417E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5085184"/>
                <a:ext cx="5472608" cy="14054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6BAA340-8669-CB58-4F63-A5A0FF1BE13F}"/>
                  </a:ext>
                </a:extLst>
              </p:cNvPr>
              <p:cNvSpPr txBox="1"/>
              <p:nvPr/>
            </p:nvSpPr>
            <p:spPr>
              <a:xfrm>
                <a:off x="5806778" y="1015868"/>
                <a:ext cx="604867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当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E448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>
                        <a:solidFill>
                          <a:srgbClr val="E448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=0.707</m:t>
                    </m:r>
                  </m:oMath>
                </a14:m>
                <a:r>
                  <a:rPr lang="zh-CN" altLang="en-US" sz="2800" dirty="0">
                    <a:solidFill>
                      <a:srgbClr val="E44860"/>
                    </a:solidFill>
                  </a:rPr>
                  <a:t> </a:t>
                </a:r>
                <a:r>
                  <a:rPr lang="zh-CN" altLang="en-US" sz="2800" dirty="0"/>
                  <a:t>时，系统响应的平稳性和快速性都比较好，称为</a:t>
                </a:r>
                <a:r>
                  <a:rPr lang="zh-CN" altLang="en-US" sz="2800" dirty="0">
                    <a:solidFill>
                      <a:srgbClr val="E44860"/>
                    </a:solidFill>
                  </a:rPr>
                  <a:t>最佳阻尼比</a:t>
                </a:r>
                <a:r>
                  <a:rPr lang="zh-CN" altLang="en-US" sz="2800" dirty="0"/>
                  <a:t>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6BAA340-8669-CB58-4F63-A5A0FF1BE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778" y="1015868"/>
                <a:ext cx="6048672" cy="954107"/>
              </a:xfrm>
              <a:prstGeom prst="rect">
                <a:avLst/>
              </a:prstGeom>
              <a:blipFill>
                <a:blip r:embed="rId7"/>
                <a:stretch>
                  <a:fillRect l="-2096" t="-9211" r="-5031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238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8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34963" y="376554"/>
            <a:ext cx="5267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欠阻尼二阶系统分析：增益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0EB5184-3806-4D25-3130-6CD88F7A6B74}"/>
                  </a:ext>
                </a:extLst>
              </p:cNvPr>
              <p:cNvSpPr txBox="1"/>
              <p:nvPr/>
            </p:nvSpPr>
            <p:spPr>
              <a:xfrm>
                <a:off x="357596" y="965462"/>
                <a:ext cx="580961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系统结构图如右，试求</a:t>
                </a:r>
                <a:endParaRPr lang="en-US" altLang="zh-CN" sz="28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800" dirty="0"/>
                  <a:t>当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zh-CN" altLang="en-US" sz="2800" dirty="0"/>
                  <a:t> 时系统的动态性能；</a:t>
                </a:r>
                <a:endParaRPr lang="en-US" altLang="zh-CN" sz="28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800" dirty="0"/>
                  <a:t>使系统阻尼比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E448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>
                        <a:solidFill>
                          <a:srgbClr val="E448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=0.707</m:t>
                    </m:r>
                  </m:oMath>
                </a14:m>
                <a:r>
                  <a:rPr lang="zh-CN" altLang="en-US" sz="2800" dirty="0"/>
                  <a:t> 的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" altLang="zh-CN" sz="2800" dirty="0"/>
                  <a:t> </a:t>
                </a:r>
                <a:r>
                  <a:rPr lang="zh-CN" altLang="en-US" sz="2800" dirty="0"/>
                  <a:t>值。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0EB5184-3806-4D25-3130-6CD88F7A6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96" y="965462"/>
                <a:ext cx="5809618" cy="1384995"/>
              </a:xfrm>
              <a:prstGeom prst="rect">
                <a:avLst/>
              </a:prstGeom>
              <a:blipFill>
                <a:blip r:embed="rId3"/>
                <a:stretch>
                  <a:fillRect l="-2183" t="-4505" r="-8297" b="-11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FB6E396-707C-8121-F1BB-38F4D6B3CB28}"/>
                  </a:ext>
                </a:extLst>
              </p:cNvPr>
              <p:cNvSpPr/>
              <p:nvPr/>
            </p:nvSpPr>
            <p:spPr>
              <a:xfrm>
                <a:off x="9073200" y="729115"/>
                <a:ext cx="1188000" cy="648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(0.1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</m:den>
                    </m:f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FB6E396-707C-8121-F1BB-38F4D6B3CB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200" y="729115"/>
                <a:ext cx="1188000" cy="648000"/>
              </a:xfrm>
              <a:prstGeom prst="rect">
                <a:avLst/>
              </a:prstGeom>
              <a:blipFill>
                <a:blip r:embed="rId4"/>
                <a:stretch>
                  <a:fillRect l="-4167" r="-8333" b="-14815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1直线箭头连接符3">
            <a:extLst>
              <a:ext uri="{FF2B5EF4-FFF2-40B4-BE49-F238E27FC236}">
                <a16:creationId xmlns:a16="http://schemas.microsoft.com/office/drawing/2014/main" id="{59C44D01-2D86-1EE3-9F98-072FBFCF59CA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7574528" y="1053115"/>
            <a:ext cx="59844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C99BCE7-C67A-DB99-41E6-75343B7D30F9}"/>
                  </a:ext>
                </a:extLst>
              </p:cNvPr>
              <p:cNvSpPr txBox="1"/>
              <p:nvPr/>
            </p:nvSpPr>
            <p:spPr>
              <a:xfrm>
                <a:off x="7384114" y="531850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C99BCE7-C67A-DB99-41E6-75343B7D3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114" y="531850"/>
                <a:ext cx="936104" cy="523220"/>
              </a:xfrm>
              <a:prstGeom prst="rect">
                <a:avLst/>
              </a:prstGeom>
              <a:blipFill>
                <a:blip r:embed="rId5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1直线箭头连接符3">
            <a:extLst>
              <a:ext uri="{FF2B5EF4-FFF2-40B4-BE49-F238E27FC236}">
                <a16:creationId xmlns:a16="http://schemas.microsoft.com/office/drawing/2014/main" id="{60A1026E-03B2-6638-E761-FA8CFA47A26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10261201" y="1053115"/>
            <a:ext cx="100693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C5328E4-99C1-1248-B2B9-D103D43F582D}"/>
                  </a:ext>
                </a:extLst>
              </p:cNvPr>
              <p:cNvSpPr txBox="1"/>
              <p:nvPr/>
            </p:nvSpPr>
            <p:spPr>
              <a:xfrm>
                <a:off x="10394572" y="539756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C5328E4-99C1-1248-B2B9-D103D43F5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572" y="539756"/>
                <a:ext cx="93610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>
            <a:extLst>
              <a:ext uri="{FF2B5EF4-FFF2-40B4-BE49-F238E27FC236}">
                <a16:creationId xmlns:a16="http://schemas.microsoft.com/office/drawing/2014/main" id="{4B8A8CCE-57B6-9151-4CBD-BD0C1CBA355E}"/>
              </a:ext>
            </a:extLst>
          </p:cNvPr>
          <p:cNvSpPr/>
          <p:nvPr/>
        </p:nvSpPr>
        <p:spPr>
          <a:xfrm>
            <a:off x="8172968" y="909115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Ui">
                <a:extLst>
                  <a:ext uri="{FF2B5EF4-FFF2-40B4-BE49-F238E27FC236}">
                    <a16:creationId xmlns:a16="http://schemas.microsoft.com/office/drawing/2014/main" id="{E82094C5-7F9F-E0F5-DF68-264FAF4CEC7C}"/>
                  </a:ext>
                </a:extLst>
              </p:cNvPr>
              <p:cNvSpPr txBox="1"/>
              <p:nvPr/>
            </p:nvSpPr>
            <p:spPr>
              <a:xfrm>
                <a:off x="7776088" y="1088046"/>
                <a:ext cx="5948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1Ui">
                <a:extLst>
                  <a:ext uri="{FF2B5EF4-FFF2-40B4-BE49-F238E27FC236}">
                    <a16:creationId xmlns:a16="http://schemas.microsoft.com/office/drawing/2014/main" id="{E82094C5-7F9F-E0F5-DF68-264FAF4CE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088" y="1088046"/>
                <a:ext cx="5948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4肘形连接符">
            <a:extLst>
              <a:ext uri="{FF2B5EF4-FFF2-40B4-BE49-F238E27FC236}">
                <a16:creationId xmlns:a16="http://schemas.microsoft.com/office/drawing/2014/main" id="{58A8F200-396A-24D5-DEEA-8A0E980C4A3D}"/>
              </a:ext>
            </a:extLst>
          </p:cNvPr>
          <p:cNvCxnSpPr>
            <a:cxnSpLocks/>
            <a:endCxn id="17" idx="4"/>
          </p:cNvCxnSpPr>
          <p:nvPr/>
        </p:nvCxnSpPr>
        <p:spPr>
          <a:xfrm rot="10800000" flipV="1">
            <a:off x="8316968" y="1075067"/>
            <a:ext cx="2513476" cy="122048"/>
          </a:xfrm>
          <a:prstGeom prst="bentConnector4">
            <a:avLst>
              <a:gd name="adj1" fmla="val 874"/>
              <a:gd name="adj2" fmla="val 4075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直线箭头连接符3">
            <a:extLst>
              <a:ext uri="{FF2B5EF4-FFF2-40B4-BE49-F238E27FC236}">
                <a16:creationId xmlns:a16="http://schemas.microsoft.com/office/drawing/2014/main" id="{A725E8A8-64E4-7524-F014-38C4710901B0}"/>
              </a:ext>
            </a:extLst>
          </p:cNvPr>
          <p:cNvCxnSpPr>
            <a:cxnSpLocks/>
            <a:stCxn id="17" idx="6"/>
            <a:endCxn id="12" idx="1"/>
          </p:cNvCxnSpPr>
          <p:nvPr/>
        </p:nvCxnSpPr>
        <p:spPr>
          <a:xfrm>
            <a:off x="8460968" y="1053115"/>
            <a:ext cx="61223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A5F82FE-35D2-2681-6734-77C125A727A2}"/>
                  </a:ext>
                </a:extLst>
              </p:cNvPr>
              <p:cNvSpPr txBox="1"/>
              <p:nvPr/>
            </p:nvSpPr>
            <p:spPr>
              <a:xfrm>
                <a:off x="-20166" y="2202017"/>
                <a:ext cx="11449272" cy="1045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dirty="0"/>
                        <m:t>解：</m:t>
                      </m:r>
                      <m:r>
                        <m:rPr>
                          <m:nor/>
                        </m:rPr>
                        <a:rPr lang="en-US" altLang="zh-CN" sz="2800" dirty="0"/>
                        <m:t>1.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+10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+10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+100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A5F82FE-35D2-2681-6734-77C125A72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166" y="2202017"/>
                <a:ext cx="11449272" cy="1045158"/>
              </a:xfrm>
              <a:prstGeom prst="rect">
                <a:avLst/>
              </a:prstGeom>
              <a:blipFill>
                <a:blip r:embed="rId8"/>
                <a:stretch>
                  <a:fillRect b="-9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6744BDE-5EDB-9181-525C-6320B07B0E4C}"/>
                  </a:ext>
                </a:extLst>
              </p:cNvPr>
              <p:cNvSpPr txBox="1"/>
              <p:nvPr/>
            </p:nvSpPr>
            <p:spPr>
              <a:xfrm>
                <a:off x="357596" y="3045127"/>
                <a:ext cx="9954960" cy="2209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l-GR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l-GR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rad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2×10</m:t>
                                </m:r>
                              </m:den>
                            </m:f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=0.5</m:t>
                            </m:r>
                          </m:e>
                        </m:eqArr>
                      </m:e>
                    </m:d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m:rPr>
                                <m:aln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e>
                                      <m:sup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3.14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×10</m:t>
                                </m:r>
                              </m:den>
                            </m:f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=0.363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%</m:t>
                            </m:r>
                            <m:r>
                              <m:rPr>
                                <m:aln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𝜁𝜋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𝜁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×100%</m:t>
                            </m:r>
                            <m:r>
                              <m:rPr>
                                <m:nor/>
                              </m:rPr>
                              <a:rPr lang="en-US" altLang="zh-CN" sz="2800" dirty="0"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.3%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m:rPr>
                                <m:aln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0.5×10</m:t>
                                </m:r>
                              </m:den>
                            </m:f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=0.8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6744BDE-5EDB-9181-525C-6320B07B0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96" y="3045127"/>
                <a:ext cx="9954960" cy="2209195"/>
              </a:xfrm>
              <a:prstGeom prst="rect">
                <a:avLst/>
              </a:prstGeom>
              <a:blipFill>
                <a:blip r:embed="rId9"/>
                <a:stretch>
                  <a:fillRect l="-24586" t="-127011" b="-187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C071234-493E-7508-F7D8-B810314EA294}"/>
                  </a:ext>
                </a:extLst>
              </p:cNvPr>
              <p:cNvSpPr txBox="1"/>
              <p:nvPr/>
            </p:nvSpPr>
            <p:spPr>
              <a:xfrm>
                <a:off x="547208" y="5257404"/>
                <a:ext cx="8568951" cy="1341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/>
                  <a:t>2.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0.1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+10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+10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zh-CN" altLang="en-US" sz="2800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</m:rad>
                  </m:oMath>
                </a14:m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</m:rad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=0.707=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2800" dirty="0"/>
                  <a:t>          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C071234-493E-7508-F7D8-B810314EA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08" y="5257404"/>
                <a:ext cx="8568951" cy="1341329"/>
              </a:xfrm>
              <a:prstGeom prst="rect">
                <a:avLst/>
              </a:prstGeom>
              <a:blipFill>
                <a:blip r:embed="rId10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637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1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06574" y="410329"/>
            <a:ext cx="5400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欠阻尼二阶系统分析：极点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0EB5184-3806-4D25-3130-6CD88F7A6B74}"/>
                  </a:ext>
                </a:extLst>
              </p:cNvPr>
              <p:cNvSpPr txBox="1"/>
              <p:nvPr/>
            </p:nvSpPr>
            <p:spPr>
              <a:xfrm>
                <a:off x="406575" y="938290"/>
                <a:ext cx="7776864" cy="1484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某典型二阶系统，要求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4.3%&lt;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%&lt;16.3%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2&lt;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&lt;5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 dirty="0"/>
                  <a:t>，试确定系统极点的允许范围。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0EB5184-3806-4D25-3130-6CD88F7A6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5" y="938290"/>
                <a:ext cx="7776864" cy="1484381"/>
              </a:xfrm>
              <a:prstGeom prst="rect">
                <a:avLst/>
              </a:prstGeom>
              <a:blipFill>
                <a:blip r:embed="rId3"/>
                <a:stretch>
                  <a:fillRect l="-1631" t="-142373" b="-179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37D2046-74F2-E617-D0E7-DA1E7FE990B2}"/>
                  </a:ext>
                </a:extLst>
              </p:cNvPr>
              <p:cNvSpPr txBox="1"/>
              <p:nvPr/>
            </p:nvSpPr>
            <p:spPr>
              <a:xfrm>
                <a:off x="-537277" y="2691429"/>
                <a:ext cx="7177678" cy="1915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4.3→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=0.707→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=45°</m:t>
                      </m:r>
                    </m:oMath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16.3→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=60°</m:t>
                      </m:r>
                    </m:oMath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45°&lt;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&lt;60°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2&lt;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br>
                  <a:rPr lang="en-US" altLang="zh-CN" sz="2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zh-CN" altLang="en-US" sz="28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37D2046-74F2-E617-D0E7-DA1E7FE99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7277" y="2691429"/>
                <a:ext cx="7177678" cy="1915333"/>
              </a:xfrm>
              <a:prstGeom prst="rect">
                <a:avLst/>
              </a:prstGeom>
              <a:blipFill>
                <a:blip r:embed="rId4"/>
                <a:stretch>
                  <a:fillRect l="-11131" t="-67550" b="-1622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面积">
            <a:extLst>
              <a:ext uri="{FF2B5EF4-FFF2-40B4-BE49-F238E27FC236}">
                <a16:creationId xmlns:a16="http://schemas.microsoft.com/office/drawing/2014/main" id="{DA2F564C-CA54-8F0B-7325-B877B49DC347}"/>
              </a:ext>
            </a:extLst>
          </p:cNvPr>
          <p:cNvSpPr/>
          <p:nvPr/>
        </p:nvSpPr>
        <p:spPr>
          <a:xfrm>
            <a:off x="9077792" y="3787389"/>
            <a:ext cx="1117681" cy="1295183"/>
          </a:xfrm>
          <a:custGeom>
            <a:avLst/>
            <a:gdLst>
              <a:gd name="connsiteX0" fmla="*/ 279277 w 1117681"/>
              <a:gd name="connsiteY0" fmla="*/ 0 h 1295183"/>
              <a:gd name="connsiteX1" fmla="*/ 776870 w 1117681"/>
              <a:gd name="connsiteY1" fmla="*/ 768691 h 1295183"/>
              <a:gd name="connsiteX2" fmla="*/ 665084 w 1117681"/>
              <a:gd name="connsiteY2" fmla="*/ 861393 h 1295183"/>
              <a:gd name="connsiteX3" fmla="*/ 1112457 w 1117681"/>
              <a:gd name="connsiteY3" fmla="*/ 1287113 h 1295183"/>
              <a:gd name="connsiteX4" fmla="*/ 1117681 w 1117681"/>
              <a:gd name="connsiteY4" fmla="*/ 1295183 h 1295183"/>
              <a:gd name="connsiteX5" fmla="*/ 0 w 1117681"/>
              <a:gd name="connsiteY5" fmla="*/ 231600 h 1295183"/>
              <a:gd name="connsiteX6" fmla="*/ 279277 w 1117681"/>
              <a:gd name="connsiteY6" fmla="*/ 0 h 1295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7681" h="1295183">
                <a:moveTo>
                  <a:pt x="279277" y="0"/>
                </a:moveTo>
                <a:lnTo>
                  <a:pt x="776870" y="768691"/>
                </a:lnTo>
                <a:lnTo>
                  <a:pt x="665084" y="861393"/>
                </a:lnTo>
                <a:lnTo>
                  <a:pt x="1112457" y="1287113"/>
                </a:lnTo>
                <a:lnTo>
                  <a:pt x="1117681" y="1295183"/>
                </a:lnTo>
                <a:lnTo>
                  <a:pt x="0" y="231600"/>
                </a:lnTo>
                <a:cubicBezTo>
                  <a:pt x="83660" y="143685"/>
                  <a:pt x="177400" y="65948"/>
                  <a:pt x="27927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2800">
              <a:solidFill>
                <a:schemeClr val="tx1"/>
              </a:solidFill>
            </a:endParaRPr>
          </a:p>
        </p:txBody>
      </p:sp>
      <p:grpSp>
        <p:nvGrpSpPr>
          <p:cNvPr id="5" name="阻尼1">
            <a:extLst>
              <a:ext uri="{FF2B5EF4-FFF2-40B4-BE49-F238E27FC236}">
                <a16:creationId xmlns:a16="http://schemas.microsoft.com/office/drawing/2014/main" id="{312662C5-0481-64CE-ED46-D5BC6DE59052}"/>
              </a:ext>
            </a:extLst>
          </p:cNvPr>
          <p:cNvGrpSpPr/>
          <p:nvPr/>
        </p:nvGrpSpPr>
        <p:grpSpPr>
          <a:xfrm>
            <a:off x="7305120" y="2832606"/>
            <a:ext cx="2889526" cy="2249966"/>
            <a:chOff x="7305120" y="2832606"/>
            <a:chExt cx="2889526" cy="2249966"/>
          </a:xfrm>
        </p:grpSpPr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F05DB70-A387-4463-7A3D-AFF517A828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168" y="3259130"/>
              <a:ext cx="1953478" cy="1823442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0E763683-1445-2C3F-2263-596C166A80C4}"/>
                    </a:ext>
                  </a:extLst>
                </p:cNvPr>
                <p:cNvSpPr txBox="1"/>
                <p:nvPr/>
              </p:nvSpPr>
              <p:spPr>
                <a:xfrm>
                  <a:off x="7305120" y="2832606"/>
                  <a:ext cx="1495964" cy="5232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=45°</m:t>
                        </m:r>
                      </m:oMath>
                    </m:oMathPara>
                  </a14:m>
                  <a:br>
                    <a:rPr lang="en-US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</a:br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0E763683-1445-2C3F-2263-596C166A8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5120" y="2832606"/>
                  <a:ext cx="1495964" cy="523285"/>
                </a:xfrm>
                <a:prstGeom prst="rect">
                  <a:avLst/>
                </a:prstGeom>
                <a:blipFill>
                  <a:blip r:embed="rId5"/>
                  <a:stretch>
                    <a:fillRect l="-16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阻尼2">
            <a:extLst>
              <a:ext uri="{FF2B5EF4-FFF2-40B4-BE49-F238E27FC236}">
                <a16:creationId xmlns:a16="http://schemas.microsoft.com/office/drawing/2014/main" id="{8D85E0F6-C47B-85A4-0BE4-D1A053D8CC12}"/>
              </a:ext>
            </a:extLst>
          </p:cNvPr>
          <p:cNvGrpSpPr/>
          <p:nvPr/>
        </p:nvGrpSpPr>
        <p:grpSpPr>
          <a:xfrm>
            <a:off x="8292657" y="2276872"/>
            <a:ext cx="1897600" cy="2805700"/>
            <a:chOff x="8292657" y="2276872"/>
            <a:chExt cx="1897600" cy="2805700"/>
          </a:xfrm>
        </p:grpSpPr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6E7F166F-E6B7-F07D-3EC6-9CB50D4819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15607" y="2878047"/>
              <a:ext cx="1374650" cy="2204525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9CF8C313-3438-3FB1-D480-8CC0D8BF75DE}"/>
                    </a:ext>
                  </a:extLst>
                </p:cNvPr>
                <p:cNvSpPr txBox="1"/>
                <p:nvPr/>
              </p:nvSpPr>
              <p:spPr>
                <a:xfrm>
                  <a:off x="8292657" y="2276872"/>
                  <a:ext cx="1516042" cy="5232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=60°</m:t>
                        </m:r>
                      </m:oMath>
                    </m:oMathPara>
                  </a14:m>
                  <a:br>
                    <a:rPr lang="en-US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</a:br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9CF8C313-3438-3FB1-D480-8CC0D8BF7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2657" y="2276872"/>
                  <a:ext cx="1516042" cy="523285"/>
                </a:xfrm>
                <a:prstGeom prst="rect">
                  <a:avLst/>
                </a:prstGeom>
                <a:blipFill>
                  <a:blip r:embed="rId6"/>
                  <a:stretch>
                    <a:fillRect l="-826"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弧1">
            <a:extLst>
              <a:ext uri="{FF2B5EF4-FFF2-40B4-BE49-F238E27FC236}">
                <a16:creationId xmlns:a16="http://schemas.microsoft.com/office/drawing/2014/main" id="{2534FFA0-502B-0904-660C-F340C1D4E754}"/>
              </a:ext>
            </a:extLst>
          </p:cNvPr>
          <p:cNvGrpSpPr/>
          <p:nvPr/>
        </p:nvGrpSpPr>
        <p:grpSpPr>
          <a:xfrm>
            <a:off x="9299108" y="4270184"/>
            <a:ext cx="1530726" cy="1437578"/>
            <a:chOff x="9299108" y="4270184"/>
            <a:chExt cx="1530726" cy="1437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F222FD7-FE24-8413-E3DB-7767C697828F}"/>
                    </a:ext>
                  </a:extLst>
                </p:cNvPr>
                <p:cNvSpPr txBox="1"/>
                <p:nvPr/>
              </p:nvSpPr>
              <p:spPr>
                <a:xfrm>
                  <a:off x="10180123" y="427018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F222FD7-FE24-8413-E3DB-7767C6978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0123" y="4270184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弧 3">
              <a:extLst>
                <a:ext uri="{FF2B5EF4-FFF2-40B4-BE49-F238E27FC236}">
                  <a16:creationId xmlns:a16="http://schemas.microsoft.com/office/drawing/2014/main" id="{492FF63C-D7F8-1832-9238-1C64691E55A2}"/>
                </a:ext>
              </a:extLst>
            </p:cNvPr>
            <p:cNvSpPr/>
            <p:nvPr/>
          </p:nvSpPr>
          <p:spPr>
            <a:xfrm rot="16200000">
              <a:off x="9569456" y="4447385"/>
              <a:ext cx="1250381" cy="1270374"/>
            </a:xfrm>
            <a:prstGeom prst="arc">
              <a:avLst>
                <a:gd name="adj1" fmla="val 16200000"/>
                <a:gd name="adj2" fmla="val 25182"/>
              </a:avLst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41A35F0F-EE5A-BEF7-CF4F-75A19DE3350A}"/>
                    </a:ext>
                  </a:extLst>
                </p:cNvPr>
                <p:cNvSpPr txBox="1"/>
                <p:nvPr/>
              </p:nvSpPr>
              <p:spPr>
                <a:xfrm>
                  <a:off x="9299108" y="515680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41A35F0F-EE5A-BEF7-CF4F-75A19DE335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9108" y="5156809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弧2">
            <a:extLst>
              <a:ext uri="{FF2B5EF4-FFF2-40B4-BE49-F238E27FC236}">
                <a16:creationId xmlns:a16="http://schemas.microsoft.com/office/drawing/2014/main" id="{3D2548FD-B9FB-994A-A631-47450C363834}"/>
              </a:ext>
            </a:extLst>
          </p:cNvPr>
          <p:cNvGrpSpPr/>
          <p:nvPr/>
        </p:nvGrpSpPr>
        <p:grpSpPr>
          <a:xfrm>
            <a:off x="8302777" y="3324374"/>
            <a:ext cx="3459400" cy="3291301"/>
            <a:chOff x="8302777" y="3324374"/>
            <a:chExt cx="3459400" cy="3291301"/>
          </a:xfrm>
        </p:grpSpPr>
        <p:sp>
          <p:nvSpPr>
            <p:cNvPr id="41" name="弧 40">
              <a:extLst>
                <a:ext uri="{FF2B5EF4-FFF2-40B4-BE49-F238E27FC236}">
                  <a16:creationId xmlns:a16="http://schemas.microsoft.com/office/drawing/2014/main" id="{1F4093C1-23D6-3A45-B63E-0B5AA8EC0996}"/>
                </a:ext>
              </a:extLst>
            </p:cNvPr>
            <p:cNvSpPr/>
            <p:nvPr/>
          </p:nvSpPr>
          <p:spPr>
            <a:xfrm rot="16200000">
              <a:off x="8651787" y="3505285"/>
              <a:ext cx="3085720" cy="3135060"/>
            </a:xfrm>
            <a:prstGeom prst="arc">
              <a:avLst>
                <a:gd name="adj1" fmla="val 16113389"/>
                <a:gd name="adj2" fmla="val 25182"/>
              </a:avLst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B34AFBF-C18F-15CA-DDF9-75C1323A6C0D}"/>
                    </a:ext>
                  </a:extLst>
                </p:cNvPr>
                <p:cNvSpPr txBox="1"/>
                <p:nvPr/>
              </p:nvSpPr>
              <p:spPr>
                <a:xfrm>
                  <a:off x="10209172" y="33243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B34AFBF-C18F-15CA-DDF9-75C1323A6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9172" y="3324374"/>
                  <a:ext cx="520701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5D51391-B5E8-40B2-A3E7-807B0115CBB9}"/>
                    </a:ext>
                  </a:extLst>
                </p:cNvPr>
                <p:cNvSpPr txBox="1"/>
                <p:nvPr/>
              </p:nvSpPr>
              <p:spPr>
                <a:xfrm>
                  <a:off x="8302777" y="5161232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5D51391-B5E8-40B2-A3E7-807B0115CB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2777" y="5161232"/>
                  <a:ext cx="520701" cy="523220"/>
                </a:xfrm>
                <a:prstGeom prst="rect">
                  <a:avLst/>
                </a:prstGeom>
                <a:blipFill>
                  <a:blip r:embed="rId10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坐标">
            <a:extLst>
              <a:ext uri="{FF2B5EF4-FFF2-40B4-BE49-F238E27FC236}">
                <a16:creationId xmlns:a16="http://schemas.microsoft.com/office/drawing/2014/main" id="{CEA29170-B936-C200-B3B2-1459709C52C2}"/>
              </a:ext>
            </a:extLst>
          </p:cNvPr>
          <p:cNvGrpSpPr/>
          <p:nvPr/>
        </p:nvGrpSpPr>
        <p:grpSpPr>
          <a:xfrm>
            <a:off x="7962399" y="2492877"/>
            <a:ext cx="2752949" cy="3187152"/>
            <a:chOff x="7962399" y="2492877"/>
            <a:chExt cx="2752949" cy="3187152"/>
          </a:xfrm>
        </p:grpSpPr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613304D3-C724-63FD-1C96-DCF2912C8F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399" y="5097206"/>
              <a:ext cx="2618197" cy="4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BF825933-7F9B-2411-7BDF-5E25028506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94647" y="2648934"/>
              <a:ext cx="0" cy="274313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A6E5E4F-7871-429B-C1EF-07704666FA06}"/>
                    </a:ext>
                  </a:extLst>
                </p:cNvPr>
                <p:cNvSpPr txBox="1"/>
                <p:nvPr/>
              </p:nvSpPr>
              <p:spPr>
                <a:xfrm>
                  <a:off x="10194647" y="249287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A6E5E4F-7871-429B-C1EF-07704666F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4647" y="2492877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C4DA95F-62E8-524B-B330-30EF1080A136}"/>
                    </a:ext>
                  </a:extLst>
                </p:cNvPr>
                <p:cNvSpPr txBox="1"/>
                <p:nvPr/>
              </p:nvSpPr>
              <p:spPr>
                <a:xfrm>
                  <a:off x="10171526" y="515680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C4DA95F-62E8-524B-B330-30EF1080A1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1526" y="5156809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42469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5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9" grpId="0"/>
      <p:bldP spid="24" grpId="0"/>
      <p:bldP spid="4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06574" y="410329"/>
            <a:ext cx="5400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欠阻尼二阶系统分析：性能指标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0EB5184-3806-4D25-3130-6CD88F7A6B74}"/>
                  </a:ext>
                </a:extLst>
              </p:cNvPr>
              <p:cNvSpPr txBox="1"/>
              <p:nvPr/>
            </p:nvSpPr>
            <p:spPr>
              <a:xfrm>
                <a:off x="334963" y="980729"/>
                <a:ext cx="6534503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试确定极点的位置和 </a:t>
                </a:r>
                <a14:m>
                  <m:oMath xmlns:m="http://schemas.openxmlformats.org/officeDocument/2006/math">
                    <m:r>
                      <a:rPr lang="en" altLang="zh-CN" sz="28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" sz="2800" dirty="0"/>
                  <a:t>，</a:t>
                </a:r>
                <a:r>
                  <a:rPr lang="zh-CN" altLang="en-US" sz="2800" dirty="0"/>
                  <a:t>以满足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" altLang="zh-CN" sz="2800" i="1" dirty="0">
                        <a:latin typeface="Cambria Math" panose="02040503050406030204" pitchFamily="18" charset="0"/>
                      </a:rPr>
                      <m:t>=1</m:t>
                    </m:r>
                    <m:r>
                      <m:rPr>
                        <m:sty m:val="p"/>
                      </m:rPr>
                      <a:rPr lang="en" altLang="zh-CN" sz="2800" dirty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zh-CN" altLang="en-US" sz="2800" dirty="0"/>
                  <a:t>； </a:t>
                </a:r>
                <a14:m>
                  <m:oMath xmlns:m="http://schemas.openxmlformats.org/officeDocument/2006/math">
                    <m:r>
                      <a:rPr lang="el-GR" altLang="zh-CN" sz="28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altLang="zh-CN" sz="2800" i="1" dirty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r>
                  <a:rPr lang="zh-CN" altLang="en-US" sz="2800" dirty="0"/>
                  <a:t>；另确定有阻尼振荡频率和峰值时间。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0EB5184-3806-4D25-3130-6CD88F7A6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980729"/>
                <a:ext cx="6534503" cy="1384995"/>
              </a:xfrm>
              <a:prstGeom prst="rect">
                <a:avLst/>
              </a:prstGeom>
              <a:blipFill>
                <a:blip r:embed="rId3"/>
                <a:stretch>
                  <a:fillRect l="-1942" t="-5455" r="-7379" b="-1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37D2046-74F2-E617-D0E7-DA1E7FE990B2}"/>
                  </a:ext>
                </a:extLst>
              </p:cNvPr>
              <p:cNvSpPr txBox="1"/>
              <p:nvPr/>
            </p:nvSpPr>
            <p:spPr>
              <a:xfrm>
                <a:off x="263609" y="2269467"/>
                <a:ext cx="11808262" cy="786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𝜁𝜋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=0.6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=5%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</m:t>
                    </m:r>
                    <m:r>
                      <a:rPr lang="en-US" altLang="zh-CN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37D2046-74F2-E617-D0E7-DA1E7FE99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09" y="2269467"/>
                <a:ext cx="11808262" cy="786369"/>
              </a:xfrm>
              <a:prstGeom prst="rect">
                <a:avLst/>
              </a:prstGeom>
              <a:blipFill>
                <a:blip r:embed="rId4"/>
                <a:stretch>
                  <a:fillRect l="-1074" t="-49206" b="-53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4E4DD4-C533-686F-AFE2-8148AF140A3A}"/>
                  </a:ext>
                </a:extLst>
              </p:cNvPr>
              <p:cNvSpPr txBox="1"/>
              <p:nvPr/>
            </p:nvSpPr>
            <p:spPr>
              <a:xfrm>
                <a:off x="118542" y="2943990"/>
                <a:ext cx="9860166" cy="1045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+(2+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94E4DD4-C533-686F-AFE2-8148AF140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2943990"/>
                <a:ext cx="9860166" cy="1045158"/>
              </a:xfrm>
              <a:prstGeom prst="rect">
                <a:avLst/>
              </a:prstGeom>
              <a:blipFill>
                <a:blip r:embed="rId5"/>
                <a:stretch>
                  <a:fillRect b="-10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C91D8F4-A086-D490-8B37-2F47976FF05B}"/>
                  </a:ext>
                </a:extLst>
              </p:cNvPr>
              <p:cNvSpPr txBox="1"/>
              <p:nvPr/>
            </p:nvSpPr>
            <p:spPr>
              <a:xfrm>
                <a:off x="129414" y="4024946"/>
                <a:ext cx="5547646" cy="1687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ra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=5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+2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=0.6</m:t>
                              </m:r>
                            </m:e>
                          </m:eqAr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=4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C91D8F4-A086-D490-8B37-2F47976FF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14" y="4024946"/>
                <a:ext cx="5547646" cy="1687834"/>
              </a:xfrm>
              <a:prstGeom prst="rect">
                <a:avLst/>
              </a:prstGeom>
              <a:blipFill>
                <a:blip r:embed="rId6"/>
                <a:stretch>
                  <a:fillRect l="-51259" t="-217910" r="-5492" b="-309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1975A81-A3D7-7CDB-74B1-EF962C918AB6}"/>
                  </a:ext>
                </a:extLst>
              </p:cNvPr>
              <p:cNvSpPr txBox="1"/>
              <p:nvPr/>
            </p:nvSpPr>
            <p:spPr>
              <a:xfrm>
                <a:off x="5710745" y="4175522"/>
                <a:ext cx="61875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1975A81-A3D7-7CDB-74B1-EF962C918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745" y="4175522"/>
                <a:ext cx="618759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DB5F0B9-71AC-0A8A-F744-A1CC2453F5B6}"/>
                  </a:ext>
                </a:extLst>
              </p:cNvPr>
              <p:cNvSpPr txBox="1"/>
              <p:nvPr/>
            </p:nvSpPr>
            <p:spPr>
              <a:xfrm>
                <a:off x="834965" y="5331919"/>
                <a:ext cx="9944419" cy="1467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+25=0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=−3±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4⇒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=4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rad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=0.785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DB5F0B9-71AC-0A8A-F744-A1CC2453F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965" y="5331919"/>
                <a:ext cx="9944419" cy="1467966"/>
              </a:xfrm>
              <a:prstGeom prst="rect">
                <a:avLst/>
              </a:prstGeom>
              <a:blipFill>
                <a:blip r:embed="rId8"/>
                <a:stretch>
                  <a:fillRect t="-215517" b="-306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43B69FA-06C1-1B57-2DEB-12FA84A6B5D6}"/>
                  </a:ext>
                </a:extLst>
              </p:cNvPr>
              <p:cNvSpPr/>
              <p:nvPr/>
            </p:nvSpPr>
            <p:spPr>
              <a:xfrm>
                <a:off x="8687494" y="934341"/>
                <a:ext cx="684000" cy="648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43B69FA-06C1-1B57-2DEB-12FA84A6B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494" y="934341"/>
                <a:ext cx="684000" cy="648000"/>
              </a:xfrm>
              <a:prstGeom prst="rect">
                <a:avLst/>
              </a:prstGeom>
              <a:blipFill>
                <a:blip r:embed="rId9"/>
                <a:stretch>
                  <a:fillRect b="-5556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1直线箭头连接符3">
            <a:extLst>
              <a:ext uri="{FF2B5EF4-FFF2-40B4-BE49-F238E27FC236}">
                <a16:creationId xmlns:a16="http://schemas.microsoft.com/office/drawing/2014/main" id="{32989B0B-306A-B2B4-27ED-5875C3087694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7579902" y="1258341"/>
            <a:ext cx="59844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1B0CF61-3EB5-866A-C742-893DA8482839}"/>
                  </a:ext>
                </a:extLst>
              </p:cNvPr>
              <p:cNvSpPr txBox="1"/>
              <p:nvPr/>
            </p:nvSpPr>
            <p:spPr>
              <a:xfrm>
                <a:off x="7389488" y="737076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1B0CF61-3EB5-866A-C742-893DA8482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488" y="737076"/>
                <a:ext cx="93610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1直线箭头连接符3">
            <a:extLst>
              <a:ext uri="{FF2B5EF4-FFF2-40B4-BE49-F238E27FC236}">
                <a16:creationId xmlns:a16="http://schemas.microsoft.com/office/drawing/2014/main" id="{49DC8731-AEA2-BA9B-F2A2-D13B399D6765}"/>
              </a:ext>
            </a:extLst>
          </p:cNvPr>
          <p:cNvCxnSpPr>
            <a:cxnSpLocks/>
            <a:stCxn id="30" idx="3"/>
            <a:endCxn id="44" idx="1"/>
          </p:cNvCxnSpPr>
          <p:nvPr/>
        </p:nvCxnSpPr>
        <p:spPr>
          <a:xfrm flipV="1">
            <a:off x="9371494" y="1257621"/>
            <a:ext cx="576216" cy="7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6AE734F-3661-5BA9-F992-D21EBA91CDE0}"/>
                  </a:ext>
                </a:extLst>
              </p:cNvPr>
              <p:cNvSpPr txBox="1"/>
              <p:nvPr/>
            </p:nvSpPr>
            <p:spPr>
              <a:xfrm>
                <a:off x="10559702" y="744982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6AE734F-3661-5BA9-F992-D21EBA91C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702" y="744982"/>
                <a:ext cx="93610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椭圆 34">
            <a:extLst>
              <a:ext uri="{FF2B5EF4-FFF2-40B4-BE49-F238E27FC236}">
                <a16:creationId xmlns:a16="http://schemas.microsoft.com/office/drawing/2014/main" id="{335F34E1-BB0A-8608-B3AB-B3220393CE01}"/>
              </a:ext>
            </a:extLst>
          </p:cNvPr>
          <p:cNvSpPr/>
          <p:nvPr/>
        </p:nvSpPr>
        <p:spPr>
          <a:xfrm>
            <a:off x="8178342" y="1114341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1Ui">
                <a:extLst>
                  <a:ext uri="{FF2B5EF4-FFF2-40B4-BE49-F238E27FC236}">
                    <a16:creationId xmlns:a16="http://schemas.microsoft.com/office/drawing/2014/main" id="{30D60461-4D27-69B2-B3BE-916BFAFFCFCA}"/>
                  </a:ext>
                </a:extLst>
              </p:cNvPr>
              <p:cNvSpPr txBox="1"/>
              <p:nvPr/>
            </p:nvSpPr>
            <p:spPr>
              <a:xfrm>
                <a:off x="7781462" y="1293272"/>
                <a:ext cx="5948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6" name="1Ui">
                <a:extLst>
                  <a:ext uri="{FF2B5EF4-FFF2-40B4-BE49-F238E27FC236}">
                    <a16:creationId xmlns:a16="http://schemas.microsoft.com/office/drawing/2014/main" id="{30D60461-4D27-69B2-B3BE-916BFAFFC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462" y="1293272"/>
                <a:ext cx="59488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4肘形连接符">
            <a:extLst>
              <a:ext uri="{FF2B5EF4-FFF2-40B4-BE49-F238E27FC236}">
                <a16:creationId xmlns:a16="http://schemas.microsoft.com/office/drawing/2014/main" id="{00F060B3-A87B-EF61-2FA6-DBB6611A425F}"/>
              </a:ext>
            </a:extLst>
          </p:cNvPr>
          <p:cNvCxnSpPr>
            <a:cxnSpLocks/>
            <a:endCxn id="35" idx="4"/>
          </p:cNvCxnSpPr>
          <p:nvPr/>
        </p:nvCxnSpPr>
        <p:spPr>
          <a:xfrm rot="10800000" flipV="1">
            <a:off x="8322342" y="1280293"/>
            <a:ext cx="2513476" cy="122048"/>
          </a:xfrm>
          <a:prstGeom prst="bentConnector4">
            <a:avLst>
              <a:gd name="adj1" fmla="val 874"/>
              <a:gd name="adj2" fmla="val 4075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1直线箭头连接符3">
            <a:extLst>
              <a:ext uri="{FF2B5EF4-FFF2-40B4-BE49-F238E27FC236}">
                <a16:creationId xmlns:a16="http://schemas.microsoft.com/office/drawing/2014/main" id="{D613EF3F-833C-5C49-171F-51F69609EB68}"/>
              </a:ext>
            </a:extLst>
          </p:cNvPr>
          <p:cNvCxnSpPr>
            <a:cxnSpLocks/>
            <a:stCxn id="35" idx="6"/>
            <a:endCxn id="30" idx="1"/>
          </p:cNvCxnSpPr>
          <p:nvPr/>
        </p:nvCxnSpPr>
        <p:spPr>
          <a:xfrm>
            <a:off x="8466342" y="1258341"/>
            <a:ext cx="22115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99A6023-0270-94D0-158B-B714601D9B62}"/>
                  </a:ext>
                </a:extLst>
              </p:cNvPr>
              <p:cNvSpPr/>
              <p:nvPr/>
            </p:nvSpPr>
            <p:spPr>
              <a:xfrm>
                <a:off x="9947710" y="933621"/>
                <a:ext cx="684000" cy="648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99A6023-0270-94D0-158B-B714601D9B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710" y="933621"/>
                <a:ext cx="684000" cy="648000"/>
              </a:xfrm>
              <a:prstGeom prst="rect">
                <a:avLst/>
              </a:prstGeom>
              <a:blipFill>
                <a:blip r:embed="rId13"/>
                <a:stretch>
                  <a:fillRect b="-7407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1直线箭头连接符3">
            <a:extLst>
              <a:ext uri="{FF2B5EF4-FFF2-40B4-BE49-F238E27FC236}">
                <a16:creationId xmlns:a16="http://schemas.microsoft.com/office/drawing/2014/main" id="{D7C2FD04-2AD1-3BCA-AA25-1FA67C69133D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0631710" y="1257621"/>
            <a:ext cx="92610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A849BEAF-14AF-0940-3F91-7764BDE1D60B}"/>
              </a:ext>
            </a:extLst>
          </p:cNvPr>
          <p:cNvSpPr txBox="1"/>
          <p:nvPr/>
        </p:nvSpPr>
        <p:spPr>
          <a:xfrm>
            <a:off x="8399462" y="436168"/>
            <a:ext cx="1492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控制器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A095FDC-8E84-B67F-2D89-E1E62674069D}"/>
              </a:ext>
            </a:extLst>
          </p:cNvPr>
          <p:cNvSpPr txBox="1"/>
          <p:nvPr/>
        </p:nvSpPr>
        <p:spPr>
          <a:xfrm>
            <a:off x="9829113" y="427046"/>
            <a:ext cx="9466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装置</a:t>
            </a:r>
          </a:p>
        </p:txBody>
      </p:sp>
    </p:spTree>
    <p:extLst>
      <p:ext uri="{BB962C8B-B14F-4D97-AF65-F5344CB8AC3E}">
        <p14:creationId xmlns:p14="http://schemas.microsoft.com/office/powerpoint/2010/main" val="3159160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4" grpId="0"/>
      <p:bldP spid="23" grpId="0"/>
      <p:bldP spid="25" grpId="0"/>
      <p:bldP spid="26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3658172" cy="725177"/>
            <a:chOff x="4943078" y="1700704"/>
            <a:chExt cx="3658172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3098432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二阶系统参数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3658172" cy="725177"/>
            <a:chOff x="4943078" y="1700704"/>
            <a:chExt cx="3658172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3183560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按阻尼分类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3670343" cy="725177"/>
            <a:chOff x="4943078" y="1700704"/>
            <a:chExt cx="3670343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0" y="1739799"/>
              <a:ext cx="3153561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确定开环增益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3658171" cy="725177"/>
            <a:chOff x="4943078" y="1700704"/>
            <a:chExt cx="3658171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3183560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性能指标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4295006" y="1056897"/>
            <a:ext cx="6552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阻尼，自然振荡频率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4295006" y="1880312"/>
            <a:ext cx="6552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0</a:t>
            </a:r>
            <a:r>
              <a:rPr lang="zh-CN" altLang="en-US" sz="2800" dirty="0"/>
              <a:t>阻尼，欠阻尼，临界阻尼，过阻尼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4294866" y="2703727"/>
            <a:ext cx="71196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上升时间，调节时间，峰值时间，超调量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4294866" y="3414329"/>
            <a:ext cx="6552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化为标准型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反馈的思想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4943078" y="5099056"/>
            <a:ext cx="275899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量变引起质变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6193332" cy="1142595"/>
            <a:chOff x="5348307" y="5538470"/>
            <a:chExt cx="6193332" cy="1142595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06264" y="5726958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分析二阶系统开环增益和闭环极点分布的关系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307597" y="553847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分析阻尼和振荡频率对欠阻尼二阶系统单位阶跃响应的影响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0" name="坐标轴">
            <a:extLst>
              <a:ext uri="{FF2B5EF4-FFF2-40B4-BE49-F238E27FC236}">
                <a16:creationId xmlns:a16="http://schemas.microsoft.com/office/drawing/2014/main" id="{0638956B-787A-321A-7E2A-848631E73E68}"/>
              </a:ext>
            </a:extLst>
          </p:cNvPr>
          <p:cNvGrpSpPr/>
          <p:nvPr/>
        </p:nvGrpSpPr>
        <p:grpSpPr>
          <a:xfrm>
            <a:off x="8151953" y="1726224"/>
            <a:ext cx="2763213" cy="2294413"/>
            <a:chOff x="8740350" y="3115590"/>
            <a:chExt cx="2763213" cy="2294413"/>
          </a:xfrm>
        </p:grpSpPr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E07B0A9E-746A-40AD-61E9-8491B9427343}"/>
                </a:ext>
              </a:extLst>
            </p:cNvPr>
            <p:cNvCxnSpPr/>
            <p:nvPr/>
          </p:nvCxnSpPr>
          <p:spPr>
            <a:xfrm>
              <a:off x="8740350" y="4402501"/>
              <a:ext cx="276321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箭头连接符 11">
              <a:extLst>
                <a:ext uri="{FF2B5EF4-FFF2-40B4-BE49-F238E27FC236}">
                  <a16:creationId xmlns:a16="http://schemas.microsoft.com/office/drawing/2014/main" id="{699FA562-B38B-2FE7-593D-1F9C5D103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44606" y="3258323"/>
              <a:ext cx="0" cy="21516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8B714FD-718B-0B42-BF00-B0A81CE5C344}"/>
                    </a:ext>
                  </a:extLst>
                </p:cNvPr>
                <p:cNvSpPr txBox="1"/>
                <p:nvPr/>
              </p:nvSpPr>
              <p:spPr>
                <a:xfrm>
                  <a:off x="10614270" y="3115590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8B714FD-718B-0B42-BF00-B0A81CE5C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4270" y="3115590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欠阻尼">
            <a:extLst>
              <a:ext uri="{FF2B5EF4-FFF2-40B4-BE49-F238E27FC236}">
                <a16:creationId xmlns:a16="http://schemas.microsoft.com/office/drawing/2014/main" id="{7AF05A7D-85A4-695E-C97A-52AA5C271AC2}"/>
              </a:ext>
            </a:extLst>
          </p:cNvPr>
          <p:cNvGrpSpPr/>
          <p:nvPr/>
        </p:nvGrpSpPr>
        <p:grpSpPr>
          <a:xfrm>
            <a:off x="9533559" y="2456394"/>
            <a:ext cx="288032" cy="1115655"/>
            <a:chOff x="10121956" y="3845760"/>
            <a:chExt cx="288032" cy="1115655"/>
          </a:xfrm>
        </p:grpSpPr>
        <p:sp>
          <p:nvSpPr>
            <p:cNvPr id="15" name="乘 14">
              <a:extLst>
                <a:ext uri="{FF2B5EF4-FFF2-40B4-BE49-F238E27FC236}">
                  <a16:creationId xmlns:a16="http://schemas.microsoft.com/office/drawing/2014/main" id="{9179D69D-537C-690A-37F1-AB6483B9CFC1}"/>
                </a:ext>
              </a:extLst>
            </p:cNvPr>
            <p:cNvSpPr/>
            <p:nvPr/>
          </p:nvSpPr>
          <p:spPr>
            <a:xfrm>
              <a:off x="10121956" y="3845760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6" name="乘 15">
              <a:extLst>
                <a:ext uri="{FF2B5EF4-FFF2-40B4-BE49-F238E27FC236}">
                  <a16:creationId xmlns:a16="http://schemas.microsoft.com/office/drawing/2014/main" id="{665AC7A9-1FEA-EFD7-0FAF-D6F0065A3673}"/>
                </a:ext>
              </a:extLst>
            </p:cNvPr>
            <p:cNvSpPr/>
            <p:nvPr/>
          </p:nvSpPr>
          <p:spPr>
            <a:xfrm>
              <a:off x="10121956" y="467338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grpSp>
        <p:nvGrpSpPr>
          <p:cNvPr id="17" name="过阻尼">
            <a:extLst>
              <a:ext uri="{FF2B5EF4-FFF2-40B4-BE49-F238E27FC236}">
                <a16:creationId xmlns:a16="http://schemas.microsoft.com/office/drawing/2014/main" id="{0C9E8D7B-CA59-A74F-FC53-60E921020E01}"/>
              </a:ext>
            </a:extLst>
          </p:cNvPr>
          <p:cNvGrpSpPr/>
          <p:nvPr/>
        </p:nvGrpSpPr>
        <p:grpSpPr>
          <a:xfrm>
            <a:off x="8436161" y="2869119"/>
            <a:ext cx="1802190" cy="288032"/>
            <a:chOff x="9024558" y="4258485"/>
            <a:chExt cx="1802190" cy="288032"/>
          </a:xfrm>
        </p:grpSpPr>
        <p:sp>
          <p:nvSpPr>
            <p:cNvPr id="18" name="乘 17">
              <a:extLst>
                <a:ext uri="{FF2B5EF4-FFF2-40B4-BE49-F238E27FC236}">
                  <a16:creationId xmlns:a16="http://schemas.microsoft.com/office/drawing/2014/main" id="{C294CD87-1685-CBE2-DA07-19F3B8F9776F}"/>
                </a:ext>
              </a:extLst>
            </p:cNvPr>
            <p:cNvSpPr/>
            <p:nvPr/>
          </p:nvSpPr>
          <p:spPr>
            <a:xfrm>
              <a:off x="9024558" y="4258485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9" name="乘 18">
              <a:extLst>
                <a:ext uri="{FF2B5EF4-FFF2-40B4-BE49-F238E27FC236}">
                  <a16:creationId xmlns:a16="http://schemas.microsoft.com/office/drawing/2014/main" id="{866DA8ED-9B63-642D-843A-B0B5A6DC15F5}"/>
                </a:ext>
              </a:extLst>
            </p:cNvPr>
            <p:cNvSpPr/>
            <p:nvPr/>
          </p:nvSpPr>
          <p:spPr>
            <a:xfrm>
              <a:off x="10538716" y="4258485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grpSp>
        <p:nvGrpSpPr>
          <p:cNvPr id="20" name="无阻尼">
            <a:extLst>
              <a:ext uri="{FF2B5EF4-FFF2-40B4-BE49-F238E27FC236}">
                <a16:creationId xmlns:a16="http://schemas.microsoft.com/office/drawing/2014/main" id="{25F2D49E-65A4-9414-8ED8-D15E9B6FAF2C}"/>
              </a:ext>
            </a:extLst>
          </p:cNvPr>
          <p:cNvGrpSpPr/>
          <p:nvPr/>
        </p:nvGrpSpPr>
        <p:grpSpPr>
          <a:xfrm>
            <a:off x="10308525" y="2035403"/>
            <a:ext cx="793984" cy="1840589"/>
            <a:chOff x="10896922" y="3424769"/>
            <a:chExt cx="793984" cy="1840589"/>
          </a:xfrm>
        </p:grpSpPr>
        <p:sp>
          <p:nvSpPr>
            <p:cNvPr id="21" name="乘 20">
              <a:extLst>
                <a:ext uri="{FF2B5EF4-FFF2-40B4-BE49-F238E27FC236}">
                  <a16:creationId xmlns:a16="http://schemas.microsoft.com/office/drawing/2014/main" id="{3C4A6685-F7C5-62FC-55C8-9C6CA64CB55A}"/>
                </a:ext>
              </a:extLst>
            </p:cNvPr>
            <p:cNvSpPr/>
            <p:nvPr/>
          </p:nvSpPr>
          <p:spPr>
            <a:xfrm>
              <a:off x="10900590" y="3544000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22" name="乘 21">
              <a:extLst>
                <a:ext uri="{FF2B5EF4-FFF2-40B4-BE49-F238E27FC236}">
                  <a16:creationId xmlns:a16="http://schemas.microsoft.com/office/drawing/2014/main" id="{94EF0D66-DBB3-6EB2-10AC-ACEDB40F010E}"/>
                </a:ext>
              </a:extLst>
            </p:cNvPr>
            <p:cNvSpPr/>
            <p:nvPr/>
          </p:nvSpPr>
          <p:spPr>
            <a:xfrm>
              <a:off x="10896922" y="487311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634054C-24BE-C317-1437-411A573A8F30}"/>
                    </a:ext>
                  </a:extLst>
                </p:cNvPr>
                <p:cNvSpPr txBox="1"/>
                <p:nvPr/>
              </p:nvSpPr>
              <p:spPr>
                <a:xfrm>
                  <a:off x="11170205" y="342476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634054C-24BE-C317-1437-411A573A8F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0205" y="3424769"/>
                  <a:ext cx="520701" cy="523220"/>
                </a:xfrm>
                <a:prstGeom prst="rect">
                  <a:avLst/>
                </a:prstGeom>
                <a:blipFill>
                  <a:blip r:embed="rId4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A3BDB2F-E597-12C4-04DB-A8C5EC3BDF7C}"/>
                    </a:ext>
                  </a:extLst>
                </p:cNvPr>
                <p:cNvSpPr txBox="1"/>
                <p:nvPr/>
              </p:nvSpPr>
              <p:spPr>
                <a:xfrm>
                  <a:off x="11116614" y="474213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A3BDB2F-E597-12C4-04DB-A8C5EC3BDF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6614" y="4742138"/>
                  <a:ext cx="520701" cy="523220"/>
                </a:xfrm>
                <a:prstGeom prst="rect">
                  <a:avLst/>
                </a:prstGeom>
                <a:blipFill>
                  <a:blip r:embed="rId5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临界阻尼">
            <a:extLst>
              <a:ext uri="{FF2B5EF4-FFF2-40B4-BE49-F238E27FC236}">
                <a16:creationId xmlns:a16="http://schemas.microsoft.com/office/drawing/2014/main" id="{4D295CBF-3263-729F-2C99-1BFEE410464F}"/>
              </a:ext>
            </a:extLst>
          </p:cNvPr>
          <p:cNvGrpSpPr/>
          <p:nvPr/>
        </p:nvGrpSpPr>
        <p:grpSpPr>
          <a:xfrm>
            <a:off x="8971722" y="2869119"/>
            <a:ext cx="548383" cy="721642"/>
            <a:chOff x="9560119" y="4258485"/>
            <a:chExt cx="548383" cy="721642"/>
          </a:xfrm>
        </p:grpSpPr>
        <p:sp>
          <p:nvSpPr>
            <p:cNvPr id="26" name="乘 25">
              <a:extLst>
                <a:ext uri="{FF2B5EF4-FFF2-40B4-BE49-F238E27FC236}">
                  <a16:creationId xmlns:a16="http://schemas.microsoft.com/office/drawing/2014/main" id="{4ED2507D-458B-C0E0-622F-A5248DD84FD7}"/>
                </a:ext>
              </a:extLst>
            </p:cNvPr>
            <p:cNvSpPr/>
            <p:nvPr/>
          </p:nvSpPr>
          <p:spPr>
            <a:xfrm>
              <a:off x="9820470" y="4258485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27" name="乘 26">
              <a:extLst>
                <a:ext uri="{FF2B5EF4-FFF2-40B4-BE49-F238E27FC236}">
                  <a16:creationId xmlns:a16="http://schemas.microsoft.com/office/drawing/2014/main" id="{B2FDB230-788F-239E-50F6-9A142E6CD2E2}"/>
                </a:ext>
              </a:extLst>
            </p:cNvPr>
            <p:cNvSpPr/>
            <p:nvPr/>
          </p:nvSpPr>
          <p:spPr>
            <a:xfrm>
              <a:off x="9724831" y="4258485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4D00AB88-3B93-6C3C-28D5-35F735BA4FD9}"/>
                    </a:ext>
                  </a:extLst>
                </p:cNvPr>
                <p:cNvSpPr txBox="1"/>
                <p:nvPr/>
              </p:nvSpPr>
              <p:spPr>
                <a:xfrm>
                  <a:off x="9560119" y="445690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4D00AB88-3B93-6C3C-28D5-35F735BA4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0119" y="4456907"/>
                  <a:ext cx="520701" cy="523220"/>
                </a:xfrm>
                <a:prstGeom prst="rect">
                  <a:avLst/>
                </a:prstGeom>
                <a:blipFill>
                  <a:blip r:embed="rId6"/>
                  <a:stretch>
                    <a:fillRect r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Rake, H. (1979). Step response and frequency response methods. IFAC Proceedings Volumes, 12(8), 519-526.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Liu, Q., Shang, C., &amp; Huang, D. (2021). Efficient low-order system identification from low-quality step response data with rank-constrained optimization. Control Engineering Practice, 107, 104671.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4F89C33-FE59-381B-5903-A64F915D23AA}"/>
              </a:ext>
            </a:extLst>
          </p:cNvPr>
          <p:cNvGrpSpPr/>
          <p:nvPr/>
        </p:nvGrpSpPr>
        <p:grpSpPr>
          <a:xfrm>
            <a:off x="947960" y="1275502"/>
            <a:ext cx="10451547" cy="3593361"/>
            <a:chOff x="947960" y="1275502"/>
            <a:chExt cx="10451547" cy="3593361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2800" dirty="0"/>
                <a:t>DR_CAN</a:t>
              </a:r>
              <a:r>
                <a:rPr lang="zh-CN" altLang="en-US" sz="2800" dirty="0"/>
                <a:t>二阶系统的单位阶跃响应：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/video/BV1kb411377M?share_source=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图表, 折线图&#10;&#10;描述已自动生成">
              <a:extLst>
                <a:ext uri="{FF2B5EF4-FFF2-40B4-BE49-F238E27FC236}">
                  <a16:creationId xmlns:a16="http://schemas.microsoft.com/office/drawing/2014/main" id="{2A80EE45-29ED-7163-1A15-DE31CE0EF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960" y="1358031"/>
              <a:ext cx="2044700" cy="1358900"/>
            </a:xfrm>
            <a:prstGeom prst="rect">
              <a:avLst/>
            </a:prstGeom>
          </p:spPr>
        </p:pic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16735773-7D6C-86F4-5685-3747BD83AE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3060" y="3154363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0DE83A5-95A2-F0A2-DB63-78F977829ABE}"/>
              </a:ext>
            </a:extLst>
          </p:cNvPr>
          <p:cNvGrpSpPr/>
          <p:nvPr/>
        </p:nvGrpSpPr>
        <p:grpSpPr>
          <a:xfrm>
            <a:off x="3984655" y="3108325"/>
            <a:ext cx="7551708" cy="3200400"/>
            <a:chOff x="3984655" y="3108325"/>
            <a:chExt cx="7551708" cy="32004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3984655" y="503341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041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042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6" name="图片 5" descr="文本&#10;&#10;描述已自动生成">
              <a:extLst>
                <a:ext uri="{FF2B5EF4-FFF2-40B4-BE49-F238E27FC236}">
                  <a16:creationId xmlns:a16="http://schemas.microsoft.com/office/drawing/2014/main" id="{58DBE195-61E8-52CD-A834-731137BE7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5863" y="3108325"/>
              <a:ext cx="4000500" cy="320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pic>
        <p:nvPicPr>
          <p:cNvPr id="2050" name="Picture 2" descr="wave frequency GIF">
            <a:extLst>
              <a:ext uri="{FF2B5EF4-FFF2-40B4-BE49-F238E27FC236}">
                <a16:creationId xmlns:a16="http://schemas.microsoft.com/office/drawing/2014/main" id="{3B233C8C-4E3D-4FBA-2AD5-F2FB72361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869" y="1948797"/>
            <a:ext cx="4586468" cy="337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节段7">
            <a:extLst>
              <a:ext uri="{FF2B5EF4-FFF2-40B4-BE49-F238E27FC236}">
                <a16:creationId xmlns:a16="http://schemas.microsoft.com/office/drawing/2014/main" id="{8A392130-E941-593B-54D3-2218984D3582}"/>
              </a:ext>
            </a:extLst>
          </p:cNvPr>
          <p:cNvSpPr/>
          <p:nvPr/>
        </p:nvSpPr>
        <p:spPr bwMode="auto">
          <a:xfrm>
            <a:off x="334962" y="1303329"/>
            <a:ext cx="5916985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16654</TotalTime>
  <Words>1579</Words>
  <Application>Microsoft Macintosh PowerPoint</Application>
  <PresentationFormat>自定义</PresentationFormat>
  <Paragraphs>291</Paragraphs>
  <Slides>23</Slides>
  <Notes>23</Notes>
  <HiddenSlides>2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538</cp:revision>
  <dcterms:created xsi:type="dcterms:W3CDTF">2012-09-21T08:06:35Z</dcterms:created>
  <dcterms:modified xsi:type="dcterms:W3CDTF">2025-03-23T08:53:24Z</dcterms:modified>
  <cp:category/>
</cp:coreProperties>
</file>